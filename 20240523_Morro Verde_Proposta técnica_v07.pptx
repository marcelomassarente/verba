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lsb" ContentType="application/vnd.ms-excel.sheet.binary.macroEnabled.12"/>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3.xml" ContentType="application/vnd.openxmlformats-officedocument.theme+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4.xml" ContentType="application/vnd.openxmlformats-officedocument.theme+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5.xml" ContentType="application/vnd.openxmlformats-officedocument.theme+xml"/>
  <Override PartName="/ppt/tags/tag102.xml" ContentType="application/vnd.openxmlformats-officedocument.presentationml.tags+xml"/>
  <Override PartName="/ppt/tags/tag103.xml" ContentType="application/vnd.openxmlformats-officedocument.presentationml.tags+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heme/theme6.xml" ContentType="application/vnd.openxmlformats-officedocument.theme+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theme/theme7.xml" ContentType="application/vnd.openxmlformats-officedocument.theme+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theme/theme8.xml" ContentType="application/vnd.openxmlformats-officedocument.theme+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heme/theme9.xml" ContentType="application/vnd.openxmlformats-officedocument.theme+xml"/>
  <Override PartName="/ppt/theme/theme10.xml" ContentType="application/vnd.openxmlformats-officedocument.theme+xml"/>
  <Override PartName="/ppt/tags/tag148.xml" ContentType="application/vnd.openxmlformats-officedocument.presentationml.tags+xml"/>
  <Override PartName="/ppt/tags/tag149.xml" ContentType="application/vnd.openxmlformats-officedocument.presentationml.tags+xml"/>
  <Override PartName="/ppt/notesSlides/notesSlide1.xml" ContentType="application/vnd.openxmlformats-officedocument.presentationml.notesSlide+xml"/>
  <Override PartName="/ppt/tags/tag150.xml" ContentType="application/vnd.openxmlformats-officedocument.presentationml.tags+xml"/>
  <Override PartName="/ppt/tags/tag151.xml" ContentType="application/vnd.openxmlformats-officedocument.presentationml.tags+xml"/>
  <Override PartName="/ppt/notesSlides/notesSlide2.xml" ContentType="application/vnd.openxmlformats-officedocument.presentationml.notesSlide+xml"/>
  <Override PartName="/ppt/tags/tag152.xml" ContentType="application/vnd.openxmlformats-officedocument.presentationml.tags+xml"/>
  <Override PartName="/ppt/tags/tag153.xml" ContentType="application/vnd.openxmlformats-officedocument.presentationml.tags+xml"/>
  <Override PartName="/ppt/notesSlides/notesSlide3.xml" ContentType="application/vnd.openxmlformats-officedocument.presentationml.notesSlide+xml"/>
  <Override PartName="/ppt/tags/tag154.xml" ContentType="application/vnd.openxmlformats-officedocument.presentationml.tags+xml"/>
  <Override PartName="/ppt/tags/tag155.xml" ContentType="application/vnd.openxmlformats-officedocument.presentationml.tags+xml"/>
  <Override PartName="/ppt/notesSlides/notesSlide4.xml" ContentType="application/vnd.openxmlformats-officedocument.presentationml.notesSlide+xml"/>
  <Override PartName="/ppt/tags/tag156.xml" ContentType="application/vnd.openxmlformats-officedocument.presentationml.tags+xml"/>
  <Override PartName="/ppt/notesSlides/notesSlide5.xml" ContentType="application/vnd.openxmlformats-officedocument.presentationml.notesSlide+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notesSlides/notesSlide6.xml" ContentType="application/vnd.openxmlformats-officedocument.presentationml.notesSlide+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charts/chart1.xml" ContentType="application/vnd.openxmlformats-officedocument.drawingml.chart+xml"/>
  <Override PartName="/ppt/charts/chart2.xml" ContentType="application/vnd.openxmlformats-officedocument.drawingml.chart+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charts/chart3.xml" ContentType="application/vnd.openxmlformats-officedocument.drawingml.chart+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notesSlides/notesSlide7.xml" ContentType="application/vnd.openxmlformats-officedocument.presentationml.notesSlide+xml"/>
  <Override PartName="/ppt/charts/chart4.xml" ContentType="application/vnd.openxmlformats-officedocument.drawingml.chart+xml"/>
  <Override PartName="/ppt/tags/tag232.xml" ContentType="application/vnd.openxmlformats-officedocument.presentationml.tags+xml"/>
  <Override PartName="/ppt/tags/tag233.xml" ContentType="application/vnd.openxmlformats-officedocument.presentationml.tags+xml"/>
  <Override PartName="/ppt/notesSlides/notesSlide8.xml" ContentType="application/vnd.openxmlformats-officedocument.presentationml.notesSlide+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notesSlides/notesSlide9.xml" ContentType="application/vnd.openxmlformats-officedocument.presentationml.notesSlide+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notesSlides/notesSlide10.xml" ContentType="application/vnd.openxmlformats-officedocument.presentationml.notesSlide+xml"/>
  <Override PartName="/ppt/charts/chart5.xml" ContentType="application/vnd.openxmlformats-officedocument.drawingml.chart+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notesSlides/notesSlide11.xml" ContentType="application/vnd.openxmlformats-officedocument.presentationml.notesSlide+xml"/>
  <Override PartName="/ppt/charts/chart6.xml" ContentType="application/vnd.openxmlformats-officedocument.drawingml.chart+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notesSlides/notesSlide12.xml" ContentType="application/vnd.openxmlformats-officedocument.presentationml.notesSlide+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notesSlides/notesSlide13.xml" ContentType="application/vnd.openxmlformats-officedocument.presentationml.notesSlide+xml"/>
  <Override PartName="/ppt/tags/tag328.xml" ContentType="application/vnd.openxmlformats-officedocument.presentationml.tags+xml"/>
  <Override PartName="/ppt/notesSlides/notesSlide14.xml" ContentType="application/vnd.openxmlformats-officedocument.presentationml.notesSlide+xml"/>
  <Override PartName="/ppt/tags/tag329.xml" ContentType="application/vnd.openxmlformats-officedocument.presentationml.tags+xml"/>
  <Override PartName="/ppt/tags/tag330.xml" ContentType="application/vnd.openxmlformats-officedocument.presentationml.tags+xml"/>
  <Override PartName="/ppt/notesSlides/notesSlide15.xml" ContentType="application/vnd.openxmlformats-officedocument.presentationml.notesSlide+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notesSlides/notesSlide16.xml" ContentType="application/vnd.openxmlformats-officedocument.presentationml.notesSlide+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notesSlides/notesSlide17.xml" ContentType="application/vnd.openxmlformats-officedocument.presentationml.notesSlide+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charts/chart7.xml" ContentType="application/vnd.openxmlformats-officedocument.drawingml.chart+xml"/>
  <Override PartName="/ppt/charts/chart8.xml" ContentType="application/vnd.openxmlformats-officedocument.drawingml.chart+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notesSlides/notesSlide18.xml" ContentType="application/vnd.openxmlformats-officedocument.presentationml.notesSlide+xml"/>
  <Override PartName="/ppt/tags/tag405.xml" ContentType="application/vnd.openxmlformats-officedocument.presentationml.tags+xml"/>
  <Override PartName="/ppt/tags/tag406.xml" ContentType="application/vnd.openxmlformats-officedocument.presentationml.tags+xml"/>
  <Override PartName="/ppt/notesSlides/notesSlide19.xml" ContentType="application/vnd.openxmlformats-officedocument.presentationml.notesSlide+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notesSlides/notesSlide20.xml" ContentType="application/vnd.openxmlformats-officedocument.presentationml.notesSlide+xml"/>
  <Override PartName="/ppt/tags/tag416.xml" ContentType="application/vnd.openxmlformats-officedocument.presentationml.tags+xml"/>
  <Override PartName="/ppt/notesSlides/notesSlide21.xml" ContentType="application/vnd.openxmlformats-officedocument.presentationml.notesSlide+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0.xml" ContentType="application/vnd.openxmlformats-officedocument.presentationml.tags+xml"/>
  <Override PartName="/ppt/notesSlides/notesSlide22.xml" ContentType="application/vnd.openxmlformats-officedocument.presentationml.notesSlide+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notesSlides/notesSlide23.xml" ContentType="application/vnd.openxmlformats-officedocument.presentationml.notesSlide+xml"/>
  <Override PartName="/ppt/tags/tag440.xml" ContentType="application/vnd.openxmlformats-officedocument.presentationml.tags+xml"/>
  <Override PartName="/ppt/notesSlides/notesSlide24.xml" ContentType="application/vnd.openxmlformats-officedocument.presentationml.notesSlide+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notesSlides/notesSlide25.xml" ContentType="application/vnd.openxmlformats-officedocument.presentationml.notesSlide+xml"/>
  <Override PartName="/ppt/tags/tag446.xml" ContentType="application/vnd.openxmlformats-officedocument.presentationml.tags+xml"/>
  <Override PartName="/ppt/tags/tag447.xml" ContentType="application/vnd.openxmlformats-officedocument.presentationml.tags+xml"/>
  <Override PartName="/ppt/notesSlides/notesSlide26.xml" ContentType="application/vnd.openxmlformats-officedocument.presentationml.notesSlide+xml"/>
  <Override PartName="/ppt/tags/tag448.xml" ContentType="application/vnd.openxmlformats-officedocument.presentationml.tags+xml"/>
  <Override PartName="/ppt/tags/tag449.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notesSlides/notesSlide27.xml" ContentType="application/vnd.openxmlformats-officedocument.presentationml.notesSlide+xml"/>
  <Override PartName="/ppt/tags/tag458.xml" ContentType="application/vnd.openxmlformats-officedocument.presentationml.tags+xml"/>
  <Override PartName="/ppt/tags/tag459.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notesSlides/notesSlide28.xml" ContentType="application/vnd.openxmlformats-officedocument.presentationml.notesSlide+xml"/>
  <Override PartName="/ppt/tags/tag475.xml" ContentType="application/vnd.openxmlformats-officedocument.presentationml.tags+xml"/>
  <Override PartName="/ppt/tags/tag476.xml" ContentType="application/vnd.openxmlformats-officedocument.presentationml.tags+xml"/>
  <Override PartName="/ppt/notesSlides/notesSlide29.xml" ContentType="application/vnd.openxmlformats-officedocument.presentationml.notesSlide+xml"/>
  <Override PartName="/ppt/tags/tag477.xml" ContentType="application/vnd.openxmlformats-officedocument.presentationml.tags+xml"/>
  <Override PartName="/ppt/tags/tag478.xml" ContentType="application/vnd.openxmlformats-officedocument.presentationml.tags+xml"/>
  <Override PartName="/ppt/notesSlides/notesSlide30.xml" ContentType="application/vnd.openxmlformats-officedocument.presentationml.notesSlide+xml"/>
  <Override PartName="/ppt/tags/tag479.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notesSlides/notesSlide31.xml" ContentType="application/vnd.openxmlformats-officedocument.presentationml.notesSlide+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notesSlides/notesSlide32.xml" ContentType="application/vnd.openxmlformats-officedocument.presentationml.notesSlide+xml"/>
  <Override PartName="/ppt/tags/tag493.xml" ContentType="application/vnd.openxmlformats-officedocument.presentationml.tags+xml"/>
  <Override PartName="/ppt/tags/tag494.xml" ContentType="application/vnd.openxmlformats-officedocument.presentationml.tags+xml"/>
  <Override PartName="/ppt/notesSlides/notesSlide33.xml" ContentType="application/vnd.openxmlformats-officedocument.presentationml.notesSlide+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notesSlides/notesSlide34.xml" ContentType="application/vnd.openxmlformats-officedocument.presentationml.notesSlide+xml"/>
  <Override PartName="/ppt/charts/chart9.xml" ContentType="application/vnd.openxmlformats-officedocument.drawingml.chart+xml"/>
  <Override PartName="/ppt/tags/tag516.xml" ContentType="application/vnd.openxmlformats-officedocument.presentationml.tags+xml"/>
  <Override PartName="/ppt/tags/tag517.xml" ContentType="application/vnd.openxmlformats-officedocument.presentationml.tags+xml"/>
  <Override PartName="/ppt/notesSlides/notesSlide35.xml" ContentType="application/vnd.openxmlformats-officedocument.presentationml.notesSlide+xml"/>
  <Override PartName="/ppt/tags/tag518.xml" ContentType="application/vnd.openxmlformats-officedocument.presentationml.tags+xml"/>
  <Override PartName="/ppt/notesSlides/notesSlide36.xml" ContentType="application/vnd.openxmlformats-officedocument.presentationml.notesSlide+xml"/>
  <Override PartName="/ppt/tags/tag519.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autoCompressPictures="0">
  <p:sldMasterIdLst>
    <p:sldMasterId id="2147483750" r:id="rId4"/>
    <p:sldMasterId id="2147483812" r:id="rId5"/>
    <p:sldMasterId id="2147483829" r:id="rId6"/>
    <p:sldMasterId id="2147483837" r:id="rId7"/>
    <p:sldMasterId id="2147483882" r:id="rId8"/>
    <p:sldMasterId id="2147483890" r:id="rId9"/>
    <p:sldMasterId id="2147483899" r:id="rId10"/>
    <p:sldMasterId id="2147483911" r:id="rId11"/>
  </p:sldMasterIdLst>
  <p:notesMasterIdLst>
    <p:notesMasterId r:id="rId88"/>
  </p:notesMasterIdLst>
  <p:handoutMasterIdLst>
    <p:handoutMasterId r:id="rId89"/>
  </p:handoutMasterIdLst>
  <p:sldIdLst>
    <p:sldId id="7765" r:id="rId12"/>
    <p:sldId id="7719" r:id="rId13"/>
    <p:sldId id="2147478620" r:id="rId14"/>
    <p:sldId id="2147478621" r:id="rId15"/>
    <p:sldId id="2147478622" r:id="rId16"/>
    <p:sldId id="2147477148" r:id="rId17"/>
    <p:sldId id="2147377831" r:id="rId18"/>
    <p:sldId id="2147478615" r:id="rId19"/>
    <p:sldId id="2147478587" r:id="rId20"/>
    <p:sldId id="2147478588" r:id="rId21"/>
    <p:sldId id="2147478610" r:id="rId22"/>
    <p:sldId id="2147478589" r:id="rId23"/>
    <p:sldId id="2147478616" r:id="rId24"/>
    <p:sldId id="2147378730" r:id="rId25"/>
    <p:sldId id="2147478036" r:id="rId26"/>
    <p:sldId id="2147478575" r:id="rId27"/>
    <p:sldId id="2147478614" r:id="rId28"/>
    <p:sldId id="2147478619" r:id="rId29"/>
    <p:sldId id="2147478379" r:id="rId30"/>
    <p:sldId id="7026" r:id="rId31"/>
    <p:sldId id="2147378682" r:id="rId32"/>
    <p:sldId id="7038" r:id="rId33"/>
    <p:sldId id="2147478576" r:id="rId34"/>
    <p:sldId id="2147478597" r:id="rId35"/>
    <p:sldId id="2147377721" r:id="rId36"/>
    <p:sldId id="2147378518" r:id="rId37"/>
    <p:sldId id="2147478605" r:id="rId38"/>
    <p:sldId id="7948" r:id="rId39"/>
    <p:sldId id="2147378504" r:id="rId40"/>
    <p:sldId id="2147378193" r:id="rId41"/>
    <p:sldId id="2147378198" r:id="rId42"/>
    <p:sldId id="2147378202" r:id="rId43"/>
    <p:sldId id="2147478601" r:id="rId44"/>
    <p:sldId id="2147478602" r:id="rId45"/>
    <p:sldId id="2147477982" r:id="rId46"/>
    <p:sldId id="2147377576" r:id="rId47"/>
    <p:sldId id="2076136742" r:id="rId48"/>
    <p:sldId id="2147377584" r:id="rId49"/>
    <p:sldId id="2147378203" r:id="rId50"/>
    <p:sldId id="390" r:id="rId51"/>
    <p:sldId id="2147478606" r:id="rId52"/>
    <p:sldId id="2147478598" r:id="rId53"/>
    <p:sldId id="2147478592" r:id="rId54"/>
    <p:sldId id="649" r:id="rId55"/>
    <p:sldId id="650" r:id="rId56"/>
    <p:sldId id="2147378522" r:id="rId57"/>
    <p:sldId id="2147378506" r:id="rId58"/>
    <p:sldId id="2147378507" r:id="rId59"/>
    <p:sldId id="2147478599" r:id="rId60"/>
    <p:sldId id="2147376907" r:id="rId61"/>
    <p:sldId id="2147378516" r:id="rId62"/>
    <p:sldId id="2147478600" r:id="rId63"/>
    <p:sldId id="2147378525" r:id="rId64"/>
    <p:sldId id="6141" r:id="rId65"/>
    <p:sldId id="7039" r:id="rId66"/>
    <p:sldId id="2076136674" r:id="rId67"/>
    <p:sldId id="6235" r:id="rId68"/>
    <p:sldId id="2147478423" r:id="rId69"/>
    <p:sldId id="2147377547" r:id="rId70"/>
    <p:sldId id="6219" r:id="rId71"/>
    <p:sldId id="2147478582" r:id="rId72"/>
    <p:sldId id="2147375026" r:id="rId73"/>
    <p:sldId id="2147375025" r:id="rId74"/>
    <p:sldId id="2147375024" r:id="rId75"/>
    <p:sldId id="2147377734" r:id="rId76"/>
    <p:sldId id="2147377735" r:id="rId77"/>
    <p:sldId id="2147478581" r:id="rId78"/>
    <p:sldId id="7040" r:id="rId79"/>
    <p:sldId id="2147477144" r:id="rId80"/>
    <p:sldId id="2147477145" r:id="rId81"/>
    <p:sldId id="2147477146" r:id="rId82"/>
    <p:sldId id="2147378408" r:id="rId83"/>
    <p:sldId id="2147377550" r:id="rId84"/>
    <p:sldId id="2147377469" r:id="rId85"/>
    <p:sldId id="2147377449" r:id="rId86"/>
    <p:sldId id="2147478591" r:id="rId87"/>
  </p:sldIdLst>
  <p:sldSz cx="12192000" cy="6858000"/>
  <p:notesSz cx="6858000" cy="9144000"/>
  <p:custDataLst>
    <p:tags r:id="rId90"/>
  </p:custDataLst>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0. Capa" id="{6BA3981C-747A-49DB-9096-0DA92E5BAB67}">
          <p14:sldIdLst>
            <p14:sldId id="7765"/>
            <p14:sldId id="7719"/>
            <p14:sldId id="2147478620"/>
            <p14:sldId id="2147478621"/>
            <p14:sldId id="2147478622"/>
          </p14:sldIdLst>
        </p14:section>
        <p14:section name="1. Contexto" id="{06CC7EA6-8F1D-41D9-8438-DB9B4FE365B8}">
          <p14:sldIdLst>
            <p14:sldId id="2147477148"/>
            <p14:sldId id="2147377831"/>
            <p14:sldId id="2147478615"/>
            <p14:sldId id="2147478587"/>
            <p14:sldId id="2147478588"/>
            <p14:sldId id="2147478610"/>
            <p14:sldId id="2147478589"/>
            <p14:sldId id="2147478616"/>
            <p14:sldId id="2147378730"/>
            <p14:sldId id="2147478036"/>
            <p14:sldId id="2147478575"/>
            <p14:sldId id="2147478614"/>
            <p14:sldId id="2147478619"/>
            <p14:sldId id="2147478379"/>
          </p14:sldIdLst>
        </p14:section>
        <p14:section name="2. Objetvos" id="{4169EB42-A374-4410-92CC-B2E11AF2B4AB}">
          <p14:sldIdLst>
            <p14:sldId id="7026"/>
            <p14:sldId id="2147378682"/>
          </p14:sldIdLst>
        </p14:section>
        <p14:section name="3. Abordagem" id="{42FB1B35-F125-4A6B-A43F-B9F52E197E31}">
          <p14:sldIdLst>
            <p14:sldId id="7038"/>
            <p14:sldId id="2147478576"/>
            <p14:sldId id="2147478597"/>
            <p14:sldId id="2147377721"/>
            <p14:sldId id="2147378518"/>
            <p14:sldId id="2147478605"/>
            <p14:sldId id="7948"/>
            <p14:sldId id="2147378504"/>
            <p14:sldId id="2147378193"/>
            <p14:sldId id="2147378198"/>
            <p14:sldId id="2147378202"/>
            <p14:sldId id="2147478601"/>
            <p14:sldId id="2147478602"/>
            <p14:sldId id="2147477982"/>
            <p14:sldId id="2147377576"/>
            <p14:sldId id="2076136742"/>
            <p14:sldId id="2147377584"/>
            <p14:sldId id="2147378203"/>
            <p14:sldId id="390"/>
            <p14:sldId id="2147478606"/>
            <p14:sldId id="2147478598"/>
            <p14:sldId id="2147478592"/>
            <p14:sldId id="649"/>
            <p14:sldId id="650"/>
            <p14:sldId id="2147378522"/>
            <p14:sldId id="2147378506"/>
            <p14:sldId id="2147378507"/>
            <p14:sldId id="2147478599"/>
            <p14:sldId id="2147376907"/>
            <p14:sldId id="2147378516"/>
            <p14:sldId id="2147478600"/>
            <p14:sldId id="2147378525"/>
            <p14:sldId id="6141"/>
          </p14:sldIdLst>
        </p14:section>
        <p14:section name="4. Organização" id="{58F0A546-01A5-4FE5-A434-6DF44F718EB8}">
          <p14:sldIdLst>
            <p14:sldId id="7039"/>
            <p14:sldId id="2076136674"/>
            <p14:sldId id="6235"/>
            <p14:sldId id="2147478423"/>
            <p14:sldId id="2147377547"/>
            <p14:sldId id="6219"/>
          </p14:sldIdLst>
        </p14:section>
        <p14:section name="5. Case study agro" id="{06B7AC1F-0822-4DDE-BB04-45ADDDFE6D13}">
          <p14:sldIdLst>
            <p14:sldId id="2147478582"/>
            <p14:sldId id="2147375026"/>
            <p14:sldId id="2147375025"/>
            <p14:sldId id="2147375024"/>
            <p14:sldId id="2147377734"/>
            <p14:sldId id="2147377735"/>
            <p14:sldId id="2147478581"/>
          </p14:sldIdLst>
        </p14:section>
        <p14:section name="6. Qualificações" id="{ADFCBDB5-332B-4574-AD20-88F4F5ED6F91}">
          <p14:sldIdLst>
            <p14:sldId id="7040"/>
            <p14:sldId id="2147477144"/>
            <p14:sldId id="2147477145"/>
            <p14:sldId id="2147477146"/>
            <p14:sldId id="2147378408"/>
            <p14:sldId id="2147377550"/>
            <p14:sldId id="2147377469"/>
            <p14:sldId id="2147377449"/>
          </p14:sldIdLst>
        </p14:section>
        <p14:section name="7. Contra-capa" id="{08DFE56D-FD07-48E7-8AFE-38FD37D22BC1}">
          <p14:sldIdLst>
            <p14:sldId id="2147478591"/>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ianca Ardito" initials="BA" lastIdx="1" clrIdx="0">
    <p:extLst>
      <p:ext uri="{19B8F6BF-5375-455C-9EA6-DF929625EA0E}">
        <p15:presenceInfo xmlns:p15="http://schemas.microsoft.com/office/powerpoint/2012/main" userId="3dbb30f507a110b6"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224"/>
    <a:srgbClr val="007820"/>
    <a:srgbClr val="6DB938"/>
    <a:srgbClr val="020E66"/>
    <a:srgbClr val="F2F2F2"/>
    <a:srgbClr val="AAD5E8"/>
    <a:srgbClr val="FAFAFA"/>
    <a:srgbClr val="00ADEC"/>
    <a:srgbClr val="E5E5E5"/>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33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329" autoAdjust="0"/>
  </p:normalViewPr>
  <p:slideViewPr>
    <p:cSldViewPr snapToGrid="0">
      <p:cViewPr varScale="1">
        <p:scale>
          <a:sx n="92" d="100"/>
          <a:sy n="92" d="100"/>
        </p:scale>
        <p:origin x="230" y="72"/>
      </p:cViewPr>
      <p:guideLst/>
    </p:cSldViewPr>
  </p:slideViewPr>
  <p:notesTextViewPr>
    <p:cViewPr>
      <p:scale>
        <a:sx n="1" d="1"/>
        <a:sy n="1" d="1"/>
      </p:scale>
      <p:origin x="0" y="0"/>
    </p:cViewPr>
  </p:notesTextViewPr>
  <p:sorterViewPr>
    <p:cViewPr>
      <p:scale>
        <a:sx n="100" d="100"/>
        <a:sy n="100" d="100"/>
      </p:scale>
      <p:origin x="0" y="-7709"/>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15.xml"/><Relationship Id="rId21" Type="http://schemas.openxmlformats.org/officeDocument/2006/relationships/slide" Target="slides/slide10.xml"/><Relationship Id="rId42" Type="http://schemas.openxmlformats.org/officeDocument/2006/relationships/slide" Target="slides/slide31.xml"/><Relationship Id="rId47" Type="http://schemas.openxmlformats.org/officeDocument/2006/relationships/slide" Target="slides/slide36.xml"/><Relationship Id="rId63" Type="http://schemas.openxmlformats.org/officeDocument/2006/relationships/slide" Target="slides/slide52.xml"/><Relationship Id="rId68" Type="http://schemas.openxmlformats.org/officeDocument/2006/relationships/slide" Target="slides/slide57.xml"/><Relationship Id="rId84" Type="http://schemas.openxmlformats.org/officeDocument/2006/relationships/slide" Target="slides/slide73.xml"/><Relationship Id="rId89" Type="http://schemas.openxmlformats.org/officeDocument/2006/relationships/handoutMaster" Target="handoutMasters/handoutMaster1.xml"/><Relationship Id="rId16" Type="http://schemas.openxmlformats.org/officeDocument/2006/relationships/slide" Target="slides/slide5.xml"/><Relationship Id="rId11" Type="http://schemas.openxmlformats.org/officeDocument/2006/relationships/slideMaster" Target="slideMasters/slideMaster8.xml"/><Relationship Id="rId32" Type="http://schemas.openxmlformats.org/officeDocument/2006/relationships/slide" Target="slides/slide21.xml"/><Relationship Id="rId37" Type="http://schemas.openxmlformats.org/officeDocument/2006/relationships/slide" Target="slides/slide26.xml"/><Relationship Id="rId53" Type="http://schemas.openxmlformats.org/officeDocument/2006/relationships/slide" Target="slides/slide42.xml"/><Relationship Id="rId58" Type="http://schemas.openxmlformats.org/officeDocument/2006/relationships/slide" Target="slides/slide47.xml"/><Relationship Id="rId74" Type="http://schemas.openxmlformats.org/officeDocument/2006/relationships/slide" Target="slides/slide63.xml"/><Relationship Id="rId79" Type="http://schemas.openxmlformats.org/officeDocument/2006/relationships/slide" Target="slides/slide68.xml"/><Relationship Id="rId5" Type="http://schemas.openxmlformats.org/officeDocument/2006/relationships/slideMaster" Target="slideMasters/slideMaster2.xml"/><Relationship Id="rId90" Type="http://schemas.openxmlformats.org/officeDocument/2006/relationships/tags" Target="tags/tag1.xml"/><Relationship Id="rId95" Type="http://schemas.openxmlformats.org/officeDocument/2006/relationships/tableStyles" Target="tableStyles.xml"/><Relationship Id="rId22" Type="http://schemas.openxmlformats.org/officeDocument/2006/relationships/slide" Target="slides/slide11.xml"/><Relationship Id="rId27" Type="http://schemas.openxmlformats.org/officeDocument/2006/relationships/slide" Target="slides/slide16.xml"/><Relationship Id="rId43" Type="http://schemas.openxmlformats.org/officeDocument/2006/relationships/slide" Target="slides/slide32.xml"/><Relationship Id="rId48" Type="http://schemas.openxmlformats.org/officeDocument/2006/relationships/slide" Target="slides/slide37.xml"/><Relationship Id="rId64" Type="http://schemas.openxmlformats.org/officeDocument/2006/relationships/slide" Target="slides/slide53.xml"/><Relationship Id="rId69" Type="http://schemas.openxmlformats.org/officeDocument/2006/relationships/slide" Target="slides/slide58.xml"/><Relationship Id="rId8" Type="http://schemas.openxmlformats.org/officeDocument/2006/relationships/slideMaster" Target="slideMasters/slideMaster5.xml"/><Relationship Id="rId51" Type="http://schemas.openxmlformats.org/officeDocument/2006/relationships/slide" Target="slides/slide40.xml"/><Relationship Id="rId72" Type="http://schemas.openxmlformats.org/officeDocument/2006/relationships/slide" Target="slides/slide61.xml"/><Relationship Id="rId80" Type="http://schemas.openxmlformats.org/officeDocument/2006/relationships/slide" Target="slides/slide69.xml"/><Relationship Id="rId85" Type="http://schemas.openxmlformats.org/officeDocument/2006/relationships/slide" Target="slides/slide74.xml"/><Relationship Id="rId93"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1.xml"/><Relationship Id="rId17" Type="http://schemas.openxmlformats.org/officeDocument/2006/relationships/slide" Target="slides/slide6.xml"/><Relationship Id="rId25" Type="http://schemas.openxmlformats.org/officeDocument/2006/relationships/slide" Target="slides/slide14.xml"/><Relationship Id="rId33" Type="http://schemas.openxmlformats.org/officeDocument/2006/relationships/slide" Target="slides/slide22.xml"/><Relationship Id="rId38" Type="http://schemas.openxmlformats.org/officeDocument/2006/relationships/slide" Target="slides/slide27.xml"/><Relationship Id="rId46" Type="http://schemas.openxmlformats.org/officeDocument/2006/relationships/slide" Target="slides/slide35.xml"/><Relationship Id="rId59" Type="http://schemas.openxmlformats.org/officeDocument/2006/relationships/slide" Target="slides/slide48.xml"/><Relationship Id="rId67" Type="http://schemas.openxmlformats.org/officeDocument/2006/relationships/slide" Target="slides/slide56.xml"/><Relationship Id="rId20" Type="http://schemas.openxmlformats.org/officeDocument/2006/relationships/slide" Target="slides/slide9.xml"/><Relationship Id="rId41" Type="http://schemas.openxmlformats.org/officeDocument/2006/relationships/slide" Target="slides/slide30.xml"/><Relationship Id="rId54" Type="http://schemas.openxmlformats.org/officeDocument/2006/relationships/slide" Target="slides/slide43.xml"/><Relationship Id="rId62" Type="http://schemas.openxmlformats.org/officeDocument/2006/relationships/slide" Target="slides/slide51.xml"/><Relationship Id="rId70" Type="http://schemas.openxmlformats.org/officeDocument/2006/relationships/slide" Target="slides/slide59.xml"/><Relationship Id="rId75" Type="http://schemas.openxmlformats.org/officeDocument/2006/relationships/slide" Target="slides/slide64.xml"/><Relationship Id="rId83" Type="http://schemas.openxmlformats.org/officeDocument/2006/relationships/slide" Target="slides/slide72.xml"/><Relationship Id="rId88" Type="http://schemas.openxmlformats.org/officeDocument/2006/relationships/notesMaster" Target="notesMasters/notesMaster1.xml"/><Relationship Id="rId91"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4.xml"/><Relationship Id="rId23" Type="http://schemas.openxmlformats.org/officeDocument/2006/relationships/slide" Target="slides/slide12.xml"/><Relationship Id="rId28" Type="http://schemas.openxmlformats.org/officeDocument/2006/relationships/slide" Target="slides/slide17.xml"/><Relationship Id="rId36" Type="http://schemas.openxmlformats.org/officeDocument/2006/relationships/slide" Target="slides/slide25.xml"/><Relationship Id="rId49" Type="http://schemas.openxmlformats.org/officeDocument/2006/relationships/slide" Target="slides/slide38.xml"/><Relationship Id="rId57" Type="http://schemas.openxmlformats.org/officeDocument/2006/relationships/slide" Target="slides/slide46.xml"/><Relationship Id="rId10" Type="http://schemas.openxmlformats.org/officeDocument/2006/relationships/slideMaster" Target="slideMasters/slideMaster7.xml"/><Relationship Id="rId31" Type="http://schemas.openxmlformats.org/officeDocument/2006/relationships/slide" Target="slides/slide20.xml"/><Relationship Id="rId44" Type="http://schemas.openxmlformats.org/officeDocument/2006/relationships/slide" Target="slides/slide33.xml"/><Relationship Id="rId52" Type="http://schemas.openxmlformats.org/officeDocument/2006/relationships/slide" Target="slides/slide41.xml"/><Relationship Id="rId60" Type="http://schemas.openxmlformats.org/officeDocument/2006/relationships/slide" Target="slides/slide49.xml"/><Relationship Id="rId65" Type="http://schemas.openxmlformats.org/officeDocument/2006/relationships/slide" Target="slides/slide54.xml"/><Relationship Id="rId73" Type="http://schemas.openxmlformats.org/officeDocument/2006/relationships/slide" Target="slides/slide62.xml"/><Relationship Id="rId78" Type="http://schemas.openxmlformats.org/officeDocument/2006/relationships/slide" Target="slides/slide67.xml"/><Relationship Id="rId81" Type="http://schemas.openxmlformats.org/officeDocument/2006/relationships/slide" Target="slides/slide70.xml"/><Relationship Id="rId86" Type="http://schemas.openxmlformats.org/officeDocument/2006/relationships/slide" Target="slides/slide75.xml"/><Relationship Id="rId9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Master" Target="slideMasters/slideMaster6.xml"/><Relationship Id="rId13" Type="http://schemas.openxmlformats.org/officeDocument/2006/relationships/slide" Target="slides/slide2.xml"/><Relationship Id="rId18" Type="http://schemas.openxmlformats.org/officeDocument/2006/relationships/slide" Target="slides/slide7.xml"/><Relationship Id="rId39" Type="http://schemas.openxmlformats.org/officeDocument/2006/relationships/slide" Target="slides/slide28.xml"/><Relationship Id="rId34" Type="http://schemas.openxmlformats.org/officeDocument/2006/relationships/slide" Target="slides/slide23.xml"/><Relationship Id="rId50" Type="http://schemas.openxmlformats.org/officeDocument/2006/relationships/slide" Target="slides/slide39.xml"/><Relationship Id="rId55" Type="http://schemas.openxmlformats.org/officeDocument/2006/relationships/slide" Target="slides/slide44.xml"/><Relationship Id="rId76" Type="http://schemas.openxmlformats.org/officeDocument/2006/relationships/slide" Target="slides/slide65.xml"/><Relationship Id="rId7" Type="http://schemas.openxmlformats.org/officeDocument/2006/relationships/slideMaster" Target="slideMasters/slideMaster4.xml"/><Relationship Id="rId71" Type="http://schemas.openxmlformats.org/officeDocument/2006/relationships/slide" Target="slides/slide60.xml"/><Relationship Id="rId92" Type="http://schemas.openxmlformats.org/officeDocument/2006/relationships/presProps" Target="presProps.xml"/><Relationship Id="rId2" Type="http://schemas.openxmlformats.org/officeDocument/2006/relationships/customXml" Target="../customXml/item2.xml"/><Relationship Id="rId29" Type="http://schemas.openxmlformats.org/officeDocument/2006/relationships/slide" Target="slides/slide18.xml"/><Relationship Id="rId24" Type="http://schemas.openxmlformats.org/officeDocument/2006/relationships/slide" Target="slides/slide13.xml"/><Relationship Id="rId40" Type="http://schemas.openxmlformats.org/officeDocument/2006/relationships/slide" Target="slides/slide29.xml"/><Relationship Id="rId45" Type="http://schemas.openxmlformats.org/officeDocument/2006/relationships/slide" Target="slides/slide34.xml"/><Relationship Id="rId66" Type="http://schemas.openxmlformats.org/officeDocument/2006/relationships/slide" Target="slides/slide55.xml"/><Relationship Id="rId87" Type="http://schemas.openxmlformats.org/officeDocument/2006/relationships/slide" Target="slides/slide76.xml"/><Relationship Id="rId61" Type="http://schemas.openxmlformats.org/officeDocument/2006/relationships/slide" Target="slides/slide50.xml"/><Relationship Id="rId82" Type="http://schemas.openxmlformats.org/officeDocument/2006/relationships/slide" Target="slides/slide71.xml"/><Relationship Id="rId19" Type="http://schemas.openxmlformats.org/officeDocument/2006/relationships/slide" Target="slides/slide8.xml"/><Relationship Id="rId14" Type="http://schemas.openxmlformats.org/officeDocument/2006/relationships/slide" Target="slides/slide3.xml"/><Relationship Id="rId30" Type="http://schemas.openxmlformats.org/officeDocument/2006/relationships/slide" Target="slides/slide19.xml"/><Relationship Id="rId35" Type="http://schemas.openxmlformats.org/officeDocument/2006/relationships/slide" Target="slides/slide24.xml"/><Relationship Id="rId56" Type="http://schemas.openxmlformats.org/officeDocument/2006/relationships/slide" Target="slides/slide45.xml"/><Relationship Id="rId77" Type="http://schemas.openxmlformats.org/officeDocument/2006/relationships/slide" Target="slides/slide6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Binary_Worksheet.xlsb"/></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Binary_Worksheet1.xlsb"/></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Binary_Worksheet2.xlsb"/></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Binary_Worksheet3.xlsb"/></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Binary_Worksheet4.xlsb"/></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Binary_Worksheet5.xlsb"/></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Binary_Worksheet6.xlsb"/></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Binary_Worksheet7.xlsb"/></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Binary_Worksheet8.xlsb"/></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4998557830977791E-2"/>
          <c:y val="2.4390243902439025E-2"/>
          <c:w val="0.97000288433804438"/>
          <c:h val="0.95121951219512191"/>
        </c:manualLayout>
      </c:layout>
      <c:barChart>
        <c:barDir val="col"/>
        <c:grouping val="stacked"/>
        <c:varyColors val="0"/>
        <c:ser>
          <c:idx val="0"/>
          <c:order val="0"/>
          <c:spPr>
            <a:solidFill>
              <a:schemeClr val="accent5"/>
            </a:solidFill>
            <a:ln>
              <a:noFill/>
            </a:ln>
          </c:spPr>
          <c:invertIfNegative val="0"/>
          <c:val>
            <c:numRef>
              <c:f>Sheet1!$A$1:$F$1</c:f>
              <c:numCache>
                <c:formatCode>General</c:formatCode>
                <c:ptCount val="6"/>
                <c:pt idx="0">
                  <c:v>30233322</c:v>
                </c:pt>
                <c:pt idx="1">
                  <c:v>30802381</c:v>
                </c:pt>
                <c:pt idx="2">
                  <c:v>34519138</c:v>
                </c:pt>
                <c:pt idx="3">
                  <c:v>39672071</c:v>
                </c:pt>
                <c:pt idx="4">
                  <c:v>41077519</c:v>
                </c:pt>
                <c:pt idx="5">
                  <c:v>45825687</c:v>
                </c:pt>
              </c:numCache>
            </c:numRef>
          </c:val>
          <c:extLst>
            <c:ext xmlns:c16="http://schemas.microsoft.com/office/drawing/2014/chart" uri="{C3380CC4-5D6E-409C-BE32-E72D297353CC}">
              <c16:uniqueId val="{00000000-4E44-49AC-8EC9-692D630B877D}"/>
            </c:ext>
          </c:extLst>
        </c:ser>
        <c:ser>
          <c:idx val="1"/>
          <c:order val="1"/>
          <c:spPr>
            <a:solidFill>
              <a:schemeClr val="accent3"/>
            </a:solidFill>
            <a:ln>
              <a:noFill/>
            </a:ln>
          </c:spPr>
          <c:invertIfNegative val="0"/>
          <c:val>
            <c:numRef>
              <c:f>Sheet1!$A$2:$F$2</c:f>
              <c:numCache>
                <c:formatCode>General</c:formatCode>
                <c:ptCount val="6"/>
                <c:pt idx="0">
                  <c:v>5273000</c:v>
                </c:pt>
                <c:pt idx="1">
                  <c:v>5436000</c:v>
                </c:pt>
                <c:pt idx="2">
                  <c:v>6045000</c:v>
                </c:pt>
                <c:pt idx="3">
                  <c:v>6183000</c:v>
                </c:pt>
              </c:numCache>
            </c:numRef>
          </c:val>
          <c:extLst>
            <c:ext xmlns:c16="http://schemas.microsoft.com/office/drawing/2014/chart" uri="{C3380CC4-5D6E-409C-BE32-E72D297353CC}">
              <c16:uniqueId val="{00000001-4E44-49AC-8EC9-692D630B877D}"/>
            </c:ext>
          </c:extLst>
        </c:ser>
        <c:dLbls>
          <c:showLegendKey val="0"/>
          <c:showVal val="0"/>
          <c:showCatName val="0"/>
          <c:showSerName val="0"/>
          <c:showPercent val="0"/>
          <c:showBubbleSize val="0"/>
        </c:dLbls>
        <c:gapWidth val="80"/>
        <c:overlap val="100"/>
        <c:axId val="1957828224"/>
        <c:axId val="1"/>
      </c:barChart>
      <c:catAx>
        <c:axId val="1957828224"/>
        <c:scaling>
          <c:orientation val="minMax"/>
        </c:scaling>
        <c:delete val="0"/>
        <c:axPos val="b"/>
        <c:majorGridlines>
          <c:spPr>
            <a:ln>
              <a:noFill/>
            </a:ln>
          </c:spPr>
        </c:majorGridlines>
        <c:majorTickMark val="none"/>
        <c:minorTickMark val="none"/>
        <c:tickLblPos val="none"/>
        <c:spPr>
          <a:ln w="9525" cmpd="sng" algn="ctr">
            <a:solidFill>
              <a:srgbClr val="808080"/>
            </a:solidFill>
            <a:prstDash val="solid"/>
          </a:ln>
        </c:spPr>
        <c:crossAx val="1"/>
        <c:crosses val="min"/>
        <c:auto val="0"/>
        <c:lblAlgn val="ctr"/>
        <c:lblOffset val="100"/>
        <c:noMultiLvlLbl val="0"/>
      </c:catAx>
      <c:valAx>
        <c:axId val="1"/>
        <c:scaling>
          <c:orientation val="minMax"/>
          <c:max val="45855071"/>
          <c:min val="0"/>
        </c:scaling>
        <c:delete val="1"/>
        <c:axPos val="l"/>
        <c:numFmt formatCode="General" sourceLinked="1"/>
        <c:majorTickMark val="out"/>
        <c:minorTickMark val="none"/>
        <c:tickLblPos val="nextTo"/>
        <c:crossAx val="1957828224"/>
        <c:crosses val="min"/>
        <c:crossBetween val="between"/>
      </c:valAx>
    </c:plotArea>
    <c:plotVisOnly val="0"/>
    <c:dispBlanksAs val="gap"/>
    <c:showDLblsOverMax val="1"/>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4701724625388747E-2"/>
          <c:y val="6.6397652237710936E-2"/>
          <c:w val="0.97059655074922246"/>
          <c:h val="0.86720469552457813"/>
        </c:manualLayout>
      </c:layout>
      <c:barChart>
        <c:barDir val="col"/>
        <c:grouping val="stacked"/>
        <c:varyColors val="0"/>
        <c:ser>
          <c:idx val="0"/>
          <c:order val="0"/>
          <c:spPr>
            <a:solidFill>
              <a:schemeClr val="accent2"/>
            </a:solidFill>
            <a:ln>
              <a:noFill/>
            </a:ln>
          </c:spPr>
          <c:invertIfNegative val="0"/>
          <c:dLbls>
            <c:dLbl>
              <c:idx val="0"/>
              <c:layout>
                <c:manualLayout>
                  <c:x val="0"/>
                  <c:y val="-1.8341892883345561E-3"/>
                </c:manualLayout>
              </c:layout>
              <c:numFmt formatCode="#,##0&quot;%&quot;;&quot;-&quot;#,##0&quot;%&quot;" sourceLinked="0"/>
              <c:spPr>
                <a:noFill/>
                <a:ln>
                  <a:noFill/>
                </a:ln>
              </c:spPr>
              <c:txPr>
                <a:bodyPr wrap="none"/>
                <a:lstStyle/>
                <a:p>
                  <a:pPr>
                    <a:defRPr sz="1300" kern="1200">
                      <a:solidFill>
                        <a:schemeClr val="bg1"/>
                      </a:solidFill>
                      <a:latin typeface="+mn-lt"/>
                      <a:ea typeface="+mn-ea"/>
                      <a:cs typeface="+mn-cs"/>
                    </a:defRPr>
                  </a:pPr>
                  <a:endParaRPr lang="pt-B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18E9-48E5-BB5A-971E8CD3BD08}"/>
                </c:ext>
              </c:extLst>
            </c:dLbl>
            <c:dLbl>
              <c:idx val="1"/>
              <c:layout>
                <c:manualLayout>
                  <c:x val="0"/>
                  <c:y val="-1.467351430667645E-3"/>
                </c:manualLayout>
              </c:layout>
              <c:numFmt formatCode="#,##0&quot;%&quot;;&quot;-&quot;#,##0&quot;%&quot;" sourceLinked="0"/>
              <c:spPr>
                <a:noFill/>
                <a:ln>
                  <a:noFill/>
                </a:ln>
              </c:spPr>
              <c:txPr>
                <a:bodyPr wrap="none"/>
                <a:lstStyle/>
                <a:p>
                  <a:pPr>
                    <a:defRPr sz="1300" kern="1200">
                      <a:solidFill>
                        <a:schemeClr val="bg1"/>
                      </a:solidFill>
                      <a:latin typeface="+mn-lt"/>
                      <a:ea typeface="+mn-ea"/>
                      <a:cs typeface="+mn-cs"/>
                    </a:defRPr>
                  </a:pPr>
                  <a:endParaRPr lang="pt-B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18E9-48E5-BB5A-971E8CD3BD08}"/>
                </c:ext>
              </c:extLst>
            </c:dLbl>
            <c:dLbl>
              <c:idx val="2"/>
              <c:layout>
                <c:manualLayout>
                  <c:x val="0"/>
                  <c:y val="-1.8341892883345561E-3"/>
                </c:manualLayout>
              </c:layout>
              <c:numFmt formatCode="#,##0&quot;%&quot;;&quot;-&quot;#,##0&quot;%&quot;" sourceLinked="0"/>
              <c:spPr>
                <a:noFill/>
                <a:ln>
                  <a:noFill/>
                </a:ln>
              </c:spPr>
              <c:txPr>
                <a:bodyPr wrap="none"/>
                <a:lstStyle/>
                <a:p>
                  <a:pPr>
                    <a:defRPr sz="1300" kern="1200">
                      <a:solidFill>
                        <a:schemeClr val="bg1"/>
                      </a:solidFill>
                      <a:latin typeface="+mn-lt"/>
                      <a:ea typeface="+mn-ea"/>
                      <a:cs typeface="+mn-cs"/>
                    </a:defRPr>
                  </a:pPr>
                  <a:endParaRPr lang="pt-B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18E9-48E5-BB5A-971E8CD3BD08}"/>
                </c:ext>
              </c:extLst>
            </c:dLbl>
            <c:dLbl>
              <c:idx val="3"/>
              <c:layout>
                <c:manualLayout>
                  <c:x val="0"/>
                  <c:y val="-1.467351430667645E-3"/>
                </c:manualLayout>
              </c:layout>
              <c:numFmt formatCode="#,##0&quot;%&quot;;&quot;-&quot;#,##0&quot;%&quot;" sourceLinked="0"/>
              <c:spPr>
                <a:noFill/>
                <a:ln>
                  <a:noFill/>
                </a:ln>
              </c:spPr>
              <c:txPr>
                <a:bodyPr wrap="none"/>
                <a:lstStyle/>
                <a:p>
                  <a:pPr>
                    <a:defRPr sz="1300" kern="1200">
                      <a:solidFill>
                        <a:schemeClr val="bg1"/>
                      </a:solidFill>
                      <a:latin typeface="+mn-lt"/>
                      <a:ea typeface="+mn-ea"/>
                      <a:cs typeface="+mn-cs"/>
                    </a:defRPr>
                  </a:pPr>
                  <a:endParaRPr lang="pt-B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18E9-48E5-BB5A-971E8CD3BD08}"/>
                </c:ext>
              </c:extLst>
            </c:dLbl>
            <c:dLbl>
              <c:idx val="4"/>
              <c:layout>
                <c:manualLayout>
                  <c:x val="0"/>
                  <c:y val="-1.467351430667645E-3"/>
                </c:manualLayout>
              </c:layout>
              <c:numFmt formatCode="#,##0&quot;%&quot;;&quot;-&quot;#,##0&quot;%&quot;" sourceLinked="0"/>
              <c:spPr>
                <a:noFill/>
                <a:ln>
                  <a:noFill/>
                </a:ln>
              </c:spPr>
              <c:txPr>
                <a:bodyPr wrap="none"/>
                <a:lstStyle/>
                <a:p>
                  <a:pPr>
                    <a:defRPr sz="1300" kern="1200">
                      <a:solidFill>
                        <a:schemeClr val="bg1"/>
                      </a:solidFill>
                      <a:latin typeface="+mn-lt"/>
                      <a:ea typeface="+mn-ea"/>
                      <a:cs typeface="+mn-cs"/>
                    </a:defRPr>
                  </a:pPr>
                  <a:endParaRPr lang="pt-B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18E9-48E5-BB5A-971E8CD3BD08}"/>
                </c:ext>
              </c:extLst>
            </c:dLbl>
            <c:dLbl>
              <c:idx val="5"/>
              <c:layout>
                <c:manualLayout>
                  <c:x val="0"/>
                  <c:y val="-1.467351430667645E-3"/>
                </c:manualLayout>
              </c:layout>
              <c:numFmt formatCode="#,##0&quot;%&quot;;&quot;-&quot;#,##0&quot;%&quot;" sourceLinked="0"/>
              <c:spPr>
                <a:noFill/>
                <a:ln>
                  <a:noFill/>
                </a:ln>
              </c:spPr>
              <c:txPr>
                <a:bodyPr wrap="none"/>
                <a:lstStyle/>
                <a:p>
                  <a:pPr>
                    <a:defRPr sz="1300" kern="1200">
                      <a:solidFill>
                        <a:schemeClr val="bg1"/>
                      </a:solidFill>
                      <a:latin typeface="+mn-lt"/>
                      <a:ea typeface="+mn-ea"/>
                      <a:cs typeface="+mn-cs"/>
                    </a:defRPr>
                  </a:pPr>
                  <a:endParaRPr lang="pt-B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18E9-48E5-BB5A-971E8CD3BD08}"/>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Sheet1!$A$1:$F$1</c:f>
              <c:numCache>
                <c:formatCode>General</c:formatCode>
                <c:ptCount val="6"/>
                <c:pt idx="0">
                  <c:v>77.094419002344182</c:v>
                </c:pt>
                <c:pt idx="1">
                  <c:v>80.592501866547309</c:v>
                </c:pt>
                <c:pt idx="2">
                  <c:v>83.456684127152243</c:v>
                </c:pt>
                <c:pt idx="3">
                  <c:v>84.573085761335165</c:v>
                </c:pt>
                <c:pt idx="4">
                  <c:v>82.284511538976773</c:v>
                </c:pt>
                <c:pt idx="5">
                  <c:v>85.300157446745288</c:v>
                </c:pt>
              </c:numCache>
            </c:numRef>
          </c:val>
          <c:extLst>
            <c:ext xmlns:c16="http://schemas.microsoft.com/office/drawing/2014/chart" uri="{C3380CC4-5D6E-409C-BE32-E72D297353CC}">
              <c16:uniqueId val="{00000006-18E9-48E5-BB5A-971E8CD3BD08}"/>
            </c:ext>
          </c:extLst>
        </c:ser>
        <c:ser>
          <c:idx val="1"/>
          <c:order val="1"/>
          <c:spPr>
            <a:solidFill>
              <a:schemeClr val="accent1"/>
            </a:solidFill>
            <a:ln>
              <a:noFill/>
            </a:ln>
          </c:spPr>
          <c:invertIfNegative val="0"/>
          <c:dLbls>
            <c:dLbl>
              <c:idx val="0"/>
              <c:layout>
                <c:manualLayout>
                  <c:x val="0"/>
                  <c:y val="-1.8341892883345561E-3"/>
                </c:manualLayout>
              </c:layout>
              <c:numFmt formatCode="#,##0&quot;%&quot;;&quot;-&quot;#,##0&quot;%&quot;" sourceLinked="0"/>
              <c:spPr>
                <a:noFill/>
                <a:ln>
                  <a:noFill/>
                </a:ln>
              </c:spPr>
              <c:txPr>
                <a:bodyPr wrap="none"/>
                <a:lstStyle/>
                <a:p>
                  <a:pPr>
                    <a:defRPr sz="1300" kern="1200">
                      <a:solidFill>
                        <a:schemeClr val="tx1"/>
                      </a:solidFill>
                      <a:latin typeface="+mn-lt"/>
                      <a:ea typeface="+mn-ea"/>
                      <a:cs typeface="+mn-cs"/>
                    </a:defRPr>
                  </a:pPr>
                  <a:endParaRPr lang="pt-B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7-18E9-48E5-BB5A-971E8CD3BD08}"/>
                </c:ext>
              </c:extLst>
            </c:dLbl>
            <c:dLbl>
              <c:idx val="1"/>
              <c:layout>
                <c:manualLayout>
                  <c:x val="0"/>
                  <c:y val="-1.467351430667645E-3"/>
                </c:manualLayout>
              </c:layout>
              <c:numFmt formatCode="#,##0&quot;%&quot;;&quot;-&quot;#,##0&quot;%&quot;" sourceLinked="0"/>
              <c:spPr>
                <a:noFill/>
                <a:ln>
                  <a:noFill/>
                </a:ln>
              </c:spPr>
              <c:txPr>
                <a:bodyPr wrap="none"/>
                <a:lstStyle/>
                <a:p>
                  <a:pPr>
                    <a:defRPr sz="1300" kern="1200">
                      <a:solidFill>
                        <a:schemeClr val="tx1"/>
                      </a:solidFill>
                      <a:latin typeface="+mn-lt"/>
                      <a:ea typeface="+mn-ea"/>
                      <a:cs typeface="+mn-cs"/>
                    </a:defRPr>
                  </a:pPr>
                  <a:endParaRPr lang="pt-B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8-18E9-48E5-BB5A-971E8CD3BD08}"/>
                </c:ext>
              </c:extLst>
            </c:dLbl>
            <c:dLbl>
              <c:idx val="2"/>
              <c:layout>
                <c:manualLayout>
                  <c:x val="0"/>
                  <c:y val="-1.8341892883345561E-3"/>
                </c:manualLayout>
              </c:layout>
              <c:numFmt formatCode="#,##0&quot;%&quot;;&quot;-&quot;#,##0&quot;%&quot;" sourceLinked="0"/>
              <c:spPr>
                <a:noFill/>
                <a:ln>
                  <a:noFill/>
                </a:ln>
              </c:spPr>
              <c:txPr>
                <a:bodyPr wrap="none"/>
                <a:lstStyle/>
                <a:p>
                  <a:pPr>
                    <a:defRPr sz="1300" kern="1200">
                      <a:solidFill>
                        <a:schemeClr val="tx1"/>
                      </a:solidFill>
                      <a:latin typeface="+mn-lt"/>
                      <a:ea typeface="+mn-ea"/>
                      <a:cs typeface="+mn-cs"/>
                    </a:defRPr>
                  </a:pPr>
                  <a:endParaRPr lang="pt-B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9-18E9-48E5-BB5A-971E8CD3BD08}"/>
                </c:ext>
              </c:extLst>
            </c:dLbl>
            <c:dLbl>
              <c:idx val="3"/>
              <c:layout>
                <c:manualLayout>
                  <c:x val="0"/>
                  <c:y val="-1.467351430667645E-3"/>
                </c:manualLayout>
              </c:layout>
              <c:numFmt formatCode="#,##0&quot;%&quot;;&quot;-&quot;#,##0&quot;%&quot;" sourceLinked="0"/>
              <c:spPr>
                <a:noFill/>
                <a:ln>
                  <a:noFill/>
                </a:ln>
              </c:spPr>
              <c:txPr>
                <a:bodyPr wrap="none"/>
                <a:lstStyle/>
                <a:p>
                  <a:pPr>
                    <a:defRPr sz="1300" kern="1200">
                      <a:solidFill>
                        <a:schemeClr val="tx1"/>
                      </a:solidFill>
                      <a:latin typeface="+mn-lt"/>
                      <a:ea typeface="+mn-ea"/>
                      <a:cs typeface="+mn-cs"/>
                    </a:defRPr>
                  </a:pPr>
                  <a:endParaRPr lang="pt-B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A-18E9-48E5-BB5A-971E8CD3BD08}"/>
                </c:ext>
              </c:extLst>
            </c:dLbl>
            <c:dLbl>
              <c:idx val="4"/>
              <c:layout>
                <c:manualLayout>
                  <c:x val="0"/>
                  <c:y val="-1.467351430667645E-3"/>
                </c:manualLayout>
              </c:layout>
              <c:numFmt formatCode="#,##0&quot;%&quot;;&quot;-&quot;#,##0&quot;%&quot;" sourceLinked="0"/>
              <c:spPr>
                <a:noFill/>
                <a:ln>
                  <a:noFill/>
                </a:ln>
              </c:spPr>
              <c:txPr>
                <a:bodyPr wrap="none"/>
                <a:lstStyle/>
                <a:p>
                  <a:pPr>
                    <a:defRPr sz="1300" kern="1200">
                      <a:solidFill>
                        <a:schemeClr val="tx1"/>
                      </a:solidFill>
                      <a:latin typeface="+mn-lt"/>
                      <a:ea typeface="+mn-ea"/>
                      <a:cs typeface="+mn-cs"/>
                    </a:defRPr>
                  </a:pPr>
                  <a:endParaRPr lang="pt-B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B-18E9-48E5-BB5A-971E8CD3BD08}"/>
                </c:ext>
              </c:extLst>
            </c:dLbl>
            <c:dLbl>
              <c:idx val="5"/>
              <c:layout>
                <c:manualLayout>
                  <c:x val="0"/>
                  <c:y val="-1.467351430667645E-3"/>
                </c:manualLayout>
              </c:layout>
              <c:numFmt formatCode="#,##0&quot;%&quot;;&quot;-&quot;#,##0&quot;%&quot;" sourceLinked="0"/>
              <c:spPr>
                <a:noFill/>
                <a:ln>
                  <a:noFill/>
                </a:ln>
              </c:spPr>
              <c:txPr>
                <a:bodyPr wrap="none"/>
                <a:lstStyle/>
                <a:p>
                  <a:pPr>
                    <a:defRPr sz="1300" kern="1200">
                      <a:solidFill>
                        <a:schemeClr val="tx1"/>
                      </a:solidFill>
                      <a:latin typeface="+mn-lt"/>
                      <a:ea typeface="+mn-ea"/>
                      <a:cs typeface="+mn-cs"/>
                    </a:defRPr>
                  </a:pPr>
                  <a:endParaRPr lang="pt-B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C-18E9-48E5-BB5A-971E8CD3BD08}"/>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Sheet1!$A$2:$F$2</c:f>
              <c:numCache>
                <c:formatCode>General</c:formatCode>
                <c:ptCount val="6"/>
                <c:pt idx="0">
                  <c:v>22.905580997655818</c:v>
                </c:pt>
                <c:pt idx="1">
                  <c:v>19.407498133452695</c:v>
                </c:pt>
                <c:pt idx="2">
                  <c:v>16.543315872847753</c:v>
                </c:pt>
                <c:pt idx="3">
                  <c:v>15.426914238664835</c:v>
                </c:pt>
                <c:pt idx="4">
                  <c:v>17.715488461023231</c:v>
                </c:pt>
                <c:pt idx="5">
                  <c:v>14.699842553254715</c:v>
                </c:pt>
              </c:numCache>
            </c:numRef>
          </c:val>
          <c:extLst>
            <c:ext xmlns:c16="http://schemas.microsoft.com/office/drawing/2014/chart" uri="{C3380CC4-5D6E-409C-BE32-E72D297353CC}">
              <c16:uniqueId val="{0000000D-18E9-48E5-BB5A-971E8CD3BD08}"/>
            </c:ext>
          </c:extLst>
        </c:ser>
        <c:dLbls>
          <c:showLegendKey val="0"/>
          <c:showVal val="0"/>
          <c:showCatName val="0"/>
          <c:showSerName val="0"/>
          <c:showPercent val="0"/>
          <c:showBubbleSize val="0"/>
        </c:dLbls>
        <c:gapWidth val="50"/>
        <c:overlap val="100"/>
        <c:axId val="1669773455"/>
        <c:axId val="1"/>
      </c:barChart>
      <c:catAx>
        <c:axId val="1669773455"/>
        <c:scaling>
          <c:orientation val="minMax"/>
        </c:scaling>
        <c:delete val="0"/>
        <c:axPos val="b"/>
        <c:majorGridlines>
          <c:spPr>
            <a:ln>
              <a:noFill/>
            </a:ln>
          </c:spPr>
        </c:majorGridlines>
        <c:majorTickMark val="none"/>
        <c:minorTickMark val="none"/>
        <c:tickLblPos val="none"/>
        <c:spPr>
          <a:ln w="9525" cmpd="sng" algn="ctr">
            <a:solidFill>
              <a:srgbClr val="808080"/>
            </a:solidFill>
            <a:prstDash val="solid"/>
          </a:ln>
        </c:spPr>
        <c:crossAx val="1"/>
        <c:crosses val="min"/>
        <c:auto val="0"/>
        <c:lblAlgn val="ctr"/>
        <c:lblOffset val="100"/>
        <c:noMultiLvlLbl val="0"/>
      </c:catAx>
      <c:valAx>
        <c:axId val="1"/>
        <c:scaling>
          <c:orientation val="minMax"/>
          <c:max val="100"/>
          <c:min val="0"/>
        </c:scaling>
        <c:delete val="1"/>
        <c:axPos val="l"/>
        <c:numFmt formatCode="General" sourceLinked="1"/>
        <c:majorTickMark val="out"/>
        <c:minorTickMark val="none"/>
        <c:tickLblPos val="nextTo"/>
        <c:crossAx val="1669773455"/>
        <c:crosses val="min"/>
        <c:crossBetween val="between"/>
      </c:valAx>
    </c:plotArea>
    <c:plotVisOnly val="0"/>
    <c:dispBlanksAs val="gap"/>
    <c:showDLblsOverMax val="1"/>
  </c:chart>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1030971574034791E-2"/>
          <c:y val="7.5185040903778727E-2"/>
          <c:w val="0.97793805685193047"/>
          <c:h val="0.84962991819244249"/>
        </c:manualLayout>
      </c:layout>
      <c:barChart>
        <c:barDir val="col"/>
        <c:grouping val="stacked"/>
        <c:varyColors val="0"/>
        <c:ser>
          <c:idx val="0"/>
          <c:order val="0"/>
          <c:spPr>
            <a:solidFill>
              <a:schemeClr val="accent2"/>
            </a:solidFill>
            <a:ln>
              <a:noFill/>
            </a:ln>
          </c:spPr>
          <c:invertIfNegative val="0"/>
          <c:dLbls>
            <c:dLbl>
              <c:idx val="0"/>
              <c:layout>
                <c:manualLayout>
                  <c:x val="0"/>
                  <c:y val="-1.1686793922867161E-3"/>
                </c:manualLayout>
              </c:layout>
              <c:numFmt formatCode="#,##0&quot;%&quot;;&quot;-&quot;#,##0&quot;%&quot;" sourceLinked="0"/>
              <c:spPr>
                <a:noFill/>
                <a:ln>
                  <a:noFill/>
                </a:ln>
              </c:spPr>
              <c:txPr>
                <a:bodyPr wrap="none"/>
                <a:lstStyle/>
                <a:p>
                  <a:pPr>
                    <a:defRPr sz="1400" kern="1200">
                      <a:solidFill>
                        <a:schemeClr val="bg1"/>
                      </a:solidFill>
                      <a:latin typeface="+mn-lt"/>
                      <a:ea typeface="+mn-ea"/>
                      <a:cs typeface="+mn-cs"/>
                    </a:defRPr>
                  </a:pPr>
                  <a:endParaRPr lang="pt-B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212F-4229-AAA5-0890623C67F2}"/>
                </c:ext>
              </c:extLst>
            </c:dLbl>
            <c:dLbl>
              <c:idx val="1"/>
              <c:layout>
                <c:manualLayout>
                  <c:x val="0"/>
                  <c:y val="-1.1686793922867161E-3"/>
                </c:manualLayout>
              </c:layout>
              <c:numFmt formatCode="#,##0&quot;%&quot;;&quot;-&quot;#,##0&quot;%&quot;" sourceLinked="0"/>
              <c:spPr>
                <a:noFill/>
                <a:ln>
                  <a:noFill/>
                </a:ln>
              </c:spPr>
              <c:txPr>
                <a:bodyPr wrap="none"/>
                <a:lstStyle/>
                <a:p>
                  <a:pPr>
                    <a:defRPr sz="1400" kern="1200">
                      <a:solidFill>
                        <a:schemeClr val="bg1"/>
                      </a:solidFill>
                      <a:latin typeface="+mn-lt"/>
                      <a:ea typeface="+mn-ea"/>
                      <a:cs typeface="+mn-cs"/>
                    </a:defRPr>
                  </a:pPr>
                  <a:endParaRPr lang="pt-B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212F-4229-AAA5-0890623C67F2}"/>
                </c:ext>
              </c:extLst>
            </c:dLbl>
            <c:dLbl>
              <c:idx val="2"/>
              <c:layout>
                <c:manualLayout>
                  <c:x val="0"/>
                  <c:y val="-1.1686793922867161E-3"/>
                </c:manualLayout>
              </c:layout>
              <c:numFmt formatCode="#,##0&quot;%&quot;;&quot;-&quot;#,##0&quot;%&quot;" sourceLinked="0"/>
              <c:spPr>
                <a:noFill/>
                <a:ln>
                  <a:noFill/>
                </a:ln>
              </c:spPr>
              <c:txPr>
                <a:bodyPr wrap="none"/>
                <a:lstStyle/>
                <a:p>
                  <a:pPr>
                    <a:defRPr sz="1400" kern="1200">
                      <a:solidFill>
                        <a:schemeClr val="bg1"/>
                      </a:solidFill>
                      <a:latin typeface="+mn-lt"/>
                      <a:ea typeface="+mn-ea"/>
                      <a:cs typeface="+mn-cs"/>
                    </a:defRPr>
                  </a:pPr>
                  <a:endParaRPr lang="pt-B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212F-4229-AAA5-0890623C67F2}"/>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Sheet1!$A$1:$C$1</c:f>
              <c:numCache>
                <c:formatCode>General</c:formatCode>
                <c:ptCount val="3"/>
                <c:pt idx="0">
                  <c:v>94</c:v>
                </c:pt>
                <c:pt idx="1">
                  <c:v>74</c:v>
                </c:pt>
                <c:pt idx="2">
                  <c:v>55.000000000000007</c:v>
                </c:pt>
              </c:numCache>
            </c:numRef>
          </c:val>
          <c:extLst>
            <c:ext xmlns:c16="http://schemas.microsoft.com/office/drawing/2014/chart" uri="{C3380CC4-5D6E-409C-BE32-E72D297353CC}">
              <c16:uniqueId val="{00000003-212F-4229-AAA5-0890623C67F2}"/>
            </c:ext>
          </c:extLst>
        </c:ser>
        <c:ser>
          <c:idx val="1"/>
          <c:order val="1"/>
          <c:spPr>
            <a:solidFill>
              <a:schemeClr val="accent1"/>
            </a:solidFill>
            <a:ln>
              <a:noFill/>
            </a:ln>
          </c:spPr>
          <c:invertIfNegative val="0"/>
          <c:dLbls>
            <c:dLbl>
              <c:idx val="0"/>
              <c:layout>
                <c:manualLayout>
                  <c:x val="0"/>
                  <c:y val="-1.1686793922867161E-3"/>
                </c:manualLayout>
              </c:layout>
              <c:numFmt formatCode="#,##0&quot;%&quot;;&quot;-&quot;#,##0&quot;%&quot;" sourceLinked="0"/>
              <c:spPr>
                <a:noFill/>
                <a:ln>
                  <a:noFill/>
                </a:ln>
              </c:spPr>
              <c:txPr>
                <a:bodyPr wrap="none"/>
                <a:lstStyle/>
                <a:p>
                  <a:pPr>
                    <a:defRPr sz="1400" kern="1200">
                      <a:solidFill>
                        <a:schemeClr val="tx1"/>
                      </a:solidFill>
                      <a:latin typeface="+mn-lt"/>
                      <a:ea typeface="+mn-ea"/>
                      <a:cs typeface="+mn-cs"/>
                    </a:defRPr>
                  </a:pPr>
                  <a:endParaRPr lang="pt-B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212F-4229-AAA5-0890623C67F2}"/>
                </c:ext>
              </c:extLst>
            </c:dLbl>
            <c:dLbl>
              <c:idx val="1"/>
              <c:layout>
                <c:manualLayout>
                  <c:x val="0"/>
                  <c:y val="-1.5582391897156214E-3"/>
                </c:manualLayout>
              </c:layout>
              <c:numFmt formatCode="#,##0&quot;%&quot;;&quot;-&quot;#,##0&quot;%&quot;" sourceLinked="0"/>
              <c:spPr>
                <a:noFill/>
                <a:ln>
                  <a:noFill/>
                </a:ln>
              </c:spPr>
              <c:txPr>
                <a:bodyPr wrap="none"/>
                <a:lstStyle/>
                <a:p>
                  <a:pPr>
                    <a:defRPr sz="1400" kern="1200">
                      <a:solidFill>
                        <a:schemeClr val="tx1"/>
                      </a:solidFill>
                      <a:latin typeface="+mn-lt"/>
                      <a:ea typeface="+mn-ea"/>
                      <a:cs typeface="+mn-cs"/>
                    </a:defRPr>
                  </a:pPr>
                  <a:endParaRPr lang="pt-B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212F-4229-AAA5-0890623C67F2}"/>
                </c:ext>
              </c:extLst>
            </c:dLbl>
            <c:dLbl>
              <c:idx val="2"/>
              <c:layout>
                <c:manualLayout>
                  <c:x val="0"/>
                  <c:y val="-1.5582391897156214E-3"/>
                </c:manualLayout>
              </c:layout>
              <c:numFmt formatCode="#,##0&quot;%&quot;;&quot;-&quot;#,##0&quot;%&quot;" sourceLinked="0"/>
              <c:spPr>
                <a:noFill/>
                <a:ln>
                  <a:noFill/>
                </a:ln>
              </c:spPr>
              <c:txPr>
                <a:bodyPr wrap="none"/>
                <a:lstStyle/>
                <a:p>
                  <a:pPr>
                    <a:defRPr sz="1400" kern="1200">
                      <a:solidFill>
                        <a:schemeClr val="tx1"/>
                      </a:solidFill>
                      <a:latin typeface="+mn-lt"/>
                      <a:ea typeface="+mn-ea"/>
                      <a:cs typeface="+mn-cs"/>
                    </a:defRPr>
                  </a:pPr>
                  <a:endParaRPr lang="pt-B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212F-4229-AAA5-0890623C67F2}"/>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Sheet1!$A$2:$C$2</c:f>
              <c:numCache>
                <c:formatCode>General</c:formatCode>
                <c:ptCount val="3"/>
                <c:pt idx="0">
                  <c:v>6.0000000000000053</c:v>
                </c:pt>
                <c:pt idx="1">
                  <c:v>26</c:v>
                </c:pt>
                <c:pt idx="2">
                  <c:v>44.999999999999993</c:v>
                </c:pt>
              </c:numCache>
            </c:numRef>
          </c:val>
          <c:extLst>
            <c:ext xmlns:c16="http://schemas.microsoft.com/office/drawing/2014/chart" uri="{C3380CC4-5D6E-409C-BE32-E72D297353CC}">
              <c16:uniqueId val="{00000007-212F-4229-AAA5-0890623C67F2}"/>
            </c:ext>
          </c:extLst>
        </c:ser>
        <c:dLbls>
          <c:showLegendKey val="0"/>
          <c:showVal val="0"/>
          <c:showCatName val="0"/>
          <c:showSerName val="0"/>
          <c:showPercent val="0"/>
          <c:showBubbleSize val="0"/>
        </c:dLbls>
        <c:gapWidth val="80"/>
        <c:overlap val="100"/>
        <c:axId val="1136410608"/>
        <c:axId val="1"/>
      </c:barChart>
      <c:catAx>
        <c:axId val="1136410608"/>
        <c:scaling>
          <c:orientation val="minMax"/>
        </c:scaling>
        <c:delete val="0"/>
        <c:axPos val="b"/>
        <c:majorGridlines>
          <c:spPr>
            <a:ln>
              <a:noFill/>
            </a:ln>
          </c:spPr>
        </c:majorGridlines>
        <c:majorTickMark val="none"/>
        <c:minorTickMark val="none"/>
        <c:tickLblPos val="none"/>
        <c:spPr>
          <a:ln w="9525" cmpd="sng" algn="ctr">
            <a:solidFill>
              <a:srgbClr val="808080"/>
            </a:solidFill>
            <a:prstDash val="solid"/>
          </a:ln>
        </c:spPr>
        <c:crossAx val="1"/>
        <c:crosses val="min"/>
        <c:auto val="0"/>
        <c:lblAlgn val="ctr"/>
        <c:lblOffset val="100"/>
        <c:noMultiLvlLbl val="0"/>
      </c:catAx>
      <c:valAx>
        <c:axId val="1"/>
        <c:scaling>
          <c:orientation val="minMax"/>
          <c:max val="100"/>
          <c:min val="0"/>
        </c:scaling>
        <c:delete val="1"/>
        <c:axPos val="l"/>
        <c:numFmt formatCode="General" sourceLinked="1"/>
        <c:majorTickMark val="out"/>
        <c:minorTickMark val="none"/>
        <c:tickLblPos val="nextTo"/>
        <c:crossAx val="1136410608"/>
        <c:crosses val="min"/>
        <c:crossBetween val="between"/>
      </c:valAx>
    </c:plotArea>
    <c:plotVisOnly val="0"/>
    <c:dispBlanksAs val="gap"/>
    <c:showDLblsOverMax val="1"/>
  </c:chart>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2.0643112346169116E-2"/>
          <c:y val="5.9053833605220228E-2"/>
          <c:w val="0.85192536720920997"/>
          <c:h val="0.88189233278955959"/>
        </c:manualLayout>
      </c:layout>
      <c:barChart>
        <c:barDir val="bar"/>
        <c:grouping val="stacked"/>
        <c:varyColors val="0"/>
        <c:ser>
          <c:idx val="0"/>
          <c:order val="0"/>
          <c:spPr>
            <a:solidFill>
              <a:schemeClr val="accent2"/>
            </a:solidFill>
            <a:ln>
              <a:noFill/>
            </a:ln>
          </c:spPr>
          <c:invertIfNegative val="0"/>
          <c:dLbls>
            <c:dLbl>
              <c:idx val="0"/>
              <c:layout>
                <c:manualLayout>
                  <c:x val="0.48987693529178244"/>
                  <c:y val="0"/>
                </c:manualLayout>
              </c:layout>
              <c:numFmt formatCode="#,##0;&quot;-&quot;#,##0" sourceLinked="0"/>
              <c:spPr>
                <a:noFill/>
                <a:ln>
                  <a:noFill/>
                </a:ln>
              </c:spPr>
              <c:txPr>
                <a:bodyPr wrap="none"/>
                <a:lstStyle/>
                <a:p>
                  <a:pPr>
                    <a:defRPr sz="1300" kern="1200">
                      <a:solidFill>
                        <a:schemeClr val="tx1"/>
                      </a:solidFill>
                      <a:latin typeface="+mn-lt"/>
                      <a:ea typeface="+mn-ea"/>
                      <a:cs typeface="+mn-cs"/>
                    </a:defRPr>
                  </a:pPr>
                  <a:endParaRPr lang="pt-B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F337-4B25-A28F-A850F99A724C}"/>
                </c:ext>
              </c:extLst>
            </c:dLbl>
            <c:dLbl>
              <c:idx val="1"/>
              <c:layout>
                <c:manualLayout>
                  <c:x val="0.39460103215561732"/>
                  <c:y val="0"/>
                </c:manualLayout>
              </c:layout>
              <c:numFmt formatCode="#,##0;&quot;-&quot;#,##0" sourceLinked="0"/>
              <c:spPr>
                <a:noFill/>
                <a:ln>
                  <a:noFill/>
                </a:ln>
              </c:spPr>
              <c:txPr>
                <a:bodyPr wrap="none"/>
                <a:lstStyle/>
                <a:p>
                  <a:pPr>
                    <a:defRPr sz="1300" kern="1200">
                      <a:solidFill>
                        <a:schemeClr val="tx1"/>
                      </a:solidFill>
                      <a:latin typeface="+mn-lt"/>
                      <a:ea typeface="+mn-ea"/>
                      <a:cs typeface="+mn-cs"/>
                    </a:defRPr>
                  </a:pPr>
                  <a:endParaRPr lang="pt-B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F337-4B25-A28F-A850F99A724C}"/>
                </c:ext>
              </c:extLst>
            </c:dLbl>
            <c:dLbl>
              <c:idx val="2"/>
              <c:layout>
                <c:manualLayout>
                  <c:x val="0.19094878920206432"/>
                  <c:y val="0"/>
                </c:manualLayout>
              </c:layout>
              <c:numFmt formatCode="#,##0;&quot;-&quot;#,##0" sourceLinked="0"/>
              <c:spPr>
                <a:noFill/>
                <a:ln>
                  <a:noFill/>
                </a:ln>
              </c:spPr>
              <c:txPr>
                <a:bodyPr wrap="none"/>
                <a:lstStyle/>
                <a:p>
                  <a:pPr>
                    <a:defRPr sz="1300" kern="1200">
                      <a:solidFill>
                        <a:schemeClr val="tx1"/>
                      </a:solidFill>
                      <a:latin typeface="+mn-lt"/>
                      <a:ea typeface="+mn-ea"/>
                      <a:cs typeface="+mn-cs"/>
                    </a:defRPr>
                  </a:pPr>
                  <a:endParaRPr lang="pt-B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F337-4B25-A28F-A850F99A724C}"/>
                </c:ext>
              </c:extLst>
            </c:dLbl>
            <c:dLbl>
              <c:idx val="4"/>
              <c:layout>
                <c:manualLayout>
                  <c:x val="0"/>
                  <c:y val="0"/>
                </c:manualLayout>
              </c:layout>
              <c:numFmt formatCode="#,##0;&quot;-&quot;#,##0" sourceLinked="0"/>
              <c:spPr>
                <a:noFill/>
                <a:ln>
                  <a:noFill/>
                </a:ln>
              </c:spPr>
              <c:txPr>
                <a:bodyPr wrap="none"/>
                <a:lstStyle/>
                <a:p>
                  <a:pPr>
                    <a:defRPr sz="1300" kern="1200">
                      <a:solidFill>
                        <a:schemeClr val="bg1"/>
                      </a:solidFill>
                      <a:latin typeface="+mn-lt"/>
                      <a:ea typeface="+mn-ea"/>
                      <a:cs typeface="+mn-cs"/>
                    </a:defRPr>
                  </a:pPr>
                  <a:endParaRPr lang="pt-B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F337-4B25-A28F-A850F99A724C}"/>
                </c:ext>
              </c:extLst>
            </c:dLbl>
            <c:dLbl>
              <c:idx val="5"/>
              <c:layout>
                <c:manualLayout>
                  <c:x val="0.11194918618499404"/>
                  <c:y val="0"/>
                </c:manualLayout>
              </c:layout>
              <c:numFmt formatCode="#,##0;&quot;-&quot;#,##0" sourceLinked="0"/>
              <c:spPr>
                <a:noFill/>
                <a:ln>
                  <a:noFill/>
                </a:ln>
              </c:spPr>
              <c:txPr>
                <a:bodyPr wrap="none"/>
                <a:lstStyle/>
                <a:p>
                  <a:pPr>
                    <a:defRPr sz="1300" kern="1200">
                      <a:solidFill>
                        <a:schemeClr val="tx1"/>
                      </a:solidFill>
                      <a:latin typeface="+mn-lt"/>
                      <a:ea typeface="+mn-ea"/>
                      <a:cs typeface="+mn-cs"/>
                    </a:defRPr>
                  </a:pPr>
                  <a:endParaRPr lang="pt-B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F337-4B25-A28F-A850F99A724C}"/>
                </c:ext>
              </c:extLst>
            </c:dLbl>
            <c:dLbl>
              <c:idx val="6"/>
              <c:layout>
                <c:manualLayout>
                  <c:x val="6.3517268757443429E-2"/>
                  <c:y val="0"/>
                </c:manualLayout>
              </c:layout>
              <c:numFmt formatCode="#,##0;&quot;-&quot;#,##0" sourceLinked="0"/>
              <c:spPr>
                <a:noFill/>
                <a:ln>
                  <a:noFill/>
                </a:ln>
              </c:spPr>
              <c:txPr>
                <a:bodyPr wrap="none"/>
                <a:lstStyle/>
                <a:p>
                  <a:pPr>
                    <a:defRPr sz="1300" kern="1200">
                      <a:solidFill>
                        <a:schemeClr val="tx1"/>
                      </a:solidFill>
                      <a:latin typeface="+mn-lt"/>
                      <a:ea typeface="+mn-ea"/>
                      <a:cs typeface="+mn-cs"/>
                    </a:defRPr>
                  </a:pPr>
                  <a:endParaRPr lang="pt-B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F337-4B25-A28F-A850F99A724C}"/>
                </c:ext>
              </c:extLst>
            </c:dLbl>
            <c:dLbl>
              <c:idx val="7"/>
              <c:layout>
                <c:manualLayout>
                  <c:x val="3.4537514886859862E-2"/>
                  <c:y val="0"/>
                </c:manualLayout>
              </c:layout>
              <c:numFmt formatCode="#,##0;&quot;-&quot;#,##0" sourceLinked="0"/>
              <c:spPr>
                <a:noFill/>
                <a:ln>
                  <a:noFill/>
                </a:ln>
              </c:spPr>
              <c:txPr>
                <a:bodyPr wrap="none"/>
                <a:lstStyle/>
                <a:p>
                  <a:pPr>
                    <a:defRPr sz="1300" kern="1200">
                      <a:solidFill>
                        <a:schemeClr val="tx1"/>
                      </a:solidFill>
                      <a:latin typeface="+mn-lt"/>
                      <a:ea typeface="+mn-ea"/>
                      <a:cs typeface="+mn-cs"/>
                    </a:defRPr>
                  </a:pPr>
                  <a:endParaRPr lang="pt-B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F337-4B25-A28F-A850F99A724C}"/>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Sheet1!$A$1:$H$1</c:f>
              <c:numCache>
                <c:formatCode>General</c:formatCode>
                <c:ptCount val="8"/>
                <c:pt idx="0">
                  <c:v>1288</c:v>
                </c:pt>
                <c:pt idx="1">
                  <c:v>1000</c:v>
                </c:pt>
                <c:pt idx="2">
                  <c:v>435</c:v>
                </c:pt>
                <c:pt idx="3">
                  <c:v>250</c:v>
                </c:pt>
                <c:pt idx="4">
                  <c:v>81</c:v>
                </c:pt>
                <c:pt idx="5">
                  <c:v>197</c:v>
                </c:pt>
                <c:pt idx="6">
                  <c:v>85</c:v>
                </c:pt>
                <c:pt idx="7">
                  <c:v>20</c:v>
                </c:pt>
              </c:numCache>
            </c:numRef>
          </c:val>
          <c:extLst>
            <c:ext xmlns:c16="http://schemas.microsoft.com/office/drawing/2014/chart" uri="{C3380CC4-5D6E-409C-BE32-E72D297353CC}">
              <c16:uniqueId val="{00000007-F337-4B25-A28F-A850F99A724C}"/>
            </c:ext>
          </c:extLst>
        </c:ser>
        <c:ser>
          <c:idx val="1"/>
          <c:order val="1"/>
          <c:spPr>
            <a:solidFill>
              <a:srgbClr val="FFFFFF"/>
            </a:solidFill>
            <a:ln>
              <a:noFill/>
            </a:ln>
          </c:spPr>
          <c:invertIfNegative val="0"/>
          <c:val>
            <c:numRef>
              <c:f>Sheet1!$A$2:$H$2</c:f>
              <c:numCache>
                <c:formatCode>General</c:formatCode>
                <c:ptCount val="8"/>
                <c:pt idx="4">
                  <c:v>149</c:v>
                </c:pt>
              </c:numCache>
            </c:numRef>
          </c:val>
          <c:extLst>
            <c:ext xmlns:c16="http://schemas.microsoft.com/office/drawing/2014/chart" uri="{C3380CC4-5D6E-409C-BE32-E72D297353CC}">
              <c16:uniqueId val="{00000008-F337-4B25-A28F-A850F99A724C}"/>
            </c:ext>
          </c:extLst>
        </c:ser>
        <c:dLbls>
          <c:showLegendKey val="0"/>
          <c:showVal val="0"/>
          <c:showCatName val="0"/>
          <c:showSerName val="0"/>
          <c:showPercent val="0"/>
          <c:showBubbleSize val="0"/>
        </c:dLbls>
        <c:gapWidth val="80"/>
        <c:overlap val="100"/>
        <c:axId val="1810350192"/>
        <c:axId val="1"/>
      </c:barChart>
      <c:catAx>
        <c:axId val="1810350192"/>
        <c:scaling>
          <c:orientation val="maxMin"/>
        </c:scaling>
        <c:delete val="0"/>
        <c:axPos val="l"/>
        <c:majorGridlines>
          <c:spPr>
            <a:ln>
              <a:noFill/>
            </a:ln>
          </c:spPr>
        </c:majorGridlines>
        <c:majorTickMark val="none"/>
        <c:minorTickMark val="none"/>
        <c:tickLblPos val="none"/>
        <c:spPr>
          <a:ln w="9525" cmpd="sng" algn="ctr">
            <a:solidFill>
              <a:srgbClr val="808080"/>
            </a:solidFill>
            <a:prstDash val="solid"/>
          </a:ln>
        </c:spPr>
        <c:crossAx val="1"/>
        <c:crosses val="min"/>
        <c:auto val="0"/>
        <c:lblAlgn val="ctr"/>
        <c:lblOffset val="100"/>
        <c:noMultiLvlLbl val="0"/>
      </c:catAx>
      <c:valAx>
        <c:axId val="1"/>
        <c:scaling>
          <c:orientation val="minMax"/>
          <c:max val="1288"/>
          <c:min val="0"/>
        </c:scaling>
        <c:delete val="1"/>
        <c:axPos val="t"/>
        <c:numFmt formatCode="General" sourceLinked="1"/>
        <c:majorTickMark val="out"/>
        <c:minorTickMark val="none"/>
        <c:tickLblPos val="nextTo"/>
        <c:crossAx val="1810350192"/>
        <c:crosses val="min"/>
        <c:crossBetween val="between"/>
      </c:valAx>
    </c:plotArea>
    <c:plotVisOnly val="0"/>
    <c:dispBlanksAs val="gap"/>
    <c:showDLblsOverMax val="1"/>
  </c:chart>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3.8404726735598228E-2"/>
          <c:y val="2.1514273893256101E-2"/>
          <c:w val="0.9231905465288035"/>
          <c:h val="0.95697145221348778"/>
        </c:manualLayout>
      </c:layout>
      <c:barChart>
        <c:barDir val="bar"/>
        <c:grouping val="stacked"/>
        <c:varyColors val="0"/>
        <c:ser>
          <c:idx val="0"/>
          <c:order val="0"/>
          <c:spPr>
            <a:solidFill>
              <a:schemeClr val="tx2"/>
            </a:solidFill>
            <a:ln>
              <a:noFill/>
            </a:ln>
          </c:spPr>
          <c:invertIfNegative val="0"/>
          <c:val>
            <c:numRef>
              <c:f>Sheet1!$A$1:$I$1</c:f>
              <c:numCache>
                <c:formatCode>General</c:formatCode>
                <c:ptCount val="9"/>
                <c:pt idx="0">
                  <c:v>3081824.6705710106</c:v>
                </c:pt>
                <c:pt idx="1">
                  <c:v>1683909</c:v>
                </c:pt>
                <c:pt idx="2">
                  <c:v>1172099</c:v>
                </c:pt>
                <c:pt idx="3">
                  <c:v>1050466</c:v>
                </c:pt>
                <c:pt idx="4">
                  <c:v>264754</c:v>
                </c:pt>
                <c:pt idx="5">
                  <c:v>213383</c:v>
                </c:pt>
                <c:pt idx="6">
                  <c:v>172407</c:v>
                </c:pt>
                <c:pt idx="7">
                  <c:v>97928</c:v>
                </c:pt>
                <c:pt idx="8">
                  <c:v>451351</c:v>
                </c:pt>
              </c:numCache>
            </c:numRef>
          </c:val>
          <c:extLst>
            <c:ext xmlns:c16="http://schemas.microsoft.com/office/drawing/2014/chart" uri="{C3380CC4-5D6E-409C-BE32-E72D297353CC}">
              <c16:uniqueId val="{00000000-966F-4463-822D-EF51D9F1A41C}"/>
            </c:ext>
          </c:extLst>
        </c:ser>
        <c:dLbls>
          <c:showLegendKey val="0"/>
          <c:showVal val="0"/>
          <c:showCatName val="0"/>
          <c:showSerName val="0"/>
          <c:showPercent val="0"/>
          <c:showBubbleSize val="0"/>
        </c:dLbls>
        <c:gapWidth val="80"/>
        <c:overlap val="100"/>
        <c:axId val="812917455"/>
        <c:axId val="1"/>
      </c:barChart>
      <c:catAx>
        <c:axId val="812917455"/>
        <c:scaling>
          <c:orientation val="maxMin"/>
        </c:scaling>
        <c:delete val="0"/>
        <c:axPos val="l"/>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3081824.6705710106"/>
          <c:min val="0"/>
        </c:scaling>
        <c:delete val="1"/>
        <c:axPos val="t"/>
        <c:numFmt formatCode="General" sourceLinked="1"/>
        <c:majorTickMark val="out"/>
        <c:minorTickMark val="none"/>
        <c:tickLblPos val="nextTo"/>
        <c:crossAx val="812917455"/>
        <c:crosses val="min"/>
        <c:crossBetween val="between"/>
      </c:valAx>
    </c:plotArea>
    <c:plotVisOnly val="0"/>
    <c:dispBlanksAs val="gap"/>
    <c:showDLblsOverMax val="1"/>
  </c:chart>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4.133545310015898E-2"/>
          <c:y val="2.0883534136546186E-2"/>
          <c:w val="0.91732909379968208"/>
          <c:h val="0.9582329317269076"/>
        </c:manualLayout>
      </c:layout>
      <c:barChart>
        <c:barDir val="bar"/>
        <c:grouping val="stacked"/>
        <c:varyColors val="0"/>
        <c:ser>
          <c:idx val="0"/>
          <c:order val="0"/>
          <c:spPr>
            <a:solidFill>
              <a:schemeClr val="accent2"/>
            </a:solidFill>
            <a:ln>
              <a:noFill/>
            </a:ln>
          </c:spPr>
          <c:invertIfNegative val="0"/>
          <c:val>
            <c:numRef>
              <c:f>Sheet1!$A$1:$J$1</c:f>
              <c:numCache>
                <c:formatCode>General</c:formatCode>
                <c:ptCount val="10"/>
                <c:pt idx="0">
                  <c:v>881003.21274167986</c:v>
                </c:pt>
                <c:pt idx="1">
                  <c:v>481727.06</c:v>
                </c:pt>
                <c:pt idx="2">
                  <c:v>403436.46</c:v>
                </c:pt>
                <c:pt idx="3">
                  <c:v>311367.95</c:v>
                </c:pt>
                <c:pt idx="4">
                  <c:v>249285.75</c:v>
                </c:pt>
                <c:pt idx="5">
                  <c:v>239301.46</c:v>
                </c:pt>
                <c:pt idx="6">
                  <c:v>218690.67</c:v>
                </c:pt>
                <c:pt idx="7">
                  <c:v>203292.22</c:v>
                </c:pt>
                <c:pt idx="8">
                  <c:v>169468.79999999999</c:v>
                </c:pt>
                <c:pt idx="9">
                  <c:v>159870.06</c:v>
                </c:pt>
              </c:numCache>
            </c:numRef>
          </c:val>
          <c:extLst>
            <c:ext xmlns:c16="http://schemas.microsoft.com/office/drawing/2014/chart" uri="{C3380CC4-5D6E-409C-BE32-E72D297353CC}">
              <c16:uniqueId val="{00000000-7A24-4893-BBB1-136232CD92F0}"/>
            </c:ext>
          </c:extLst>
        </c:ser>
        <c:dLbls>
          <c:showLegendKey val="0"/>
          <c:showVal val="0"/>
          <c:showCatName val="0"/>
          <c:showSerName val="0"/>
          <c:showPercent val="0"/>
          <c:showBubbleSize val="0"/>
        </c:dLbls>
        <c:gapWidth val="80"/>
        <c:overlap val="100"/>
        <c:axId val="494603119"/>
        <c:axId val="1"/>
      </c:barChart>
      <c:catAx>
        <c:axId val="494603119"/>
        <c:scaling>
          <c:orientation val="maxMin"/>
        </c:scaling>
        <c:delete val="0"/>
        <c:axPos val="l"/>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881003.21274167986"/>
          <c:min val="0"/>
        </c:scaling>
        <c:delete val="1"/>
        <c:axPos val="t"/>
        <c:numFmt formatCode="General" sourceLinked="1"/>
        <c:majorTickMark val="out"/>
        <c:minorTickMark val="none"/>
        <c:tickLblPos val="nextTo"/>
        <c:crossAx val="494603119"/>
        <c:crosses val="min"/>
        <c:crossBetween val="between"/>
      </c:valAx>
    </c:plotArea>
    <c:plotVisOnly val="0"/>
    <c:dispBlanksAs val="gap"/>
    <c:showDLblsOverMax val="1"/>
  </c:chart>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840056617126681E-2"/>
          <c:y val="2.0758483033932136E-2"/>
          <c:w val="0.96319886765746643"/>
          <c:h val="0.95848303393213574"/>
        </c:manualLayout>
      </c:layout>
      <c:scatterChart>
        <c:scatterStyle val="lineMarker"/>
        <c:varyColors val="0"/>
        <c:ser>
          <c:idx val="0"/>
          <c:order val="0"/>
          <c:spPr>
            <a:ln>
              <a:noFill/>
            </a:ln>
          </c:spPr>
          <c:marker>
            <c:symbol val="circle"/>
            <c:size val="12"/>
            <c:spPr>
              <a:solidFill>
                <a:schemeClr val="tx2"/>
              </a:solidFill>
              <a:ln w="9525" cmpd="sng" algn="ctr">
                <a:solidFill>
                  <a:schemeClr val="tx2"/>
                </a:solidFill>
                <a:prstDash val="solid"/>
              </a:ln>
            </c:spPr>
          </c:marker>
          <c:xVal>
            <c:numRef>
              <c:f>Sheet1!$A$1:$A$12</c:f>
              <c:numCache>
                <c:formatCode>General</c:formatCode>
                <c:ptCount val="12"/>
                <c:pt idx="0">
                  <c:v>1</c:v>
                </c:pt>
                <c:pt idx="1">
                  <c:v>2</c:v>
                </c:pt>
                <c:pt idx="2">
                  <c:v>2.5</c:v>
                </c:pt>
                <c:pt idx="3">
                  <c:v>1.5</c:v>
                </c:pt>
                <c:pt idx="4">
                  <c:v>2.7</c:v>
                </c:pt>
                <c:pt idx="5">
                  <c:v>2.9</c:v>
                </c:pt>
                <c:pt idx="6">
                  <c:v>2.3773313681285688</c:v>
                </c:pt>
                <c:pt idx="7">
                  <c:v>8.5732560645442546E-2</c:v>
                </c:pt>
                <c:pt idx="8">
                  <c:v>2.1348971303426576</c:v>
                </c:pt>
                <c:pt idx="9">
                  <c:v>1</c:v>
                </c:pt>
                <c:pt idx="10">
                  <c:v>0.54353505724920637</c:v>
                </c:pt>
                <c:pt idx="11">
                  <c:v>2.3694610926509436</c:v>
                </c:pt>
              </c:numCache>
            </c:numRef>
          </c:xVal>
          <c:yVal>
            <c:numRef>
              <c:f>Sheet1!$B$1:$B$12</c:f>
              <c:numCache>
                <c:formatCode>General</c:formatCode>
                <c:ptCount val="12"/>
                <c:pt idx="0">
                  <c:v>2</c:v>
                </c:pt>
                <c:pt idx="1">
                  <c:v>3</c:v>
                </c:pt>
                <c:pt idx="2">
                  <c:v>2.1</c:v>
                </c:pt>
                <c:pt idx="3">
                  <c:v>2</c:v>
                </c:pt>
                <c:pt idx="4">
                  <c:v>4</c:v>
                </c:pt>
                <c:pt idx="5">
                  <c:v>3</c:v>
                </c:pt>
                <c:pt idx="6">
                  <c:v>1.6279745296752943</c:v>
                </c:pt>
                <c:pt idx="7">
                  <c:v>2.3799756398018328</c:v>
                </c:pt>
                <c:pt idx="8">
                  <c:v>2.0207713257323805</c:v>
                </c:pt>
                <c:pt idx="9">
                  <c:v>1.5</c:v>
                </c:pt>
                <c:pt idx="10">
                  <c:v>2.7346388337595302</c:v>
                </c:pt>
                <c:pt idx="11">
                  <c:v>0.82317682937958903</c:v>
                </c:pt>
              </c:numCache>
            </c:numRef>
          </c:yVal>
          <c:smooth val="0"/>
          <c:extLst>
            <c:ext xmlns:c16="http://schemas.microsoft.com/office/drawing/2014/chart" uri="{C3380CC4-5D6E-409C-BE32-E72D297353CC}">
              <c16:uniqueId val="{00000000-5CB4-44CB-AA49-E3607758E210}"/>
            </c:ext>
          </c:extLst>
        </c:ser>
        <c:dLbls>
          <c:showLegendKey val="0"/>
          <c:showVal val="0"/>
          <c:showCatName val="0"/>
          <c:showSerName val="0"/>
          <c:showPercent val="0"/>
          <c:showBubbleSize val="0"/>
        </c:dLbls>
        <c:axId val="594287615"/>
        <c:axId val="1"/>
      </c:scatterChart>
      <c:valAx>
        <c:axId val="594287615"/>
        <c:scaling>
          <c:orientation val="minMax"/>
          <c:max val="3"/>
          <c:min val="0"/>
        </c:scaling>
        <c:delete val="0"/>
        <c:axPos val="b"/>
        <c:majorGridlines>
          <c:spPr>
            <a:ln>
              <a:noFill/>
            </a:ln>
          </c:spPr>
        </c:majorGridlines>
        <c:numFmt formatCode="General" sourceLinked="1"/>
        <c:majorTickMark val="out"/>
        <c:minorTickMark val="none"/>
        <c:tickLblPos val="none"/>
        <c:spPr>
          <a:ln w="9525" cmpd="sng" algn="ctr">
            <a:solidFill>
              <a:srgbClr val="808080"/>
            </a:solidFill>
            <a:prstDash val="solid"/>
          </a:ln>
        </c:spPr>
        <c:txPr>
          <a:bodyPr wrap="none"/>
          <a:lstStyle/>
          <a:p>
            <a:pPr>
              <a:defRPr sz="1400" kern="1200">
                <a:latin typeface="+mn-lt"/>
                <a:ea typeface="+mn-ea"/>
                <a:cs typeface="+mn-cs"/>
              </a:defRPr>
            </a:pPr>
            <a:endParaRPr lang="pt-BR"/>
          </a:p>
        </c:txPr>
        <c:crossAx val="1"/>
        <c:crosses val="min"/>
        <c:crossBetween val="midCat"/>
        <c:majorUnit val="0.5"/>
      </c:valAx>
      <c:valAx>
        <c:axId val="1"/>
        <c:scaling>
          <c:orientation val="minMax"/>
          <c:max val="4"/>
          <c:min val="0"/>
        </c:scaling>
        <c:delete val="0"/>
        <c:axPos val="l"/>
        <c:majorGridlines>
          <c:spPr>
            <a:ln>
              <a:noFill/>
            </a:ln>
          </c:spPr>
        </c:majorGridlines>
        <c:numFmt formatCode="General" sourceLinked="1"/>
        <c:majorTickMark val="out"/>
        <c:minorTickMark val="none"/>
        <c:tickLblPos val="none"/>
        <c:spPr>
          <a:ln w="9525" cmpd="sng" algn="ctr">
            <a:solidFill>
              <a:srgbClr val="808080"/>
            </a:solidFill>
            <a:prstDash val="solid"/>
          </a:ln>
        </c:spPr>
        <c:txPr>
          <a:bodyPr wrap="none"/>
          <a:lstStyle/>
          <a:p>
            <a:pPr>
              <a:defRPr sz="1400" kern="1200">
                <a:latin typeface="+mn-lt"/>
                <a:ea typeface="+mn-ea"/>
                <a:cs typeface="+mn-cs"/>
              </a:defRPr>
            </a:pPr>
            <a:endParaRPr lang="pt-BR"/>
          </a:p>
        </c:txPr>
        <c:crossAx val="594287615"/>
        <c:crosses val="min"/>
        <c:crossBetween val="midCat"/>
        <c:majorUnit val="0.5"/>
      </c:valAx>
      <c:spPr>
        <a:noFill/>
        <a:ln w="9525" cmpd="sng" algn="ctr">
          <a:solidFill>
            <a:srgbClr val="808080"/>
          </a:solidFill>
          <a:prstDash val="solid"/>
        </a:ln>
      </c:spPr>
    </c:plotArea>
    <c:plotVisOnly val="0"/>
    <c:dispBlanksAs val="gap"/>
    <c:showDLblsOverMax val="1"/>
  </c:chart>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5.2525252525252523E-2"/>
          <c:y val="2.417480241748024E-2"/>
          <c:w val="0.89494949494949494"/>
          <c:h val="0.95165039516503946"/>
        </c:manualLayout>
      </c:layout>
      <c:barChart>
        <c:barDir val="bar"/>
        <c:grouping val="stacked"/>
        <c:varyColors val="0"/>
        <c:ser>
          <c:idx val="0"/>
          <c:order val="0"/>
          <c:spPr>
            <a:solidFill>
              <a:schemeClr val="accent5"/>
            </a:solidFill>
            <a:ln>
              <a:noFill/>
            </a:ln>
          </c:spPr>
          <c:invertIfNegative val="0"/>
          <c:val>
            <c:numRef>
              <c:f>Sheet1!$A$1:$D$1</c:f>
              <c:numCache>
                <c:formatCode>General</c:formatCode>
                <c:ptCount val="4"/>
                <c:pt idx="0">
                  <c:v>1364200.3833560536</c:v>
                </c:pt>
                <c:pt idx="1">
                  <c:v>1533423.21647943</c:v>
                </c:pt>
                <c:pt idx="2">
                  <c:v>1605094.3773034101</c:v>
                </c:pt>
                <c:pt idx="3">
                  <c:v>1676765.53812738</c:v>
                </c:pt>
              </c:numCache>
            </c:numRef>
          </c:val>
          <c:extLst>
            <c:ext xmlns:c16="http://schemas.microsoft.com/office/drawing/2014/chart" uri="{C3380CC4-5D6E-409C-BE32-E72D297353CC}">
              <c16:uniqueId val="{00000000-23D2-47D0-94B7-DB05557D8A9E}"/>
            </c:ext>
          </c:extLst>
        </c:ser>
        <c:dLbls>
          <c:showLegendKey val="0"/>
          <c:showVal val="0"/>
          <c:showCatName val="0"/>
          <c:showSerName val="0"/>
          <c:showPercent val="0"/>
          <c:showBubbleSize val="0"/>
        </c:dLbls>
        <c:gapWidth val="50"/>
        <c:overlap val="100"/>
        <c:axId val="594277055"/>
        <c:axId val="1"/>
      </c:barChart>
      <c:catAx>
        <c:axId val="594277055"/>
        <c:scaling>
          <c:orientation val="maxMin"/>
        </c:scaling>
        <c:delete val="0"/>
        <c:axPos val="l"/>
        <c:majorGridlines>
          <c:spPr>
            <a:ln>
              <a:noFill/>
            </a:ln>
          </c:spPr>
        </c:majorGridlines>
        <c:majorTickMark val="none"/>
        <c:minorTickMark val="none"/>
        <c:tickLblPos val="none"/>
        <c:spPr>
          <a:ln w="9525" cmpd="sng" algn="ctr">
            <a:solidFill>
              <a:srgbClr val="808080"/>
            </a:solidFill>
            <a:prstDash val="solid"/>
          </a:ln>
        </c:spPr>
        <c:crossAx val="1"/>
        <c:crosses val="min"/>
        <c:auto val="0"/>
        <c:lblAlgn val="ctr"/>
        <c:lblOffset val="100"/>
        <c:noMultiLvlLbl val="0"/>
      </c:catAx>
      <c:valAx>
        <c:axId val="1"/>
        <c:scaling>
          <c:orientation val="minMax"/>
          <c:max val="1676765.53812738"/>
          <c:min val="0"/>
        </c:scaling>
        <c:delete val="1"/>
        <c:axPos val="t"/>
        <c:numFmt formatCode="General" sourceLinked="1"/>
        <c:majorTickMark val="out"/>
        <c:minorTickMark val="none"/>
        <c:tickLblPos val="nextTo"/>
        <c:crossAx val="594277055"/>
        <c:crosses val="min"/>
        <c:crossBetween val="between"/>
      </c:valAx>
    </c:plotArea>
    <c:plotVisOnly val="0"/>
    <c:dispBlanksAs val="gap"/>
    <c:showDLblsOverMax val="1"/>
  </c:chart>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9388844408860423E-3"/>
          <c:y val="0.12819148936170213"/>
          <c:w val="0.98612223111822794"/>
          <c:h val="0.7824468085106383"/>
        </c:manualLayout>
      </c:layout>
      <c:barChart>
        <c:barDir val="col"/>
        <c:grouping val="clustered"/>
        <c:varyColors val="0"/>
        <c:ser>
          <c:idx val="0"/>
          <c:order val="0"/>
          <c:spPr>
            <a:solidFill>
              <a:schemeClr val="accent2"/>
            </a:solidFill>
            <a:ln>
              <a:noFill/>
            </a:ln>
          </c:spPr>
          <c:invertIfNegative val="0"/>
          <c:dLbls>
            <c:dLbl>
              <c:idx val="0"/>
              <c:layout>
                <c:manualLayout>
                  <c:x val="0"/>
                  <c:y val="-0.37606382978723402"/>
                </c:manualLayout>
              </c:layout>
              <c:numFmt formatCode="#,##0;&quot;-&quot;#,##0" sourceLinked="0"/>
              <c:spPr>
                <a:noFill/>
                <a:ln>
                  <a:noFill/>
                </a:ln>
              </c:spPr>
              <c:txPr>
                <a:bodyPr wrap="none"/>
                <a:lstStyle/>
                <a:p>
                  <a:pPr>
                    <a:defRPr sz="1200" kern="1200">
                      <a:solidFill>
                        <a:schemeClr val="tx1"/>
                      </a:solidFill>
                      <a:latin typeface="+mn-lt"/>
                      <a:ea typeface="+mn-ea"/>
                      <a:cs typeface="+mn-cs"/>
                      <a:sym typeface="+mn-lt"/>
                    </a:defRPr>
                  </a:pPr>
                  <a:endParaRPr lang="pt-B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F6B3-40CF-9619-EA6375F071FC}"/>
                </c:ext>
              </c:extLst>
            </c:dLbl>
            <c:dLbl>
              <c:idx val="1"/>
              <c:layout>
                <c:manualLayout>
                  <c:x val="0"/>
                  <c:y val="-0.33829787234042552"/>
                </c:manualLayout>
              </c:layout>
              <c:numFmt formatCode="#,##0;&quot;-&quot;#,##0" sourceLinked="0"/>
              <c:spPr>
                <a:noFill/>
                <a:ln>
                  <a:noFill/>
                </a:ln>
              </c:spPr>
              <c:txPr>
                <a:bodyPr wrap="none"/>
                <a:lstStyle/>
                <a:p>
                  <a:pPr>
                    <a:defRPr sz="1200" kern="1200">
                      <a:solidFill>
                        <a:schemeClr val="tx1"/>
                      </a:solidFill>
                      <a:latin typeface="+mn-lt"/>
                      <a:ea typeface="+mn-ea"/>
                      <a:cs typeface="+mn-cs"/>
                      <a:sym typeface="+mn-lt"/>
                    </a:defRPr>
                  </a:pPr>
                  <a:endParaRPr lang="pt-B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F6B3-40CF-9619-EA6375F071FC}"/>
                </c:ext>
              </c:extLst>
            </c:dLbl>
            <c:dLbl>
              <c:idx val="2"/>
              <c:layout>
                <c:manualLayout>
                  <c:x val="0"/>
                  <c:y val="-0.33563829787234045"/>
                </c:manualLayout>
              </c:layout>
              <c:numFmt formatCode="#,##0;&quot;-&quot;#,##0" sourceLinked="0"/>
              <c:spPr>
                <a:noFill/>
                <a:ln>
                  <a:noFill/>
                </a:ln>
              </c:spPr>
              <c:txPr>
                <a:bodyPr wrap="none"/>
                <a:lstStyle/>
                <a:p>
                  <a:pPr>
                    <a:defRPr sz="1200" kern="1200">
                      <a:solidFill>
                        <a:schemeClr val="tx1"/>
                      </a:solidFill>
                      <a:latin typeface="+mn-lt"/>
                      <a:ea typeface="+mn-ea"/>
                      <a:cs typeface="+mn-cs"/>
                      <a:sym typeface="+mn-lt"/>
                    </a:defRPr>
                  </a:pPr>
                  <a:endParaRPr lang="pt-B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F6B3-40CF-9619-EA6375F071FC}"/>
                </c:ext>
              </c:extLst>
            </c:dLbl>
            <c:dLbl>
              <c:idx val="3"/>
              <c:layout>
                <c:manualLayout>
                  <c:x val="0"/>
                  <c:y val="-0.39840425531914891"/>
                </c:manualLayout>
              </c:layout>
              <c:numFmt formatCode="#,##0;&quot;-&quot;#,##0" sourceLinked="0"/>
              <c:spPr>
                <a:noFill/>
                <a:ln>
                  <a:noFill/>
                </a:ln>
              </c:spPr>
              <c:txPr>
                <a:bodyPr wrap="none"/>
                <a:lstStyle/>
                <a:p>
                  <a:pPr>
                    <a:defRPr sz="1200" kern="1200">
                      <a:solidFill>
                        <a:schemeClr val="tx1"/>
                      </a:solidFill>
                      <a:latin typeface="+mn-lt"/>
                      <a:ea typeface="+mn-ea"/>
                      <a:cs typeface="+mn-cs"/>
                      <a:sym typeface="+mn-lt"/>
                    </a:defRPr>
                  </a:pPr>
                  <a:endParaRPr lang="pt-B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F6B3-40CF-9619-EA6375F071FC}"/>
                </c:ext>
              </c:extLst>
            </c:dLbl>
            <c:dLbl>
              <c:idx val="4"/>
              <c:layout>
                <c:manualLayout>
                  <c:x val="0"/>
                  <c:y val="-0.41382978723404257"/>
                </c:manualLayout>
              </c:layout>
              <c:numFmt formatCode="#,##0;&quot;-&quot;#,##0" sourceLinked="0"/>
              <c:spPr>
                <a:noFill/>
                <a:ln>
                  <a:noFill/>
                </a:ln>
              </c:spPr>
              <c:txPr>
                <a:bodyPr wrap="none"/>
                <a:lstStyle/>
                <a:p>
                  <a:pPr>
                    <a:defRPr sz="1200" kern="1200">
                      <a:solidFill>
                        <a:schemeClr val="tx1"/>
                      </a:solidFill>
                      <a:latin typeface="+mn-lt"/>
                      <a:ea typeface="+mn-ea"/>
                      <a:cs typeface="+mn-cs"/>
                      <a:sym typeface="+mn-lt"/>
                    </a:defRPr>
                  </a:pPr>
                  <a:endParaRPr lang="pt-B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F6B3-40CF-9619-EA6375F071FC}"/>
                </c:ext>
              </c:extLst>
            </c:dLbl>
            <c:dLbl>
              <c:idx val="5"/>
              <c:layout>
                <c:manualLayout>
                  <c:x val="0"/>
                  <c:y val="-0.40425531914893614"/>
                </c:manualLayout>
              </c:layout>
              <c:numFmt formatCode="#,##0;&quot;-&quot;#,##0" sourceLinked="0"/>
              <c:spPr>
                <a:noFill/>
                <a:ln>
                  <a:noFill/>
                </a:ln>
              </c:spPr>
              <c:txPr>
                <a:bodyPr wrap="none"/>
                <a:lstStyle/>
                <a:p>
                  <a:pPr>
                    <a:defRPr sz="1200" kern="1200">
                      <a:solidFill>
                        <a:schemeClr val="tx1"/>
                      </a:solidFill>
                      <a:latin typeface="+mn-lt"/>
                      <a:ea typeface="+mn-ea"/>
                      <a:cs typeface="+mn-cs"/>
                      <a:sym typeface="+mn-lt"/>
                    </a:defRPr>
                  </a:pPr>
                  <a:endParaRPr lang="pt-B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F6B3-40CF-9619-EA6375F071FC}"/>
                </c:ext>
              </c:extLst>
            </c:dLbl>
            <c:dLbl>
              <c:idx val="6"/>
              <c:layout>
                <c:manualLayout>
                  <c:x val="0"/>
                  <c:y val="-0.43085106382978722"/>
                </c:manualLayout>
              </c:layout>
              <c:numFmt formatCode="#,##0;&quot;-&quot;#,##0" sourceLinked="0"/>
              <c:spPr>
                <a:noFill/>
                <a:ln>
                  <a:noFill/>
                </a:ln>
              </c:spPr>
              <c:txPr>
                <a:bodyPr wrap="none"/>
                <a:lstStyle/>
                <a:p>
                  <a:pPr>
                    <a:defRPr sz="1200" kern="1200">
                      <a:solidFill>
                        <a:schemeClr val="tx1"/>
                      </a:solidFill>
                      <a:latin typeface="+mn-lt"/>
                      <a:ea typeface="+mn-ea"/>
                      <a:cs typeface="+mn-cs"/>
                      <a:sym typeface="+mn-lt"/>
                    </a:defRPr>
                  </a:pPr>
                  <a:endParaRPr lang="pt-B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F6B3-40CF-9619-EA6375F071FC}"/>
                </c:ext>
              </c:extLst>
            </c:dLbl>
            <c:dLbl>
              <c:idx val="7"/>
              <c:layout>
                <c:manualLayout>
                  <c:x val="0"/>
                  <c:y val="-0.40904255319148936"/>
                </c:manualLayout>
              </c:layout>
              <c:numFmt formatCode="#,##0;&quot;-&quot;#,##0" sourceLinked="0"/>
              <c:spPr>
                <a:noFill/>
                <a:ln>
                  <a:noFill/>
                </a:ln>
              </c:spPr>
              <c:txPr>
                <a:bodyPr wrap="none"/>
                <a:lstStyle/>
                <a:p>
                  <a:pPr>
                    <a:defRPr sz="1200" kern="1200">
                      <a:solidFill>
                        <a:schemeClr val="tx1"/>
                      </a:solidFill>
                      <a:latin typeface="+mn-lt"/>
                      <a:ea typeface="+mn-ea"/>
                      <a:cs typeface="+mn-cs"/>
                      <a:sym typeface="+mn-lt"/>
                    </a:defRPr>
                  </a:pPr>
                  <a:endParaRPr lang="pt-B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7-F6B3-40CF-9619-EA6375F071FC}"/>
                </c:ext>
              </c:extLst>
            </c:dLbl>
            <c:dLbl>
              <c:idx val="8"/>
              <c:layout>
                <c:manualLayout>
                  <c:x val="0"/>
                  <c:y val="-0.34202127659574466"/>
                </c:manualLayout>
              </c:layout>
              <c:numFmt formatCode="#,##0;&quot;-&quot;#,##0" sourceLinked="0"/>
              <c:spPr>
                <a:noFill/>
                <a:ln>
                  <a:noFill/>
                </a:ln>
              </c:spPr>
              <c:txPr>
                <a:bodyPr wrap="none"/>
                <a:lstStyle/>
                <a:p>
                  <a:pPr>
                    <a:defRPr sz="1200" kern="1200">
                      <a:solidFill>
                        <a:schemeClr val="tx1"/>
                      </a:solidFill>
                      <a:latin typeface="+mn-lt"/>
                      <a:ea typeface="+mn-ea"/>
                      <a:cs typeface="+mn-cs"/>
                      <a:sym typeface="+mn-lt"/>
                    </a:defRPr>
                  </a:pPr>
                  <a:endParaRPr lang="pt-B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8-F6B3-40CF-9619-EA6375F071FC}"/>
                </c:ext>
              </c:extLst>
            </c:dLbl>
            <c:dLbl>
              <c:idx val="9"/>
              <c:layout>
                <c:manualLayout>
                  <c:x val="0"/>
                  <c:y val="-0.33617021276595743"/>
                </c:manualLayout>
              </c:layout>
              <c:numFmt formatCode="#,##0;&quot;-&quot;#,##0" sourceLinked="0"/>
              <c:spPr>
                <a:noFill/>
                <a:ln>
                  <a:noFill/>
                </a:ln>
              </c:spPr>
              <c:txPr>
                <a:bodyPr wrap="none"/>
                <a:lstStyle/>
                <a:p>
                  <a:pPr>
                    <a:defRPr sz="1200" kern="1200">
                      <a:solidFill>
                        <a:schemeClr val="tx1"/>
                      </a:solidFill>
                      <a:latin typeface="+mn-lt"/>
                      <a:ea typeface="+mn-ea"/>
                      <a:cs typeface="+mn-cs"/>
                      <a:sym typeface="+mn-lt"/>
                    </a:defRPr>
                  </a:pPr>
                  <a:endParaRPr lang="pt-B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9-F6B3-40CF-9619-EA6375F071FC}"/>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Sheet1!$A$1:$J$1</c:f>
              <c:numCache>
                <c:formatCode>General</c:formatCode>
                <c:ptCount val="10"/>
                <c:pt idx="0">
                  <c:v>366</c:v>
                </c:pt>
                <c:pt idx="1">
                  <c:v>325.39999999999998</c:v>
                </c:pt>
                <c:pt idx="2">
                  <c:v>322.7</c:v>
                </c:pt>
                <c:pt idx="3">
                  <c:v>390.8</c:v>
                </c:pt>
                <c:pt idx="4">
                  <c:v>407.84313725490193</c:v>
                </c:pt>
                <c:pt idx="5">
                  <c:v>396.9387755102041</c:v>
                </c:pt>
                <c:pt idx="6">
                  <c:v>425.67307692307691</c:v>
                </c:pt>
                <c:pt idx="7">
                  <c:v>402.59615384615387</c:v>
                </c:pt>
                <c:pt idx="8">
                  <c:v>329.01960784313724</c:v>
                </c:pt>
                <c:pt idx="9">
                  <c:v>322.875</c:v>
                </c:pt>
              </c:numCache>
            </c:numRef>
          </c:val>
          <c:extLst>
            <c:ext xmlns:c16="http://schemas.microsoft.com/office/drawing/2014/chart" uri="{C3380CC4-5D6E-409C-BE32-E72D297353CC}">
              <c16:uniqueId val="{0000000A-F6B3-40CF-9619-EA6375F071FC}"/>
            </c:ext>
          </c:extLst>
        </c:ser>
        <c:ser>
          <c:idx val="1"/>
          <c:order val="1"/>
          <c:spPr>
            <a:solidFill>
              <a:srgbClr val="E5E5E5"/>
            </a:solidFill>
            <a:ln>
              <a:noFill/>
            </a:ln>
          </c:spPr>
          <c:invertIfNegative val="0"/>
          <c:dLbls>
            <c:dLbl>
              <c:idx val="0"/>
              <c:layout>
                <c:manualLayout>
                  <c:x val="0"/>
                  <c:y val="-0.32074468085106383"/>
                </c:manualLayout>
              </c:layout>
              <c:numFmt formatCode="#,##0;&quot;-&quot;#,##0" sourceLinked="0"/>
              <c:spPr>
                <a:noFill/>
                <a:ln>
                  <a:noFill/>
                </a:ln>
              </c:spPr>
              <c:txPr>
                <a:bodyPr wrap="none"/>
                <a:lstStyle/>
                <a:p>
                  <a:pPr>
                    <a:defRPr sz="1200" kern="1200">
                      <a:solidFill>
                        <a:schemeClr val="tx1"/>
                      </a:solidFill>
                      <a:latin typeface="+mn-lt"/>
                      <a:ea typeface="+mn-ea"/>
                      <a:cs typeface="+mn-cs"/>
                      <a:sym typeface="+mn-lt"/>
                    </a:defRPr>
                  </a:pPr>
                  <a:endParaRPr lang="pt-B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B-F6B3-40CF-9619-EA6375F071FC}"/>
                </c:ext>
              </c:extLst>
            </c:dLbl>
            <c:dLbl>
              <c:idx val="1"/>
              <c:layout>
                <c:manualLayout>
                  <c:x val="0"/>
                  <c:y val="-0.3973404255319149"/>
                </c:manualLayout>
              </c:layout>
              <c:numFmt formatCode="#,##0;&quot;-&quot;#,##0" sourceLinked="0"/>
              <c:spPr>
                <a:noFill/>
                <a:ln>
                  <a:noFill/>
                </a:ln>
              </c:spPr>
              <c:txPr>
                <a:bodyPr wrap="none"/>
                <a:lstStyle/>
                <a:p>
                  <a:pPr>
                    <a:defRPr sz="1200" kern="1200">
                      <a:solidFill>
                        <a:schemeClr val="tx1"/>
                      </a:solidFill>
                      <a:latin typeface="+mn-lt"/>
                      <a:ea typeface="+mn-ea"/>
                      <a:cs typeface="+mn-cs"/>
                      <a:sym typeface="+mn-lt"/>
                    </a:defRPr>
                  </a:pPr>
                  <a:endParaRPr lang="pt-B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C-F6B3-40CF-9619-EA6375F071FC}"/>
                </c:ext>
              </c:extLst>
            </c:dLbl>
            <c:dLbl>
              <c:idx val="2"/>
              <c:layout>
                <c:manualLayout>
                  <c:x val="0"/>
                  <c:y val="-0.39468085106382977"/>
                </c:manualLayout>
              </c:layout>
              <c:numFmt formatCode="#,##0;&quot;-&quot;#,##0" sourceLinked="0"/>
              <c:spPr>
                <a:noFill/>
                <a:ln>
                  <a:noFill/>
                </a:ln>
              </c:spPr>
              <c:txPr>
                <a:bodyPr wrap="none"/>
                <a:lstStyle/>
                <a:p>
                  <a:pPr>
                    <a:defRPr sz="1200" kern="1200">
                      <a:solidFill>
                        <a:schemeClr val="tx1"/>
                      </a:solidFill>
                      <a:latin typeface="+mn-lt"/>
                      <a:ea typeface="+mn-ea"/>
                      <a:cs typeface="+mn-cs"/>
                      <a:sym typeface="+mn-lt"/>
                    </a:defRPr>
                  </a:pPr>
                  <a:endParaRPr lang="pt-B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D-F6B3-40CF-9619-EA6375F071FC}"/>
                </c:ext>
              </c:extLst>
            </c:dLbl>
            <c:dLbl>
              <c:idx val="3"/>
              <c:layout>
                <c:manualLayout>
                  <c:x val="0"/>
                  <c:y val="-0.38829787234042551"/>
                </c:manualLayout>
              </c:layout>
              <c:numFmt formatCode="#,##0;&quot;-&quot;#,##0" sourceLinked="0"/>
              <c:spPr>
                <a:noFill/>
                <a:ln>
                  <a:noFill/>
                </a:ln>
              </c:spPr>
              <c:txPr>
                <a:bodyPr wrap="none"/>
                <a:lstStyle/>
                <a:p>
                  <a:pPr>
                    <a:defRPr sz="1200" kern="1200">
                      <a:solidFill>
                        <a:schemeClr val="tx1"/>
                      </a:solidFill>
                      <a:latin typeface="+mn-lt"/>
                      <a:ea typeface="+mn-ea"/>
                      <a:cs typeface="+mn-cs"/>
                      <a:sym typeface="+mn-lt"/>
                    </a:defRPr>
                  </a:pPr>
                  <a:endParaRPr lang="pt-B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E-F6B3-40CF-9619-EA6375F071FC}"/>
                </c:ext>
              </c:extLst>
            </c:dLbl>
            <c:dLbl>
              <c:idx val="4"/>
              <c:layout>
                <c:manualLayout>
                  <c:x val="0"/>
                  <c:y val="-0.39468085106382977"/>
                </c:manualLayout>
              </c:layout>
              <c:numFmt formatCode="#,##0;&quot;-&quot;#,##0" sourceLinked="0"/>
              <c:spPr>
                <a:noFill/>
                <a:ln>
                  <a:noFill/>
                </a:ln>
              </c:spPr>
              <c:txPr>
                <a:bodyPr wrap="none"/>
                <a:lstStyle/>
                <a:p>
                  <a:pPr>
                    <a:defRPr sz="1200" kern="1200">
                      <a:solidFill>
                        <a:schemeClr val="tx1"/>
                      </a:solidFill>
                      <a:latin typeface="+mn-lt"/>
                      <a:ea typeface="+mn-ea"/>
                      <a:cs typeface="+mn-cs"/>
                      <a:sym typeface="+mn-lt"/>
                    </a:defRPr>
                  </a:pPr>
                  <a:endParaRPr lang="pt-B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F-F6B3-40CF-9619-EA6375F071FC}"/>
                </c:ext>
              </c:extLst>
            </c:dLbl>
            <c:dLbl>
              <c:idx val="5"/>
              <c:layout>
                <c:manualLayout>
                  <c:x val="0"/>
                  <c:y val="-0.41170212765957448"/>
                </c:manualLayout>
              </c:layout>
              <c:numFmt formatCode="#,##0;&quot;-&quot;#,##0" sourceLinked="0"/>
              <c:spPr>
                <a:noFill/>
                <a:ln>
                  <a:noFill/>
                </a:ln>
              </c:spPr>
              <c:txPr>
                <a:bodyPr wrap="none"/>
                <a:lstStyle/>
                <a:p>
                  <a:pPr>
                    <a:defRPr sz="1200" kern="1200">
                      <a:solidFill>
                        <a:schemeClr val="tx1"/>
                      </a:solidFill>
                      <a:latin typeface="+mn-lt"/>
                      <a:ea typeface="+mn-ea"/>
                      <a:cs typeface="+mn-cs"/>
                      <a:sym typeface="+mn-lt"/>
                    </a:defRPr>
                  </a:pPr>
                  <a:endParaRPr lang="pt-B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0-F6B3-40CF-9619-EA6375F071FC}"/>
                </c:ext>
              </c:extLst>
            </c:dLbl>
            <c:dLbl>
              <c:idx val="6"/>
              <c:layout>
                <c:manualLayout>
                  <c:x val="0"/>
                  <c:y val="-0.36063829787234042"/>
                </c:manualLayout>
              </c:layout>
              <c:numFmt formatCode="#,##0;&quot;-&quot;#,##0" sourceLinked="0"/>
              <c:spPr>
                <a:noFill/>
                <a:ln>
                  <a:noFill/>
                </a:ln>
              </c:spPr>
              <c:txPr>
                <a:bodyPr wrap="none"/>
                <a:lstStyle/>
                <a:p>
                  <a:pPr>
                    <a:defRPr sz="1200" kern="1200">
                      <a:solidFill>
                        <a:schemeClr val="tx1"/>
                      </a:solidFill>
                      <a:latin typeface="+mn-lt"/>
                      <a:ea typeface="+mn-ea"/>
                      <a:cs typeface="+mn-cs"/>
                      <a:sym typeface="+mn-lt"/>
                    </a:defRPr>
                  </a:pPr>
                  <a:endParaRPr lang="pt-B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1-F6B3-40CF-9619-EA6375F071FC}"/>
                </c:ext>
              </c:extLst>
            </c:dLbl>
            <c:dLbl>
              <c:idx val="7"/>
              <c:layout>
                <c:manualLayout>
                  <c:x val="0"/>
                  <c:y val="-0.38989361702127662"/>
                </c:manualLayout>
              </c:layout>
              <c:numFmt formatCode="#,##0;&quot;-&quot;#,##0" sourceLinked="0"/>
              <c:spPr>
                <a:noFill/>
                <a:ln>
                  <a:noFill/>
                </a:ln>
              </c:spPr>
              <c:txPr>
                <a:bodyPr wrap="none"/>
                <a:lstStyle/>
                <a:p>
                  <a:pPr>
                    <a:defRPr sz="1200" kern="1200">
                      <a:solidFill>
                        <a:schemeClr val="tx1"/>
                      </a:solidFill>
                      <a:latin typeface="+mn-lt"/>
                      <a:ea typeface="+mn-ea"/>
                      <a:cs typeface="+mn-cs"/>
                      <a:sym typeface="+mn-lt"/>
                    </a:defRPr>
                  </a:pPr>
                  <a:endParaRPr lang="pt-B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2-F6B3-40CF-9619-EA6375F071FC}"/>
                </c:ext>
              </c:extLst>
            </c:dLbl>
            <c:dLbl>
              <c:idx val="8"/>
              <c:layout>
                <c:manualLayout>
                  <c:x val="0"/>
                  <c:y val="-0.42872340425531913"/>
                </c:manualLayout>
              </c:layout>
              <c:numFmt formatCode="#,##0;&quot;-&quot;#,##0" sourceLinked="0"/>
              <c:spPr>
                <a:noFill/>
                <a:ln>
                  <a:noFill/>
                </a:ln>
              </c:spPr>
              <c:txPr>
                <a:bodyPr wrap="none"/>
                <a:lstStyle/>
                <a:p>
                  <a:pPr>
                    <a:defRPr sz="1200" kern="1200">
                      <a:solidFill>
                        <a:schemeClr val="tx1"/>
                      </a:solidFill>
                      <a:latin typeface="+mn-lt"/>
                      <a:ea typeface="+mn-ea"/>
                      <a:cs typeface="+mn-cs"/>
                      <a:sym typeface="+mn-lt"/>
                    </a:defRPr>
                  </a:pPr>
                  <a:endParaRPr lang="pt-B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3-F6B3-40CF-9619-EA6375F071FC}"/>
                </c:ext>
              </c:extLst>
            </c:dLbl>
            <c:dLbl>
              <c:idx val="9"/>
              <c:layout>
                <c:manualLayout>
                  <c:x val="0"/>
                  <c:y val="-0.20638297872340425"/>
                </c:manualLayout>
              </c:layout>
              <c:numFmt formatCode="#,##0;&quot;-&quot;#,##0" sourceLinked="0"/>
              <c:spPr>
                <a:noFill/>
                <a:ln>
                  <a:noFill/>
                </a:ln>
              </c:spPr>
              <c:txPr>
                <a:bodyPr wrap="none"/>
                <a:lstStyle/>
                <a:p>
                  <a:pPr>
                    <a:defRPr sz="1200" kern="1200">
                      <a:solidFill>
                        <a:schemeClr val="tx1"/>
                      </a:solidFill>
                      <a:latin typeface="+mn-lt"/>
                      <a:ea typeface="+mn-ea"/>
                      <a:cs typeface="+mn-cs"/>
                      <a:sym typeface="+mn-lt"/>
                    </a:defRPr>
                  </a:pPr>
                  <a:endParaRPr lang="pt-B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4-F6B3-40CF-9619-EA6375F071FC}"/>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Sheet1!$A$2:$J$2</c:f>
              <c:numCache>
                <c:formatCode>General</c:formatCode>
                <c:ptCount val="10"/>
                <c:pt idx="0">
                  <c:v>306.3</c:v>
                </c:pt>
                <c:pt idx="1">
                  <c:v>389.5</c:v>
                </c:pt>
                <c:pt idx="2">
                  <c:v>386.58536585365852</c:v>
                </c:pt>
                <c:pt idx="3">
                  <c:v>379.28571428571428</c:v>
                </c:pt>
                <c:pt idx="4">
                  <c:v>386.5</c:v>
                </c:pt>
                <c:pt idx="5">
                  <c:v>405.12820512820514</c:v>
                </c:pt>
                <c:pt idx="6">
                  <c:v>350</c:v>
                </c:pt>
                <c:pt idx="7">
                  <c:v>381.70731707317071</c:v>
                </c:pt>
                <c:pt idx="8">
                  <c:v>423.33333333333331</c:v>
                </c:pt>
                <c:pt idx="9">
                  <c:v>181.42857142857142</c:v>
                </c:pt>
              </c:numCache>
            </c:numRef>
          </c:val>
          <c:extLst>
            <c:ext xmlns:c16="http://schemas.microsoft.com/office/drawing/2014/chart" uri="{C3380CC4-5D6E-409C-BE32-E72D297353CC}">
              <c16:uniqueId val="{00000015-F6B3-40CF-9619-EA6375F071FC}"/>
            </c:ext>
          </c:extLst>
        </c:ser>
        <c:ser>
          <c:idx val="2"/>
          <c:order val="2"/>
          <c:spPr>
            <a:solidFill>
              <a:schemeClr val="accent1"/>
            </a:solidFill>
            <a:ln>
              <a:noFill/>
            </a:ln>
          </c:spPr>
          <c:invertIfNegative val="0"/>
          <c:dLbls>
            <c:dLbl>
              <c:idx val="0"/>
              <c:layout>
                <c:manualLayout>
                  <c:x val="0"/>
                  <c:y val="-0.34414893617021275"/>
                </c:manualLayout>
              </c:layout>
              <c:numFmt formatCode="#,##0;&quot;-&quot;#,##0" sourceLinked="0"/>
              <c:spPr>
                <a:noFill/>
                <a:ln>
                  <a:noFill/>
                </a:ln>
              </c:spPr>
              <c:txPr>
                <a:bodyPr wrap="none"/>
                <a:lstStyle/>
                <a:p>
                  <a:pPr>
                    <a:defRPr sz="1200" kern="1200">
                      <a:solidFill>
                        <a:schemeClr val="tx1"/>
                      </a:solidFill>
                      <a:latin typeface="+mn-lt"/>
                      <a:ea typeface="+mn-ea"/>
                      <a:cs typeface="+mn-cs"/>
                      <a:sym typeface="+mn-lt"/>
                    </a:defRPr>
                  </a:pPr>
                  <a:endParaRPr lang="pt-B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6-F6B3-40CF-9619-EA6375F071FC}"/>
                </c:ext>
              </c:extLst>
            </c:dLbl>
            <c:dLbl>
              <c:idx val="1"/>
              <c:layout>
                <c:manualLayout>
                  <c:x val="0"/>
                  <c:y val="-0.28457446808510639"/>
                </c:manualLayout>
              </c:layout>
              <c:numFmt formatCode="#,##0;&quot;-&quot;#,##0" sourceLinked="0"/>
              <c:spPr>
                <a:noFill/>
                <a:ln>
                  <a:noFill/>
                </a:ln>
              </c:spPr>
              <c:txPr>
                <a:bodyPr wrap="none"/>
                <a:lstStyle/>
                <a:p>
                  <a:pPr>
                    <a:defRPr sz="1200" kern="1200">
                      <a:solidFill>
                        <a:schemeClr val="tx1"/>
                      </a:solidFill>
                      <a:latin typeface="+mn-lt"/>
                      <a:ea typeface="+mn-ea"/>
                      <a:cs typeface="+mn-cs"/>
                      <a:sym typeface="+mn-lt"/>
                    </a:defRPr>
                  </a:pPr>
                  <a:endParaRPr lang="pt-B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7-F6B3-40CF-9619-EA6375F071FC}"/>
                </c:ext>
              </c:extLst>
            </c:dLbl>
            <c:dLbl>
              <c:idx val="2"/>
              <c:layout>
                <c:manualLayout>
                  <c:x val="0"/>
                  <c:y val="-0.3303191489361702"/>
                </c:manualLayout>
              </c:layout>
              <c:numFmt formatCode="#,##0;&quot;-&quot;#,##0" sourceLinked="0"/>
              <c:spPr>
                <a:noFill/>
                <a:ln>
                  <a:noFill/>
                </a:ln>
              </c:spPr>
              <c:txPr>
                <a:bodyPr wrap="none"/>
                <a:lstStyle/>
                <a:p>
                  <a:pPr>
                    <a:defRPr sz="1200" kern="1200">
                      <a:solidFill>
                        <a:schemeClr val="tx1"/>
                      </a:solidFill>
                      <a:latin typeface="+mn-lt"/>
                      <a:ea typeface="+mn-ea"/>
                      <a:cs typeface="+mn-cs"/>
                      <a:sym typeface="+mn-lt"/>
                    </a:defRPr>
                  </a:pPr>
                  <a:endParaRPr lang="pt-B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8-F6B3-40CF-9619-EA6375F071FC}"/>
                </c:ext>
              </c:extLst>
            </c:dLbl>
            <c:dLbl>
              <c:idx val="3"/>
              <c:layout>
                <c:manualLayout>
                  <c:x val="0"/>
                  <c:y val="-0.35212765957446807"/>
                </c:manualLayout>
              </c:layout>
              <c:numFmt formatCode="#,##0;&quot;-&quot;#,##0" sourceLinked="0"/>
              <c:spPr>
                <a:noFill/>
                <a:ln>
                  <a:noFill/>
                </a:ln>
              </c:spPr>
              <c:txPr>
                <a:bodyPr wrap="none"/>
                <a:lstStyle/>
                <a:p>
                  <a:pPr>
                    <a:defRPr sz="1200" kern="1200">
                      <a:solidFill>
                        <a:schemeClr val="tx1"/>
                      </a:solidFill>
                      <a:latin typeface="+mn-lt"/>
                      <a:ea typeface="+mn-ea"/>
                      <a:cs typeface="+mn-cs"/>
                      <a:sym typeface="+mn-lt"/>
                    </a:defRPr>
                  </a:pPr>
                  <a:endParaRPr lang="pt-B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9-F6B3-40CF-9619-EA6375F071FC}"/>
                </c:ext>
              </c:extLst>
            </c:dLbl>
            <c:dLbl>
              <c:idx val="4"/>
              <c:layout>
                <c:manualLayout>
                  <c:x val="0"/>
                  <c:y val="-0.38829787234042551"/>
                </c:manualLayout>
              </c:layout>
              <c:numFmt formatCode="#,##0;&quot;-&quot;#,##0" sourceLinked="0"/>
              <c:spPr>
                <a:noFill/>
                <a:ln>
                  <a:noFill/>
                </a:ln>
              </c:spPr>
              <c:txPr>
                <a:bodyPr wrap="none"/>
                <a:lstStyle/>
                <a:p>
                  <a:pPr>
                    <a:defRPr sz="1200" kern="1200">
                      <a:solidFill>
                        <a:schemeClr val="tx1"/>
                      </a:solidFill>
                      <a:latin typeface="+mn-lt"/>
                      <a:ea typeface="+mn-ea"/>
                      <a:cs typeface="+mn-cs"/>
                      <a:sym typeface="+mn-lt"/>
                    </a:defRPr>
                  </a:pPr>
                  <a:endParaRPr lang="pt-B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A-F6B3-40CF-9619-EA6375F071FC}"/>
                </c:ext>
              </c:extLst>
            </c:dLbl>
            <c:dLbl>
              <c:idx val="5"/>
              <c:layout>
                <c:manualLayout>
                  <c:x val="0"/>
                  <c:y val="-0.37021276595744679"/>
                </c:manualLayout>
              </c:layout>
              <c:numFmt formatCode="#,##0;&quot;-&quot;#,##0" sourceLinked="0"/>
              <c:spPr>
                <a:noFill/>
                <a:ln>
                  <a:noFill/>
                </a:ln>
              </c:spPr>
              <c:txPr>
                <a:bodyPr wrap="none"/>
                <a:lstStyle/>
                <a:p>
                  <a:pPr>
                    <a:defRPr sz="1200" kern="1200">
                      <a:solidFill>
                        <a:schemeClr val="tx1"/>
                      </a:solidFill>
                      <a:latin typeface="+mn-lt"/>
                      <a:ea typeface="+mn-ea"/>
                      <a:cs typeface="+mn-cs"/>
                      <a:sym typeface="+mn-lt"/>
                    </a:defRPr>
                  </a:pPr>
                  <a:endParaRPr lang="pt-B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B-F6B3-40CF-9619-EA6375F071FC}"/>
                </c:ext>
              </c:extLst>
            </c:dLbl>
            <c:dLbl>
              <c:idx val="6"/>
              <c:layout>
                <c:manualLayout>
                  <c:x val="0"/>
                  <c:y val="-0.38404255319148939"/>
                </c:manualLayout>
              </c:layout>
              <c:numFmt formatCode="#,##0;&quot;-&quot;#,##0" sourceLinked="0"/>
              <c:spPr>
                <a:noFill/>
                <a:ln>
                  <a:noFill/>
                </a:ln>
              </c:spPr>
              <c:txPr>
                <a:bodyPr wrap="none"/>
                <a:lstStyle/>
                <a:p>
                  <a:pPr>
                    <a:defRPr sz="1200" kern="1200">
                      <a:solidFill>
                        <a:schemeClr val="tx1"/>
                      </a:solidFill>
                      <a:latin typeface="+mn-lt"/>
                      <a:ea typeface="+mn-ea"/>
                      <a:cs typeface="+mn-cs"/>
                      <a:sym typeface="+mn-lt"/>
                    </a:defRPr>
                  </a:pPr>
                  <a:endParaRPr lang="pt-B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C-F6B3-40CF-9619-EA6375F071FC}"/>
                </c:ext>
              </c:extLst>
            </c:dLbl>
            <c:dLbl>
              <c:idx val="7"/>
              <c:layout>
                <c:manualLayout>
                  <c:x val="0"/>
                  <c:y val="-0.3781914893617021"/>
                </c:manualLayout>
              </c:layout>
              <c:numFmt formatCode="#,##0;&quot;-&quot;#,##0" sourceLinked="0"/>
              <c:spPr>
                <a:noFill/>
                <a:ln>
                  <a:noFill/>
                </a:ln>
              </c:spPr>
              <c:txPr>
                <a:bodyPr wrap="none"/>
                <a:lstStyle/>
                <a:p>
                  <a:pPr>
                    <a:defRPr sz="1200" kern="1200">
                      <a:solidFill>
                        <a:schemeClr val="tx1"/>
                      </a:solidFill>
                      <a:latin typeface="+mn-lt"/>
                      <a:ea typeface="+mn-ea"/>
                      <a:cs typeface="+mn-cs"/>
                      <a:sym typeface="+mn-lt"/>
                    </a:defRPr>
                  </a:pPr>
                  <a:endParaRPr lang="pt-B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D-F6B3-40CF-9619-EA6375F071FC}"/>
                </c:ext>
              </c:extLst>
            </c:dLbl>
            <c:dLbl>
              <c:idx val="8"/>
              <c:layout>
                <c:manualLayout>
                  <c:x val="0"/>
                  <c:y val="-0.31808510638297871"/>
                </c:manualLayout>
              </c:layout>
              <c:numFmt formatCode="#,##0;&quot;-&quot;#,##0" sourceLinked="0"/>
              <c:spPr>
                <a:noFill/>
                <a:ln>
                  <a:noFill/>
                </a:ln>
              </c:spPr>
              <c:txPr>
                <a:bodyPr wrap="none"/>
                <a:lstStyle/>
                <a:p>
                  <a:pPr>
                    <a:defRPr sz="1200" kern="1200">
                      <a:solidFill>
                        <a:schemeClr val="tx1"/>
                      </a:solidFill>
                      <a:latin typeface="+mn-lt"/>
                      <a:ea typeface="+mn-ea"/>
                      <a:cs typeface="+mn-cs"/>
                      <a:sym typeface="+mn-lt"/>
                    </a:defRPr>
                  </a:pPr>
                  <a:endParaRPr lang="pt-B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E-F6B3-40CF-9619-EA6375F071FC}"/>
                </c:ext>
              </c:extLst>
            </c:dLbl>
            <c:dLbl>
              <c:idx val="9"/>
              <c:layout>
                <c:manualLayout>
                  <c:x val="0"/>
                  <c:y val="-0.33670212765957447"/>
                </c:manualLayout>
              </c:layout>
              <c:numFmt formatCode="#,##0;&quot;-&quot;#,##0" sourceLinked="0"/>
              <c:spPr>
                <a:noFill/>
                <a:ln>
                  <a:noFill/>
                </a:ln>
              </c:spPr>
              <c:txPr>
                <a:bodyPr wrap="none"/>
                <a:lstStyle/>
                <a:p>
                  <a:pPr>
                    <a:defRPr sz="1200" kern="1200">
                      <a:solidFill>
                        <a:schemeClr val="tx1"/>
                      </a:solidFill>
                      <a:latin typeface="+mn-lt"/>
                      <a:ea typeface="+mn-ea"/>
                      <a:cs typeface="+mn-cs"/>
                      <a:sym typeface="+mn-lt"/>
                    </a:defRPr>
                  </a:pPr>
                  <a:endParaRPr lang="pt-BR"/>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F-F6B3-40CF-9619-EA6375F071FC}"/>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Sheet1!$A$3:$J$3</c:f>
              <c:numCache>
                <c:formatCode>General</c:formatCode>
                <c:ptCount val="10"/>
                <c:pt idx="0">
                  <c:v>331.3</c:v>
                </c:pt>
                <c:pt idx="1">
                  <c:v>266.7</c:v>
                </c:pt>
                <c:pt idx="2">
                  <c:v>316.66666666666669</c:v>
                </c:pt>
                <c:pt idx="3">
                  <c:v>340</c:v>
                </c:pt>
                <c:pt idx="4">
                  <c:v>380</c:v>
                </c:pt>
                <c:pt idx="5">
                  <c:v>360</c:v>
                </c:pt>
                <c:pt idx="6">
                  <c:v>375</c:v>
                </c:pt>
                <c:pt idx="7">
                  <c:v>368.75</c:v>
                </c:pt>
                <c:pt idx="8">
                  <c:v>303.33333333333331</c:v>
                </c:pt>
                <c:pt idx="9">
                  <c:v>323.10000000000002</c:v>
                </c:pt>
              </c:numCache>
            </c:numRef>
          </c:val>
          <c:extLst>
            <c:ext xmlns:c16="http://schemas.microsoft.com/office/drawing/2014/chart" uri="{C3380CC4-5D6E-409C-BE32-E72D297353CC}">
              <c16:uniqueId val="{00000020-F6B3-40CF-9619-EA6375F071FC}"/>
            </c:ext>
          </c:extLst>
        </c:ser>
        <c:dLbls>
          <c:showLegendKey val="0"/>
          <c:showVal val="0"/>
          <c:showCatName val="0"/>
          <c:showSerName val="0"/>
          <c:showPercent val="0"/>
          <c:showBubbleSize val="0"/>
        </c:dLbls>
        <c:gapWidth val="80"/>
        <c:axId val="587862703"/>
        <c:axId val="1"/>
      </c:barChart>
      <c:catAx>
        <c:axId val="587862703"/>
        <c:scaling>
          <c:orientation val="minMax"/>
        </c:scaling>
        <c:delete val="0"/>
        <c:axPos val="b"/>
        <c:majorGridlines>
          <c:spPr>
            <a:ln>
              <a:noFill/>
            </a:ln>
          </c:spPr>
        </c:majorGridlines>
        <c:majorTickMark val="none"/>
        <c:minorTickMark val="none"/>
        <c:tickLblPos val="none"/>
        <c:spPr>
          <a:ln w="9525" cmpd="sng" algn="ctr">
            <a:solidFill>
              <a:srgbClr val="808080"/>
            </a:solidFill>
            <a:prstDash val="solid"/>
          </a:ln>
        </c:spPr>
        <c:crossAx val="1"/>
        <c:crosses val="min"/>
        <c:auto val="0"/>
        <c:lblAlgn val="ctr"/>
        <c:lblOffset val="100"/>
        <c:noMultiLvlLbl val="0"/>
      </c:catAx>
      <c:valAx>
        <c:axId val="1"/>
        <c:scaling>
          <c:orientation val="minMax"/>
          <c:max val="425.67307692307691"/>
          <c:min val="0"/>
        </c:scaling>
        <c:delete val="1"/>
        <c:axPos val="l"/>
        <c:numFmt formatCode="General" sourceLinked="1"/>
        <c:majorTickMark val="out"/>
        <c:minorTickMark val="none"/>
        <c:tickLblPos val="nextTo"/>
        <c:crossAx val="587862703"/>
        <c:crosses val="min"/>
        <c:crossBetween val="between"/>
      </c:valAx>
    </c:plotArea>
    <c:plotVisOnly val="0"/>
    <c:dispBlanksAs val="gap"/>
    <c:showDLblsOverMax val="1"/>
  </c:chart>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10.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ADC46BE-E5F6-4A39-AB2C-A6C0D7A88F49}" type="datetime1">
              <a:rPr lang="pt-BR" smtClean="0"/>
              <a:t>29/05/2024</a:t>
            </a:fld>
            <a:endParaRPr lang="pt-B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8C0C402-892D-4781-9848-610ADB9BABC1}" type="slidenum">
              <a:rPr lang="pt-BR" smtClean="0"/>
              <a:t>‹#›</a:t>
            </a:fld>
            <a:endParaRPr lang="pt-BR"/>
          </a:p>
        </p:txBody>
      </p:sp>
    </p:spTree>
    <p:extLst>
      <p:ext uri="{BB962C8B-B14F-4D97-AF65-F5344CB8AC3E}">
        <p14:creationId xmlns:p14="http://schemas.microsoft.com/office/powerpoint/2010/main" val="225290557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rtl="0">
              <a:defRPr sz="1200"/>
            </a:lvl1pPr>
          </a:lstStyle>
          <a:p>
            <a:endParaRPr lang="pt-B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rtl="0">
              <a:defRPr sz="1200"/>
            </a:lvl1pPr>
          </a:lstStyle>
          <a:p>
            <a:fld id="{BEFAD8BD-33A6-4F34-B970-CBE3C883F54D}" type="datetime1">
              <a:rPr lang="pt-BR" smtClean="0"/>
              <a:pPr/>
              <a:t>29/05/2024</a:t>
            </a:fld>
            <a:endParaRPr lang="pt-B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err="1"/>
              <a:t>Edit</a:t>
            </a:r>
            <a:r>
              <a:rPr lang="pt-BR"/>
              <a:t> Master </a:t>
            </a:r>
            <a:r>
              <a:rPr lang="pt-BR" err="1"/>
              <a:t>text</a:t>
            </a:r>
            <a:r>
              <a:rPr lang="pt-BR"/>
              <a:t> </a:t>
            </a:r>
            <a:r>
              <a:rPr lang="pt-BR" err="1"/>
              <a:t>styles</a:t>
            </a:r>
            <a:endParaRPr lang="pt-BR"/>
          </a:p>
          <a:p>
            <a:pPr lvl="1"/>
            <a:r>
              <a:rPr lang="pt-BR" err="1"/>
              <a:t>Second</a:t>
            </a:r>
            <a:r>
              <a:rPr lang="pt-BR"/>
              <a:t> </a:t>
            </a:r>
            <a:r>
              <a:rPr lang="pt-BR" err="1"/>
              <a:t>level</a:t>
            </a:r>
            <a:endParaRPr lang="pt-BR"/>
          </a:p>
          <a:p>
            <a:pPr lvl="2"/>
            <a:r>
              <a:rPr lang="pt-BR" err="1"/>
              <a:t>Third</a:t>
            </a:r>
            <a:r>
              <a:rPr lang="pt-BR"/>
              <a:t> </a:t>
            </a:r>
            <a:r>
              <a:rPr lang="pt-BR" err="1"/>
              <a:t>level</a:t>
            </a:r>
            <a:endParaRPr lang="pt-BR"/>
          </a:p>
          <a:p>
            <a:pPr lvl="3"/>
            <a:r>
              <a:rPr lang="pt-BR" err="1"/>
              <a:t>Fourth</a:t>
            </a:r>
            <a:r>
              <a:rPr lang="pt-BR"/>
              <a:t> </a:t>
            </a:r>
            <a:r>
              <a:rPr lang="pt-BR" err="1"/>
              <a:t>level</a:t>
            </a:r>
            <a:endParaRPr lang="pt-BR"/>
          </a:p>
          <a:p>
            <a:pPr lvl="4"/>
            <a:r>
              <a:rPr lang="pt-BR" err="1"/>
              <a:t>Fifth</a:t>
            </a:r>
            <a:r>
              <a:rPr lang="pt-BR"/>
              <a:t> </a:t>
            </a:r>
            <a:r>
              <a:rPr lang="pt-BR" err="1"/>
              <a:t>level</a:t>
            </a:r>
            <a:endParaRPr lang="pt-B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rtl="0">
              <a:defRPr sz="1200"/>
            </a:lvl1pPr>
          </a:lstStyle>
          <a:p>
            <a:endParaRPr lang="pt-B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rtl="0">
              <a:defRPr sz="1200"/>
            </a:lvl1pPr>
          </a:lstStyle>
          <a:p>
            <a:fld id="{A6FA043B-F25A-4301-B65E-43AB6EF28DF0}" type="slidenum">
              <a:rPr lang="pt-BR" smtClean="0"/>
              <a:pPr/>
              <a:t>‹#›</a:t>
            </a:fld>
            <a:endParaRPr lang="pt-BR"/>
          </a:p>
        </p:txBody>
      </p:sp>
    </p:spTree>
    <p:extLst>
      <p:ext uri="{BB962C8B-B14F-4D97-AF65-F5344CB8AC3E}">
        <p14:creationId xmlns:p14="http://schemas.microsoft.com/office/powerpoint/2010/main" val="196236348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globalfert.com.br/ogf-dinamico/parte2/cap05" TargetMode="External"/><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FA043B-F25A-4301-B65E-43AB6EF28DF0}" type="slidenum">
              <a:rPr kumimoji="0" lang="pt-B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0</a:t>
            </a:fld>
            <a:endParaRPr kumimoji="0" lang="pt-B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866834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FA043B-F25A-4301-B65E-43AB6EF28DF0}" type="slidenum">
              <a:rPr kumimoji="0" lang="pt-B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pt-B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440151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FA043B-F25A-4301-B65E-43AB6EF28DF0}" type="slidenum">
              <a:rPr kumimoji="0" lang="pt-B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pt-B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653913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90488" y="744538"/>
            <a:ext cx="6616700" cy="3722687"/>
          </a:xfrm>
        </p:spPr>
      </p:sp>
      <p:sp>
        <p:nvSpPr>
          <p:cNvPr id="3" name="Espaço Reservado para Anotações 2"/>
          <p:cNvSpPr>
            <a:spLocks noGrp="1"/>
          </p:cNvSpPr>
          <p:nvPr>
            <p:ph type="body" idx="1"/>
          </p:nvPr>
        </p:nvSpPr>
        <p:spPr/>
        <p:txBody>
          <a:bodyPr/>
          <a:lstStyle/>
          <a:p>
            <a:endParaRPr lang="en-US"/>
          </a:p>
        </p:txBody>
      </p:sp>
      <p:sp>
        <p:nvSpPr>
          <p:cNvPr id="4" name="Espaço Reservado para Número de Slide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BBC4FF-8FEB-4576-B969-FFBF010A3F42}"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6543173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a:p>
        </p:txBody>
      </p:sp>
      <p:sp>
        <p:nvSpPr>
          <p:cNvPr id="4" name="Slide Number Placeholder 3"/>
          <p:cNvSpPr>
            <a:spLocks noGrp="1"/>
          </p:cNvSpPr>
          <p:nvPr>
            <p:ph type="sldNum" sz="quarter" idx="5"/>
          </p:nvPr>
        </p:nvSpPr>
        <p:spPr/>
        <p:txBody>
          <a:bodyPr/>
          <a:lstStyle/>
          <a:p>
            <a:fld id="{A6FA043B-F25A-4301-B65E-43AB6EF28DF0}" type="slidenum">
              <a:rPr lang="pt-BR" smtClean="0"/>
              <a:pPr/>
              <a:t>4</a:t>
            </a:fld>
            <a:endParaRPr lang="pt-BR"/>
          </a:p>
        </p:txBody>
      </p:sp>
    </p:spTree>
    <p:extLst>
      <p:ext uri="{BB962C8B-B14F-4D97-AF65-F5344CB8AC3E}">
        <p14:creationId xmlns:p14="http://schemas.microsoft.com/office/powerpoint/2010/main" val="30763302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en-US"/>
          </a:p>
        </p:txBody>
      </p:sp>
      <p:sp>
        <p:nvSpPr>
          <p:cNvPr id="4" name="Espaço Reservado para Número de Slid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6444F96-44E6-4DB5-A561-F48DEC320D32}" type="slidenum">
              <a:rPr kumimoji="0" lang="pt-B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pt-B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722478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dirty="0">
                <a:hlinkClick r:id="rId3"/>
              </a:rPr>
              <a:t>Fonte: https://globalfert.com.br/ogf-dinamico/parte2/cap05</a:t>
            </a: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https://www.brasilmineral.com.br/maiores/Galvani</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p:txBody>
      </p:sp>
      <p:sp>
        <p:nvSpPr>
          <p:cNvPr id="4" name="Espaço Reservado para Número de Slide 3"/>
          <p:cNvSpPr>
            <a:spLocks noGrp="1"/>
          </p:cNvSpPr>
          <p:nvPr>
            <p:ph type="sldNum" sz="quarter" idx="5"/>
          </p:nvPr>
        </p:nvSpPr>
        <p:spPr/>
        <p:txBody>
          <a:bodyPr/>
          <a:lstStyle/>
          <a:p>
            <a:fld id="{A6FA043B-F25A-4301-B65E-43AB6EF28DF0}" type="slidenum">
              <a:rPr lang="pt-BR" smtClean="0"/>
              <a:pPr/>
              <a:t>10</a:t>
            </a:fld>
            <a:endParaRPr lang="pt-BR"/>
          </a:p>
        </p:txBody>
      </p:sp>
    </p:spTree>
    <p:extLst>
      <p:ext uri="{BB962C8B-B14F-4D97-AF65-F5344CB8AC3E}">
        <p14:creationId xmlns:p14="http://schemas.microsoft.com/office/powerpoint/2010/main" val="22035036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200" b="1">
                <a:solidFill>
                  <a:srgbClr val="000000"/>
                </a:solidFill>
                <a:latin typeface="Arial" panose="020B0604020202020204" pitchFamily="34" charset="0"/>
                <a:cs typeface="Arial" panose="020B0604020202020204" pitchFamily="34" charset="0"/>
              </a:rPr>
              <a:t>https://www.gov.br/agricultura/pt-br/assuntos/insumos-agropecuarios/insumos-agricolas/fertilizantes/plano-nacional-de-fertilizantes/o-plano-nacional-de-fertilizantes</a:t>
            </a:r>
          </a:p>
          <a:p>
            <a:pPr marL="0" marR="0" lvl="0" indent="0" algn="l" defTabSz="914400" rtl="0" eaLnBrk="1" fontAlgn="auto" latinLnBrk="0" hangingPunct="1">
              <a:lnSpc>
                <a:spcPct val="100000"/>
              </a:lnSpc>
              <a:spcBef>
                <a:spcPts val="0"/>
              </a:spcBef>
              <a:spcAft>
                <a:spcPts val="0"/>
              </a:spcAft>
              <a:buClrTx/>
              <a:buSzTx/>
              <a:buFontTx/>
              <a:buNone/>
              <a:tabLst/>
              <a:defRPr/>
            </a:pPr>
            <a:r>
              <a:rPr lang="pt-BR" sz="1200" b="1">
                <a:solidFill>
                  <a:srgbClr val="000000"/>
                </a:solidFill>
                <a:latin typeface="Arial" panose="020B0604020202020204" pitchFamily="34" charset="0"/>
                <a:cs typeface="Arial" panose="020B0604020202020204" pitchFamily="34" charset="0"/>
              </a:rPr>
              <a:t>https://static.poder360.com.br/2022/03/plano-nacional-de-fertilizantes-brasil-2050.pdf</a:t>
            </a:r>
          </a:p>
        </p:txBody>
      </p:sp>
      <p:sp>
        <p:nvSpPr>
          <p:cNvPr id="4" name="Espaço Reservado para Número de Slide 3"/>
          <p:cNvSpPr>
            <a:spLocks noGrp="1"/>
          </p:cNvSpPr>
          <p:nvPr>
            <p:ph type="sldNum" sz="quarter" idx="5"/>
          </p:nvPr>
        </p:nvSpPr>
        <p:spPr/>
        <p:txBody>
          <a:bodyPr/>
          <a:lstStyle/>
          <a:p>
            <a:fld id="{A6FA043B-F25A-4301-B65E-43AB6EF28DF0}" type="slidenum">
              <a:rPr lang="pt-BR" smtClean="0"/>
              <a:pPr/>
              <a:t>12</a:t>
            </a:fld>
            <a:endParaRPr lang="pt-BR"/>
          </a:p>
        </p:txBody>
      </p:sp>
    </p:spTree>
    <p:extLst>
      <p:ext uri="{BB962C8B-B14F-4D97-AF65-F5344CB8AC3E}">
        <p14:creationId xmlns:p14="http://schemas.microsoft.com/office/powerpoint/2010/main" val="21371330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5"/>
          </p:nvPr>
        </p:nvSpPr>
        <p:spPr/>
        <p:txBody>
          <a:bodyPr/>
          <a:lstStyle/>
          <a:p>
            <a:fld id="{A6FA043B-F25A-4301-B65E-43AB6EF28DF0}" type="slidenum">
              <a:rPr lang="pt-BR" smtClean="0"/>
              <a:pPr/>
              <a:t>14</a:t>
            </a:fld>
            <a:endParaRPr lang="pt-BR"/>
          </a:p>
        </p:txBody>
      </p:sp>
    </p:spTree>
    <p:extLst>
      <p:ext uri="{BB962C8B-B14F-4D97-AF65-F5344CB8AC3E}">
        <p14:creationId xmlns:p14="http://schemas.microsoft.com/office/powerpoint/2010/main" val="40731848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https://www.ibge.gov.br/estatisticas/economicas/agricultura-e-pecuaria/9117-producao-agricola-municipal-culturas-temporarias-e-permanentes.html?utm_source=landing&amp;utm_medium=explica&amp;utm_campaign=producao_agropecuaria&amp;t=resultados</a:t>
            </a:r>
          </a:p>
          <a:p>
            <a:endParaRPr lang="pt-BR" dirty="0"/>
          </a:p>
        </p:txBody>
      </p:sp>
      <p:sp>
        <p:nvSpPr>
          <p:cNvPr id="4" name="Espaço Reservado para Número de Slide 3"/>
          <p:cNvSpPr>
            <a:spLocks noGrp="1"/>
          </p:cNvSpPr>
          <p:nvPr>
            <p:ph type="sldNum" sz="quarter" idx="5"/>
          </p:nvPr>
        </p:nvSpPr>
        <p:spPr/>
        <p:txBody>
          <a:bodyPr/>
          <a:lstStyle/>
          <a:p>
            <a:fld id="{A6FA043B-F25A-4301-B65E-43AB6EF28DF0}" type="slidenum">
              <a:rPr lang="pt-BR" smtClean="0"/>
              <a:pPr/>
              <a:t>16</a:t>
            </a:fld>
            <a:endParaRPr lang="pt-BR"/>
          </a:p>
        </p:txBody>
      </p:sp>
    </p:spTree>
    <p:extLst>
      <p:ext uri="{BB962C8B-B14F-4D97-AF65-F5344CB8AC3E}">
        <p14:creationId xmlns:p14="http://schemas.microsoft.com/office/powerpoint/2010/main" val="4306457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https://www.ibge.gov.br/estatisticas/economicas/agricultura-e-pecuaria/9117-producao-agricola-municipal-culturas-temporarias-e-permanentes.html?utm_source=landing&amp;utm_medium=explica&amp;utm_campaign=producao_agropecuaria&amp;t=resultados</a:t>
            </a:r>
          </a:p>
          <a:p>
            <a:endParaRPr lang="pt-BR" dirty="0"/>
          </a:p>
        </p:txBody>
      </p:sp>
      <p:sp>
        <p:nvSpPr>
          <p:cNvPr id="4" name="Espaço Reservado para Número de Slide 3"/>
          <p:cNvSpPr>
            <a:spLocks noGrp="1"/>
          </p:cNvSpPr>
          <p:nvPr>
            <p:ph type="sldNum" sz="quarter" idx="5"/>
          </p:nvPr>
        </p:nvSpPr>
        <p:spPr/>
        <p:txBody>
          <a:bodyPr/>
          <a:lstStyle/>
          <a:p>
            <a:fld id="{A6FA043B-F25A-4301-B65E-43AB6EF28DF0}" type="slidenum">
              <a:rPr lang="pt-BR" smtClean="0"/>
              <a:pPr/>
              <a:t>17</a:t>
            </a:fld>
            <a:endParaRPr lang="pt-BR"/>
          </a:p>
        </p:txBody>
      </p:sp>
    </p:spTree>
    <p:extLst>
      <p:ext uri="{BB962C8B-B14F-4D97-AF65-F5344CB8AC3E}">
        <p14:creationId xmlns:p14="http://schemas.microsoft.com/office/powerpoint/2010/main" val="12805254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6444F96-44E6-4DB5-A561-F48DEC320D32}" type="slidenum">
              <a:rPr kumimoji="0" lang="pt-B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pt-B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072045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FA043B-F25A-4301-B65E-43AB6EF28DF0}" type="slidenum">
              <a:rPr kumimoji="0" lang="pt-B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pt-B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056794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FA043B-F25A-4301-B65E-43AB6EF28DF0}" type="slidenum">
              <a:rPr kumimoji="0" lang="pt-B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pt-B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57299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BBC4FF-8FEB-4576-B969-FFBF010A3F42}" type="slidenum">
              <a:rPr kumimoji="0" lang="pt-B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pt-B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39778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9527567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F4A2C8-6C88-4E71-83EE-698B9D4FE22F}" type="slidenum">
              <a:rPr kumimoji="0" lang="pt-B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pt-B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7604149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BBC4FF-8FEB-4576-B969-FFBF010A3F42}" type="slidenum">
              <a:rPr kumimoji="0" lang="pt-B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pt-B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4782022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FA043B-F25A-4301-B65E-43AB6EF28DF0}" type="slidenum">
              <a:rPr kumimoji="0" lang="pt-B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pt-B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9900809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ED52D87-CCCB-4897-8754-39643E4DFE5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41309582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FA043B-F25A-4301-B65E-43AB6EF28DF0}" type="slidenum">
              <a:rPr kumimoji="0" lang="pt-B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pt-B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6087430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FA043B-F25A-4301-B65E-43AB6EF28DF0}" type="slidenum">
              <a:rPr kumimoji="0" lang="pt-B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pt-B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5227107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BBC4FF-8FEB-4576-B969-FFBF010A3F42}" type="slidenum">
              <a:rPr kumimoji="0" lang="pt-B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0" lang="pt-B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0179204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FA043B-F25A-4301-B65E-43AB6EF28DF0}" type="slidenum">
              <a:rPr kumimoji="0" lang="pt-B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51</a:t>
            </a:fld>
            <a:endParaRPr kumimoji="0" lang="pt-B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3169301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FA043B-F25A-4301-B65E-43AB6EF28DF0}" type="slidenum">
              <a:rPr kumimoji="0" lang="pt-B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0" lang="pt-B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4291854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BBC4FF-8FEB-4576-B969-FFBF010A3F42}" type="slidenum">
              <a:rPr kumimoji="0" lang="pt-B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0" lang="pt-B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6484004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FA043B-F25A-4301-B65E-43AB6EF28DF0}" type="slidenum">
              <a:rPr kumimoji="0" lang="pt-B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55</a:t>
            </a:fld>
            <a:endParaRPr kumimoji="0" lang="pt-B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8149203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8A27C7-BF27-103E-5D2E-02604F32E2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FC22B0-602B-90BC-1680-6F9906AEAE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0860D1-6DEC-5138-A3A3-FCC7FB364AD5}"/>
              </a:ext>
            </a:extLst>
          </p:cNvPr>
          <p:cNvSpPr>
            <a:spLocks noGrp="1"/>
          </p:cNvSpPr>
          <p:nvPr>
            <p:ph type="body" idx="1"/>
          </p:nvPr>
        </p:nvSpPr>
        <p:spPr/>
        <p:txBody>
          <a:bodyPr/>
          <a:lstStyle/>
          <a:p>
            <a:endParaRPr lang="pt-BR"/>
          </a:p>
        </p:txBody>
      </p:sp>
      <p:sp>
        <p:nvSpPr>
          <p:cNvPr id="4" name="Slide Number Placeholder 3">
            <a:extLst>
              <a:ext uri="{FF2B5EF4-FFF2-40B4-BE49-F238E27FC236}">
                <a16:creationId xmlns:a16="http://schemas.microsoft.com/office/drawing/2014/main" id="{64362473-C1F4-EFC5-4B2E-501FA73124F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FA043B-F25A-4301-B65E-43AB6EF28DF0}" type="slidenum">
              <a:rPr kumimoji="0" lang="pt-B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61</a:t>
            </a:fld>
            <a:endParaRPr kumimoji="0" lang="pt-B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3062520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A7494E-3102-C921-A668-EE252FE0A7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FED31F-CABB-4F19-F66A-AE01740101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B3BC4B-3177-168C-674B-A3E617DEBB69}"/>
              </a:ext>
            </a:extLst>
          </p:cNvPr>
          <p:cNvSpPr>
            <a:spLocks noGrp="1"/>
          </p:cNvSpPr>
          <p:nvPr>
            <p:ph type="body" idx="1"/>
          </p:nvPr>
        </p:nvSpPr>
        <p:spPr/>
        <p:txBody>
          <a:bodyPr/>
          <a:lstStyle/>
          <a:p>
            <a:endParaRPr lang="pt-BR"/>
          </a:p>
        </p:txBody>
      </p:sp>
      <p:sp>
        <p:nvSpPr>
          <p:cNvPr id="4" name="Slide Number Placeholder 3">
            <a:extLst>
              <a:ext uri="{FF2B5EF4-FFF2-40B4-BE49-F238E27FC236}">
                <a16:creationId xmlns:a16="http://schemas.microsoft.com/office/drawing/2014/main" id="{868C3918-4917-4979-00F0-08C4564F62F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FA043B-F25A-4301-B65E-43AB6EF28DF0}" type="slidenum">
              <a:rPr kumimoji="0" lang="pt-B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62</a:t>
            </a:fld>
            <a:endParaRPr kumimoji="0" lang="pt-B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8329743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FA043B-F25A-4301-B65E-43AB6EF28DF0}" type="slidenum">
              <a:rPr kumimoji="0" lang="pt-B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63</a:t>
            </a:fld>
            <a:endParaRPr kumimoji="0" lang="pt-B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8054278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FA043B-F25A-4301-B65E-43AB6EF28DF0}" type="slidenum">
              <a:rPr kumimoji="0" lang="pt-B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66</a:t>
            </a:fld>
            <a:endParaRPr kumimoji="0" lang="pt-B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9195598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FA043B-F25A-4301-B65E-43AB6EF28DF0}" type="slidenum">
              <a:rPr kumimoji="0" lang="pt-B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68</a:t>
            </a:fld>
            <a:endParaRPr kumimoji="0" lang="pt-B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6008371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90488" y="744538"/>
            <a:ext cx="6616700" cy="3722687"/>
          </a:xfrm>
        </p:spPr>
      </p:sp>
      <p:sp>
        <p:nvSpPr>
          <p:cNvPr id="3" name="Espaço Reservado para Anotações 2"/>
          <p:cNvSpPr>
            <a:spLocks noGrp="1"/>
          </p:cNvSpPr>
          <p:nvPr>
            <p:ph type="body" idx="1"/>
          </p:nvPr>
        </p:nvSpPr>
        <p:spPr/>
        <p:txBody>
          <a:bodyPr/>
          <a:lstStyle/>
          <a:p>
            <a:endParaRPr lang="en-US"/>
          </a:p>
        </p:txBody>
      </p:sp>
      <p:sp>
        <p:nvSpPr>
          <p:cNvPr id="4" name="Espaço Reservado para Número de Slide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BBC4FF-8FEB-4576-B969-FFBF010A3F42}"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69</a:t>
            </a:fld>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23316492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en-US"/>
          </a:p>
        </p:txBody>
      </p:sp>
      <p:sp>
        <p:nvSpPr>
          <p:cNvPr id="4" name="Espaço Reservado para Número de Slid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BBC4FF-8FEB-4576-B969-FFBF010A3F42}"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70</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82527888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FA043B-F25A-4301-B65E-43AB6EF28DF0}" type="slidenum">
              <a:rPr kumimoji="0" lang="pt-B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71</a:t>
            </a:fld>
            <a:endParaRPr kumimoji="0" lang="pt-B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9454766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a:p>
        </p:txBody>
      </p:sp>
      <p:sp>
        <p:nvSpPr>
          <p:cNvPr id="4" name="Slide Number Placeholder 3"/>
          <p:cNvSpPr>
            <a:spLocks noGrp="1"/>
          </p:cNvSpPr>
          <p:nvPr>
            <p:ph type="sldNum" sz="quarter" idx="5"/>
          </p:nvPr>
        </p:nvSpPr>
        <p:spPr/>
        <p:txBody>
          <a:bodyPr/>
          <a:lstStyle/>
          <a:p>
            <a:fld id="{A6FA043B-F25A-4301-B65E-43AB6EF28DF0}" type="slidenum">
              <a:rPr lang="pt-BR" smtClean="0"/>
              <a:pPr/>
              <a:t>72</a:t>
            </a:fld>
            <a:endParaRPr lang="pt-BR"/>
          </a:p>
        </p:txBody>
      </p:sp>
    </p:spTree>
    <p:extLst>
      <p:ext uri="{BB962C8B-B14F-4D97-AF65-F5344CB8AC3E}">
        <p14:creationId xmlns:p14="http://schemas.microsoft.com/office/powerpoint/2010/main" val="16275333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FA043B-F25A-4301-B65E-43AB6EF28DF0}" type="slidenum">
              <a:rPr kumimoji="0" lang="pt-B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74</a:t>
            </a:fld>
            <a:endParaRPr kumimoji="0" lang="pt-B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79912502"/>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3.jpeg"/><Relationship Id="rId3" Type="http://schemas.openxmlformats.org/officeDocument/2006/relationships/slideMaster" Target="../slideMasters/slideMaster1.xml"/><Relationship Id="rId7" Type="http://schemas.microsoft.com/office/2007/relationships/hdphoto" Target="../media/hdphoto1.wdp"/><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image" Target="../media/image2.png"/><Relationship Id="rId5" Type="http://schemas.openxmlformats.org/officeDocument/2006/relationships/image" Target="../media/image1.emf"/><Relationship Id="rId10" Type="http://schemas.openxmlformats.org/officeDocument/2006/relationships/image" Target="../media/image5.svg"/><Relationship Id="rId4" Type="http://schemas.openxmlformats.org/officeDocument/2006/relationships/oleObject" Target="../embeddings/oleObject2.bin"/><Relationship Id="rId9"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oleObject" Target="../embeddings/oleObject3.bin"/><Relationship Id="rId7" Type="http://schemas.microsoft.com/office/2007/relationships/hdphoto" Target="../media/hdphoto2.wdp"/><Relationship Id="rId2" Type="http://schemas.openxmlformats.org/officeDocument/2006/relationships/slideMaster" Target="../slideMasters/slideMaster1.xml"/><Relationship Id="rId1" Type="http://schemas.openxmlformats.org/officeDocument/2006/relationships/tags" Target="../tags/tag6.xml"/><Relationship Id="rId6" Type="http://schemas.openxmlformats.org/officeDocument/2006/relationships/image" Target="../media/image8.png"/><Relationship Id="rId5" Type="http://schemas.openxmlformats.org/officeDocument/2006/relationships/image" Target="../media/image7.emf"/><Relationship Id="rId4" Type="http://schemas.openxmlformats.org/officeDocument/2006/relationships/image" Target="../media/image6.emf"/></Relationships>
</file>

<file path=ppt/slideLayouts/_rels/slideLayout3.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microsoft.com/office/2007/relationships/hdphoto" Target="../media/hdphoto3.wdp"/><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image" Target="../media/image10.png"/><Relationship Id="rId5" Type="http://schemas.openxmlformats.org/officeDocument/2006/relationships/image" Target="../media/image6.emf"/><Relationship Id="rId4" Type="http://schemas.openxmlformats.org/officeDocument/2006/relationships/oleObject" Target="../embeddings/oleObject4.bin"/></Relationships>
</file>

<file path=ppt/slideLayouts/_rels/slideLayout4.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5.svg"/><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image" Target="../media/image4.png"/><Relationship Id="rId5" Type="http://schemas.openxmlformats.org/officeDocument/2006/relationships/image" Target="../media/image6.emf"/><Relationship Id="rId4" Type="http://schemas.openxmlformats.org/officeDocument/2006/relationships/oleObject" Target="../embeddings/oleObject5.bin"/></Relationships>
</file>

<file path=ppt/slideLayouts/_rels/slideLayout5.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slideMaster" Target="../slideMasters/slideMaster1.xml"/><Relationship Id="rId7" Type="http://schemas.openxmlformats.org/officeDocument/2006/relationships/image" Target="../media/image12.png"/><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image" Target="../media/image11.png"/><Relationship Id="rId5" Type="http://schemas.openxmlformats.org/officeDocument/2006/relationships/image" Target="../media/image6.emf"/><Relationship Id="rId4" Type="http://schemas.openxmlformats.org/officeDocument/2006/relationships/oleObject" Target="../embeddings/oleObject6.bin"/></Relationships>
</file>

<file path=ppt/slideLayouts/_rels/slideLayout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image" Target="../media/image9.png"/><Relationship Id="rId5" Type="http://schemas.openxmlformats.org/officeDocument/2006/relationships/image" Target="../media/image6.emf"/><Relationship Id="rId4" Type="http://schemas.openxmlformats.org/officeDocument/2006/relationships/oleObject" Target="../embeddings/oleObject7.bin"/></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15.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6.emf"/></Relationships>
</file>

<file path=ppt/slideLayouts/_rels/slideLayout8.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slideMaster" Target="../slideMasters/slideMaster2.xml"/><Relationship Id="rId7" Type="http://schemas.openxmlformats.org/officeDocument/2006/relationships/image" Target="../media/image4.png"/><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image" Target="../media/image14.jpeg"/><Relationship Id="rId5" Type="http://schemas.openxmlformats.org/officeDocument/2006/relationships/image" Target="../media/image1.emf"/><Relationship Id="rId4" Type="http://schemas.openxmlformats.org/officeDocument/2006/relationships/oleObject" Target="../embeddings/oleObject10.bin"/><Relationship Id="rId9" Type="http://schemas.openxmlformats.org/officeDocument/2006/relationships/image" Target="../media/image15.png"/></Relationships>
</file>

<file path=ppt/slideLayouts/_rels/slideLayout9.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oleObject" Target="../embeddings/oleObject11.bin"/><Relationship Id="rId7" Type="http://schemas.microsoft.com/office/2007/relationships/hdphoto" Target="../media/hdphoto2.wdp"/><Relationship Id="rId2" Type="http://schemas.openxmlformats.org/officeDocument/2006/relationships/slideMaster" Target="../slideMasters/slideMaster2.xml"/><Relationship Id="rId1" Type="http://schemas.openxmlformats.org/officeDocument/2006/relationships/tags" Target="../tags/tag20.xml"/><Relationship Id="rId6" Type="http://schemas.openxmlformats.org/officeDocument/2006/relationships/image" Target="../media/image8.png"/><Relationship Id="rId5" Type="http://schemas.openxmlformats.org/officeDocument/2006/relationships/image" Target="../media/image15.png"/><Relationship Id="rId4" Type="http://schemas.openxmlformats.org/officeDocument/2006/relationships/image" Target="../media/image6.emf"/><Relationship Id="rId9" Type="http://schemas.openxmlformats.org/officeDocument/2006/relationships/image" Target="../media/image13.svg"/></Relationships>
</file>

<file path=ppt/slideLayouts/_rels/slideLayout10.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microsoft.com/office/2007/relationships/hdphoto" Target="../media/hdphoto3.wdp"/><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image" Target="../media/image10.png"/><Relationship Id="rId5" Type="http://schemas.openxmlformats.org/officeDocument/2006/relationships/image" Target="../media/image6.emf"/><Relationship Id="rId4" Type="http://schemas.openxmlformats.org/officeDocument/2006/relationships/oleObject" Target="../embeddings/oleObject12.bin"/></Relationships>
</file>

<file path=ppt/slideLayouts/_rels/slideLayout11.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9.png"/><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image" Target="../media/image16.png"/><Relationship Id="rId5" Type="http://schemas.openxmlformats.org/officeDocument/2006/relationships/image" Target="../media/image6.emf"/><Relationship Id="rId4" Type="http://schemas.openxmlformats.org/officeDocument/2006/relationships/oleObject" Target="../embeddings/oleObject13.bin"/></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slideMaster" Target="../slideMasters/slideMaster2.xml"/><Relationship Id="rId7" Type="http://schemas.openxmlformats.org/officeDocument/2006/relationships/image" Target="../media/image12.png"/><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image" Target="../media/image15.png"/><Relationship Id="rId5" Type="http://schemas.openxmlformats.org/officeDocument/2006/relationships/image" Target="../media/image6.emf"/><Relationship Id="rId4" Type="http://schemas.openxmlformats.org/officeDocument/2006/relationships/oleObject" Target="../embeddings/oleObject14.bin"/></Relationships>
</file>

<file path=ppt/slideLayouts/_rels/slideLayout1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8.xml"/><Relationship Id="rId1" Type="http://schemas.openxmlformats.org/officeDocument/2006/relationships/tags" Target="../tags/tag27.xml"/><Relationship Id="rId6" Type="http://schemas.openxmlformats.org/officeDocument/2006/relationships/image" Target="../media/image9.png"/><Relationship Id="rId5" Type="http://schemas.openxmlformats.org/officeDocument/2006/relationships/image" Target="../media/image6.emf"/><Relationship Id="rId4" Type="http://schemas.openxmlformats.org/officeDocument/2006/relationships/oleObject" Target="../embeddings/oleObject15.bin"/></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2.xml"/><Relationship Id="rId1" Type="http://schemas.openxmlformats.org/officeDocument/2006/relationships/tags" Target="../tags/tag29.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6.emf"/></Relationships>
</file>

<file path=ppt/slideLayouts/_rels/slideLayout15.xml.rels><?xml version="1.0" encoding="UTF-8" standalone="yes"?>
<Relationships xmlns="http://schemas.openxmlformats.org/package/2006/relationships"><Relationship Id="rId3" Type="http://schemas.openxmlformats.org/officeDocument/2006/relationships/slideMaster" Target="../slideMasters/slideMaster3.xml"/><Relationship Id="rId7" Type="http://schemas.openxmlformats.org/officeDocument/2006/relationships/image" Target="../media/image18.png"/><Relationship Id="rId2" Type="http://schemas.openxmlformats.org/officeDocument/2006/relationships/tags" Target="../tags/tag33.xml"/><Relationship Id="rId1" Type="http://schemas.openxmlformats.org/officeDocument/2006/relationships/tags" Target="../tags/tag32.xml"/><Relationship Id="rId6" Type="http://schemas.openxmlformats.org/officeDocument/2006/relationships/image" Target="../media/image17.jpeg"/><Relationship Id="rId5" Type="http://schemas.openxmlformats.org/officeDocument/2006/relationships/image" Target="../media/image1.emf"/><Relationship Id="rId4" Type="http://schemas.openxmlformats.org/officeDocument/2006/relationships/oleObject" Target="../embeddings/oleObject18.bin"/></Relationships>
</file>

<file path=ppt/slideLayouts/_rels/slideLayout1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35.xml"/><Relationship Id="rId1" Type="http://schemas.openxmlformats.org/officeDocument/2006/relationships/tags" Target="../tags/tag34.xml"/><Relationship Id="rId6" Type="http://schemas.openxmlformats.org/officeDocument/2006/relationships/image" Target="../media/image19.png"/><Relationship Id="rId5" Type="http://schemas.openxmlformats.org/officeDocument/2006/relationships/image" Target="../media/image6.emf"/><Relationship Id="rId4" Type="http://schemas.openxmlformats.org/officeDocument/2006/relationships/oleObject" Target="../embeddings/oleObject19.bin"/></Relationships>
</file>

<file path=ppt/slideLayouts/_rels/slideLayout17.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Master" Target="../slideMasters/slideMaster3.xml"/><Relationship Id="rId1" Type="http://schemas.openxmlformats.org/officeDocument/2006/relationships/tags" Target="../tags/tag36.xml"/><Relationship Id="rId6" Type="http://schemas.openxmlformats.org/officeDocument/2006/relationships/image" Target="../media/image19.png"/><Relationship Id="rId5" Type="http://schemas.openxmlformats.org/officeDocument/2006/relationships/image" Target="../media/image20.png"/><Relationship Id="rId4" Type="http://schemas.openxmlformats.org/officeDocument/2006/relationships/image" Target="../media/image6.emf"/></Relationships>
</file>

<file path=ppt/slideLayouts/_rels/slideLayout1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38.xml"/><Relationship Id="rId1" Type="http://schemas.openxmlformats.org/officeDocument/2006/relationships/tags" Target="../tags/tag37.xml"/><Relationship Id="rId6" Type="http://schemas.openxmlformats.org/officeDocument/2006/relationships/image" Target="../media/image21.png"/><Relationship Id="rId5" Type="http://schemas.openxmlformats.org/officeDocument/2006/relationships/image" Target="../media/image6.emf"/><Relationship Id="rId4" Type="http://schemas.openxmlformats.org/officeDocument/2006/relationships/oleObject" Target="../embeddings/oleObject21.bin"/></Relationships>
</file>

<file path=ppt/slideLayouts/_rels/slideLayout19.xml.rels><?xml version="1.0" encoding="UTF-8" standalone="yes"?>
<Relationships xmlns="http://schemas.openxmlformats.org/package/2006/relationships"><Relationship Id="rId3" Type="http://schemas.openxmlformats.org/officeDocument/2006/relationships/slideMaster" Target="../slideMasters/slideMaster3.xml"/><Relationship Id="rId7" Type="http://schemas.openxmlformats.org/officeDocument/2006/relationships/image" Target="../media/image19.png"/><Relationship Id="rId2" Type="http://schemas.openxmlformats.org/officeDocument/2006/relationships/tags" Target="../tags/tag40.xml"/><Relationship Id="rId1" Type="http://schemas.openxmlformats.org/officeDocument/2006/relationships/tags" Target="../tags/tag39.xml"/><Relationship Id="rId6" Type="http://schemas.openxmlformats.org/officeDocument/2006/relationships/image" Target="../media/image22.png"/><Relationship Id="rId5" Type="http://schemas.openxmlformats.org/officeDocument/2006/relationships/image" Target="../media/image6.emf"/><Relationship Id="rId4" Type="http://schemas.openxmlformats.org/officeDocument/2006/relationships/oleObject" Target="../embeddings/oleObject22.bin"/></Relationships>
</file>

<file path=ppt/slideLayouts/_rels/slideLayout20.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Master" Target="../slideMasters/slideMaster3.xml"/><Relationship Id="rId1" Type="http://schemas.openxmlformats.org/officeDocument/2006/relationships/tags" Target="../tags/tag41.xml"/><Relationship Id="rId5" Type="http://schemas.openxmlformats.org/officeDocument/2006/relationships/image" Target="../media/image23.png"/><Relationship Id="rId4" Type="http://schemas.openxmlformats.org/officeDocument/2006/relationships/image" Target="../media/image6.emf"/></Relationships>
</file>

<file path=ppt/slideLayouts/_rels/slideLayout2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43.xml"/><Relationship Id="rId1" Type="http://schemas.openxmlformats.org/officeDocument/2006/relationships/tags" Target="../tags/tag42.xml"/><Relationship Id="rId6" Type="http://schemas.openxmlformats.org/officeDocument/2006/relationships/image" Target="../media/image24.png"/><Relationship Id="rId5" Type="http://schemas.openxmlformats.org/officeDocument/2006/relationships/image" Target="../media/image6.emf"/><Relationship Id="rId4" Type="http://schemas.openxmlformats.org/officeDocument/2006/relationships/oleObject" Target="../embeddings/oleObject24.bin"/></Relationships>
</file>

<file path=ppt/slideLayouts/_rels/slideLayout22.xml.rels><?xml version="1.0" encoding="UTF-8" standalone="yes"?>
<Relationships xmlns="http://schemas.openxmlformats.org/package/2006/relationships"><Relationship Id="rId3" Type="http://schemas.openxmlformats.org/officeDocument/2006/relationships/slideMaster" Target="../slideMasters/slideMaster4.xml"/><Relationship Id="rId7" Type="http://schemas.openxmlformats.org/officeDocument/2006/relationships/image" Target="../media/image26.png"/><Relationship Id="rId2" Type="http://schemas.openxmlformats.org/officeDocument/2006/relationships/tags" Target="../tags/tag47.xml"/><Relationship Id="rId1" Type="http://schemas.openxmlformats.org/officeDocument/2006/relationships/tags" Target="../tags/tag46.xml"/><Relationship Id="rId6" Type="http://schemas.openxmlformats.org/officeDocument/2006/relationships/image" Target="../media/image25.png"/><Relationship Id="rId5" Type="http://schemas.openxmlformats.org/officeDocument/2006/relationships/image" Target="../media/image1.emf"/><Relationship Id="rId4" Type="http://schemas.openxmlformats.org/officeDocument/2006/relationships/oleObject" Target="../embeddings/oleObject26.bin"/></Relationships>
</file>

<file path=ppt/slideLayouts/_rels/slideLayout23.xml.rels><?xml version="1.0" encoding="UTF-8" standalone="yes"?>
<Relationships xmlns="http://schemas.openxmlformats.org/package/2006/relationships"><Relationship Id="rId3" Type="http://schemas.openxmlformats.org/officeDocument/2006/relationships/slideMaster" Target="../slideMasters/slideMaster4.xml"/><Relationship Id="rId2" Type="http://schemas.openxmlformats.org/officeDocument/2006/relationships/tags" Target="../tags/tag49.xml"/><Relationship Id="rId1" Type="http://schemas.openxmlformats.org/officeDocument/2006/relationships/tags" Target="../tags/tag48.xml"/><Relationship Id="rId6" Type="http://schemas.openxmlformats.org/officeDocument/2006/relationships/image" Target="../media/image9.png"/><Relationship Id="rId5" Type="http://schemas.openxmlformats.org/officeDocument/2006/relationships/image" Target="../media/image6.emf"/><Relationship Id="rId4" Type="http://schemas.openxmlformats.org/officeDocument/2006/relationships/oleObject" Target="../embeddings/oleObject27.bin"/></Relationships>
</file>

<file path=ppt/slideLayouts/_rels/slideLayout24.xml.rels><?xml version="1.0" encoding="UTF-8" standalone="yes"?>
<Relationships xmlns="http://schemas.openxmlformats.org/package/2006/relationships"><Relationship Id="rId3" Type="http://schemas.openxmlformats.org/officeDocument/2006/relationships/slideMaster" Target="../slideMasters/slideMaster4.xml"/><Relationship Id="rId2" Type="http://schemas.openxmlformats.org/officeDocument/2006/relationships/tags" Target="../tags/tag51.xml"/><Relationship Id="rId1" Type="http://schemas.openxmlformats.org/officeDocument/2006/relationships/tags" Target="../tags/tag50.xml"/><Relationship Id="rId6" Type="http://schemas.openxmlformats.org/officeDocument/2006/relationships/image" Target="../media/image9.png"/><Relationship Id="rId5" Type="http://schemas.openxmlformats.org/officeDocument/2006/relationships/image" Target="../media/image6.emf"/><Relationship Id="rId4" Type="http://schemas.openxmlformats.org/officeDocument/2006/relationships/oleObject" Target="../embeddings/oleObject28.bin"/></Relationships>
</file>

<file path=ppt/slideLayouts/_rels/slideLayout25.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Master" Target="../slideMasters/slideMaster4.xml"/><Relationship Id="rId1" Type="http://schemas.openxmlformats.org/officeDocument/2006/relationships/tags" Target="../tags/tag52.xml"/><Relationship Id="rId6" Type="http://schemas.openxmlformats.org/officeDocument/2006/relationships/image" Target="../media/image9.png"/><Relationship Id="rId5" Type="http://schemas.openxmlformats.org/officeDocument/2006/relationships/image" Target="../media/image20.png"/><Relationship Id="rId4" Type="http://schemas.openxmlformats.org/officeDocument/2006/relationships/image" Target="../media/image6.emf"/></Relationships>
</file>

<file path=ppt/slideLayouts/_rels/slideLayout26.xml.rels><?xml version="1.0" encoding="UTF-8" standalone="yes"?>
<Relationships xmlns="http://schemas.openxmlformats.org/package/2006/relationships"><Relationship Id="rId3" Type="http://schemas.openxmlformats.org/officeDocument/2006/relationships/slideMaster" Target="../slideMasters/slideMaster4.xml"/><Relationship Id="rId7" Type="http://schemas.openxmlformats.org/officeDocument/2006/relationships/image" Target="../media/image9.png"/><Relationship Id="rId2" Type="http://schemas.openxmlformats.org/officeDocument/2006/relationships/tags" Target="../tags/tag54.xml"/><Relationship Id="rId1" Type="http://schemas.openxmlformats.org/officeDocument/2006/relationships/tags" Target="../tags/tag53.xml"/><Relationship Id="rId6" Type="http://schemas.openxmlformats.org/officeDocument/2006/relationships/image" Target="../media/image20.png"/><Relationship Id="rId5" Type="http://schemas.openxmlformats.org/officeDocument/2006/relationships/image" Target="../media/image6.emf"/><Relationship Id="rId4" Type="http://schemas.openxmlformats.org/officeDocument/2006/relationships/oleObject" Target="../embeddings/oleObject30.bin"/></Relationships>
</file>

<file path=ppt/slideLayouts/_rels/slideLayout27.xml.rels><?xml version="1.0" encoding="UTF-8" standalone="yes"?>
<Relationships xmlns="http://schemas.openxmlformats.org/package/2006/relationships"><Relationship Id="rId3" Type="http://schemas.openxmlformats.org/officeDocument/2006/relationships/slideMaster" Target="../slideMasters/slideMaster4.xml"/><Relationship Id="rId7" Type="http://schemas.microsoft.com/office/2007/relationships/hdphoto" Target="../media/hdphoto3.wdp"/><Relationship Id="rId2" Type="http://schemas.openxmlformats.org/officeDocument/2006/relationships/tags" Target="../tags/tag56.xml"/><Relationship Id="rId1" Type="http://schemas.openxmlformats.org/officeDocument/2006/relationships/tags" Target="../tags/tag55.xml"/><Relationship Id="rId6" Type="http://schemas.openxmlformats.org/officeDocument/2006/relationships/image" Target="../media/image10.png"/><Relationship Id="rId5" Type="http://schemas.openxmlformats.org/officeDocument/2006/relationships/image" Target="../media/image6.emf"/><Relationship Id="rId4" Type="http://schemas.openxmlformats.org/officeDocument/2006/relationships/oleObject" Target="../embeddings/oleObject31.bin"/></Relationships>
</file>

<file path=ppt/slideLayouts/_rels/slideLayout28.xml.rels><?xml version="1.0" encoding="UTF-8" standalone="yes"?>
<Relationships xmlns="http://schemas.openxmlformats.org/package/2006/relationships"><Relationship Id="rId3" Type="http://schemas.openxmlformats.org/officeDocument/2006/relationships/slideMaster" Target="../slideMasters/slideMaster4.xml"/><Relationship Id="rId7" Type="http://schemas.openxmlformats.org/officeDocument/2006/relationships/image" Target="../media/image9.png"/><Relationship Id="rId2" Type="http://schemas.openxmlformats.org/officeDocument/2006/relationships/tags" Target="../tags/tag58.xml"/><Relationship Id="rId1" Type="http://schemas.openxmlformats.org/officeDocument/2006/relationships/tags" Target="../tags/tag57.xml"/><Relationship Id="rId6" Type="http://schemas.openxmlformats.org/officeDocument/2006/relationships/image" Target="../media/image22.png"/><Relationship Id="rId5" Type="http://schemas.openxmlformats.org/officeDocument/2006/relationships/image" Target="../media/image6.emf"/><Relationship Id="rId4" Type="http://schemas.openxmlformats.org/officeDocument/2006/relationships/oleObject" Target="../embeddings/oleObject32.bin"/></Relationships>
</file>

<file path=ppt/slideLayouts/_rels/slideLayout29.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slideMaster" Target="../slideMasters/slideMaster4.xml"/><Relationship Id="rId1" Type="http://schemas.openxmlformats.org/officeDocument/2006/relationships/tags" Target="../tags/tag59.xml"/><Relationship Id="rId5" Type="http://schemas.openxmlformats.org/officeDocument/2006/relationships/image" Target="../media/image27.png"/><Relationship Id="rId4" Type="http://schemas.openxmlformats.org/officeDocument/2006/relationships/image" Target="../media/image6.emf"/></Relationships>
</file>

<file path=ppt/slideLayouts/_rels/slideLayout30.xml.rels><?xml version="1.0" encoding="UTF-8" standalone="yes"?>
<Relationships xmlns="http://schemas.openxmlformats.org/package/2006/relationships"><Relationship Id="rId8" Type="http://schemas.openxmlformats.org/officeDocument/2006/relationships/image" Target="../media/image7.emf"/><Relationship Id="rId3" Type="http://schemas.openxmlformats.org/officeDocument/2006/relationships/slideMaster" Target="../slideMasters/slideMaster4.xml"/><Relationship Id="rId7" Type="http://schemas.openxmlformats.org/officeDocument/2006/relationships/image" Target="../media/image13.svg"/><Relationship Id="rId2" Type="http://schemas.openxmlformats.org/officeDocument/2006/relationships/tags" Target="../tags/tag61.xml"/><Relationship Id="rId1" Type="http://schemas.openxmlformats.org/officeDocument/2006/relationships/tags" Target="../tags/tag60.xml"/><Relationship Id="rId6" Type="http://schemas.openxmlformats.org/officeDocument/2006/relationships/image" Target="../media/image12.png"/><Relationship Id="rId5" Type="http://schemas.openxmlformats.org/officeDocument/2006/relationships/image" Target="../media/image6.emf"/><Relationship Id="rId4" Type="http://schemas.openxmlformats.org/officeDocument/2006/relationships/oleObject" Target="../embeddings/oleObject34.bin"/></Relationships>
</file>

<file path=ppt/slideLayouts/_rels/slideLayout31.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oleObject" Target="../embeddings/oleObject35.bin"/><Relationship Id="rId7" Type="http://schemas.microsoft.com/office/2007/relationships/hdphoto" Target="../media/hdphoto4.wdp"/><Relationship Id="rId2" Type="http://schemas.openxmlformats.org/officeDocument/2006/relationships/slideMaster" Target="../slideMasters/slideMaster4.xml"/><Relationship Id="rId1" Type="http://schemas.openxmlformats.org/officeDocument/2006/relationships/tags" Target="../tags/tag62.xml"/><Relationship Id="rId6" Type="http://schemas.openxmlformats.org/officeDocument/2006/relationships/image" Target="../media/image28.png"/><Relationship Id="rId5" Type="http://schemas.openxmlformats.org/officeDocument/2006/relationships/image" Target="../media/image7.emf"/><Relationship Id="rId4" Type="http://schemas.openxmlformats.org/officeDocument/2006/relationships/image" Target="../media/image6.emf"/><Relationship Id="rId9" Type="http://schemas.openxmlformats.org/officeDocument/2006/relationships/image" Target="../media/image13.svg"/></Relationships>
</file>

<file path=ppt/slideLayouts/_rels/slideLayout3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slideMaster" Target="../slideMasters/slideMaster4.xml"/><Relationship Id="rId7" Type="http://schemas.microsoft.com/office/2007/relationships/hdphoto" Target="../media/hdphoto5.wdp"/><Relationship Id="rId2" Type="http://schemas.openxmlformats.org/officeDocument/2006/relationships/tags" Target="../tags/tag64.xml"/><Relationship Id="rId1" Type="http://schemas.openxmlformats.org/officeDocument/2006/relationships/tags" Target="../tags/tag63.xml"/><Relationship Id="rId6" Type="http://schemas.openxmlformats.org/officeDocument/2006/relationships/image" Target="../media/image29.png"/><Relationship Id="rId5" Type="http://schemas.openxmlformats.org/officeDocument/2006/relationships/image" Target="../media/image1.emf"/><Relationship Id="rId10" Type="http://schemas.openxmlformats.org/officeDocument/2006/relationships/image" Target="../media/image30.jpeg"/><Relationship Id="rId4" Type="http://schemas.openxmlformats.org/officeDocument/2006/relationships/oleObject" Target="../embeddings/oleObject36.bin"/><Relationship Id="rId9" Type="http://schemas.openxmlformats.org/officeDocument/2006/relationships/image" Target="../media/image5.svg"/></Relationships>
</file>

<file path=ppt/slideLayouts/_rels/slideLayout33.xml.rels><?xml version="1.0" encoding="UTF-8" standalone="yes"?>
<Relationships xmlns="http://schemas.openxmlformats.org/package/2006/relationships"><Relationship Id="rId8" Type="http://schemas.openxmlformats.org/officeDocument/2006/relationships/image" Target="../media/image7.emf"/><Relationship Id="rId3" Type="http://schemas.openxmlformats.org/officeDocument/2006/relationships/slideMaster" Target="../slideMasters/slideMaster4.xml"/><Relationship Id="rId7" Type="http://schemas.openxmlformats.org/officeDocument/2006/relationships/image" Target="../media/image13.svg"/><Relationship Id="rId2" Type="http://schemas.openxmlformats.org/officeDocument/2006/relationships/tags" Target="../tags/tag66.xml"/><Relationship Id="rId1" Type="http://schemas.openxmlformats.org/officeDocument/2006/relationships/tags" Target="../tags/tag65.xml"/><Relationship Id="rId6" Type="http://schemas.openxmlformats.org/officeDocument/2006/relationships/image" Target="../media/image12.png"/><Relationship Id="rId5" Type="http://schemas.openxmlformats.org/officeDocument/2006/relationships/image" Target="../media/image6.emf"/><Relationship Id="rId4" Type="http://schemas.openxmlformats.org/officeDocument/2006/relationships/oleObject" Target="../embeddings/oleObject37.bin"/></Relationships>
</file>

<file path=ppt/slideLayouts/_rels/slideLayout34.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slideMaster" Target="../slideMasters/slideMaster4.xml"/><Relationship Id="rId7" Type="http://schemas.openxmlformats.org/officeDocument/2006/relationships/image" Target="../media/image4.png"/><Relationship Id="rId2" Type="http://schemas.openxmlformats.org/officeDocument/2006/relationships/tags" Target="../tags/tag68.xml"/><Relationship Id="rId1" Type="http://schemas.openxmlformats.org/officeDocument/2006/relationships/tags" Target="../tags/tag67.xml"/><Relationship Id="rId6" Type="http://schemas.openxmlformats.org/officeDocument/2006/relationships/image" Target="../media/image7.emf"/><Relationship Id="rId5" Type="http://schemas.openxmlformats.org/officeDocument/2006/relationships/image" Target="../media/image6.emf"/><Relationship Id="rId4" Type="http://schemas.openxmlformats.org/officeDocument/2006/relationships/oleObject" Target="../embeddings/oleObject38.bin"/></Relationships>
</file>

<file path=ppt/slideLayouts/_rels/slideLayout35.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slideMaster" Target="../slideMasters/slideMaster4.xml"/><Relationship Id="rId7" Type="http://schemas.openxmlformats.org/officeDocument/2006/relationships/image" Target="../media/image12.png"/><Relationship Id="rId2" Type="http://schemas.openxmlformats.org/officeDocument/2006/relationships/tags" Target="../tags/tag70.xml"/><Relationship Id="rId1" Type="http://schemas.openxmlformats.org/officeDocument/2006/relationships/tags" Target="../tags/tag69.xml"/><Relationship Id="rId6" Type="http://schemas.openxmlformats.org/officeDocument/2006/relationships/image" Target="../media/image11.png"/><Relationship Id="rId5" Type="http://schemas.openxmlformats.org/officeDocument/2006/relationships/image" Target="../media/image6.emf"/><Relationship Id="rId4" Type="http://schemas.openxmlformats.org/officeDocument/2006/relationships/oleObject" Target="../embeddings/oleObject39.bin"/></Relationships>
</file>

<file path=ppt/slideLayouts/_rels/slideLayout36.xml.rels><?xml version="1.0" encoding="UTF-8" standalone="yes"?>
<Relationships xmlns="http://schemas.openxmlformats.org/package/2006/relationships"><Relationship Id="rId3" Type="http://schemas.openxmlformats.org/officeDocument/2006/relationships/oleObject" Target="../embeddings/oleObject40.bin"/><Relationship Id="rId2" Type="http://schemas.openxmlformats.org/officeDocument/2006/relationships/slideMaster" Target="../slideMasters/slideMaster4.xml"/><Relationship Id="rId1" Type="http://schemas.openxmlformats.org/officeDocument/2006/relationships/tags" Target="../tags/tag71.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6.emf"/></Relationships>
</file>

<file path=ppt/slideLayouts/_rels/slideLayout37.xml.rels><?xml version="1.0" encoding="UTF-8" standalone="yes"?>
<Relationships xmlns="http://schemas.openxmlformats.org/package/2006/relationships"><Relationship Id="rId3" Type="http://schemas.openxmlformats.org/officeDocument/2006/relationships/slideMaster" Target="../slideMasters/slideMaster4.xml"/><Relationship Id="rId2" Type="http://schemas.openxmlformats.org/officeDocument/2006/relationships/tags" Target="../tags/tag73.xml"/><Relationship Id="rId1" Type="http://schemas.openxmlformats.org/officeDocument/2006/relationships/tags" Target="../tags/tag72.xml"/><Relationship Id="rId6" Type="http://schemas.openxmlformats.org/officeDocument/2006/relationships/image" Target="../media/image9.png"/><Relationship Id="rId5" Type="http://schemas.openxmlformats.org/officeDocument/2006/relationships/image" Target="../media/image6.emf"/><Relationship Id="rId4" Type="http://schemas.openxmlformats.org/officeDocument/2006/relationships/oleObject" Target="../embeddings/oleObject41.bin"/></Relationships>
</file>

<file path=ppt/slideLayouts/_rels/slideLayout38.xml.rels><?xml version="1.0" encoding="UTF-8" standalone="yes"?>
<Relationships xmlns="http://schemas.openxmlformats.org/package/2006/relationships"><Relationship Id="rId3" Type="http://schemas.openxmlformats.org/officeDocument/2006/relationships/slideMaster" Target="../slideMasters/slideMaster4.xml"/><Relationship Id="rId2" Type="http://schemas.openxmlformats.org/officeDocument/2006/relationships/tags" Target="../tags/tag75.xml"/><Relationship Id="rId1" Type="http://schemas.openxmlformats.org/officeDocument/2006/relationships/tags" Target="../tags/tag74.xml"/><Relationship Id="rId6" Type="http://schemas.openxmlformats.org/officeDocument/2006/relationships/image" Target="../media/image9.png"/><Relationship Id="rId5" Type="http://schemas.openxmlformats.org/officeDocument/2006/relationships/image" Target="../media/image6.emf"/><Relationship Id="rId4" Type="http://schemas.openxmlformats.org/officeDocument/2006/relationships/oleObject" Target="../embeddings/oleObject42.bin"/></Relationships>
</file>

<file path=ppt/slideLayouts/_rels/slideLayout39.xml.rels><?xml version="1.0" encoding="UTF-8" standalone="yes"?>
<Relationships xmlns="http://schemas.openxmlformats.org/package/2006/relationships"><Relationship Id="rId3" Type="http://schemas.openxmlformats.org/officeDocument/2006/relationships/slideMaster" Target="../slideMasters/slideMaster4.xml"/><Relationship Id="rId2" Type="http://schemas.openxmlformats.org/officeDocument/2006/relationships/tags" Target="../tags/tag77.xml"/><Relationship Id="rId1" Type="http://schemas.openxmlformats.org/officeDocument/2006/relationships/tags" Target="../tags/tag76.xml"/><Relationship Id="rId6" Type="http://schemas.openxmlformats.org/officeDocument/2006/relationships/image" Target="../media/image9.png"/><Relationship Id="rId5" Type="http://schemas.openxmlformats.org/officeDocument/2006/relationships/image" Target="../media/image6.emf"/><Relationship Id="rId4" Type="http://schemas.openxmlformats.org/officeDocument/2006/relationships/oleObject" Target="../embeddings/oleObject43.bin"/></Relationships>
</file>

<file path=ppt/slideLayouts/_rels/slideLayout40.xml.rels><?xml version="1.0" encoding="UTF-8" standalone="yes"?>
<Relationships xmlns="http://schemas.openxmlformats.org/package/2006/relationships"><Relationship Id="rId3" Type="http://schemas.openxmlformats.org/officeDocument/2006/relationships/slideMaster" Target="../slideMasters/slideMaster4.xml"/><Relationship Id="rId2" Type="http://schemas.openxmlformats.org/officeDocument/2006/relationships/tags" Target="../tags/tag79.xml"/><Relationship Id="rId1" Type="http://schemas.openxmlformats.org/officeDocument/2006/relationships/tags" Target="../tags/tag78.xml"/><Relationship Id="rId6" Type="http://schemas.openxmlformats.org/officeDocument/2006/relationships/image" Target="../media/image20.png"/><Relationship Id="rId5" Type="http://schemas.openxmlformats.org/officeDocument/2006/relationships/image" Target="../media/image31.emf"/><Relationship Id="rId4" Type="http://schemas.openxmlformats.org/officeDocument/2006/relationships/oleObject" Target="../embeddings/oleObject44.bin"/></Relationships>
</file>

<file path=ppt/slideLayouts/_rels/slideLayout41.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slideMaster" Target="../slideMasters/slideMaster4.xml"/><Relationship Id="rId7" Type="http://schemas.openxmlformats.org/officeDocument/2006/relationships/image" Target="../media/image12.png"/><Relationship Id="rId2" Type="http://schemas.openxmlformats.org/officeDocument/2006/relationships/tags" Target="../tags/tag81.xml"/><Relationship Id="rId1" Type="http://schemas.openxmlformats.org/officeDocument/2006/relationships/tags" Target="../tags/tag80.xml"/><Relationship Id="rId6" Type="http://schemas.openxmlformats.org/officeDocument/2006/relationships/image" Target="../media/image15.png"/><Relationship Id="rId5" Type="http://schemas.openxmlformats.org/officeDocument/2006/relationships/image" Target="../media/image6.emf"/><Relationship Id="rId4" Type="http://schemas.openxmlformats.org/officeDocument/2006/relationships/oleObject" Target="../embeddings/oleObject45.bin"/></Relationships>
</file>

<file path=ppt/slideLayouts/_rels/slideLayout42.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oleObject" Target="../embeddings/oleObject46.bin"/><Relationship Id="rId7" Type="http://schemas.microsoft.com/office/2007/relationships/hdphoto" Target="../media/hdphoto4.wdp"/><Relationship Id="rId2" Type="http://schemas.openxmlformats.org/officeDocument/2006/relationships/slideMaster" Target="../slideMasters/slideMaster4.xml"/><Relationship Id="rId1" Type="http://schemas.openxmlformats.org/officeDocument/2006/relationships/tags" Target="../tags/tag82.xml"/><Relationship Id="rId6" Type="http://schemas.openxmlformats.org/officeDocument/2006/relationships/image" Target="../media/image28.png"/><Relationship Id="rId5" Type="http://schemas.openxmlformats.org/officeDocument/2006/relationships/image" Target="../media/image7.emf"/><Relationship Id="rId4" Type="http://schemas.openxmlformats.org/officeDocument/2006/relationships/image" Target="../media/image6.emf"/><Relationship Id="rId9" Type="http://schemas.openxmlformats.org/officeDocument/2006/relationships/image" Target="../media/image13.svg"/></Relationships>
</file>

<file path=ppt/slideLayouts/_rels/slideLayout43.xml.rels><?xml version="1.0" encoding="UTF-8" standalone="yes"?>
<Relationships xmlns="http://schemas.openxmlformats.org/package/2006/relationships"><Relationship Id="rId8" Type="http://schemas.openxmlformats.org/officeDocument/2006/relationships/image" Target="../media/image33.jpeg"/><Relationship Id="rId3" Type="http://schemas.openxmlformats.org/officeDocument/2006/relationships/slideMaster" Target="../slideMasters/slideMaster4.xml"/><Relationship Id="rId7" Type="http://schemas.microsoft.com/office/2007/relationships/hdphoto" Target="../media/hdphoto6.wdp"/><Relationship Id="rId2" Type="http://schemas.openxmlformats.org/officeDocument/2006/relationships/tags" Target="../tags/tag84.xml"/><Relationship Id="rId1" Type="http://schemas.openxmlformats.org/officeDocument/2006/relationships/tags" Target="../tags/tag83.xml"/><Relationship Id="rId6" Type="http://schemas.openxmlformats.org/officeDocument/2006/relationships/image" Target="../media/image32.png"/><Relationship Id="rId5" Type="http://schemas.openxmlformats.org/officeDocument/2006/relationships/image" Target="../media/image1.emf"/><Relationship Id="rId10" Type="http://schemas.openxmlformats.org/officeDocument/2006/relationships/image" Target="../media/image5.svg"/><Relationship Id="rId4" Type="http://schemas.openxmlformats.org/officeDocument/2006/relationships/oleObject" Target="../embeddings/oleObject47.bin"/><Relationship Id="rId9" Type="http://schemas.openxmlformats.org/officeDocument/2006/relationships/image" Target="../media/image4.png"/></Relationships>
</file>

<file path=ppt/slideLayouts/_rels/slideLayout44.xml.rels><?xml version="1.0" encoding="UTF-8" standalone="yes"?>
<Relationships xmlns="http://schemas.openxmlformats.org/package/2006/relationships"><Relationship Id="rId8" Type="http://schemas.openxmlformats.org/officeDocument/2006/relationships/image" Target="../media/image7.emf"/><Relationship Id="rId3" Type="http://schemas.openxmlformats.org/officeDocument/2006/relationships/slideMaster" Target="../slideMasters/slideMaster4.xml"/><Relationship Id="rId7" Type="http://schemas.openxmlformats.org/officeDocument/2006/relationships/image" Target="../media/image13.svg"/><Relationship Id="rId2" Type="http://schemas.openxmlformats.org/officeDocument/2006/relationships/tags" Target="../tags/tag86.xml"/><Relationship Id="rId1" Type="http://schemas.openxmlformats.org/officeDocument/2006/relationships/tags" Target="../tags/tag85.xml"/><Relationship Id="rId6" Type="http://schemas.openxmlformats.org/officeDocument/2006/relationships/image" Target="../media/image12.png"/><Relationship Id="rId5" Type="http://schemas.openxmlformats.org/officeDocument/2006/relationships/image" Target="../media/image6.emf"/><Relationship Id="rId4" Type="http://schemas.openxmlformats.org/officeDocument/2006/relationships/oleObject" Target="../embeddings/oleObject48.bin"/></Relationships>
</file>

<file path=ppt/slideLayouts/_rels/slideLayout4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oleObject" Target="../embeddings/oleObject49.bin"/><Relationship Id="rId7" Type="http://schemas.microsoft.com/office/2007/relationships/hdphoto" Target="../media/hdphoto7.wdp"/><Relationship Id="rId2" Type="http://schemas.openxmlformats.org/officeDocument/2006/relationships/slideMaster" Target="../slideMasters/slideMaster4.xml"/><Relationship Id="rId1" Type="http://schemas.openxmlformats.org/officeDocument/2006/relationships/tags" Target="../tags/tag87.xml"/><Relationship Id="rId6" Type="http://schemas.openxmlformats.org/officeDocument/2006/relationships/image" Target="../media/image34.png"/><Relationship Id="rId5" Type="http://schemas.openxmlformats.org/officeDocument/2006/relationships/image" Target="../media/image7.emf"/><Relationship Id="rId4" Type="http://schemas.openxmlformats.org/officeDocument/2006/relationships/image" Target="../media/image6.emf"/><Relationship Id="rId9" Type="http://schemas.openxmlformats.org/officeDocument/2006/relationships/image" Target="../media/image13.svg"/></Relationships>
</file>

<file path=ppt/slideLayouts/_rels/slideLayout46.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slideMaster" Target="../slideMasters/slideMaster4.xml"/><Relationship Id="rId7" Type="http://schemas.openxmlformats.org/officeDocument/2006/relationships/image" Target="../media/image4.png"/><Relationship Id="rId2" Type="http://schemas.openxmlformats.org/officeDocument/2006/relationships/tags" Target="../tags/tag89.xml"/><Relationship Id="rId1" Type="http://schemas.openxmlformats.org/officeDocument/2006/relationships/tags" Target="../tags/tag88.xml"/><Relationship Id="rId6" Type="http://schemas.openxmlformats.org/officeDocument/2006/relationships/image" Target="../media/image7.emf"/><Relationship Id="rId5" Type="http://schemas.openxmlformats.org/officeDocument/2006/relationships/image" Target="../media/image6.emf"/><Relationship Id="rId4" Type="http://schemas.openxmlformats.org/officeDocument/2006/relationships/oleObject" Target="../embeddings/oleObject50.bin"/></Relationships>
</file>

<file path=ppt/slideLayouts/_rels/slideLayout47.xml.rels><?xml version="1.0" encoding="UTF-8" standalone="yes"?>
<Relationships xmlns="http://schemas.openxmlformats.org/package/2006/relationships"><Relationship Id="rId3" Type="http://schemas.openxmlformats.org/officeDocument/2006/relationships/slideMaster" Target="../slideMasters/slideMaster4.xml"/><Relationship Id="rId7" Type="http://schemas.openxmlformats.org/officeDocument/2006/relationships/image" Target="../media/image5.svg"/><Relationship Id="rId2" Type="http://schemas.openxmlformats.org/officeDocument/2006/relationships/tags" Target="../tags/tag91.xml"/><Relationship Id="rId1" Type="http://schemas.openxmlformats.org/officeDocument/2006/relationships/tags" Target="../tags/tag90.xml"/><Relationship Id="rId6" Type="http://schemas.openxmlformats.org/officeDocument/2006/relationships/image" Target="../media/image4.png"/><Relationship Id="rId5" Type="http://schemas.openxmlformats.org/officeDocument/2006/relationships/image" Target="../media/image6.emf"/><Relationship Id="rId4" Type="http://schemas.openxmlformats.org/officeDocument/2006/relationships/oleObject" Target="../embeddings/oleObject51.bin"/></Relationships>
</file>

<file path=ppt/slideLayouts/_rels/slideLayout48.xml.rels><?xml version="1.0" encoding="UTF-8" standalone="yes"?>
<Relationships xmlns="http://schemas.openxmlformats.org/package/2006/relationships"><Relationship Id="rId3" Type="http://schemas.openxmlformats.org/officeDocument/2006/relationships/oleObject" Target="../embeddings/oleObject52.bin"/><Relationship Id="rId2" Type="http://schemas.openxmlformats.org/officeDocument/2006/relationships/slideMaster" Target="../slideMasters/slideMaster4.xml"/><Relationship Id="rId1" Type="http://schemas.openxmlformats.org/officeDocument/2006/relationships/tags" Target="../tags/tag92.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6.emf"/></Relationships>
</file>

<file path=ppt/slideLayouts/_rels/slideLayout49.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slideMaster" Target="../slideMasters/slideMaster4.xml"/><Relationship Id="rId7" Type="http://schemas.microsoft.com/office/2007/relationships/hdphoto" Target="../media/hdphoto8.wdp"/><Relationship Id="rId2" Type="http://schemas.openxmlformats.org/officeDocument/2006/relationships/tags" Target="../tags/tag94.xml"/><Relationship Id="rId1" Type="http://schemas.openxmlformats.org/officeDocument/2006/relationships/tags" Target="../tags/tag93.xml"/><Relationship Id="rId6" Type="http://schemas.openxmlformats.org/officeDocument/2006/relationships/image" Target="../media/image35.png"/><Relationship Id="rId5" Type="http://schemas.openxmlformats.org/officeDocument/2006/relationships/image" Target="../media/image1.emf"/><Relationship Id="rId10" Type="http://schemas.openxmlformats.org/officeDocument/2006/relationships/image" Target="../media/image5.svg"/><Relationship Id="rId4" Type="http://schemas.openxmlformats.org/officeDocument/2006/relationships/oleObject" Target="../embeddings/oleObject53.bin"/><Relationship Id="rId9" Type="http://schemas.openxmlformats.org/officeDocument/2006/relationships/image" Target="../media/image4.png"/></Relationships>
</file>

<file path=ppt/slideLayouts/_rels/slideLayout50.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slideMaster" Target="../slideMasters/slideMaster4.xml"/><Relationship Id="rId7" Type="http://schemas.openxmlformats.org/officeDocument/2006/relationships/image" Target="../media/image12.png"/><Relationship Id="rId2" Type="http://schemas.openxmlformats.org/officeDocument/2006/relationships/tags" Target="../tags/tag96.xml"/><Relationship Id="rId1" Type="http://schemas.openxmlformats.org/officeDocument/2006/relationships/tags" Target="../tags/tag95.xml"/><Relationship Id="rId6" Type="http://schemas.openxmlformats.org/officeDocument/2006/relationships/image" Target="../media/image15.png"/><Relationship Id="rId5" Type="http://schemas.openxmlformats.org/officeDocument/2006/relationships/image" Target="../media/image6.emf"/><Relationship Id="rId4" Type="http://schemas.openxmlformats.org/officeDocument/2006/relationships/oleObject" Target="../embeddings/oleObject54.bin"/></Relationships>
</file>

<file path=ppt/slideLayouts/_rels/slideLayout51.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oleObject" Target="../embeddings/oleObject55.bin"/><Relationship Id="rId7" Type="http://schemas.microsoft.com/office/2007/relationships/hdphoto" Target="../media/hdphoto7.wdp"/><Relationship Id="rId2" Type="http://schemas.openxmlformats.org/officeDocument/2006/relationships/slideMaster" Target="../slideMasters/slideMaster4.xml"/><Relationship Id="rId1" Type="http://schemas.openxmlformats.org/officeDocument/2006/relationships/tags" Target="../tags/tag97.xml"/><Relationship Id="rId6" Type="http://schemas.openxmlformats.org/officeDocument/2006/relationships/image" Target="../media/image34.png"/><Relationship Id="rId5" Type="http://schemas.openxmlformats.org/officeDocument/2006/relationships/image" Target="../media/image15.png"/><Relationship Id="rId4" Type="http://schemas.openxmlformats.org/officeDocument/2006/relationships/image" Target="../media/image6.emf"/><Relationship Id="rId9" Type="http://schemas.openxmlformats.org/officeDocument/2006/relationships/image" Target="../media/image13.svg"/></Relationships>
</file>

<file path=ppt/slideLayouts/_rels/slideLayout52.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slideMaster" Target="../slideMasters/slideMaster4.xml"/><Relationship Id="rId7" Type="http://schemas.openxmlformats.org/officeDocument/2006/relationships/image" Target="../media/image4.png"/><Relationship Id="rId2" Type="http://schemas.openxmlformats.org/officeDocument/2006/relationships/tags" Target="../tags/tag99.xml"/><Relationship Id="rId1" Type="http://schemas.openxmlformats.org/officeDocument/2006/relationships/tags" Target="../tags/tag98.xml"/><Relationship Id="rId6" Type="http://schemas.openxmlformats.org/officeDocument/2006/relationships/image" Target="../media/image15.png"/><Relationship Id="rId5" Type="http://schemas.openxmlformats.org/officeDocument/2006/relationships/image" Target="../media/image6.emf"/><Relationship Id="rId4" Type="http://schemas.openxmlformats.org/officeDocument/2006/relationships/oleObject" Target="../embeddings/oleObject56.bin"/></Relationships>
</file>

<file path=ppt/slideLayouts/_rels/slideLayout53.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slideMaster" Target="../slideMasters/slideMaster4.xml"/><Relationship Id="rId7" Type="http://schemas.openxmlformats.org/officeDocument/2006/relationships/image" Target="../media/image12.png"/><Relationship Id="rId2" Type="http://schemas.openxmlformats.org/officeDocument/2006/relationships/tags" Target="../tags/tag101.xml"/><Relationship Id="rId1" Type="http://schemas.openxmlformats.org/officeDocument/2006/relationships/tags" Target="../tags/tag100.xml"/><Relationship Id="rId6" Type="http://schemas.openxmlformats.org/officeDocument/2006/relationships/image" Target="../media/image22.png"/><Relationship Id="rId5" Type="http://schemas.openxmlformats.org/officeDocument/2006/relationships/image" Target="../media/image6.emf"/><Relationship Id="rId4" Type="http://schemas.openxmlformats.org/officeDocument/2006/relationships/oleObject" Target="../embeddings/oleObject57.bin"/></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10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slideMaster" Target="../slideMasters/slideMaster6.xml"/><Relationship Id="rId7" Type="http://schemas.microsoft.com/office/2007/relationships/hdphoto" Target="../media/hdphoto9.wdp"/><Relationship Id="rId2" Type="http://schemas.openxmlformats.org/officeDocument/2006/relationships/tags" Target="../tags/tag107.xml"/><Relationship Id="rId1" Type="http://schemas.openxmlformats.org/officeDocument/2006/relationships/tags" Target="../tags/tag106.xml"/><Relationship Id="rId6" Type="http://schemas.openxmlformats.org/officeDocument/2006/relationships/image" Target="../media/image38.png"/><Relationship Id="rId5" Type="http://schemas.openxmlformats.org/officeDocument/2006/relationships/image" Target="../media/image6.emf"/><Relationship Id="rId10" Type="http://schemas.openxmlformats.org/officeDocument/2006/relationships/image" Target="../media/image5.svg"/><Relationship Id="rId4" Type="http://schemas.openxmlformats.org/officeDocument/2006/relationships/oleObject" Target="../embeddings/oleObject60.bin"/><Relationship Id="rId9" Type="http://schemas.openxmlformats.org/officeDocument/2006/relationships/image" Target="../media/image4.png"/></Relationships>
</file>

<file path=ppt/slideLayouts/_rels/slideLayout61.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oleObject" Target="../embeddings/oleObject61.bin"/><Relationship Id="rId7" Type="http://schemas.microsoft.com/office/2007/relationships/hdphoto" Target="../media/hdphoto2.wdp"/><Relationship Id="rId2" Type="http://schemas.openxmlformats.org/officeDocument/2006/relationships/slideMaster" Target="../slideMasters/slideMaster6.xml"/><Relationship Id="rId1" Type="http://schemas.openxmlformats.org/officeDocument/2006/relationships/tags" Target="../tags/tag108.xml"/><Relationship Id="rId6" Type="http://schemas.openxmlformats.org/officeDocument/2006/relationships/image" Target="../media/image8.png"/><Relationship Id="rId5" Type="http://schemas.openxmlformats.org/officeDocument/2006/relationships/image" Target="../media/image15.png"/><Relationship Id="rId4" Type="http://schemas.openxmlformats.org/officeDocument/2006/relationships/image" Target="../media/image6.emf"/><Relationship Id="rId9" Type="http://schemas.openxmlformats.org/officeDocument/2006/relationships/image" Target="../media/image13.svg"/></Relationships>
</file>

<file path=ppt/slideLayouts/_rels/slideLayout62.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slideMaster" Target="../slideMasters/slideMaster6.xml"/><Relationship Id="rId7" Type="http://schemas.openxmlformats.org/officeDocument/2006/relationships/image" Target="../media/image4.png"/><Relationship Id="rId2" Type="http://schemas.openxmlformats.org/officeDocument/2006/relationships/tags" Target="../tags/tag110.xml"/><Relationship Id="rId1" Type="http://schemas.openxmlformats.org/officeDocument/2006/relationships/tags" Target="../tags/tag109.xml"/><Relationship Id="rId6" Type="http://schemas.openxmlformats.org/officeDocument/2006/relationships/image" Target="../media/image15.png"/><Relationship Id="rId5" Type="http://schemas.openxmlformats.org/officeDocument/2006/relationships/image" Target="../media/image6.emf"/><Relationship Id="rId4" Type="http://schemas.openxmlformats.org/officeDocument/2006/relationships/oleObject" Target="../embeddings/oleObject62.bin"/></Relationships>
</file>

<file path=ppt/slideLayouts/_rels/slideLayout63.xml.rels><?xml version="1.0" encoding="UTF-8" standalone="yes"?>
<Relationships xmlns="http://schemas.openxmlformats.org/package/2006/relationships"><Relationship Id="rId3" Type="http://schemas.openxmlformats.org/officeDocument/2006/relationships/slideMaster" Target="../slideMasters/slideMaster6.xml"/><Relationship Id="rId7" Type="http://schemas.openxmlformats.org/officeDocument/2006/relationships/image" Target="../media/image5.svg"/><Relationship Id="rId2" Type="http://schemas.openxmlformats.org/officeDocument/2006/relationships/tags" Target="../tags/tag112.xml"/><Relationship Id="rId1" Type="http://schemas.openxmlformats.org/officeDocument/2006/relationships/tags" Target="../tags/tag111.xml"/><Relationship Id="rId6" Type="http://schemas.openxmlformats.org/officeDocument/2006/relationships/image" Target="../media/image4.png"/><Relationship Id="rId5" Type="http://schemas.openxmlformats.org/officeDocument/2006/relationships/image" Target="../media/image6.emf"/><Relationship Id="rId4" Type="http://schemas.openxmlformats.org/officeDocument/2006/relationships/oleObject" Target="../embeddings/oleObject63.bin"/></Relationships>
</file>

<file path=ppt/slideLayouts/_rels/slideLayout64.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slideMaster" Target="../slideMasters/slideMaster6.xml"/><Relationship Id="rId7" Type="http://schemas.openxmlformats.org/officeDocument/2006/relationships/image" Target="../media/image12.png"/><Relationship Id="rId2" Type="http://schemas.openxmlformats.org/officeDocument/2006/relationships/tags" Target="../tags/tag114.xml"/><Relationship Id="rId1" Type="http://schemas.openxmlformats.org/officeDocument/2006/relationships/tags" Target="../tags/tag113.xml"/><Relationship Id="rId6" Type="http://schemas.openxmlformats.org/officeDocument/2006/relationships/image" Target="../media/image11.png"/><Relationship Id="rId5" Type="http://schemas.openxmlformats.org/officeDocument/2006/relationships/image" Target="../media/image6.emf"/><Relationship Id="rId4" Type="http://schemas.openxmlformats.org/officeDocument/2006/relationships/oleObject" Target="../embeddings/oleObject64.bin"/></Relationships>
</file>

<file path=ppt/slideLayouts/_rels/slideLayout65.xml.rels><?xml version="1.0" encoding="UTF-8" standalone="yes"?>
<Relationships xmlns="http://schemas.openxmlformats.org/package/2006/relationships"><Relationship Id="rId3" Type="http://schemas.openxmlformats.org/officeDocument/2006/relationships/oleObject" Target="../embeddings/oleObject65.bin"/><Relationship Id="rId2" Type="http://schemas.openxmlformats.org/officeDocument/2006/relationships/slideMaster" Target="../slideMasters/slideMaster6.xml"/><Relationship Id="rId1" Type="http://schemas.openxmlformats.org/officeDocument/2006/relationships/tags" Target="../tags/tag115.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6.emf"/></Relationships>
</file>

<file path=ppt/slideLayouts/_rels/slideLayout66.xml.rels><?xml version="1.0" encoding="UTF-8" standalone="yes"?>
<Relationships xmlns="http://schemas.openxmlformats.org/package/2006/relationships"><Relationship Id="rId3" Type="http://schemas.openxmlformats.org/officeDocument/2006/relationships/slideMaster" Target="../slideMasters/slideMaster6.xml"/><Relationship Id="rId2" Type="http://schemas.openxmlformats.org/officeDocument/2006/relationships/tags" Target="../tags/tag117.xml"/><Relationship Id="rId1" Type="http://schemas.openxmlformats.org/officeDocument/2006/relationships/tags" Target="../tags/tag116.xml"/><Relationship Id="rId6" Type="http://schemas.openxmlformats.org/officeDocument/2006/relationships/image" Target="../media/image9.png"/><Relationship Id="rId5" Type="http://schemas.openxmlformats.org/officeDocument/2006/relationships/image" Target="../media/image6.emf"/><Relationship Id="rId4" Type="http://schemas.openxmlformats.org/officeDocument/2006/relationships/oleObject" Target="../embeddings/oleObject66.bin"/></Relationships>
</file>

<file path=ppt/slideLayouts/_rels/slideLayout67.xml.rels><?xml version="1.0" encoding="UTF-8" standalone="yes"?>
<Relationships xmlns="http://schemas.openxmlformats.org/package/2006/relationships"><Relationship Id="rId3" Type="http://schemas.openxmlformats.org/officeDocument/2006/relationships/slideMaster" Target="../slideMasters/slideMaster6.xml"/><Relationship Id="rId2" Type="http://schemas.openxmlformats.org/officeDocument/2006/relationships/tags" Target="../tags/tag119.xml"/><Relationship Id="rId1" Type="http://schemas.openxmlformats.org/officeDocument/2006/relationships/tags" Target="../tags/tag118.xml"/><Relationship Id="rId6" Type="http://schemas.openxmlformats.org/officeDocument/2006/relationships/image" Target="../media/image40.png"/><Relationship Id="rId5" Type="http://schemas.openxmlformats.org/officeDocument/2006/relationships/image" Target="../media/image6.emf"/><Relationship Id="rId4" Type="http://schemas.openxmlformats.org/officeDocument/2006/relationships/oleObject" Target="../embeddings/oleObject67.bin"/></Relationships>
</file>

<file path=ppt/slideLayouts/_rels/slideLayout68.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slideMaster" Target="../slideMasters/slideMaster7.xml"/><Relationship Id="rId7" Type="http://schemas.openxmlformats.org/officeDocument/2006/relationships/image" Target="../media/image4.png"/><Relationship Id="rId2" Type="http://schemas.openxmlformats.org/officeDocument/2006/relationships/tags" Target="../tags/tag123.xml"/><Relationship Id="rId1" Type="http://schemas.openxmlformats.org/officeDocument/2006/relationships/tags" Target="../tags/tag122.xml"/><Relationship Id="rId6" Type="http://schemas.openxmlformats.org/officeDocument/2006/relationships/image" Target="../media/image41.jpeg"/><Relationship Id="rId5" Type="http://schemas.openxmlformats.org/officeDocument/2006/relationships/image" Target="../media/image1.emf"/><Relationship Id="rId4" Type="http://schemas.openxmlformats.org/officeDocument/2006/relationships/oleObject" Target="../embeddings/oleObject69.bin"/></Relationships>
</file>

<file path=ppt/slideLayouts/_rels/slideLayout69.xml.rels><?xml version="1.0" encoding="UTF-8" standalone="yes"?>
<Relationships xmlns="http://schemas.openxmlformats.org/package/2006/relationships"><Relationship Id="rId3" Type="http://schemas.openxmlformats.org/officeDocument/2006/relationships/slideMaster" Target="../slideMasters/slideMaster7.xml"/><Relationship Id="rId2" Type="http://schemas.openxmlformats.org/officeDocument/2006/relationships/tags" Target="../tags/tag125.xml"/><Relationship Id="rId1" Type="http://schemas.openxmlformats.org/officeDocument/2006/relationships/tags" Target="../tags/tag124.xml"/><Relationship Id="rId6" Type="http://schemas.openxmlformats.org/officeDocument/2006/relationships/image" Target="../media/image9.png"/><Relationship Id="rId5" Type="http://schemas.openxmlformats.org/officeDocument/2006/relationships/image" Target="../media/image6.emf"/><Relationship Id="rId4" Type="http://schemas.openxmlformats.org/officeDocument/2006/relationships/oleObject" Target="../embeddings/oleObject70.bin"/></Relationships>
</file>

<file path=ppt/slideLayouts/_rels/slideLayout70.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oleObject" Target="../embeddings/oleObject71.bin"/><Relationship Id="rId7" Type="http://schemas.microsoft.com/office/2007/relationships/hdphoto" Target="../media/hdphoto7.wdp"/><Relationship Id="rId2" Type="http://schemas.openxmlformats.org/officeDocument/2006/relationships/slideMaster" Target="../slideMasters/slideMaster7.xml"/><Relationship Id="rId1" Type="http://schemas.openxmlformats.org/officeDocument/2006/relationships/tags" Target="../tags/tag126.xml"/><Relationship Id="rId6" Type="http://schemas.openxmlformats.org/officeDocument/2006/relationships/image" Target="../media/image34.png"/><Relationship Id="rId5" Type="http://schemas.openxmlformats.org/officeDocument/2006/relationships/image" Target="../media/image7.emf"/><Relationship Id="rId4" Type="http://schemas.openxmlformats.org/officeDocument/2006/relationships/image" Target="../media/image6.emf"/><Relationship Id="rId9" Type="http://schemas.openxmlformats.org/officeDocument/2006/relationships/image" Target="../media/image42.svg"/></Relationships>
</file>

<file path=ppt/slideLayouts/_rels/slideLayout71.xml.rels><?xml version="1.0" encoding="UTF-8" standalone="yes"?>
<Relationships xmlns="http://schemas.openxmlformats.org/package/2006/relationships"><Relationship Id="rId3" Type="http://schemas.openxmlformats.org/officeDocument/2006/relationships/slideMaster" Target="../slideMasters/slideMaster7.xml"/><Relationship Id="rId7" Type="http://schemas.openxmlformats.org/officeDocument/2006/relationships/image" Target="../media/image43.svg"/><Relationship Id="rId2" Type="http://schemas.openxmlformats.org/officeDocument/2006/relationships/tags" Target="../tags/tag128.xml"/><Relationship Id="rId1" Type="http://schemas.openxmlformats.org/officeDocument/2006/relationships/tags" Target="../tags/tag127.xml"/><Relationship Id="rId6" Type="http://schemas.openxmlformats.org/officeDocument/2006/relationships/image" Target="../media/image4.png"/><Relationship Id="rId5" Type="http://schemas.openxmlformats.org/officeDocument/2006/relationships/image" Target="../media/image6.emf"/><Relationship Id="rId4" Type="http://schemas.openxmlformats.org/officeDocument/2006/relationships/oleObject" Target="../embeddings/oleObject72.bin"/></Relationships>
</file>

<file path=ppt/slideLayouts/_rels/slideLayout72.xml.rels><?xml version="1.0" encoding="UTF-8" standalone="yes"?>
<Relationships xmlns="http://schemas.openxmlformats.org/package/2006/relationships"><Relationship Id="rId8" Type="http://schemas.openxmlformats.org/officeDocument/2006/relationships/image" Target="../media/image42.svg"/><Relationship Id="rId3" Type="http://schemas.openxmlformats.org/officeDocument/2006/relationships/slideMaster" Target="../slideMasters/slideMaster7.xml"/><Relationship Id="rId7" Type="http://schemas.openxmlformats.org/officeDocument/2006/relationships/image" Target="../media/image12.png"/><Relationship Id="rId2" Type="http://schemas.openxmlformats.org/officeDocument/2006/relationships/tags" Target="../tags/tag130.xml"/><Relationship Id="rId1" Type="http://schemas.openxmlformats.org/officeDocument/2006/relationships/tags" Target="../tags/tag129.xml"/><Relationship Id="rId6" Type="http://schemas.openxmlformats.org/officeDocument/2006/relationships/image" Target="../media/image22.png"/><Relationship Id="rId5" Type="http://schemas.openxmlformats.org/officeDocument/2006/relationships/image" Target="../media/image6.emf"/><Relationship Id="rId4" Type="http://schemas.openxmlformats.org/officeDocument/2006/relationships/oleObject" Target="../embeddings/oleObject73.bin"/></Relationships>
</file>

<file path=ppt/slideLayouts/_rels/slideLayout73.xml.rels><?xml version="1.0" encoding="UTF-8" standalone="yes"?>
<Relationships xmlns="http://schemas.openxmlformats.org/package/2006/relationships"><Relationship Id="rId3" Type="http://schemas.openxmlformats.org/officeDocument/2006/relationships/oleObject" Target="../embeddings/oleObject74.bin"/><Relationship Id="rId2" Type="http://schemas.openxmlformats.org/officeDocument/2006/relationships/slideMaster" Target="../slideMasters/slideMaster7.xml"/><Relationship Id="rId1" Type="http://schemas.openxmlformats.org/officeDocument/2006/relationships/tags" Target="../tags/tag131.xml"/><Relationship Id="rId6" Type="http://schemas.openxmlformats.org/officeDocument/2006/relationships/image" Target="../media/image43.svg"/><Relationship Id="rId5" Type="http://schemas.openxmlformats.org/officeDocument/2006/relationships/image" Target="../media/image4.png"/><Relationship Id="rId4" Type="http://schemas.openxmlformats.org/officeDocument/2006/relationships/image" Target="../media/image6.emf"/></Relationships>
</file>

<file path=ppt/slideLayouts/_rels/slideLayout74.xml.rels><?xml version="1.0" encoding="UTF-8" standalone="yes"?>
<Relationships xmlns="http://schemas.openxmlformats.org/package/2006/relationships"><Relationship Id="rId8" Type="http://schemas.openxmlformats.org/officeDocument/2006/relationships/image" Target="../media/image7.emf"/><Relationship Id="rId3" Type="http://schemas.openxmlformats.org/officeDocument/2006/relationships/slideMaster" Target="../slideMasters/slideMaster7.xml"/><Relationship Id="rId7" Type="http://schemas.openxmlformats.org/officeDocument/2006/relationships/image" Target="../media/image42.svg"/><Relationship Id="rId2" Type="http://schemas.openxmlformats.org/officeDocument/2006/relationships/tags" Target="../tags/tag133.xml"/><Relationship Id="rId1" Type="http://schemas.openxmlformats.org/officeDocument/2006/relationships/tags" Target="../tags/tag132.xml"/><Relationship Id="rId6" Type="http://schemas.openxmlformats.org/officeDocument/2006/relationships/image" Target="../media/image12.png"/><Relationship Id="rId5" Type="http://schemas.openxmlformats.org/officeDocument/2006/relationships/image" Target="../media/image6.emf"/><Relationship Id="rId4" Type="http://schemas.openxmlformats.org/officeDocument/2006/relationships/oleObject" Target="../embeddings/oleObject75.bin"/></Relationships>
</file>

<file path=ppt/slideLayouts/_rels/slideLayout75.xml.rels><?xml version="1.0" encoding="UTF-8" standalone="yes"?>
<Relationships xmlns="http://schemas.openxmlformats.org/package/2006/relationships"><Relationship Id="rId3" Type="http://schemas.openxmlformats.org/officeDocument/2006/relationships/oleObject" Target="../embeddings/oleObject76.bin"/><Relationship Id="rId2" Type="http://schemas.openxmlformats.org/officeDocument/2006/relationships/slideMaster" Target="../slideMasters/slideMaster7.xml"/><Relationship Id="rId1" Type="http://schemas.openxmlformats.org/officeDocument/2006/relationships/tags" Target="../tags/tag134.xml"/><Relationship Id="rId5" Type="http://schemas.openxmlformats.org/officeDocument/2006/relationships/image" Target="../media/image44.png"/><Relationship Id="rId4" Type="http://schemas.openxmlformats.org/officeDocument/2006/relationships/image" Target="../media/image6.emf"/></Relationships>
</file>

<file path=ppt/slideLayouts/_rels/slideLayout76.xml.rels><?xml version="1.0" encoding="UTF-8" standalone="yes"?>
<Relationships xmlns="http://schemas.openxmlformats.org/package/2006/relationships"><Relationship Id="rId3" Type="http://schemas.openxmlformats.org/officeDocument/2006/relationships/slideMaster" Target="../slideMasters/slideMaster7.xml"/><Relationship Id="rId2" Type="http://schemas.openxmlformats.org/officeDocument/2006/relationships/tags" Target="../tags/tag136.xml"/><Relationship Id="rId1" Type="http://schemas.openxmlformats.org/officeDocument/2006/relationships/tags" Target="../tags/tag135.xml"/><Relationship Id="rId6" Type="http://schemas.openxmlformats.org/officeDocument/2006/relationships/image" Target="../media/image9.png"/><Relationship Id="rId5" Type="http://schemas.openxmlformats.org/officeDocument/2006/relationships/image" Target="../media/image6.emf"/><Relationship Id="rId4" Type="http://schemas.openxmlformats.org/officeDocument/2006/relationships/oleObject" Target="../embeddings/oleObject77.bin"/></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3" Type="http://schemas.openxmlformats.org/officeDocument/2006/relationships/slideMaster" Target="../slideMasters/slideMaster7.xml"/><Relationship Id="rId2" Type="http://schemas.openxmlformats.org/officeDocument/2006/relationships/tags" Target="../tags/tag138.xml"/><Relationship Id="rId1" Type="http://schemas.openxmlformats.org/officeDocument/2006/relationships/tags" Target="../tags/tag137.xml"/><Relationship Id="rId6" Type="http://schemas.openxmlformats.org/officeDocument/2006/relationships/image" Target="../media/image9.png"/><Relationship Id="rId5" Type="http://schemas.openxmlformats.org/officeDocument/2006/relationships/image" Target="../media/image6.emf"/><Relationship Id="rId4" Type="http://schemas.openxmlformats.org/officeDocument/2006/relationships/oleObject" Target="../embeddings/oleObject78.bin"/></Relationships>
</file>

<file path=ppt/slideLayouts/_rels/slideLayout79.xml.rels><?xml version="1.0" encoding="UTF-8" standalone="yes"?>
<Relationships xmlns="http://schemas.openxmlformats.org/package/2006/relationships"><Relationship Id="rId3" Type="http://schemas.openxmlformats.org/officeDocument/2006/relationships/slideMaster" Target="../slideMasters/slideMaster8.xml"/><Relationship Id="rId2" Type="http://schemas.openxmlformats.org/officeDocument/2006/relationships/tags" Target="../tags/tag142.xml"/><Relationship Id="rId1" Type="http://schemas.openxmlformats.org/officeDocument/2006/relationships/tags" Target="../tags/tag141.xml"/><Relationship Id="rId6" Type="http://schemas.openxmlformats.org/officeDocument/2006/relationships/image" Target="../media/image47.png"/><Relationship Id="rId5" Type="http://schemas.openxmlformats.org/officeDocument/2006/relationships/image" Target="../media/image6.emf"/><Relationship Id="rId4" Type="http://schemas.openxmlformats.org/officeDocument/2006/relationships/oleObject" Target="../embeddings/oleObject80.bin"/></Relationships>
</file>

<file path=ppt/slideLayouts/_rels/slideLayout80.xml.rels><?xml version="1.0" encoding="UTF-8" standalone="yes"?>
<Relationships xmlns="http://schemas.openxmlformats.org/package/2006/relationships"><Relationship Id="rId3" Type="http://schemas.openxmlformats.org/officeDocument/2006/relationships/oleObject" Target="../embeddings/oleObject81.bin"/><Relationship Id="rId2" Type="http://schemas.openxmlformats.org/officeDocument/2006/relationships/slideMaster" Target="../slideMasters/slideMaster8.xml"/><Relationship Id="rId1" Type="http://schemas.openxmlformats.org/officeDocument/2006/relationships/tags" Target="../tags/tag143.xml"/><Relationship Id="rId5" Type="http://schemas.openxmlformats.org/officeDocument/2006/relationships/image" Target="../media/image9.png"/><Relationship Id="rId4" Type="http://schemas.openxmlformats.org/officeDocument/2006/relationships/image" Target="../media/image6.emf"/></Relationships>
</file>

<file path=ppt/slideLayouts/_rels/slideLayout81.xml.rels><?xml version="1.0" encoding="UTF-8" standalone="yes"?>
<Relationships xmlns="http://schemas.openxmlformats.org/package/2006/relationships"><Relationship Id="rId3" Type="http://schemas.openxmlformats.org/officeDocument/2006/relationships/slideMaster" Target="../slideMasters/slideMaster8.xml"/><Relationship Id="rId2" Type="http://schemas.openxmlformats.org/officeDocument/2006/relationships/tags" Target="../tags/tag145.xml"/><Relationship Id="rId1" Type="http://schemas.openxmlformats.org/officeDocument/2006/relationships/tags" Target="../tags/tag144.xml"/><Relationship Id="rId6" Type="http://schemas.openxmlformats.org/officeDocument/2006/relationships/image" Target="../media/image9.png"/><Relationship Id="rId5" Type="http://schemas.openxmlformats.org/officeDocument/2006/relationships/image" Target="../media/image6.emf"/><Relationship Id="rId4" Type="http://schemas.openxmlformats.org/officeDocument/2006/relationships/oleObject" Target="../embeddings/oleObject82.bin"/></Relationships>
</file>

<file path=ppt/slideLayouts/_rels/slideLayout82.xml.rels><?xml version="1.0" encoding="UTF-8" standalone="yes"?>
<Relationships xmlns="http://schemas.openxmlformats.org/package/2006/relationships"><Relationship Id="rId3" Type="http://schemas.openxmlformats.org/officeDocument/2006/relationships/slideMaster" Target="../slideMasters/slideMaster8.xml"/><Relationship Id="rId2" Type="http://schemas.openxmlformats.org/officeDocument/2006/relationships/tags" Target="../tags/tag147.xml"/><Relationship Id="rId1" Type="http://schemas.openxmlformats.org/officeDocument/2006/relationships/tags" Target="../tags/tag146.xml"/><Relationship Id="rId6" Type="http://schemas.openxmlformats.org/officeDocument/2006/relationships/image" Target="../media/image48.jpeg"/><Relationship Id="rId5" Type="http://schemas.openxmlformats.org/officeDocument/2006/relationships/image" Target="../media/image6.emf"/><Relationship Id="rId4" Type="http://schemas.openxmlformats.org/officeDocument/2006/relationships/oleObject" Target="../embeddings/oleObject83.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ítulo 1">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1"/>
            </p:custDataLst>
            <p:extLst>
              <p:ext uri="{D42A27DB-BD31-4B8C-83A1-F6EECF244321}">
                <p14:modId xmlns:p14="http://schemas.microsoft.com/office/powerpoint/2010/main" val="2147546480"/>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Slide do think-cell" r:id="rId4" imgW="270" imgH="270" progId="TCLayout.ActiveDocument.1">
                  <p:embed/>
                </p:oleObj>
              </mc:Choice>
              <mc:Fallback>
                <p:oleObj name="Slide do think-cell" r:id="rId4" imgW="270" imgH="270" progId="TCLayout.ActiveDocument.1">
                  <p:embed/>
                  <p:pic>
                    <p:nvPicPr>
                      <p:cNvPr id="3" name="Object 2" hidden="1"/>
                      <p:cNvPicPr/>
                      <p:nvPr/>
                    </p:nvPicPr>
                    <p:blipFill>
                      <a:blip r:embed="rId5"/>
                      <a:stretch>
                        <a:fillRect/>
                      </a:stretch>
                    </p:blipFill>
                    <p:spPr>
                      <a:xfrm>
                        <a:off x="2118" y="1589"/>
                        <a:ext cx="2116" cy="1587"/>
                      </a:xfrm>
                      <a:prstGeom prst="rect">
                        <a:avLst/>
                      </a:prstGeom>
                    </p:spPr>
                  </p:pic>
                </p:oleObj>
              </mc:Fallback>
            </mc:AlternateContent>
          </a:graphicData>
        </a:graphic>
      </p:graphicFrame>
      <p:pic>
        <p:nvPicPr>
          <p:cNvPr id="6" name="Picture 5">
            <a:extLst>
              <a:ext uri="{FF2B5EF4-FFF2-40B4-BE49-F238E27FC236}">
                <a16:creationId xmlns:a16="http://schemas.microsoft.com/office/drawing/2014/main" id="{740A79D8-CDD7-AD5D-DB61-E1E1C3FA5F1A}"/>
              </a:ext>
            </a:extLst>
          </p:cNvPr>
          <p:cNvPicPr>
            <a:picLocks noChangeAspect="1"/>
          </p:cNvPicPr>
          <p:nvPr userDrawn="1"/>
        </p:nvPicPr>
        <p:blipFill rotWithShape="1">
          <a:blip r:embed="rId6" cstate="email">
            <a:extLst>
              <a:ext uri="{BEBA8EAE-BF5A-486C-A8C5-ECC9F3942E4B}">
                <a14:imgProps xmlns:a14="http://schemas.microsoft.com/office/drawing/2010/main">
                  <a14:imgLayer r:embed="rId7">
                    <a14:imgEffect>
                      <a14:brightnessContrast bright="-20000"/>
                    </a14:imgEffect>
                  </a14:imgLayer>
                </a14:imgProps>
              </a:ext>
              <a:ext uri="{28A0092B-C50C-407E-A947-70E740481C1C}">
                <a14:useLocalDpi xmlns:a14="http://schemas.microsoft.com/office/drawing/2010/main"/>
              </a:ext>
            </a:extLst>
          </a:blip>
          <a:srcRect/>
          <a:stretch/>
        </p:blipFill>
        <p:spPr>
          <a:xfrm>
            <a:off x="6094414" y="0"/>
            <a:ext cx="6097586" cy="6858000"/>
          </a:xfrm>
          <a:custGeom>
            <a:avLst/>
            <a:gdLst>
              <a:gd name="connsiteX0" fmla="*/ 0 w 6097586"/>
              <a:gd name="connsiteY0" fmla="*/ 0 h 6858000"/>
              <a:gd name="connsiteX1" fmla="*/ 6097586 w 6097586"/>
              <a:gd name="connsiteY1" fmla="*/ 0 h 6858000"/>
              <a:gd name="connsiteX2" fmla="*/ 6097586 w 6097586"/>
              <a:gd name="connsiteY2" fmla="*/ 6858000 h 6858000"/>
              <a:gd name="connsiteX3" fmla="*/ 0 w 609758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7586" h="6858000">
                <a:moveTo>
                  <a:pt x="0" y="0"/>
                </a:moveTo>
                <a:lnTo>
                  <a:pt x="6097586" y="0"/>
                </a:lnTo>
                <a:lnTo>
                  <a:pt x="6097586" y="6858000"/>
                </a:lnTo>
                <a:lnTo>
                  <a:pt x="0" y="6858000"/>
                </a:lnTo>
                <a:close/>
              </a:path>
            </a:pathLst>
          </a:custGeom>
        </p:spPr>
      </p:pic>
      <p:pic>
        <p:nvPicPr>
          <p:cNvPr id="11" name="Picture 10">
            <a:extLst>
              <a:ext uri="{FF2B5EF4-FFF2-40B4-BE49-F238E27FC236}">
                <a16:creationId xmlns:a16="http://schemas.microsoft.com/office/drawing/2014/main" id="{7C4C9806-DE51-AF1C-BF4D-1D9555FDA650}"/>
              </a:ext>
            </a:extLst>
          </p:cNvPr>
          <p:cNvPicPr>
            <a:picLocks noChangeAspect="1"/>
          </p:cNvPicPr>
          <p:nvPr userDrawn="1"/>
        </p:nvPicPr>
        <p:blipFill rotWithShape="1">
          <a:blip r:embed="rId8" cstate="email">
            <a:extLst>
              <a:ext uri="{28A0092B-C50C-407E-A947-70E740481C1C}">
                <a14:useLocalDpi xmlns:a14="http://schemas.microsoft.com/office/drawing/2010/main"/>
              </a:ext>
            </a:extLst>
          </a:blip>
          <a:srcRect/>
          <a:stretch/>
        </p:blipFill>
        <p:spPr>
          <a:xfrm>
            <a:off x="6591300" y="723898"/>
            <a:ext cx="5600700" cy="6134102"/>
          </a:xfrm>
          <a:custGeom>
            <a:avLst/>
            <a:gdLst>
              <a:gd name="connsiteX0" fmla="*/ 1689100 w 5600700"/>
              <a:gd name="connsiteY0" fmla="*/ 0 h 6134102"/>
              <a:gd name="connsiteX1" fmla="*/ 2992492 w 5600700"/>
              <a:gd name="connsiteY1" fmla="*/ 614676 h 6134102"/>
              <a:gd name="connsiteX2" fmla="*/ 3017158 w 5600700"/>
              <a:gd name="connsiteY2" fmla="*/ 647661 h 6134102"/>
              <a:gd name="connsiteX3" fmla="*/ 3041823 w 5600700"/>
              <a:gd name="connsiteY3" fmla="*/ 614676 h 6134102"/>
              <a:gd name="connsiteX4" fmla="*/ 4345215 w 5600700"/>
              <a:gd name="connsiteY4" fmla="*/ 0 h 6134102"/>
              <a:gd name="connsiteX5" fmla="*/ 5539589 w 5600700"/>
              <a:gd name="connsiteY5" fmla="*/ 494726 h 6134102"/>
              <a:gd name="connsiteX6" fmla="*/ 5600700 w 5600700"/>
              <a:gd name="connsiteY6" fmla="*/ 561965 h 6134102"/>
              <a:gd name="connsiteX7" fmla="*/ 5600700 w 5600700"/>
              <a:gd name="connsiteY7" fmla="*/ 6134102 h 6134102"/>
              <a:gd name="connsiteX8" fmla="*/ 5310414 w 5600700"/>
              <a:gd name="connsiteY8" fmla="*/ 6134102 h 6134102"/>
              <a:gd name="connsiteX9" fmla="*/ 5310414 w 5600700"/>
              <a:gd name="connsiteY9" fmla="*/ 1711377 h 6134102"/>
              <a:gd name="connsiteX10" fmla="*/ 4344306 w 5600700"/>
              <a:gd name="connsiteY10" fmla="*/ 745269 h 6134102"/>
              <a:gd name="connsiteX11" fmla="*/ 4344307 w 5600700"/>
              <a:gd name="connsiteY11" fmla="*/ 745268 h 6134102"/>
              <a:gd name="connsiteX12" fmla="*/ 3383187 w 5600700"/>
              <a:gd name="connsiteY12" fmla="*/ 1612597 h 6134102"/>
              <a:gd name="connsiteX13" fmla="*/ 3378200 w 5600700"/>
              <a:gd name="connsiteY13" fmla="*/ 1711355 h 6134102"/>
              <a:gd name="connsiteX14" fmla="*/ 3378200 w 5600700"/>
              <a:gd name="connsiteY14" fmla="*/ 6134102 h 6134102"/>
              <a:gd name="connsiteX15" fmla="*/ 3378198 w 5600700"/>
              <a:gd name="connsiteY15" fmla="*/ 6134102 h 6134102"/>
              <a:gd name="connsiteX16" fmla="*/ 2656115 w 5600700"/>
              <a:gd name="connsiteY16" fmla="*/ 6134102 h 6134102"/>
              <a:gd name="connsiteX17" fmla="*/ 2656115 w 5600700"/>
              <a:gd name="connsiteY17" fmla="*/ 1712285 h 6134102"/>
              <a:gd name="connsiteX18" fmla="*/ 1689099 w 5600700"/>
              <a:gd name="connsiteY18" fmla="*/ 745269 h 6134102"/>
              <a:gd name="connsiteX19" fmla="*/ 1689100 w 5600700"/>
              <a:gd name="connsiteY19" fmla="*/ 745268 h 6134102"/>
              <a:gd name="connsiteX20" fmla="*/ 722084 w 5600700"/>
              <a:gd name="connsiteY20" fmla="*/ 1712284 h 6134102"/>
              <a:gd name="connsiteX21" fmla="*/ 722084 w 5600700"/>
              <a:gd name="connsiteY21" fmla="*/ 6134102 h 6134102"/>
              <a:gd name="connsiteX22" fmla="*/ 0 w 5600700"/>
              <a:gd name="connsiteY22" fmla="*/ 6134102 h 6134102"/>
              <a:gd name="connsiteX23" fmla="*/ 0 w 5600700"/>
              <a:gd name="connsiteY23" fmla="*/ 1689100 h 6134102"/>
              <a:gd name="connsiteX24" fmla="*/ 1689100 w 5600700"/>
              <a:gd name="connsiteY24" fmla="*/ 0 h 6134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600700" h="6134102">
                <a:moveTo>
                  <a:pt x="1689100" y="0"/>
                </a:moveTo>
                <a:cubicBezTo>
                  <a:pt x="2213836" y="0"/>
                  <a:pt x="2682686" y="239278"/>
                  <a:pt x="2992492" y="614676"/>
                </a:cubicBezTo>
                <a:lnTo>
                  <a:pt x="3017158" y="647661"/>
                </a:lnTo>
                <a:lnTo>
                  <a:pt x="3041823" y="614676"/>
                </a:lnTo>
                <a:cubicBezTo>
                  <a:pt x="3351629" y="239278"/>
                  <a:pt x="3820479" y="0"/>
                  <a:pt x="4345215" y="0"/>
                </a:cubicBezTo>
                <a:cubicBezTo>
                  <a:pt x="4811647" y="0"/>
                  <a:pt x="5233922" y="189059"/>
                  <a:pt x="5539589" y="494726"/>
                </a:cubicBezTo>
                <a:lnTo>
                  <a:pt x="5600700" y="561965"/>
                </a:lnTo>
                <a:lnTo>
                  <a:pt x="5600700" y="6134102"/>
                </a:lnTo>
                <a:lnTo>
                  <a:pt x="5310414" y="6134102"/>
                </a:lnTo>
                <a:lnTo>
                  <a:pt x="5310414" y="1711377"/>
                </a:lnTo>
                <a:cubicBezTo>
                  <a:pt x="5310414" y="1177810"/>
                  <a:pt x="4877873" y="745269"/>
                  <a:pt x="4344306" y="745269"/>
                </a:cubicBezTo>
                <a:lnTo>
                  <a:pt x="4344307" y="745268"/>
                </a:lnTo>
                <a:cubicBezTo>
                  <a:pt x="3844088" y="745268"/>
                  <a:pt x="3432661" y="1125431"/>
                  <a:pt x="3383187" y="1612597"/>
                </a:cubicBezTo>
                <a:lnTo>
                  <a:pt x="3378200" y="1711355"/>
                </a:lnTo>
                <a:lnTo>
                  <a:pt x="3378200" y="6134102"/>
                </a:lnTo>
                <a:lnTo>
                  <a:pt x="3378198" y="6134102"/>
                </a:lnTo>
                <a:lnTo>
                  <a:pt x="2656115" y="6134102"/>
                </a:lnTo>
                <a:lnTo>
                  <a:pt x="2656115" y="1712285"/>
                </a:lnTo>
                <a:cubicBezTo>
                  <a:pt x="2656115" y="1178217"/>
                  <a:pt x="2223167" y="745269"/>
                  <a:pt x="1689099" y="745269"/>
                </a:cubicBezTo>
                <a:lnTo>
                  <a:pt x="1689100" y="745268"/>
                </a:lnTo>
                <a:cubicBezTo>
                  <a:pt x="1155032" y="745268"/>
                  <a:pt x="722084" y="1178216"/>
                  <a:pt x="722084" y="1712284"/>
                </a:cubicBezTo>
                <a:lnTo>
                  <a:pt x="722084" y="6134102"/>
                </a:lnTo>
                <a:lnTo>
                  <a:pt x="0" y="6134102"/>
                </a:lnTo>
                <a:lnTo>
                  <a:pt x="0" y="1689100"/>
                </a:lnTo>
                <a:cubicBezTo>
                  <a:pt x="0" y="756236"/>
                  <a:pt x="756236" y="0"/>
                  <a:pt x="1689100" y="0"/>
                </a:cubicBezTo>
                <a:close/>
              </a:path>
            </a:pathLst>
          </a:custGeom>
        </p:spPr>
      </p:pic>
      <p:sp>
        <p:nvSpPr>
          <p:cNvPr id="25" name="Rectangle 24">
            <a:extLst>
              <a:ext uri="{FF2B5EF4-FFF2-40B4-BE49-F238E27FC236}">
                <a16:creationId xmlns:a16="http://schemas.microsoft.com/office/drawing/2014/main" id="{0BAE292B-6C1F-2C0B-4057-48C928314731}"/>
              </a:ext>
            </a:extLst>
          </p:cNvPr>
          <p:cNvSpPr/>
          <p:nvPr userDrawn="1"/>
        </p:nvSpPr>
        <p:spPr>
          <a:xfrm>
            <a:off x="0" y="0"/>
            <a:ext cx="6094414" cy="6858000"/>
          </a:xfrm>
          <a:prstGeom prst="rect">
            <a:avLst/>
          </a:prstGeom>
          <a:solidFill>
            <a:schemeClr val="tx2"/>
          </a:solidFill>
          <a:ln w="19050">
            <a:noFill/>
            <a:miter lim="400000"/>
          </a:ln>
          <a:effectLst/>
        </p:spPr>
        <p:txBody>
          <a:bodyPr lIns="108000" tIns="72000" rIns="108000" bIns="72000" rtlCol="0" anchor="ctr"/>
          <a:lstStyle/>
          <a:p>
            <a:pPr algn="l" rtl="0"/>
            <a:endParaRPr lang="pt-BR" sz="1400">
              <a:solidFill>
                <a:schemeClr val="bg1"/>
              </a:solidFill>
            </a:endParaRPr>
          </a:p>
        </p:txBody>
      </p:sp>
      <p:sp>
        <p:nvSpPr>
          <p:cNvPr id="2" name="Rectangle 1" hidden="1">
            <a:extLst>
              <a:ext uri="{FF2B5EF4-FFF2-40B4-BE49-F238E27FC236}">
                <a16:creationId xmlns:a16="http://schemas.microsoft.com/office/drawing/2014/main" id="{A844580B-E44C-4C02-B1B1-A68E777D154D}"/>
              </a:ext>
            </a:extLst>
          </p:cNvPr>
          <p:cNvSpPr/>
          <p:nvPr userDrawn="1">
            <p:custDataLst>
              <p:tags r:id="rId2"/>
            </p:custDataLst>
          </p:nvPr>
        </p:nvSpPr>
        <p:spPr>
          <a:xfrm>
            <a:off x="0" y="0"/>
            <a:ext cx="158750" cy="158750"/>
          </a:xfrm>
          <a:prstGeom prst="rect">
            <a:avLst/>
          </a:prstGeom>
          <a:solidFill>
            <a:schemeClr val="accent2"/>
          </a:solidFill>
          <a:ln w="19050">
            <a:solidFill>
              <a:schemeClr val="accent2"/>
            </a:solidFill>
            <a:miter lim="400000"/>
          </a:ln>
          <a:effectLst/>
        </p:spPr>
        <p:txBody>
          <a:bodyPr wrap="none" lIns="0" tIns="0" rIns="0" bIns="0" numCol="1" spcCol="0" rtlCol="0" anchor="ctr" anchorCtr="0">
            <a:noAutofit/>
          </a:bodyPr>
          <a:lstStyle/>
          <a:p>
            <a:pPr marL="0" lvl="0" indent="0" algn="l" rtl="0"/>
            <a:endParaRPr lang="pt-BR" sz="20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14" name="Rectangle 1027"/>
          <p:cNvSpPr>
            <a:spLocks noGrp="1" noChangeArrowheads="1"/>
          </p:cNvSpPr>
          <p:nvPr>
            <p:ph type="subTitle" idx="1"/>
          </p:nvPr>
        </p:nvSpPr>
        <p:spPr>
          <a:xfrm>
            <a:off x="493377" y="3518589"/>
            <a:ext cx="5184000" cy="30777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2"/>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rtl="0">
              <a:defRPr lang="pt-BR" sz="2000" b="1" baseline="0" noProof="0" dirty="0" smtClean="0">
                <a:solidFill>
                  <a:schemeClr val="accent2"/>
                </a:solidFill>
                <a:latin typeface="+mj-lt"/>
                <a:ea typeface="+mj-ea"/>
                <a:cs typeface="+mj-cs"/>
              </a:defRPr>
            </a:lvl1pPr>
          </a:lstStyle>
          <a:p>
            <a:pPr lvl="0" defTabSz="913526" fontAlgn="base">
              <a:spcBef>
                <a:spcPct val="0"/>
              </a:spcBef>
              <a:spcAft>
                <a:spcPct val="0"/>
              </a:spcAft>
              <a:tabLst>
                <a:tab pos="275353" algn="l"/>
              </a:tabLst>
            </a:pPr>
            <a:r>
              <a:rPr lang="pt-BR" noProof="0"/>
              <a:t>Click to edit Master subtitle style</a:t>
            </a:r>
          </a:p>
        </p:txBody>
      </p:sp>
      <p:sp>
        <p:nvSpPr>
          <p:cNvPr id="8" name="Text Placeholder 16">
            <a:extLst>
              <a:ext uri="{FF2B5EF4-FFF2-40B4-BE49-F238E27FC236}">
                <a16:creationId xmlns:a16="http://schemas.microsoft.com/office/drawing/2014/main" id="{826EA26D-EE90-4940-8EB9-A992432E62A2}"/>
              </a:ext>
            </a:extLst>
          </p:cNvPr>
          <p:cNvSpPr>
            <a:spLocks noGrp="1"/>
          </p:cNvSpPr>
          <p:nvPr>
            <p:ph type="body" sz="quarter" idx="11"/>
          </p:nvPr>
        </p:nvSpPr>
        <p:spPr>
          <a:xfrm>
            <a:off x="493377" y="4578452"/>
            <a:ext cx="5184000" cy="246221"/>
          </a:xfrm>
          <a:prstGeom prst="rect">
            <a:avLst/>
          </a:prstGeom>
        </p:spPr>
        <p:txBody>
          <a:bodyPr anchor="b"/>
          <a:lstStyle>
            <a:lvl1pPr rtl="0">
              <a:defRPr sz="1600">
                <a:solidFill>
                  <a:schemeClr val="bg1"/>
                </a:solidFill>
              </a:defRPr>
            </a:lvl1pPr>
          </a:lstStyle>
          <a:p>
            <a:pPr lvl="0"/>
            <a:r>
              <a:rPr lang="pt-BR"/>
              <a:t>Click to edit Master text styles</a:t>
            </a:r>
          </a:p>
        </p:txBody>
      </p:sp>
      <p:sp>
        <p:nvSpPr>
          <p:cNvPr id="16" name="Title 15">
            <a:extLst>
              <a:ext uri="{FF2B5EF4-FFF2-40B4-BE49-F238E27FC236}">
                <a16:creationId xmlns:a16="http://schemas.microsoft.com/office/drawing/2014/main" id="{0539B138-CABA-B14B-BD56-8A1FDAE5E785}"/>
              </a:ext>
            </a:extLst>
          </p:cNvPr>
          <p:cNvSpPr>
            <a:spLocks noGrp="1"/>
          </p:cNvSpPr>
          <p:nvPr>
            <p:ph type="title"/>
          </p:nvPr>
        </p:nvSpPr>
        <p:spPr>
          <a:xfrm>
            <a:off x="493377" y="2746057"/>
            <a:ext cx="5184000" cy="492443"/>
          </a:xfrm>
          <a:prstGeom prst="rect">
            <a:avLst/>
          </a:prstGeom>
          <a:noFill/>
          <a:ln>
            <a:noFill/>
          </a:ln>
          <a:effectLst/>
        </p:spPr>
        <p:txBody>
          <a:bodyPr vert="horz" wrap="square" lIns="0" tIns="0" rIns="0" bIns="0" numCol="1" rtlCol="0" anchor="b" anchorCtr="0" compatLnSpc="1">
            <a:prstTxWarp prst="textNoShape">
              <a:avLst/>
            </a:prstTxWarp>
            <a:spAutoFit/>
          </a:bodyPr>
          <a:lstStyle>
            <a:lvl1pPr rtl="0">
              <a:defRPr lang="en-US" sz="3200" b="0">
                <a:solidFill>
                  <a:schemeClr val="bg1"/>
                </a:solidFill>
              </a:defRPr>
            </a:lvl1pPr>
          </a:lstStyle>
          <a:p>
            <a:pPr marL="0" lvl="0" defTabSz="913526" fontAlgn="base">
              <a:spcAft>
                <a:spcPct val="0"/>
              </a:spcAft>
              <a:tabLst>
                <a:tab pos="275353" algn="l"/>
              </a:tabLst>
            </a:pPr>
            <a:r>
              <a:rPr lang="pt-BR"/>
              <a:t>Click to edit Master title style</a:t>
            </a:r>
          </a:p>
        </p:txBody>
      </p:sp>
      <p:sp>
        <p:nvSpPr>
          <p:cNvPr id="21" name="TextBox 12">
            <a:extLst>
              <a:ext uri="{FF2B5EF4-FFF2-40B4-BE49-F238E27FC236}">
                <a16:creationId xmlns:a16="http://schemas.microsoft.com/office/drawing/2014/main" id="{DEF08A4D-DE46-6935-C188-2AA372E98116}"/>
              </a:ext>
            </a:extLst>
          </p:cNvPr>
          <p:cNvSpPr txBox="1"/>
          <p:nvPr userDrawn="1"/>
        </p:nvSpPr>
        <p:spPr>
          <a:xfrm>
            <a:off x="493377" y="6428853"/>
            <a:ext cx="5184000" cy="215444"/>
          </a:xfrm>
          <a:prstGeom prst="rect">
            <a:avLst/>
          </a:prstGeom>
          <a:noFill/>
        </p:spPr>
        <p:txBody>
          <a:bodyPr wrap="square" lIns="0" tIns="0" rIns="0" bIns="0" rtlCol="0" anchor="ctr" anchorCtr="0">
            <a:spAutoFit/>
          </a:bodyPr>
          <a:lstStyle/>
          <a:p>
            <a:pPr algn="l" rtl="0" eaLnBrk="0" hangingPunct="0"/>
            <a:r>
              <a:rPr lang="pt-BR" sz="700" err="1">
                <a:solidFill>
                  <a:srgbClr val="8187B3"/>
                </a:solidFill>
                <a:latin typeface="Arial Nova Light" panose="020B0304020202020204" pitchFamily="34" charset="0"/>
                <a:ea typeface="Roboto Light" panose="02000000000000000000" pitchFamily="2" charset="0"/>
                <a:cs typeface="MS PGothic"/>
              </a:rPr>
              <a:t>This</a:t>
            </a:r>
            <a:r>
              <a:rPr lang="pt-BR" sz="700">
                <a:solidFill>
                  <a:srgbClr val="8187B3"/>
                </a:solidFill>
                <a:latin typeface="Arial Nova Light" panose="020B0304020202020204" pitchFamily="34" charset="0"/>
                <a:ea typeface="Roboto Light" panose="02000000000000000000" pitchFamily="2" charset="0"/>
                <a:cs typeface="MS PGothic"/>
              </a:rPr>
              <a:t> </a:t>
            </a:r>
            <a:r>
              <a:rPr lang="pt-BR" sz="700" err="1">
                <a:solidFill>
                  <a:srgbClr val="8187B3"/>
                </a:solidFill>
                <a:latin typeface="Arial Nova Light" panose="020B0304020202020204" pitchFamily="34" charset="0"/>
                <a:ea typeface="Roboto Light" panose="02000000000000000000" pitchFamily="2" charset="0"/>
                <a:cs typeface="MS PGothic"/>
              </a:rPr>
              <a:t>document</a:t>
            </a:r>
            <a:r>
              <a:rPr lang="pt-BR" sz="700">
                <a:solidFill>
                  <a:srgbClr val="8187B3"/>
                </a:solidFill>
                <a:latin typeface="Arial Nova Light" panose="020B0304020202020204" pitchFamily="34" charset="0"/>
                <a:ea typeface="Roboto Light" panose="02000000000000000000" pitchFamily="2" charset="0"/>
                <a:cs typeface="MS PGothic"/>
              </a:rPr>
              <a:t> </a:t>
            </a:r>
            <a:r>
              <a:rPr lang="pt-BR" sz="700" err="1">
                <a:solidFill>
                  <a:srgbClr val="8187B3"/>
                </a:solidFill>
                <a:latin typeface="Arial Nova Light" panose="020B0304020202020204" pitchFamily="34" charset="0"/>
                <a:ea typeface="Roboto Light" panose="02000000000000000000" pitchFamily="2" charset="0"/>
                <a:cs typeface="MS PGothic"/>
              </a:rPr>
              <a:t>is</a:t>
            </a:r>
            <a:r>
              <a:rPr lang="pt-BR" sz="700">
                <a:solidFill>
                  <a:srgbClr val="8187B3"/>
                </a:solidFill>
                <a:latin typeface="Arial Nova Light" panose="020B0304020202020204" pitchFamily="34" charset="0"/>
                <a:ea typeface="Roboto Light" panose="02000000000000000000" pitchFamily="2" charset="0"/>
                <a:cs typeface="MS PGothic"/>
              </a:rPr>
              <a:t> </a:t>
            </a:r>
            <a:r>
              <a:rPr lang="pt-BR" sz="700" err="1">
                <a:solidFill>
                  <a:srgbClr val="8187B3"/>
                </a:solidFill>
                <a:latin typeface="Arial Nova Light" panose="020B0304020202020204" pitchFamily="34" charset="0"/>
                <a:ea typeface="Roboto Light" panose="02000000000000000000" pitchFamily="2" charset="0"/>
                <a:cs typeface="MS PGothic"/>
              </a:rPr>
              <a:t>solely</a:t>
            </a:r>
            <a:r>
              <a:rPr lang="pt-BR" sz="700">
                <a:solidFill>
                  <a:srgbClr val="8187B3"/>
                </a:solidFill>
                <a:latin typeface="Arial Nova Light" panose="020B0304020202020204" pitchFamily="34" charset="0"/>
                <a:ea typeface="Roboto Light" panose="02000000000000000000" pitchFamily="2" charset="0"/>
                <a:cs typeface="MS PGothic"/>
              </a:rPr>
              <a:t> for </a:t>
            </a:r>
            <a:r>
              <a:rPr lang="pt-BR" sz="700" err="1">
                <a:solidFill>
                  <a:srgbClr val="8187B3"/>
                </a:solidFill>
                <a:latin typeface="Arial Nova Light" panose="020B0304020202020204" pitchFamily="34" charset="0"/>
                <a:ea typeface="Roboto Light" panose="02000000000000000000" pitchFamily="2" charset="0"/>
                <a:cs typeface="MS PGothic"/>
              </a:rPr>
              <a:t>client</a:t>
            </a:r>
            <a:r>
              <a:rPr lang="pt-BR" sz="700">
                <a:solidFill>
                  <a:srgbClr val="8187B3"/>
                </a:solidFill>
                <a:latin typeface="Arial Nova Light" panose="020B0304020202020204" pitchFamily="34" charset="0"/>
                <a:ea typeface="Roboto Light" panose="02000000000000000000" pitchFamily="2" charset="0"/>
                <a:cs typeface="MS PGothic"/>
              </a:rPr>
              <a:t> use. No </a:t>
            </a:r>
            <a:r>
              <a:rPr lang="pt-BR" sz="700" err="1">
                <a:solidFill>
                  <a:srgbClr val="8187B3"/>
                </a:solidFill>
                <a:latin typeface="Arial Nova Light" panose="020B0304020202020204" pitchFamily="34" charset="0"/>
                <a:ea typeface="Roboto Light" panose="02000000000000000000" pitchFamily="2" charset="0"/>
                <a:cs typeface="MS PGothic"/>
              </a:rPr>
              <a:t>part</a:t>
            </a:r>
            <a:r>
              <a:rPr lang="pt-BR" sz="700">
                <a:solidFill>
                  <a:srgbClr val="8187B3"/>
                </a:solidFill>
                <a:latin typeface="Arial Nova Light" panose="020B0304020202020204" pitchFamily="34" charset="0"/>
                <a:ea typeface="Roboto Light" panose="02000000000000000000" pitchFamily="2" charset="0"/>
                <a:cs typeface="MS PGothic"/>
              </a:rPr>
              <a:t> </a:t>
            </a:r>
            <a:r>
              <a:rPr lang="pt-BR" sz="700" err="1">
                <a:solidFill>
                  <a:srgbClr val="8187B3"/>
                </a:solidFill>
                <a:latin typeface="Arial Nova Light" panose="020B0304020202020204" pitchFamily="34" charset="0"/>
                <a:ea typeface="Roboto Light" panose="02000000000000000000" pitchFamily="2" charset="0"/>
                <a:cs typeface="MS PGothic"/>
              </a:rPr>
              <a:t>of</a:t>
            </a:r>
            <a:r>
              <a:rPr lang="pt-BR" sz="700">
                <a:solidFill>
                  <a:srgbClr val="8187B3"/>
                </a:solidFill>
                <a:latin typeface="Arial Nova Light" panose="020B0304020202020204" pitchFamily="34" charset="0"/>
                <a:ea typeface="Roboto Light" panose="02000000000000000000" pitchFamily="2" charset="0"/>
                <a:cs typeface="MS PGothic"/>
              </a:rPr>
              <a:t> it </a:t>
            </a:r>
            <a:r>
              <a:rPr lang="pt-BR" sz="700" err="1">
                <a:solidFill>
                  <a:srgbClr val="8187B3"/>
                </a:solidFill>
                <a:latin typeface="Arial Nova Light" panose="020B0304020202020204" pitchFamily="34" charset="0"/>
                <a:ea typeface="Roboto Light" panose="02000000000000000000" pitchFamily="2" charset="0"/>
                <a:cs typeface="MS PGothic"/>
              </a:rPr>
              <a:t>may</a:t>
            </a:r>
            <a:r>
              <a:rPr lang="pt-BR" sz="700">
                <a:solidFill>
                  <a:srgbClr val="8187B3"/>
                </a:solidFill>
                <a:latin typeface="Arial Nova Light" panose="020B0304020202020204" pitchFamily="34" charset="0"/>
                <a:ea typeface="Roboto Light" panose="02000000000000000000" pitchFamily="2" charset="0"/>
                <a:cs typeface="MS PGothic"/>
              </a:rPr>
              <a:t> </a:t>
            </a:r>
            <a:r>
              <a:rPr lang="pt-BR" sz="700" err="1">
                <a:solidFill>
                  <a:srgbClr val="8187B3"/>
                </a:solidFill>
                <a:latin typeface="Arial Nova Light" panose="020B0304020202020204" pitchFamily="34" charset="0"/>
                <a:ea typeface="Roboto Light" panose="02000000000000000000" pitchFamily="2" charset="0"/>
                <a:cs typeface="MS PGothic"/>
              </a:rPr>
              <a:t>be</a:t>
            </a:r>
            <a:r>
              <a:rPr lang="pt-BR" sz="700">
                <a:solidFill>
                  <a:srgbClr val="8187B3"/>
                </a:solidFill>
                <a:latin typeface="Arial Nova Light" panose="020B0304020202020204" pitchFamily="34" charset="0"/>
                <a:ea typeface="Roboto Light" panose="02000000000000000000" pitchFamily="2" charset="0"/>
                <a:cs typeface="MS PGothic"/>
              </a:rPr>
              <a:t> </a:t>
            </a:r>
            <a:r>
              <a:rPr lang="pt-BR" sz="700" err="1">
                <a:solidFill>
                  <a:srgbClr val="8187B3"/>
                </a:solidFill>
                <a:latin typeface="Arial Nova Light" panose="020B0304020202020204" pitchFamily="34" charset="0"/>
                <a:ea typeface="Roboto Light" panose="02000000000000000000" pitchFamily="2" charset="0"/>
                <a:cs typeface="MS PGothic"/>
              </a:rPr>
              <a:t>circulated</a:t>
            </a:r>
            <a:r>
              <a:rPr lang="pt-BR" sz="700">
                <a:solidFill>
                  <a:srgbClr val="8187B3"/>
                </a:solidFill>
                <a:latin typeface="Arial Nova Light" panose="020B0304020202020204" pitchFamily="34" charset="0"/>
                <a:ea typeface="Roboto Light" panose="02000000000000000000" pitchFamily="2" charset="0"/>
                <a:cs typeface="MS PGothic"/>
              </a:rPr>
              <a:t>, </a:t>
            </a:r>
            <a:r>
              <a:rPr lang="pt-BR" sz="700" err="1">
                <a:solidFill>
                  <a:srgbClr val="8187B3"/>
                </a:solidFill>
                <a:latin typeface="Arial Nova Light" panose="020B0304020202020204" pitchFamily="34" charset="0"/>
                <a:ea typeface="Roboto Light" panose="02000000000000000000" pitchFamily="2" charset="0"/>
                <a:cs typeface="MS PGothic"/>
              </a:rPr>
              <a:t>quoted</a:t>
            </a:r>
            <a:r>
              <a:rPr lang="pt-BR" sz="700">
                <a:solidFill>
                  <a:srgbClr val="8187B3"/>
                </a:solidFill>
                <a:latin typeface="Arial Nova Light" panose="020B0304020202020204" pitchFamily="34" charset="0"/>
                <a:ea typeface="Roboto Light" panose="02000000000000000000" pitchFamily="2" charset="0"/>
                <a:cs typeface="MS PGothic"/>
              </a:rPr>
              <a:t>, </a:t>
            </a:r>
            <a:r>
              <a:rPr lang="pt-BR" sz="700" err="1">
                <a:solidFill>
                  <a:srgbClr val="8187B3"/>
                </a:solidFill>
                <a:latin typeface="Arial Nova Light" panose="020B0304020202020204" pitchFamily="34" charset="0"/>
                <a:ea typeface="Roboto Light" panose="02000000000000000000" pitchFamily="2" charset="0"/>
                <a:cs typeface="MS PGothic"/>
              </a:rPr>
              <a:t>or</a:t>
            </a:r>
            <a:r>
              <a:rPr lang="pt-BR" sz="700">
                <a:solidFill>
                  <a:srgbClr val="8187B3"/>
                </a:solidFill>
                <a:latin typeface="Arial Nova Light" panose="020B0304020202020204" pitchFamily="34" charset="0"/>
                <a:ea typeface="Roboto Light" panose="02000000000000000000" pitchFamily="2" charset="0"/>
                <a:cs typeface="MS PGothic"/>
              </a:rPr>
              <a:t> </a:t>
            </a:r>
            <a:r>
              <a:rPr lang="pt-BR" sz="700" err="1">
                <a:solidFill>
                  <a:srgbClr val="8187B3"/>
                </a:solidFill>
                <a:latin typeface="Arial Nova Light" panose="020B0304020202020204" pitchFamily="34" charset="0"/>
                <a:ea typeface="Roboto Light" panose="02000000000000000000" pitchFamily="2" charset="0"/>
                <a:cs typeface="MS PGothic"/>
              </a:rPr>
              <a:t>reproduced</a:t>
            </a:r>
            <a:r>
              <a:rPr lang="pt-BR" sz="700">
                <a:solidFill>
                  <a:srgbClr val="8187B3"/>
                </a:solidFill>
                <a:latin typeface="Arial Nova Light" panose="020B0304020202020204" pitchFamily="34" charset="0"/>
                <a:ea typeface="Roboto Light" panose="02000000000000000000" pitchFamily="2" charset="0"/>
                <a:cs typeface="MS PGothic"/>
              </a:rPr>
              <a:t> for </a:t>
            </a:r>
            <a:r>
              <a:rPr lang="pt-BR" sz="700" err="1">
                <a:solidFill>
                  <a:srgbClr val="8187B3"/>
                </a:solidFill>
                <a:latin typeface="Arial Nova Light" panose="020B0304020202020204" pitchFamily="34" charset="0"/>
                <a:ea typeface="Roboto Light" panose="02000000000000000000" pitchFamily="2" charset="0"/>
                <a:cs typeface="MS PGothic"/>
              </a:rPr>
              <a:t>distribution</a:t>
            </a:r>
            <a:r>
              <a:rPr lang="pt-BR" sz="700">
                <a:solidFill>
                  <a:srgbClr val="8187B3"/>
                </a:solidFill>
                <a:latin typeface="Arial Nova Light" panose="020B0304020202020204" pitchFamily="34" charset="0"/>
                <a:ea typeface="Roboto Light" panose="02000000000000000000" pitchFamily="2" charset="0"/>
                <a:cs typeface="MS PGothic"/>
              </a:rPr>
              <a:t> </a:t>
            </a:r>
            <a:r>
              <a:rPr lang="pt-BR" sz="700" err="1">
                <a:solidFill>
                  <a:srgbClr val="8187B3"/>
                </a:solidFill>
                <a:latin typeface="Arial Nova Light" panose="020B0304020202020204" pitchFamily="34" charset="0"/>
                <a:ea typeface="Roboto Light" panose="02000000000000000000" pitchFamily="2" charset="0"/>
                <a:cs typeface="MS PGothic"/>
              </a:rPr>
              <a:t>outside</a:t>
            </a:r>
            <a:r>
              <a:rPr lang="pt-BR" sz="700">
                <a:solidFill>
                  <a:srgbClr val="8187B3"/>
                </a:solidFill>
                <a:latin typeface="Arial Nova Light" panose="020B0304020202020204" pitchFamily="34" charset="0"/>
                <a:ea typeface="Roboto Light" panose="02000000000000000000" pitchFamily="2" charset="0"/>
                <a:cs typeface="MS PGothic"/>
              </a:rPr>
              <a:t> </a:t>
            </a:r>
            <a:r>
              <a:rPr lang="pt-BR" sz="700" err="1">
                <a:solidFill>
                  <a:srgbClr val="8187B3"/>
                </a:solidFill>
                <a:latin typeface="Arial Nova Light" panose="020B0304020202020204" pitchFamily="34" charset="0"/>
                <a:ea typeface="Roboto Light" panose="02000000000000000000" pitchFamily="2" charset="0"/>
                <a:cs typeface="MS PGothic"/>
              </a:rPr>
              <a:t>the</a:t>
            </a:r>
            <a:r>
              <a:rPr lang="pt-BR" sz="700">
                <a:solidFill>
                  <a:srgbClr val="8187B3"/>
                </a:solidFill>
                <a:latin typeface="Arial Nova Light" panose="020B0304020202020204" pitchFamily="34" charset="0"/>
                <a:ea typeface="Roboto Light" panose="02000000000000000000" pitchFamily="2" charset="0"/>
                <a:cs typeface="MS PGothic"/>
              </a:rPr>
              <a:t> </a:t>
            </a:r>
            <a:r>
              <a:rPr lang="pt-BR" sz="700" err="1">
                <a:solidFill>
                  <a:srgbClr val="8187B3"/>
                </a:solidFill>
                <a:latin typeface="Arial Nova Light" panose="020B0304020202020204" pitchFamily="34" charset="0"/>
                <a:ea typeface="Roboto Light" panose="02000000000000000000" pitchFamily="2" charset="0"/>
                <a:cs typeface="MS PGothic"/>
              </a:rPr>
              <a:t>organization</a:t>
            </a:r>
            <a:r>
              <a:rPr lang="pt-BR" sz="700">
                <a:solidFill>
                  <a:srgbClr val="8187B3"/>
                </a:solidFill>
                <a:latin typeface="Arial Nova Light" panose="020B0304020202020204" pitchFamily="34" charset="0"/>
                <a:ea typeface="Roboto Light" panose="02000000000000000000" pitchFamily="2" charset="0"/>
                <a:cs typeface="MS PGothic"/>
              </a:rPr>
              <a:t> </a:t>
            </a:r>
            <a:r>
              <a:rPr lang="pt-BR" sz="700" err="1">
                <a:solidFill>
                  <a:srgbClr val="8187B3"/>
                </a:solidFill>
                <a:latin typeface="Arial Nova Light" panose="020B0304020202020204" pitchFamily="34" charset="0"/>
                <a:ea typeface="Roboto Light" panose="02000000000000000000" pitchFamily="2" charset="0"/>
                <a:cs typeface="MS PGothic"/>
              </a:rPr>
              <a:t>without</a:t>
            </a:r>
            <a:r>
              <a:rPr lang="pt-BR" sz="700">
                <a:solidFill>
                  <a:srgbClr val="8187B3"/>
                </a:solidFill>
                <a:latin typeface="Arial Nova Light" panose="020B0304020202020204" pitchFamily="34" charset="0"/>
                <a:ea typeface="Roboto Light" panose="02000000000000000000" pitchFamily="2" charset="0"/>
                <a:cs typeface="MS PGothic"/>
              </a:rPr>
              <a:t> prior </a:t>
            </a:r>
            <a:r>
              <a:rPr lang="pt-BR" sz="700" err="1">
                <a:solidFill>
                  <a:srgbClr val="8187B3"/>
                </a:solidFill>
                <a:latin typeface="Arial Nova Light" panose="020B0304020202020204" pitchFamily="34" charset="0"/>
                <a:ea typeface="Roboto Light" panose="02000000000000000000" pitchFamily="2" charset="0"/>
                <a:cs typeface="MS PGothic"/>
              </a:rPr>
              <a:t>written</a:t>
            </a:r>
            <a:r>
              <a:rPr lang="pt-BR" sz="700">
                <a:solidFill>
                  <a:srgbClr val="8187B3"/>
                </a:solidFill>
                <a:latin typeface="Arial Nova Light" panose="020B0304020202020204" pitchFamily="34" charset="0"/>
                <a:ea typeface="Roboto Light" panose="02000000000000000000" pitchFamily="2" charset="0"/>
                <a:cs typeface="MS PGothic"/>
              </a:rPr>
              <a:t> </a:t>
            </a:r>
            <a:r>
              <a:rPr lang="pt-BR" sz="700" err="1">
                <a:solidFill>
                  <a:srgbClr val="8187B3"/>
                </a:solidFill>
                <a:latin typeface="Arial Nova Light" panose="020B0304020202020204" pitchFamily="34" charset="0"/>
                <a:ea typeface="Roboto Light" panose="02000000000000000000" pitchFamily="2" charset="0"/>
                <a:cs typeface="MS PGothic"/>
              </a:rPr>
              <a:t>approval</a:t>
            </a:r>
            <a:r>
              <a:rPr lang="pt-BR" sz="700">
                <a:solidFill>
                  <a:srgbClr val="8187B3"/>
                </a:solidFill>
                <a:latin typeface="Arial Nova Light" panose="020B0304020202020204" pitchFamily="34" charset="0"/>
                <a:ea typeface="Roboto Light" panose="02000000000000000000" pitchFamily="2" charset="0"/>
                <a:cs typeface="MS PGothic"/>
              </a:rPr>
              <a:t> </a:t>
            </a:r>
            <a:r>
              <a:rPr lang="pt-BR" sz="700" err="1">
                <a:solidFill>
                  <a:srgbClr val="8187B3"/>
                </a:solidFill>
                <a:latin typeface="Arial Nova Light" panose="020B0304020202020204" pitchFamily="34" charset="0"/>
                <a:ea typeface="Roboto Light" panose="02000000000000000000" pitchFamily="2" charset="0"/>
                <a:cs typeface="MS PGothic"/>
              </a:rPr>
              <a:t>from</a:t>
            </a:r>
            <a:r>
              <a:rPr lang="pt-BR" sz="700">
                <a:solidFill>
                  <a:srgbClr val="8187B3"/>
                </a:solidFill>
                <a:latin typeface="Arial Nova Light" panose="020B0304020202020204" pitchFamily="34" charset="0"/>
                <a:ea typeface="Roboto Light" panose="02000000000000000000" pitchFamily="2" charset="0"/>
                <a:cs typeface="MS PGothic"/>
              </a:rPr>
              <a:t> Mirow &amp; Co.</a:t>
            </a:r>
          </a:p>
        </p:txBody>
      </p:sp>
      <p:pic>
        <p:nvPicPr>
          <p:cNvPr id="33" name="Graphic 32">
            <a:extLst>
              <a:ext uri="{FF2B5EF4-FFF2-40B4-BE49-F238E27FC236}">
                <a16:creationId xmlns:a16="http://schemas.microsoft.com/office/drawing/2014/main" id="{4807D396-0BF4-4E58-7746-DD50E9742306}"/>
              </a:ext>
            </a:extLst>
          </p:cNvPr>
          <p:cNvPicPr>
            <a:picLocks noChangeAspect="1"/>
          </p:cNvPicPr>
          <p:nvPr userDrawn="1"/>
        </p:nvPicPr>
        <p:blipFill>
          <a:blip r:embed="rId9" cstate="email">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1956520" y="5176763"/>
            <a:ext cx="2257714" cy="900000"/>
          </a:xfrm>
          <a:prstGeom prst="rect">
            <a:avLst/>
          </a:prstGeom>
        </p:spPr>
      </p:pic>
    </p:spTree>
    <p:extLst>
      <p:ext uri="{BB962C8B-B14F-4D97-AF65-F5344CB8AC3E}">
        <p14:creationId xmlns:p14="http://schemas.microsoft.com/office/powerpoint/2010/main" val="4144010077"/>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8180B629-976D-4310-AF32-6BCD0E8DE5B5}"/>
              </a:ext>
            </a:extLst>
          </p:cNvPr>
          <p:cNvGraphicFramePr>
            <a:graphicFrameLocks noChangeAspect="1"/>
          </p:cNvGraphicFramePr>
          <p:nvPr userDrawn="1">
            <p:custDataLst>
              <p:tags r:id="rId1"/>
            </p:custDataLst>
            <p:extLst>
              <p:ext uri="{D42A27DB-BD31-4B8C-83A1-F6EECF244321}">
                <p14:modId xmlns:p14="http://schemas.microsoft.com/office/powerpoint/2010/main" val="267322361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Slide do think-cell" r:id="rId3" imgW="493" imgH="493" progId="TCLayout.ActiveDocument.1">
                  <p:embed/>
                </p:oleObj>
              </mc:Choice>
              <mc:Fallback>
                <p:oleObj name="Slide do think-cell" r:id="rId3" imgW="493" imgH="493" progId="TCLayout.ActiveDocument.1">
                  <p:embed/>
                  <p:pic>
                    <p:nvPicPr>
                      <p:cNvPr id="2" name="Object 1" hidden="1">
                        <a:extLst>
                          <a:ext uri="{FF2B5EF4-FFF2-40B4-BE49-F238E27FC236}">
                            <a16:creationId xmlns:a16="http://schemas.microsoft.com/office/drawing/2014/main" id="{8180B629-976D-4310-AF32-6BCD0E8DE5B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21" name="Picture 20">
            <a:extLst>
              <a:ext uri="{FF2B5EF4-FFF2-40B4-BE49-F238E27FC236}">
                <a16:creationId xmlns:a16="http://schemas.microsoft.com/office/drawing/2014/main" id="{982F0EE0-5902-B506-E4FA-9AA6C53D6E4D}"/>
              </a:ext>
            </a:extLst>
          </p:cNvPr>
          <p:cNvPicPr>
            <a:picLocks noChangeAspect="1"/>
          </p:cNvPicPr>
          <p:nvPr userDrawn="1"/>
        </p:nvPicPr>
        <p:blipFill rotWithShape="1">
          <a:blip r:embed="rId5" cstate="email">
            <a:alphaModFix amt="35000"/>
            <a:extLst>
              <a:ext uri="{28A0092B-C50C-407E-A947-70E740481C1C}">
                <a14:useLocalDpi xmlns:a14="http://schemas.microsoft.com/office/drawing/2010/main"/>
              </a:ext>
            </a:extLst>
          </a:blip>
          <a:srcRect l="43574" r="7672" b="29001"/>
          <a:stretch/>
        </p:blipFill>
        <p:spPr>
          <a:xfrm>
            <a:off x="9241183" y="740229"/>
            <a:ext cx="2950817" cy="6117771"/>
          </a:xfrm>
          <a:custGeom>
            <a:avLst/>
            <a:gdLst>
              <a:gd name="connsiteX0" fmla="*/ 0 w 2950817"/>
              <a:gd name="connsiteY0" fmla="*/ 0 h 6117771"/>
              <a:gd name="connsiteX1" fmla="*/ 2950817 w 2950817"/>
              <a:gd name="connsiteY1" fmla="*/ 0 h 6117771"/>
              <a:gd name="connsiteX2" fmla="*/ 2950817 w 2950817"/>
              <a:gd name="connsiteY2" fmla="*/ 6117771 h 6117771"/>
              <a:gd name="connsiteX3" fmla="*/ 0 w 2950817"/>
              <a:gd name="connsiteY3" fmla="*/ 6117771 h 6117771"/>
            </a:gdLst>
            <a:ahLst/>
            <a:cxnLst>
              <a:cxn ang="0">
                <a:pos x="connsiteX0" y="connsiteY0"/>
              </a:cxn>
              <a:cxn ang="0">
                <a:pos x="connsiteX1" y="connsiteY1"/>
              </a:cxn>
              <a:cxn ang="0">
                <a:pos x="connsiteX2" y="connsiteY2"/>
              </a:cxn>
              <a:cxn ang="0">
                <a:pos x="connsiteX3" y="connsiteY3"/>
              </a:cxn>
            </a:cxnLst>
            <a:rect l="l" t="t" r="r" b="b"/>
            <a:pathLst>
              <a:path w="2950817" h="6117771">
                <a:moveTo>
                  <a:pt x="0" y="0"/>
                </a:moveTo>
                <a:lnTo>
                  <a:pt x="2950817" y="0"/>
                </a:lnTo>
                <a:lnTo>
                  <a:pt x="2950817" y="6117771"/>
                </a:lnTo>
                <a:lnTo>
                  <a:pt x="0" y="6117771"/>
                </a:lnTo>
                <a:close/>
              </a:path>
            </a:pathLst>
          </a:custGeom>
        </p:spPr>
      </p:pic>
      <p:sp>
        <p:nvSpPr>
          <p:cNvPr id="8" name="Retângulo 3">
            <a:extLst>
              <a:ext uri="{FF2B5EF4-FFF2-40B4-BE49-F238E27FC236}">
                <a16:creationId xmlns:a16="http://schemas.microsoft.com/office/drawing/2014/main" id="{770002B3-EC1D-DB49-BC86-0165275CFFB5}"/>
              </a:ext>
            </a:extLst>
          </p:cNvPr>
          <p:cNvSpPr/>
          <p:nvPr userDrawn="1"/>
        </p:nvSpPr>
        <p:spPr>
          <a:xfrm>
            <a:off x="0" y="0"/>
            <a:ext cx="9241183" cy="6858000"/>
          </a:xfrm>
          <a:prstGeom prst="rect">
            <a:avLst/>
          </a:prstGeom>
          <a:solidFill>
            <a:schemeClr val="accent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a:endParaRPr lang="pt-BR" sz="1800"/>
          </a:p>
        </p:txBody>
      </p:sp>
      <p:sp>
        <p:nvSpPr>
          <p:cNvPr id="17" name="Text Placeholder 16">
            <a:extLst>
              <a:ext uri="{FF2B5EF4-FFF2-40B4-BE49-F238E27FC236}">
                <a16:creationId xmlns:a16="http://schemas.microsoft.com/office/drawing/2014/main" id="{61497248-BE42-4BEF-B891-1ECD21E95A71}"/>
              </a:ext>
            </a:extLst>
          </p:cNvPr>
          <p:cNvSpPr>
            <a:spLocks noGrp="1"/>
          </p:cNvSpPr>
          <p:nvPr>
            <p:ph type="body" sz="quarter" idx="17" hasCustomPrompt="1"/>
          </p:nvPr>
        </p:nvSpPr>
        <p:spPr>
          <a:xfrm>
            <a:off x="3062511" y="1748502"/>
            <a:ext cx="6053138" cy="523220"/>
          </a:xfrm>
          <a:prstGeom prst="rect">
            <a:avLst/>
          </a:prstGeom>
        </p:spPr>
        <p:txBody>
          <a:bodyPr wrap="square" anchor="b">
            <a:spAutoFit/>
          </a:bodyPr>
          <a:lstStyle>
            <a:lvl1pPr>
              <a:defRPr sz="2800" b="1" cap="all" baseline="0">
                <a:solidFill>
                  <a:schemeClr val="bg1"/>
                </a:solidFill>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pt-BR"/>
              <a:t>EDIT MASTER TEXT STYLES</a:t>
            </a:r>
          </a:p>
        </p:txBody>
      </p:sp>
      <p:sp>
        <p:nvSpPr>
          <p:cNvPr id="13" name="Slide Number">
            <a:extLst>
              <a:ext uri="{FF2B5EF4-FFF2-40B4-BE49-F238E27FC236}">
                <a16:creationId xmlns:a16="http://schemas.microsoft.com/office/drawing/2014/main" id="{BF83F819-8759-4CD9-8F19-037258F0D4A4}"/>
              </a:ext>
            </a:extLst>
          </p:cNvPr>
          <p:cNvSpPr txBox="1">
            <a:spLocks/>
          </p:cNvSpPr>
          <p:nvPr userDrawn="1"/>
        </p:nvSpPr>
        <p:spPr>
          <a:xfrm>
            <a:off x="11762075" y="6525482"/>
            <a:ext cx="160294" cy="157014"/>
          </a:xfrm>
          <a:prstGeom prst="rect">
            <a:avLst/>
          </a:prstGeom>
        </p:spPr>
        <p:txBody>
          <a:bodyPr vert="horz" wrap="none" lIns="0" tIns="0" rIns="0" bIns="0" rtlCol="0" anchor="ctr">
            <a:spAutoFit/>
          </a:bodyPr>
          <a:lstStyle>
            <a:defPPr>
              <a:defRPr lang="en-US"/>
            </a:defPPr>
            <a:lvl1pPr>
              <a:defRPr sz="1000" baseline="0">
                <a:latin typeface="+mn-lt"/>
              </a:defRPr>
            </a:lvl1pPr>
          </a:lstStyle>
          <a:p>
            <a:pPr lvl="0" algn="r"/>
            <a:fld id="{42C328C1-A84F-4A39-A664-DBA00541A8C6}" type="slidenum">
              <a:rPr lang="pt-BR" smtClean="0"/>
              <a:pPr lvl="0" algn="r"/>
              <a:t>‹#›</a:t>
            </a:fld>
            <a:endParaRPr lang="pt-BR"/>
          </a:p>
        </p:txBody>
      </p:sp>
      <p:pic>
        <p:nvPicPr>
          <p:cNvPr id="4" name="Picture 3">
            <a:extLst>
              <a:ext uri="{FF2B5EF4-FFF2-40B4-BE49-F238E27FC236}">
                <a16:creationId xmlns:a16="http://schemas.microsoft.com/office/drawing/2014/main" id="{A4EF462F-A678-BB2C-2F96-146C32816FC4}"/>
              </a:ext>
            </a:extLst>
          </p:cNvPr>
          <p:cNvPicPr>
            <a:picLocks noChangeAspect="1"/>
          </p:cNvPicPr>
          <p:nvPr userDrawn="1"/>
        </p:nvPicPr>
        <p:blipFill rotWithShape="1">
          <a:blip r:embed="rId6" cstate="screen">
            <a:lum bright="70000" contrast="-70000"/>
            <a:alphaModFix amt="20000"/>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a:ext>
            </a:extLst>
          </a:blip>
          <a:srcRect/>
          <a:stretch/>
        </p:blipFill>
        <p:spPr>
          <a:xfrm flipH="1">
            <a:off x="-1" y="236537"/>
            <a:ext cx="2781300" cy="3446463"/>
          </a:xfrm>
          <a:prstGeom prst="rect">
            <a:avLst/>
          </a:prstGeom>
        </p:spPr>
      </p:pic>
      <p:pic>
        <p:nvPicPr>
          <p:cNvPr id="18" name="Picture 17">
            <a:extLst>
              <a:ext uri="{FF2B5EF4-FFF2-40B4-BE49-F238E27FC236}">
                <a16:creationId xmlns:a16="http://schemas.microsoft.com/office/drawing/2014/main" id="{F279310B-74FC-643B-5BC7-10400761B54A}"/>
              </a:ext>
            </a:extLst>
          </p:cNvPr>
          <p:cNvPicPr>
            <a:picLocks noChangeAspect="1"/>
          </p:cNvPicPr>
          <p:nvPr userDrawn="1"/>
        </p:nvPicPr>
        <p:blipFill rotWithShape="1">
          <a:blip r:embed="rId5" cstate="email">
            <a:alphaModFix amt="5000"/>
            <a:extLst>
              <a:ext uri="{28A0092B-C50C-407E-A947-70E740481C1C}">
                <a14:useLocalDpi xmlns:a14="http://schemas.microsoft.com/office/drawing/2010/main"/>
              </a:ext>
            </a:extLst>
          </a:blip>
          <a:srcRect r="56426" b="29001"/>
          <a:stretch/>
        </p:blipFill>
        <p:spPr>
          <a:xfrm>
            <a:off x="6603889" y="740229"/>
            <a:ext cx="2637294" cy="6117771"/>
          </a:xfrm>
          <a:custGeom>
            <a:avLst/>
            <a:gdLst>
              <a:gd name="connsiteX0" fmla="*/ 0 w 2637294"/>
              <a:gd name="connsiteY0" fmla="*/ 0 h 6117771"/>
              <a:gd name="connsiteX1" fmla="*/ 2637294 w 2637294"/>
              <a:gd name="connsiteY1" fmla="*/ 0 h 6117771"/>
              <a:gd name="connsiteX2" fmla="*/ 2637294 w 2637294"/>
              <a:gd name="connsiteY2" fmla="*/ 6117771 h 6117771"/>
              <a:gd name="connsiteX3" fmla="*/ 0 w 2637294"/>
              <a:gd name="connsiteY3" fmla="*/ 6117771 h 6117771"/>
            </a:gdLst>
            <a:ahLst/>
            <a:cxnLst>
              <a:cxn ang="0">
                <a:pos x="connsiteX0" y="connsiteY0"/>
              </a:cxn>
              <a:cxn ang="0">
                <a:pos x="connsiteX1" y="connsiteY1"/>
              </a:cxn>
              <a:cxn ang="0">
                <a:pos x="connsiteX2" y="connsiteY2"/>
              </a:cxn>
              <a:cxn ang="0">
                <a:pos x="connsiteX3" y="connsiteY3"/>
              </a:cxn>
            </a:cxnLst>
            <a:rect l="l" t="t" r="r" b="b"/>
            <a:pathLst>
              <a:path w="2637294" h="6117771">
                <a:moveTo>
                  <a:pt x="0" y="0"/>
                </a:moveTo>
                <a:lnTo>
                  <a:pt x="2637294" y="0"/>
                </a:lnTo>
                <a:lnTo>
                  <a:pt x="2637294" y="6117771"/>
                </a:lnTo>
                <a:lnTo>
                  <a:pt x="0" y="6117771"/>
                </a:lnTo>
                <a:close/>
              </a:path>
            </a:pathLst>
          </a:custGeom>
        </p:spPr>
      </p:pic>
      <p:pic>
        <p:nvPicPr>
          <p:cNvPr id="3" name="Imagem 6">
            <a:extLst>
              <a:ext uri="{FF2B5EF4-FFF2-40B4-BE49-F238E27FC236}">
                <a16:creationId xmlns:a16="http://schemas.microsoft.com/office/drawing/2014/main" id="{4FA5B0F3-1334-A0E7-842D-1DFC32C4E112}"/>
              </a:ext>
            </a:extLst>
          </p:cNvPr>
          <p:cNvPicPr>
            <a:picLocks noChangeAspect="1"/>
          </p:cNvPicPr>
          <p:nvPr userDrawn="1"/>
        </p:nvPicPr>
        <p:blipFill rotWithShape="1">
          <a:blip r:embed="rId8" cstate="email">
            <a:extLst>
              <a:ext uri="{28A0092B-C50C-407E-A947-70E740481C1C}">
                <a14:useLocalDpi xmlns:a14="http://schemas.microsoft.com/office/drawing/2010/main"/>
              </a:ext>
            </a:extLst>
          </a:blip>
          <a:srcRect/>
          <a:stretch/>
        </p:blipFill>
        <p:spPr>
          <a:xfrm>
            <a:off x="10294573" y="6491716"/>
            <a:ext cx="1197054" cy="198442"/>
          </a:xfrm>
          <a:prstGeom prst="rect">
            <a:avLst/>
          </a:prstGeom>
        </p:spPr>
      </p:pic>
    </p:spTree>
    <p:extLst>
      <p:ext uri="{BB962C8B-B14F-4D97-AF65-F5344CB8AC3E}">
        <p14:creationId xmlns:p14="http://schemas.microsoft.com/office/powerpoint/2010/main" val="427034220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4_Layout Personalizado">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1137E873-3395-4CA4-875E-A0B0E7BF2302}"/>
              </a:ext>
            </a:extLst>
          </p:cNvPr>
          <p:cNvGraphicFramePr>
            <a:graphicFrameLocks noChangeAspect="1"/>
          </p:cNvGraphicFramePr>
          <p:nvPr>
            <p:custDataLst>
              <p:tags r:id="rId1"/>
            </p:custDataLst>
            <p:extLst>
              <p:ext uri="{D42A27DB-BD31-4B8C-83A1-F6EECF244321}">
                <p14:modId xmlns:p14="http://schemas.microsoft.com/office/powerpoint/2010/main" val="2029955685"/>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Slide do think-cell" r:id="rId4" imgW="493" imgH="493" progId="TCLayout.ActiveDocument.1">
                  <p:embed/>
                </p:oleObj>
              </mc:Choice>
              <mc:Fallback>
                <p:oleObj name="Slide do think-cell" r:id="rId4" imgW="493" imgH="493" progId="TCLayout.ActiveDocument.1">
                  <p:embed/>
                  <p:pic>
                    <p:nvPicPr>
                      <p:cNvPr id="2" name="Object 1" hidden="1">
                        <a:extLst>
                          <a:ext uri="{FF2B5EF4-FFF2-40B4-BE49-F238E27FC236}">
                            <a16:creationId xmlns:a16="http://schemas.microsoft.com/office/drawing/2014/main" id="{1137E873-3395-4CA4-875E-A0B0E7BF2302}"/>
                          </a:ext>
                        </a:extLst>
                      </p:cNvPr>
                      <p:cNvPicPr/>
                      <p:nvPr/>
                    </p:nvPicPr>
                    <p:blipFill>
                      <a:blip r:embed="rId5"/>
                      <a:stretch>
                        <a:fillRect/>
                      </a:stretch>
                    </p:blipFill>
                    <p:spPr>
                      <a:xfrm>
                        <a:off x="2118" y="1589"/>
                        <a:ext cx="2116" cy="1587"/>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3ED6A465-F6C5-4E8F-B9DE-C5B62BA8FB3C}"/>
              </a:ext>
            </a:extLst>
          </p:cNvPr>
          <p:cNvSpPr/>
          <p:nvPr userDrawn="1">
            <p:custDataLst>
              <p:tags r:id="rId2"/>
            </p:custDataLst>
          </p:nvPr>
        </p:nvSpPr>
        <p:spPr>
          <a:xfrm>
            <a:off x="0" y="0"/>
            <a:ext cx="158750" cy="158750"/>
          </a:xfrm>
          <a:prstGeom prst="rect">
            <a:avLst/>
          </a:prstGeom>
          <a:solidFill>
            <a:schemeClr val="accent2"/>
          </a:solidFill>
          <a:ln w="19050">
            <a:solidFill>
              <a:schemeClr val="accent2"/>
            </a:solidFill>
            <a:miter lim="400000"/>
          </a:ln>
          <a:effectLst/>
        </p:spPr>
        <p:txBody>
          <a:bodyPr wrap="none" lIns="0" tIns="0" rIns="0" bIns="0" numCol="1" spcCol="0" rtlCol="0" anchor="ctr" anchorCtr="0">
            <a:noAutofit/>
          </a:bodyPr>
          <a:lstStyle/>
          <a:p>
            <a:pPr marL="0" lvl="0" indent="0" algn="l"/>
            <a:endParaRPr lang="pt-BR" sz="20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9" name="Shape 1409">
            <a:extLst>
              <a:ext uri="{FF2B5EF4-FFF2-40B4-BE49-F238E27FC236}">
                <a16:creationId xmlns:a16="http://schemas.microsoft.com/office/drawing/2014/main" id="{434A38E0-EED8-4B24-8585-F773498C4BAB}"/>
              </a:ext>
            </a:extLst>
          </p:cNvPr>
          <p:cNvSpPr/>
          <p:nvPr userDrawn="1"/>
        </p:nvSpPr>
        <p:spPr>
          <a:xfrm>
            <a:off x="0" y="1911927"/>
            <a:ext cx="12192000" cy="4946073"/>
          </a:xfrm>
          <a:prstGeom prst="rect">
            <a:avLst/>
          </a:prstGeom>
          <a:solidFill>
            <a:schemeClr val="accent5"/>
          </a:solidFill>
          <a:ln w="12700">
            <a:noFill/>
            <a:miter lim="400000"/>
          </a:ln>
        </p:spPr>
        <p:txBody>
          <a:bodyPr lIns="0" tIns="0" rIns="0" bIns="0" anchor="ctr"/>
          <a:lstStyle/>
          <a:p>
            <a:pPr lvl="0">
              <a:defRPr sz="3200"/>
            </a:pPr>
            <a:endParaRPr lang="pt-BR" sz="3200"/>
          </a:p>
        </p:txBody>
      </p:sp>
      <p:sp>
        <p:nvSpPr>
          <p:cNvPr id="11" name="Slide Number">
            <a:extLst>
              <a:ext uri="{FF2B5EF4-FFF2-40B4-BE49-F238E27FC236}">
                <a16:creationId xmlns:a16="http://schemas.microsoft.com/office/drawing/2014/main" id="{4DFAB2AA-327C-842C-C54B-DE9DD7EE1B48}"/>
              </a:ext>
            </a:extLst>
          </p:cNvPr>
          <p:cNvSpPr txBox="1">
            <a:spLocks/>
          </p:cNvSpPr>
          <p:nvPr userDrawn="1"/>
        </p:nvSpPr>
        <p:spPr>
          <a:xfrm>
            <a:off x="11762075" y="6525482"/>
            <a:ext cx="160294" cy="157014"/>
          </a:xfrm>
          <a:prstGeom prst="rect">
            <a:avLst/>
          </a:prstGeom>
        </p:spPr>
        <p:txBody>
          <a:bodyPr vert="horz" wrap="none" lIns="0" tIns="0" rIns="0" bIns="0" rtlCol="0" anchor="ctr">
            <a:spAutoFit/>
          </a:bodyPr>
          <a:lstStyle>
            <a:defPPr>
              <a:defRPr lang="en-US"/>
            </a:defPPr>
            <a:lvl1pPr>
              <a:defRPr sz="1000" baseline="0">
                <a:latin typeface="+mn-lt"/>
              </a:defRPr>
            </a:lvl1pPr>
          </a:lstStyle>
          <a:p>
            <a:pPr lvl="0" algn="r"/>
            <a:fld id="{42C328C1-A84F-4A39-A664-DBA00541A8C6}" type="slidenum">
              <a:rPr lang="pt-BR" smtClean="0">
                <a:solidFill>
                  <a:schemeClr val="bg1"/>
                </a:solidFill>
              </a:rPr>
              <a:pPr lvl="0" algn="r"/>
              <a:t>‹#›</a:t>
            </a:fld>
            <a:endParaRPr lang="pt-BR">
              <a:solidFill>
                <a:schemeClr val="bg1"/>
              </a:solidFill>
            </a:endParaRPr>
          </a:p>
        </p:txBody>
      </p:sp>
      <p:sp>
        <p:nvSpPr>
          <p:cNvPr id="4" name="Title 1">
            <a:extLst>
              <a:ext uri="{FF2B5EF4-FFF2-40B4-BE49-F238E27FC236}">
                <a16:creationId xmlns:a16="http://schemas.microsoft.com/office/drawing/2014/main" id="{3389C960-DE6D-9102-ACF0-61651EB4980B}"/>
              </a:ext>
            </a:extLst>
          </p:cNvPr>
          <p:cNvSpPr>
            <a:spLocks noGrp="1"/>
          </p:cNvSpPr>
          <p:nvPr>
            <p:ph type="title" hasCustomPrompt="1"/>
          </p:nvPr>
        </p:nvSpPr>
        <p:spPr>
          <a:xfrm>
            <a:off x="736979" y="312999"/>
            <a:ext cx="11227479" cy="307777"/>
          </a:xfrm>
          <a:prstGeom prst="rect">
            <a:avLst/>
          </a:prstGeom>
        </p:spPr>
        <p:txBody>
          <a:bodyPr vert="horz" lIns="0" tIns="0" rIns="0" bIns="0" rtlCol="0" anchor="t" anchorCtr="0">
            <a:spAutoFit/>
          </a:bodyPr>
          <a:lstStyle>
            <a:lvl1pPr>
              <a:defRPr lang="en-US" dirty="0"/>
            </a:lvl1pPr>
          </a:lstStyle>
          <a:p>
            <a:pPr marL="0" lvl="0"/>
            <a:r>
              <a:rPr lang="pt-BR"/>
              <a:t>Clique para editar o título Mestre</a:t>
            </a:r>
            <a:endParaRPr lang="en-US"/>
          </a:p>
        </p:txBody>
      </p:sp>
      <p:pic>
        <p:nvPicPr>
          <p:cNvPr id="8" name="Imagem 7">
            <a:extLst>
              <a:ext uri="{FF2B5EF4-FFF2-40B4-BE49-F238E27FC236}">
                <a16:creationId xmlns:a16="http://schemas.microsoft.com/office/drawing/2014/main" id="{1C32CC53-36D1-C8BC-1099-524C6D84800F}"/>
              </a:ext>
            </a:extLst>
          </p:cNvPr>
          <p:cNvPicPr>
            <a:picLocks noChangeAspect="1"/>
          </p:cNvPicPr>
          <p:nvPr userDrawn="1"/>
        </p:nvPicPr>
        <p:blipFill>
          <a:blip r:embed="rId6" cstate="email">
            <a:lum bright="70000" contrast="-70000"/>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a:ext>
            </a:extLst>
          </a:blip>
          <a:stretch>
            <a:fillRect/>
          </a:stretch>
        </p:blipFill>
        <p:spPr>
          <a:xfrm>
            <a:off x="10260491" y="6396038"/>
            <a:ext cx="1240692" cy="361868"/>
          </a:xfrm>
          <a:prstGeom prst="rect">
            <a:avLst/>
          </a:prstGeom>
        </p:spPr>
      </p:pic>
    </p:spTree>
    <p:extLst>
      <p:ext uri="{BB962C8B-B14F-4D97-AF65-F5344CB8AC3E}">
        <p14:creationId xmlns:p14="http://schemas.microsoft.com/office/powerpoint/2010/main" val="309515260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5_Layout Personalizado">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1137E873-3395-4CA4-875E-A0B0E7BF2302}"/>
              </a:ext>
            </a:extLst>
          </p:cNvPr>
          <p:cNvGraphicFramePr>
            <a:graphicFrameLocks noChangeAspect="1"/>
          </p:cNvGraphicFramePr>
          <p:nvPr>
            <p:custDataLst>
              <p:tags r:id="rId1"/>
            </p:custDataLst>
            <p:extLst>
              <p:ext uri="{D42A27DB-BD31-4B8C-83A1-F6EECF244321}">
                <p14:modId xmlns:p14="http://schemas.microsoft.com/office/powerpoint/2010/main" val="661108955"/>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Slide do think-cell" r:id="rId4" imgW="493" imgH="493" progId="TCLayout.ActiveDocument.1">
                  <p:embed/>
                </p:oleObj>
              </mc:Choice>
              <mc:Fallback>
                <p:oleObj name="Slide do think-cell" r:id="rId4" imgW="493" imgH="493" progId="TCLayout.ActiveDocument.1">
                  <p:embed/>
                  <p:pic>
                    <p:nvPicPr>
                      <p:cNvPr id="2" name="Object 1" hidden="1">
                        <a:extLst>
                          <a:ext uri="{FF2B5EF4-FFF2-40B4-BE49-F238E27FC236}">
                            <a16:creationId xmlns:a16="http://schemas.microsoft.com/office/drawing/2014/main" id="{1137E873-3395-4CA4-875E-A0B0E7BF2302}"/>
                          </a:ext>
                        </a:extLst>
                      </p:cNvPr>
                      <p:cNvPicPr/>
                      <p:nvPr/>
                    </p:nvPicPr>
                    <p:blipFill>
                      <a:blip r:embed="rId5"/>
                      <a:stretch>
                        <a:fillRect/>
                      </a:stretch>
                    </p:blipFill>
                    <p:spPr>
                      <a:xfrm>
                        <a:off x="2118" y="1589"/>
                        <a:ext cx="2116" cy="1587"/>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3ED6A465-F6C5-4E8F-B9DE-C5B62BA8FB3C}"/>
              </a:ext>
            </a:extLst>
          </p:cNvPr>
          <p:cNvSpPr/>
          <p:nvPr userDrawn="1">
            <p:custDataLst>
              <p:tags r:id="rId2"/>
            </p:custDataLst>
          </p:nvPr>
        </p:nvSpPr>
        <p:spPr>
          <a:xfrm>
            <a:off x="0" y="0"/>
            <a:ext cx="158750" cy="158750"/>
          </a:xfrm>
          <a:prstGeom prst="rect">
            <a:avLst/>
          </a:prstGeom>
          <a:solidFill>
            <a:schemeClr val="accent2"/>
          </a:solidFill>
          <a:ln w="19050">
            <a:solidFill>
              <a:schemeClr val="accent2"/>
            </a:solidFill>
            <a:miter lim="400000"/>
          </a:ln>
          <a:effectLst/>
        </p:spPr>
        <p:txBody>
          <a:bodyPr wrap="none" lIns="0" tIns="0" rIns="0" bIns="0" numCol="1" spcCol="0" rtlCol="0" anchor="ctr" anchorCtr="0">
            <a:noAutofit/>
          </a:bodyPr>
          <a:lstStyle/>
          <a:p>
            <a:pPr marL="0" lvl="0" indent="0" algn="l"/>
            <a:endParaRPr lang="pt-BR" sz="20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9" name="Shape 1409">
            <a:extLst>
              <a:ext uri="{FF2B5EF4-FFF2-40B4-BE49-F238E27FC236}">
                <a16:creationId xmlns:a16="http://schemas.microsoft.com/office/drawing/2014/main" id="{434A38E0-EED8-4B24-8585-F773498C4BAB}"/>
              </a:ext>
            </a:extLst>
          </p:cNvPr>
          <p:cNvSpPr/>
          <p:nvPr userDrawn="1"/>
        </p:nvSpPr>
        <p:spPr>
          <a:xfrm>
            <a:off x="0" y="1911927"/>
            <a:ext cx="12192000" cy="4946073"/>
          </a:xfrm>
          <a:prstGeom prst="rect">
            <a:avLst/>
          </a:prstGeom>
          <a:solidFill>
            <a:schemeClr val="accent5"/>
          </a:solidFill>
          <a:ln w="12700">
            <a:noFill/>
            <a:miter lim="400000"/>
          </a:ln>
        </p:spPr>
        <p:txBody>
          <a:bodyPr lIns="0" tIns="0" rIns="0" bIns="0" anchor="ctr"/>
          <a:lstStyle/>
          <a:p>
            <a:pPr lvl="0">
              <a:defRPr sz="3200"/>
            </a:pPr>
            <a:endParaRPr lang="pt-BR" sz="3200"/>
          </a:p>
        </p:txBody>
      </p:sp>
      <p:pic>
        <p:nvPicPr>
          <p:cNvPr id="6" name="Graphic 5">
            <a:extLst>
              <a:ext uri="{FF2B5EF4-FFF2-40B4-BE49-F238E27FC236}">
                <a16:creationId xmlns:a16="http://schemas.microsoft.com/office/drawing/2014/main" id="{4D4551E9-FA6B-4406-BD4B-647812CF17F5}"/>
              </a:ext>
            </a:extLst>
          </p:cNvPr>
          <p:cNvPicPr>
            <a:picLocks noChangeAspect="1"/>
          </p:cNvPicPr>
          <p:nvPr userDrawn="1"/>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9680030" y="6242680"/>
            <a:ext cx="1264320" cy="504000"/>
          </a:xfrm>
          <a:prstGeom prst="rect">
            <a:avLst/>
          </a:prstGeom>
        </p:spPr>
      </p:pic>
      <p:grpSp>
        <p:nvGrpSpPr>
          <p:cNvPr id="3" name="Google Shape;219;p29">
            <a:extLst>
              <a:ext uri="{FF2B5EF4-FFF2-40B4-BE49-F238E27FC236}">
                <a16:creationId xmlns:a16="http://schemas.microsoft.com/office/drawing/2014/main" id="{41EA0FBB-1B16-566A-5442-61814281A133}"/>
              </a:ext>
            </a:extLst>
          </p:cNvPr>
          <p:cNvGrpSpPr/>
          <p:nvPr userDrawn="1"/>
        </p:nvGrpSpPr>
        <p:grpSpPr>
          <a:xfrm flipH="1" flipV="1">
            <a:off x="9680030" y="5888255"/>
            <a:ext cx="2511970" cy="969743"/>
            <a:chOff x="497750" y="2991250"/>
            <a:chExt cx="946654" cy="997025"/>
          </a:xfrm>
        </p:grpSpPr>
        <p:sp>
          <p:nvSpPr>
            <p:cNvPr id="4" name="Google Shape;220;p29">
              <a:extLst>
                <a:ext uri="{FF2B5EF4-FFF2-40B4-BE49-F238E27FC236}">
                  <a16:creationId xmlns:a16="http://schemas.microsoft.com/office/drawing/2014/main" id="{A1395D0C-6B80-002A-4F3D-1DF5CB08131F}"/>
                </a:ext>
              </a:extLst>
            </p:cNvPr>
            <p:cNvSpPr/>
            <p:nvPr/>
          </p:nvSpPr>
          <p:spPr>
            <a:xfrm>
              <a:off x="497750" y="2994700"/>
              <a:ext cx="908975" cy="993575"/>
            </a:xfrm>
            <a:custGeom>
              <a:avLst/>
              <a:gdLst/>
              <a:ahLst/>
              <a:cxnLst/>
              <a:rect l="l" t="t" r="r" b="b"/>
              <a:pathLst>
                <a:path w="36359" h="39743" extrusionOk="0">
                  <a:moveTo>
                    <a:pt x="36359" y="0"/>
                  </a:moveTo>
                  <a:lnTo>
                    <a:pt x="36359" y="0"/>
                  </a:lnTo>
                  <a:cubicBezTo>
                    <a:pt x="18660" y="3018"/>
                    <a:pt x="6952" y="10976"/>
                    <a:pt x="1" y="17699"/>
                  </a:cubicBezTo>
                  <a:lnTo>
                    <a:pt x="1" y="39742"/>
                  </a:lnTo>
                  <a:cubicBezTo>
                    <a:pt x="1967" y="32013"/>
                    <a:pt x="9834" y="10473"/>
                    <a:pt x="363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221;p29">
              <a:extLst>
                <a:ext uri="{FF2B5EF4-FFF2-40B4-BE49-F238E27FC236}">
                  <a16:creationId xmlns:a16="http://schemas.microsoft.com/office/drawing/2014/main" id="{AC8CE42D-7516-E310-EC25-030F81858679}"/>
                </a:ext>
              </a:extLst>
            </p:cNvPr>
            <p:cNvSpPr/>
            <p:nvPr/>
          </p:nvSpPr>
          <p:spPr>
            <a:xfrm>
              <a:off x="497750" y="2991250"/>
              <a:ext cx="946654" cy="454130"/>
            </a:xfrm>
            <a:custGeom>
              <a:avLst/>
              <a:gdLst/>
              <a:ahLst/>
              <a:cxnLst/>
              <a:rect l="l" t="t" r="r" b="b"/>
              <a:pathLst>
                <a:path w="37182" h="17837" extrusionOk="0">
                  <a:moveTo>
                    <a:pt x="1" y="1"/>
                  </a:moveTo>
                  <a:lnTo>
                    <a:pt x="1" y="17837"/>
                  </a:lnTo>
                  <a:cubicBezTo>
                    <a:pt x="6952" y="11114"/>
                    <a:pt x="18660" y="3156"/>
                    <a:pt x="36359" y="138"/>
                  </a:cubicBezTo>
                  <a:lnTo>
                    <a:pt x="37182" y="1"/>
                  </a:lnTo>
                  <a:close/>
                </a:path>
              </a:pathLst>
            </a:custGeom>
            <a:solidFill>
              <a:schemeClr val="tx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 name="Slide Number">
            <a:extLst>
              <a:ext uri="{FF2B5EF4-FFF2-40B4-BE49-F238E27FC236}">
                <a16:creationId xmlns:a16="http://schemas.microsoft.com/office/drawing/2014/main" id="{B26FC17D-EC0C-C731-5800-485747ABE973}"/>
              </a:ext>
            </a:extLst>
          </p:cNvPr>
          <p:cNvSpPr txBox="1">
            <a:spLocks/>
          </p:cNvSpPr>
          <p:nvPr userDrawn="1"/>
        </p:nvSpPr>
        <p:spPr>
          <a:xfrm>
            <a:off x="11762075" y="6611208"/>
            <a:ext cx="160294" cy="157014"/>
          </a:xfrm>
          <a:prstGeom prst="rect">
            <a:avLst/>
          </a:prstGeom>
        </p:spPr>
        <p:txBody>
          <a:bodyPr vert="horz" wrap="none" lIns="0" tIns="0" rIns="0" bIns="0" rtlCol="0" anchor="ctr">
            <a:spAutoFit/>
          </a:bodyPr>
          <a:lstStyle>
            <a:defPPr>
              <a:defRPr lang="en-US"/>
            </a:defPPr>
            <a:lvl1pPr>
              <a:defRPr sz="1000" baseline="0">
                <a:latin typeface="+mn-lt"/>
              </a:defRPr>
            </a:lvl1pPr>
          </a:lstStyle>
          <a:p>
            <a:pPr lvl="0" algn="l"/>
            <a:fld id="{42C328C1-A84F-4A39-A664-DBA00541A8C6}" type="slidenum">
              <a:rPr lang="pt-BR" smtClean="0">
                <a:solidFill>
                  <a:schemeClr val="bg1"/>
                </a:solidFill>
              </a:rPr>
              <a:pPr lvl="0" algn="l"/>
              <a:t>‹#›</a:t>
            </a:fld>
            <a:endParaRPr lang="pt-BR">
              <a:solidFill>
                <a:schemeClr val="bg1"/>
              </a:solidFill>
            </a:endParaRPr>
          </a:p>
        </p:txBody>
      </p:sp>
      <p:sp>
        <p:nvSpPr>
          <p:cNvPr id="10" name="Title 1">
            <a:extLst>
              <a:ext uri="{FF2B5EF4-FFF2-40B4-BE49-F238E27FC236}">
                <a16:creationId xmlns:a16="http://schemas.microsoft.com/office/drawing/2014/main" id="{9323D484-ECA5-1EED-AFC6-C51A697A965A}"/>
              </a:ext>
            </a:extLst>
          </p:cNvPr>
          <p:cNvSpPr>
            <a:spLocks noGrp="1"/>
          </p:cNvSpPr>
          <p:nvPr>
            <p:ph type="title" hasCustomPrompt="1"/>
          </p:nvPr>
        </p:nvSpPr>
        <p:spPr>
          <a:xfrm>
            <a:off x="736979" y="312999"/>
            <a:ext cx="11227479" cy="307777"/>
          </a:xfrm>
          <a:prstGeom prst="rect">
            <a:avLst/>
          </a:prstGeom>
        </p:spPr>
        <p:txBody>
          <a:bodyPr vert="horz" lIns="0" tIns="0" rIns="0" bIns="0" rtlCol="0" anchor="t" anchorCtr="0">
            <a:spAutoFit/>
          </a:bodyPr>
          <a:lstStyle>
            <a:lvl1pPr>
              <a:defRPr lang="en-US" dirty="0"/>
            </a:lvl1pPr>
          </a:lstStyle>
          <a:p>
            <a:pPr marL="0" lvl="0"/>
            <a:r>
              <a:rPr lang="pt-BR"/>
              <a:t>Clique para editar o título Mestre</a:t>
            </a:r>
            <a:endParaRPr lang="en-US"/>
          </a:p>
        </p:txBody>
      </p:sp>
    </p:spTree>
    <p:extLst>
      <p:ext uri="{BB962C8B-B14F-4D97-AF65-F5344CB8AC3E}">
        <p14:creationId xmlns:p14="http://schemas.microsoft.com/office/powerpoint/2010/main" val="108237532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Layout Personalizado">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4910D163-22BE-4235-9B77-F3A494049FE8}"/>
              </a:ext>
            </a:extLst>
          </p:cNvPr>
          <p:cNvGraphicFramePr>
            <a:graphicFrameLocks noChangeAspect="1"/>
          </p:cNvGraphicFramePr>
          <p:nvPr>
            <p:custDataLst>
              <p:tags r:id="rId1"/>
            </p:custDataLst>
            <p:extLst>
              <p:ext uri="{D42A27DB-BD31-4B8C-83A1-F6EECF244321}">
                <p14:modId xmlns:p14="http://schemas.microsoft.com/office/powerpoint/2010/main" val="2129045893"/>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Slide do think-cell" r:id="rId4" imgW="493" imgH="493" progId="TCLayout.ActiveDocument.1">
                  <p:embed/>
                </p:oleObj>
              </mc:Choice>
              <mc:Fallback>
                <p:oleObj name="Slide do think-cell" r:id="rId4" imgW="493" imgH="493" progId="TCLayout.ActiveDocument.1">
                  <p:embed/>
                  <p:pic>
                    <p:nvPicPr>
                      <p:cNvPr id="2" name="Object 1" hidden="1">
                        <a:extLst>
                          <a:ext uri="{FF2B5EF4-FFF2-40B4-BE49-F238E27FC236}">
                            <a16:creationId xmlns:a16="http://schemas.microsoft.com/office/drawing/2014/main" id="{4910D163-22BE-4235-9B77-F3A494049FE8}"/>
                          </a:ext>
                        </a:extLst>
                      </p:cNvPr>
                      <p:cNvPicPr/>
                      <p:nvPr/>
                    </p:nvPicPr>
                    <p:blipFill>
                      <a:blip r:embed="rId5"/>
                      <a:stretch>
                        <a:fillRect/>
                      </a:stretch>
                    </p:blipFill>
                    <p:spPr>
                      <a:xfrm>
                        <a:off x="2118" y="1589"/>
                        <a:ext cx="2116" cy="1587"/>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2C5C2C69-0B78-465A-AD2B-0896E21D1977}"/>
              </a:ext>
            </a:extLst>
          </p:cNvPr>
          <p:cNvSpPr/>
          <p:nvPr userDrawn="1">
            <p:custDataLst>
              <p:tags r:id="rId2"/>
            </p:custDataLst>
          </p:nvPr>
        </p:nvSpPr>
        <p:spPr>
          <a:xfrm>
            <a:off x="0" y="0"/>
            <a:ext cx="158750" cy="158750"/>
          </a:xfrm>
          <a:prstGeom prst="rect">
            <a:avLst/>
          </a:prstGeom>
          <a:solidFill>
            <a:schemeClr val="accent2"/>
          </a:solidFill>
          <a:ln w="19050">
            <a:solidFill>
              <a:schemeClr val="accent2"/>
            </a:solidFill>
            <a:miter lim="400000"/>
          </a:ln>
          <a:effectLst/>
        </p:spPr>
        <p:txBody>
          <a:bodyPr wrap="none" lIns="0" tIns="0" rIns="0" bIns="0" numCol="1" spcCol="0" rtlCol="0" anchor="ctr" anchorCtr="0">
            <a:noAutofit/>
          </a:bodyPr>
          <a:lstStyle/>
          <a:p>
            <a:pPr marL="0" lvl="0" indent="0" algn="l" rtl="0"/>
            <a:endParaRPr kumimoji="0" lang="pt-BR" sz="2000" b="1" i="0" u="none" cap="none" baseline="0">
              <a:solidFill>
                <a:schemeClr val="bg1"/>
              </a:solidFill>
              <a:latin typeface="Arial" panose="020B0604020202020204" pitchFamily="34" charset="0"/>
              <a:ea typeface="+mj-ea"/>
              <a:cs typeface="+mj-cs"/>
              <a:sym typeface="Arial" panose="020B0604020202020204" pitchFamily="34" charset="0"/>
            </a:endParaRPr>
          </a:p>
        </p:txBody>
      </p:sp>
      <p:pic>
        <p:nvPicPr>
          <p:cNvPr id="11" name="Picture 10">
            <a:extLst>
              <a:ext uri="{FF2B5EF4-FFF2-40B4-BE49-F238E27FC236}">
                <a16:creationId xmlns:a16="http://schemas.microsoft.com/office/drawing/2014/main" id="{364FFF21-457D-486C-834A-52AE60AE72D0}"/>
              </a:ext>
            </a:extLst>
          </p:cNvPr>
          <p:cNvPicPr>
            <a:picLocks noChangeAspect="1"/>
          </p:cNvPicPr>
          <p:nvPr userDrawn="1"/>
        </p:nvPicPr>
        <p:blipFill rotWithShape="1">
          <a:blip r:embed="rId6" cstate="email">
            <a:duotone>
              <a:schemeClr val="bg2">
                <a:shade val="45000"/>
                <a:satMod val="135000"/>
              </a:schemeClr>
              <a:prstClr val="white"/>
            </a:duotone>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2" name="Text Placeholder 4">
            <a:extLst>
              <a:ext uri="{FF2B5EF4-FFF2-40B4-BE49-F238E27FC236}">
                <a16:creationId xmlns:a16="http://schemas.microsoft.com/office/drawing/2014/main" id="{8998E50B-5C27-4A37-8F85-41A956F5BFEA}"/>
              </a:ext>
            </a:extLst>
          </p:cNvPr>
          <p:cNvSpPr>
            <a:spLocks noGrp="1"/>
          </p:cNvSpPr>
          <p:nvPr>
            <p:ph type="body" sz="quarter" idx="14" hasCustomPrompt="1"/>
          </p:nvPr>
        </p:nvSpPr>
        <p:spPr>
          <a:xfrm>
            <a:off x="233257" y="6538951"/>
            <a:ext cx="9696000" cy="153888"/>
          </a:xfrm>
          <a:prstGeom prst="rect">
            <a:avLst/>
          </a:prstGeom>
        </p:spPr>
        <p:txBody>
          <a:bodyPr wrap="square" lIns="0" tIns="0" rIns="0" bIns="0" anchor="b" anchorCtr="0"/>
          <a:lstStyle>
            <a:lvl1pPr marL="0" indent="0">
              <a:spcBef>
                <a:spcPts val="0"/>
              </a:spcBef>
              <a:buNone/>
              <a:defRPr lang="en-GB" sz="900" dirty="0"/>
            </a:lvl1pPr>
            <a:lvl2pPr marL="196850" indent="0">
              <a:buNone/>
              <a:defRPr sz="900"/>
            </a:lvl2pPr>
            <a:lvl3pPr marL="406400" indent="0">
              <a:buNone/>
              <a:defRPr sz="900"/>
            </a:lvl3pPr>
            <a:lvl4pPr marL="588962" indent="0">
              <a:buNone/>
              <a:defRPr sz="1000"/>
            </a:lvl4pPr>
            <a:lvl5pPr marL="817562" indent="0">
              <a:buNone/>
              <a:defRPr sz="1000"/>
            </a:lvl5pPr>
          </a:lstStyle>
          <a:p>
            <a:pPr lvl="0"/>
            <a:r>
              <a:rPr lang="pt-BR" sz="1000">
                <a:latin typeface="+mj-lt"/>
              </a:rPr>
              <a:t>Fonte:</a:t>
            </a:r>
          </a:p>
        </p:txBody>
      </p:sp>
      <p:sp>
        <p:nvSpPr>
          <p:cNvPr id="10" name="Slide Number">
            <a:extLst>
              <a:ext uri="{FF2B5EF4-FFF2-40B4-BE49-F238E27FC236}">
                <a16:creationId xmlns:a16="http://schemas.microsoft.com/office/drawing/2014/main" id="{4FB17B43-7589-DB3C-1A95-76706DB6F489}"/>
              </a:ext>
            </a:extLst>
          </p:cNvPr>
          <p:cNvSpPr txBox="1">
            <a:spLocks/>
          </p:cNvSpPr>
          <p:nvPr userDrawn="1"/>
        </p:nvSpPr>
        <p:spPr>
          <a:xfrm>
            <a:off x="11762075" y="6525482"/>
            <a:ext cx="160294" cy="157014"/>
          </a:xfrm>
          <a:prstGeom prst="rect">
            <a:avLst/>
          </a:prstGeom>
        </p:spPr>
        <p:txBody>
          <a:bodyPr vert="horz" wrap="none" lIns="0" tIns="0" rIns="0" bIns="0" rtlCol="0" anchor="ctr">
            <a:spAutoFit/>
          </a:bodyPr>
          <a:lstStyle>
            <a:defPPr>
              <a:defRPr lang="en-US"/>
            </a:defPPr>
            <a:lvl1pPr>
              <a:defRPr sz="1000" baseline="0">
                <a:latin typeface="+mn-lt"/>
              </a:defRPr>
            </a:lvl1pPr>
          </a:lstStyle>
          <a:p>
            <a:pPr lvl="0" algn="r"/>
            <a:fld id="{42C328C1-A84F-4A39-A664-DBA00541A8C6}" type="slidenum">
              <a:rPr lang="pt-BR" smtClean="0"/>
              <a:pPr lvl="0" algn="r"/>
              <a:t>‹#›</a:t>
            </a:fld>
            <a:endParaRPr lang="pt-BR"/>
          </a:p>
        </p:txBody>
      </p:sp>
      <p:pic>
        <p:nvPicPr>
          <p:cNvPr id="4" name="Graphic 3">
            <a:extLst>
              <a:ext uri="{FF2B5EF4-FFF2-40B4-BE49-F238E27FC236}">
                <a16:creationId xmlns:a16="http://schemas.microsoft.com/office/drawing/2014/main" id="{44630D2E-5935-E3E2-816A-2614116B713E}"/>
              </a:ext>
            </a:extLst>
          </p:cNvPr>
          <p:cNvPicPr>
            <a:picLocks noChangeAspect="1"/>
          </p:cNvPicPr>
          <p:nvPr userDrawn="1"/>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10127705" y="6297334"/>
            <a:ext cx="1261440" cy="504000"/>
          </a:xfrm>
          <a:prstGeom prst="rect">
            <a:avLst/>
          </a:prstGeom>
        </p:spPr>
      </p:pic>
      <p:sp>
        <p:nvSpPr>
          <p:cNvPr id="7" name="Title 1">
            <a:extLst>
              <a:ext uri="{FF2B5EF4-FFF2-40B4-BE49-F238E27FC236}">
                <a16:creationId xmlns:a16="http://schemas.microsoft.com/office/drawing/2014/main" id="{95DE7E33-9403-EC50-519F-841013B2C424}"/>
              </a:ext>
            </a:extLst>
          </p:cNvPr>
          <p:cNvSpPr>
            <a:spLocks noGrp="1"/>
          </p:cNvSpPr>
          <p:nvPr>
            <p:ph type="title" hasCustomPrompt="1"/>
          </p:nvPr>
        </p:nvSpPr>
        <p:spPr>
          <a:xfrm>
            <a:off x="736979" y="312999"/>
            <a:ext cx="11227479" cy="307777"/>
          </a:xfrm>
          <a:prstGeom prst="rect">
            <a:avLst/>
          </a:prstGeom>
        </p:spPr>
        <p:txBody>
          <a:bodyPr vert="horz" lIns="0" tIns="0" rIns="0" bIns="0" rtlCol="0" anchor="t" anchorCtr="0">
            <a:spAutoFit/>
          </a:bodyPr>
          <a:lstStyle>
            <a:lvl1pPr>
              <a:defRPr lang="en-US" dirty="0"/>
            </a:lvl1pPr>
          </a:lstStyle>
          <a:p>
            <a:pPr marL="0" lvl="0"/>
            <a:r>
              <a:rPr lang="pt-BR"/>
              <a:t>Clique para editar o título Mestre</a:t>
            </a:r>
            <a:endParaRPr lang="en-US"/>
          </a:p>
        </p:txBody>
      </p:sp>
    </p:spTree>
    <p:extLst>
      <p:ext uri="{BB962C8B-B14F-4D97-AF65-F5344CB8AC3E}">
        <p14:creationId xmlns:p14="http://schemas.microsoft.com/office/powerpoint/2010/main" val="397512862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9E0980AA-BCE6-4E26-8843-3669C15888DB}"/>
              </a:ext>
            </a:extLst>
          </p:cNvPr>
          <p:cNvGraphicFramePr>
            <a:graphicFrameLocks noChangeAspect="1"/>
          </p:cNvGraphicFramePr>
          <p:nvPr userDrawn="1">
            <p:custDataLst>
              <p:tags r:id="rId1"/>
            </p:custDataLst>
            <p:extLst>
              <p:ext uri="{D42A27DB-BD31-4B8C-83A1-F6EECF244321}">
                <p14:modId xmlns:p14="http://schemas.microsoft.com/office/powerpoint/2010/main" val="661753353"/>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Slide do think-cell" r:id="rId4" imgW="493" imgH="493" progId="TCLayout.ActiveDocument.1">
                  <p:embed/>
                </p:oleObj>
              </mc:Choice>
              <mc:Fallback>
                <p:oleObj name="Slide do think-cell" r:id="rId4" imgW="493" imgH="493" progId="TCLayout.ActiveDocument.1">
                  <p:embed/>
                  <p:pic>
                    <p:nvPicPr>
                      <p:cNvPr id="10" name="Object 9" hidden="1">
                        <a:extLst>
                          <a:ext uri="{FF2B5EF4-FFF2-40B4-BE49-F238E27FC236}">
                            <a16:creationId xmlns:a16="http://schemas.microsoft.com/office/drawing/2014/main" id="{9E0980AA-BCE6-4E26-8843-3669C15888DB}"/>
                          </a:ext>
                        </a:extLst>
                      </p:cNvPr>
                      <p:cNvPicPr/>
                      <p:nvPr/>
                    </p:nvPicPr>
                    <p:blipFill>
                      <a:blip r:embed="rId5"/>
                      <a:stretch>
                        <a:fillRect/>
                      </a:stretch>
                    </p:blipFill>
                    <p:spPr>
                      <a:xfrm>
                        <a:off x="2118" y="1589"/>
                        <a:ext cx="2116" cy="1587"/>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4FE804D7-7F22-4628-B31E-2AE601C042B1}"/>
              </a:ext>
            </a:extLst>
          </p:cNvPr>
          <p:cNvSpPr/>
          <p:nvPr userDrawn="1">
            <p:custDataLst>
              <p:tags r:id="rId2"/>
            </p:custDataLst>
          </p:nvPr>
        </p:nvSpPr>
        <p:spPr>
          <a:xfrm>
            <a:off x="0" y="0"/>
            <a:ext cx="158750" cy="158750"/>
          </a:xfrm>
          <a:prstGeom prst="rect">
            <a:avLst/>
          </a:prstGeom>
          <a:solidFill>
            <a:schemeClr val="accent2"/>
          </a:solidFill>
          <a:ln w="19050">
            <a:solidFill>
              <a:schemeClr val="accent2"/>
            </a:solidFill>
            <a:miter lim="400000"/>
          </a:ln>
          <a:effectLst/>
        </p:spPr>
        <p:txBody>
          <a:bodyPr wrap="none" lIns="0" tIns="0" rIns="0" bIns="0" numCol="1" spcCol="0" rtlCol="0" anchor="ctr" anchorCtr="0">
            <a:noAutofit/>
          </a:bodyPr>
          <a:lstStyle/>
          <a:p>
            <a:pPr marL="0" lvl="0" indent="0" algn="l" rtl="0"/>
            <a:endParaRPr kumimoji="0" lang="pt-BR" sz="2000" b="1" i="0" u="none" cap="none" baseline="0">
              <a:solidFill>
                <a:schemeClr val="bg1"/>
              </a:solidFill>
              <a:latin typeface="Arial" panose="020B0604020202020204" pitchFamily="34" charset="0"/>
              <a:ea typeface="+mj-ea"/>
              <a:cs typeface="+mj-cs"/>
              <a:sym typeface="Arial" panose="020B0604020202020204" pitchFamily="34" charset="0"/>
            </a:endParaRPr>
          </a:p>
        </p:txBody>
      </p:sp>
      <p:sp>
        <p:nvSpPr>
          <p:cNvPr id="4" name="Text Placeholder 4"/>
          <p:cNvSpPr>
            <a:spLocks noGrp="1"/>
          </p:cNvSpPr>
          <p:nvPr>
            <p:ph type="body" sz="quarter" idx="14" hasCustomPrompt="1"/>
          </p:nvPr>
        </p:nvSpPr>
        <p:spPr>
          <a:xfrm>
            <a:off x="233257" y="6513466"/>
            <a:ext cx="9696000" cy="153888"/>
          </a:xfrm>
        </p:spPr>
        <p:txBody>
          <a:bodyPr wrap="square" lIns="0" tIns="0" rIns="0" bIns="0" anchor="b" anchorCtr="0"/>
          <a:lstStyle>
            <a:lvl1pPr marL="0" indent="0">
              <a:spcBef>
                <a:spcPts val="0"/>
              </a:spcBef>
              <a:buNone/>
              <a:defRPr lang="en-GB" sz="900" dirty="0"/>
            </a:lvl1pPr>
            <a:lvl2pPr marL="196850" indent="0">
              <a:buNone/>
              <a:defRPr sz="900"/>
            </a:lvl2pPr>
            <a:lvl3pPr marL="406400" indent="0">
              <a:buNone/>
              <a:defRPr sz="900"/>
            </a:lvl3pPr>
            <a:lvl4pPr marL="588962" indent="0">
              <a:buNone/>
              <a:defRPr sz="1000"/>
            </a:lvl4pPr>
            <a:lvl5pPr marL="817562" indent="0">
              <a:buNone/>
              <a:defRPr sz="1000"/>
            </a:lvl5pPr>
          </a:lstStyle>
          <a:p>
            <a:pPr lvl="0"/>
            <a:r>
              <a:rPr lang="pt-BR" sz="1000">
                <a:latin typeface="+mj-lt"/>
              </a:rPr>
              <a:t>Fonte:</a:t>
            </a:r>
          </a:p>
        </p:txBody>
      </p:sp>
      <p:sp>
        <p:nvSpPr>
          <p:cNvPr id="8" name="Slide Number">
            <a:extLst>
              <a:ext uri="{FF2B5EF4-FFF2-40B4-BE49-F238E27FC236}">
                <a16:creationId xmlns:a16="http://schemas.microsoft.com/office/drawing/2014/main" id="{BC1B471D-CDE1-49E8-87EA-DEB421217265}"/>
              </a:ext>
            </a:extLst>
          </p:cNvPr>
          <p:cNvSpPr txBox="1">
            <a:spLocks/>
          </p:cNvSpPr>
          <p:nvPr userDrawn="1"/>
        </p:nvSpPr>
        <p:spPr>
          <a:xfrm>
            <a:off x="11762075" y="6511903"/>
            <a:ext cx="160294" cy="157014"/>
          </a:xfrm>
          <a:prstGeom prst="rect">
            <a:avLst/>
          </a:prstGeom>
        </p:spPr>
        <p:txBody>
          <a:bodyPr vert="horz" wrap="none" lIns="0" tIns="0" rIns="0" bIns="0" rtlCol="0" anchor="ctr">
            <a:spAutoFit/>
          </a:bodyPr>
          <a:lstStyle>
            <a:defPPr>
              <a:defRPr lang="en-US"/>
            </a:defPPr>
            <a:lvl1pPr>
              <a:defRPr sz="1000" baseline="0">
                <a:latin typeface="+mn-lt"/>
              </a:defRPr>
            </a:lvl1pPr>
          </a:lstStyle>
          <a:p>
            <a:pPr lvl="0" algn="r"/>
            <a:fld id="{42C328C1-A84F-4A39-A664-DBA00541A8C6}" type="slidenum">
              <a:rPr lang="pt-BR" smtClean="0"/>
              <a:pPr lvl="0" algn="r"/>
              <a:t>‹#›</a:t>
            </a:fld>
            <a:endParaRPr lang="pt-BR"/>
          </a:p>
        </p:txBody>
      </p:sp>
      <p:pic>
        <p:nvPicPr>
          <p:cNvPr id="9" name="Imagem 6">
            <a:extLst>
              <a:ext uri="{FF2B5EF4-FFF2-40B4-BE49-F238E27FC236}">
                <a16:creationId xmlns:a16="http://schemas.microsoft.com/office/drawing/2014/main" id="{D6C5BF70-0885-40D6-A44D-BB0674E90AB3}"/>
              </a:ext>
            </a:extLst>
          </p:cNvPr>
          <p:cNvPicPr>
            <a:picLocks noChangeAspect="1"/>
          </p:cNvPicPr>
          <p:nvPr userDrawn="1"/>
        </p:nvPicPr>
        <p:blipFill rotWithShape="1">
          <a:blip r:embed="rId6" cstate="email">
            <a:extLst>
              <a:ext uri="{28A0092B-C50C-407E-A947-70E740481C1C}">
                <a14:useLocalDpi xmlns:a14="http://schemas.microsoft.com/office/drawing/2010/main"/>
              </a:ext>
            </a:extLst>
          </a:blip>
          <a:srcRect/>
          <a:stretch/>
        </p:blipFill>
        <p:spPr>
          <a:xfrm>
            <a:off x="10294573" y="6491716"/>
            <a:ext cx="1197054" cy="198442"/>
          </a:xfrm>
          <a:prstGeom prst="rect">
            <a:avLst/>
          </a:prstGeom>
        </p:spPr>
      </p:pic>
      <p:sp>
        <p:nvSpPr>
          <p:cNvPr id="11" name="Title 1">
            <a:extLst>
              <a:ext uri="{FF2B5EF4-FFF2-40B4-BE49-F238E27FC236}">
                <a16:creationId xmlns:a16="http://schemas.microsoft.com/office/drawing/2014/main" id="{2419F900-E00F-40AF-9105-49B4B26BC53B}"/>
              </a:ext>
            </a:extLst>
          </p:cNvPr>
          <p:cNvSpPr>
            <a:spLocks noGrp="1"/>
          </p:cNvSpPr>
          <p:nvPr>
            <p:ph type="title" hasCustomPrompt="1"/>
          </p:nvPr>
        </p:nvSpPr>
        <p:spPr>
          <a:xfrm>
            <a:off x="478971" y="225177"/>
            <a:ext cx="11485488" cy="307777"/>
          </a:xfrm>
          <a:prstGeom prst="rect">
            <a:avLst/>
          </a:prstGeom>
        </p:spPr>
        <p:txBody>
          <a:bodyPr anchor="t"/>
          <a:lstStyle>
            <a:lvl1pPr>
              <a:defRPr sz="2000"/>
            </a:lvl1pPr>
          </a:lstStyle>
          <a:p>
            <a:r>
              <a:rPr lang="pt-BR"/>
              <a:t>Clique para editar o título Mestre</a:t>
            </a:r>
            <a:endParaRPr lang="en-US"/>
          </a:p>
        </p:txBody>
      </p:sp>
      <p:sp>
        <p:nvSpPr>
          <p:cNvPr id="12" name="Rectangle 6">
            <a:extLst>
              <a:ext uri="{FF2B5EF4-FFF2-40B4-BE49-F238E27FC236}">
                <a16:creationId xmlns:a16="http://schemas.microsoft.com/office/drawing/2014/main" id="{1814DADB-949A-40DB-B8C0-E552BCFF9540}"/>
              </a:ext>
            </a:extLst>
          </p:cNvPr>
          <p:cNvSpPr/>
          <p:nvPr userDrawn="1"/>
        </p:nvSpPr>
        <p:spPr>
          <a:xfrm>
            <a:off x="-11183" y="249036"/>
            <a:ext cx="414837" cy="260059"/>
          </a:xfrm>
          <a:prstGeom prst="rect">
            <a:avLst/>
          </a:prstGeom>
          <a:solidFill>
            <a:srgbClr val="020E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800"/>
          </a:p>
        </p:txBody>
      </p:sp>
    </p:spTree>
    <p:extLst>
      <p:ext uri="{BB962C8B-B14F-4D97-AF65-F5344CB8AC3E}">
        <p14:creationId xmlns:p14="http://schemas.microsoft.com/office/powerpoint/2010/main" val="325106997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nd Mirow">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F6B0049E-6A99-494F-9A58-DACA4A493650}"/>
              </a:ext>
            </a:extLst>
          </p:cNvPr>
          <p:cNvGraphicFramePr>
            <a:graphicFrameLocks noChangeAspect="1"/>
          </p:cNvGraphicFramePr>
          <p:nvPr userDrawn="1">
            <p:custDataLst>
              <p:tags r:id="rId1"/>
            </p:custDataLst>
            <p:extLst>
              <p:ext uri="{D42A27DB-BD31-4B8C-83A1-F6EECF244321}">
                <p14:modId xmlns:p14="http://schemas.microsoft.com/office/powerpoint/2010/main" val="160975596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Slide do think-cell" r:id="rId3" imgW="493" imgH="493" progId="TCLayout.ActiveDocument.1">
                  <p:embed/>
                </p:oleObj>
              </mc:Choice>
              <mc:Fallback>
                <p:oleObj name="Slide do think-cell" r:id="rId3" imgW="493" imgH="493" progId="TCLayout.ActiveDocument.1">
                  <p:embed/>
                  <p:pic>
                    <p:nvPicPr>
                      <p:cNvPr id="2" name="Object 1" hidden="1">
                        <a:extLst>
                          <a:ext uri="{FF2B5EF4-FFF2-40B4-BE49-F238E27FC236}">
                            <a16:creationId xmlns:a16="http://schemas.microsoft.com/office/drawing/2014/main" id="{F6B0049E-6A99-494F-9A58-DACA4A49365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Shape 1409">
            <a:extLst>
              <a:ext uri="{FF2B5EF4-FFF2-40B4-BE49-F238E27FC236}">
                <a16:creationId xmlns:a16="http://schemas.microsoft.com/office/drawing/2014/main" id="{1383137A-3973-DF43-A1FE-0FFA0345E943}"/>
              </a:ext>
            </a:extLst>
          </p:cNvPr>
          <p:cNvSpPr/>
          <p:nvPr userDrawn="1"/>
        </p:nvSpPr>
        <p:spPr>
          <a:xfrm>
            <a:off x="0" y="0"/>
            <a:ext cx="12192000" cy="6858000"/>
          </a:xfrm>
          <a:prstGeom prst="rect">
            <a:avLst/>
          </a:prstGeom>
          <a:solidFill>
            <a:srgbClr val="020E66"/>
          </a:solidFill>
          <a:ln w="12700">
            <a:miter lim="400000"/>
          </a:ln>
        </p:spPr>
        <p:txBody>
          <a:bodyPr lIns="0" tIns="0" rIns="0" bIns="0" anchor="ctr"/>
          <a:lstStyle/>
          <a:p>
            <a:pPr lvl="0" eaLnBrk="1">
              <a:defRPr sz="3200"/>
            </a:pPr>
            <a:endParaRPr lang="pt-BR" sz="3200"/>
          </a:p>
        </p:txBody>
      </p:sp>
      <p:pic>
        <p:nvPicPr>
          <p:cNvPr id="7" name="Graphic 6">
            <a:extLst>
              <a:ext uri="{FF2B5EF4-FFF2-40B4-BE49-F238E27FC236}">
                <a16:creationId xmlns:a16="http://schemas.microsoft.com/office/drawing/2014/main" id="{8E3718AF-F312-CBB2-BF5B-B4B661EA8A2E}"/>
              </a:ext>
            </a:extLst>
          </p:cNvPr>
          <p:cNvPicPr>
            <a:picLocks noChangeAspect="1"/>
          </p:cNvPicPr>
          <p:nvPr userDrawn="1"/>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4005263" y="2595563"/>
            <a:ext cx="4181475" cy="1666875"/>
          </a:xfrm>
          <a:prstGeom prst="rect">
            <a:avLst/>
          </a:prstGeom>
        </p:spPr>
      </p:pic>
    </p:spTree>
    <p:extLst>
      <p:ext uri="{BB962C8B-B14F-4D97-AF65-F5344CB8AC3E}">
        <p14:creationId xmlns:p14="http://schemas.microsoft.com/office/powerpoint/2010/main" val="388718565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ítulo 1">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1"/>
            </p:custDataLst>
            <p:extLst>
              <p:ext uri="{D42A27DB-BD31-4B8C-83A1-F6EECF244321}">
                <p14:modId xmlns:p14="http://schemas.microsoft.com/office/powerpoint/2010/main" val="138598829"/>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Slide do think-cell" r:id="rId4" imgW="270" imgH="270" progId="TCLayout.ActiveDocument.1">
                  <p:embed/>
                </p:oleObj>
              </mc:Choice>
              <mc:Fallback>
                <p:oleObj name="Slide do think-cell" r:id="rId4" imgW="270" imgH="270" progId="TCLayout.ActiveDocument.1">
                  <p:embed/>
                  <p:pic>
                    <p:nvPicPr>
                      <p:cNvPr id="3" name="Object 2" hidden="1"/>
                      <p:cNvPicPr/>
                      <p:nvPr/>
                    </p:nvPicPr>
                    <p:blipFill>
                      <a:blip r:embed="rId5"/>
                      <a:stretch>
                        <a:fillRect/>
                      </a:stretch>
                    </p:blipFill>
                    <p:spPr>
                      <a:xfrm>
                        <a:off x="2118" y="1589"/>
                        <a:ext cx="2116" cy="1587"/>
                      </a:xfrm>
                      <a:prstGeom prst="rect">
                        <a:avLst/>
                      </a:prstGeom>
                    </p:spPr>
                  </p:pic>
                </p:oleObj>
              </mc:Fallback>
            </mc:AlternateContent>
          </a:graphicData>
        </a:graphic>
      </p:graphicFrame>
      <p:pic>
        <p:nvPicPr>
          <p:cNvPr id="1030" name="Picture 6" descr="Guia completo sobre a cultura da soja - Portal ADAMA | Listen. Learn.  Deliver.">
            <a:extLst>
              <a:ext uri="{FF2B5EF4-FFF2-40B4-BE49-F238E27FC236}">
                <a16:creationId xmlns:a16="http://schemas.microsoft.com/office/drawing/2014/main" id="{D2D033B4-68A9-B5FD-EBF6-0494226EF00F}"/>
              </a:ext>
            </a:extLst>
          </p:cNvPr>
          <p:cNvPicPr>
            <a:picLocks noChangeAspect="1" noChangeArrowheads="1"/>
          </p:cNvPicPr>
          <p:nvPr userDrawn="1"/>
        </p:nvPicPr>
        <p:blipFill>
          <a:blip r:embed="rId6" cstate="email">
            <a:extLst>
              <a:ext uri="{28A0092B-C50C-407E-A947-70E740481C1C}">
                <a14:useLocalDpi xmlns:a14="http://schemas.microsoft.com/office/drawing/2010/main"/>
              </a:ext>
            </a:extLst>
          </a:blip>
          <a:srcRect/>
          <a:stretch>
            <a:fillRect/>
          </a:stretch>
        </p:blipFill>
        <p:spPr bwMode="auto">
          <a:xfrm>
            <a:off x="6064898" y="0"/>
            <a:ext cx="6127102"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hidden="1">
            <a:extLst>
              <a:ext uri="{FF2B5EF4-FFF2-40B4-BE49-F238E27FC236}">
                <a16:creationId xmlns:a16="http://schemas.microsoft.com/office/drawing/2014/main" id="{A844580B-E44C-4C02-B1B1-A68E777D154D}"/>
              </a:ext>
            </a:extLst>
          </p:cNvPr>
          <p:cNvSpPr/>
          <p:nvPr userDrawn="1">
            <p:custDataLst>
              <p:tags r:id="rId2"/>
            </p:custDataLst>
          </p:nvPr>
        </p:nvSpPr>
        <p:spPr>
          <a:xfrm>
            <a:off x="0" y="0"/>
            <a:ext cx="158750" cy="158750"/>
          </a:xfrm>
          <a:prstGeom prst="rect">
            <a:avLst/>
          </a:prstGeom>
          <a:solidFill>
            <a:schemeClr val="accent2"/>
          </a:solidFill>
          <a:ln w="19050">
            <a:solidFill>
              <a:schemeClr val="accent2"/>
            </a:solidFill>
            <a:miter lim="400000"/>
          </a:ln>
          <a:effectLst/>
        </p:spPr>
        <p:txBody>
          <a:bodyPr wrap="none" lIns="0" tIns="0" rIns="0" bIns="0" numCol="1" spcCol="0" rtlCol="0" anchor="ctr" anchorCtr="0">
            <a:noAutofit/>
          </a:bodyPr>
          <a:lstStyle/>
          <a:p>
            <a:pPr marL="0" lvl="0" indent="0" algn="l" rtl="0"/>
            <a:endParaRPr lang="pt-BR" sz="20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23" name="Rectangle 22">
            <a:extLst>
              <a:ext uri="{FF2B5EF4-FFF2-40B4-BE49-F238E27FC236}">
                <a16:creationId xmlns:a16="http://schemas.microsoft.com/office/drawing/2014/main" id="{93BF2026-4A3D-9517-529D-28A5F44E24E6}"/>
              </a:ext>
            </a:extLst>
          </p:cNvPr>
          <p:cNvSpPr/>
          <p:nvPr userDrawn="1"/>
        </p:nvSpPr>
        <p:spPr>
          <a:xfrm>
            <a:off x="0" y="0"/>
            <a:ext cx="6094414" cy="6858000"/>
          </a:xfrm>
          <a:prstGeom prst="rect">
            <a:avLst/>
          </a:prstGeom>
          <a:solidFill>
            <a:schemeClr val="tx2"/>
          </a:solidFill>
          <a:ln w="19050">
            <a:noFill/>
            <a:miter lim="400000"/>
          </a:ln>
          <a:effectLst/>
        </p:spPr>
        <p:txBody>
          <a:bodyPr lIns="108000" tIns="72000" rIns="108000" bIns="72000" rtlCol="0" anchor="ctr"/>
          <a:lstStyle/>
          <a:p>
            <a:pPr algn="l" rtl="0"/>
            <a:endParaRPr lang="pt-BR" sz="1400">
              <a:solidFill>
                <a:schemeClr val="bg1"/>
              </a:solidFill>
            </a:endParaRPr>
          </a:p>
        </p:txBody>
      </p:sp>
      <p:sp>
        <p:nvSpPr>
          <p:cNvPr id="24" name="Rectangle 1027">
            <a:extLst>
              <a:ext uri="{FF2B5EF4-FFF2-40B4-BE49-F238E27FC236}">
                <a16:creationId xmlns:a16="http://schemas.microsoft.com/office/drawing/2014/main" id="{FA6A1460-B744-1A7B-F3D5-AF1CCCC197C3}"/>
              </a:ext>
            </a:extLst>
          </p:cNvPr>
          <p:cNvSpPr>
            <a:spLocks noGrp="1" noChangeArrowheads="1"/>
          </p:cNvSpPr>
          <p:nvPr>
            <p:ph type="subTitle" idx="1" hasCustomPrompt="1"/>
          </p:nvPr>
        </p:nvSpPr>
        <p:spPr>
          <a:xfrm>
            <a:off x="493377" y="3518589"/>
            <a:ext cx="5184000" cy="30777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2"/>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rtl="0">
              <a:defRPr lang="pt-BR" sz="2000" b="1" baseline="0" noProof="0" dirty="0" smtClean="0">
                <a:solidFill>
                  <a:schemeClr val="accent2"/>
                </a:solidFill>
                <a:latin typeface="+mj-lt"/>
                <a:ea typeface="+mj-ea"/>
                <a:cs typeface="+mj-cs"/>
              </a:defRPr>
            </a:lvl1pPr>
          </a:lstStyle>
          <a:p>
            <a:pPr lvl="0" defTabSz="913526" fontAlgn="base">
              <a:spcBef>
                <a:spcPct val="0"/>
              </a:spcBef>
              <a:spcAft>
                <a:spcPct val="0"/>
              </a:spcAft>
              <a:tabLst>
                <a:tab pos="275353" algn="l"/>
              </a:tabLst>
            </a:pPr>
            <a:r>
              <a:rPr lang="pt-BR" noProof="0"/>
              <a:t>Click </a:t>
            </a:r>
            <a:r>
              <a:rPr lang="pt-BR" noProof="0" err="1"/>
              <a:t>to</a:t>
            </a:r>
            <a:r>
              <a:rPr lang="pt-BR" noProof="0"/>
              <a:t> </a:t>
            </a:r>
            <a:r>
              <a:rPr lang="pt-BR" noProof="0" err="1"/>
              <a:t>edit</a:t>
            </a:r>
            <a:r>
              <a:rPr lang="pt-BR" noProof="0"/>
              <a:t> Master </a:t>
            </a:r>
            <a:r>
              <a:rPr lang="pt-BR" noProof="0" err="1"/>
              <a:t>subtitle</a:t>
            </a:r>
            <a:r>
              <a:rPr lang="pt-BR" noProof="0"/>
              <a:t> </a:t>
            </a:r>
            <a:r>
              <a:rPr lang="pt-BR" noProof="0" err="1"/>
              <a:t>style</a:t>
            </a:r>
            <a:endParaRPr lang="pt-BR" noProof="0"/>
          </a:p>
        </p:txBody>
      </p:sp>
      <p:sp>
        <p:nvSpPr>
          <p:cNvPr id="25" name="Text Placeholder 16">
            <a:extLst>
              <a:ext uri="{FF2B5EF4-FFF2-40B4-BE49-F238E27FC236}">
                <a16:creationId xmlns:a16="http://schemas.microsoft.com/office/drawing/2014/main" id="{20C48C4B-3D8B-BBF2-C72A-31D2D4E0A263}"/>
              </a:ext>
            </a:extLst>
          </p:cNvPr>
          <p:cNvSpPr>
            <a:spLocks noGrp="1"/>
          </p:cNvSpPr>
          <p:nvPr>
            <p:ph type="body" sz="quarter" idx="11" hasCustomPrompt="1"/>
          </p:nvPr>
        </p:nvSpPr>
        <p:spPr>
          <a:xfrm>
            <a:off x="493377" y="4578452"/>
            <a:ext cx="5184000" cy="246221"/>
          </a:xfrm>
          <a:prstGeom prst="rect">
            <a:avLst/>
          </a:prstGeom>
        </p:spPr>
        <p:txBody>
          <a:bodyPr anchor="b"/>
          <a:lstStyle>
            <a:lvl1pPr rtl="0">
              <a:defRPr sz="1600">
                <a:solidFill>
                  <a:schemeClr val="bg1"/>
                </a:solidFill>
              </a:defRPr>
            </a:lvl1pPr>
          </a:lstStyle>
          <a:p>
            <a:pPr lvl="0"/>
            <a:r>
              <a:rPr lang="pt-BR"/>
              <a:t>Click </a:t>
            </a:r>
            <a:r>
              <a:rPr lang="pt-BR" err="1"/>
              <a:t>to</a:t>
            </a:r>
            <a:r>
              <a:rPr lang="pt-BR"/>
              <a:t> </a:t>
            </a:r>
            <a:r>
              <a:rPr lang="pt-BR" err="1"/>
              <a:t>edit</a:t>
            </a:r>
            <a:r>
              <a:rPr lang="pt-BR"/>
              <a:t> Master </a:t>
            </a:r>
            <a:r>
              <a:rPr lang="pt-BR" err="1"/>
              <a:t>text</a:t>
            </a:r>
            <a:r>
              <a:rPr lang="pt-BR"/>
              <a:t> </a:t>
            </a:r>
            <a:r>
              <a:rPr lang="pt-BR" err="1"/>
              <a:t>styles</a:t>
            </a:r>
            <a:endParaRPr lang="pt-BR"/>
          </a:p>
        </p:txBody>
      </p:sp>
      <p:sp>
        <p:nvSpPr>
          <p:cNvPr id="26" name="Title 15">
            <a:extLst>
              <a:ext uri="{FF2B5EF4-FFF2-40B4-BE49-F238E27FC236}">
                <a16:creationId xmlns:a16="http://schemas.microsoft.com/office/drawing/2014/main" id="{3C650409-5432-65CF-6CD4-0535A0C08266}"/>
              </a:ext>
            </a:extLst>
          </p:cNvPr>
          <p:cNvSpPr>
            <a:spLocks noGrp="1"/>
          </p:cNvSpPr>
          <p:nvPr>
            <p:ph type="title" hasCustomPrompt="1"/>
          </p:nvPr>
        </p:nvSpPr>
        <p:spPr>
          <a:xfrm>
            <a:off x="493377" y="2746057"/>
            <a:ext cx="5184000" cy="492443"/>
          </a:xfrm>
          <a:prstGeom prst="rect">
            <a:avLst/>
          </a:prstGeom>
          <a:noFill/>
          <a:ln>
            <a:noFill/>
          </a:ln>
          <a:effectLst/>
        </p:spPr>
        <p:txBody>
          <a:bodyPr vert="horz" wrap="square" lIns="0" tIns="0" rIns="0" bIns="0" numCol="1" rtlCol="0" anchor="b" anchorCtr="0" compatLnSpc="1">
            <a:prstTxWarp prst="textNoShape">
              <a:avLst/>
            </a:prstTxWarp>
            <a:spAutoFit/>
          </a:bodyPr>
          <a:lstStyle>
            <a:lvl1pPr rtl="0">
              <a:defRPr lang="en-US" sz="3200" b="0">
                <a:solidFill>
                  <a:schemeClr val="bg1"/>
                </a:solidFill>
              </a:defRPr>
            </a:lvl1pPr>
          </a:lstStyle>
          <a:p>
            <a:pPr marL="0" lvl="0" defTabSz="913526" fontAlgn="base">
              <a:spcAft>
                <a:spcPct val="0"/>
              </a:spcAft>
              <a:tabLst>
                <a:tab pos="275353" algn="l"/>
              </a:tabLst>
            </a:pPr>
            <a:r>
              <a:rPr lang="pt-BR"/>
              <a:t>Click </a:t>
            </a:r>
            <a:r>
              <a:rPr lang="pt-BR" err="1"/>
              <a:t>to</a:t>
            </a:r>
            <a:r>
              <a:rPr lang="pt-BR"/>
              <a:t> </a:t>
            </a:r>
            <a:r>
              <a:rPr lang="pt-BR" err="1"/>
              <a:t>edit</a:t>
            </a:r>
            <a:r>
              <a:rPr lang="pt-BR"/>
              <a:t> Master </a:t>
            </a:r>
            <a:r>
              <a:rPr lang="pt-BR" err="1"/>
              <a:t>title</a:t>
            </a:r>
            <a:r>
              <a:rPr lang="pt-BR"/>
              <a:t> </a:t>
            </a:r>
            <a:r>
              <a:rPr lang="pt-BR" err="1"/>
              <a:t>style</a:t>
            </a:r>
            <a:endParaRPr lang="pt-BR"/>
          </a:p>
        </p:txBody>
      </p:sp>
      <p:sp>
        <p:nvSpPr>
          <p:cNvPr id="27" name="TextBox 12">
            <a:extLst>
              <a:ext uri="{FF2B5EF4-FFF2-40B4-BE49-F238E27FC236}">
                <a16:creationId xmlns:a16="http://schemas.microsoft.com/office/drawing/2014/main" id="{0E60E5D4-E099-F703-5840-23C2C32E6799}"/>
              </a:ext>
            </a:extLst>
          </p:cNvPr>
          <p:cNvSpPr txBox="1"/>
          <p:nvPr userDrawn="1"/>
        </p:nvSpPr>
        <p:spPr>
          <a:xfrm>
            <a:off x="493377" y="6428853"/>
            <a:ext cx="5184000" cy="215444"/>
          </a:xfrm>
          <a:prstGeom prst="rect">
            <a:avLst/>
          </a:prstGeom>
          <a:noFill/>
        </p:spPr>
        <p:txBody>
          <a:bodyPr wrap="square" lIns="0" tIns="0" rIns="0" bIns="0" rtlCol="0" anchor="ctr" anchorCtr="0">
            <a:spAutoFit/>
          </a:bodyPr>
          <a:lstStyle/>
          <a:p>
            <a:pPr marL="0" marR="0" lvl="0" indent="0" algn="l" defTabSz="914400" rtl="0" eaLnBrk="0" fontAlgn="auto" latinLnBrk="0" hangingPunct="0">
              <a:lnSpc>
                <a:spcPct val="100000"/>
              </a:lnSpc>
              <a:spcBef>
                <a:spcPts val="0"/>
              </a:spcBef>
              <a:spcAft>
                <a:spcPts val="0"/>
              </a:spcAft>
              <a:buClrTx/>
              <a:buSzTx/>
              <a:buFontTx/>
              <a:buNone/>
              <a:tabLst/>
              <a:defRPr/>
            </a:pPr>
            <a:r>
              <a:rPr lang="pt-BR" sz="700" noProof="0">
                <a:solidFill>
                  <a:srgbClr val="8187B3"/>
                </a:solidFill>
                <a:latin typeface="Arial Nova Light" panose="020B0304020202020204" pitchFamily="34" charset="0"/>
                <a:ea typeface="Roboto Light" panose="02000000000000000000" pitchFamily="2" charset="0"/>
                <a:cs typeface="MS PGothic"/>
              </a:rPr>
              <a:t>Este documento é apenas para uso interno de cliente. Nenhuma parte dele pode ser circulada, referenciada ou reproduzida para distribuição fora da organização sem prévia aprovação por escrito da Mirow &amp; Co.</a:t>
            </a:r>
          </a:p>
        </p:txBody>
      </p:sp>
      <p:pic>
        <p:nvPicPr>
          <p:cNvPr id="28" name="Graphic 27">
            <a:extLst>
              <a:ext uri="{FF2B5EF4-FFF2-40B4-BE49-F238E27FC236}">
                <a16:creationId xmlns:a16="http://schemas.microsoft.com/office/drawing/2014/main" id="{E6AA3DA4-7B8E-6419-15D5-2AD3F0B3D8C7}"/>
              </a:ext>
            </a:extLst>
          </p:cNvPr>
          <p:cNvPicPr>
            <a:picLocks noChangeAspect="1"/>
          </p:cNvPicPr>
          <p:nvPr userDrawn="1"/>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1956520" y="5176763"/>
            <a:ext cx="2257714" cy="900000"/>
          </a:xfrm>
          <a:prstGeom prst="rect">
            <a:avLst/>
          </a:prstGeom>
        </p:spPr>
      </p:pic>
      <p:pic>
        <p:nvPicPr>
          <p:cNvPr id="4" name="Picture 5">
            <a:extLst>
              <a:ext uri="{FF2B5EF4-FFF2-40B4-BE49-F238E27FC236}">
                <a16:creationId xmlns:a16="http://schemas.microsoft.com/office/drawing/2014/main" id="{AEBF7310-BC3D-3456-7949-8D6F0A27E458}"/>
              </a:ext>
            </a:extLst>
          </p:cNvPr>
          <p:cNvPicPr>
            <a:picLocks noChangeAspect="1"/>
          </p:cNvPicPr>
          <p:nvPr userDrawn="1"/>
        </p:nvPicPr>
        <p:blipFill>
          <a:blip r:embed="rId9" cstate="email">
            <a:extLst>
              <a:ext uri="{28A0092B-C50C-407E-A947-70E740481C1C}">
                <a14:useLocalDpi xmlns:a14="http://schemas.microsoft.com/office/drawing/2010/main"/>
              </a:ext>
            </a:extLst>
          </a:blip>
          <a:stretch>
            <a:fillRect/>
          </a:stretch>
        </p:blipFill>
        <p:spPr>
          <a:xfrm>
            <a:off x="6601483" y="737086"/>
            <a:ext cx="5590517" cy="6120914"/>
          </a:xfrm>
          <a:prstGeom prst="rect">
            <a:avLst/>
          </a:prstGeom>
        </p:spPr>
      </p:pic>
    </p:spTree>
    <p:extLst>
      <p:ext uri="{BB962C8B-B14F-4D97-AF65-F5344CB8AC3E}">
        <p14:creationId xmlns:p14="http://schemas.microsoft.com/office/powerpoint/2010/main" val="2822839268"/>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2_Agenda">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8180B629-976D-4310-AF32-6BCD0E8DE5B5}"/>
              </a:ext>
            </a:extLst>
          </p:cNvPr>
          <p:cNvGraphicFramePr>
            <a:graphicFrameLocks noChangeAspect="1"/>
          </p:cNvGraphicFramePr>
          <p:nvPr userDrawn="1">
            <p:custDataLst>
              <p:tags r:id="rId1"/>
            </p:custDataLst>
            <p:extLst>
              <p:ext uri="{D42A27DB-BD31-4B8C-83A1-F6EECF244321}">
                <p14:modId xmlns:p14="http://schemas.microsoft.com/office/powerpoint/2010/main" val="152308061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Slide do think-cell" r:id="rId3" imgW="493" imgH="493" progId="TCLayout.ActiveDocument.1">
                  <p:embed/>
                </p:oleObj>
              </mc:Choice>
              <mc:Fallback>
                <p:oleObj name="Slide do think-cell" r:id="rId3" imgW="493" imgH="493" progId="TCLayout.ActiveDocument.1">
                  <p:embed/>
                  <p:pic>
                    <p:nvPicPr>
                      <p:cNvPr id="2" name="Object 1" hidden="1">
                        <a:extLst>
                          <a:ext uri="{FF2B5EF4-FFF2-40B4-BE49-F238E27FC236}">
                            <a16:creationId xmlns:a16="http://schemas.microsoft.com/office/drawing/2014/main" id="{8180B629-976D-4310-AF32-6BCD0E8DE5B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5" name="Picture 4">
            <a:extLst>
              <a:ext uri="{FF2B5EF4-FFF2-40B4-BE49-F238E27FC236}">
                <a16:creationId xmlns:a16="http://schemas.microsoft.com/office/drawing/2014/main" id="{5CBEA025-F427-49A9-051B-19D2A050B054}"/>
              </a:ext>
            </a:extLst>
          </p:cNvPr>
          <p:cNvPicPr>
            <a:picLocks noChangeAspect="1"/>
          </p:cNvPicPr>
          <p:nvPr userDrawn="1"/>
        </p:nvPicPr>
        <p:blipFill>
          <a:blip r:embed="rId5" cstate="email">
            <a:extLst>
              <a:ext uri="{28A0092B-C50C-407E-A947-70E740481C1C}">
                <a14:useLocalDpi xmlns:a14="http://schemas.microsoft.com/office/drawing/2010/main"/>
              </a:ext>
            </a:extLst>
          </a:blip>
          <a:stretch>
            <a:fillRect/>
          </a:stretch>
        </p:blipFill>
        <p:spPr>
          <a:xfrm>
            <a:off x="6601483" y="737086"/>
            <a:ext cx="5590517" cy="6120914"/>
          </a:xfrm>
          <a:prstGeom prst="rect">
            <a:avLst/>
          </a:prstGeom>
        </p:spPr>
      </p:pic>
      <p:sp>
        <p:nvSpPr>
          <p:cNvPr id="8" name="Retângulo 3">
            <a:extLst>
              <a:ext uri="{FF2B5EF4-FFF2-40B4-BE49-F238E27FC236}">
                <a16:creationId xmlns:a16="http://schemas.microsoft.com/office/drawing/2014/main" id="{770002B3-EC1D-DB49-BC86-0165275CFFB5}"/>
              </a:ext>
            </a:extLst>
          </p:cNvPr>
          <p:cNvSpPr/>
          <p:nvPr userDrawn="1"/>
        </p:nvSpPr>
        <p:spPr>
          <a:xfrm>
            <a:off x="0" y="0"/>
            <a:ext cx="9241183" cy="6858000"/>
          </a:xfrm>
          <a:prstGeom prst="rect">
            <a:avLst/>
          </a:prstGeom>
          <a:solidFill>
            <a:schemeClr val="accent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eaLnBrk="1"/>
            <a:endParaRPr lang="pt-BR" sz="1800"/>
          </a:p>
        </p:txBody>
      </p:sp>
      <p:sp>
        <p:nvSpPr>
          <p:cNvPr id="17" name="Text Placeholder 16">
            <a:extLst>
              <a:ext uri="{FF2B5EF4-FFF2-40B4-BE49-F238E27FC236}">
                <a16:creationId xmlns:a16="http://schemas.microsoft.com/office/drawing/2014/main" id="{61497248-BE42-4BEF-B891-1ECD21E95A71}"/>
              </a:ext>
            </a:extLst>
          </p:cNvPr>
          <p:cNvSpPr>
            <a:spLocks noGrp="1"/>
          </p:cNvSpPr>
          <p:nvPr>
            <p:ph type="body" sz="quarter" idx="17" hasCustomPrompt="1"/>
          </p:nvPr>
        </p:nvSpPr>
        <p:spPr>
          <a:xfrm>
            <a:off x="3062511" y="1840835"/>
            <a:ext cx="6053138" cy="430887"/>
          </a:xfrm>
          <a:prstGeom prst="rect">
            <a:avLst/>
          </a:prstGeom>
        </p:spPr>
        <p:txBody>
          <a:bodyPr wrap="square" anchor="b">
            <a:spAutoFit/>
          </a:bodyPr>
          <a:lstStyle>
            <a:lvl1pPr rtl="0">
              <a:defRPr sz="2800" b="1" cap="all" baseline="0">
                <a:solidFill>
                  <a:schemeClr val="bg1"/>
                </a:solidFill>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pt-BR"/>
              <a:t>EDIT MASTER TEXT STYLES</a:t>
            </a:r>
          </a:p>
        </p:txBody>
      </p:sp>
      <p:sp>
        <p:nvSpPr>
          <p:cNvPr id="13" name="Slide Number">
            <a:extLst>
              <a:ext uri="{FF2B5EF4-FFF2-40B4-BE49-F238E27FC236}">
                <a16:creationId xmlns:a16="http://schemas.microsoft.com/office/drawing/2014/main" id="{BF83F819-8759-4CD9-8F19-037258F0D4A4}"/>
              </a:ext>
            </a:extLst>
          </p:cNvPr>
          <p:cNvSpPr txBox="1">
            <a:spLocks/>
          </p:cNvSpPr>
          <p:nvPr userDrawn="1"/>
        </p:nvSpPr>
        <p:spPr>
          <a:xfrm>
            <a:off x="11718787" y="6527045"/>
            <a:ext cx="203582" cy="153888"/>
          </a:xfrm>
          <a:prstGeom prst="rect">
            <a:avLst/>
          </a:prstGeom>
        </p:spPr>
        <p:txBody>
          <a:bodyPr vert="horz" wrap="none" lIns="0" tIns="0" rIns="0" bIns="0" rtlCol="0" anchor="ctr">
            <a:spAutoFit/>
          </a:bodyPr>
          <a:lstStyle>
            <a:defPPr>
              <a:defRPr lang="en-US"/>
            </a:defPPr>
            <a:lvl1pPr>
              <a:defRPr sz="1000" baseline="0">
                <a:latin typeface="+mn-lt"/>
              </a:defRPr>
            </a:lvl1pPr>
          </a:lstStyle>
          <a:p>
            <a:pPr lvl="0" algn="r" rtl="0"/>
            <a:fld id="{42C328C1-A84F-4A39-A664-DBA00541A8C6}" type="slidenum">
              <a:rPr lang="pt-BR" smtClean="0"/>
              <a:pPr lvl="0" algn="r" rtl="0"/>
              <a:t>‹#›</a:t>
            </a:fld>
            <a:endParaRPr lang="pt-BR"/>
          </a:p>
        </p:txBody>
      </p:sp>
      <p:pic>
        <p:nvPicPr>
          <p:cNvPr id="4" name="Picture 3">
            <a:extLst>
              <a:ext uri="{FF2B5EF4-FFF2-40B4-BE49-F238E27FC236}">
                <a16:creationId xmlns:a16="http://schemas.microsoft.com/office/drawing/2014/main" id="{A4EF462F-A678-BB2C-2F96-146C32816FC4}"/>
              </a:ext>
            </a:extLst>
          </p:cNvPr>
          <p:cNvPicPr>
            <a:picLocks noChangeAspect="1"/>
          </p:cNvPicPr>
          <p:nvPr userDrawn="1"/>
        </p:nvPicPr>
        <p:blipFill rotWithShape="1">
          <a:blip r:embed="rId6" cstate="screen">
            <a:lum bright="70000" contrast="-70000"/>
            <a:alphaModFix amt="20000"/>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a:ext>
            </a:extLst>
          </a:blip>
          <a:srcRect/>
          <a:stretch/>
        </p:blipFill>
        <p:spPr>
          <a:xfrm flipH="1">
            <a:off x="-1" y="236537"/>
            <a:ext cx="2781300" cy="3446463"/>
          </a:xfrm>
          <a:prstGeom prst="rect">
            <a:avLst/>
          </a:prstGeom>
        </p:spPr>
      </p:pic>
      <p:pic>
        <p:nvPicPr>
          <p:cNvPr id="6" name="Graphic 5">
            <a:extLst>
              <a:ext uri="{FF2B5EF4-FFF2-40B4-BE49-F238E27FC236}">
                <a16:creationId xmlns:a16="http://schemas.microsoft.com/office/drawing/2014/main" id="{E8BBD748-97E5-2605-39A8-DE3FBCC87985}"/>
              </a:ext>
            </a:extLst>
          </p:cNvPr>
          <p:cNvPicPr>
            <a:picLocks noChangeAspect="1"/>
          </p:cNvPicPr>
          <p:nvPr userDrawn="1"/>
        </p:nvPicPr>
        <p:blipFill>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10127705" y="6297334"/>
            <a:ext cx="1261440" cy="504000"/>
          </a:xfrm>
          <a:prstGeom prst="rect">
            <a:avLst/>
          </a:prstGeom>
        </p:spPr>
      </p:pic>
      <p:pic>
        <p:nvPicPr>
          <p:cNvPr id="10" name="Picture 9">
            <a:extLst>
              <a:ext uri="{FF2B5EF4-FFF2-40B4-BE49-F238E27FC236}">
                <a16:creationId xmlns:a16="http://schemas.microsoft.com/office/drawing/2014/main" id="{8425C029-763B-C997-08E5-2D429162EFA0}"/>
              </a:ext>
            </a:extLst>
          </p:cNvPr>
          <p:cNvPicPr>
            <a:picLocks noChangeAspect="1"/>
          </p:cNvPicPr>
          <p:nvPr userDrawn="1"/>
        </p:nvPicPr>
        <p:blipFill>
          <a:blip r:embed="rId5" cstate="email">
            <a:alphaModFix amt="35000"/>
            <a:extLst>
              <a:ext uri="{28A0092B-C50C-407E-A947-70E740481C1C}">
                <a14:useLocalDpi xmlns:a14="http://schemas.microsoft.com/office/drawing/2010/main"/>
              </a:ext>
            </a:extLst>
          </a:blip>
          <a:srcRect r="52783"/>
          <a:stretch>
            <a:fillRect/>
          </a:stretch>
        </p:blipFill>
        <p:spPr>
          <a:xfrm>
            <a:off x="6601483" y="737086"/>
            <a:ext cx="2639700" cy="6120914"/>
          </a:xfrm>
          <a:custGeom>
            <a:avLst/>
            <a:gdLst>
              <a:gd name="connsiteX0" fmla="*/ 0 w 2639700"/>
              <a:gd name="connsiteY0" fmla="*/ 0 h 6120914"/>
              <a:gd name="connsiteX1" fmla="*/ 2639700 w 2639700"/>
              <a:gd name="connsiteY1" fmla="*/ 0 h 6120914"/>
              <a:gd name="connsiteX2" fmla="*/ 2639700 w 2639700"/>
              <a:gd name="connsiteY2" fmla="*/ 6120914 h 6120914"/>
              <a:gd name="connsiteX3" fmla="*/ 0 w 2639700"/>
              <a:gd name="connsiteY3" fmla="*/ 6120914 h 6120914"/>
            </a:gdLst>
            <a:ahLst/>
            <a:cxnLst>
              <a:cxn ang="0">
                <a:pos x="connsiteX0" y="connsiteY0"/>
              </a:cxn>
              <a:cxn ang="0">
                <a:pos x="connsiteX1" y="connsiteY1"/>
              </a:cxn>
              <a:cxn ang="0">
                <a:pos x="connsiteX2" y="connsiteY2"/>
              </a:cxn>
              <a:cxn ang="0">
                <a:pos x="connsiteX3" y="connsiteY3"/>
              </a:cxn>
            </a:cxnLst>
            <a:rect l="l" t="t" r="r" b="b"/>
            <a:pathLst>
              <a:path w="2639700" h="6120914">
                <a:moveTo>
                  <a:pt x="0" y="0"/>
                </a:moveTo>
                <a:lnTo>
                  <a:pt x="2639700" y="0"/>
                </a:lnTo>
                <a:lnTo>
                  <a:pt x="2639700" y="6120914"/>
                </a:lnTo>
                <a:lnTo>
                  <a:pt x="0" y="6120914"/>
                </a:lnTo>
                <a:close/>
              </a:path>
            </a:pathLst>
          </a:custGeom>
        </p:spPr>
      </p:pic>
    </p:spTree>
    <p:extLst>
      <p:ext uri="{BB962C8B-B14F-4D97-AF65-F5344CB8AC3E}">
        <p14:creationId xmlns:p14="http://schemas.microsoft.com/office/powerpoint/2010/main" val="1920545520"/>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_Layout Personalizado">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1137E873-3395-4CA4-875E-A0B0E7BF2302}"/>
              </a:ext>
            </a:extLst>
          </p:cNvPr>
          <p:cNvGraphicFramePr>
            <a:graphicFrameLocks noChangeAspect="1"/>
          </p:cNvGraphicFramePr>
          <p:nvPr>
            <p:custDataLst>
              <p:tags r:id="rId1"/>
            </p:custDataLst>
            <p:extLst>
              <p:ext uri="{D42A27DB-BD31-4B8C-83A1-F6EECF244321}">
                <p14:modId xmlns:p14="http://schemas.microsoft.com/office/powerpoint/2010/main" val="3958725520"/>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Slide do think-cell" r:id="rId4" imgW="493" imgH="493" progId="TCLayout.ActiveDocument.1">
                  <p:embed/>
                </p:oleObj>
              </mc:Choice>
              <mc:Fallback>
                <p:oleObj name="Slide do think-cell" r:id="rId4" imgW="493" imgH="493" progId="TCLayout.ActiveDocument.1">
                  <p:embed/>
                  <p:pic>
                    <p:nvPicPr>
                      <p:cNvPr id="2" name="Object 1" hidden="1">
                        <a:extLst>
                          <a:ext uri="{FF2B5EF4-FFF2-40B4-BE49-F238E27FC236}">
                            <a16:creationId xmlns:a16="http://schemas.microsoft.com/office/drawing/2014/main" id="{1137E873-3395-4CA4-875E-A0B0E7BF2302}"/>
                          </a:ext>
                        </a:extLst>
                      </p:cNvPr>
                      <p:cNvPicPr/>
                      <p:nvPr/>
                    </p:nvPicPr>
                    <p:blipFill>
                      <a:blip r:embed="rId5"/>
                      <a:stretch>
                        <a:fillRect/>
                      </a:stretch>
                    </p:blipFill>
                    <p:spPr>
                      <a:xfrm>
                        <a:off x="2118" y="1589"/>
                        <a:ext cx="2116" cy="1587"/>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3ED6A465-F6C5-4E8F-B9DE-C5B62BA8FB3C}"/>
              </a:ext>
            </a:extLst>
          </p:cNvPr>
          <p:cNvSpPr/>
          <p:nvPr userDrawn="1">
            <p:custDataLst>
              <p:tags r:id="rId2"/>
            </p:custDataLst>
          </p:nvPr>
        </p:nvSpPr>
        <p:spPr>
          <a:xfrm>
            <a:off x="0" y="0"/>
            <a:ext cx="158750" cy="158750"/>
          </a:xfrm>
          <a:prstGeom prst="rect">
            <a:avLst/>
          </a:prstGeom>
          <a:solidFill>
            <a:schemeClr val="accent2"/>
          </a:solidFill>
          <a:ln w="19050">
            <a:solidFill>
              <a:schemeClr val="accent2"/>
            </a:solidFill>
            <a:miter lim="400000"/>
          </a:ln>
          <a:effectLst/>
        </p:spPr>
        <p:txBody>
          <a:bodyPr wrap="none" lIns="0" tIns="0" rIns="0" bIns="0" numCol="1" spcCol="0" rtlCol="0" anchor="ctr" anchorCtr="0">
            <a:noAutofit/>
          </a:bodyPr>
          <a:lstStyle/>
          <a:p>
            <a:pPr marL="0" lvl="0" indent="0" algn="l" rtl="0"/>
            <a:endParaRPr lang="pt-BR" sz="20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3" name="Shape 1409">
            <a:extLst>
              <a:ext uri="{FF2B5EF4-FFF2-40B4-BE49-F238E27FC236}">
                <a16:creationId xmlns:a16="http://schemas.microsoft.com/office/drawing/2014/main" id="{4BCE9889-4647-4320-8FA1-478DE2E4C85A}"/>
              </a:ext>
            </a:extLst>
          </p:cNvPr>
          <p:cNvSpPr/>
          <p:nvPr/>
        </p:nvSpPr>
        <p:spPr>
          <a:xfrm>
            <a:off x="0" y="1911927"/>
            <a:ext cx="12192000" cy="4946073"/>
          </a:xfrm>
          <a:prstGeom prst="rect">
            <a:avLst/>
          </a:prstGeom>
          <a:solidFill>
            <a:schemeClr val="accent5">
              <a:alpha val="90000"/>
            </a:schemeClr>
          </a:solidFill>
          <a:ln w="12700">
            <a:noFill/>
            <a:miter lim="400000"/>
          </a:ln>
        </p:spPr>
        <p:txBody>
          <a:bodyPr lIns="0" tIns="0" rIns="0" bIns="0" anchor="ctr"/>
          <a:lstStyle/>
          <a:p>
            <a:pPr lvl="0" rtl="0">
              <a:defRPr sz="3200"/>
            </a:pPr>
            <a:endParaRPr lang="pt-BR" sz="3200"/>
          </a:p>
        </p:txBody>
      </p:sp>
      <p:sp>
        <p:nvSpPr>
          <p:cNvPr id="11" name="Shape 1409">
            <a:extLst>
              <a:ext uri="{FF2B5EF4-FFF2-40B4-BE49-F238E27FC236}">
                <a16:creationId xmlns:a16="http://schemas.microsoft.com/office/drawing/2014/main" id="{F1D336E2-AC71-9445-ACE0-064BF23387DA}"/>
              </a:ext>
            </a:extLst>
          </p:cNvPr>
          <p:cNvSpPr/>
          <p:nvPr userDrawn="1"/>
        </p:nvSpPr>
        <p:spPr>
          <a:xfrm>
            <a:off x="0" y="1911927"/>
            <a:ext cx="12192000" cy="4946072"/>
          </a:xfrm>
          <a:prstGeom prst="rect">
            <a:avLst/>
          </a:prstGeom>
          <a:solidFill>
            <a:schemeClr val="accent5">
              <a:alpha val="90000"/>
            </a:schemeClr>
          </a:solidFill>
          <a:ln w="12700">
            <a:miter lim="400000"/>
          </a:ln>
        </p:spPr>
        <p:txBody>
          <a:bodyPr lIns="0" tIns="0" rIns="0" bIns="0" anchor="ctr"/>
          <a:lstStyle/>
          <a:p>
            <a:pPr lvl="0" rtl="0" eaLnBrk="1">
              <a:defRPr sz="3200"/>
            </a:pPr>
            <a:endParaRPr lang="pt-BR" sz="3200"/>
          </a:p>
        </p:txBody>
      </p:sp>
      <p:sp>
        <p:nvSpPr>
          <p:cNvPr id="14" name="Slide Number">
            <a:extLst>
              <a:ext uri="{FF2B5EF4-FFF2-40B4-BE49-F238E27FC236}">
                <a16:creationId xmlns:a16="http://schemas.microsoft.com/office/drawing/2014/main" id="{2D7D5310-36CA-4B20-A424-0E180F366012}"/>
              </a:ext>
            </a:extLst>
          </p:cNvPr>
          <p:cNvSpPr txBox="1">
            <a:spLocks/>
          </p:cNvSpPr>
          <p:nvPr userDrawn="1"/>
        </p:nvSpPr>
        <p:spPr>
          <a:xfrm>
            <a:off x="11718787" y="6513466"/>
            <a:ext cx="203582" cy="153888"/>
          </a:xfrm>
          <a:prstGeom prst="rect">
            <a:avLst/>
          </a:prstGeom>
        </p:spPr>
        <p:txBody>
          <a:bodyPr vert="horz" wrap="none" lIns="0" tIns="0" rIns="0" bIns="0" rtlCol="0" anchor="ctr">
            <a:spAutoFit/>
          </a:bodyPr>
          <a:lstStyle>
            <a:defPPr>
              <a:defRPr lang="en-US"/>
            </a:defPPr>
            <a:lvl1pPr>
              <a:defRPr sz="1000" baseline="0">
                <a:latin typeface="+mn-lt"/>
              </a:defRPr>
            </a:lvl1pPr>
          </a:lstStyle>
          <a:p>
            <a:pPr lvl="0" algn="r" rtl="0"/>
            <a:fld id="{42C328C1-A84F-4A39-A664-DBA00541A8C6}" type="slidenum">
              <a:rPr lang="pt-BR" smtClean="0">
                <a:solidFill>
                  <a:schemeClr val="bg1"/>
                </a:solidFill>
              </a:rPr>
              <a:pPr lvl="0" algn="r" rtl="0"/>
              <a:t>‹#›</a:t>
            </a:fld>
            <a:endParaRPr lang="pt-BR">
              <a:solidFill>
                <a:schemeClr val="bg1"/>
              </a:solidFill>
            </a:endParaRPr>
          </a:p>
        </p:txBody>
      </p:sp>
      <p:pic>
        <p:nvPicPr>
          <p:cNvPr id="13" name="Imagem 7">
            <a:extLst>
              <a:ext uri="{FF2B5EF4-FFF2-40B4-BE49-F238E27FC236}">
                <a16:creationId xmlns:a16="http://schemas.microsoft.com/office/drawing/2014/main" id="{1D8C5B55-4D62-C041-84CF-6C7778C5FBF0}"/>
              </a:ext>
            </a:extLst>
          </p:cNvPr>
          <p:cNvPicPr>
            <a:picLocks noChangeAspect="1"/>
          </p:cNvPicPr>
          <p:nvPr userDrawn="1"/>
        </p:nvPicPr>
        <p:blipFill>
          <a:blip r:embed="rId6" cstate="email">
            <a:lum bright="70000" contrast="-70000"/>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a:ext>
            </a:extLst>
          </a:blip>
          <a:stretch>
            <a:fillRect/>
          </a:stretch>
        </p:blipFill>
        <p:spPr>
          <a:xfrm>
            <a:off x="10260491" y="6396038"/>
            <a:ext cx="1240692" cy="361868"/>
          </a:xfrm>
          <a:prstGeom prst="rect">
            <a:avLst/>
          </a:prstGeom>
        </p:spPr>
      </p:pic>
      <p:sp>
        <p:nvSpPr>
          <p:cNvPr id="12" name="Title 1">
            <a:extLst>
              <a:ext uri="{FF2B5EF4-FFF2-40B4-BE49-F238E27FC236}">
                <a16:creationId xmlns:a16="http://schemas.microsoft.com/office/drawing/2014/main" id="{AA0E938D-3C9B-4951-B9DD-F150C8A8A6BD}"/>
              </a:ext>
            </a:extLst>
          </p:cNvPr>
          <p:cNvSpPr>
            <a:spLocks noGrp="1"/>
          </p:cNvSpPr>
          <p:nvPr>
            <p:ph type="title" hasCustomPrompt="1"/>
          </p:nvPr>
        </p:nvSpPr>
        <p:spPr>
          <a:xfrm>
            <a:off x="478971" y="194400"/>
            <a:ext cx="11485488" cy="307777"/>
          </a:xfrm>
        </p:spPr>
        <p:txBody>
          <a:bodyPr vert="horz"/>
          <a:lstStyle>
            <a:lvl1pPr rtl="0">
              <a:defRPr sz="2000"/>
            </a:lvl1pPr>
          </a:lstStyle>
          <a:p>
            <a:r>
              <a:rPr lang="pt-BR"/>
              <a:t>Click </a:t>
            </a:r>
            <a:r>
              <a:rPr lang="pt-BR" err="1"/>
              <a:t>to</a:t>
            </a:r>
            <a:r>
              <a:rPr lang="pt-BR"/>
              <a:t> </a:t>
            </a:r>
            <a:r>
              <a:rPr lang="pt-BR" err="1"/>
              <a:t>edit</a:t>
            </a:r>
            <a:r>
              <a:rPr lang="pt-BR"/>
              <a:t> Master </a:t>
            </a:r>
            <a:r>
              <a:rPr lang="pt-BR" err="1"/>
              <a:t>title</a:t>
            </a:r>
            <a:r>
              <a:rPr lang="pt-BR"/>
              <a:t> </a:t>
            </a:r>
            <a:r>
              <a:rPr lang="pt-BR" err="1"/>
              <a:t>style</a:t>
            </a:r>
            <a:endParaRPr lang="pt-BR"/>
          </a:p>
        </p:txBody>
      </p:sp>
      <p:sp>
        <p:nvSpPr>
          <p:cNvPr id="15" name="Rectangle 6">
            <a:extLst>
              <a:ext uri="{FF2B5EF4-FFF2-40B4-BE49-F238E27FC236}">
                <a16:creationId xmlns:a16="http://schemas.microsoft.com/office/drawing/2014/main" id="{6CA95C97-255D-4EC4-B64E-5F6A57E89E39}"/>
              </a:ext>
            </a:extLst>
          </p:cNvPr>
          <p:cNvSpPr/>
          <p:nvPr userDrawn="1"/>
        </p:nvSpPr>
        <p:spPr>
          <a:xfrm>
            <a:off x="-11183" y="230178"/>
            <a:ext cx="414837" cy="260059"/>
          </a:xfrm>
          <a:prstGeom prst="rect">
            <a:avLst/>
          </a:prstGeom>
          <a:solidFill>
            <a:srgbClr val="020E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pt-BR" sz="1800"/>
          </a:p>
        </p:txBody>
      </p:sp>
    </p:spTree>
    <p:extLst>
      <p:ext uri="{BB962C8B-B14F-4D97-AF65-F5344CB8AC3E}">
        <p14:creationId xmlns:p14="http://schemas.microsoft.com/office/powerpoint/2010/main" val="31005864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Layout Personalizado">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4910D163-22BE-4235-9B77-F3A494049FE8}"/>
              </a:ext>
            </a:extLst>
          </p:cNvPr>
          <p:cNvGraphicFramePr>
            <a:graphicFrameLocks noChangeAspect="1"/>
          </p:cNvGraphicFramePr>
          <p:nvPr>
            <p:custDataLst>
              <p:tags r:id="rId1"/>
            </p:custDataLst>
            <p:extLst>
              <p:ext uri="{D42A27DB-BD31-4B8C-83A1-F6EECF244321}">
                <p14:modId xmlns:p14="http://schemas.microsoft.com/office/powerpoint/2010/main" val="1054379778"/>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Slide do think-cell" r:id="rId4" imgW="493" imgH="493" progId="TCLayout.ActiveDocument.1">
                  <p:embed/>
                </p:oleObj>
              </mc:Choice>
              <mc:Fallback>
                <p:oleObj name="Slide do think-cell" r:id="rId4" imgW="493" imgH="493" progId="TCLayout.ActiveDocument.1">
                  <p:embed/>
                  <p:pic>
                    <p:nvPicPr>
                      <p:cNvPr id="2" name="Object 1" hidden="1">
                        <a:extLst>
                          <a:ext uri="{FF2B5EF4-FFF2-40B4-BE49-F238E27FC236}">
                            <a16:creationId xmlns:a16="http://schemas.microsoft.com/office/drawing/2014/main" id="{4910D163-22BE-4235-9B77-F3A494049FE8}"/>
                          </a:ext>
                        </a:extLst>
                      </p:cNvPr>
                      <p:cNvPicPr/>
                      <p:nvPr/>
                    </p:nvPicPr>
                    <p:blipFill>
                      <a:blip r:embed="rId5"/>
                      <a:stretch>
                        <a:fillRect/>
                      </a:stretch>
                    </p:blipFill>
                    <p:spPr>
                      <a:xfrm>
                        <a:off x="2118" y="1589"/>
                        <a:ext cx="2116" cy="1587"/>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2C5C2C69-0B78-465A-AD2B-0896E21D1977}"/>
              </a:ext>
            </a:extLst>
          </p:cNvPr>
          <p:cNvSpPr/>
          <p:nvPr userDrawn="1">
            <p:custDataLst>
              <p:tags r:id="rId2"/>
            </p:custDataLst>
          </p:nvPr>
        </p:nvSpPr>
        <p:spPr>
          <a:xfrm>
            <a:off x="0" y="0"/>
            <a:ext cx="158750" cy="158750"/>
          </a:xfrm>
          <a:prstGeom prst="rect">
            <a:avLst/>
          </a:prstGeom>
          <a:solidFill>
            <a:schemeClr val="accent2"/>
          </a:solidFill>
          <a:ln w="19050">
            <a:solidFill>
              <a:schemeClr val="accent2"/>
            </a:solidFill>
            <a:miter lim="400000"/>
          </a:ln>
          <a:effectLst/>
        </p:spPr>
        <p:txBody>
          <a:bodyPr wrap="none" lIns="0" tIns="0" rIns="0" bIns="0" numCol="1" spcCol="0" rtlCol="0" anchor="ctr" anchorCtr="0">
            <a:noAutofit/>
          </a:bodyPr>
          <a:lstStyle/>
          <a:p>
            <a:pPr marL="0" lvl="0" indent="0" algn="l" rtl="0"/>
            <a:endParaRPr lang="pt-BR" sz="2000" b="1" i="0" baseline="0">
              <a:solidFill>
                <a:schemeClr val="bg1"/>
              </a:solidFill>
              <a:latin typeface="Arial" panose="020B0604020202020204" pitchFamily="34" charset="0"/>
              <a:ea typeface="+mj-ea"/>
              <a:cs typeface="+mj-cs"/>
              <a:sym typeface="Arial" panose="020B0604020202020204" pitchFamily="34" charset="0"/>
            </a:endParaRPr>
          </a:p>
        </p:txBody>
      </p:sp>
      <p:grpSp>
        <p:nvGrpSpPr>
          <p:cNvPr id="3" name="Group 2">
            <a:extLst>
              <a:ext uri="{FF2B5EF4-FFF2-40B4-BE49-F238E27FC236}">
                <a16:creationId xmlns:a16="http://schemas.microsoft.com/office/drawing/2014/main" id="{9B1DFBC1-3ECB-DC4F-97C8-859B94D00339}"/>
              </a:ext>
            </a:extLst>
          </p:cNvPr>
          <p:cNvGrpSpPr>
            <a:grpSpLocks noChangeAspect="1"/>
          </p:cNvGrpSpPr>
          <p:nvPr userDrawn="1"/>
        </p:nvGrpSpPr>
        <p:grpSpPr>
          <a:xfrm>
            <a:off x="-1" y="0"/>
            <a:ext cx="12233223" cy="6864963"/>
            <a:chOff x="4108105" y="0"/>
            <a:chExt cx="9144000" cy="6858000"/>
          </a:xfrm>
        </p:grpSpPr>
        <p:pic>
          <p:nvPicPr>
            <p:cNvPr id="194" name="Picture 193">
              <a:extLst>
                <a:ext uri="{FF2B5EF4-FFF2-40B4-BE49-F238E27FC236}">
                  <a16:creationId xmlns:a16="http://schemas.microsoft.com/office/drawing/2014/main" id="{3AC2F911-2D55-425F-82B1-94C3D550C07D}"/>
                </a:ext>
              </a:extLst>
            </p:cNvPr>
            <p:cNvPicPr>
              <a:picLocks/>
            </p:cNvPicPr>
            <p:nvPr userDrawn="1"/>
          </p:nvPicPr>
          <p:blipFill>
            <a:blip r:embed="rId6" cstate="email">
              <a:duotone>
                <a:schemeClr val="bg2">
                  <a:shade val="45000"/>
                  <a:satMod val="135000"/>
                </a:schemeClr>
                <a:prstClr val="white"/>
              </a:duotone>
              <a:extLst>
                <a:ext uri="{28A0092B-C50C-407E-A947-70E740481C1C}">
                  <a14:useLocalDpi xmlns:a14="http://schemas.microsoft.com/office/drawing/2010/main"/>
                </a:ext>
              </a:extLst>
            </a:blip>
            <a:srcRect/>
            <a:stretch>
              <a:fillRect/>
            </a:stretch>
          </p:blipFill>
          <p:spPr>
            <a:xfrm>
              <a:off x="4108105" y="0"/>
              <a:ext cx="9144000" cy="6858000"/>
            </a:xfrm>
            <a:prstGeom prst="rect">
              <a:avLst/>
            </a:prstGeom>
          </p:spPr>
        </p:pic>
        <p:pic>
          <p:nvPicPr>
            <p:cNvPr id="8" name="Picture 7">
              <a:extLst>
                <a:ext uri="{FF2B5EF4-FFF2-40B4-BE49-F238E27FC236}">
                  <a16:creationId xmlns:a16="http://schemas.microsoft.com/office/drawing/2014/main" id="{0D95EB6F-42CB-1540-AE77-89489EF49CEC}"/>
                </a:ext>
              </a:extLst>
            </p:cNvPr>
            <p:cNvPicPr>
              <a:picLocks/>
            </p:cNvPicPr>
            <p:nvPr userDrawn="1"/>
          </p:nvPicPr>
          <p:blipFill>
            <a:blip r:embed="rId6" cstate="email">
              <a:duotone>
                <a:schemeClr val="bg2">
                  <a:shade val="45000"/>
                  <a:satMod val="135000"/>
                </a:schemeClr>
                <a:prstClr val="white"/>
              </a:duotone>
              <a:extLst>
                <a:ext uri="{28A0092B-C50C-407E-A947-70E740481C1C}">
                  <a14:useLocalDpi xmlns:a14="http://schemas.microsoft.com/office/drawing/2010/main"/>
                </a:ext>
              </a:extLst>
            </a:blip>
            <a:srcRect/>
            <a:stretch>
              <a:fillRect/>
            </a:stretch>
          </p:blipFill>
          <p:spPr>
            <a:xfrm>
              <a:off x="4108105" y="0"/>
              <a:ext cx="9144000" cy="6858000"/>
            </a:xfrm>
            <a:prstGeom prst="rect">
              <a:avLst/>
            </a:prstGeom>
          </p:spPr>
        </p:pic>
      </p:grpSp>
      <p:sp>
        <p:nvSpPr>
          <p:cNvPr id="4" name="Title 3">
            <a:extLst>
              <a:ext uri="{FF2B5EF4-FFF2-40B4-BE49-F238E27FC236}">
                <a16:creationId xmlns:a16="http://schemas.microsoft.com/office/drawing/2014/main" id="{32DBC3BE-86FD-F940-9211-B2FDCF8F4C81}"/>
              </a:ext>
            </a:extLst>
          </p:cNvPr>
          <p:cNvSpPr>
            <a:spLocks noGrp="1"/>
          </p:cNvSpPr>
          <p:nvPr>
            <p:ph type="title" hasCustomPrompt="1"/>
          </p:nvPr>
        </p:nvSpPr>
        <p:spPr/>
        <p:txBody>
          <a:bodyPr vert="horz"/>
          <a:lstStyle>
            <a:lvl1pPr rtl="0">
              <a:defRPr/>
            </a:lvl1pPr>
          </a:lstStyle>
          <a:p>
            <a:r>
              <a:rPr lang="pt-BR"/>
              <a:t>Click </a:t>
            </a:r>
            <a:r>
              <a:rPr lang="pt-BR" err="1"/>
              <a:t>to</a:t>
            </a:r>
            <a:r>
              <a:rPr lang="pt-BR"/>
              <a:t> </a:t>
            </a:r>
            <a:r>
              <a:rPr lang="pt-BR" err="1"/>
              <a:t>edit</a:t>
            </a:r>
            <a:r>
              <a:rPr lang="pt-BR"/>
              <a:t> Master </a:t>
            </a:r>
            <a:r>
              <a:rPr lang="pt-BR" err="1"/>
              <a:t>title</a:t>
            </a:r>
            <a:r>
              <a:rPr lang="pt-BR"/>
              <a:t> </a:t>
            </a:r>
            <a:r>
              <a:rPr lang="pt-BR" err="1"/>
              <a:t>style</a:t>
            </a:r>
            <a:endParaRPr lang="pt-BR"/>
          </a:p>
        </p:txBody>
      </p:sp>
      <p:sp>
        <p:nvSpPr>
          <p:cNvPr id="12" name="Text Placeholder 4">
            <a:extLst>
              <a:ext uri="{FF2B5EF4-FFF2-40B4-BE49-F238E27FC236}">
                <a16:creationId xmlns:a16="http://schemas.microsoft.com/office/drawing/2014/main" id="{8998E50B-5C27-4A37-8F85-41A956F5BFEA}"/>
              </a:ext>
            </a:extLst>
          </p:cNvPr>
          <p:cNvSpPr>
            <a:spLocks noGrp="1"/>
          </p:cNvSpPr>
          <p:nvPr>
            <p:ph type="body" sz="quarter" idx="14" hasCustomPrompt="1"/>
          </p:nvPr>
        </p:nvSpPr>
        <p:spPr>
          <a:xfrm>
            <a:off x="233257" y="6538951"/>
            <a:ext cx="9696000" cy="153888"/>
          </a:xfrm>
        </p:spPr>
        <p:txBody>
          <a:bodyPr wrap="square" lIns="0" tIns="0" rIns="0" bIns="0" anchor="b" anchorCtr="0"/>
          <a:lstStyle>
            <a:lvl1pPr marL="0" indent="0" rtl="0">
              <a:spcBef>
                <a:spcPts val="0"/>
              </a:spcBef>
              <a:buNone/>
              <a:defRPr lang="en-GB" sz="900" dirty="0"/>
            </a:lvl1pPr>
            <a:lvl2pPr marL="196850" indent="0">
              <a:buNone/>
              <a:defRPr sz="900"/>
            </a:lvl2pPr>
            <a:lvl3pPr marL="406400" indent="0">
              <a:buNone/>
              <a:defRPr sz="900"/>
            </a:lvl3pPr>
            <a:lvl4pPr marL="588962" indent="0">
              <a:buNone/>
              <a:defRPr sz="1000"/>
            </a:lvl4pPr>
            <a:lvl5pPr marL="817562" indent="0">
              <a:buNone/>
              <a:defRPr sz="1000"/>
            </a:lvl5pPr>
          </a:lstStyle>
          <a:p>
            <a:pPr lvl="0"/>
            <a:r>
              <a:rPr lang="pt-BR" sz="1000">
                <a:latin typeface="+mj-lt"/>
              </a:rPr>
              <a:t>Fonte:</a:t>
            </a:r>
          </a:p>
        </p:txBody>
      </p:sp>
      <p:sp>
        <p:nvSpPr>
          <p:cNvPr id="14" name="Slide Number">
            <a:extLst>
              <a:ext uri="{FF2B5EF4-FFF2-40B4-BE49-F238E27FC236}">
                <a16:creationId xmlns:a16="http://schemas.microsoft.com/office/drawing/2014/main" id="{F34BBB9B-14F0-4635-AEE7-AF0463D1B813}"/>
              </a:ext>
            </a:extLst>
          </p:cNvPr>
          <p:cNvSpPr txBox="1">
            <a:spLocks/>
          </p:cNvSpPr>
          <p:nvPr userDrawn="1"/>
        </p:nvSpPr>
        <p:spPr>
          <a:xfrm>
            <a:off x="11718787" y="6513466"/>
            <a:ext cx="203582" cy="153888"/>
          </a:xfrm>
          <a:prstGeom prst="rect">
            <a:avLst/>
          </a:prstGeom>
        </p:spPr>
        <p:txBody>
          <a:bodyPr vert="horz" wrap="none" lIns="0" tIns="0" rIns="0" bIns="0" rtlCol="0" anchor="ctr">
            <a:spAutoFit/>
          </a:bodyPr>
          <a:lstStyle>
            <a:defPPr>
              <a:defRPr lang="en-US"/>
            </a:defPPr>
            <a:lvl1pPr>
              <a:defRPr sz="1000" baseline="0">
                <a:latin typeface="+mn-lt"/>
              </a:defRPr>
            </a:lvl1pPr>
          </a:lstStyle>
          <a:p>
            <a:pPr lvl="0" algn="r" rtl="0"/>
            <a:fld id="{42C328C1-A84F-4A39-A664-DBA00541A8C6}" type="slidenum">
              <a:rPr lang="pt-BR" smtClean="0"/>
              <a:pPr lvl="0" algn="r" rtl="0"/>
              <a:t>‹#›</a:t>
            </a:fld>
            <a:endParaRPr lang="pt-BR"/>
          </a:p>
        </p:txBody>
      </p:sp>
      <p:pic>
        <p:nvPicPr>
          <p:cNvPr id="15" name="Imagem 6">
            <a:extLst>
              <a:ext uri="{FF2B5EF4-FFF2-40B4-BE49-F238E27FC236}">
                <a16:creationId xmlns:a16="http://schemas.microsoft.com/office/drawing/2014/main" id="{9CAFECB1-1C47-48E1-ACCE-C081907CCF9F}"/>
              </a:ext>
            </a:extLst>
          </p:cNvPr>
          <p:cNvPicPr>
            <a:picLocks noChangeAspect="1"/>
          </p:cNvPicPr>
          <p:nvPr userDrawn="1"/>
        </p:nvPicPr>
        <p:blipFill rotWithShape="1">
          <a:blip r:embed="rId7" cstate="email">
            <a:extLst>
              <a:ext uri="{28A0092B-C50C-407E-A947-70E740481C1C}">
                <a14:useLocalDpi xmlns:a14="http://schemas.microsoft.com/office/drawing/2010/main"/>
              </a:ext>
            </a:extLst>
          </a:blip>
          <a:srcRect/>
          <a:stretch/>
        </p:blipFill>
        <p:spPr>
          <a:xfrm>
            <a:off x="10294574" y="6491716"/>
            <a:ext cx="1193455" cy="197388"/>
          </a:xfrm>
          <a:prstGeom prst="rect">
            <a:avLst/>
          </a:prstGeom>
        </p:spPr>
      </p:pic>
    </p:spTree>
    <p:extLst>
      <p:ext uri="{BB962C8B-B14F-4D97-AF65-F5344CB8AC3E}">
        <p14:creationId xmlns:p14="http://schemas.microsoft.com/office/powerpoint/2010/main" val="42818590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9E0980AA-BCE6-4E26-8843-3669C15888DB}"/>
              </a:ext>
            </a:extLst>
          </p:cNvPr>
          <p:cNvGraphicFramePr>
            <a:graphicFrameLocks noChangeAspect="1"/>
          </p:cNvGraphicFramePr>
          <p:nvPr userDrawn="1">
            <p:custDataLst>
              <p:tags r:id="rId1"/>
            </p:custDataLst>
            <p:extLst>
              <p:ext uri="{D42A27DB-BD31-4B8C-83A1-F6EECF244321}">
                <p14:modId xmlns:p14="http://schemas.microsoft.com/office/powerpoint/2010/main" val="6491012"/>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Slide do think-cell" r:id="rId4" imgW="493" imgH="493" progId="TCLayout.ActiveDocument.1">
                  <p:embed/>
                </p:oleObj>
              </mc:Choice>
              <mc:Fallback>
                <p:oleObj name="Slide do think-cell" r:id="rId4" imgW="493" imgH="493" progId="TCLayout.ActiveDocument.1">
                  <p:embed/>
                  <p:pic>
                    <p:nvPicPr>
                      <p:cNvPr id="10" name="Object 9" hidden="1">
                        <a:extLst>
                          <a:ext uri="{FF2B5EF4-FFF2-40B4-BE49-F238E27FC236}">
                            <a16:creationId xmlns:a16="http://schemas.microsoft.com/office/drawing/2014/main" id="{9E0980AA-BCE6-4E26-8843-3669C15888DB}"/>
                          </a:ext>
                        </a:extLst>
                      </p:cNvPr>
                      <p:cNvPicPr/>
                      <p:nvPr/>
                    </p:nvPicPr>
                    <p:blipFill>
                      <a:blip r:embed="rId5"/>
                      <a:stretch>
                        <a:fillRect/>
                      </a:stretch>
                    </p:blipFill>
                    <p:spPr>
                      <a:xfrm>
                        <a:off x="2118" y="1589"/>
                        <a:ext cx="2116" cy="1587"/>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4FE804D7-7F22-4628-B31E-2AE601C042B1}"/>
              </a:ext>
            </a:extLst>
          </p:cNvPr>
          <p:cNvSpPr/>
          <p:nvPr userDrawn="1">
            <p:custDataLst>
              <p:tags r:id="rId2"/>
            </p:custDataLst>
          </p:nvPr>
        </p:nvSpPr>
        <p:spPr>
          <a:xfrm>
            <a:off x="0" y="0"/>
            <a:ext cx="158750" cy="158750"/>
          </a:xfrm>
          <a:prstGeom prst="rect">
            <a:avLst/>
          </a:prstGeom>
          <a:solidFill>
            <a:schemeClr val="accent2"/>
          </a:solidFill>
          <a:ln w="19050">
            <a:solidFill>
              <a:schemeClr val="accent2"/>
            </a:solidFill>
            <a:miter lim="400000"/>
          </a:ln>
          <a:effectLst/>
        </p:spPr>
        <p:txBody>
          <a:bodyPr wrap="none" lIns="0" tIns="0" rIns="0" bIns="0" numCol="1" spcCol="0" rtlCol="0" anchor="ctr" anchorCtr="0">
            <a:noAutofit/>
          </a:bodyPr>
          <a:lstStyle/>
          <a:p>
            <a:pPr marL="0" lvl="0" indent="0" algn="l" rtl="0"/>
            <a:endParaRPr lang="pt-BR" sz="2000" b="1" i="0" baseline="0">
              <a:solidFill>
                <a:schemeClr val="bg1"/>
              </a:solidFill>
              <a:latin typeface="Arial" panose="020B0604020202020204" pitchFamily="34" charset="0"/>
              <a:ea typeface="+mj-ea"/>
              <a:cs typeface="+mj-cs"/>
              <a:sym typeface="Arial" panose="020B0604020202020204" pitchFamily="34" charset="0"/>
            </a:endParaRPr>
          </a:p>
        </p:txBody>
      </p:sp>
      <p:pic>
        <p:nvPicPr>
          <p:cNvPr id="6" name="Picture 5">
            <a:extLst>
              <a:ext uri="{FF2B5EF4-FFF2-40B4-BE49-F238E27FC236}">
                <a16:creationId xmlns:a16="http://schemas.microsoft.com/office/drawing/2014/main" id="{226A6B48-BFED-BCA2-BDA8-16BD0218C290}"/>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6601483" y="737086"/>
            <a:ext cx="5590517" cy="6120914"/>
          </a:xfrm>
          <a:prstGeom prst="rect">
            <a:avLst/>
          </a:prstGeom>
        </p:spPr>
      </p:pic>
      <p:sp>
        <p:nvSpPr>
          <p:cNvPr id="7" name="Text Placeholder 4">
            <a:extLst>
              <a:ext uri="{FF2B5EF4-FFF2-40B4-BE49-F238E27FC236}">
                <a16:creationId xmlns:a16="http://schemas.microsoft.com/office/drawing/2014/main" id="{2187DCF9-1FF3-FBD2-2617-55C9FACD4AF3}"/>
              </a:ext>
            </a:extLst>
          </p:cNvPr>
          <p:cNvSpPr>
            <a:spLocks noGrp="1"/>
          </p:cNvSpPr>
          <p:nvPr>
            <p:ph type="body" sz="quarter" idx="15" hasCustomPrompt="1"/>
          </p:nvPr>
        </p:nvSpPr>
        <p:spPr>
          <a:xfrm>
            <a:off x="433389" y="6516592"/>
            <a:ext cx="9504000" cy="153888"/>
          </a:xfrm>
          <a:prstGeom prst="rect">
            <a:avLst/>
          </a:prstGeom>
        </p:spPr>
        <p:txBody>
          <a:bodyPr wrap="square" lIns="0" tIns="0" rIns="0" bIns="0" anchor="b" anchorCtr="0"/>
          <a:lstStyle>
            <a:lvl1pPr marL="0" indent="0" rtl="0">
              <a:spcBef>
                <a:spcPts val="0"/>
              </a:spcBef>
              <a:buNone/>
              <a:defRPr lang="en-GB" sz="900" dirty="0">
                <a:latin typeface="+mj-lt"/>
                <a:ea typeface="Roboto" pitchFamily="2" charset="0"/>
              </a:defRPr>
            </a:lvl1pPr>
            <a:lvl2pPr marL="196850" indent="0">
              <a:buNone/>
              <a:defRPr sz="900"/>
            </a:lvl2pPr>
            <a:lvl3pPr marL="406400" indent="0">
              <a:buNone/>
              <a:defRPr sz="900"/>
            </a:lvl3pPr>
            <a:lvl4pPr marL="588962" indent="0">
              <a:buNone/>
              <a:defRPr sz="1000"/>
            </a:lvl4pPr>
            <a:lvl5pPr marL="817562" indent="0">
              <a:buNone/>
              <a:defRPr sz="1000"/>
            </a:lvl5pPr>
          </a:lstStyle>
          <a:p>
            <a:pPr lvl="0"/>
            <a:r>
              <a:rPr lang="pt-BR" sz="1000">
                <a:latin typeface="+mj-lt"/>
              </a:rPr>
              <a:t>Fonte:</a:t>
            </a:r>
          </a:p>
        </p:txBody>
      </p:sp>
      <p:sp>
        <p:nvSpPr>
          <p:cNvPr id="8" name="Title 1">
            <a:extLst>
              <a:ext uri="{FF2B5EF4-FFF2-40B4-BE49-F238E27FC236}">
                <a16:creationId xmlns:a16="http://schemas.microsoft.com/office/drawing/2014/main" id="{781150FA-A33D-BB79-746C-0F81B4BC38F8}"/>
              </a:ext>
            </a:extLst>
          </p:cNvPr>
          <p:cNvSpPr>
            <a:spLocks noGrp="1"/>
          </p:cNvSpPr>
          <p:nvPr>
            <p:ph type="title"/>
          </p:nvPr>
        </p:nvSpPr>
        <p:spPr>
          <a:xfrm>
            <a:off x="736979" y="312999"/>
            <a:ext cx="11227479" cy="307777"/>
          </a:xfrm>
          <a:prstGeom prst="rect">
            <a:avLst/>
          </a:prstGeom>
        </p:spPr>
        <p:txBody>
          <a:bodyPr vert="horz" lIns="0" tIns="0" rIns="0" bIns="0" rtlCol="0" anchor="t" anchorCtr="0">
            <a:spAutoFit/>
          </a:bodyPr>
          <a:lstStyle>
            <a:lvl1pPr rtl="0">
              <a:defRPr lang="en-US" dirty="0"/>
            </a:lvl1pPr>
          </a:lstStyle>
          <a:p>
            <a:pPr marL="0" lvl="0"/>
            <a:r>
              <a:rPr lang="pt-BR"/>
              <a:t>Clique para editar o título Mestre</a:t>
            </a:r>
          </a:p>
        </p:txBody>
      </p:sp>
      <p:grpSp>
        <p:nvGrpSpPr>
          <p:cNvPr id="9" name="Google Shape;219;p29">
            <a:extLst>
              <a:ext uri="{FF2B5EF4-FFF2-40B4-BE49-F238E27FC236}">
                <a16:creationId xmlns:a16="http://schemas.microsoft.com/office/drawing/2014/main" id="{28F846D2-4C18-248D-31DD-25F5254C6673}"/>
              </a:ext>
            </a:extLst>
          </p:cNvPr>
          <p:cNvGrpSpPr/>
          <p:nvPr userDrawn="1"/>
        </p:nvGrpSpPr>
        <p:grpSpPr>
          <a:xfrm>
            <a:off x="0" y="0"/>
            <a:ext cx="1169662" cy="1231900"/>
            <a:chOff x="497750" y="2991250"/>
            <a:chExt cx="946654" cy="997025"/>
          </a:xfrm>
        </p:grpSpPr>
        <p:sp>
          <p:nvSpPr>
            <p:cNvPr id="11" name="Google Shape;220;p29">
              <a:extLst>
                <a:ext uri="{FF2B5EF4-FFF2-40B4-BE49-F238E27FC236}">
                  <a16:creationId xmlns:a16="http://schemas.microsoft.com/office/drawing/2014/main" id="{150DBFBB-5A76-8404-AC50-39C6B27EBA64}"/>
                </a:ext>
              </a:extLst>
            </p:cNvPr>
            <p:cNvSpPr/>
            <p:nvPr/>
          </p:nvSpPr>
          <p:spPr>
            <a:xfrm>
              <a:off x="497750" y="2994700"/>
              <a:ext cx="908975" cy="993575"/>
            </a:xfrm>
            <a:custGeom>
              <a:avLst/>
              <a:gdLst/>
              <a:ahLst/>
              <a:cxnLst/>
              <a:rect l="l" t="t" r="r" b="b"/>
              <a:pathLst>
                <a:path w="36359" h="39743" extrusionOk="0">
                  <a:moveTo>
                    <a:pt x="36359" y="0"/>
                  </a:moveTo>
                  <a:lnTo>
                    <a:pt x="36359" y="0"/>
                  </a:lnTo>
                  <a:cubicBezTo>
                    <a:pt x="18660" y="3018"/>
                    <a:pt x="6952" y="10976"/>
                    <a:pt x="1" y="17699"/>
                  </a:cubicBezTo>
                  <a:lnTo>
                    <a:pt x="1" y="39742"/>
                  </a:lnTo>
                  <a:cubicBezTo>
                    <a:pt x="1967" y="32013"/>
                    <a:pt x="9834" y="10473"/>
                    <a:pt x="363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pt-BR">
                <a:latin typeface="+mj-lt"/>
              </a:endParaRPr>
            </a:p>
          </p:txBody>
        </p:sp>
        <p:sp>
          <p:nvSpPr>
            <p:cNvPr id="15" name="Google Shape;221;p29">
              <a:extLst>
                <a:ext uri="{FF2B5EF4-FFF2-40B4-BE49-F238E27FC236}">
                  <a16:creationId xmlns:a16="http://schemas.microsoft.com/office/drawing/2014/main" id="{6FB65266-5149-0379-35AA-D06EE4F27BAB}"/>
                </a:ext>
              </a:extLst>
            </p:cNvPr>
            <p:cNvSpPr/>
            <p:nvPr/>
          </p:nvSpPr>
          <p:spPr>
            <a:xfrm>
              <a:off x="497750" y="2991250"/>
              <a:ext cx="946654" cy="454130"/>
            </a:xfrm>
            <a:custGeom>
              <a:avLst/>
              <a:gdLst/>
              <a:ahLst/>
              <a:cxnLst/>
              <a:rect l="l" t="t" r="r" b="b"/>
              <a:pathLst>
                <a:path w="37182" h="17837" extrusionOk="0">
                  <a:moveTo>
                    <a:pt x="1" y="1"/>
                  </a:moveTo>
                  <a:lnTo>
                    <a:pt x="1" y="17837"/>
                  </a:lnTo>
                  <a:cubicBezTo>
                    <a:pt x="6952" y="11114"/>
                    <a:pt x="18660" y="3156"/>
                    <a:pt x="36359" y="138"/>
                  </a:cubicBezTo>
                  <a:lnTo>
                    <a:pt x="37182" y="1"/>
                  </a:lnTo>
                  <a:close/>
                </a:path>
              </a:pathLst>
            </a:custGeom>
            <a:solidFill>
              <a:schemeClr val="tx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pt-BR">
                <a:latin typeface="+mj-lt"/>
              </a:endParaRPr>
            </a:p>
          </p:txBody>
        </p:sp>
      </p:grpSp>
      <p:sp>
        <p:nvSpPr>
          <p:cNvPr id="16" name="Slide Number">
            <a:extLst>
              <a:ext uri="{FF2B5EF4-FFF2-40B4-BE49-F238E27FC236}">
                <a16:creationId xmlns:a16="http://schemas.microsoft.com/office/drawing/2014/main" id="{4F978A3C-79DE-032D-E5BA-32E514EE1E72}"/>
              </a:ext>
            </a:extLst>
          </p:cNvPr>
          <p:cNvSpPr txBox="1">
            <a:spLocks/>
          </p:cNvSpPr>
          <p:nvPr userDrawn="1"/>
        </p:nvSpPr>
        <p:spPr>
          <a:xfrm>
            <a:off x="11718787" y="6527045"/>
            <a:ext cx="203582" cy="153888"/>
          </a:xfrm>
          <a:prstGeom prst="rect">
            <a:avLst/>
          </a:prstGeom>
        </p:spPr>
        <p:txBody>
          <a:bodyPr vert="horz" wrap="none" lIns="0" tIns="0" rIns="0" bIns="0" rtlCol="0" anchor="ctr">
            <a:spAutoFit/>
          </a:bodyPr>
          <a:lstStyle>
            <a:defPPr>
              <a:defRPr lang="en-US"/>
            </a:defPPr>
            <a:lvl1pPr>
              <a:defRPr sz="1000" baseline="0">
                <a:latin typeface="+mn-lt"/>
              </a:defRPr>
            </a:lvl1pPr>
          </a:lstStyle>
          <a:p>
            <a:pPr lvl="0" algn="r" rtl="0"/>
            <a:fld id="{42C328C1-A84F-4A39-A664-DBA00541A8C6}" type="slidenum">
              <a:rPr lang="pt-BR" smtClean="0">
                <a:latin typeface="+mj-lt"/>
                <a:ea typeface="Roboto" pitchFamily="2" charset="0"/>
              </a:rPr>
              <a:pPr lvl="0" algn="r" rtl="0"/>
              <a:t>‹#›</a:t>
            </a:fld>
            <a:endParaRPr lang="pt-BR">
              <a:latin typeface="+mj-lt"/>
              <a:ea typeface="Roboto" pitchFamily="2" charset="0"/>
            </a:endParaRPr>
          </a:p>
        </p:txBody>
      </p:sp>
      <p:pic>
        <p:nvPicPr>
          <p:cNvPr id="17" name="Graphic 16">
            <a:extLst>
              <a:ext uri="{FF2B5EF4-FFF2-40B4-BE49-F238E27FC236}">
                <a16:creationId xmlns:a16="http://schemas.microsoft.com/office/drawing/2014/main" id="{5F8EB849-7829-254E-F268-82D1B826262D}"/>
              </a:ext>
            </a:extLst>
          </p:cNvPr>
          <p:cNvPicPr>
            <a:picLocks noChangeAspect="1"/>
          </p:cNvPicPr>
          <p:nvPr userDrawn="1"/>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10127705" y="6297334"/>
            <a:ext cx="1261440" cy="504000"/>
          </a:xfrm>
          <a:prstGeom prst="rect">
            <a:avLst/>
          </a:prstGeom>
        </p:spPr>
      </p:pic>
    </p:spTree>
    <p:extLst>
      <p:ext uri="{BB962C8B-B14F-4D97-AF65-F5344CB8AC3E}">
        <p14:creationId xmlns:p14="http://schemas.microsoft.com/office/powerpoint/2010/main" val="29520599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9E0980AA-BCE6-4E26-8843-3669C15888DB}"/>
              </a:ext>
            </a:extLst>
          </p:cNvPr>
          <p:cNvGraphicFramePr>
            <a:graphicFrameLocks noChangeAspect="1"/>
          </p:cNvGraphicFramePr>
          <p:nvPr userDrawn="1">
            <p:custDataLst>
              <p:tags r:id="rId1"/>
            </p:custDataLst>
            <p:extLst>
              <p:ext uri="{D42A27DB-BD31-4B8C-83A1-F6EECF244321}">
                <p14:modId xmlns:p14="http://schemas.microsoft.com/office/powerpoint/2010/main" val="704736613"/>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Slide do think-cell" r:id="rId4" imgW="493" imgH="493" progId="TCLayout.ActiveDocument.1">
                  <p:embed/>
                </p:oleObj>
              </mc:Choice>
              <mc:Fallback>
                <p:oleObj name="Slide do think-cell" r:id="rId4" imgW="493" imgH="493" progId="TCLayout.ActiveDocument.1">
                  <p:embed/>
                  <p:pic>
                    <p:nvPicPr>
                      <p:cNvPr id="10" name="Object 9" hidden="1">
                        <a:extLst>
                          <a:ext uri="{FF2B5EF4-FFF2-40B4-BE49-F238E27FC236}">
                            <a16:creationId xmlns:a16="http://schemas.microsoft.com/office/drawing/2014/main" id="{9E0980AA-BCE6-4E26-8843-3669C15888DB}"/>
                          </a:ext>
                        </a:extLst>
                      </p:cNvPr>
                      <p:cNvPicPr/>
                      <p:nvPr/>
                    </p:nvPicPr>
                    <p:blipFill>
                      <a:blip r:embed="rId5"/>
                      <a:stretch>
                        <a:fillRect/>
                      </a:stretch>
                    </p:blipFill>
                    <p:spPr>
                      <a:xfrm>
                        <a:off x="2118" y="1589"/>
                        <a:ext cx="2116" cy="1587"/>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4FE804D7-7F22-4628-B31E-2AE601C042B1}"/>
              </a:ext>
            </a:extLst>
          </p:cNvPr>
          <p:cNvSpPr/>
          <p:nvPr userDrawn="1">
            <p:custDataLst>
              <p:tags r:id="rId2"/>
            </p:custDataLst>
          </p:nvPr>
        </p:nvSpPr>
        <p:spPr>
          <a:xfrm>
            <a:off x="0" y="0"/>
            <a:ext cx="158750" cy="158750"/>
          </a:xfrm>
          <a:prstGeom prst="rect">
            <a:avLst/>
          </a:prstGeom>
          <a:solidFill>
            <a:schemeClr val="accent2"/>
          </a:solidFill>
          <a:ln w="19050">
            <a:solidFill>
              <a:schemeClr val="accent2"/>
            </a:solidFill>
            <a:miter lim="400000"/>
          </a:ln>
          <a:effectLst/>
        </p:spPr>
        <p:txBody>
          <a:bodyPr wrap="none" lIns="0" tIns="0" rIns="0" bIns="0" numCol="1" spcCol="0" rtlCol="0" anchor="ctr" anchorCtr="0">
            <a:noAutofit/>
          </a:bodyPr>
          <a:lstStyle/>
          <a:p>
            <a:pPr marL="0" lvl="0" indent="0" algn="l" rtl="0"/>
            <a:endParaRPr kumimoji="0" lang="pt-BR" sz="2000" b="1" i="0" u="none" cap="none" baseline="0">
              <a:solidFill>
                <a:schemeClr val="bg1"/>
              </a:solidFill>
              <a:latin typeface="Arial" panose="020B0604020202020204" pitchFamily="34" charset="0"/>
              <a:ea typeface="+mj-ea"/>
              <a:cs typeface="+mj-cs"/>
              <a:sym typeface="Arial" panose="020B0604020202020204" pitchFamily="34" charset="0"/>
            </a:endParaRPr>
          </a:p>
        </p:txBody>
      </p:sp>
      <p:sp>
        <p:nvSpPr>
          <p:cNvPr id="4" name="Text Placeholder 4"/>
          <p:cNvSpPr>
            <a:spLocks noGrp="1"/>
          </p:cNvSpPr>
          <p:nvPr>
            <p:ph type="body" sz="quarter" idx="14" hasCustomPrompt="1"/>
          </p:nvPr>
        </p:nvSpPr>
        <p:spPr>
          <a:xfrm>
            <a:off x="233257" y="6513466"/>
            <a:ext cx="9696000" cy="153888"/>
          </a:xfrm>
        </p:spPr>
        <p:txBody>
          <a:bodyPr wrap="square" lIns="0" tIns="0" rIns="0" bIns="0" anchor="b" anchorCtr="0"/>
          <a:lstStyle>
            <a:lvl1pPr marL="0" indent="0" rtl="0">
              <a:spcBef>
                <a:spcPts val="0"/>
              </a:spcBef>
              <a:buNone/>
              <a:defRPr lang="en-GB" sz="900" dirty="0"/>
            </a:lvl1pPr>
            <a:lvl2pPr marL="196850" indent="0">
              <a:buNone/>
              <a:defRPr sz="900"/>
            </a:lvl2pPr>
            <a:lvl3pPr marL="406400" indent="0">
              <a:buNone/>
              <a:defRPr sz="900"/>
            </a:lvl3pPr>
            <a:lvl4pPr marL="588962" indent="0">
              <a:buNone/>
              <a:defRPr sz="1000"/>
            </a:lvl4pPr>
            <a:lvl5pPr marL="817562" indent="0">
              <a:buNone/>
              <a:defRPr sz="1000"/>
            </a:lvl5pPr>
          </a:lstStyle>
          <a:p>
            <a:pPr lvl="0"/>
            <a:r>
              <a:rPr lang="pt-BR" sz="1000">
                <a:latin typeface="+mj-lt"/>
              </a:rPr>
              <a:t>Fonte:</a:t>
            </a:r>
          </a:p>
        </p:txBody>
      </p:sp>
      <p:sp>
        <p:nvSpPr>
          <p:cNvPr id="8" name="Slide Number">
            <a:extLst>
              <a:ext uri="{FF2B5EF4-FFF2-40B4-BE49-F238E27FC236}">
                <a16:creationId xmlns:a16="http://schemas.microsoft.com/office/drawing/2014/main" id="{BC1B471D-CDE1-49E8-87EA-DEB421217265}"/>
              </a:ext>
            </a:extLst>
          </p:cNvPr>
          <p:cNvSpPr txBox="1">
            <a:spLocks/>
          </p:cNvSpPr>
          <p:nvPr userDrawn="1"/>
        </p:nvSpPr>
        <p:spPr>
          <a:xfrm>
            <a:off x="11718787" y="6513466"/>
            <a:ext cx="203582" cy="153888"/>
          </a:xfrm>
          <a:prstGeom prst="rect">
            <a:avLst/>
          </a:prstGeom>
        </p:spPr>
        <p:txBody>
          <a:bodyPr vert="horz" wrap="none" lIns="0" tIns="0" rIns="0" bIns="0" rtlCol="0" anchor="ctr">
            <a:spAutoFit/>
          </a:bodyPr>
          <a:lstStyle>
            <a:defPPr>
              <a:defRPr lang="en-US"/>
            </a:defPPr>
            <a:lvl1pPr>
              <a:defRPr sz="1000" baseline="0">
                <a:latin typeface="+mn-lt"/>
              </a:defRPr>
            </a:lvl1pPr>
          </a:lstStyle>
          <a:p>
            <a:pPr lvl="0" algn="r" rtl="0"/>
            <a:fld id="{42C328C1-A84F-4A39-A664-DBA00541A8C6}" type="slidenum">
              <a:rPr lang="pt-BR" smtClean="0"/>
              <a:pPr lvl="0" algn="r" rtl="0"/>
              <a:t>‹#›</a:t>
            </a:fld>
            <a:endParaRPr lang="pt-BR"/>
          </a:p>
        </p:txBody>
      </p:sp>
      <p:pic>
        <p:nvPicPr>
          <p:cNvPr id="9" name="Imagem 6">
            <a:extLst>
              <a:ext uri="{FF2B5EF4-FFF2-40B4-BE49-F238E27FC236}">
                <a16:creationId xmlns:a16="http://schemas.microsoft.com/office/drawing/2014/main" id="{D6C5BF70-0885-40D6-A44D-BB0674E90AB3}"/>
              </a:ext>
            </a:extLst>
          </p:cNvPr>
          <p:cNvPicPr>
            <a:picLocks noChangeAspect="1"/>
          </p:cNvPicPr>
          <p:nvPr userDrawn="1"/>
        </p:nvPicPr>
        <p:blipFill rotWithShape="1">
          <a:blip r:embed="rId6" cstate="email">
            <a:extLst>
              <a:ext uri="{28A0092B-C50C-407E-A947-70E740481C1C}">
                <a14:useLocalDpi xmlns:a14="http://schemas.microsoft.com/office/drawing/2010/main"/>
              </a:ext>
            </a:extLst>
          </a:blip>
          <a:srcRect/>
          <a:stretch/>
        </p:blipFill>
        <p:spPr>
          <a:xfrm>
            <a:off x="10294573" y="6491716"/>
            <a:ext cx="1197054" cy="198442"/>
          </a:xfrm>
          <a:prstGeom prst="rect">
            <a:avLst/>
          </a:prstGeom>
        </p:spPr>
      </p:pic>
      <p:sp>
        <p:nvSpPr>
          <p:cNvPr id="11" name="Title 1">
            <a:extLst>
              <a:ext uri="{FF2B5EF4-FFF2-40B4-BE49-F238E27FC236}">
                <a16:creationId xmlns:a16="http://schemas.microsoft.com/office/drawing/2014/main" id="{2419F900-E00F-40AF-9105-49B4B26BC53B}"/>
              </a:ext>
            </a:extLst>
          </p:cNvPr>
          <p:cNvSpPr>
            <a:spLocks noGrp="1"/>
          </p:cNvSpPr>
          <p:nvPr>
            <p:ph type="title"/>
          </p:nvPr>
        </p:nvSpPr>
        <p:spPr>
          <a:xfrm>
            <a:off x="478971" y="225177"/>
            <a:ext cx="11485488" cy="307777"/>
          </a:xfrm>
          <a:prstGeom prst="rect">
            <a:avLst/>
          </a:prstGeom>
        </p:spPr>
        <p:txBody>
          <a:bodyPr vert="horz" anchor="t"/>
          <a:lstStyle>
            <a:lvl1pPr rtl="0">
              <a:defRPr sz="2000"/>
            </a:lvl1pPr>
          </a:lstStyle>
          <a:p>
            <a:r>
              <a:rPr lang="pt-BR"/>
              <a:t>Clique para editar o título Mestre</a:t>
            </a:r>
          </a:p>
        </p:txBody>
      </p:sp>
      <p:sp>
        <p:nvSpPr>
          <p:cNvPr id="12" name="Rectangle 6">
            <a:extLst>
              <a:ext uri="{FF2B5EF4-FFF2-40B4-BE49-F238E27FC236}">
                <a16:creationId xmlns:a16="http://schemas.microsoft.com/office/drawing/2014/main" id="{1814DADB-949A-40DB-B8C0-E552BCFF9540}"/>
              </a:ext>
            </a:extLst>
          </p:cNvPr>
          <p:cNvSpPr/>
          <p:nvPr userDrawn="1"/>
        </p:nvSpPr>
        <p:spPr>
          <a:xfrm>
            <a:off x="-11183" y="249036"/>
            <a:ext cx="414837" cy="260059"/>
          </a:xfrm>
          <a:prstGeom prst="rect">
            <a:avLst/>
          </a:prstGeom>
          <a:solidFill>
            <a:srgbClr val="020E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pt-BR" sz="1800"/>
          </a:p>
        </p:txBody>
      </p:sp>
    </p:spTree>
    <p:extLst>
      <p:ext uri="{BB962C8B-B14F-4D97-AF65-F5344CB8AC3E}">
        <p14:creationId xmlns:p14="http://schemas.microsoft.com/office/powerpoint/2010/main" val="36938535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End Mirow">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9626B3C7-A3A2-C289-920E-59B8D67060CF}"/>
              </a:ext>
            </a:extLst>
          </p:cNvPr>
          <p:cNvGraphicFramePr>
            <a:graphicFrameLocks noChangeAspect="1"/>
          </p:cNvGraphicFramePr>
          <p:nvPr userDrawn="1">
            <p:custDataLst>
              <p:tags r:id="rId1"/>
            </p:custDataLst>
            <p:extLst>
              <p:ext uri="{D42A27DB-BD31-4B8C-83A1-F6EECF244321}">
                <p14:modId xmlns:p14="http://schemas.microsoft.com/office/powerpoint/2010/main" val="26711214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Slide do think-cell" r:id="rId3" imgW="493" imgH="493" progId="TCLayout.ActiveDocument.1">
                  <p:embed/>
                </p:oleObj>
              </mc:Choice>
              <mc:Fallback>
                <p:oleObj name="Slide do think-cell" r:id="rId3" imgW="493" imgH="493" progId="TCLayout.ActiveDocument.1">
                  <p:embed/>
                  <p:pic>
                    <p:nvPicPr>
                      <p:cNvPr id="2" name="Object 1" hidden="1">
                        <a:extLst>
                          <a:ext uri="{FF2B5EF4-FFF2-40B4-BE49-F238E27FC236}">
                            <a16:creationId xmlns:a16="http://schemas.microsoft.com/office/drawing/2014/main" id="{9626B3C7-A3A2-C289-920E-59B8D67060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Shape 1409">
            <a:extLst>
              <a:ext uri="{FF2B5EF4-FFF2-40B4-BE49-F238E27FC236}">
                <a16:creationId xmlns:a16="http://schemas.microsoft.com/office/drawing/2014/main" id="{1383137A-3973-DF43-A1FE-0FFA0345E943}"/>
              </a:ext>
            </a:extLst>
          </p:cNvPr>
          <p:cNvSpPr/>
          <p:nvPr userDrawn="1"/>
        </p:nvSpPr>
        <p:spPr>
          <a:xfrm>
            <a:off x="0" y="0"/>
            <a:ext cx="12192000" cy="6858000"/>
          </a:xfrm>
          <a:prstGeom prst="rect">
            <a:avLst/>
          </a:prstGeom>
          <a:solidFill>
            <a:srgbClr val="020E66"/>
          </a:solidFill>
          <a:ln w="12700">
            <a:miter lim="400000"/>
          </a:ln>
        </p:spPr>
        <p:txBody>
          <a:bodyPr lIns="0" tIns="0" rIns="0" bIns="0" anchor="ctr"/>
          <a:lstStyle/>
          <a:p>
            <a:pPr lvl="0" rtl="0" eaLnBrk="1">
              <a:defRPr sz="3200"/>
            </a:pPr>
            <a:endParaRPr lang="pt-BR" sz="3200"/>
          </a:p>
        </p:txBody>
      </p:sp>
      <p:pic>
        <p:nvPicPr>
          <p:cNvPr id="5" name="Graphic 27">
            <a:extLst>
              <a:ext uri="{FF2B5EF4-FFF2-40B4-BE49-F238E27FC236}">
                <a16:creationId xmlns:a16="http://schemas.microsoft.com/office/drawing/2014/main" id="{8FB61755-FC37-B02B-8248-42FC7EC56D55}"/>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3676195" y="2464385"/>
            <a:ext cx="4839611" cy="1929231"/>
          </a:xfrm>
          <a:prstGeom prst="rect">
            <a:avLst/>
          </a:prstGeom>
        </p:spPr>
      </p:pic>
    </p:spTree>
    <p:extLst>
      <p:ext uri="{BB962C8B-B14F-4D97-AF65-F5344CB8AC3E}">
        <p14:creationId xmlns:p14="http://schemas.microsoft.com/office/powerpoint/2010/main" val="1259748666"/>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ítulo 1">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1"/>
            </p:custDataLst>
            <p:extLst>
              <p:ext uri="{D42A27DB-BD31-4B8C-83A1-F6EECF244321}">
                <p14:modId xmlns:p14="http://schemas.microsoft.com/office/powerpoint/2010/main" val="3797763080"/>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Slide do think-cell" r:id="rId4" imgW="270" imgH="270" progId="TCLayout.ActiveDocument.1">
                  <p:embed/>
                </p:oleObj>
              </mc:Choice>
              <mc:Fallback>
                <p:oleObj name="Slide do think-cell" r:id="rId4" imgW="270" imgH="270" progId="TCLayout.ActiveDocument.1">
                  <p:embed/>
                  <p:pic>
                    <p:nvPicPr>
                      <p:cNvPr id="3" name="Object 2" hidden="1"/>
                      <p:cNvPicPr/>
                      <p:nvPr/>
                    </p:nvPicPr>
                    <p:blipFill>
                      <a:blip r:embed="rId5"/>
                      <a:stretch>
                        <a:fillRect/>
                      </a:stretch>
                    </p:blipFill>
                    <p:spPr>
                      <a:xfrm>
                        <a:off x="2118" y="1589"/>
                        <a:ext cx="2116" cy="1587"/>
                      </a:xfrm>
                      <a:prstGeom prst="rect">
                        <a:avLst/>
                      </a:prstGeom>
                    </p:spPr>
                  </p:pic>
                </p:oleObj>
              </mc:Fallback>
            </mc:AlternateContent>
          </a:graphicData>
        </a:graphic>
      </p:graphicFrame>
      <p:pic>
        <p:nvPicPr>
          <p:cNvPr id="21" name="Picture 20">
            <a:extLst>
              <a:ext uri="{FF2B5EF4-FFF2-40B4-BE49-F238E27FC236}">
                <a16:creationId xmlns:a16="http://schemas.microsoft.com/office/drawing/2014/main" id="{340FFB12-DCFD-44D0-87DF-887790298A2D}"/>
              </a:ext>
            </a:extLst>
          </p:cNvPr>
          <p:cNvPicPr>
            <a:picLocks noChangeAspect="1"/>
          </p:cNvPicPr>
          <p:nvPr userDrawn="1"/>
        </p:nvPicPr>
        <p:blipFill rotWithShape="1">
          <a:blip r:embed="rId6" cstate="email">
            <a:extLst>
              <a:ext uri="{28A0092B-C50C-407E-A947-70E740481C1C}">
                <a14:useLocalDpi xmlns:a14="http://schemas.microsoft.com/office/drawing/2010/main"/>
              </a:ext>
            </a:extLst>
          </a:blip>
          <a:srcRect/>
          <a:stretch/>
        </p:blipFill>
        <p:spPr>
          <a:xfrm>
            <a:off x="0" y="0"/>
            <a:ext cx="12192000" cy="2636520"/>
          </a:xfrm>
          <a:custGeom>
            <a:avLst/>
            <a:gdLst>
              <a:gd name="connsiteX0" fmla="*/ 0 w 12192000"/>
              <a:gd name="connsiteY0" fmla="*/ 0 h 2636520"/>
              <a:gd name="connsiteX1" fmla="*/ 12192000 w 12192000"/>
              <a:gd name="connsiteY1" fmla="*/ 0 h 2636520"/>
              <a:gd name="connsiteX2" fmla="*/ 12192000 w 12192000"/>
              <a:gd name="connsiteY2" fmla="*/ 2636520 h 2636520"/>
              <a:gd name="connsiteX3" fmla="*/ 0 w 12192000"/>
              <a:gd name="connsiteY3" fmla="*/ 2636520 h 2636520"/>
            </a:gdLst>
            <a:ahLst/>
            <a:cxnLst>
              <a:cxn ang="0">
                <a:pos x="connsiteX0" y="connsiteY0"/>
              </a:cxn>
              <a:cxn ang="0">
                <a:pos x="connsiteX1" y="connsiteY1"/>
              </a:cxn>
              <a:cxn ang="0">
                <a:pos x="connsiteX2" y="connsiteY2"/>
              </a:cxn>
              <a:cxn ang="0">
                <a:pos x="connsiteX3" y="connsiteY3"/>
              </a:cxn>
            </a:cxnLst>
            <a:rect l="l" t="t" r="r" b="b"/>
            <a:pathLst>
              <a:path w="12192000" h="2636520">
                <a:moveTo>
                  <a:pt x="0" y="0"/>
                </a:moveTo>
                <a:lnTo>
                  <a:pt x="12192000" y="0"/>
                </a:lnTo>
                <a:lnTo>
                  <a:pt x="12192000" y="2636520"/>
                </a:lnTo>
                <a:lnTo>
                  <a:pt x="0" y="2636520"/>
                </a:lnTo>
                <a:close/>
              </a:path>
            </a:pathLst>
          </a:custGeom>
        </p:spPr>
      </p:pic>
      <p:sp>
        <p:nvSpPr>
          <p:cNvPr id="18" name="Rectangle 17">
            <a:extLst>
              <a:ext uri="{FF2B5EF4-FFF2-40B4-BE49-F238E27FC236}">
                <a16:creationId xmlns:a16="http://schemas.microsoft.com/office/drawing/2014/main" id="{8D6E01A7-3988-46A3-B217-1A4C7CD16058}"/>
              </a:ext>
            </a:extLst>
          </p:cNvPr>
          <p:cNvSpPr/>
          <p:nvPr userDrawn="1"/>
        </p:nvSpPr>
        <p:spPr>
          <a:xfrm>
            <a:off x="0" y="0"/>
            <a:ext cx="12192000" cy="2636520"/>
          </a:xfrm>
          <a:prstGeom prst="rect">
            <a:avLst/>
          </a:prstGeom>
          <a:solidFill>
            <a:srgbClr val="020E66">
              <a:alpha val="69804"/>
            </a:srgbClr>
          </a:solidFill>
          <a:ln w="19050">
            <a:noFill/>
            <a:miter lim="400000"/>
          </a:ln>
          <a:effectLst/>
        </p:spPr>
        <p:txBody>
          <a:bodyPr lIns="108000" tIns="72000" rIns="108000" bIns="72000" rtlCol="0" anchor="ctr"/>
          <a:lstStyle/>
          <a:p>
            <a:pPr algn="l"/>
            <a:endParaRPr lang="en-US" sz="1400" err="1">
              <a:solidFill>
                <a:schemeClr val="bg1"/>
              </a:solidFill>
            </a:endParaRPr>
          </a:p>
        </p:txBody>
      </p:sp>
      <p:sp>
        <p:nvSpPr>
          <p:cNvPr id="2" name="Rectangle 1" hidden="1">
            <a:extLst>
              <a:ext uri="{FF2B5EF4-FFF2-40B4-BE49-F238E27FC236}">
                <a16:creationId xmlns:a16="http://schemas.microsoft.com/office/drawing/2014/main" id="{A844580B-E44C-4C02-B1B1-A68E777D154D}"/>
              </a:ext>
            </a:extLst>
          </p:cNvPr>
          <p:cNvSpPr/>
          <p:nvPr userDrawn="1">
            <p:custDataLst>
              <p:tags r:id="rId2"/>
            </p:custDataLst>
          </p:nvPr>
        </p:nvSpPr>
        <p:spPr>
          <a:xfrm>
            <a:off x="0" y="0"/>
            <a:ext cx="158750" cy="158750"/>
          </a:xfrm>
          <a:prstGeom prst="rect">
            <a:avLst/>
          </a:prstGeom>
          <a:solidFill>
            <a:schemeClr val="accent2"/>
          </a:solidFill>
          <a:ln w="19050">
            <a:solidFill>
              <a:schemeClr val="accent2"/>
            </a:solidFill>
            <a:miter lim="400000"/>
          </a:ln>
          <a:effectLst/>
        </p:spPr>
        <p:txBody>
          <a:bodyPr wrap="none" lIns="0" tIns="0" rIns="0" bIns="0" numCol="1" spcCol="0" rtlCol="0" anchor="ctr" anchorCtr="0">
            <a:noAutofit/>
          </a:bodyPr>
          <a:lstStyle/>
          <a:p>
            <a:pPr marL="0" lvl="0" indent="0" algn="l"/>
            <a:endParaRPr lang="pt-BR" sz="20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10" name="TextBox 12"/>
          <p:cNvSpPr txBox="1"/>
          <p:nvPr/>
        </p:nvSpPr>
        <p:spPr>
          <a:xfrm>
            <a:off x="4699231" y="6367447"/>
            <a:ext cx="7006541" cy="307777"/>
          </a:xfrm>
          <a:prstGeom prst="rect">
            <a:avLst/>
          </a:prstGeom>
          <a:noFill/>
        </p:spPr>
        <p:txBody>
          <a:bodyPr wrap="square" lIns="0" tIns="0" rIns="0" bIns="0" rtlCol="0" anchor="ctr" anchorCtr="0">
            <a:spAutoFit/>
          </a:bodyPr>
          <a:lstStyle/>
          <a:p>
            <a:pPr algn="l" eaLnBrk="0" hangingPunct="0"/>
            <a:r>
              <a:rPr lang="pt-BR" sz="1000">
                <a:solidFill>
                  <a:schemeClr val="bg1">
                    <a:lumMod val="50000"/>
                  </a:schemeClr>
                </a:solidFill>
                <a:latin typeface="+mn-lt"/>
                <a:ea typeface="MS PGothic"/>
                <a:cs typeface="MS PGothic"/>
              </a:rPr>
              <a:t>This document is solely for client use. No part of it may be circulated, quoted, or reproduced for distribution outside the organization without prior written approval from Mirow &amp; Co.</a:t>
            </a:r>
          </a:p>
        </p:txBody>
      </p:sp>
      <p:sp>
        <p:nvSpPr>
          <p:cNvPr id="8" name="Text Placeholder 16">
            <a:extLst>
              <a:ext uri="{FF2B5EF4-FFF2-40B4-BE49-F238E27FC236}">
                <a16:creationId xmlns:a16="http://schemas.microsoft.com/office/drawing/2014/main" id="{826EA26D-EE90-4940-8EB9-A992432E62A2}"/>
              </a:ext>
            </a:extLst>
          </p:cNvPr>
          <p:cNvSpPr>
            <a:spLocks noGrp="1"/>
          </p:cNvSpPr>
          <p:nvPr>
            <p:ph type="body" sz="quarter" idx="11"/>
          </p:nvPr>
        </p:nvSpPr>
        <p:spPr>
          <a:xfrm>
            <a:off x="750645" y="5363972"/>
            <a:ext cx="9510184" cy="215444"/>
          </a:xfrm>
        </p:spPr>
        <p:txBody>
          <a:bodyPr/>
          <a:lstStyle/>
          <a:p>
            <a:pPr lvl="0"/>
            <a:r>
              <a:rPr lang="pt-BR"/>
              <a:t>Click to edit Master text styles</a:t>
            </a:r>
          </a:p>
        </p:txBody>
      </p:sp>
      <p:sp>
        <p:nvSpPr>
          <p:cNvPr id="13" name="Rectangle 12">
            <a:extLst>
              <a:ext uri="{FF2B5EF4-FFF2-40B4-BE49-F238E27FC236}">
                <a16:creationId xmlns:a16="http://schemas.microsoft.com/office/drawing/2014/main" id="{B5B7A914-32BF-411C-B723-16D28470D6FA}"/>
              </a:ext>
            </a:extLst>
          </p:cNvPr>
          <p:cNvSpPr/>
          <p:nvPr userDrawn="1"/>
        </p:nvSpPr>
        <p:spPr>
          <a:xfrm>
            <a:off x="0" y="2636520"/>
            <a:ext cx="12192000" cy="740228"/>
          </a:xfrm>
          <a:prstGeom prst="rect">
            <a:avLst/>
          </a:prstGeom>
          <a:solidFill>
            <a:schemeClr val="tx2"/>
          </a:solidFill>
          <a:ln w="19050">
            <a:noFill/>
            <a:miter lim="400000"/>
          </a:ln>
          <a:effectLst/>
        </p:spPr>
        <p:txBody>
          <a:bodyPr lIns="108000" tIns="72000" rIns="108000" bIns="72000" rtlCol="0" anchor="ctr"/>
          <a:lstStyle/>
          <a:p>
            <a:pPr algn="l"/>
            <a:endParaRPr lang="en-US" sz="1400" err="1">
              <a:solidFill>
                <a:schemeClr val="bg1"/>
              </a:solidFill>
            </a:endParaRPr>
          </a:p>
        </p:txBody>
      </p:sp>
      <p:cxnSp>
        <p:nvCxnSpPr>
          <p:cNvPr id="9" name="Straight Connector 8">
            <a:extLst>
              <a:ext uri="{FF2B5EF4-FFF2-40B4-BE49-F238E27FC236}">
                <a16:creationId xmlns:a16="http://schemas.microsoft.com/office/drawing/2014/main" id="{C3A92F82-CE89-44A2-9D3F-8FAF05EB07DB}"/>
              </a:ext>
            </a:extLst>
          </p:cNvPr>
          <p:cNvCxnSpPr>
            <a:cxnSpLocks/>
          </p:cNvCxnSpPr>
          <p:nvPr userDrawn="1"/>
        </p:nvCxnSpPr>
        <p:spPr>
          <a:xfrm>
            <a:off x="486229" y="6226629"/>
            <a:ext cx="11219543"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4" name="Rectangle 1027"/>
          <p:cNvSpPr>
            <a:spLocks noGrp="1" noChangeArrowheads="1"/>
          </p:cNvSpPr>
          <p:nvPr>
            <p:ph type="subTitle" idx="1"/>
          </p:nvPr>
        </p:nvSpPr>
        <p:spPr>
          <a:xfrm>
            <a:off x="753532" y="2883524"/>
            <a:ext cx="10684936" cy="246221"/>
          </a:xfr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2"/>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a:defRPr lang="pt-BR" sz="1600" b="0" baseline="0" noProof="0" dirty="0" smtClean="0">
                <a:solidFill>
                  <a:schemeClr val="accent2"/>
                </a:solidFill>
                <a:latin typeface="+mj-lt"/>
                <a:ea typeface="+mj-ea"/>
                <a:cs typeface="+mj-cs"/>
              </a:defRPr>
            </a:lvl1pPr>
          </a:lstStyle>
          <a:p>
            <a:pPr lvl="0" defTabSz="913526" fontAlgn="base">
              <a:spcBef>
                <a:spcPct val="0"/>
              </a:spcBef>
              <a:spcAft>
                <a:spcPct val="0"/>
              </a:spcAft>
              <a:tabLst>
                <a:tab pos="275353" algn="l"/>
              </a:tabLst>
            </a:pPr>
            <a:r>
              <a:rPr lang="pt-BR" noProof="0"/>
              <a:t>Click to edit Master subtitle style</a:t>
            </a:r>
          </a:p>
        </p:txBody>
      </p:sp>
      <p:sp>
        <p:nvSpPr>
          <p:cNvPr id="16" name="Title 15">
            <a:extLst>
              <a:ext uri="{FF2B5EF4-FFF2-40B4-BE49-F238E27FC236}">
                <a16:creationId xmlns:a16="http://schemas.microsoft.com/office/drawing/2014/main" id="{0539B138-CABA-B14B-BD56-8A1FDAE5E785}"/>
              </a:ext>
            </a:extLst>
          </p:cNvPr>
          <p:cNvSpPr>
            <a:spLocks noGrp="1"/>
          </p:cNvSpPr>
          <p:nvPr>
            <p:ph type="title"/>
          </p:nvPr>
        </p:nvSpPr>
        <p:spPr>
          <a:xfrm>
            <a:off x="753532" y="2113162"/>
            <a:ext cx="10684936" cy="307777"/>
          </a:xfrm>
          <a:noFill/>
          <a:ln>
            <a:noFill/>
          </a:ln>
          <a:effectLst/>
        </p:spPr>
        <p:txBody>
          <a:bodyPr vert="horz" wrap="square" lIns="0" tIns="0" rIns="0" bIns="0" numCol="1" rtlCol="0" anchor="b" anchorCtr="0" compatLnSpc="1">
            <a:prstTxWarp prst="textNoShape">
              <a:avLst/>
            </a:prstTxWarp>
            <a:spAutoFit/>
          </a:bodyPr>
          <a:lstStyle>
            <a:lvl1pPr>
              <a:defRPr lang="en-US">
                <a:solidFill>
                  <a:schemeClr val="bg1"/>
                </a:solidFill>
              </a:defRPr>
            </a:lvl1pPr>
          </a:lstStyle>
          <a:p>
            <a:pPr marL="0" lvl="0" defTabSz="913526" fontAlgn="base">
              <a:spcAft>
                <a:spcPct val="0"/>
              </a:spcAft>
              <a:tabLst>
                <a:tab pos="275353" algn="l"/>
              </a:tabLst>
            </a:pPr>
            <a:r>
              <a:rPr lang="pt-BR"/>
              <a:t>Click to edit Master title style</a:t>
            </a:r>
          </a:p>
        </p:txBody>
      </p:sp>
      <p:pic>
        <p:nvPicPr>
          <p:cNvPr id="6" name="Picture 5">
            <a:extLst>
              <a:ext uri="{FF2B5EF4-FFF2-40B4-BE49-F238E27FC236}">
                <a16:creationId xmlns:a16="http://schemas.microsoft.com/office/drawing/2014/main" id="{E7729BDC-0289-47EF-B466-98842CDC2823}"/>
              </a:ext>
            </a:extLst>
          </p:cNvPr>
          <p:cNvPicPr>
            <a:picLocks noChangeAspect="1"/>
          </p:cNvPicPr>
          <p:nvPr userDrawn="1"/>
        </p:nvPicPr>
        <p:blipFill>
          <a:blip r:embed="rId7" cstate="email">
            <a:extLst>
              <a:ext uri="{28A0092B-C50C-407E-A947-70E740481C1C}">
                <a14:useLocalDpi xmlns:a14="http://schemas.microsoft.com/office/drawing/2010/main"/>
              </a:ext>
            </a:extLst>
          </a:blip>
          <a:stretch>
            <a:fillRect/>
          </a:stretch>
        </p:blipFill>
        <p:spPr>
          <a:xfrm>
            <a:off x="643768" y="6484069"/>
            <a:ext cx="2064264" cy="191155"/>
          </a:xfrm>
          <a:prstGeom prst="rect">
            <a:avLst/>
          </a:prstGeom>
        </p:spPr>
      </p:pic>
    </p:spTree>
    <p:extLst>
      <p:ext uri="{BB962C8B-B14F-4D97-AF65-F5344CB8AC3E}">
        <p14:creationId xmlns:p14="http://schemas.microsoft.com/office/powerpoint/2010/main" val="1172869149"/>
      </p:ext>
    </p:extLst>
  </p:cSld>
  <p:clrMapOvr>
    <a:masterClrMapping/>
  </p:clrMapOvr>
  <p:extLst>
    <p:ext uri="{DCECCB84-F9BA-43D5-87BE-67443E8EF086}">
      <p15:sldGuideLst xmlns:p15="http://schemas.microsoft.com/office/powerpoint/2012/main">
        <p15:guide id="1" orient="horz" pos="1525">
          <p15:clr>
            <a:srgbClr val="FBAE40"/>
          </p15:clr>
        </p15:guide>
        <p15:guide id="2"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9E0980AA-BCE6-4E26-8843-3669C15888DB}"/>
              </a:ext>
            </a:extLst>
          </p:cNvPr>
          <p:cNvGraphicFramePr>
            <a:graphicFrameLocks noChangeAspect="1"/>
          </p:cNvGraphicFramePr>
          <p:nvPr userDrawn="1">
            <p:custDataLst>
              <p:tags r:id="rId1"/>
            </p:custDataLst>
            <p:extLst>
              <p:ext uri="{D42A27DB-BD31-4B8C-83A1-F6EECF244321}">
                <p14:modId xmlns:p14="http://schemas.microsoft.com/office/powerpoint/2010/main" val="2950122922"/>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Slide do think-cell" r:id="rId4" imgW="493" imgH="493" progId="TCLayout.ActiveDocument.1">
                  <p:embed/>
                </p:oleObj>
              </mc:Choice>
              <mc:Fallback>
                <p:oleObj name="Slide do think-cell" r:id="rId4" imgW="493" imgH="493" progId="TCLayout.ActiveDocument.1">
                  <p:embed/>
                  <p:pic>
                    <p:nvPicPr>
                      <p:cNvPr id="10" name="Object 9" hidden="1">
                        <a:extLst>
                          <a:ext uri="{FF2B5EF4-FFF2-40B4-BE49-F238E27FC236}">
                            <a16:creationId xmlns:a16="http://schemas.microsoft.com/office/drawing/2014/main" id="{9E0980AA-BCE6-4E26-8843-3669C15888DB}"/>
                          </a:ext>
                        </a:extLst>
                      </p:cNvPr>
                      <p:cNvPicPr/>
                      <p:nvPr/>
                    </p:nvPicPr>
                    <p:blipFill>
                      <a:blip r:embed="rId5"/>
                      <a:stretch>
                        <a:fillRect/>
                      </a:stretch>
                    </p:blipFill>
                    <p:spPr>
                      <a:xfrm>
                        <a:off x="2118" y="1589"/>
                        <a:ext cx="2116" cy="1587"/>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4FE804D7-7F22-4628-B31E-2AE601C042B1}"/>
              </a:ext>
            </a:extLst>
          </p:cNvPr>
          <p:cNvSpPr/>
          <p:nvPr userDrawn="1">
            <p:custDataLst>
              <p:tags r:id="rId2"/>
            </p:custDataLst>
          </p:nvPr>
        </p:nvSpPr>
        <p:spPr>
          <a:xfrm>
            <a:off x="0" y="0"/>
            <a:ext cx="158750" cy="158750"/>
          </a:xfrm>
          <a:prstGeom prst="rect">
            <a:avLst/>
          </a:prstGeom>
          <a:solidFill>
            <a:schemeClr val="accent2"/>
          </a:solidFill>
          <a:ln w="19050">
            <a:solidFill>
              <a:schemeClr val="accent2"/>
            </a:solidFill>
            <a:miter lim="400000"/>
          </a:ln>
          <a:effectLst/>
        </p:spPr>
        <p:txBody>
          <a:bodyPr wrap="none" lIns="0" tIns="0" rIns="0" bIns="0" numCol="1" spcCol="0" rtlCol="0" anchor="ctr" anchorCtr="0">
            <a:noAutofit/>
          </a:bodyPr>
          <a:lstStyle/>
          <a:p>
            <a:pPr marL="0" lvl="0" indent="0" algn="l" rtl="0"/>
            <a:endParaRPr kumimoji="0" lang="pt-BR" sz="2000" b="1" i="0" u="none" cap="none" baseline="0">
              <a:solidFill>
                <a:schemeClr val="bg1"/>
              </a:solidFill>
              <a:latin typeface="Arial" panose="020B0604020202020204" pitchFamily="34" charset="0"/>
              <a:ea typeface="+mj-ea"/>
              <a:cs typeface="+mj-cs"/>
              <a:sym typeface="Arial" panose="020B0604020202020204" pitchFamily="34" charset="0"/>
            </a:endParaRPr>
          </a:p>
        </p:txBody>
      </p:sp>
      <p:sp>
        <p:nvSpPr>
          <p:cNvPr id="4" name="Text Placeholder 4"/>
          <p:cNvSpPr>
            <a:spLocks noGrp="1"/>
          </p:cNvSpPr>
          <p:nvPr>
            <p:ph type="body" sz="quarter" idx="14" hasCustomPrompt="1"/>
          </p:nvPr>
        </p:nvSpPr>
        <p:spPr>
          <a:xfrm>
            <a:off x="233257" y="6513466"/>
            <a:ext cx="9696000" cy="153888"/>
          </a:xfrm>
        </p:spPr>
        <p:txBody>
          <a:bodyPr wrap="square" lIns="0" tIns="0" rIns="0" bIns="0" anchor="b" anchorCtr="0"/>
          <a:lstStyle>
            <a:lvl1pPr marL="0" indent="0">
              <a:spcBef>
                <a:spcPts val="0"/>
              </a:spcBef>
              <a:buNone/>
              <a:defRPr lang="en-GB" sz="900" dirty="0"/>
            </a:lvl1pPr>
            <a:lvl2pPr marL="196850" indent="0">
              <a:buNone/>
              <a:defRPr sz="900"/>
            </a:lvl2pPr>
            <a:lvl3pPr marL="406400" indent="0">
              <a:buNone/>
              <a:defRPr sz="900"/>
            </a:lvl3pPr>
            <a:lvl4pPr marL="588962" indent="0">
              <a:buNone/>
              <a:defRPr sz="1000"/>
            </a:lvl4pPr>
            <a:lvl5pPr marL="817562" indent="0">
              <a:buNone/>
              <a:defRPr sz="1000"/>
            </a:lvl5pPr>
          </a:lstStyle>
          <a:p>
            <a:pPr lvl="0"/>
            <a:r>
              <a:rPr lang="pt-BR" sz="1000">
                <a:latin typeface="+mj-lt"/>
              </a:rPr>
              <a:t>Fonte:</a:t>
            </a:r>
          </a:p>
        </p:txBody>
      </p:sp>
      <p:sp>
        <p:nvSpPr>
          <p:cNvPr id="11" name="Title 1">
            <a:extLst>
              <a:ext uri="{FF2B5EF4-FFF2-40B4-BE49-F238E27FC236}">
                <a16:creationId xmlns:a16="http://schemas.microsoft.com/office/drawing/2014/main" id="{2419F900-E00F-40AF-9105-49B4B26BC53B}"/>
              </a:ext>
            </a:extLst>
          </p:cNvPr>
          <p:cNvSpPr>
            <a:spLocks noGrp="1"/>
          </p:cNvSpPr>
          <p:nvPr>
            <p:ph type="title" hasCustomPrompt="1"/>
          </p:nvPr>
        </p:nvSpPr>
        <p:spPr>
          <a:xfrm>
            <a:off x="478971" y="225177"/>
            <a:ext cx="11485488" cy="307777"/>
          </a:xfrm>
          <a:prstGeom prst="rect">
            <a:avLst/>
          </a:prstGeom>
        </p:spPr>
        <p:txBody>
          <a:bodyPr anchor="t"/>
          <a:lstStyle>
            <a:lvl1pPr>
              <a:defRPr sz="2000"/>
            </a:lvl1pPr>
          </a:lstStyle>
          <a:p>
            <a:r>
              <a:rPr lang="pt-BR"/>
              <a:t>Clique para editar o título Mestre</a:t>
            </a:r>
            <a:endParaRPr lang="en-US"/>
          </a:p>
        </p:txBody>
      </p:sp>
      <p:sp>
        <p:nvSpPr>
          <p:cNvPr id="12" name="Rectangle 6">
            <a:extLst>
              <a:ext uri="{FF2B5EF4-FFF2-40B4-BE49-F238E27FC236}">
                <a16:creationId xmlns:a16="http://schemas.microsoft.com/office/drawing/2014/main" id="{1814DADB-949A-40DB-B8C0-E552BCFF9540}"/>
              </a:ext>
            </a:extLst>
          </p:cNvPr>
          <p:cNvSpPr/>
          <p:nvPr userDrawn="1"/>
        </p:nvSpPr>
        <p:spPr>
          <a:xfrm>
            <a:off x="-11183" y="249036"/>
            <a:ext cx="414837" cy="260059"/>
          </a:xfrm>
          <a:prstGeom prst="rect">
            <a:avLst/>
          </a:prstGeom>
          <a:solidFill>
            <a:srgbClr val="020E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800"/>
          </a:p>
        </p:txBody>
      </p:sp>
      <p:sp>
        <p:nvSpPr>
          <p:cNvPr id="9" name="Slide Number">
            <a:extLst>
              <a:ext uri="{FF2B5EF4-FFF2-40B4-BE49-F238E27FC236}">
                <a16:creationId xmlns:a16="http://schemas.microsoft.com/office/drawing/2014/main" id="{23103F81-B14E-4916-9CD7-81A586AAAC7A}"/>
              </a:ext>
            </a:extLst>
          </p:cNvPr>
          <p:cNvSpPr txBox="1">
            <a:spLocks/>
          </p:cNvSpPr>
          <p:nvPr userDrawn="1"/>
        </p:nvSpPr>
        <p:spPr>
          <a:xfrm>
            <a:off x="11762075" y="6535825"/>
            <a:ext cx="160294" cy="157014"/>
          </a:xfrm>
          <a:prstGeom prst="rect">
            <a:avLst/>
          </a:prstGeom>
        </p:spPr>
        <p:txBody>
          <a:bodyPr vert="horz" wrap="none" lIns="0" tIns="0" rIns="0" bIns="0" rtlCol="0" anchor="ctr">
            <a:spAutoFit/>
          </a:bodyPr>
          <a:lstStyle>
            <a:defPPr>
              <a:defRPr lang="en-US"/>
            </a:defPPr>
            <a:lvl1pPr>
              <a:defRPr sz="1000" baseline="0">
                <a:latin typeface="+mn-lt"/>
              </a:defRPr>
            </a:lvl1pPr>
          </a:lstStyle>
          <a:p>
            <a:pPr lvl="0" algn="r"/>
            <a:fld id="{42C328C1-A84F-4A39-A664-DBA00541A8C6}" type="slidenum">
              <a:rPr lang="pt-BR" smtClean="0"/>
              <a:pPr lvl="0" algn="r"/>
              <a:t>‹#›</a:t>
            </a:fld>
            <a:endParaRPr lang="pt-BR"/>
          </a:p>
        </p:txBody>
      </p:sp>
      <p:pic>
        <p:nvPicPr>
          <p:cNvPr id="14" name="Picture 13">
            <a:extLst>
              <a:ext uri="{FF2B5EF4-FFF2-40B4-BE49-F238E27FC236}">
                <a16:creationId xmlns:a16="http://schemas.microsoft.com/office/drawing/2014/main" id="{8A8FD761-E51B-404F-8812-D39F22BA9829}"/>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10248066" y="6582161"/>
            <a:ext cx="1195200" cy="110678"/>
          </a:xfrm>
          <a:prstGeom prst="rect">
            <a:avLst/>
          </a:prstGeom>
        </p:spPr>
      </p:pic>
    </p:spTree>
    <p:extLst>
      <p:ext uri="{BB962C8B-B14F-4D97-AF65-F5344CB8AC3E}">
        <p14:creationId xmlns:p14="http://schemas.microsoft.com/office/powerpoint/2010/main" val="335478094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8180B629-976D-4310-AF32-6BCD0E8DE5B5}"/>
              </a:ext>
            </a:extLst>
          </p:cNvPr>
          <p:cNvGraphicFramePr>
            <a:graphicFrameLocks noChangeAspect="1"/>
          </p:cNvGraphicFramePr>
          <p:nvPr userDrawn="1">
            <p:custDataLst>
              <p:tags r:id="rId1"/>
            </p:custDataLst>
            <p:extLst>
              <p:ext uri="{D42A27DB-BD31-4B8C-83A1-F6EECF244321}">
                <p14:modId xmlns:p14="http://schemas.microsoft.com/office/powerpoint/2010/main" val="135798118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Slide do think-cell" r:id="rId3" imgW="493" imgH="493" progId="TCLayout.ActiveDocument.1">
                  <p:embed/>
                </p:oleObj>
              </mc:Choice>
              <mc:Fallback>
                <p:oleObj name="Slide do think-cell" r:id="rId3" imgW="493" imgH="493" progId="TCLayout.ActiveDocument.1">
                  <p:embed/>
                  <p:pic>
                    <p:nvPicPr>
                      <p:cNvPr id="2" name="Object 1" hidden="1">
                        <a:extLst>
                          <a:ext uri="{FF2B5EF4-FFF2-40B4-BE49-F238E27FC236}">
                            <a16:creationId xmlns:a16="http://schemas.microsoft.com/office/drawing/2014/main" id="{8180B629-976D-4310-AF32-6BCD0E8DE5B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Retângulo 3">
            <a:extLst>
              <a:ext uri="{FF2B5EF4-FFF2-40B4-BE49-F238E27FC236}">
                <a16:creationId xmlns:a16="http://schemas.microsoft.com/office/drawing/2014/main" id="{770002B3-EC1D-DB49-BC86-0165275CFFB5}"/>
              </a:ext>
            </a:extLst>
          </p:cNvPr>
          <p:cNvSpPr/>
          <p:nvPr userDrawn="1"/>
        </p:nvSpPr>
        <p:spPr>
          <a:xfrm>
            <a:off x="0" y="0"/>
            <a:ext cx="9241183" cy="6858000"/>
          </a:xfrm>
          <a:prstGeom prst="rect">
            <a:avLst/>
          </a:prstGeom>
          <a:solidFill>
            <a:schemeClr val="accent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a:endParaRPr lang="pt-BR" sz="1800"/>
          </a:p>
        </p:txBody>
      </p:sp>
      <p:pic>
        <p:nvPicPr>
          <p:cNvPr id="10" name="Imagem 28">
            <a:extLst>
              <a:ext uri="{FF2B5EF4-FFF2-40B4-BE49-F238E27FC236}">
                <a16:creationId xmlns:a16="http://schemas.microsoft.com/office/drawing/2014/main" id="{D4EF941C-4C21-514C-AB53-EE407A9FF6E8}"/>
              </a:ext>
            </a:extLst>
          </p:cNvPr>
          <p:cNvPicPr>
            <a:picLocks noChangeAspect="1"/>
          </p:cNvPicPr>
          <p:nvPr userDrawn="1"/>
        </p:nvPicPr>
        <p:blipFill>
          <a:blip r:embed="rId5">
            <a:duotone>
              <a:schemeClr val="accent2">
                <a:shade val="45000"/>
                <a:satMod val="135000"/>
              </a:schemeClr>
              <a:prstClr val="white"/>
            </a:duotone>
            <a:extLst>
              <a:ext uri="{28A0092B-C50C-407E-A947-70E740481C1C}">
                <a14:useLocalDpi xmlns:a14="http://schemas.microsoft.com/office/drawing/2010/main"/>
              </a:ext>
            </a:extLst>
          </a:blip>
          <a:stretch>
            <a:fillRect/>
          </a:stretch>
        </p:blipFill>
        <p:spPr>
          <a:xfrm>
            <a:off x="709844" y="278264"/>
            <a:ext cx="1390174" cy="1390174"/>
          </a:xfrm>
          <a:prstGeom prst="rect">
            <a:avLst/>
          </a:prstGeom>
        </p:spPr>
      </p:pic>
      <p:sp>
        <p:nvSpPr>
          <p:cNvPr id="17" name="Text Placeholder 16">
            <a:extLst>
              <a:ext uri="{FF2B5EF4-FFF2-40B4-BE49-F238E27FC236}">
                <a16:creationId xmlns:a16="http://schemas.microsoft.com/office/drawing/2014/main" id="{61497248-BE42-4BEF-B891-1ECD21E95A71}"/>
              </a:ext>
            </a:extLst>
          </p:cNvPr>
          <p:cNvSpPr>
            <a:spLocks noGrp="1"/>
          </p:cNvSpPr>
          <p:nvPr>
            <p:ph type="body" sz="quarter" idx="17" hasCustomPrompt="1"/>
          </p:nvPr>
        </p:nvSpPr>
        <p:spPr>
          <a:xfrm>
            <a:off x="709844" y="1885534"/>
            <a:ext cx="8086917" cy="314028"/>
          </a:xfrm>
        </p:spPr>
        <p:txBody>
          <a:bodyPr anchor="b">
            <a:spAutoFit/>
          </a:bodyPr>
          <a:lstStyle>
            <a:lvl1pPr>
              <a:defRPr sz="2000" b="1" cap="all" baseline="0">
                <a:solidFill>
                  <a:schemeClr val="bg1"/>
                </a:solidFill>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pt-BR"/>
              <a:t>EDIT MASTER TEXT STYLES</a:t>
            </a:r>
          </a:p>
        </p:txBody>
      </p:sp>
      <p:sp>
        <p:nvSpPr>
          <p:cNvPr id="11" name="Slide Number">
            <a:extLst>
              <a:ext uri="{FF2B5EF4-FFF2-40B4-BE49-F238E27FC236}">
                <a16:creationId xmlns:a16="http://schemas.microsoft.com/office/drawing/2014/main" id="{09071AB2-718D-4B33-B83B-266221C7C2FC}"/>
              </a:ext>
            </a:extLst>
          </p:cNvPr>
          <p:cNvSpPr txBox="1">
            <a:spLocks/>
          </p:cNvSpPr>
          <p:nvPr userDrawn="1"/>
        </p:nvSpPr>
        <p:spPr>
          <a:xfrm>
            <a:off x="11762075" y="6535825"/>
            <a:ext cx="160294" cy="157014"/>
          </a:xfrm>
          <a:prstGeom prst="rect">
            <a:avLst/>
          </a:prstGeom>
        </p:spPr>
        <p:txBody>
          <a:bodyPr vert="horz" wrap="none" lIns="0" tIns="0" rIns="0" bIns="0" rtlCol="0" anchor="ctr">
            <a:spAutoFit/>
          </a:bodyPr>
          <a:lstStyle>
            <a:defPPr>
              <a:defRPr lang="en-US"/>
            </a:defPPr>
            <a:lvl1pPr>
              <a:defRPr sz="1000" baseline="0">
                <a:latin typeface="+mn-lt"/>
              </a:defRPr>
            </a:lvl1pPr>
          </a:lstStyle>
          <a:p>
            <a:pPr lvl="0" algn="r"/>
            <a:fld id="{42C328C1-A84F-4A39-A664-DBA00541A8C6}" type="slidenum">
              <a:rPr lang="pt-BR" smtClean="0"/>
              <a:pPr lvl="0" algn="r"/>
              <a:t>‹#›</a:t>
            </a:fld>
            <a:endParaRPr lang="pt-BR"/>
          </a:p>
        </p:txBody>
      </p:sp>
      <p:pic>
        <p:nvPicPr>
          <p:cNvPr id="12" name="Picture 11">
            <a:extLst>
              <a:ext uri="{FF2B5EF4-FFF2-40B4-BE49-F238E27FC236}">
                <a16:creationId xmlns:a16="http://schemas.microsoft.com/office/drawing/2014/main" id="{6B685A96-9F38-4516-ACBB-8BFF37830EFE}"/>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10248066" y="6582161"/>
            <a:ext cx="1195200" cy="110678"/>
          </a:xfrm>
          <a:prstGeom prst="rect">
            <a:avLst/>
          </a:prstGeom>
        </p:spPr>
      </p:pic>
    </p:spTree>
    <p:extLst>
      <p:ext uri="{BB962C8B-B14F-4D97-AF65-F5344CB8AC3E}">
        <p14:creationId xmlns:p14="http://schemas.microsoft.com/office/powerpoint/2010/main" val="23582512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4_Layout Personalizado">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1137E873-3395-4CA4-875E-A0B0E7BF2302}"/>
              </a:ext>
            </a:extLst>
          </p:cNvPr>
          <p:cNvGraphicFramePr>
            <a:graphicFrameLocks noChangeAspect="1"/>
          </p:cNvGraphicFramePr>
          <p:nvPr>
            <p:custDataLst>
              <p:tags r:id="rId1"/>
            </p:custDataLst>
            <p:extLst>
              <p:ext uri="{D42A27DB-BD31-4B8C-83A1-F6EECF244321}">
                <p14:modId xmlns:p14="http://schemas.microsoft.com/office/powerpoint/2010/main" val="760058200"/>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Slide do think-cell" r:id="rId4" imgW="493" imgH="493" progId="TCLayout.ActiveDocument.1">
                  <p:embed/>
                </p:oleObj>
              </mc:Choice>
              <mc:Fallback>
                <p:oleObj name="Slide do think-cell" r:id="rId4" imgW="493" imgH="493" progId="TCLayout.ActiveDocument.1">
                  <p:embed/>
                  <p:pic>
                    <p:nvPicPr>
                      <p:cNvPr id="2" name="Object 1" hidden="1">
                        <a:extLst>
                          <a:ext uri="{FF2B5EF4-FFF2-40B4-BE49-F238E27FC236}">
                            <a16:creationId xmlns:a16="http://schemas.microsoft.com/office/drawing/2014/main" id="{1137E873-3395-4CA4-875E-A0B0E7BF2302}"/>
                          </a:ext>
                        </a:extLst>
                      </p:cNvPr>
                      <p:cNvPicPr/>
                      <p:nvPr/>
                    </p:nvPicPr>
                    <p:blipFill>
                      <a:blip r:embed="rId5"/>
                      <a:stretch>
                        <a:fillRect/>
                      </a:stretch>
                    </p:blipFill>
                    <p:spPr>
                      <a:xfrm>
                        <a:off x="2118" y="1589"/>
                        <a:ext cx="2116" cy="1587"/>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3ED6A465-F6C5-4E8F-B9DE-C5B62BA8FB3C}"/>
              </a:ext>
            </a:extLst>
          </p:cNvPr>
          <p:cNvSpPr/>
          <p:nvPr userDrawn="1">
            <p:custDataLst>
              <p:tags r:id="rId2"/>
            </p:custDataLst>
          </p:nvPr>
        </p:nvSpPr>
        <p:spPr>
          <a:xfrm>
            <a:off x="0" y="0"/>
            <a:ext cx="158750" cy="158750"/>
          </a:xfrm>
          <a:prstGeom prst="rect">
            <a:avLst/>
          </a:prstGeom>
          <a:solidFill>
            <a:schemeClr val="accent2"/>
          </a:solidFill>
          <a:ln w="19050">
            <a:solidFill>
              <a:schemeClr val="accent2"/>
            </a:solidFill>
            <a:miter lim="400000"/>
          </a:ln>
          <a:effectLst/>
        </p:spPr>
        <p:txBody>
          <a:bodyPr wrap="none" lIns="0" tIns="0" rIns="0" bIns="0" numCol="1" spcCol="0" rtlCol="0" anchor="ctr" anchorCtr="0">
            <a:noAutofit/>
          </a:bodyPr>
          <a:lstStyle/>
          <a:p>
            <a:pPr marL="0" lvl="0" indent="0" algn="l"/>
            <a:endParaRPr lang="pt-BR" sz="20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9" name="Shape 1409">
            <a:extLst>
              <a:ext uri="{FF2B5EF4-FFF2-40B4-BE49-F238E27FC236}">
                <a16:creationId xmlns:a16="http://schemas.microsoft.com/office/drawing/2014/main" id="{434A38E0-EED8-4B24-8585-F773498C4BAB}"/>
              </a:ext>
            </a:extLst>
          </p:cNvPr>
          <p:cNvSpPr/>
          <p:nvPr userDrawn="1"/>
        </p:nvSpPr>
        <p:spPr>
          <a:xfrm>
            <a:off x="0" y="1911927"/>
            <a:ext cx="12192000" cy="4946073"/>
          </a:xfrm>
          <a:prstGeom prst="rect">
            <a:avLst/>
          </a:prstGeom>
          <a:solidFill>
            <a:schemeClr val="accent5"/>
          </a:solidFill>
          <a:ln w="12700">
            <a:noFill/>
            <a:miter lim="400000"/>
          </a:ln>
        </p:spPr>
        <p:txBody>
          <a:bodyPr lIns="0" tIns="0" rIns="0" bIns="0" anchor="ctr"/>
          <a:lstStyle/>
          <a:p>
            <a:pPr lvl="0">
              <a:defRPr sz="3200"/>
            </a:pPr>
            <a:endParaRPr lang="pt-BR" sz="3200"/>
          </a:p>
        </p:txBody>
      </p:sp>
      <p:sp>
        <p:nvSpPr>
          <p:cNvPr id="8" name="Title 1">
            <a:extLst>
              <a:ext uri="{FF2B5EF4-FFF2-40B4-BE49-F238E27FC236}">
                <a16:creationId xmlns:a16="http://schemas.microsoft.com/office/drawing/2014/main" id="{5BBD3F3E-9878-468A-AD13-0BF9BAF3FBB3}"/>
              </a:ext>
            </a:extLst>
          </p:cNvPr>
          <p:cNvSpPr>
            <a:spLocks noGrp="1"/>
          </p:cNvSpPr>
          <p:nvPr>
            <p:ph type="title" hasCustomPrompt="1"/>
          </p:nvPr>
        </p:nvSpPr>
        <p:spPr>
          <a:xfrm>
            <a:off x="478971" y="225177"/>
            <a:ext cx="11485488" cy="307777"/>
          </a:xfrm>
          <a:prstGeom prst="rect">
            <a:avLst/>
          </a:prstGeom>
        </p:spPr>
        <p:txBody>
          <a:bodyPr anchor="t"/>
          <a:lstStyle>
            <a:lvl1pPr>
              <a:defRPr sz="2000"/>
            </a:lvl1pPr>
          </a:lstStyle>
          <a:p>
            <a:r>
              <a:rPr lang="pt-BR"/>
              <a:t>Clique para editar o título Mestre</a:t>
            </a:r>
            <a:endParaRPr lang="en-US"/>
          </a:p>
        </p:txBody>
      </p:sp>
      <p:sp>
        <p:nvSpPr>
          <p:cNvPr id="10" name="Rectangle 6">
            <a:extLst>
              <a:ext uri="{FF2B5EF4-FFF2-40B4-BE49-F238E27FC236}">
                <a16:creationId xmlns:a16="http://schemas.microsoft.com/office/drawing/2014/main" id="{E0B88CEA-CC4E-45D1-AF1A-204C5CFB575B}"/>
              </a:ext>
            </a:extLst>
          </p:cNvPr>
          <p:cNvSpPr/>
          <p:nvPr userDrawn="1"/>
        </p:nvSpPr>
        <p:spPr>
          <a:xfrm>
            <a:off x="-11183" y="249036"/>
            <a:ext cx="414837" cy="260059"/>
          </a:xfrm>
          <a:prstGeom prst="rect">
            <a:avLst/>
          </a:prstGeom>
          <a:solidFill>
            <a:srgbClr val="020E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800"/>
          </a:p>
        </p:txBody>
      </p:sp>
      <p:pic>
        <p:nvPicPr>
          <p:cNvPr id="11" name="Picture 10">
            <a:extLst>
              <a:ext uri="{FF2B5EF4-FFF2-40B4-BE49-F238E27FC236}">
                <a16:creationId xmlns:a16="http://schemas.microsoft.com/office/drawing/2014/main" id="{1F68BE71-7B9F-4D55-BDCE-D1484AED21D7}"/>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10248066" y="6582524"/>
            <a:ext cx="1195200" cy="110315"/>
          </a:xfrm>
          <a:prstGeom prst="rect">
            <a:avLst/>
          </a:prstGeom>
        </p:spPr>
      </p:pic>
      <p:sp>
        <p:nvSpPr>
          <p:cNvPr id="12" name="Slide Number">
            <a:extLst>
              <a:ext uri="{FF2B5EF4-FFF2-40B4-BE49-F238E27FC236}">
                <a16:creationId xmlns:a16="http://schemas.microsoft.com/office/drawing/2014/main" id="{3C2B6FB0-21ED-4C6E-8DA0-1D79B6C8DADB}"/>
              </a:ext>
            </a:extLst>
          </p:cNvPr>
          <p:cNvSpPr txBox="1">
            <a:spLocks/>
          </p:cNvSpPr>
          <p:nvPr userDrawn="1"/>
        </p:nvSpPr>
        <p:spPr>
          <a:xfrm>
            <a:off x="11762075" y="6535825"/>
            <a:ext cx="160294" cy="157014"/>
          </a:xfrm>
          <a:prstGeom prst="rect">
            <a:avLst/>
          </a:prstGeom>
        </p:spPr>
        <p:txBody>
          <a:bodyPr vert="horz" wrap="none" lIns="0" tIns="0" rIns="0" bIns="0" rtlCol="0" anchor="ctr">
            <a:spAutoFit/>
          </a:bodyPr>
          <a:lstStyle>
            <a:defPPr>
              <a:defRPr lang="en-US"/>
            </a:defPPr>
            <a:lvl1pPr>
              <a:defRPr sz="1000" baseline="0">
                <a:latin typeface="+mn-lt"/>
              </a:defRPr>
            </a:lvl1pPr>
          </a:lstStyle>
          <a:p>
            <a:pPr lvl="0" algn="r"/>
            <a:fld id="{42C328C1-A84F-4A39-A664-DBA00541A8C6}" type="slidenum">
              <a:rPr lang="pt-BR" smtClean="0">
                <a:solidFill>
                  <a:schemeClr val="bg1"/>
                </a:solidFill>
              </a:rPr>
              <a:pPr lvl="0" algn="r"/>
              <a:t>‹#›</a:t>
            </a:fld>
            <a:endParaRPr lang="pt-BR">
              <a:solidFill>
                <a:schemeClr val="bg1"/>
              </a:solidFill>
            </a:endParaRPr>
          </a:p>
        </p:txBody>
      </p:sp>
    </p:spTree>
    <p:extLst>
      <p:ext uri="{BB962C8B-B14F-4D97-AF65-F5344CB8AC3E}">
        <p14:creationId xmlns:p14="http://schemas.microsoft.com/office/powerpoint/2010/main" val="246176698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_Layout Personalizado">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4910D163-22BE-4235-9B77-F3A494049FE8}"/>
              </a:ext>
            </a:extLst>
          </p:cNvPr>
          <p:cNvGraphicFramePr>
            <a:graphicFrameLocks noChangeAspect="1"/>
          </p:cNvGraphicFramePr>
          <p:nvPr>
            <p:custDataLst>
              <p:tags r:id="rId1"/>
            </p:custDataLst>
            <p:extLst>
              <p:ext uri="{D42A27DB-BD31-4B8C-83A1-F6EECF244321}">
                <p14:modId xmlns:p14="http://schemas.microsoft.com/office/powerpoint/2010/main" val="4016280840"/>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Slide do think-cell" r:id="rId4" imgW="493" imgH="493" progId="TCLayout.ActiveDocument.1">
                  <p:embed/>
                </p:oleObj>
              </mc:Choice>
              <mc:Fallback>
                <p:oleObj name="Slide do think-cell" r:id="rId4" imgW="493" imgH="493" progId="TCLayout.ActiveDocument.1">
                  <p:embed/>
                  <p:pic>
                    <p:nvPicPr>
                      <p:cNvPr id="2" name="Object 1" hidden="1">
                        <a:extLst>
                          <a:ext uri="{FF2B5EF4-FFF2-40B4-BE49-F238E27FC236}">
                            <a16:creationId xmlns:a16="http://schemas.microsoft.com/office/drawing/2014/main" id="{4910D163-22BE-4235-9B77-F3A494049FE8}"/>
                          </a:ext>
                        </a:extLst>
                      </p:cNvPr>
                      <p:cNvPicPr/>
                      <p:nvPr/>
                    </p:nvPicPr>
                    <p:blipFill>
                      <a:blip r:embed="rId5"/>
                      <a:stretch>
                        <a:fillRect/>
                      </a:stretch>
                    </p:blipFill>
                    <p:spPr>
                      <a:xfrm>
                        <a:off x="2118" y="1589"/>
                        <a:ext cx="2116" cy="1587"/>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2C5C2C69-0B78-465A-AD2B-0896E21D1977}"/>
              </a:ext>
            </a:extLst>
          </p:cNvPr>
          <p:cNvSpPr/>
          <p:nvPr userDrawn="1">
            <p:custDataLst>
              <p:tags r:id="rId2"/>
            </p:custDataLst>
          </p:nvPr>
        </p:nvSpPr>
        <p:spPr>
          <a:xfrm>
            <a:off x="0" y="0"/>
            <a:ext cx="158750" cy="158750"/>
          </a:xfrm>
          <a:prstGeom prst="rect">
            <a:avLst/>
          </a:prstGeom>
          <a:solidFill>
            <a:schemeClr val="accent2"/>
          </a:solidFill>
          <a:ln w="19050">
            <a:solidFill>
              <a:schemeClr val="accent2"/>
            </a:solidFill>
            <a:miter lim="400000"/>
          </a:ln>
          <a:effectLst/>
        </p:spPr>
        <p:txBody>
          <a:bodyPr wrap="none" lIns="0" tIns="0" rIns="0" bIns="0" numCol="1" spcCol="0" rtlCol="0" anchor="ctr" anchorCtr="0">
            <a:noAutofit/>
          </a:bodyPr>
          <a:lstStyle/>
          <a:p>
            <a:pPr marL="0" lvl="0" indent="0" algn="l" rtl="0"/>
            <a:endParaRPr kumimoji="0" lang="pt-BR" sz="2000" b="1" i="0" u="none" cap="none" baseline="0">
              <a:solidFill>
                <a:schemeClr val="bg1"/>
              </a:solidFill>
              <a:latin typeface="Arial" panose="020B0604020202020204" pitchFamily="34" charset="0"/>
              <a:ea typeface="+mj-ea"/>
              <a:cs typeface="+mj-cs"/>
              <a:sym typeface="Arial" panose="020B0604020202020204" pitchFamily="34" charset="0"/>
            </a:endParaRPr>
          </a:p>
        </p:txBody>
      </p:sp>
      <p:pic>
        <p:nvPicPr>
          <p:cNvPr id="11" name="Picture 10">
            <a:extLst>
              <a:ext uri="{FF2B5EF4-FFF2-40B4-BE49-F238E27FC236}">
                <a16:creationId xmlns:a16="http://schemas.microsoft.com/office/drawing/2014/main" id="{364FFF21-457D-486C-834A-52AE60AE72D0}"/>
              </a:ext>
            </a:extLst>
          </p:cNvPr>
          <p:cNvPicPr>
            <a:picLocks noChangeAspect="1"/>
          </p:cNvPicPr>
          <p:nvPr userDrawn="1"/>
        </p:nvPicPr>
        <p:blipFill rotWithShape="1">
          <a:blip r:embed="rId6" cstate="email">
            <a:duotone>
              <a:schemeClr val="bg2">
                <a:shade val="45000"/>
                <a:satMod val="135000"/>
              </a:schemeClr>
              <a:prstClr val="white"/>
            </a:duotone>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3" name="Title 1">
            <a:extLst>
              <a:ext uri="{FF2B5EF4-FFF2-40B4-BE49-F238E27FC236}">
                <a16:creationId xmlns:a16="http://schemas.microsoft.com/office/drawing/2014/main" id="{5EF96028-2421-4C45-B631-F67CD04C0555}"/>
              </a:ext>
            </a:extLst>
          </p:cNvPr>
          <p:cNvSpPr>
            <a:spLocks noGrp="1"/>
          </p:cNvSpPr>
          <p:nvPr>
            <p:ph type="title" hasCustomPrompt="1"/>
          </p:nvPr>
        </p:nvSpPr>
        <p:spPr>
          <a:xfrm>
            <a:off x="478971" y="225177"/>
            <a:ext cx="11485488" cy="307777"/>
          </a:xfrm>
          <a:prstGeom prst="rect">
            <a:avLst/>
          </a:prstGeom>
        </p:spPr>
        <p:txBody>
          <a:bodyPr anchor="t"/>
          <a:lstStyle>
            <a:lvl1pPr>
              <a:defRPr sz="2000"/>
            </a:lvl1pPr>
          </a:lstStyle>
          <a:p>
            <a:r>
              <a:rPr lang="pt-BR"/>
              <a:t>Clique para editar o título Mestre</a:t>
            </a:r>
            <a:endParaRPr lang="en-US"/>
          </a:p>
        </p:txBody>
      </p:sp>
      <p:sp>
        <p:nvSpPr>
          <p:cNvPr id="16" name="Rectangle 6">
            <a:extLst>
              <a:ext uri="{FF2B5EF4-FFF2-40B4-BE49-F238E27FC236}">
                <a16:creationId xmlns:a16="http://schemas.microsoft.com/office/drawing/2014/main" id="{622CC911-C3F1-48FD-A673-077E0D7FF50F}"/>
              </a:ext>
            </a:extLst>
          </p:cNvPr>
          <p:cNvSpPr/>
          <p:nvPr userDrawn="1"/>
        </p:nvSpPr>
        <p:spPr>
          <a:xfrm>
            <a:off x="-11183" y="249036"/>
            <a:ext cx="414837" cy="260059"/>
          </a:xfrm>
          <a:prstGeom prst="rect">
            <a:avLst/>
          </a:prstGeom>
          <a:solidFill>
            <a:srgbClr val="020E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800"/>
          </a:p>
        </p:txBody>
      </p:sp>
      <p:sp>
        <p:nvSpPr>
          <p:cNvPr id="12" name="Text Placeholder 4">
            <a:extLst>
              <a:ext uri="{FF2B5EF4-FFF2-40B4-BE49-F238E27FC236}">
                <a16:creationId xmlns:a16="http://schemas.microsoft.com/office/drawing/2014/main" id="{8998E50B-5C27-4A37-8F85-41A956F5BFEA}"/>
              </a:ext>
            </a:extLst>
          </p:cNvPr>
          <p:cNvSpPr>
            <a:spLocks noGrp="1"/>
          </p:cNvSpPr>
          <p:nvPr>
            <p:ph type="body" sz="quarter" idx="14" hasCustomPrompt="1"/>
          </p:nvPr>
        </p:nvSpPr>
        <p:spPr>
          <a:xfrm>
            <a:off x="233257" y="6538951"/>
            <a:ext cx="9696000" cy="153888"/>
          </a:xfrm>
        </p:spPr>
        <p:txBody>
          <a:bodyPr wrap="square" lIns="0" tIns="0" rIns="0" bIns="0" anchor="b" anchorCtr="0"/>
          <a:lstStyle>
            <a:lvl1pPr marL="0" indent="0">
              <a:spcBef>
                <a:spcPts val="0"/>
              </a:spcBef>
              <a:buNone/>
              <a:defRPr lang="en-GB" sz="900" dirty="0"/>
            </a:lvl1pPr>
            <a:lvl2pPr marL="196850" indent="0">
              <a:buNone/>
              <a:defRPr sz="900"/>
            </a:lvl2pPr>
            <a:lvl3pPr marL="406400" indent="0">
              <a:buNone/>
              <a:defRPr sz="900"/>
            </a:lvl3pPr>
            <a:lvl4pPr marL="588962" indent="0">
              <a:buNone/>
              <a:defRPr sz="1000"/>
            </a:lvl4pPr>
            <a:lvl5pPr marL="817562" indent="0">
              <a:buNone/>
              <a:defRPr sz="1000"/>
            </a:lvl5pPr>
          </a:lstStyle>
          <a:p>
            <a:pPr lvl="0"/>
            <a:r>
              <a:rPr lang="pt-BR" sz="1000">
                <a:latin typeface="+mj-lt"/>
              </a:rPr>
              <a:t>Fonte:</a:t>
            </a:r>
          </a:p>
        </p:txBody>
      </p:sp>
      <p:sp>
        <p:nvSpPr>
          <p:cNvPr id="14" name="Slide Number">
            <a:extLst>
              <a:ext uri="{FF2B5EF4-FFF2-40B4-BE49-F238E27FC236}">
                <a16:creationId xmlns:a16="http://schemas.microsoft.com/office/drawing/2014/main" id="{32E9C066-6925-4EB7-9719-A744467EEFAC}"/>
              </a:ext>
            </a:extLst>
          </p:cNvPr>
          <p:cNvSpPr txBox="1">
            <a:spLocks/>
          </p:cNvSpPr>
          <p:nvPr userDrawn="1"/>
        </p:nvSpPr>
        <p:spPr>
          <a:xfrm>
            <a:off x="11762075" y="6535825"/>
            <a:ext cx="160294" cy="157014"/>
          </a:xfrm>
          <a:prstGeom prst="rect">
            <a:avLst/>
          </a:prstGeom>
        </p:spPr>
        <p:txBody>
          <a:bodyPr vert="horz" wrap="none" lIns="0" tIns="0" rIns="0" bIns="0" rtlCol="0" anchor="ctr">
            <a:spAutoFit/>
          </a:bodyPr>
          <a:lstStyle>
            <a:defPPr>
              <a:defRPr lang="en-US"/>
            </a:defPPr>
            <a:lvl1pPr>
              <a:defRPr sz="1000" baseline="0">
                <a:latin typeface="+mn-lt"/>
              </a:defRPr>
            </a:lvl1pPr>
          </a:lstStyle>
          <a:p>
            <a:pPr lvl="0" algn="r"/>
            <a:fld id="{42C328C1-A84F-4A39-A664-DBA00541A8C6}" type="slidenum">
              <a:rPr lang="pt-BR" smtClean="0"/>
              <a:pPr lvl="0" algn="r"/>
              <a:t>‹#›</a:t>
            </a:fld>
            <a:endParaRPr lang="pt-BR"/>
          </a:p>
        </p:txBody>
      </p:sp>
      <p:pic>
        <p:nvPicPr>
          <p:cNvPr id="15" name="Picture 14">
            <a:extLst>
              <a:ext uri="{FF2B5EF4-FFF2-40B4-BE49-F238E27FC236}">
                <a16:creationId xmlns:a16="http://schemas.microsoft.com/office/drawing/2014/main" id="{10903A62-B8A8-4365-AAB6-CB25BADFCF05}"/>
              </a:ext>
            </a:extLst>
          </p:cNvPr>
          <p:cNvPicPr>
            <a:picLocks noChangeAspect="1"/>
          </p:cNvPicPr>
          <p:nvPr userDrawn="1"/>
        </p:nvPicPr>
        <p:blipFill>
          <a:blip r:embed="rId7" cstate="email">
            <a:extLst>
              <a:ext uri="{28A0092B-C50C-407E-A947-70E740481C1C}">
                <a14:useLocalDpi xmlns:a14="http://schemas.microsoft.com/office/drawing/2010/main"/>
              </a:ext>
            </a:extLst>
          </a:blip>
          <a:stretch>
            <a:fillRect/>
          </a:stretch>
        </p:blipFill>
        <p:spPr>
          <a:xfrm>
            <a:off x="10248066" y="6582161"/>
            <a:ext cx="1195200" cy="110678"/>
          </a:xfrm>
          <a:prstGeom prst="rect">
            <a:avLst/>
          </a:prstGeom>
        </p:spPr>
      </p:pic>
    </p:spTree>
    <p:extLst>
      <p:ext uri="{BB962C8B-B14F-4D97-AF65-F5344CB8AC3E}">
        <p14:creationId xmlns:p14="http://schemas.microsoft.com/office/powerpoint/2010/main" val="265500862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End Mirow">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F6B0049E-6A99-494F-9A58-DACA4A493650}"/>
              </a:ext>
            </a:extLst>
          </p:cNvPr>
          <p:cNvGraphicFramePr>
            <a:graphicFrameLocks noChangeAspect="1"/>
          </p:cNvGraphicFramePr>
          <p:nvPr userDrawn="1">
            <p:custDataLst>
              <p:tags r:id="rId1"/>
            </p:custDataLst>
            <p:extLst>
              <p:ext uri="{D42A27DB-BD31-4B8C-83A1-F6EECF244321}">
                <p14:modId xmlns:p14="http://schemas.microsoft.com/office/powerpoint/2010/main" val="44902789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Slide do think-cell" r:id="rId3" imgW="493" imgH="493" progId="TCLayout.ActiveDocument.1">
                  <p:embed/>
                </p:oleObj>
              </mc:Choice>
              <mc:Fallback>
                <p:oleObj name="Slide do think-cell" r:id="rId3" imgW="493" imgH="493" progId="TCLayout.ActiveDocument.1">
                  <p:embed/>
                  <p:pic>
                    <p:nvPicPr>
                      <p:cNvPr id="2" name="Object 1" hidden="1">
                        <a:extLst>
                          <a:ext uri="{FF2B5EF4-FFF2-40B4-BE49-F238E27FC236}">
                            <a16:creationId xmlns:a16="http://schemas.microsoft.com/office/drawing/2014/main" id="{F6B0049E-6A99-494F-9A58-DACA4A49365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Shape 1409">
            <a:extLst>
              <a:ext uri="{FF2B5EF4-FFF2-40B4-BE49-F238E27FC236}">
                <a16:creationId xmlns:a16="http://schemas.microsoft.com/office/drawing/2014/main" id="{1383137A-3973-DF43-A1FE-0FFA0345E943}"/>
              </a:ext>
            </a:extLst>
          </p:cNvPr>
          <p:cNvSpPr/>
          <p:nvPr userDrawn="1"/>
        </p:nvSpPr>
        <p:spPr>
          <a:xfrm>
            <a:off x="0" y="0"/>
            <a:ext cx="12192000" cy="6858000"/>
          </a:xfrm>
          <a:prstGeom prst="rect">
            <a:avLst/>
          </a:prstGeom>
          <a:solidFill>
            <a:srgbClr val="020E66"/>
          </a:solidFill>
          <a:ln w="12700">
            <a:miter lim="400000"/>
          </a:ln>
        </p:spPr>
        <p:txBody>
          <a:bodyPr lIns="0" tIns="0" rIns="0" bIns="0" anchor="ctr"/>
          <a:lstStyle/>
          <a:p>
            <a:pPr lvl="0" eaLnBrk="1">
              <a:defRPr sz="3200"/>
            </a:pPr>
            <a:endParaRPr lang="pt-BR" sz="3200"/>
          </a:p>
        </p:txBody>
      </p:sp>
      <p:pic>
        <p:nvPicPr>
          <p:cNvPr id="7" name="Picture 6">
            <a:extLst>
              <a:ext uri="{FF2B5EF4-FFF2-40B4-BE49-F238E27FC236}">
                <a16:creationId xmlns:a16="http://schemas.microsoft.com/office/drawing/2014/main" id="{3180D595-92FD-4009-9176-19682D6165B0}"/>
              </a:ext>
            </a:extLst>
          </p:cNvPr>
          <p:cNvPicPr>
            <a:picLocks noChangeAspect="1"/>
          </p:cNvPicPr>
          <p:nvPr userDrawn="1"/>
        </p:nvPicPr>
        <p:blipFill>
          <a:blip r:embed="rId5" cstate="email">
            <a:extLst>
              <a:ext uri="{28A0092B-C50C-407E-A947-70E740481C1C}">
                <a14:useLocalDpi xmlns:a14="http://schemas.microsoft.com/office/drawing/2010/main"/>
              </a:ext>
            </a:extLst>
          </a:blip>
          <a:stretch>
            <a:fillRect/>
          </a:stretch>
        </p:blipFill>
        <p:spPr>
          <a:xfrm>
            <a:off x="4526949" y="3284179"/>
            <a:ext cx="3138102" cy="289642"/>
          </a:xfrm>
          <a:prstGeom prst="rect">
            <a:avLst/>
          </a:prstGeom>
        </p:spPr>
      </p:pic>
    </p:spTree>
    <p:extLst>
      <p:ext uri="{BB962C8B-B14F-4D97-AF65-F5344CB8AC3E}">
        <p14:creationId xmlns:p14="http://schemas.microsoft.com/office/powerpoint/2010/main" val="248199392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3_Title Only">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9E0980AA-BCE6-4E26-8843-3669C15888DB}"/>
              </a:ext>
            </a:extLst>
          </p:cNvPr>
          <p:cNvGraphicFramePr>
            <a:graphicFrameLocks noChangeAspect="1"/>
          </p:cNvGraphicFramePr>
          <p:nvPr userDrawn="1">
            <p:custDataLst>
              <p:tags r:id="rId1"/>
            </p:custData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Slide do think-cell" r:id="rId4" imgW="493" imgH="493" progId="TCLayout.ActiveDocument.1">
                  <p:embed/>
                </p:oleObj>
              </mc:Choice>
              <mc:Fallback>
                <p:oleObj name="Slide do think-cell" r:id="rId4" imgW="493" imgH="493" progId="TCLayout.ActiveDocument.1">
                  <p:embed/>
                  <p:pic>
                    <p:nvPicPr>
                      <p:cNvPr id="10" name="Object 9" hidden="1">
                        <a:extLst>
                          <a:ext uri="{FF2B5EF4-FFF2-40B4-BE49-F238E27FC236}">
                            <a16:creationId xmlns:a16="http://schemas.microsoft.com/office/drawing/2014/main" id="{9E0980AA-BCE6-4E26-8843-3669C15888DB}"/>
                          </a:ext>
                        </a:extLst>
                      </p:cNvPr>
                      <p:cNvPicPr/>
                      <p:nvPr/>
                    </p:nvPicPr>
                    <p:blipFill>
                      <a:blip r:embed="rId5"/>
                      <a:stretch>
                        <a:fillRect/>
                      </a:stretch>
                    </p:blipFill>
                    <p:spPr>
                      <a:xfrm>
                        <a:off x="2118" y="1589"/>
                        <a:ext cx="2116" cy="1587"/>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4FE804D7-7F22-4628-B31E-2AE601C042B1}"/>
              </a:ext>
            </a:extLst>
          </p:cNvPr>
          <p:cNvSpPr/>
          <p:nvPr userDrawn="1">
            <p:custDataLst>
              <p:tags r:id="rId2"/>
            </p:custDataLst>
          </p:nvPr>
        </p:nvSpPr>
        <p:spPr>
          <a:xfrm>
            <a:off x="0" y="0"/>
            <a:ext cx="158750" cy="158750"/>
          </a:xfrm>
          <a:prstGeom prst="rect">
            <a:avLst/>
          </a:prstGeom>
          <a:solidFill>
            <a:schemeClr val="accent2"/>
          </a:solidFill>
          <a:ln w="19050">
            <a:solidFill>
              <a:schemeClr val="accent2"/>
            </a:solidFill>
            <a:miter lim="400000"/>
          </a:ln>
          <a:effectLst/>
        </p:spPr>
        <p:txBody>
          <a:bodyPr wrap="none" lIns="0" tIns="0" rIns="0" bIns="0" numCol="1" spcCol="0" rtlCol="0" anchor="ctr" anchorCtr="0">
            <a:noAutofit/>
          </a:bodyPr>
          <a:lstStyle/>
          <a:p>
            <a:endParaRPr lang="pt-BR" sz="2800" b="1">
              <a:solidFill>
                <a:prstClr val="white"/>
              </a:solidFill>
              <a:sym typeface="Arial" panose="020B0604020202020204" pitchFamily="34" charset="0"/>
            </a:endParaRPr>
          </a:p>
        </p:txBody>
      </p:sp>
      <p:sp>
        <p:nvSpPr>
          <p:cNvPr id="17" name="Retângulo 16">
            <a:extLst>
              <a:ext uri="{FF2B5EF4-FFF2-40B4-BE49-F238E27FC236}">
                <a16:creationId xmlns:a16="http://schemas.microsoft.com/office/drawing/2014/main" id="{4FC4AA96-5C82-4991-B3CA-D01F3916C50A}"/>
              </a:ext>
            </a:extLst>
          </p:cNvPr>
          <p:cNvSpPr/>
          <p:nvPr userDrawn="1"/>
        </p:nvSpPr>
        <p:spPr>
          <a:xfrm>
            <a:off x="0" y="0"/>
            <a:ext cx="12215202" cy="6857999"/>
          </a:xfrm>
          <a:prstGeom prst="rect">
            <a:avLst/>
          </a:prstGeom>
          <a:solidFill>
            <a:schemeClr val="tx2"/>
          </a:solidFill>
          <a:ln w="19050">
            <a:noFill/>
            <a:miter lim="400000"/>
          </a:ln>
          <a:effectLst/>
        </p:spPr>
        <p:txBody>
          <a:bodyPr lIns="108000" tIns="72000" rIns="108000" bIns="72000" rtlCol="0" anchor="ctr"/>
          <a:lstStyle/>
          <a:p>
            <a:endParaRPr lang="pt-BR" sz="1400">
              <a:solidFill>
                <a:prstClr val="white"/>
              </a:solidFill>
            </a:endParaRPr>
          </a:p>
        </p:txBody>
      </p:sp>
      <p:sp>
        <p:nvSpPr>
          <p:cNvPr id="18" name="Forma Livre: Forma 17">
            <a:extLst>
              <a:ext uri="{FF2B5EF4-FFF2-40B4-BE49-F238E27FC236}">
                <a16:creationId xmlns:a16="http://schemas.microsoft.com/office/drawing/2014/main" id="{7EFCDC2E-064A-4823-9D2D-B214E3BC0BA8}"/>
              </a:ext>
            </a:extLst>
          </p:cNvPr>
          <p:cNvSpPr/>
          <p:nvPr userDrawn="1"/>
        </p:nvSpPr>
        <p:spPr>
          <a:xfrm>
            <a:off x="8135488" y="2267200"/>
            <a:ext cx="4056513" cy="4590801"/>
          </a:xfrm>
          <a:custGeom>
            <a:avLst/>
            <a:gdLst>
              <a:gd name="connsiteX0" fmla="*/ 4056513 w 4056513"/>
              <a:gd name="connsiteY0" fmla="*/ 3084033 h 4590801"/>
              <a:gd name="connsiteX1" fmla="*/ 4056513 w 4056513"/>
              <a:gd name="connsiteY1" fmla="*/ 3761616 h 4590801"/>
              <a:gd name="connsiteX2" fmla="*/ 3937421 w 4056513"/>
              <a:gd name="connsiteY2" fmla="*/ 3779330 h 4590801"/>
              <a:gd name="connsiteX3" fmla="*/ 2790520 w 4056513"/>
              <a:gd name="connsiteY3" fmla="*/ 3378358 h 4590801"/>
              <a:gd name="connsiteX4" fmla="*/ 2791265 w 4056513"/>
              <a:gd name="connsiteY4" fmla="*/ 3377612 h 4590801"/>
              <a:gd name="connsiteX5" fmla="*/ 3780395 w 4056513"/>
              <a:gd name="connsiteY5" fmla="*/ 3360151 h 4590801"/>
              <a:gd name="connsiteX6" fmla="*/ 2786061 w 4056513"/>
              <a:gd name="connsiteY6" fmla="*/ 2790525 h 4590801"/>
              <a:gd name="connsiteX7" fmla="*/ 2786807 w 4056513"/>
              <a:gd name="connsiteY7" fmla="*/ 2791266 h 4590801"/>
              <a:gd name="connsiteX8" fmla="*/ 2804271 w 4056513"/>
              <a:gd name="connsiteY8" fmla="*/ 3780399 h 4590801"/>
              <a:gd name="connsiteX9" fmla="*/ 3614672 w 4056513"/>
              <a:gd name="connsiteY9" fmla="*/ 4590801 h 4590801"/>
              <a:gd name="connsiteX10" fmla="*/ 2620202 w 4056513"/>
              <a:gd name="connsiteY10" fmla="*/ 4590801 h 4590801"/>
              <a:gd name="connsiteX11" fmla="*/ 2615258 w 4056513"/>
              <a:gd name="connsiteY11" fmla="*/ 4584092 h 4590801"/>
              <a:gd name="connsiteX12" fmla="*/ 2786061 w 4056513"/>
              <a:gd name="connsiteY12" fmla="*/ 2790525 h 4590801"/>
              <a:gd name="connsiteX13" fmla="*/ 2373897 w 4056513"/>
              <a:gd name="connsiteY13" fmla="*/ 2367859 h 4590801"/>
              <a:gd name="connsiteX14" fmla="*/ 3384298 w 4056513"/>
              <a:gd name="connsiteY14" fmla="*/ 2776033 h 4590801"/>
              <a:gd name="connsiteX15" fmla="*/ 3383553 w 4056513"/>
              <a:gd name="connsiteY15" fmla="*/ 2776778 h 4590801"/>
              <a:gd name="connsiteX16" fmla="*/ 2394049 w 4056513"/>
              <a:gd name="connsiteY16" fmla="*/ 2794243 h 4590801"/>
              <a:gd name="connsiteX17" fmla="*/ 956059 w 4056513"/>
              <a:gd name="connsiteY17" fmla="*/ 4232234 h 4590801"/>
              <a:gd name="connsiteX18" fmla="*/ 799511 w 4056513"/>
              <a:gd name="connsiteY18" fmla="*/ 4468079 h 4590801"/>
              <a:gd name="connsiteX19" fmla="*/ 763168 w 4056513"/>
              <a:gd name="connsiteY19" fmla="*/ 4590801 h 4590801"/>
              <a:gd name="connsiteX20" fmla="*/ 26867 w 4056513"/>
              <a:gd name="connsiteY20" fmla="*/ 4590801 h 4590801"/>
              <a:gd name="connsiteX21" fmla="*/ 46419 w 4056513"/>
              <a:gd name="connsiteY21" fmla="*/ 4455449 h 4590801"/>
              <a:gd name="connsiteX22" fmla="*/ 440684 w 4056513"/>
              <a:gd name="connsiteY22" fmla="*/ 3714631 h 4590801"/>
              <a:gd name="connsiteX23" fmla="*/ 1367393 w 4056513"/>
              <a:gd name="connsiteY23" fmla="*/ 2787923 h 4590801"/>
              <a:gd name="connsiteX24" fmla="*/ 2373897 w 4056513"/>
              <a:gd name="connsiteY24" fmla="*/ 2367859 h 4590801"/>
              <a:gd name="connsiteX25" fmla="*/ 4056513 w 4056513"/>
              <a:gd name="connsiteY25" fmla="*/ 152169 h 4590801"/>
              <a:gd name="connsiteX26" fmla="*/ 4056513 w 4056513"/>
              <a:gd name="connsiteY26" fmla="*/ 1067128 h 4590801"/>
              <a:gd name="connsiteX27" fmla="*/ 3855455 w 4056513"/>
              <a:gd name="connsiteY27" fmla="*/ 1268186 h 4590801"/>
              <a:gd name="connsiteX28" fmla="*/ 3351225 w 4056513"/>
              <a:gd name="connsiteY28" fmla="*/ 763960 h 4590801"/>
              <a:gd name="connsiteX29" fmla="*/ 3704964 w 4056513"/>
              <a:gd name="connsiteY29" fmla="*/ 410222 h 4590801"/>
              <a:gd name="connsiteX30" fmla="*/ 4052284 w 4056513"/>
              <a:gd name="connsiteY30" fmla="*/ 154132 h 4590801"/>
              <a:gd name="connsiteX31" fmla="*/ 1434834 w 4056513"/>
              <a:gd name="connsiteY31" fmla="*/ 0 h 4590801"/>
              <a:gd name="connsiteX32" fmla="*/ 2449417 w 4056513"/>
              <a:gd name="connsiteY32" fmla="*/ 420251 h 4590801"/>
              <a:gd name="connsiteX33" fmla="*/ 3376496 w 4056513"/>
              <a:gd name="connsiteY33" fmla="*/ 1347330 h 4590801"/>
              <a:gd name="connsiteX34" fmla="*/ 3388387 w 4056513"/>
              <a:gd name="connsiteY34" fmla="*/ 3364236 h 4590801"/>
              <a:gd name="connsiteX35" fmla="*/ 3387641 w 4056513"/>
              <a:gd name="connsiteY35" fmla="*/ 3363491 h 4590801"/>
              <a:gd name="connsiteX36" fmla="*/ 3370180 w 4056513"/>
              <a:gd name="connsiteY36" fmla="*/ 2374362 h 4590801"/>
              <a:gd name="connsiteX37" fmla="*/ 1932186 w 4056513"/>
              <a:gd name="connsiteY37" fmla="*/ 936367 h 4590801"/>
              <a:gd name="connsiteX38" fmla="*/ 923735 w 4056513"/>
              <a:gd name="connsiteY38" fmla="*/ 936367 h 4590801"/>
              <a:gd name="connsiteX39" fmla="*/ 923735 w 4056513"/>
              <a:gd name="connsiteY39" fmla="*/ 1944822 h 4590801"/>
              <a:gd name="connsiteX40" fmla="*/ 1278215 w 4056513"/>
              <a:gd name="connsiteY40" fmla="*/ 2299302 h 4590801"/>
              <a:gd name="connsiteX41" fmla="*/ 773989 w 4056513"/>
              <a:gd name="connsiteY41" fmla="*/ 2803157 h 4590801"/>
              <a:gd name="connsiteX42" fmla="*/ 420251 w 4056513"/>
              <a:gd name="connsiteY42" fmla="*/ 2449418 h 4590801"/>
              <a:gd name="connsiteX43" fmla="*/ 420251 w 4056513"/>
              <a:gd name="connsiteY43" fmla="*/ 420251 h 4590801"/>
              <a:gd name="connsiteX44" fmla="*/ 1434834 w 4056513"/>
              <a:gd name="connsiteY44" fmla="*/ 0 h 4590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4056513" h="4590801">
                <a:moveTo>
                  <a:pt x="4056513" y="3084033"/>
                </a:moveTo>
                <a:lnTo>
                  <a:pt x="4056513" y="3761616"/>
                </a:lnTo>
                <a:lnTo>
                  <a:pt x="3937421" y="3779330"/>
                </a:lnTo>
                <a:cubicBezTo>
                  <a:pt x="3529021" y="3820350"/>
                  <a:pt x="3106336" y="3686649"/>
                  <a:pt x="2790520" y="3378358"/>
                </a:cubicBezTo>
                <a:lnTo>
                  <a:pt x="2791265" y="3377612"/>
                </a:lnTo>
                <a:cubicBezTo>
                  <a:pt x="3070689" y="3637714"/>
                  <a:pt x="3508031" y="3632514"/>
                  <a:pt x="3780395" y="3360151"/>
                </a:cubicBezTo>
                <a:close/>
                <a:moveTo>
                  <a:pt x="2786061" y="2790525"/>
                </a:moveTo>
                <a:lnTo>
                  <a:pt x="2786807" y="2791266"/>
                </a:lnTo>
                <a:cubicBezTo>
                  <a:pt x="2526705" y="3070694"/>
                  <a:pt x="2531905" y="3508036"/>
                  <a:pt x="2804271" y="3780399"/>
                </a:cubicBezTo>
                <a:lnTo>
                  <a:pt x="3614672" y="4590801"/>
                </a:lnTo>
                <a:lnTo>
                  <a:pt x="2620202" y="4590801"/>
                </a:lnTo>
                <a:lnTo>
                  <a:pt x="2615258" y="4584092"/>
                </a:lnTo>
                <a:cubicBezTo>
                  <a:pt x="2249399" y="4031660"/>
                  <a:pt x="2306501" y="3281794"/>
                  <a:pt x="2786061" y="2790525"/>
                </a:cubicBezTo>
                <a:close/>
                <a:moveTo>
                  <a:pt x="2373897" y="2367859"/>
                </a:moveTo>
                <a:cubicBezTo>
                  <a:pt x="2738410" y="2365908"/>
                  <a:pt x="3103575" y="2502000"/>
                  <a:pt x="3384298" y="2776033"/>
                </a:cubicBezTo>
                <a:lnTo>
                  <a:pt x="3383553" y="2776778"/>
                </a:lnTo>
                <a:cubicBezTo>
                  <a:pt x="3103759" y="2516676"/>
                  <a:pt x="2666417" y="2521876"/>
                  <a:pt x="2394049" y="2794243"/>
                </a:cubicBezTo>
                <a:lnTo>
                  <a:pt x="956059" y="4232234"/>
                </a:lnTo>
                <a:cubicBezTo>
                  <a:pt x="886482" y="4301811"/>
                  <a:pt x="834299" y="4382233"/>
                  <a:pt x="799511" y="4468079"/>
                </a:cubicBezTo>
                <a:lnTo>
                  <a:pt x="763168" y="4590801"/>
                </a:lnTo>
                <a:lnTo>
                  <a:pt x="26867" y="4590801"/>
                </a:lnTo>
                <a:lnTo>
                  <a:pt x="46419" y="4455449"/>
                </a:lnTo>
                <a:cubicBezTo>
                  <a:pt x="99005" y="4184068"/>
                  <a:pt x="230420" y="3924896"/>
                  <a:pt x="440684" y="3714631"/>
                </a:cubicBezTo>
                <a:lnTo>
                  <a:pt x="1367393" y="2787923"/>
                </a:lnTo>
                <a:cubicBezTo>
                  <a:pt x="1645517" y="2509802"/>
                  <a:pt x="2009379" y="2369809"/>
                  <a:pt x="2373897" y="2367859"/>
                </a:cubicBezTo>
                <a:close/>
                <a:moveTo>
                  <a:pt x="4056513" y="152169"/>
                </a:moveTo>
                <a:lnTo>
                  <a:pt x="4056513" y="1067128"/>
                </a:lnTo>
                <a:lnTo>
                  <a:pt x="3855455" y="1268186"/>
                </a:lnTo>
                <a:lnTo>
                  <a:pt x="3351225" y="763960"/>
                </a:lnTo>
                <a:lnTo>
                  <a:pt x="3704964" y="410222"/>
                </a:lnTo>
                <a:cubicBezTo>
                  <a:pt x="3810027" y="305160"/>
                  <a:pt x="3927331" y="219797"/>
                  <a:pt x="4052284" y="154132"/>
                </a:cubicBezTo>
                <a:close/>
                <a:moveTo>
                  <a:pt x="1434834" y="0"/>
                </a:moveTo>
                <a:cubicBezTo>
                  <a:pt x="1802043" y="0"/>
                  <a:pt x="2169252" y="140086"/>
                  <a:pt x="2449417" y="420251"/>
                </a:cubicBezTo>
                <a:lnTo>
                  <a:pt x="3376496" y="1347330"/>
                </a:lnTo>
                <a:cubicBezTo>
                  <a:pt x="3932742" y="1903576"/>
                  <a:pt x="3936459" y="2802786"/>
                  <a:pt x="3388387" y="3364236"/>
                </a:cubicBezTo>
                <a:lnTo>
                  <a:pt x="3387641" y="3363491"/>
                </a:lnTo>
                <a:cubicBezTo>
                  <a:pt x="3647743" y="3084067"/>
                  <a:pt x="3642543" y="2646725"/>
                  <a:pt x="3370180" y="2374362"/>
                </a:cubicBezTo>
                <a:lnTo>
                  <a:pt x="1932186" y="936367"/>
                </a:lnTo>
                <a:cubicBezTo>
                  <a:pt x="1653877" y="658059"/>
                  <a:pt x="1202043" y="658059"/>
                  <a:pt x="923735" y="936367"/>
                </a:cubicBezTo>
                <a:cubicBezTo>
                  <a:pt x="645423" y="1214675"/>
                  <a:pt x="645423" y="1666510"/>
                  <a:pt x="923735" y="1944822"/>
                </a:cubicBezTo>
                <a:lnTo>
                  <a:pt x="1278215" y="2299302"/>
                </a:lnTo>
                <a:lnTo>
                  <a:pt x="773989" y="2803157"/>
                </a:lnTo>
                <a:lnTo>
                  <a:pt x="420251" y="2449418"/>
                </a:lnTo>
                <a:cubicBezTo>
                  <a:pt x="-140083" y="1889084"/>
                  <a:pt x="-140083" y="980585"/>
                  <a:pt x="420251" y="420251"/>
                </a:cubicBezTo>
                <a:cubicBezTo>
                  <a:pt x="700420" y="140086"/>
                  <a:pt x="1067629" y="0"/>
                  <a:pt x="1434834" y="0"/>
                </a:cubicBezTo>
                <a:close/>
              </a:path>
            </a:pathLst>
          </a:custGeom>
          <a:solidFill>
            <a:schemeClr val="accent2">
              <a:alpha val="26000"/>
            </a:schemeClr>
          </a:solidFill>
          <a:ln w="19050">
            <a:noFill/>
            <a:miter lim="400000"/>
          </a:ln>
          <a:effectLst/>
        </p:spPr>
        <p:txBody>
          <a:bodyPr wrap="square" lIns="108000" tIns="72000" rIns="108000" bIns="72000" rtlCol="0" anchor="ctr">
            <a:noAutofit/>
          </a:bodyPr>
          <a:lstStyle/>
          <a:p>
            <a:endParaRPr lang="pt-BR" sz="1400">
              <a:solidFill>
                <a:prstClr val="white"/>
              </a:solidFill>
            </a:endParaRPr>
          </a:p>
        </p:txBody>
      </p:sp>
      <p:sp>
        <p:nvSpPr>
          <p:cNvPr id="19" name="Forma Livre: Forma 18">
            <a:extLst>
              <a:ext uri="{FF2B5EF4-FFF2-40B4-BE49-F238E27FC236}">
                <a16:creationId xmlns:a16="http://schemas.microsoft.com/office/drawing/2014/main" id="{2A48D2A4-FD98-4EDC-ADFF-72BB099255E2}"/>
              </a:ext>
            </a:extLst>
          </p:cNvPr>
          <p:cNvSpPr/>
          <p:nvPr userDrawn="1"/>
        </p:nvSpPr>
        <p:spPr>
          <a:xfrm>
            <a:off x="1" y="1"/>
            <a:ext cx="3315145" cy="3175245"/>
          </a:xfrm>
          <a:custGeom>
            <a:avLst/>
            <a:gdLst>
              <a:gd name="connsiteX0" fmla="*/ 0 w 3315145"/>
              <a:gd name="connsiteY0" fmla="*/ 2236979 h 3175245"/>
              <a:gd name="connsiteX1" fmla="*/ 236435 w 3315145"/>
              <a:gd name="connsiteY1" fmla="*/ 2473414 h 3175245"/>
              <a:gd name="connsiteX2" fmla="*/ 0 w 3315145"/>
              <a:gd name="connsiteY2" fmla="*/ 2709849 h 3175245"/>
              <a:gd name="connsiteX3" fmla="*/ 202299 w 3315145"/>
              <a:gd name="connsiteY3" fmla="*/ 84931 h 3175245"/>
              <a:gd name="connsiteX4" fmla="*/ 202984 w 3315145"/>
              <a:gd name="connsiteY4" fmla="*/ 85612 h 3175245"/>
              <a:gd name="connsiteX5" fmla="*/ 219029 w 3315145"/>
              <a:gd name="connsiteY5" fmla="*/ 994309 h 3175245"/>
              <a:gd name="connsiteX6" fmla="*/ 1540083 w 3315145"/>
              <a:gd name="connsiteY6" fmla="*/ 2315368 h 3175245"/>
              <a:gd name="connsiteX7" fmla="*/ 2466531 w 3315145"/>
              <a:gd name="connsiteY7" fmla="*/ 2315368 h 3175245"/>
              <a:gd name="connsiteX8" fmla="*/ 2466531 w 3315145"/>
              <a:gd name="connsiteY8" fmla="*/ 1388919 h 3175245"/>
              <a:gd name="connsiteX9" fmla="*/ 2140874 w 3315145"/>
              <a:gd name="connsiteY9" fmla="*/ 1063262 h 3175245"/>
              <a:gd name="connsiteX10" fmla="*/ 2604096 w 3315145"/>
              <a:gd name="connsiteY10" fmla="*/ 600040 h 3175245"/>
              <a:gd name="connsiteX11" fmla="*/ 2929069 w 3315145"/>
              <a:gd name="connsiteY11" fmla="*/ 925013 h 3175245"/>
              <a:gd name="connsiteX12" fmla="*/ 2929069 w 3315145"/>
              <a:gd name="connsiteY12" fmla="*/ 2789169 h 3175245"/>
              <a:gd name="connsiteX13" fmla="*/ 1064572 w 3315145"/>
              <a:gd name="connsiteY13" fmla="*/ 2789169 h 3175245"/>
              <a:gd name="connsiteX14" fmla="*/ 213223 w 3315145"/>
              <a:gd name="connsiteY14" fmla="*/ 1937824 h 3175245"/>
              <a:gd name="connsiteX15" fmla="*/ 45386 w 3315145"/>
              <a:gd name="connsiteY15" fmla="*/ 1732646 h 3175245"/>
              <a:gd name="connsiteX16" fmla="*/ 0 w 3315145"/>
              <a:gd name="connsiteY16" fmla="*/ 1656146 h 3175245"/>
              <a:gd name="connsiteX17" fmla="*/ 0 w 3315145"/>
              <a:gd name="connsiteY17" fmla="*/ 356152 h 3175245"/>
              <a:gd name="connsiteX18" fmla="*/ 37249 w 3315145"/>
              <a:gd name="connsiteY18" fmla="*/ 291677 h 3175245"/>
              <a:gd name="connsiteX19" fmla="*/ 202299 w 3315145"/>
              <a:gd name="connsiteY19" fmla="*/ 84931 h 3175245"/>
              <a:gd name="connsiteX20" fmla="*/ 1724010 w 3315145"/>
              <a:gd name="connsiteY20" fmla="*/ 0 h 3175245"/>
              <a:gd name="connsiteX21" fmla="*/ 2673326 w 3315145"/>
              <a:gd name="connsiteY21" fmla="*/ 0 h 3175245"/>
              <a:gd name="connsiteX22" fmla="*/ 2059288 w 3315145"/>
              <a:gd name="connsiteY22" fmla="*/ 614038 h 3175245"/>
              <a:gd name="connsiteX23" fmla="*/ 206396 w 3315145"/>
              <a:gd name="connsiteY23" fmla="*/ 624962 h 3175245"/>
              <a:gd name="connsiteX24" fmla="*/ 207080 w 3315145"/>
              <a:gd name="connsiteY24" fmla="*/ 624277 h 3175245"/>
              <a:gd name="connsiteX25" fmla="*/ 1115774 w 3315145"/>
              <a:gd name="connsiteY25" fmla="*/ 608236 h 3175245"/>
              <a:gd name="connsiteX26" fmla="*/ 906999 w 3315145"/>
              <a:gd name="connsiteY26" fmla="*/ 0 h 3175245"/>
              <a:gd name="connsiteX27" fmla="*/ 1092535 w 3315145"/>
              <a:gd name="connsiteY27" fmla="*/ 0 h 3175245"/>
              <a:gd name="connsiteX28" fmla="*/ 1079147 w 3315145"/>
              <a:gd name="connsiteY28" fmla="*/ 56610 h 3175245"/>
              <a:gd name="connsiteX29" fmla="*/ 755644 w 3315145"/>
              <a:gd name="connsiteY29" fmla="*/ 611988 h 3175245"/>
              <a:gd name="connsiteX30" fmla="*/ 754959 w 3315145"/>
              <a:gd name="connsiteY30" fmla="*/ 611304 h 3175245"/>
              <a:gd name="connsiteX31" fmla="*/ 916956 w 3315145"/>
              <a:gd name="connsiteY31" fmla="*/ 32399 h 3175245"/>
              <a:gd name="connsiteX32" fmla="*/ 656320 w 3315145"/>
              <a:gd name="connsiteY32" fmla="*/ 0 h 3175245"/>
              <a:gd name="connsiteX33" fmla="*/ 670776 w 3315145"/>
              <a:gd name="connsiteY33" fmla="*/ 0 h 3175245"/>
              <a:gd name="connsiteX34" fmla="*/ 751888 w 3315145"/>
              <a:gd name="connsiteY34" fmla="*/ 71617 h 3175245"/>
              <a:gd name="connsiteX35" fmla="*/ 751204 w 3315145"/>
              <a:gd name="connsiteY35" fmla="*/ 72302 h 3175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3315145" h="3175245">
                <a:moveTo>
                  <a:pt x="0" y="2236979"/>
                </a:moveTo>
                <a:lnTo>
                  <a:pt x="236435" y="2473414"/>
                </a:lnTo>
                <a:lnTo>
                  <a:pt x="0" y="2709849"/>
                </a:lnTo>
                <a:close/>
                <a:moveTo>
                  <a:pt x="202299" y="84931"/>
                </a:moveTo>
                <a:lnTo>
                  <a:pt x="202984" y="85612"/>
                </a:lnTo>
                <a:cubicBezTo>
                  <a:pt x="-35967" y="342317"/>
                  <a:pt x="-31190" y="744095"/>
                  <a:pt x="219029" y="994309"/>
                </a:cubicBezTo>
                <a:lnTo>
                  <a:pt x="1540083" y="2315368"/>
                </a:lnTo>
                <a:cubicBezTo>
                  <a:pt x="1795760" y="2571044"/>
                  <a:pt x="2210855" y="2571044"/>
                  <a:pt x="2466531" y="2315368"/>
                </a:cubicBezTo>
                <a:cubicBezTo>
                  <a:pt x="2722208" y="2059688"/>
                  <a:pt x="2722208" y="1644596"/>
                  <a:pt x="2466531" y="1388919"/>
                </a:cubicBezTo>
                <a:lnTo>
                  <a:pt x="2140874" y="1063262"/>
                </a:lnTo>
                <a:lnTo>
                  <a:pt x="2604096" y="600040"/>
                </a:lnTo>
                <a:lnTo>
                  <a:pt x="2929069" y="925013"/>
                </a:lnTo>
                <a:cubicBezTo>
                  <a:pt x="3443837" y="1439781"/>
                  <a:pt x="3443837" y="2274401"/>
                  <a:pt x="2929069" y="2789169"/>
                </a:cubicBezTo>
                <a:cubicBezTo>
                  <a:pt x="2414301" y="3303937"/>
                  <a:pt x="1579681" y="3303937"/>
                  <a:pt x="1064572" y="2789169"/>
                </a:cubicBezTo>
                <a:lnTo>
                  <a:pt x="213223" y="1937824"/>
                </a:lnTo>
                <a:cubicBezTo>
                  <a:pt x="149346" y="1873947"/>
                  <a:pt x="93401" y="1805148"/>
                  <a:pt x="45386" y="1732646"/>
                </a:cubicBezTo>
                <a:lnTo>
                  <a:pt x="0" y="1656146"/>
                </a:lnTo>
                <a:lnTo>
                  <a:pt x="0" y="356152"/>
                </a:lnTo>
                <a:lnTo>
                  <a:pt x="37249" y="291677"/>
                </a:lnTo>
                <a:cubicBezTo>
                  <a:pt x="84345" y="218728"/>
                  <a:pt x="139362" y="149405"/>
                  <a:pt x="202299" y="84931"/>
                </a:cubicBezTo>
                <a:close/>
                <a:moveTo>
                  <a:pt x="1724010" y="0"/>
                </a:moveTo>
                <a:lnTo>
                  <a:pt x="2673326" y="0"/>
                </a:lnTo>
                <a:lnTo>
                  <a:pt x="2059288" y="614038"/>
                </a:lnTo>
                <a:cubicBezTo>
                  <a:pt x="1548276" y="1125050"/>
                  <a:pt x="722189" y="1128466"/>
                  <a:pt x="206396" y="624962"/>
                </a:cubicBezTo>
                <a:lnTo>
                  <a:pt x="207080" y="624277"/>
                </a:lnTo>
                <a:cubicBezTo>
                  <a:pt x="463781" y="863228"/>
                  <a:pt x="865559" y="858451"/>
                  <a:pt x="1115774" y="608236"/>
                </a:cubicBezTo>
                <a:close/>
                <a:moveTo>
                  <a:pt x="906999" y="0"/>
                </a:moveTo>
                <a:lnTo>
                  <a:pt x="1092535" y="0"/>
                </a:lnTo>
                <a:lnTo>
                  <a:pt x="1079147" y="56610"/>
                </a:lnTo>
                <a:cubicBezTo>
                  <a:pt x="1020830" y="259315"/>
                  <a:pt x="912989" y="450803"/>
                  <a:pt x="755644" y="611988"/>
                </a:cubicBezTo>
                <a:lnTo>
                  <a:pt x="754959" y="611304"/>
                </a:lnTo>
                <a:cubicBezTo>
                  <a:pt x="904303" y="450865"/>
                  <a:pt x="958441" y="233757"/>
                  <a:pt x="916956" y="32399"/>
                </a:cubicBezTo>
                <a:close/>
                <a:moveTo>
                  <a:pt x="656320" y="0"/>
                </a:moveTo>
                <a:lnTo>
                  <a:pt x="670776" y="0"/>
                </a:lnTo>
                <a:lnTo>
                  <a:pt x="751888" y="71617"/>
                </a:lnTo>
                <a:lnTo>
                  <a:pt x="751204" y="72302"/>
                </a:lnTo>
                <a:close/>
              </a:path>
            </a:pathLst>
          </a:custGeom>
          <a:solidFill>
            <a:schemeClr val="accent2">
              <a:alpha val="26000"/>
            </a:schemeClr>
          </a:solidFill>
          <a:ln w="9525" cap="flat">
            <a:noFill/>
            <a:prstDash val="solid"/>
            <a:miter/>
          </a:ln>
        </p:spPr>
        <p:txBody>
          <a:bodyPr rtlCol="0" anchor="ctr"/>
          <a:lstStyle/>
          <a:p>
            <a:endParaRPr lang="pt-BR">
              <a:solidFill>
                <a:srgbClr val="071C25"/>
              </a:solidFill>
            </a:endParaRPr>
          </a:p>
        </p:txBody>
      </p:sp>
      <p:sp>
        <p:nvSpPr>
          <p:cNvPr id="4" name="Text Placeholder 4"/>
          <p:cNvSpPr>
            <a:spLocks noGrp="1"/>
          </p:cNvSpPr>
          <p:nvPr userDrawn="1">
            <p:ph type="body" sz="quarter" idx="14" hasCustomPrompt="1"/>
          </p:nvPr>
        </p:nvSpPr>
        <p:spPr>
          <a:xfrm>
            <a:off x="478971" y="6579812"/>
            <a:ext cx="9540000" cy="153888"/>
          </a:xfrm>
        </p:spPr>
        <p:txBody>
          <a:bodyPr wrap="square" lIns="0" tIns="0" rIns="0" bIns="0" anchor="b" anchorCtr="0"/>
          <a:lstStyle>
            <a:lvl1pPr marL="0" indent="0" rtl="0">
              <a:spcBef>
                <a:spcPts val="0"/>
              </a:spcBef>
              <a:buNone/>
              <a:defRPr lang="en-GB" sz="900" dirty="0"/>
            </a:lvl1pPr>
            <a:lvl2pPr marL="196850" indent="0">
              <a:buNone/>
              <a:defRPr sz="900"/>
            </a:lvl2pPr>
            <a:lvl3pPr marL="406400" indent="0">
              <a:buNone/>
              <a:defRPr sz="900"/>
            </a:lvl3pPr>
            <a:lvl4pPr marL="588962" indent="0">
              <a:buNone/>
              <a:defRPr sz="1000"/>
            </a:lvl4pPr>
            <a:lvl5pPr marL="817562" indent="0">
              <a:buNone/>
              <a:defRPr sz="1000"/>
            </a:lvl5pPr>
          </a:lstStyle>
          <a:p>
            <a:pPr lvl="0"/>
            <a:r>
              <a:rPr lang="pt-BR" sz="1000">
                <a:latin typeface="+mj-lt"/>
              </a:rPr>
              <a:t>Fonte:</a:t>
            </a:r>
          </a:p>
        </p:txBody>
      </p:sp>
      <p:sp>
        <p:nvSpPr>
          <p:cNvPr id="2" name="Title 1">
            <a:extLst>
              <a:ext uri="{FF2B5EF4-FFF2-40B4-BE49-F238E27FC236}">
                <a16:creationId xmlns:a16="http://schemas.microsoft.com/office/drawing/2014/main" id="{1B54E7BD-1E5B-F942-8FBC-52878BC41B70}"/>
              </a:ext>
            </a:extLst>
          </p:cNvPr>
          <p:cNvSpPr>
            <a:spLocks noGrp="1"/>
          </p:cNvSpPr>
          <p:nvPr userDrawn="1">
            <p:ph type="title"/>
          </p:nvPr>
        </p:nvSpPr>
        <p:spPr>
          <a:xfrm>
            <a:off x="478971" y="349474"/>
            <a:ext cx="11485488" cy="430887"/>
          </a:xfrm>
        </p:spPr>
        <p:txBody>
          <a:bodyPr vert="horz"/>
          <a:lstStyle>
            <a:lvl1pPr rtl="0">
              <a:defRPr sz="2800">
                <a:solidFill>
                  <a:schemeClr val="bg1"/>
                </a:solidFill>
              </a:defRPr>
            </a:lvl1pPr>
          </a:lstStyle>
          <a:p>
            <a:r>
              <a:rPr lang="pt-BR"/>
              <a:t>Click to edit Master title style</a:t>
            </a:r>
          </a:p>
        </p:txBody>
      </p:sp>
      <p:sp>
        <p:nvSpPr>
          <p:cNvPr id="8" name="Slide Number">
            <a:extLst>
              <a:ext uri="{FF2B5EF4-FFF2-40B4-BE49-F238E27FC236}">
                <a16:creationId xmlns:a16="http://schemas.microsoft.com/office/drawing/2014/main" id="{BC1B471D-CDE1-49E8-87EA-DEB421217265}"/>
              </a:ext>
            </a:extLst>
          </p:cNvPr>
          <p:cNvSpPr txBox="1">
            <a:spLocks/>
          </p:cNvSpPr>
          <p:nvPr userDrawn="1"/>
        </p:nvSpPr>
        <p:spPr>
          <a:xfrm>
            <a:off x="11765275" y="6552059"/>
            <a:ext cx="157094" cy="153888"/>
          </a:xfrm>
          <a:prstGeom prst="rect">
            <a:avLst/>
          </a:prstGeom>
        </p:spPr>
        <p:txBody>
          <a:bodyPr vert="horz" wrap="none" lIns="0" tIns="0" rIns="0" bIns="0" rtlCol="0" anchor="ctr">
            <a:spAutoFit/>
          </a:bodyPr>
          <a:lstStyle>
            <a:defPPr>
              <a:defRPr lang="en-US"/>
            </a:defPPr>
            <a:lvl1pPr>
              <a:defRPr sz="1000" baseline="0">
                <a:latin typeface="+mn-lt"/>
              </a:defRPr>
            </a:lvl1pPr>
          </a:lstStyle>
          <a:p>
            <a:pPr algn="r"/>
            <a:fld id="{42C328C1-A84F-4A39-A664-DBA00541A8C6}" type="slidenum">
              <a:rPr lang="pt-BR" smtClean="0">
                <a:solidFill>
                  <a:prstClr val="white"/>
                </a:solidFill>
              </a:rPr>
              <a:pPr algn="r"/>
              <a:t>‹#›</a:t>
            </a:fld>
            <a:endParaRPr lang="pt-BR">
              <a:solidFill>
                <a:prstClr val="white"/>
              </a:solidFill>
            </a:endParaRPr>
          </a:p>
        </p:txBody>
      </p:sp>
      <p:pic>
        <p:nvPicPr>
          <p:cNvPr id="12" name="Picture 11">
            <a:extLst>
              <a:ext uri="{FF2B5EF4-FFF2-40B4-BE49-F238E27FC236}">
                <a16:creationId xmlns:a16="http://schemas.microsoft.com/office/drawing/2014/main" id="{CDCDAEBA-C43A-443A-BB6A-F2FD2F33520F}"/>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10248066" y="6560165"/>
            <a:ext cx="1195200" cy="110315"/>
          </a:xfrm>
          <a:prstGeom prst="rect">
            <a:avLst/>
          </a:prstGeom>
        </p:spPr>
      </p:pic>
    </p:spTree>
    <p:extLst>
      <p:ext uri="{BB962C8B-B14F-4D97-AF65-F5344CB8AC3E}">
        <p14:creationId xmlns:p14="http://schemas.microsoft.com/office/powerpoint/2010/main" val="111342367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ítulo 1">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1"/>
            </p:custDataLst>
            <p:extLst>
              <p:ext uri="{D42A27DB-BD31-4B8C-83A1-F6EECF244321}">
                <p14:modId xmlns:p14="http://schemas.microsoft.com/office/powerpoint/2010/main" val="1860585057"/>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Slide do think-cell" r:id="rId4" imgW="270" imgH="270" progId="TCLayout.ActiveDocument.1">
                  <p:embed/>
                </p:oleObj>
              </mc:Choice>
              <mc:Fallback>
                <p:oleObj name="Slide do think-cell" r:id="rId4" imgW="270" imgH="270" progId="TCLayout.ActiveDocument.1">
                  <p:embed/>
                  <p:pic>
                    <p:nvPicPr>
                      <p:cNvPr id="3" name="Object 2" hidden="1"/>
                      <p:cNvPicPr/>
                      <p:nvPr/>
                    </p:nvPicPr>
                    <p:blipFill>
                      <a:blip r:embed="rId5"/>
                      <a:stretch>
                        <a:fillRect/>
                      </a:stretch>
                    </p:blipFill>
                    <p:spPr>
                      <a:xfrm>
                        <a:off x="2118" y="1589"/>
                        <a:ext cx="2116" cy="1587"/>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A844580B-E44C-4C02-B1B1-A68E777D154D}"/>
              </a:ext>
            </a:extLst>
          </p:cNvPr>
          <p:cNvSpPr/>
          <p:nvPr userDrawn="1">
            <p:custDataLst>
              <p:tags r:id="rId2"/>
            </p:custDataLst>
          </p:nvPr>
        </p:nvSpPr>
        <p:spPr>
          <a:xfrm>
            <a:off x="0" y="0"/>
            <a:ext cx="158750" cy="158750"/>
          </a:xfrm>
          <a:prstGeom prst="rect">
            <a:avLst/>
          </a:prstGeom>
          <a:solidFill>
            <a:schemeClr val="accent2"/>
          </a:solidFill>
          <a:ln w="19050">
            <a:solidFill>
              <a:schemeClr val="accent2"/>
            </a:solidFill>
            <a:miter lim="400000"/>
          </a:ln>
          <a:effectLst/>
        </p:spPr>
        <p:txBody>
          <a:bodyPr wrap="none" lIns="0" tIns="0" rIns="0" bIns="0" numCol="1" spcCol="0" rtlCol="0" anchor="ctr" anchorCtr="0">
            <a:noAutofit/>
          </a:bodyPr>
          <a:lstStyle/>
          <a:p>
            <a:pPr marL="0" lvl="0" indent="0" algn="l" rtl="0"/>
            <a:endParaRPr kumimoji="0" lang="en-US" sz="2000" b="1" i="0" u="none" cap="none" baseline="0">
              <a:solidFill>
                <a:schemeClr val="bg1"/>
              </a:solidFill>
              <a:latin typeface="Arial" panose="020B0604020202020204" pitchFamily="34" charset="0"/>
              <a:ea typeface="+mj-ea"/>
              <a:cs typeface="+mj-cs"/>
              <a:sym typeface="Arial" panose="020B0604020202020204" pitchFamily="34" charset="0"/>
            </a:endParaRPr>
          </a:p>
        </p:txBody>
      </p:sp>
      <p:pic>
        <p:nvPicPr>
          <p:cNvPr id="12" name="Imagem 5">
            <a:extLst>
              <a:ext uri="{FF2B5EF4-FFF2-40B4-BE49-F238E27FC236}">
                <a16:creationId xmlns:a16="http://schemas.microsoft.com/office/drawing/2014/main" id="{61DBDA23-7D21-4696-BA77-B78FF57A26A5}"/>
              </a:ext>
            </a:extLst>
          </p:cNvPr>
          <p:cNvPicPr>
            <a:picLocks/>
          </p:cNvPicPr>
          <p:nvPr userDrawn="1"/>
        </p:nvPicPr>
        <p:blipFill>
          <a:blip r:embed="rId6">
            <a:extLst>
              <a:ext uri="{28A0092B-C50C-407E-A947-70E740481C1C}">
                <a14:useLocalDpi xmlns:a14="http://schemas.microsoft.com/office/drawing/2010/main"/>
              </a:ext>
            </a:extLst>
          </a:blip>
          <a:stretch>
            <a:fillRect/>
          </a:stretch>
        </p:blipFill>
        <p:spPr>
          <a:xfrm>
            <a:off x="0" y="0"/>
            <a:ext cx="12192000" cy="6858000"/>
          </a:xfrm>
          <a:prstGeom prst="rect">
            <a:avLst/>
          </a:prstGeom>
          <a:ln>
            <a:noFill/>
          </a:ln>
        </p:spPr>
      </p:pic>
      <p:pic>
        <p:nvPicPr>
          <p:cNvPr id="15" name="Imagem 7">
            <a:extLst>
              <a:ext uri="{FF2B5EF4-FFF2-40B4-BE49-F238E27FC236}">
                <a16:creationId xmlns:a16="http://schemas.microsoft.com/office/drawing/2014/main" id="{3F65571E-3AD2-43BD-AB0D-3AC8C0BA59F5}"/>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a:stretch/>
        </p:blipFill>
        <p:spPr>
          <a:xfrm>
            <a:off x="643767" y="6373681"/>
            <a:ext cx="2057716" cy="340330"/>
          </a:xfrm>
          <a:prstGeom prst="rect">
            <a:avLst/>
          </a:prstGeom>
        </p:spPr>
      </p:pic>
      <p:sp>
        <p:nvSpPr>
          <p:cNvPr id="14" name="Rectangle 1027"/>
          <p:cNvSpPr>
            <a:spLocks noGrp="1" noChangeArrowheads="1"/>
          </p:cNvSpPr>
          <p:nvPr>
            <p:ph type="subTitle" idx="1"/>
          </p:nvPr>
        </p:nvSpPr>
        <p:spPr>
          <a:xfrm>
            <a:off x="750645" y="2911971"/>
            <a:ext cx="10684936" cy="246221"/>
          </a:xfr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2"/>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rtl="0">
              <a:defRPr lang="pt-BR" sz="1600" b="0" baseline="0" noProof="0" dirty="0" smtClean="0">
                <a:solidFill>
                  <a:schemeClr val="accent2"/>
                </a:solidFill>
                <a:latin typeface="+mj-lt"/>
                <a:ea typeface="+mj-ea"/>
                <a:cs typeface="+mj-cs"/>
              </a:defRPr>
            </a:lvl1pPr>
          </a:lstStyle>
          <a:p>
            <a:pPr lvl="0" defTabSz="913526" fontAlgn="base">
              <a:spcBef>
                <a:spcPct val="0"/>
              </a:spcBef>
              <a:spcAft>
                <a:spcPct val="0"/>
              </a:spcAft>
              <a:tabLst>
                <a:tab pos="275353" algn="l"/>
              </a:tabLst>
            </a:pPr>
            <a:r>
              <a:rPr lang="en-US" noProof="0"/>
              <a:t>Click to edit Master subtitle style</a:t>
            </a:r>
          </a:p>
        </p:txBody>
      </p:sp>
      <p:sp>
        <p:nvSpPr>
          <p:cNvPr id="10" name="TextBox 12"/>
          <p:cNvSpPr txBox="1"/>
          <p:nvPr/>
        </p:nvSpPr>
        <p:spPr>
          <a:xfrm>
            <a:off x="4429040" y="6367447"/>
            <a:ext cx="7006541" cy="307777"/>
          </a:xfrm>
          <a:prstGeom prst="rect">
            <a:avLst/>
          </a:prstGeom>
          <a:noFill/>
        </p:spPr>
        <p:txBody>
          <a:bodyPr wrap="square" lIns="0" tIns="0" rIns="0" bIns="0" rtlCol="0" anchor="ctr" anchorCtr="0">
            <a:spAutoFit/>
          </a:bodyPr>
          <a:lstStyle/>
          <a:p>
            <a:pPr algn="l" rtl="0" eaLnBrk="0" hangingPunct="0"/>
            <a:r>
              <a:rPr lang="en-US" sz="1000">
                <a:solidFill>
                  <a:schemeClr val="bg1">
                    <a:lumMod val="50000"/>
                  </a:schemeClr>
                </a:solidFill>
                <a:latin typeface="+mn-lt"/>
                <a:ea typeface="MS PGothic"/>
                <a:cs typeface="MS PGothic"/>
              </a:rPr>
              <a:t>This document is solely for client use. No part of it may be circulated, quoted, or reproduced for distribution outside the organization without prior written approval from Mirow &amp; Co.</a:t>
            </a:r>
          </a:p>
        </p:txBody>
      </p:sp>
      <p:sp>
        <p:nvSpPr>
          <p:cNvPr id="8" name="Text Placeholder 16">
            <a:extLst>
              <a:ext uri="{FF2B5EF4-FFF2-40B4-BE49-F238E27FC236}">
                <a16:creationId xmlns:a16="http://schemas.microsoft.com/office/drawing/2014/main" id="{826EA26D-EE90-4940-8EB9-A992432E62A2}"/>
              </a:ext>
            </a:extLst>
          </p:cNvPr>
          <p:cNvSpPr>
            <a:spLocks noGrp="1"/>
          </p:cNvSpPr>
          <p:nvPr>
            <p:ph type="body" sz="quarter" idx="11"/>
          </p:nvPr>
        </p:nvSpPr>
        <p:spPr>
          <a:xfrm>
            <a:off x="750645" y="5363972"/>
            <a:ext cx="9510184" cy="215444"/>
          </a:xfrm>
        </p:spPr>
        <p:txBody>
          <a:bodyPr/>
          <a:lstStyle>
            <a:lvl1pPr rtl="0">
              <a:defRPr/>
            </a:lvl1pPr>
          </a:lstStyle>
          <a:p>
            <a:pPr lvl="0"/>
            <a:r>
              <a:rPr lang="en-US"/>
              <a:t>Click to edit Master text styles</a:t>
            </a:r>
          </a:p>
        </p:txBody>
      </p:sp>
      <p:sp>
        <p:nvSpPr>
          <p:cNvPr id="16" name="Title 15">
            <a:extLst>
              <a:ext uri="{FF2B5EF4-FFF2-40B4-BE49-F238E27FC236}">
                <a16:creationId xmlns:a16="http://schemas.microsoft.com/office/drawing/2014/main" id="{0539B138-CABA-B14B-BD56-8A1FDAE5E785}"/>
              </a:ext>
            </a:extLst>
          </p:cNvPr>
          <p:cNvSpPr>
            <a:spLocks noGrp="1"/>
          </p:cNvSpPr>
          <p:nvPr>
            <p:ph type="title"/>
          </p:nvPr>
        </p:nvSpPr>
        <p:spPr>
          <a:xfrm>
            <a:off x="750645" y="2113162"/>
            <a:ext cx="10684936" cy="307777"/>
          </a:xfrm>
          <a:noFill/>
          <a:ln>
            <a:noFill/>
          </a:ln>
          <a:effectLst/>
        </p:spPr>
        <p:txBody>
          <a:bodyPr vert="horz" wrap="square" lIns="0" tIns="0" rIns="0" bIns="0" numCol="1" rtlCol="0" anchor="b" anchorCtr="0" compatLnSpc="1">
            <a:prstTxWarp prst="textNoShape">
              <a:avLst/>
            </a:prstTxWarp>
            <a:spAutoFit/>
          </a:bodyPr>
          <a:lstStyle>
            <a:lvl1pPr rtl="0">
              <a:defRPr lang="en-US">
                <a:solidFill>
                  <a:schemeClr val="bg1"/>
                </a:solidFill>
              </a:defRPr>
            </a:lvl1pPr>
          </a:lstStyle>
          <a:p>
            <a:pPr marL="0" lvl="0" defTabSz="913526" fontAlgn="base">
              <a:spcAft>
                <a:spcPct val="0"/>
              </a:spcAft>
              <a:tabLst>
                <a:tab pos="275353" algn="l"/>
              </a:tabLst>
            </a:pPr>
            <a:r>
              <a:rPr lang="en-US"/>
              <a:t>Click to edit Master title style</a:t>
            </a:r>
          </a:p>
        </p:txBody>
      </p:sp>
    </p:spTree>
    <p:extLst>
      <p:ext uri="{BB962C8B-B14F-4D97-AF65-F5344CB8AC3E}">
        <p14:creationId xmlns:p14="http://schemas.microsoft.com/office/powerpoint/2010/main" val="2221646926"/>
      </p:ext>
    </p:extLst>
  </p:cSld>
  <p:clrMapOvr>
    <a:masterClrMapping/>
  </p:clrMapOvr>
  <p:extLst>
    <p:ext uri="{DCECCB84-F9BA-43D5-87BE-67443E8EF086}">
      <p15:sldGuideLst xmlns:p15="http://schemas.microsoft.com/office/powerpoint/2012/main">
        <p15:guide id="1" orient="horz" pos="1525">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ext Box">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9E0980AA-BCE6-4E26-8843-3669C15888DB}"/>
              </a:ext>
            </a:extLst>
          </p:cNvPr>
          <p:cNvGraphicFramePr>
            <a:graphicFrameLocks noChangeAspect="1"/>
          </p:cNvGraphicFramePr>
          <p:nvPr userDrawn="1">
            <p:custDataLst>
              <p:tags r:id="rId1"/>
            </p:custDataLst>
            <p:extLst>
              <p:ext uri="{D42A27DB-BD31-4B8C-83A1-F6EECF244321}">
                <p14:modId xmlns:p14="http://schemas.microsoft.com/office/powerpoint/2010/main" val="3453626919"/>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Slide do think-cell" r:id="rId4" imgW="493" imgH="493" progId="TCLayout.ActiveDocument.1">
                  <p:embed/>
                </p:oleObj>
              </mc:Choice>
              <mc:Fallback>
                <p:oleObj name="Slide do think-cell" r:id="rId4" imgW="493" imgH="493" progId="TCLayout.ActiveDocument.1">
                  <p:embed/>
                  <p:pic>
                    <p:nvPicPr>
                      <p:cNvPr id="10" name="Object 9" hidden="1">
                        <a:extLst>
                          <a:ext uri="{FF2B5EF4-FFF2-40B4-BE49-F238E27FC236}">
                            <a16:creationId xmlns:a16="http://schemas.microsoft.com/office/drawing/2014/main" id="{9E0980AA-BCE6-4E26-8843-3669C15888DB}"/>
                          </a:ext>
                        </a:extLst>
                      </p:cNvPr>
                      <p:cNvPicPr/>
                      <p:nvPr/>
                    </p:nvPicPr>
                    <p:blipFill>
                      <a:blip r:embed="rId5"/>
                      <a:stretch>
                        <a:fillRect/>
                      </a:stretch>
                    </p:blipFill>
                    <p:spPr>
                      <a:xfrm>
                        <a:off x="2118" y="1589"/>
                        <a:ext cx="2116" cy="1587"/>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C7A294C9-2306-4FDE-86B2-73C171AEC509}"/>
              </a:ext>
            </a:extLst>
          </p:cNvPr>
          <p:cNvSpPr/>
          <p:nvPr userDrawn="1">
            <p:custDataLst>
              <p:tags r:id="rId2"/>
            </p:custDataLst>
          </p:nvPr>
        </p:nvSpPr>
        <p:spPr>
          <a:xfrm>
            <a:off x="0" y="0"/>
            <a:ext cx="158750" cy="158750"/>
          </a:xfrm>
          <a:prstGeom prst="rect">
            <a:avLst/>
          </a:prstGeom>
          <a:solidFill>
            <a:schemeClr val="accent2"/>
          </a:solidFill>
          <a:ln w="19050">
            <a:solidFill>
              <a:schemeClr val="accent2"/>
            </a:solidFill>
            <a:miter lim="400000"/>
          </a:ln>
          <a:effectLst/>
        </p:spPr>
        <p:txBody>
          <a:bodyPr wrap="none" lIns="0" tIns="0" rIns="0" bIns="0" numCol="1" spcCol="0" rtlCol="0" anchor="ctr" anchorCtr="0">
            <a:noAutofit/>
          </a:bodyPr>
          <a:lstStyle/>
          <a:p>
            <a:pPr marL="0" lvl="0" indent="0" algn="l" rtl="0"/>
            <a:endParaRPr kumimoji="0" lang="en-US" sz="2000" b="1" i="0" u="none" cap="none" baseline="0">
              <a:solidFill>
                <a:schemeClr val="bg1"/>
              </a:solidFill>
              <a:latin typeface="Arial" panose="020B0604020202020204" pitchFamily="34" charset="0"/>
              <a:ea typeface="+mj-ea"/>
              <a:cs typeface="+mj-cs"/>
              <a:sym typeface="Arial" panose="020B0604020202020204" pitchFamily="34" charset="0"/>
            </a:endParaRPr>
          </a:p>
        </p:txBody>
      </p:sp>
      <p:sp>
        <p:nvSpPr>
          <p:cNvPr id="4" name="Text Placeholder 4"/>
          <p:cNvSpPr>
            <a:spLocks noGrp="1"/>
          </p:cNvSpPr>
          <p:nvPr>
            <p:ph type="body" sz="quarter" idx="14" hasCustomPrompt="1"/>
          </p:nvPr>
        </p:nvSpPr>
        <p:spPr>
          <a:xfrm>
            <a:off x="233257" y="6538951"/>
            <a:ext cx="9696000" cy="153888"/>
          </a:xfrm>
        </p:spPr>
        <p:txBody>
          <a:bodyPr wrap="square" lIns="0" tIns="0" rIns="0" bIns="0" anchor="b" anchorCtr="0"/>
          <a:lstStyle>
            <a:lvl1pPr marL="0" indent="0" rtl="0">
              <a:spcBef>
                <a:spcPts val="0"/>
              </a:spcBef>
              <a:buNone/>
              <a:defRPr lang="en-GB" sz="900" dirty="0"/>
            </a:lvl1pPr>
            <a:lvl2pPr marL="196850" indent="0">
              <a:buNone/>
              <a:defRPr sz="900"/>
            </a:lvl2pPr>
            <a:lvl3pPr marL="406400" indent="0">
              <a:buNone/>
              <a:defRPr sz="900"/>
            </a:lvl3pPr>
            <a:lvl4pPr marL="588962" indent="0">
              <a:buNone/>
              <a:defRPr sz="1000"/>
            </a:lvl4pPr>
            <a:lvl5pPr marL="817562" indent="0">
              <a:buNone/>
              <a:defRPr sz="1000"/>
            </a:lvl5pPr>
          </a:lstStyle>
          <a:p>
            <a:pPr lvl="0"/>
            <a:r>
              <a:rPr lang="en-US" sz="1000">
                <a:latin typeface="+mj-lt"/>
              </a:rPr>
              <a:t>Fonte:</a:t>
            </a:r>
          </a:p>
        </p:txBody>
      </p:sp>
      <p:sp>
        <p:nvSpPr>
          <p:cNvPr id="8" name="Text Placeholder 7">
            <a:extLst>
              <a:ext uri="{FF2B5EF4-FFF2-40B4-BE49-F238E27FC236}">
                <a16:creationId xmlns:a16="http://schemas.microsoft.com/office/drawing/2014/main" id="{A03F7102-33C7-3E49-ACD8-0A46FA0C6F45}"/>
              </a:ext>
            </a:extLst>
          </p:cNvPr>
          <p:cNvSpPr>
            <a:spLocks noGrp="1"/>
          </p:cNvSpPr>
          <p:nvPr>
            <p:ph type="body" sz="quarter" idx="19"/>
          </p:nvPr>
        </p:nvSpPr>
        <p:spPr>
          <a:xfrm>
            <a:off x="609601" y="1661382"/>
            <a:ext cx="10972799" cy="1249573"/>
          </a:xfrm>
        </p:spPr>
        <p:txBody>
          <a:bodyPr/>
          <a:lstStyle>
            <a:lvl1pPr rtl="0">
              <a:defRPr/>
            </a:lvl1pPr>
            <a:lvl2pPr marL="179388" indent="-177800" rtl="0">
              <a:buFont typeface="Wingdings" pitchFamily="2" charset="2"/>
              <a:buChar char="§"/>
              <a:tabLst/>
              <a:defRPr/>
            </a:lvl2pPr>
            <a:lvl3pPr marL="358775" indent="-179388" rtl="0">
              <a:buSzPct val="120000"/>
              <a:buFont typeface="System Font Regular"/>
              <a:buChar char="‒"/>
              <a:tabLst/>
              <a:defRPr/>
            </a:lvl3pPr>
            <a:lvl4pPr marL="539750" indent="-180975" rtl="0">
              <a:buSzPct val="120000"/>
              <a:buFont typeface="Arial" panose="020B0604020202020204" pitchFamily="34" charset="0"/>
              <a:buChar char="▫"/>
              <a:tabLst/>
              <a:defRPr/>
            </a:lvl4pPr>
            <a:lvl5pPr marL="719138" indent="-179388" rtl="0">
              <a:buFont typeface="Songti SC Regular" panose="02010600040101010101" pitchFamily="2" charset="-122"/>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a:extLst>
              <a:ext uri="{FF2B5EF4-FFF2-40B4-BE49-F238E27FC236}">
                <a16:creationId xmlns:a16="http://schemas.microsoft.com/office/drawing/2014/main" id="{8ADF0F2D-E8E7-4F8A-9686-B2B8F219C11B}"/>
              </a:ext>
            </a:extLst>
          </p:cNvPr>
          <p:cNvSpPr txBox="1">
            <a:spLocks/>
          </p:cNvSpPr>
          <p:nvPr userDrawn="1"/>
        </p:nvSpPr>
        <p:spPr>
          <a:xfrm>
            <a:off x="11762075" y="6511903"/>
            <a:ext cx="160294" cy="157014"/>
          </a:xfrm>
          <a:prstGeom prst="rect">
            <a:avLst/>
          </a:prstGeom>
        </p:spPr>
        <p:txBody>
          <a:bodyPr vert="horz" wrap="none" lIns="0" tIns="0" rIns="0" bIns="0" rtlCol="0" anchor="ctr">
            <a:spAutoFit/>
          </a:bodyPr>
          <a:lstStyle>
            <a:defPPr>
              <a:defRPr lang="en-US"/>
            </a:defPPr>
            <a:lvl1pPr>
              <a:defRPr sz="1000" baseline="0">
                <a:latin typeface="+mn-lt"/>
              </a:defRPr>
            </a:lvl1pPr>
          </a:lstStyle>
          <a:p>
            <a:pPr lvl="0" algn="r" rtl="0"/>
            <a:fld id="{42C328C1-A84F-4A39-A664-DBA00541A8C6}" type="slidenum">
              <a:rPr lang="en-US" smtClean="0"/>
              <a:pPr lvl="0" algn="r" rtl="0"/>
              <a:t>‹#›</a:t>
            </a:fld>
            <a:endParaRPr lang="en-US"/>
          </a:p>
        </p:txBody>
      </p:sp>
      <p:pic>
        <p:nvPicPr>
          <p:cNvPr id="13" name="Imagem 6">
            <a:extLst>
              <a:ext uri="{FF2B5EF4-FFF2-40B4-BE49-F238E27FC236}">
                <a16:creationId xmlns:a16="http://schemas.microsoft.com/office/drawing/2014/main" id="{219DB6FE-6BFA-4D8C-BAF5-84375109D98F}"/>
              </a:ext>
            </a:extLst>
          </p:cNvPr>
          <p:cNvPicPr>
            <a:picLocks noChangeAspect="1"/>
          </p:cNvPicPr>
          <p:nvPr userDrawn="1"/>
        </p:nvPicPr>
        <p:blipFill rotWithShape="1">
          <a:blip r:embed="rId6" cstate="email">
            <a:extLst>
              <a:ext uri="{28A0092B-C50C-407E-A947-70E740481C1C}">
                <a14:useLocalDpi xmlns:a14="http://schemas.microsoft.com/office/drawing/2010/main"/>
              </a:ext>
            </a:extLst>
          </a:blip>
          <a:srcRect/>
          <a:stretch/>
        </p:blipFill>
        <p:spPr>
          <a:xfrm>
            <a:off x="10294574" y="6491716"/>
            <a:ext cx="1193455" cy="197388"/>
          </a:xfrm>
          <a:prstGeom prst="rect">
            <a:avLst/>
          </a:prstGeom>
        </p:spPr>
      </p:pic>
      <p:sp>
        <p:nvSpPr>
          <p:cNvPr id="11" name="Title 1">
            <a:extLst>
              <a:ext uri="{FF2B5EF4-FFF2-40B4-BE49-F238E27FC236}">
                <a16:creationId xmlns:a16="http://schemas.microsoft.com/office/drawing/2014/main" id="{5A9E8F8E-36B5-4528-AD39-A4D01095C961}"/>
              </a:ext>
            </a:extLst>
          </p:cNvPr>
          <p:cNvSpPr>
            <a:spLocks noGrp="1"/>
          </p:cNvSpPr>
          <p:nvPr>
            <p:ph type="title" hasCustomPrompt="1"/>
          </p:nvPr>
        </p:nvSpPr>
        <p:spPr>
          <a:xfrm>
            <a:off x="478971" y="225177"/>
            <a:ext cx="11485488" cy="307777"/>
          </a:xfrm>
          <a:prstGeom prst="rect">
            <a:avLst/>
          </a:prstGeom>
        </p:spPr>
        <p:txBody>
          <a:bodyPr anchor="t"/>
          <a:lstStyle>
            <a:lvl1pPr rtl="0">
              <a:defRPr sz="2000"/>
            </a:lvl1pPr>
          </a:lstStyle>
          <a:p>
            <a:r>
              <a:rPr lang="en-US"/>
              <a:t>Clique para editar o título Mestre</a:t>
            </a:r>
          </a:p>
        </p:txBody>
      </p:sp>
      <p:sp>
        <p:nvSpPr>
          <p:cNvPr id="12" name="Rectangle 6">
            <a:extLst>
              <a:ext uri="{FF2B5EF4-FFF2-40B4-BE49-F238E27FC236}">
                <a16:creationId xmlns:a16="http://schemas.microsoft.com/office/drawing/2014/main" id="{CF866EE1-AD55-4CA8-95D3-0AF3C6051A3E}"/>
              </a:ext>
            </a:extLst>
          </p:cNvPr>
          <p:cNvSpPr/>
          <p:nvPr userDrawn="1"/>
        </p:nvSpPr>
        <p:spPr>
          <a:xfrm>
            <a:off x="-11183" y="249036"/>
            <a:ext cx="414837" cy="260059"/>
          </a:xfrm>
          <a:prstGeom prst="rect">
            <a:avLst/>
          </a:prstGeom>
          <a:solidFill>
            <a:srgbClr val="020E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sz="1800"/>
          </a:p>
        </p:txBody>
      </p:sp>
    </p:spTree>
    <p:extLst>
      <p:ext uri="{BB962C8B-B14F-4D97-AF65-F5344CB8AC3E}">
        <p14:creationId xmlns:p14="http://schemas.microsoft.com/office/powerpoint/2010/main" val="383868617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9E0980AA-BCE6-4E26-8843-3669C15888DB}"/>
              </a:ext>
            </a:extLst>
          </p:cNvPr>
          <p:cNvGraphicFramePr>
            <a:graphicFrameLocks noChangeAspect="1"/>
          </p:cNvGraphicFramePr>
          <p:nvPr userDrawn="1">
            <p:custDataLst>
              <p:tags r:id="rId1"/>
            </p:custDataLst>
            <p:extLst>
              <p:ext uri="{D42A27DB-BD31-4B8C-83A1-F6EECF244321}">
                <p14:modId xmlns:p14="http://schemas.microsoft.com/office/powerpoint/2010/main" val="2435598144"/>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Slide do think-cell" r:id="rId4" imgW="493" imgH="493" progId="TCLayout.ActiveDocument.1">
                  <p:embed/>
                </p:oleObj>
              </mc:Choice>
              <mc:Fallback>
                <p:oleObj name="Slide do think-cell" r:id="rId4" imgW="493" imgH="493" progId="TCLayout.ActiveDocument.1">
                  <p:embed/>
                  <p:pic>
                    <p:nvPicPr>
                      <p:cNvPr id="10" name="Object 9" hidden="1">
                        <a:extLst>
                          <a:ext uri="{FF2B5EF4-FFF2-40B4-BE49-F238E27FC236}">
                            <a16:creationId xmlns:a16="http://schemas.microsoft.com/office/drawing/2014/main" id="{9E0980AA-BCE6-4E26-8843-3669C15888DB}"/>
                          </a:ext>
                        </a:extLst>
                      </p:cNvPr>
                      <p:cNvPicPr/>
                      <p:nvPr/>
                    </p:nvPicPr>
                    <p:blipFill>
                      <a:blip r:embed="rId5"/>
                      <a:stretch>
                        <a:fillRect/>
                      </a:stretch>
                    </p:blipFill>
                    <p:spPr>
                      <a:xfrm>
                        <a:off x="2118" y="1589"/>
                        <a:ext cx="2116" cy="1587"/>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4FE804D7-7F22-4628-B31E-2AE601C042B1}"/>
              </a:ext>
            </a:extLst>
          </p:cNvPr>
          <p:cNvSpPr/>
          <p:nvPr userDrawn="1">
            <p:custDataLst>
              <p:tags r:id="rId2"/>
            </p:custDataLst>
          </p:nvPr>
        </p:nvSpPr>
        <p:spPr>
          <a:xfrm>
            <a:off x="0" y="0"/>
            <a:ext cx="158750" cy="158750"/>
          </a:xfrm>
          <a:prstGeom prst="rect">
            <a:avLst/>
          </a:prstGeom>
          <a:solidFill>
            <a:schemeClr val="accent2"/>
          </a:solidFill>
          <a:ln w="19050">
            <a:solidFill>
              <a:schemeClr val="accent2"/>
            </a:solidFill>
            <a:miter lim="400000"/>
          </a:ln>
          <a:effectLst/>
        </p:spPr>
        <p:txBody>
          <a:bodyPr wrap="none" lIns="0" tIns="0" rIns="0" bIns="0" numCol="1" spcCol="0" rtlCol="0" anchor="ctr" anchorCtr="0">
            <a:noAutofit/>
          </a:bodyPr>
          <a:lstStyle/>
          <a:p>
            <a:pPr marL="0" lvl="0" indent="0" algn="l" rtl="0"/>
            <a:endParaRPr kumimoji="0" lang="en-US" sz="2000" b="1" i="0" u="none" cap="none" baseline="0">
              <a:solidFill>
                <a:schemeClr val="bg1"/>
              </a:solidFill>
              <a:latin typeface="Arial" panose="020B0604020202020204" pitchFamily="34" charset="0"/>
              <a:ea typeface="+mj-ea"/>
              <a:cs typeface="+mj-cs"/>
              <a:sym typeface="Arial" panose="020B0604020202020204" pitchFamily="34" charset="0"/>
            </a:endParaRPr>
          </a:p>
        </p:txBody>
      </p:sp>
      <p:sp>
        <p:nvSpPr>
          <p:cNvPr id="4" name="Text Placeholder 4"/>
          <p:cNvSpPr>
            <a:spLocks noGrp="1"/>
          </p:cNvSpPr>
          <p:nvPr>
            <p:ph type="body" sz="quarter" idx="14" hasCustomPrompt="1"/>
          </p:nvPr>
        </p:nvSpPr>
        <p:spPr>
          <a:xfrm>
            <a:off x="233257" y="6513466"/>
            <a:ext cx="9696000" cy="153888"/>
          </a:xfrm>
        </p:spPr>
        <p:txBody>
          <a:bodyPr wrap="square" lIns="0" tIns="0" rIns="0" bIns="0" anchor="b" anchorCtr="0"/>
          <a:lstStyle>
            <a:lvl1pPr marL="0" indent="0" rtl="0">
              <a:spcBef>
                <a:spcPts val="0"/>
              </a:spcBef>
              <a:buNone/>
              <a:defRPr lang="en-GB" sz="900" dirty="0"/>
            </a:lvl1pPr>
            <a:lvl2pPr marL="196850" indent="0">
              <a:buNone/>
              <a:defRPr sz="900"/>
            </a:lvl2pPr>
            <a:lvl3pPr marL="406400" indent="0">
              <a:buNone/>
              <a:defRPr sz="900"/>
            </a:lvl3pPr>
            <a:lvl4pPr marL="588962" indent="0">
              <a:buNone/>
              <a:defRPr sz="1000"/>
            </a:lvl4pPr>
            <a:lvl5pPr marL="817562" indent="0">
              <a:buNone/>
              <a:defRPr sz="1000"/>
            </a:lvl5pPr>
          </a:lstStyle>
          <a:p>
            <a:pPr lvl="0"/>
            <a:r>
              <a:rPr lang="en-US" sz="1000">
                <a:latin typeface="+mj-lt"/>
              </a:rPr>
              <a:t>Fonte:</a:t>
            </a:r>
          </a:p>
        </p:txBody>
      </p:sp>
      <p:sp>
        <p:nvSpPr>
          <p:cNvPr id="8" name="Slide Number">
            <a:extLst>
              <a:ext uri="{FF2B5EF4-FFF2-40B4-BE49-F238E27FC236}">
                <a16:creationId xmlns:a16="http://schemas.microsoft.com/office/drawing/2014/main" id="{BC1B471D-CDE1-49E8-87EA-DEB421217265}"/>
              </a:ext>
            </a:extLst>
          </p:cNvPr>
          <p:cNvSpPr txBox="1">
            <a:spLocks/>
          </p:cNvSpPr>
          <p:nvPr userDrawn="1"/>
        </p:nvSpPr>
        <p:spPr>
          <a:xfrm>
            <a:off x="11762075" y="6511903"/>
            <a:ext cx="160294" cy="157014"/>
          </a:xfrm>
          <a:prstGeom prst="rect">
            <a:avLst/>
          </a:prstGeom>
        </p:spPr>
        <p:txBody>
          <a:bodyPr vert="horz" wrap="none" lIns="0" tIns="0" rIns="0" bIns="0" rtlCol="0" anchor="ctr">
            <a:spAutoFit/>
          </a:bodyPr>
          <a:lstStyle>
            <a:defPPr>
              <a:defRPr lang="en-US"/>
            </a:defPPr>
            <a:lvl1pPr>
              <a:defRPr sz="1000" baseline="0">
                <a:latin typeface="+mn-lt"/>
              </a:defRPr>
            </a:lvl1pPr>
          </a:lstStyle>
          <a:p>
            <a:pPr lvl="0" algn="r" rtl="0"/>
            <a:fld id="{42C328C1-A84F-4A39-A664-DBA00541A8C6}" type="slidenum">
              <a:rPr lang="en-US" smtClean="0"/>
              <a:pPr lvl="0" algn="r" rtl="0"/>
              <a:t>‹#›</a:t>
            </a:fld>
            <a:endParaRPr lang="en-US"/>
          </a:p>
        </p:txBody>
      </p:sp>
      <p:pic>
        <p:nvPicPr>
          <p:cNvPr id="9" name="Imagem 6">
            <a:extLst>
              <a:ext uri="{FF2B5EF4-FFF2-40B4-BE49-F238E27FC236}">
                <a16:creationId xmlns:a16="http://schemas.microsoft.com/office/drawing/2014/main" id="{D6C5BF70-0885-40D6-A44D-BB0674E90AB3}"/>
              </a:ext>
            </a:extLst>
          </p:cNvPr>
          <p:cNvPicPr>
            <a:picLocks noChangeAspect="1"/>
          </p:cNvPicPr>
          <p:nvPr userDrawn="1"/>
        </p:nvPicPr>
        <p:blipFill rotWithShape="1">
          <a:blip r:embed="rId6" cstate="email">
            <a:extLst>
              <a:ext uri="{28A0092B-C50C-407E-A947-70E740481C1C}">
                <a14:useLocalDpi xmlns:a14="http://schemas.microsoft.com/office/drawing/2010/main"/>
              </a:ext>
            </a:extLst>
          </a:blip>
          <a:srcRect/>
          <a:stretch/>
        </p:blipFill>
        <p:spPr>
          <a:xfrm>
            <a:off x="10294573" y="6491716"/>
            <a:ext cx="1197054" cy="198442"/>
          </a:xfrm>
          <a:prstGeom prst="rect">
            <a:avLst/>
          </a:prstGeom>
        </p:spPr>
      </p:pic>
      <p:sp>
        <p:nvSpPr>
          <p:cNvPr id="11" name="Title 1">
            <a:extLst>
              <a:ext uri="{FF2B5EF4-FFF2-40B4-BE49-F238E27FC236}">
                <a16:creationId xmlns:a16="http://schemas.microsoft.com/office/drawing/2014/main" id="{2419F900-E00F-40AF-9105-49B4B26BC53B}"/>
              </a:ext>
            </a:extLst>
          </p:cNvPr>
          <p:cNvSpPr>
            <a:spLocks noGrp="1"/>
          </p:cNvSpPr>
          <p:nvPr>
            <p:ph type="title" hasCustomPrompt="1"/>
          </p:nvPr>
        </p:nvSpPr>
        <p:spPr>
          <a:xfrm>
            <a:off x="478971" y="225177"/>
            <a:ext cx="11485488" cy="307777"/>
          </a:xfrm>
          <a:prstGeom prst="rect">
            <a:avLst/>
          </a:prstGeom>
        </p:spPr>
        <p:txBody>
          <a:bodyPr anchor="t"/>
          <a:lstStyle>
            <a:lvl1pPr rtl="0">
              <a:defRPr sz="2000"/>
            </a:lvl1pPr>
          </a:lstStyle>
          <a:p>
            <a:r>
              <a:rPr lang="en-US"/>
              <a:t>Clique para editar o título Mestre</a:t>
            </a:r>
          </a:p>
        </p:txBody>
      </p:sp>
      <p:sp>
        <p:nvSpPr>
          <p:cNvPr id="12" name="Rectangle 6">
            <a:extLst>
              <a:ext uri="{FF2B5EF4-FFF2-40B4-BE49-F238E27FC236}">
                <a16:creationId xmlns:a16="http://schemas.microsoft.com/office/drawing/2014/main" id="{1814DADB-949A-40DB-B8C0-E552BCFF9540}"/>
              </a:ext>
            </a:extLst>
          </p:cNvPr>
          <p:cNvSpPr/>
          <p:nvPr userDrawn="1"/>
        </p:nvSpPr>
        <p:spPr>
          <a:xfrm>
            <a:off x="-11183" y="249036"/>
            <a:ext cx="414837" cy="260059"/>
          </a:xfrm>
          <a:prstGeom prst="rect">
            <a:avLst/>
          </a:prstGeom>
          <a:solidFill>
            <a:srgbClr val="020E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sz="1800"/>
          </a:p>
        </p:txBody>
      </p:sp>
    </p:spTree>
    <p:extLst>
      <p:ext uri="{BB962C8B-B14F-4D97-AF65-F5344CB8AC3E}">
        <p14:creationId xmlns:p14="http://schemas.microsoft.com/office/powerpoint/2010/main" val="86702827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8180B629-976D-4310-AF32-6BCD0E8DE5B5}"/>
              </a:ext>
            </a:extLst>
          </p:cNvPr>
          <p:cNvGraphicFramePr>
            <a:graphicFrameLocks noChangeAspect="1"/>
          </p:cNvGraphicFramePr>
          <p:nvPr userDrawn="1">
            <p:custDataLst>
              <p:tags r:id="rId1"/>
            </p:custDataLst>
            <p:extLst>
              <p:ext uri="{D42A27DB-BD31-4B8C-83A1-F6EECF244321}">
                <p14:modId xmlns:p14="http://schemas.microsoft.com/office/powerpoint/2010/main" val="163498296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Slide do think-cell" r:id="rId3" imgW="493" imgH="493" progId="TCLayout.ActiveDocument.1">
                  <p:embed/>
                </p:oleObj>
              </mc:Choice>
              <mc:Fallback>
                <p:oleObj name="Slide do think-cell" r:id="rId3" imgW="493" imgH="493" progId="TCLayout.ActiveDocument.1">
                  <p:embed/>
                  <p:pic>
                    <p:nvPicPr>
                      <p:cNvPr id="2" name="Object 1" hidden="1">
                        <a:extLst>
                          <a:ext uri="{FF2B5EF4-FFF2-40B4-BE49-F238E27FC236}">
                            <a16:creationId xmlns:a16="http://schemas.microsoft.com/office/drawing/2014/main" id="{8180B629-976D-4310-AF32-6BCD0E8DE5B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Retângulo 3">
            <a:extLst>
              <a:ext uri="{FF2B5EF4-FFF2-40B4-BE49-F238E27FC236}">
                <a16:creationId xmlns:a16="http://schemas.microsoft.com/office/drawing/2014/main" id="{770002B3-EC1D-DB49-BC86-0165275CFFB5}"/>
              </a:ext>
            </a:extLst>
          </p:cNvPr>
          <p:cNvSpPr/>
          <p:nvPr userDrawn="1"/>
        </p:nvSpPr>
        <p:spPr>
          <a:xfrm>
            <a:off x="0" y="0"/>
            <a:ext cx="9241183" cy="6858000"/>
          </a:xfrm>
          <a:prstGeom prst="rect">
            <a:avLst/>
          </a:prstGeom>
          <a:solidFill>
            <a:schemeClr val="accent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eaLnBrk="1"/>
            <a:endParaRPr lang="en-US" sz="1800"/>
          </a:p>
        </p:txBody>
      </p:sp>
      <p:pic>
        <p:nvPicPr>
          <p:cNvPr id="10" name="Imagem 28">
            <a:extLst>
              <a:ext uri="{FF2B5EF4-FFF2-40B4-BE49-F238E27FC236}">
                <a16:creationId xmlns:a16="http://schemas.microsoft.com/office/drawing/2014/main" id="{D4EF941C-4C21-514C-AB53-EE407A9FF6E8}"/>
              </a:ext>
            </a:extLst>
          </p:cNvPr>
          <p:cNvPicPr>
            <a:picLocks noChangeAspect="1"/>
          </p:cNvPicPr>
          <p:nvPr userDrawn="1"/>
        </p:nvPicPr>
        <p:blipFill>
          <a:blip r:embed="rId5">
            <a:duotone>
              <a:schemeClr val="accent2">
                <a:shade val="45000"/>
                <a:satMod val="135000"/>
              </a:schemeClr>
              <a:prstClr val="white"/>
            </a:duotone>
            <a:extLst>
              <a:ext uri="{28A0092B-C50C-407E-A947-70E740481C1C}">
                <a14:useLocalDpi xmlns:a14="http://schemas.microsoft.com/office/drawing/2010/main"/>
              </a:ext>
            </a:extLst>
          </a:blip>
          <a:stretch>
            <a:fillRect/>
          </a:stretch>
        </p:blipFill>
        <p:spPr>
          <a:xfrm>
            <a:off x="709844" y="278264"/>
            <a:ext cx="1390174" cy="1390174"/>
          </a:xfrm>
          <a:prstGeom prst="rect">
            <a:avLst/>
          </a:prstGeom>
        </p:spPr>
      </p:pic>
      <p:sp>
        <p:nvSpPr>
          <p:cNvPr id="17" name="Text Placeholder 16">
            <a:extLst>
              <a:ext uri="{FF2B5EF4-FFF2-40B4-BE49-F238E27FC236}">
                <a16:creationId xmlns:a16="http://schemas.microsoft.com/office/drawing/2014/main" id="{61497248-BE42-4BEF-B891-1ECD21E95A71}"/>
              </a:ext>
            </a:extLst>
          </p:cNvPr>
          <p:cNvSpPr>
            <a:spLocks noGrp="1"/>
          </p:cNvSpPr>
          <p:nvPr>
            <p:ph type="body" sz="quarter" idx="17" hasCustomPrompt="1"/>
          </p:nvPr>
        </p:nvSpPr>
        <p:spPr>
          <a:xfrm>
            <a:off x="709844" y="1885534"/>
            <a:ext cx="8086917" cy="314028"/>
          </a:xfrm>
        </p:spPr>
        <p:txBody>
          <a:bodyPr anchor="b">
            <a:spAutoFit/>
          </a:bodyPr>
          <a:lstStyle>
            <a:lvl1pPr rtl="0">
              <a:defRPr sz="2000" b="1" cap="all" baseline="0">
                <a:solidFill>
                  <a:schemeClr val="bg1"/>
                </a:solidFill>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EDIT MASTER TEXT STYLES</a:t>
            </a:r>
          </a:p>
        </p:txBody>
      </p:sp>
      <p:sp>
        <p:nvSpPr>
          <p:cNvPr id="13" name="Slide Number">
            <a:extLst>
              <a:ext uri="{FF2B5EF4-FFF2-40B4-BE49-F238E27FC236}">
                <a16:creationId xmlns:a16="http://schemas.microsoft.com/office/drawing/2014/main" id="{BF83F819-8759-4CD9-8F19-037258F0D4A4}"/>
              </a:ext>
            </a:extLst>
          </p:cNvPr>
          <p:cNvSpPr txBox="1">
            <a:spLocks/>
          </p:cNvSpPr>
          <p:nvPr userDrawn="1"/>
        </p:nvSpPr>
        <p:spPr>
          <a:xfrm>
            <a:off x="11762075" y="6511903"/>
            <a:ext cx="160294" cy="157014"/>
          </a:xfrm>
          <a:prstGeom prst="rect">
            <a:avLst/>
          </a:prstGeom>
        </p:spPr>
        <p:txBody>
          <a:bodyPr vert="horz" wrap="none" lIns="0" tIns="0" rIns="0" bIns="0" rtlCol="0" anchor="ctr">
            <a:spAutoFit/>
          </a:bodyPr>
          <a:lstStyle>
            <a:defPPr>
              <a:defRPr lang="en-US"/>
            </a:defPPr>
            <a:lvl1pPr>
              <a:defRPr sz="1000" baseline="0">
                <a:latin typeface="+mn-lt"/>
              </a:defRPr>
            </a:lvl1pPr>
          </a:lstStyle>
          <a:p>
            <a:pPr lvl="0" algn="r" rtl="0"/>
            <a:fld id="{42C328C1-A84F-4A39-A664-DBA00541A8C6}" type="slidenum">
              <a:rPr lang="en-US" smtClean="0"/>
              <a:pPr lvl="0" algn="r" rtl="0"/>
              <a:t>‹#›</a:t>
            </a:fld>
            <a:endParaRPr lang="en-US"/>
          </a:p>
        </p:txBody>
      </p:sp>
      <p:pic>
        <p:nvPicPr>
          <p:cNvPr id="14" name="Imagem 6">
            <a:extLst>
              <a:ext uri="{FF2B5EF4-FFF2-40B4-BE49-F238E27FC236}">
                <a16:creationId xmlns:a16="http://schemas.microsoft.com/office/drawing/2014/main" id="{A587F68A-25E7-4470-812B-FF3B853C5511}"/>
              </a:ext>
            </a:extLst>
          </p:cNvPr>
          <p:cNvPicPr>
            <a:picLocks noChangeAspect="1"/>
          </p:cNvPicPr>
          <p:nvPr userDrawn="1"/>
        </p:nvPicPr>
        <p:blipFill rotWithShape="1">
          <a:blip r:embed="rId6" cstate="email">
            <a:extLst>
              <a:ext uri="{28A0092B-C50C-407E-A947-70E740481C1C}">
                <a14:useLocalDpi xmlns:a14="http://schemas.microsoft.com/office/drawing/2010/main"/>
              </a:ext>
            </a:extLst>
          </a:blip>
          <a:srcRect/>
          <a:stretch/>
        </p:blipFill>
        <p:spPr>
          <a:xfrm>
            <a:off x="10294574" y="6491716"/>
            <a:ext cx="1193455" cy="197388"/>
          </a:xfrm>
          <a:prstGeom prst="rect">
            <a:avLst/>
          </a:prstGeom>
        </p:spPr>
      </p:pic>
    </p:spTree>
    <p:extLst>
      <p:ext uri="{BB962C8B-B14F-4D97-AF65-F5344CB8AC3E}">
        <p14:creationId xmlns:p14="http://schemas.microsoft.com/office/powerpoint/2010/main" val="56167380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IntroList">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0D257F6B-A228-427D-9318-C6C3CD9238C7}"/>
              </a:ext>
            </a:extLst>
          </p:cNvPr>
          <p:cNvGraphicFramePr>
            <a:graphicFrameLocks noChangeAspect="1"/>
          </p:cNvGraphicFramePr>
          <p:nvPr userDrawn="1">
            <p:custDataLst>
              <p:tags r:id="rId1"/>
            </p:custDataLst>
            <p:extLst>
              <p:ext uri="{D42A27DB-BD31-4B8C-83A1-F6EECF244321}">
                <p14:modId xmlns:p14="http://schemas.microsoft.com/office/powerpoint/2010/main" val="364075485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Slide do think-cell" r:id="rId4" imgW="493" imgH="493" progId="TCLayout.ActiveDocument.1">
                  <p:embed/>
                </p:oleObj>
              </mc:Choice>
              <mc:Fallback>
                <p:oleObj name="Slide do think-cell" r:id="rId4" imgW="493" imgH="493" progId="TCLayout.ActiveDocument.1">
                  <p:embed/>
                  <p:pic>
                    <p:nvPicPr>
                      <p:cNvPr id="5" name="Object 4" hidden="1">
                        <a:extLst>
                          <a:ext uri="{FF2B5EF4-FFF2-40B4-BE49-F238E27FC236}">
                            <a16:creationId xmlns:a16="http://schemas.microsoft.com/office/drawing/2014/main" id="{0D257F6B-A228-427D-9318-C6C3CD9238C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9E63C2AE-5E68-4029-8CDA-F92D76CB95C9}"/>
              </a:ext>
            </a:extLst>
          </p:cNvPr>
          <p:cNvSpPr/>
          <p:nvPr userDrawn="1">
            <p:custDataLst>
              <p:tags r:id="rId2"/>
            </p:custDataLst>
          </p:nvPr>
        </p:nvSpPr>
        <p:spPr>
          <a:xfrm>
            <a:off x="0" y="0"/>
            <a:ext cx="158750" cy="158750"/>
          </a:xfrm>
          <a:prstGeom prst="rect">
            <a:avLst/>
          </a:prstGeom>
          <a:solidFill>
            <a:schemeClr val="accent2"/>
          </a:solidFill>
          <a:ln w="19050">
            <a:solidFill>
              <a:schemeClr val="accent2"/>
            </a:solidFill>
            <a:miter lim="400000"/>
          </a:ln>
          <a:effectLst/>
        </p:spPr>
        <p:txBody>
          <a:bodyPr wrap="none" lIns="0" tIns="0" rIns="0" bIns="0" numCol="1" spcCol="0" rtlCol="0" anchor="ctr" anchorCtr="0">
            <a:noAutofit/>
          </a:bodyPr>
          <a:lstStyle/>
          <a:p>
            <a:pPr marL="0" lvl="0" indent="0" algn="l" rtl="0"/>
            <a:endParaRPr kumimoji="0" lang="en-US" sz="2000" b="1" i="0" u="none" cap="none" baseline="0">
              <a:solidFill>
                <a:schemeClr val="bg1"/>
              </a:solidFill>
              <a:latin typeface="Arial" panose="020B0604020202020204" pitchFamily="34" charset="0"/>
              <a:ea typeface="+mj-ea"/>
              <a:cs typeface="+mj-cs"/>
              <a:sym typeface="Arial" panose="020B0604020202020204" pitchFamily="34" charset="0"/>
            </a:endParaRPr>
          </a:p>
        </p:txBody>
      </p:sp>
      <p:sp>
        <p:nvSpPr>
          <p:cNvPr id="13" name="Retângulo 3">
            <a:extLst>
              <a:ext uri="{FF2B5EF4-FFF2-40B4-BE49-F238E27FC236}">
                <a16:creationId xmlns:a16="http://schemas.microsoft.com/office/drawing/2014/main" id="{85A79875-7011-4D5B-9793-58F9B69BB165}"/>
              </a:ext>
            </a:extLst>
          </p:cNvPr>
          <p:cNvSpPr/>
          <p:nvPr userDrawn="1"/>
        </p:nvSpPr>
        <p:spPr>
          <a:xfrm>
            <a:off x="0" y="0"/>
            <a:ext cx="9241183" cy="6858000"/>
          </a:xfrm>
          <a:prstGeom prst="rect">
            <a:avLst/>
          </a:prstGeom>
          <a:solidFill>
            <a:schemeClr val="accent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eaLnBrk="1"/>
            <a:endParaRPr lang="en-US" sz="1800"/>
          </a:p>
        </p:txBody>
      </p:sp>
      <p:pic>
        <p:nvPicPr>
          <p:cNvPr id="18" name="Imagem 28">
            <a:extLst>
              <a:ext uri="{FF2B5EF4-FFF2-40B4-BE49-F238E27FC236}">
                <a16:creationId xmlns:a16="http://schemas.microsoft.com/office/drawing/2014/main" id="{89B42592-C0E7-4164-B0F4-8FECC8415C3A}"/>
              </a:ext>
            </a:extLst>
          </p:cNvPr>
          <p:cNvPicPr>
            <a:picLocks noChangeAspect="1"/>
          </p:cNvPicPr>
          <p:nvPr userDrawn="1"/>
        </p:nvPicPr>
        <p:blipFill>
          <a:blip r:embed="rId6">
            <a:duotone>
              <a:schemeClr val="accent2">
                <a:shade val="45000"/>
                <a:satMod val="135000"/>
              </a:schemeClr>
              <a:prstClr val="white"/>
            </a:duotone>
            <a:extLst>
              <a:ext uri="{28A0092B-C50C-407E-A947-70E740481C1C}">
                <a14:useLocalDpi xmlns:a14="http://schemas.microsoft.com/office/drawing/2010/main"/>
              </a:ext>
            </a:extLst>
          </a:blip>
          <a:stretch>
            <a:fillRect/>
          </a:stretch>
        </p:blipFill>
        <p:spPr>
          <a:xfrm>
            <a:off x="709844" y="278264"/>
            <a:ext cx="1390174" cy="1390174"/>
          </a:xfrm>
          <a:prstGeom prst="rect">
            <a:avLst/>
          </a:prstGeom>
        </p:spPr>
      </p:pic>
      <p:sp>
        <p:nvSpPr>
          <p:cNvPr id="10" name="Text Placeholder 2">
            <a:extLst>
              <a:ext uri="{FF2B5EF4-FFF2-40B4-BE49-F238E27FC236}">
                <a16:creationId xmlns:a16="http://schemas.microsoft.com/office/drawing/2014/main" id="{35ADB02F-A433-AC41-BB78-B825F11CFF82}"/>
              </a:ext>
            </a:extLst>
          </p:cNvPr>
          <p:cNvSpPr>
            <a:spLocks noGrp="1"/>
          </p:cNvSpPr>
          <p:nvPr>
            <p:ph type="body" sz="quarter" idx="18"/>
          </p:nvPr>
        </p:nvSpPr>
        <p:spPr>
          <a:xfrm>
            <a:off x="1288611" y="2332685"/>
            <a:ext cx="7508151" cy="1846659"/>
          </a:xfrm>
        </p:spPr>
        <p:txBody>
          <a:bodyPr/>
          <a:lstStyle>
            <a:lvl1pPr marL="180975" indent="-180975" rtl="0">
              <a:spcBef>
                <a:spcPts val="1200"/>
              </a:spcBef>
              <a:buFont typeface="Wingdings" panose="05000000000000000000" pitchFamily="2" charset="2"/>
              <a:buChar char="§"/>
              <a:defRPr sz="1600">
                <a:solidFill>
                  <a:schemeClr val="bg1"/>
                </a:solidFill>
              </a:defRPr>
            </a:lvl1pPr>
            <a:lvl2pPr marL="360363" indent="-179388" rtl="0">
              <a:spcBef>
                <a:spcPts val="1200"/>
              </a:spcBef>
              <a:defRPr sz="1600">
                <a:solidFill>
                  <a:schemeClr val="bg1"/>
                </a:solidFill>
              </a:defRPr>
            </a:lvl2pPr>
            <a:lvl3pPr marL="541338" indent="-180975" rtl="0">
              <a:spcBef>
                <a:spcPts val="1200"/>
              </a:spcBef>
              <a:defRPr sz="1600">
                <a:solidFill>
                  <a:schemeClr val="bg1"/>
                </a:solidFill>
              </a:defRPr>
            </a:lvl3pPr>
            <a:lvl4pPr marL="715963" indent="-174625" rtl="0">
              <a:spcBef>
                <a:spcPts val="1200"/>
              </a:spcBef>
              <a:buFont typeface="Courier New" panose="02070309020205020404" pitchFamily="49" charset="0"/>
              <a:buChar char="o"/>
              <a:defRPr sz="1600">
                <a:solidFill>
                  <a:schemeClr val="bg1"/>
                </a:solidFill>
              </a:defRPr>
            </a:lvl4pPr>
            <a:lvl5pPr rtl="0">
              <a:spcBef>
                <a:spcPts val="1200"/>
              </a:spcBef>
              <a:defRPr sz="1600">
                <a:solidFill>
                  <a:schemeClr val="bg1"/>
                </a:solidFill>
              </a:defRPr>
            </a:lvl5pPr>
            <a:lvl6pPr marL="2286000" indent="0">
              <a:buNone/>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A99D34CF-C3F6-0A44-898E-B891D1AC555D}"/>
              </a:ext>
            </a:extLst>
          </p:cNvPr>
          <p:cNvSpPr>
            <a:spLocks noGrp="1"/>
          </p:cNvSpPr>
          <p:nvPr>
            <p:ph type="title"/>
          </p:nvPr>
        </p:nvSpPr>
        <p:spPr>
          <a:xfrm>
            <a:off x="709844" y="1885535"/>
            <a:ext cx="8405803" cy="307777"/>
          </a:xfrm>
        </p:spPr>
        <p:txBody>
          <a:bodyPr vert="horz" wrap="square" lIns="0" tIns="0" rIns="0" bIns="0" rtlCol="0" anchor="t" anchorCtr="0">
            <a:spAutoFit/>
          </a:bodyPr>
          <a:lstStyle>
            <a:lvl1pPr rtl="0">
              <a:defRPr lang="en-US" cap="all">
                <a:solidFill>
                  <a:schemeClr val="bg1"/>
                </a:solidFill>
              </a:defRPr>
            </a:lvl1pPr>
          </a:lstStyle>
          <a:p>
            <a:pPr marL="0" lvl="0" indent="0">
              <a:buFont typeface="Arial" pitchFamily="34" charset="0"/>
            </a:pPr>
            <a:r>
              <a:rPr lang="en-US"/>
              <a:t>Click to edit Master title style</a:t>
            </a:r>
          </a:p>
        </p:txBody>
      </p:sp>
      <p:sp>
        <p:nvSpPr>
          <p:cNvPr id="11" name="Slide Number">
            <a:extLst>
              <a:ext uri="{FF2B5EF4-FFF2-40B4-BE49-F238E27FC236}">
                <a16:creationId xmlns:a16="http://schemas.microsoft.com/office/drawing/2014/main" id="{F7447CC1-0D61-4E0A-85B2-D41D0DDC0F76}"/>
              </a:ext>
            </a:extLst>
          </p:cNvPr>
          <p:cNvSpPr txBox="1">
            <a:spLocks/>
          </p:cNvSpPr>
          <p:nvPr userDrawn="1"/>
        </p:nvSpPr>
        <p:spPr>
          <a:xfrm>
            <a:off x="11762075" y="6511903"/>
            <a:ext cx="160294" cy="157014"/>
          </a:xfrm>
          <a:prstGeom prst="rect">
            <a:avLst/>
          </a:prstGeom>
        </p:spPr>
        <p:txBody>
          <a:bodyPr vert="horz" wrap="none" lIns="0" tIns="0" rIns="0" bIns="0" rtlCol="0" anchor="ctr">
            <a:spAutoFit/>
          </a:bodyPr>
          <a:lstStyle>
            <a:defPPr>
              <a:defRPr lang="en-US"/>
            </a:defPPr>
            <a:lvl1pPr>
              <a:defRPr sz="1000" baseline="0">
                <a:latin typeface="+mn-lt"/>
              </a:defRPr>
            </a:lvl1pPr>
          </a:lstStyle>
          <a:p>
            <a:pPr lvl="0" algn="r" rtl="0"/>
            <a:fld id="{42C328C1-A84F-4A39-A664-DBA00541A8C6}" type="slidenum">
              <a:rPr lang="en-US" smtClean="0"/>
              <a:pPr lvl="0" algn="r" rtl="0"/>
              <a:t>‹#›</a:t>
            </a:fld>
            <a:endParaRPr lang="en-US"/>
          </a:p>
        </p:txBody>
      </p:sp>
      <p:pic>
        <p:nvPicPr>
          <p:cNvPr id="12" name="Imagem 6">
            <a:extLst>
              <a:ext uri="{FF2B5EF4-FFF2-40B4-BE49-F238E27FC236}">
                <a16:creationId xmlns:a16="http://schemas.microsoft.com/office/drawing/2014/main" id="{0FE8F3F5-3D27-4B1D-AFF5-3ABE6AE5B944}"/>
              </a:ext>
            </a:extLst>
          </p:cNvPr>
          <p:cNvPicPr>
            <a:picLocks noChangeAspect="1"/>
          </p:cNvPicPr>
          <p:nvPr userDrawn="1"/>
        </p:nvPicPr>
        <p:blipFill rotWithShape="1">
          <a:blip r:embed="rId7" cstate="email">
            <a:extLst>
              <a:ext uri="{28A0092B-C50C-407E-A947-70E740481C1C}">
                <a14:useLocalDpi xmlns:a14="http://schemas.microsoft.com/office/drawing/2010/main"/>
              </a:ext>
            </a:extLst>
          </a:blip>
          <a:srcRect/>
          <a:stretch/>
        </p:blipFill>
        <p:spPr>
          <a:xfrm>
            <a:off x="10294574" y="6491716"/>
            <a:ext cx="1193455" cy="197388"/>
          </a:xfrm>
          <a:prstGeom prst="rect">
            <a:avLst/>
          </a:prstGeom>
        </p:spPr>
      </p:pic>
    </p:spTree>
    <p:extLst>
      <p:ext uri="{BB962C8B-B14F-4D97-AF65-F5344CB8AC3E}">
        <p14:creationId xmlns:p14="http://schemas.microsoft.com/office/powerpoint/2010/main" val="192086324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_Layout Personalizado">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1137E873-3395-4CA4-875E-A0B0E7BF2302}"/>
              </a:ext>
            </a:extLst>
          </p:cNvPr>
          <p:cNvGraphicFramePr>
            <a:graphicFrameLocks noChangeAspect="1"/>
          </p:cNvGraphicFramePr>
          <p:nvPr>
            <p:custDataLst>
              <p:tags r:id="rId1"/>
            </p:custDataLst>
            <p:extLst>
              <p:ext uri="{D42A27DB-BD31-4B8C-83A1-F6EECF244321}">
                <p14:modId xmlns:p14="http://schemas.microsoft.com/office/powerpoint/2010/main" val="1056560201"/>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Slide do think-cell" r:id="rId4" imgW="493" imgH="493" progId="TCLayout.ActiveDocument.1">
                  <p:embed/>
                </p:oleObj>
              </mc:Choice>
              <mc:Fallback>
                <p:oleObj name="Slide do think-cell" r:id="rId4" imgW="493" imgH="493" progId="TCLayout.ActiveDocument.1">
                  <p:embed/>
                  <p:pic>
                    <p:nvPicPr>
                      <p:cNvPr id="2" name="Object 1" hidden="1">
                        <a:extLst>
                          <a:ext uri="{FF2B5EF4-FFF2-40B4-BE49-F238E27FC236}">
                            <a16:creationId xmlns:a16="http://schemas.microsoft.com/office/drawing/2014/main" id="{1137E873-3395-4CA4-875E-A0B0E7BF2302}"/>
                          </a:ext>
                        </a:extLst>
                      </p:cNvPr>
                      <p:cNvPicPr/>
                      <p:nvPr/>
                    </p:nvPicPr>
                    <p:blipFill>
                      <a:blip r:embed="rId5"/>
                      <a:stretch>
                        <a:fillRect/>
                      </a:stretch>
                    </p:blipFill>
                    <p:spPr>
                      <a:xfrm>
                        <a:off x="2118" y="1589"/>
                        <a:ext cx="2116" cy="1587"/>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3ED6A465-F6C5-4E8F-B9DE-C5B62BA8FB3C}"/>
              </a:ext>
            </a:extLst>
          </p:cNvPr>
          <p:cNvSpPr/>
          <p:nvPr userDrawn="1">
            <p:custDataLst>
              <p:tags r:id="rId2"/>
            </p:custDataLst>
          </p:nvPr>
        </p:nvSpPr>
        <p:spPr>
          <a:xfrm>
            <a:off x="0" y="0"/>
            <a:ext cx="158750" cy="158750"/>
          </a:xfrm>
          <a:prstGeom prst="rect">
            <a:avLst/>
          </a:prstGeom>
          <a:solidFill>
            <a:schemeClr val="accent2"/>
          </a:solidFill>
          <a:ln w="19050">
            <a:solidFill>
              <a:schemeClr val="accent2"/>
            </a:solidFill>
            <a:miter lim="400000"/>
          </a:ln>
          <a:effectLst/>
        </p:spPr>
        <p:txBody>
          <a:bodyPr wrap="none" lIns="0" tIns="0" rIns="0" bIns="0" numCol="1" spcCol="0" rtlCol="0" anchor="ctr" anchorCtr="0">
            <a:noAutofit/>
          </a:bodyPr>
          <a:lstStyle/>
          <a:p>
            <a:pPr marL="0" lvl="0" indent="0" algn="l" rtl="0"/>
            <a:endParaRPr kumimoji="0" lang="en-US" sz="2000" b="1" i="0" u="none" cap="none" baseline="0">
              <a:solidFill>
                <a:schemeClr val="bg1"/>
              </a:solidFill>
              <a:latin typeface="Arial" panose="020B0604020202020204" pitchFamily="34" charset="0"/>
              <a:ea typeface="+mj-ea"/>
              <a:cs typeface="+mj-cs"/>
              <a:sym typeface="Arial" panose="020B0604020202020204" pitchFamily="34" charset="0"/>
            </a:endParaRPr>
          </a:p>
        </p:txBody>
      </p:sp>
      <p:sp>
        <p:nvSpPr>
          <p:cNvPr id="9" name="Shape 1409">
            <a:extLst>
              <a:ext uri="{FF2B5EF4-FFF2-40B4-BE49-F238E27FC236}">
                <a16:creationId xmlns:a16="http://schemas.microsoft.com/office/drawing/2014/main" id="{434A38E0-EED8-4B24-8585-F773498C4BAB}"/>
              </a:ext>
            </a:extLst>
          </p:cNvPr>
          <p:cNvSpPr/>
          <p:nvPr userDrawn="1"/>
        </p:nvSpPr>
        <p:spPr>
          <a:xfrm>
            <a:off x="0" y="1911927"/>
            <a:ext cx="12192000" cy="4946073"/>
          </a:xfrm>
          <a:prstGeom prst="rect">
            <a:avLst/>
          </a:prstGeom>
          <a:solidFill>
            <a:schemeClr val="accent5"/>
          </a:solidFill>
          <a:ln w="12700">
            <a:noFill/>
            <a:miter lim="400000"/>
          </a:ln>
        </p:spPr>
        <p:txBody>
          <a:bodyPr lIns="0" tIns="0" rIns="0" bIns="0" anchor="ctr"/>
          <a:lstStyle/>
          <a:p>
            <a:pPr lvl="0" rtl="0">
              <a:defRPr sz="3200"/>
            </a:pPr>
            <a:endParaRPr lang="en-US" sz="3200"/>
          </a:p>
        </p:txBody>
      </p:sp>
      <p:sp>
        <p:nvSpPr>
          <p:cNvPr id="14" name="Slide Number">
            <a:extLst>
              <a:ext uri="{FF2B5EF4-FFF2-40B4-BE49-F238E27FC236}">
                <a16:creationId xmlns:a16="http://schemas.microsoft.com/office/drawing/2014/main" id="{2D7D5310-36CA-4B20-A424-0E180F366012}"/>
              </a:ext>
            </a:extLst>
          </p:cNvPr>
          <p:cNvSpPr txBox="1">
            <a:spLocks/>
          </p:cNvSpPr>
          <p:nvPr userDrawn="1"/>
        </p:nvSpPr>
        <p:spPr>
          <a:xfrm>
            <a:off x="11762075" y="6511903"/>
            <a:ext cx="160294" cy="157014"/>
          </a:xfrm>
          <a:prstGeom prst="rect">
            <a:avLst/>
          </a:prstGeom>
        </p:spPr>
        <p:txBody>
          <a:bodyPr vert="horz" wrap="none" lIns="0" tIns="0" rIns="0" bIns="0" rtlCol="0" anchor="ctr">
            <a:spAutoFit/>
          </a:bodyPr>
          <a:lstStyle>
            <a:defPPr>
              <a:defRPr lang="en-US"/>
            </a:defPPr>
            <a:lvl1pPr>
              <a:defRPr sz="1000" baseline="0">
                <a:latin typeface="+mn-lt"/>
              </a:defRPr>
            </a:lvl1pPr>
          </a:lstStyle>
          <a:p>
            <a:pPr lvl="0" algn="r" rtl="0"/>
            <a:fld id="{42C328C1-A84F-4A39-A664-DBA00541A8C6}" type="slidenum">
              <a:rPr lang="en-US" smtClean="0">
                <a:solidFill>
                  <a:schemeClr val="bg1"/>
                </a:solidFill>
              </a:rPr>
              <a:pPr lvl="0" algn="r" rtl="0"/>
              <a:t>‹#›</a:t>
            </a:fld>
            <a:endParaRPr lang="en-US">
              <a:solidFill>
                <a:schemeClr val="bg1"/>
              </a:solidFill>
            </a:endParaRPr>
          </a:p>
        </p:txBody>
      </p:sp>
      <p:pic>
        <p:nvPicPr>
          <p:cNvPr id="13" name="Imagem 7">
            <a:extLst>
              <a:ext uri="{FF2B5EF4-FFF2-40B4-BE49-F238E27FC236}">
                <a16:creationId xmlns:a16="http://schemas.microsoft.com/office/drawing/2014/main" id="{1D8C5B55-4D62-C041-84CF-6C7778C5FBF0}"/>
              </a:ext>
            </a:extLst>
          </p:cNvPr>
          <p:cNvPicPr>
            <a:picLocks noChangeAspect="1"/>
          </p:cNvPicPr>
          <p:nvPr userDrawn="1"/>
        </p:nvPicPr>
        <p:blipFill>
          <a:blip r:embed="rId6" cstate="email">
            <a:lum bright="70000" contrast="-70000"/>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a:ext>
            </a:extLst>
          </a:blip>
          <a:stretch>
            <a:fillRect/>
          </a:stretch>
        </p:blipFill>
        <p:spPr>
          <a:xfrm>
            <a:off x="10260491" y="6396038"/>
            <a:ext cx="1240692" cy="361868"/>
          </a:xfrm>
          <a:prstGeom prst="rect">
            <a:avLst/>
          </a:prstGeom>
        </p:spPr>
      </p:pic>
      <p:sp>
        <p:nvSpPr>
          <p:cNvPr id="8" name="Title 1">
            <a:extLst>
              <a:ext uri="{FF2B5EF4-FFF2-40B4-BE49-F238E27FC236}">
                <a16:creationId xmlns:a16="http://schemas.microsoft.com/office/drawing/2014/main" id="{5BBD3F3E-9878-468A-AD13-0BF9BAF3FBB3}"/>
              </a:ext>
            </a:extLst>
          </p:cNvPr>
          <p:cNvSpPr>
            <a:spLocks noGrp="1"/>
          </p:cNvSpPr>
          <p:nvPr>
            <p:ph type="title" hasCustomPrompt="1"/>
          </p:nvPr>
        </p:nvSpPr>
        <p:spPr>
          <a:xfrm>
            <a:off x="478971" y="225177"/>
            <a:ext cx="11485488" cy="307777"/>
          </a:xfrm>
          <a:prstGeom prst="rect">
            <a:avLst/>
          </a:prstGeom>
        </p:spPr>
        <p:txBody>
          <a:bodyPr anchor="t"/>
          <a:lstStyle>
            <a:lvl1pPr rtl="0">
              <a:defRPr sz="2000"/>
            </a:lvl1pPr>
          </a:lstStyle>
          <a:p>
            <a:r>
              <a:rPr lang="en-US"/>
              <a:t>Clique para editar o título Mestre</a:t>
            </a:r>
          </a:p>
        </p:txBody>
      </p:sp>
      <p:sp>
        <p:nvSpPr>
          <p:cNvPr id="10" name="Rectangle 6">
            <a:extLst>
              <a:ext uri="{FF2B5EF4-FFF2-40B4-BE49-F238E27FC236}">
                <a16:creationId xmlns:a16="http://schemas.microsoft.com/office/drawing/2014/main" id="{E0B88CEA-CC4E-45D1-AF1A-204C5CFB575B}"/>
              </a:ext>
            </a:extLst>
          </p:cNvPr>
          <p:cNvSpPr/>
          <p:nvPr userDrawn="1"/>
        </p:nvSpPr>
        <p:spPr>
          <a:xfrm>
            <a:off x="-11183" y="249036"/>
            <a:ext cx="414837" cy="260059"/>
          </a:xfrm>
          <a:prstGeom prst="rect">
            <a:avLst/>
          </a:prstGeom>
          <a:solidFill>
            <a:srgbClr val="020E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sz="1800"/>
          </a:p>
        </p:txBody>
      </p:sp>
    </p:spTree>
    <p:extLst>
      <p:ext uri="{BB962C8B-B14F-4D97-AF65-F5344CB8AC3E}">
        <p14:creationId xmlns:p14="http://schemas.microsoft.com/office/powerpoint/2010/main" val="121521958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3_Layout Personalizado">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4910D163-22BE-4235-9B77-F3A494049FE8}"/>
              </a:ext>
            </a:extLst>
          </p:cNvPr>
          <p:cNvGraphicFramePr>
            <a:graphicFrameLocks noChangeAspect="1"/>
          </p:cNvGraphicFramePr>
          <p:nvPr>
            <p:custDataLst>
              <p:tags r:id="rId1"/>
            </p:custDataLst>
            <p:extLst>
              <p:ext uri="{D42A27DB-BD31-4B8C-83A1-F6EECF244321}">
                <p14:modId xmlns:p14="http://schemas.microsoft.com/office/powerpoint/2010/main" val="351000149"/>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Slide do think-cell" r:id="rId4" imgW="493" imgH="493" progId="TCLayout.ActiveDocument.1">
                  <p:embed/>
                </p:oleObj>
              </mc:Choice>
              <mc:Fallback>
                <p:oleObj name="Slide do think-cell" r:id="rId4" imgW="493" imgH="493" progId="TCLayout.ActiveDocument.1">
                  <p:embed/>
                  <p:pic>
                    <p:nvPicPr>
                      <p:cNvPr id="2" name="Object 1" hidden="1">
                        <a:extLst>
                          <a:ext uri="{FF2B5EF4-FFF2-40B4-BE49-F238E27FC236}">
                            <a16:creationId xmlns:a16="http://schemas.microsoft.com/office/drawing/2014/main" id="{4910D163-22BE-4235-9B77-F3A494049FE8}"/>
                          </a:ext>
                        </a:extLst>
                      </p:cNvPr>
                      <p:cNvPicPr/>
                      <p:nvPr/>
                    </p:nvPicPr>
                    <p:blipFill>
                      <a:blip r:embed="rId5"/>
                      <a:stretch>
                        <a:fillRect/>
                      </a:stretch>
                    </p:blipFill>
                    <p:spPr>
                      <a:xfrm>
                        <a:off x="2118" y="1589"/>
                        <a:ext cx="2116" cy="1587"/>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2C5C2C69-0B78-465A-AD2B-0896E21D1977}"/>
              </a:ext>
            </a:extLst>
          </p:cNvPr>
          <p:cNvSpPr/>
          <p:nvPr userDrawn="1">
            <p:custDataLst>
              <p:tags r:id="rId2"/>
            </p:custDataLst>
          </p:nvPr>
        </p:nvSpPr>
        <p:spPr>
          <a:xfrm>
            <a:off x="0" y="0"/>
            <a:ext cx="158750" cy="158750"/>
          </a:xfrm>
          <a:prstGeom prst="rect">
            <a:avLst/>
          </a:prstGeom>
          <a:solidFill>
            <a:schemeClr val="accent2"/>
          </a:solidFill>
          <a:ln w="19050">
            <a:solidFill>
              <a:schemeClr val="accent2"/>
            </a:solidFill>
            <a:miter lim="400000"/>
          </a:ln>
          <a:effectLst/>
        </p:spPr>
        <p:txBody>
          <a:bodyPr wrap="none" lIns="0" tIns="0" rIns="0" bIns="0" numCol="1" spcCol="0" rtlCol="0" anchor="ctr" anchorCtr="0">
            <a:noAutofit/>
          </a:bodyPr>
          <a:lstStyle/>
          <a:p>
            <a:pPr marL="0" lvl="0" indent="0" algn="l" rtl="0"/>
            <a:endParaRPr kumimoji="0" lang="en-US" sz="2000" b="1" i="0" u="none" cap="none" baseline="0">
              <a:solidFill>
                <a:schemeClr val="bg1"/>
              </a:solidFill>
              <a:latin typeface="Arial" panose="020B0604020202020204" pitchFamily="34" charset="0"/>
              <a:ea typeface="+mj-ea"/>
              <a:cs typeface="+mj-cs"/>
              <a:sym typeface="Arial" panose="020B0604020202020204" pitchFamily="34" charset="0"/>
            </a:endParaRPr>
          </a:p>
        </p:txBody>
      </p:sp>
      <p:pic>
        <p:nvPicPr>
          <p:cNvPr id="11" name="Picture 10">
            <a:extLst>
              <a:ext uri="{FF2B5EF4-FFF2-40B4-BE49-F238E27FC236}">
                <a16:creationId xmlns:a16="http://schemas.microsoft.com/office/drawing/2014/main" id="{364FFF21-457D-486C-834A-52AE60AE72D0}"/>
              </a:ext>
            </a:extLst>
          </p:cNvPr>
          <p:cNvPicPr>
            <a:picLocks noChangeAspect="1"/>
          </p:cNvPicPr>
          <p:nvPr userDrawn="1"/>
        </p:nvPicPr>
        <p:blipFill rotWithShape="1">
          <a:blip r:embed="rId6" cstate="email">
            <a:duotone>
              <a:schemeClr val="bg2">
                <a:shade val="45000"/>
                <a:satMod val="135000"/>
              </a:schemeClr>
              <a:prstClr val="white"/>
            </a:duotone>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3" name="Title 1">
            <a:extLst>
              <a:ext uri="{FF2B5EF4-FFF2-40B4-BE49-F238E27FC236}">
                <a16:creationId xmlns:a16="http://schemas.microsoft.com/office/drawing/2014/main" id="{5EF96028-2421-4C45-B631-F67CD04C0555}"/>
              </a:ext>
            </a:extLst>
          </p:cNvPr>
          <p:cNvSpPr>
            <a:spLocks noGrp="1"/>
          </p:cNvSpPr>
          <p:nvPr>
            <p:ph type="title" hasCustomPrompt="1"/>
          </p:nvPr>
        </p:nvSpPr>
        <p:spPr>
          <a:xfrm>
            <a:off x="478971" y="225177"/>
            <a:ext cx="11485488" cy="307777"/>
          </a:xfrm>
          <a:prstGeom prst="rect">
            <a:avLst/>
          </a:prstGeom>
        </p:spPr>
        <p:txBody>
          <a:bodyPr anchor="t"/>
          <a:lstStyle>
            <a:lvl1pPr rtl="0">
              <a:defRPr sz="2000"/>
            </a:lvl1pPr>
          </a:lstStyle>
          <a:p>
            <a:r>
              <a:rPr lang="en-US"/>
              <a:t>Clique para editar o título Mestre</a:t>
            </a:r>
          </a:p>
        </p:txBody>
      </p:sp>
      <p:sp>
        <p:nvSpPr>
          <p:cNvPr id="16" name="Rectangle 6">
            <a:extLst>
              <a:ext uri="{FF2B5EF4-FFF2-40B4-BE49-F238E27FC236}">
                <a16:creationId xmlns:a16="http://schemas.microsoft.com/office/drawing/2014/main" id="{622CC911-C3F1-48FD-A673-077E0D7FF50F}"/>
              </a:ext>
            </a:extLst>
          </p:cNvPr>
          <p:cNvSpPr/>
          <p:nvPr userDrawn="1"/>
        </p:nvSpPr>
        <p:spPr>
          <a:xfrm>
            <a:off x="-11183" y="249036"/>
            <a:ext cx="414837" cy="260059"/>
          </a:xfrm>
          <a:prstGeom prst="rect">
            <a:avLst/>
          </a:prstGeom>
          <a:solidFill>
            <a:srgbClr val="020E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sz="1800"/>
          </a:p>
        </p:txBody>
      </p:sp>
      <p:sp>
        <p:nvSpPr>
          <p:cNvPr id="12" name="Text Placeholder 4">
            <a:extLst>
              <a:ext uri="{FF2B5EF4-FFF2-40B4-BE49-F238E27FC236}">
                <a16:creationId xmlns:a16="http://schemas.microsoft.com/office/drawing/2014/main" id="{8998E50B-5C27-4A37-8F85-41A956F5BFEA}"/>
              </a:ext>
            </a:extLst>
          </p:cNvPr>
          <p:cNvSpPr>
            <a:spLocks noGrp="1"/>
          </p:cNvSpPr>
          <p:nvPr>
            <p:ph type="body" sz="quarter" idx="14" hasCustomPrompt="1"/>
          </p:nvPr>
        </p:nvSpPr>
        <p:spPr>
          <a:xfrm>
            <a:off x="233257" y="6538951"/>
            <a:ext cx="9696000" cy="153888"/>
          </a:xfrm>
        </p:spPr>
        <p:txBody>
          <a:bodyPr wrap="square" lIns="0" tIns="0" rIns="0" bIns="0" anchor="b" anchorCtr="0"/>
          <a:lstStyle>
            <a:lvl1pPr marL="0" indent="0" rtl="0">
              <a:spcBef>
                <a:spcPts val="0"/>
              </a:spcBef>
              <a:buNone/>
              <a:defRPr lang="en-GB" sz="900" dirty="0"/>
            </a:lvl1pPr>
            <a:lvl2pPr marL="196850" indent="0">
              <a:buNone/>
              <a:defRPr sz="900"/>
            </a:lvl2pPr>
            <a:lvl3pPr marL="406400" indent="0">
              <a:buNone/>
              <a:defRPr sz="900"/>
            </a:lvl3pPr>
            <a:lvl4pPr marL="588962" indent="0">
              <a:buNone/>
              <a:defRPr sz="1000"/>
            </a:lvl4pPr>
            <a:lvl5pPr marL="817562" indent="0">
              <a:buNone/>
              <a:defRPr sz="1000"/>
            </a:lvl5pPr>
          </a:lstStyle>
          <a:p>
            <a:pPr lvl="0"/>
            <a:r>
              <a:rPr lang="en-US" sz="1000">
                <a:latin typeface="+mj-lt"/>
              </a:rPr>
              <a:t>Fonte:</a:t>
            </a:r>
          </a:p>
        </p:txBody>
      </p:sp>
      <p:sp>
        <p:nvSpPr>
          <p:cNvPr id="14" name="Slide Number">
            <a:extLst>
              <a:ext uri="{FF2B5EF4-FFF2-40B4-BE49-F238E27FC236}">
                <a16:creationId xmlns:a16="http://schemas.microsoft.com/office/drawing/2014/main" id="{F34BBB9B-14F0-4635-AEE7-AF0463D1B813}"/>
              </a:ext>
            </a:extLst>
          </p:cNvPr>
          <p:cNvSpPr txBox="1">
            <a:spLocks/>
          </p:cNvSpPr>
          <p:nvPr userDrawn="1"/>
        </p:nvSpPr>
        <p:spPr>
          <a:xfrm>
            <a:off x="11762075" y="6511903"/>
            <a:ext cx="160294" cy="157014"/>
          </a:xfrm>
          <a:prstGeom prst="rect">
            <a:avLst/>
          </a:prstGeom>
        </p:spPr>
        <p:txBody>
          <a:bodyPr vert="horz" wrap="none" lIns="0" tIns="0" rIns="0" bIns="0" rtlCol="0" anchor="ctr">
            <a:spAutoFit/>
          </a:bodyPr>
          <a:lstStyle>
            <a:defPPr>
              <a:defRPr lang="en-US"/>
            </a:defPPr>
            <a:lvl1pPr>
              <a:defRPr sz="1000" baseline="0">
                <a:latin typeface="+mn-lt"/>
              </a:defRPr>
            </a:lvl1pPr>
          </a:lstStyle>
          <a:p>
            <a:pPr lvl="0" algn="r" rtl="0"/>
            <a:fld id="{42C328C1-A84F-4A39-A664-DBA00541A8C6}" type="slidenum">
              <a:rPr lang="en-US" smtClean="0"/>
              <a:pPr lvl="0" algn="r" rtl="0"/>
              <a:t>‹#›</a:t>
            </a:fld>
            <a:endParaRPr lang="en-US"/>
          </a:p>
        </p:txBody>
      </p:sp>
      <p:pic>
        <p:nvPicPr>
          <p:cNvPr id="15" name="Imagem 6">
            <a:extLst>
              <a:ext uri="{FF2B5EF4-FFF2-40B4-BE49-F238E27FC236}">
                <a16:creationId xmlns:a16="http://schemas.microsoft.com/office/drawing/2014/main" id="{9CAFECB1-1C47-48E1-ACCE-C081907CCF9F}"/>
              </a:ext>
            </a:extLst>
          </p:cNvPr>
          <p:cNvPicPr>
            <a:picLocks noChangeAspect="1"/>
          </p:cNvPicPr>
          <p:nvPr userDrawn="1"/>
        </p:nvPicPr>
        <p:blipFill rotWithShape="1">
          <a:blip r:embed="rId7" cstate="email">
            <a:extLst>
              <a:ext uri="{28A0092B-C50C-407E-A947-70E740481C1C}">
                <a14:useLocalDpi xmlns:a14="http://schemas.microsoft.com/office/drawing/2010/main"/>
              </a:ext>
            </a:extLst>
          </a:blip>
          <a:srcRect/>
          <a:stretch/>
        </p:blipFill>
        <p:spPr>
          <a:xfrm>
            <a:off x="10294574" y="6491716"/>
            <a:ext cx="1193455" cy="197388"/>
          </a:xfrm>
          <a:prstGeom prst="rect">
            <a:avLst/>
          </a:prstGeom>
        </p:spPr>
      </p:pic>
    </p:spTree>
    <p:extLst>
      <p:ext uri="{BB962C8B-B14F-4D97-AF65-F5344CB8AC3E}">
        <p14:creationId xmlns:p14="http://schemas.microsoft.com/office/powerpoint/2010/main" val="190224184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End Mirow">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F6B0049E-6A99-494F-9A58-DACA4A493650}"/>
              </a:ext>
            </a:extLst>
          </p:cNvPr>
          <p:cNvGraphicFramePr>
            <a:graphicFrameLocks noChangeAspect="1"/>
          </p:cNvGraphicFramePr>
          <p:nvPr userDrawn="1">
            <p:custDataLst>
              <p:tags r:id="rId1"/>
            </p:custDataLst>
            <p:extLst>
              <p:ext uri="{D42A27DB-BD31-4B8C-83A1-F6EECF244321}">
                <p14:modId xmlns:p14="http://schemas.microsoft.com/office/powerpoint/2010/main" val="31132203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Slide do think-cell" r:id="rId3" imgW="493" imgH="493" progId="TCLayout.ActiveDocument.1">
                  <p:embed/>
                </p:oleObj>
              </mc:Choice>
              <mc:Fallback>
                <p:oleObj name="Slide do think-cell" r:id="rId3" imgW="493" imgH="493" progId="TCLayout.ActiveDocument.1">
                  <p:embed/>
                  <p:pic>
                    <p:nvPicPr>
                      <p:cNvPr id="2" name="Object 1" hidden="1">
                        <a:extLst>
                          <a:ext uri="{FF2B5EF4-FFF2-40B4-BE49-F238E27FC236}">
                            <a16:creationId xmlns:a16="http://schemas.microsoft.com/office/drawing/2014/main" id="{F6B0049E-6A99-494F-9A58-DACA4A49365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Shape 1409">
            <a:extLst>
              <a:ext uri="{FF2B5EF4-FFF2-40B4-BE49-F238E27FC236}">
                <a16:creationId xmlns:a16="http://schemas.microsoft.com/office/drawing/2014/main" id="{1383137A-3973-DF43-A1FE-0FFA0345E943}"/>
              </a:ext>
            </a:extLst>
          </p:cNvPr>
          <p:cNvSpPr/>
          <p:nvPr userDrawn="1"/>
        </p:nvSpPr>
        <p:spPr>
          <a:xfrm>
            <a:off x="0" y="0"/>
            <a:ext cx="12192000" cy="6858000"/>
          </a:xfrm>
          <a:prstGeom prst="rect">
            <a:avLst/>
          </a:prstGeom>
          <a:solidFill>
            <a:srgbClr val="020E66"/>
          </a:solidFill>
          <a:ln w="12700">
            <a:miter lim="400000"/>
          </a:ln>
        </p:spPr>
        <p:txBody>
          <a:bodyPr lIns="0" tIns="0" rIns="0" bIns="0" anchor="ctr"/>
          <a:lstStyle/>
          <a:p>
            <a:pPr lvl="0" rtl="0" eaLnBrk="1">
              <a:defRPr sz="3200"/>
            </a:pPr>
            <a:endParaRPr lang="en-US" sz="3200"/>
          </a:p>
        </p:txBody>
      </p:sp>
      <p:pic>
        <p:nvPicPr>
          <p:cNvPr id="4" name="Imagem 30">
            <a:extLst>
              <a:ext uri="{FF2B5EF4-FFF2-40B4-BE49-F238E27FC236}">
                <a16:creationId xmlns:a16="http://schemas.microsoft.com/office/drawing/2014/main" id="{546D5299-EE45-E846-B009-02ADE13F07B1}"/>
              </a:ext>
            </a:extLst>
          </p:cNvPr>
          <p:cNvPicPr>
            <a:picLocks/>
          </p:cNvPicPr>
          <p:nvPr userDrawn="1"/>
        </p:nvPicPr>
        <p:blipFill>
          <a:blip r:embed="rId5" cstate="email">
            <a:extLst>
              <a:ext uri="{28A0092B-C50C-407E-A947-70E740481C1C}">
                <a14:useLocalDpi xmlns:a14="http://schemas.microsoft.com/office/drawing/2010/main"/>
              </a:ext>
            </a:extLst>
          </a:blip>
          <a:stretch>
            <a:fillRect/>
          </a:stretch>
        </p:blipFill>
        <p:spPr>
          <a:xfrm>
            <a:off x="4268749" y="2467155"/>
            <a:ext cx="3654502" cy="1923690"/>
          </a:xfrm>
          <a:prstGeom prst="rect">
            <a:avLst/>
          </a:prstGeom>
        </p:spPr>
      </p:pic>
    </p:spTree>
    <p:extLst>
      <p:ext uri="{BB962C8B-B14F-4D97-AF65-F5344CB8AC3E}">
        <p14:creationId xmlns:p14="http://schemas.microsoft.com/office/powerpoint/2010/main" val="103726923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4_Title Only">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9E0980AA-BCE6-4E26-8843-3669C15888DB}"/>
              </a:ext>
            </a:extLst>
          </p:cNvPr>
          <p:cNvGraphicFramePr>
            <a:graphicFrameLocks noChangeAspect="1"/>
          </p:cNvGraphicFramePr>
          <p:nvPr userDrawn="1">
            <p:custDataLst>
              <p:tags r:id="rId1"/>
            </p:custDataLst>
            <p:extLst>
              <p:ext uri="{D42A27DB-BD31-4B8C-83A1-F6EECF244321}">
                <p14:modId xmlns:p14="http://schemas.microsoft.com/office/powerpoint/2010/main" val="1835897193"/>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Slide do think-cell" r:id="rId4" imgW="493" imgH="493" progId="TCLayout.ActiveDocument.1">
                  <p:embed/>
                </p:oleObj>
              </mc:Choice>
              <mc:Fallback>
                <p:oleObj name="Slide do think-cell" r:id="rId4" imgW="493" imgH="493" progId="TCLayout.ActiveDocument.1">
                  <p:embed/>
                  <p:pic>
                    <p:nvPicPr>
                      <p:cNvPr id="10" name="Object 9" hidden="1">
                        <a:extLst>
                          <a:ext uri="{FF2B5EF4-FFF2-40B4-BE49-F238E27FC236}">
                            <a16:creationId xmlns:a16="http://schemas.microsoft.com/office/drawing/2014/main" id="{9E0980AA-BCE6-4E26-8843-3669C15888DB}"/>
                          </a:ext>
                        </a:extLst>
                      </p:cNvPr>
                      <p:cNvPicPr/>
                      <p:nvPr/>
                    </p:nvPicPr>
                    <p:blipFill>
                      <a:blip r:embed="rId5"/>
                      <a:stretch>
                        <a:fillRect/>
                      </a:stretch>
                    </p:blipFill>
                    <p:spPr>
                      <a:xfrm>
                        <a:off x="2118" y="1589"/>
                        <a:ext cx="2116" cy="1587"/>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4FE804D7-7F22-4628-B31E-2AE601C042B1}"/>
              </a:ext>
            </a:extLst>
          </p:cNvPr>
          <p:cNvSpPr/>
          <p:nvPr userDrawn="1">
            <p:custDataLst>
              <p:tags r:id="rId2"/>
            </p:custDataLst>
          </p:nvPr>
        </p:nvSpPr>
        <p:spPr>
          <a:xfrm>
            <a:off x="0" y="0"/>
            <a:ext cx="158750" cy="158750"/>
          </a:xfrm>
          <a:prstGeom prst="rect">
            <a:avLst/>
          </a:prstGeom>
          <a:solidFill>
            <a:schemeClr val="accent2"/>
          </a:solidFill>
          <a:ln w="19050">
            <a:solidFill>
              <a:schemeClr val="accent2"/>
            </a:solidFill>
            <a:miter lim="400000"/>
          </a:ln>
          <a:effectLst/>
        </p:spPr>
        <p:txBody>
          <a:bodyPr wrap="none" lIns="0" tIns="0" rIns="0" bIns="0" numCol="1" spcCol="0" rtlCol="0" anchor="ctr" anchorCtr="0">
            <a:noAutofit/>
          </a:bodyPr>
          <a:lstStyle/>
          <a:p>
            <a:pPr marL="0" lvl="0" indent="0" algn="l" rtl="0"/>
            <a:endParaRPr kumimoji="0" lang="pt-BR" sz="2000" b="1" i="0" u="none" cap="none" baseline="0">
              <a:solidFill>
                <a:schemeClr val="bg1"/>
              </a:solidFill>
              <a:latin typeface="Arial" panose="020B0604020202020204" pitchFamily="34" charset="0"/>
              <a:ea typeface="+mj-ea"/>
              <a:cs typeface="+mj-cs"/>
              <a:sym typeface="Arial" panose="020B0604020202020204" pitchFamily="34" charset="0"/>
            </a:endParaRPr>
          </a:p>
        </p:txBody>
      </p:sp>
      <p:sp>
        <p:nvSpPr>
          <p:cNvPr id="13" name="Text Placeholder 4">
            <a:extLst>
              <a:ext uri="{FF2B5EF4-FFF2-40B4-BE49-F238E27FC236}">
                <a16:creationId xmlns:a16="http://schemas.microsoft.com/office/drawing/2014/main" id="{D16463AB-2C7D-12B5-108F-3BC553C8D601}"/>
              </a:ext>
            </a:extLst>
          </p:cNvPr>
          <p:cNvSpPr>
            <a:spLocks noGrp="1"/>
          </p:cNvSpPr>
          <p:nvPr>
            <p:ph type="body" sz="quarter" idx="15" hasCustomPrompt="1"/>
          </p:nvPr>
        </p:nvSpPr>
        <p:spPr>
          <a:xfrm>
            <a:off x="433389" y="6516592"/>
            <a:ext cx="9504000" cy="153888"/>
          </a:xfrm>
          <a:prstGeom prst="rect">
            <a:avLst/>
          </a:prstGeom>
        </p:spPr>
        <p:txBody>
          <a:bodyPr wrap="square" lIns="0" tIns="0" rIns="0" bIns="0" anchor="b" anchorCtr="0"/>
          <a:lstStyle>
            <a:lvl1pPr marL="0" indent="0">
              <a:spcBef>
                <a:spcPts val="0"/>
              </a:spcBef>
              <a:buNone/>
              <a:defRPr lang="en-GB" sz="900" dirty="0">
                <a:latin typeface="+mj-lt"/>
                <a:ea typeface="Roboto" pitchFamily="2" charset="0"/>
              </a:defRPr>
            </a:lvl1pPr>
            <a:lvl2pPr marL="196850" indent="0">
              <a:buNone/>
              <a:defRPr sz="900"/>
            </a:lvl2pPr>
            <a:lvl3pPr marL="406400" indent="0">
              <a:buNone/>
              <a:defRPr sz="900"/>
            </a:lvl3pPr>
            <a:lvl4pPr marL="588962" indent="0">
              <a:buNone/>
              <a:defRPr sz="1000"/>
            </a:lvl4pPr>
            <a:lvl5pPr marL="817562" indent="0">
              <a:buNone/>
              <a:defRPr sz="1000"/>
            </a:lvl5pPr>
          </a:lstStyle>
          <a:p>
            <a:pPr lvl="0"/>
            <a:r>
              <a:rPr lang="pt-BR" sz="1000">
                <a:latin typeface="+mj-lt"/>
              </a:rPr>
              <a:t>Fonte:</a:t>
            </a:r>
          </a:p>
        </p:txBody>
      </p:sp>
      <p:sp>
        <p:nvSpPr>
          <p:cNvPr id="11" name="Title 1">
            <a:extLst>
              <a:ext uri="{FF2B5EF4-FFF2-40B4-BE49-F238E27FC236}">
                <a16:creationId xmlns:a16="http://schemas.microsoft.com/office/drawing/2014/main" id="{2419F900-E00F-40AF-9105-49B4B26BC53B}"/>
              </a:ext>
            </a:extLst>
          </p:cNvPr>
          <p:cNvSpPr>
            <a:spLocks noGrp="1"/>
          </p:cNvSpPr>
          <p:nvPr>
            <p:ph type="title" hasCustomPrompt="1"/>
          </p:nvPr>
        </p:nvSpPr>
        <p:spPr>
          <a:xfrm>
            <a:off x="736979" y="312999"/>
            <a:ext cx="11227479" cy="307777"/>
          </a:xfrm>
          <a:prstGeom prst="rect">
            <a:avLst/>
          </a:prstGeom>
        </p:spPr>
        <p:txBody>
          <a:bodyPr vert="horz" lIns="0" tIns="0" rIns="0" bIns="0" rtlCol="0" anchor="t" anchorCtr="0">
            <a:spAutoFit/>
          </a:bodyPr>
          <a:lstStyle>
            <a:lvl1pPr>
              <a:defRPr lang="en-US" dirty="0"/>
            </a:lvl1pPr>
          </a:lstStyle>
          <a:p>
            <a:pPr marL="0" lvl="0"/>
            <a:r>
              <a:rPr lang="pt-BR"/>
              <a:t>Clique para editar o título Mestre</a:t>
            </a:r>
            <a:endParaRPr lang="en-US"/>
          </a:p>
        </p:txBody>
      </p:sp>
      <p:sp>
        <p:nvSpPr>
          <p:cNvPr id="17" name="Slide Number">
            <a:extLst>
              <a:ext uri="{FF2B5EF4-FFF2-40B4-BE49-F238E27FC236}">
                <a16:creationId xmlns:a16="http://schemas.microsoft.com/office/drawing/2014/main" id="{53A1DEA9-E10A-526B-535B-65E136ACB87A}"/>
              </a:ext>
            </a:extLst>
          </p:cNvPr>
          <p:cNvSpPr txBox="1">
            <a:spLocks/>
          </p:cNvSpPr>
          <p:nvPr userDrawn="1"/>
        </p:nvSpPr>
        <p:spPr>
          <a:xfrm>
            <a:off x="11762075" y="6525482"/>
            <a:ext cx="160294" cy="157014"/>
          </a:xfrm>
          <a:prstGeom prst="rect">
            <a:avLst/>
          </a:prstGeom>
        </p:spPr>
        <p:txBody>
          <a:bodyPr vert="horz" wrap="none" lIns="0" tIns="0" rIns="0" bIns="0" rtlCol="0" anchor="ctr">
            <a:spAutoFit/>
          </a:bodyPr>
          <a:lstStyle>
            <a:defPPr>
              <a:defRPr lang="en-US"/>
            </a:defPPr>
            <a:lvl1pPr>
              <a:defRPr sz="1000" baseline="0">
                <a:latin typeface="+mn-lt"/>
              </a:defRPr>
            </a:lvl1pPr>
          </a:lstStyle>
          <a:p>
            <a:pPr lvl="0" algn="r"/>
            <a:fld id="{42C328C1-A84F-4A39-A664-DBA00541A8C6}" type="slidenum">
              <a:rPr lang="pt-BR" smtClean="0">
                <a:latin typeface="+mj-lt"/>
                <a:ea typeface="Roboto" pitchFamily="2" charset="0"/>
              </a:rPr>
              <a:pPr lvl="0" algn="r"/>
              <a:t>‹#›</a:t>
            </a:fld>
            <a:endParaRPr lang="pt-BR">
              <a:latin typeface="+mj-lt"/>
              <a:ea typeface="Roboto" pitchFamily="2" charset="0"/>
            </a:endParaRPr>
          </a:p>
        </p:txBody>
      </p:sp>
      <p:pic>
        <p:nvPicPr>
          <p:cNvPr id="19" name="Graphic 18">
            <a:extLst>
              <a:ext uri="{FF2B5EF4-FFF2-40B4-BE49-F238E27FC236}">
                <a16:creationId xmlns:a16="http://schemas.microsoft.com/office/drawing/2014/main" id="{48AF656C-BAD0-6742-8766-85D0570F5A55}"/>
              </a:ext>
            </a:extLst>
          </p:cNvPr>
          <p:cNvPicPr>
            <a:picLocks noChangeAspect="1"/>
          </p:cNvPicPr>
          <p:nvPr userDrawn="1"/>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0127705" y="6297334"/>
            <a:ext cx="1261440" cy="504000"/>
          </a:xfrm>
          <a:prstGeom prst="rect">
            <a:avLst/>
          </a:prstGeom>
        </p:spPr>
      </p:pic>
      <p:grpSp>
        <p:nvGrpSpPr>
          <p:cNvPr id="20" name="Google Shape;219;p29">
            <a:extLst>
              <a:ext uri="{FF2B5EF4-FFF2-40B4-BE49-F238E27FC236}">
                <a16:creationId xmlns:a16="http://schemas.microsoft.com/office/drawing/2014/main" id="{2AF512FA-0164-9EFB-64A3-867146FDC8DF}"/>
              </a:ext>
            </a:extLst>
          </p:cNvPr>
          <p:cNvGrpSpPr/>
          <p:nvPr userDrawn="1"/>
        </p:nvGrpSpPr>
        <p:grpSpPr>
          <a:xfrm>
            <a:off x="0" y="0"/>
            <a:ext cx="1169662" cy="1231900"/>
            <a:chOff x="497750" y="2991250"/>
            <a:chExt cx="946654" cy="997025"/>
          </a:xfrm>
        </p:grpSpPr>
        <p:sp>
          <p:nvSpPr>
            <p:cNvPr id="21" name="Google Shape;220;p29">
              <a:extLst>
                <a:ext uri="{FF2B5EF4-FFF2-40B4-BE49-F238E27FC236}">
                  <a16:creationId xmlns:a16="http://schemas.microsoft.com/office/drawing/2014/main" id="{9D9B233D-A5F1-0861-C841-12CE591B726F}"/>
                </a:ext>
              </a:extLst>
            </p:cNvPr>
            <p:cNvSpPr/>
            <p:nvPr/>
          </p:nvSpPr>
          <p:spPr>
            <a:xfrm>
              <a:off x="497750" y="2994700"/>
              <a:ext cx="908975" cy="993575"/>
            </a:xfrm>
            <a:custGeom>
              <a:avLst/>
              <a:gdLst/>
              <a:ahLst/>
              <a:cxnLst/>
              <a:rect l="l" t="t" r="r" b="b"/>
              <a:pathLst>
                <a:path w="36359" h="39743" extrusionOk="0">
                  <a:moveTo>
                    <a:pt x="36359" y="0"/>
                  </a:moveTo>
                  <a:lnTo>
                    <a:pt x="36359" y="0"/>
                  </a:lnTo>
                  <a:cubicBezTo>
                    <a:pt x="18660" y="3018"/>
                    <a:pt x="6952" y="10976"/>
                    <a:pt x="1" y="17699"/>
                  </a:cubicBezTo>
                  <a:lnTo>
                    <a:pt x="1" y="39742"/>
                  </a:lnTo>
                  <a:cubicBezTo>
                    <a:pt x="1967" y="32013"/>
                    <a:pt x="9834" y="10473"/>
                    <a:pt x="363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22" name="Google Shape;221;p29">
              <a:extLst>
                <a:ext uri="{FF2B5EF4-FFF2-40B4-BE49-F238E27FC236}">
                  <a16:creationId xmlns:a16="http://schemas.microsoft.com/office/drawing/2014/main" id="{B45C6FD5-217B-F7F0-1FFB-893C1977E727}"/>
                </a:ext>
              </a:extLst>
            </p:cNvPr>
            <p:cNvSpPr/>
            <p:nvPr/>
          </p:nvSpPr>
          <p:spPr>
            <a:xfrm>
              <a:off x="497750" y="2991250"/>
              <a:ext cx="946654" cy="454130"/>
            </a:xfrm>
            <a:custGeom>
              <a:avLst/>
              <a:gdLst/>
              <a:ahLst/>
              <a:cxnLst/>
              <a:rect l="l" t="t" r="r" b="b"/>
              <a:pathLst>
                <a:path w="37182" h="17837" extrusionOk="0">
                  <a:moveTo>
                    <a:pt x="1" y="1"/>
                  </a:moveTo>
                  <a:lnTo>
                    <a:pt x="1" y="17837"/>
                  </a:lnTo>
                  <a:cubicBezTo>
                    <a:pt x="6952" y="11114"/>
                    <a:pt x="18660" y="3156"/>
                    <a:pt x="36359" y="138"/>
                  </a:cubicBezTo>
                  <a:lnTo>
                    <a:pt x="37182" y="1"/>
                  </a:lnTo>
                  <a:close/>
                </a:path>
              </a:pathLst>
            </a:custGeom>
            <a:solidFill>
              <a:schemeClr val="tx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grpSp>
      <p:pic>
        <p:nvPicPr>
          <p:cNvPr id="2" name="Picture 32">
            <a:extLst>
              <a:ext uri="{FF2B5EF4-FFF2-40B4-BE49-F238E27FC236}">
                <a16:creationId xmlns:a16="http://schemas.microsoft.com/office/drawing/2014/main" id="{21191E67-5F65-B637-404C-A20290B40A07}"/>
              </a:ext>
            </a:extLst>
          </p:cNvPr>
          <p:cNvPicPr>
            <a:picLocks noChangeAspect="1"/>
          </p:cNvPicPr>
          <p:nvPr userDrawn="1"/>
        </p:nvPicPr>
        <p:blipFill rotWithShape="1">
          <a:blip r:embed="rId8" cstate="email">
            <a:alphaModFix amt="20000"/>
            <a:extLst>
              <a:ext uri="{28A0092B-C50C-407E-A947-70E740481C1C}">
                <a14:useLocalDpi xmlns:a14="http://schemas.microsoft.com/office/drawing/2010/main"/>
              </a:ext>
            </a:extLst>
          </a:blip>
          <a:srcRect r="7672" b="29001"/>
          <a:stretch/>
        </p:blipFill>
        <p:spPr>
          <a:xfrm>
            <a:off x="6603889" y="740229"/>
            <a:ext cx="5588111" cy="6117771"/>
          </a:xfrm>
          <a:prstGeom prst="rect">
            <a:avLst/>
          </a:prstGeom>
        </p:spPr>
      </p:pic>
    </p:spTree>
    <p:extLst>
      <p:ext uri="{BB962C8B-B14F-4D97-AF65-F5344CB8AC3E}">
        <p14:creationId xmlns:p14="http://schemas.microsoft.com/office/powerpoint/2010/main" val="176287016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2_Agenda">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8180B629-976D-4310-AF32-6BCD0E8DE5B5}"/>
              </a:ext>
            </a:extLst>
          </p:cNvPr>
          <p:cNvGraphicFramePr>
            <a:graphicFrameLocks noChangeAspect="1"/>
          </p:cNvGraphicFramePr>
          <p:nvPr userDrawn="1">
            <p:custDataLst>
              <p:tags r:id="rId1"/>
            </p:custDataLst>
            <p:extLst>
              <p:ext uri="{D42A27DB-BD31-4B8C-83A1-F6EECF244321}">
                <p14:modId xmlns:p14="http://schemas.microsoft.com/office/powerpoint/2010/main" val="267322361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Slide do think-cell" r:id="rId3" imgW="493" imgH="493" progId="TCLayout.ActiveDocument.1">
                  <p:embed/>
                </p:oleObj>
              </mc:Choice>
              <mc:Fallback>
                <p:oleObj name="Slide do think-cell" r:id="rId3" imgW="493" imgH="493" progId="TCLayout.ActiveDocument.1">
                  <p:embed/>
                  <p:pic>
                    <p:nvPicPr>
                      <p:cNvPr id="2" name="Object 1" hidden="1">
                        <a:extLst>
                          <a:ext uri="{FF2B5EF4-FFF2-40B4-BE49-F238E27FC236}">
                            <a16:creationId xmlns:a16="http://schemas.microsoft.com/office/drawing/2014/main" id="{8180B629-976D-4310-AF32-6BCD0E8DE5B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21" name="Picture 20">
            <a:extLst>
              <a:ext uri="{FF2B5EF4-FFF2-40B4-BE49-F238E27FC236}">
                <a16:creationId xmlns:a16="http://schemas.microsoft.com/office/drawing/2014/main" id="{982F0EE0-5902-B506-E4FA-9AA6C53D6E4D}"/>
              </a:ext>
            </a:extLst>
          </p:cNvPr>
          <p:cNvPicPr>
            <a:picLocks noChangeAspect="1"/>
          </p:cNvPicPr>
          <p:nvPr userDrawn="1"/>
        </p:nvPicPr>
        <p:blipFill rotWithShape="1">
          <a:blip r:embed="rId5" cstate="email">
            <a:alphaModFix amt="35000"/>
            <a:extLst>
              <a:ext uri="{28A0092B-C50C-407E-A947-70E740481C1C}">
                <a14:useLocalDpi xmlns:a14="http://schemas.microsoft.com/office/drawing/2010/main"/>
              </a:ext>
            </a:extLst>
          </a:blip>
          <a:srcRect l="43574" r="7672" b="29001"/>
          <a:stretch/>
        </p:blipFill>
        <p:spPr>
          <a:xfrm>
            <a:off x="9241183" y="740229"/>
            <a:ext cx="2950817" cy="6117771"/>
          </a:xfrm>
          <a:custGeom>
            <a:avLst/>
            <a:gdLst>
              <a:gd name="connsiteX0" fmla="*/ 0 w 2950817"/>
              <a:gd name="connsiteY0" fmla="*/ 0 h 6117771"/>
              <a:gd name="connsiteX1" fmla="*/ 2950817 w 2950817"/>
              <a:gd name="connsiteY1" fmla="*/ 0 h 6117771"/>
              <a:gd name="connsiteX2" fmla="*/ 2950817 w 2950817"/>
              <a:gd name="connsiteY2" fmla="*/ 6117771 h 6117771"/>
              <a:gd name="connsiteX3" fmla="*/ 0 w 2950817"/>
              <a:gd name="connsiteY3" fmla="*/ 6117771 h 6117771"/>
            </a:gdLst>
            <a:ahLst/>
            <a:cxnLst>
              <a:cxn ang="0">
                <a:pos x="connsiteX0" y="connsiteY0"/>
              </a:cxn>
              <a:cxn ang="0">
                <a:pos x="connsiteX1" y="connsiteY1"/>
              </a:cxn>
              <a:cxn ang="0">
                <a:pos x="connsiteX2" y="connsiteY2"/>
              </a:cxn>
              <a:cxn ang="0">
                <a:pos x="connsiteX3" y="connsiteY3"/>
              </a:cxn>
            </a:cxnLst>
            <a:rect l="l" t="t" r="r" b="b"/>
            <a:pathLst>
              <a:path w="2950817" h="6117771">
                <a:moveTo>
                  <a:pt x="0" y="0"/>
                </a:moveTo>
                <a:lnTo>
                  <a:pt x="2950817" y="0"/>
                </a:lnTo>
                <a:lnTo>
                  <a:pt x="2950817" y="6117771"/>
                </a:lnTo>
                <a:lnTo>
                  <a:pt x="0" y="6117771"/>
                </a:lnTo>
                <a:close/>
              </a:path>
            </a:pathLst>
          </a:custGeom>
        </p:spPr>
      </p:pic>
      <p:sp>
        <p:nvSpPr>
          <p:cNvPr id="8" name="Retângulo 3">
            <a:extLst>
              <a:ext uri="{FF2B5EF4-FFF2-40B4-BE49-F238E27FC236}">
                <a16:creationId xmlns:a16="http://schemas.microsoft.com/office/drawing/2014/main" id="{770002B3-EC1D-DB49-BC86-0165275CFFB5}"/>
              </a:ext>
            </a:extLst>
          </p:cNvPr>
          <p:cNvSpPr/>
          <p:nvPr userDrawn="1"/>
        </p:nvSpPr>
        <p:spPr>
          <a:xfrm>
            <a:off x="0" y="0"/>
            <a:ext cx="9241183" cy="6858000"/>
          </a:xfrm>
          <a:prstGeom prst="rect">
            <a:avLst/>
          </a:prstGeom>
          <a:solidFill>
            <a:schemeClr val="accent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a:endParaRPr lang="pt-BR" sz="1800"/>
          </a:p>
        </p:txBody>
      </p:sp>
      <p:sp>
        <p:nvSpPr>
          <p:cNvPr id="17" name="Text Placeholder 16">
            <a:extLst>
              <a:ext uri="{FF2B5EF4-FFF2-40B4-BE49-F238E27FC236}">
                <a16:creationId xmlns:a16="http://schemas.microsoft.com/office/drawing/2014/main" id="{61497248-BE42-4BEF-B891-1ECD21E95A71}"/>
              </a:ext>
            </a:extLst>
          </p:cNvPr>
          <p:cNvSpPr>
            <a:spLocks noGrp="1"/>
          </p:cNvSpPr>
          <p:nvPr>
            <p:ph type="body" sz="quarter" idx="17" hasCustomPrompt="1"/>
          </p:nvPr>
        </p:nvSpPr>
        <p:spPr>
          <a:xfrm>
            <a:off x="3062511" y="1748502"/>
            <a:ext cx="6053138" cy="523220"/>
          </a:xfrm>
          <a:prstGeom prst="rect">
            <a:avLst/>
          </a:prstGeom>
        </p:spPr>
        <p:txBody>
          <a:bodyPr wrap="square" anchor="b">
            <a:spAutoFit/>
          </a:bodyPr>
          <a:lstStyle>
            <a:lvl1pPr>
              <a:defRPr sz="2800" b="1" cap="all" baseline="0">
                <a:solidFill>
                  <a:schemeClr val="bg1"/>
                </a:solidFill>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pt-BR"/>
              <a:t>EDIT MASTER TEXT STYLES</a:t>
            </a:r>
          </a:p>
        </p:txBody>
      </p:sp>
      <p:sp>
        <p:nvSpPr>
          <p:cNvPr id="13" name="Slide Number">
            <a:extLst>
              <a:ext uri="{FF2B5EF4-FFF2-40B4-BE49-F238E27FC236}">
                <a16:creationId xmlns:a16="http://schemas.microsoft.com/office/drawing/2014/main" id="{BF83F819-8759-4CD9-8F19-037258F0D4A4}"/>
              </a:ext>
            </a:extLst>
          </p:cNvPr>
          <p:cNvSpPr txBox="1">
            <a:spLocks/>
          </p:cNvSpPr>
          <p:nvPr userDrawn="1"/>
        </p:nvSpPr>
        <p:spPr>
          <a:xfrm>
            <a:off x="11762075" y="6525482"/>
            <a:ext cx="160294" cy="157014"/>
          </a:xfrm>
          <a:prstGeom prst="rect">
            <a:avLst/>
          </a:prstGeom>
        </p:spPr>
        <p:txBody>
          <a:bodyPr vert="horz" wrap="none" lIns="0" tIns="0" rIns="0" bIns="0" rtlCol="0" anchor="ctr">
            <a:spAutoFit/>
          </a:bodyPr>
          <a:lstStyle>
            <a:defPPr>
              <a:defRPr lang="en-US"/>
            </a:defPPr>
            <a:lvl1pPr>
              <a:defRPr sz="1000" baseline="0">
                <a:latin typeface="+mn-lt"/>
              </a:defRPr>
            </a:lvl1pPr>
          </a:lstStyle>
          <a:p>
            <a:pPr lvl="0" algn="r"/>
            <a:fld id="{42C328C1-A84F-4A39-A664-DBA00541A8C6}" type="slidenum">
              <a:rPr lang="pt-BR" smtClean="0"/>
              <a:pPr lvl="0" algn="r"/>
              <a:t>‹#›</a:t>
            </a:fld>
            <a:endParaRPr lang="pt-BR"/>
          </a:p>
        </p:txBody>
      </p:sp>
      <p:pic>
        <p:nvPicPr>
          <p:cNvPr id="4" name="Picture 3">
            <a:extLst>
              <a:ext uri="{FF2B5EF4-FFF2-40B4-BE49-F238E27FC236}">
                <a16:creationId xmlns:a16="http://schemas.microsoft.com/office/drawing/2014/main" id="{A4EF462F-A678-BB2C-2F96-146C32816FC4}"/>
              </a:ext>
            </a:extLst>
          </p:cNvPr>
          <p:cNvPicPr>
            <a:picLocks noChangeAspect="1"/>
          </p:cNvPicPr>
          <p:nvPr userDrawn="1"/>
        </p:nvPicPr>
        <p:blipFill rotWithShape="1">
          <a:blip r:embed="rId6" cstate="print">
            <a:lum bright="70000" contrast="-70000"/>
            <a:alphaModFix amt="20000"/>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a:ext>
            </a:extLst>
          </a:blip>
          <a:srcRect/>
          <a:stretch/>
        </p:blipFill>
        <p:spPr>
          <a:xfrm flipH="1">
            <a:off x="-1" y="236537"/>
            <a:ext cx="2781300" cy="3446463"/>
          </a:xfrm>
          <a:prstGeom prst="rect">
            <a:avLst/>
          </a:prstGeom>
        </p:spPr>
      </p:pic>
      <p:pic>
        <p:nvPicPr>
          <p:cNvPr id="6" name="Graphic 5">
            <a:extLst>
              <a:ext uri="{FF2B5EF4-FFF2-40B4-BE49-F238E27FC236}">
                <a16:creationId xmlns:a16="http://schemas.microsoft.com/office/drawing/2014/main" id="{E8BBD748-97E5-2605-39A8-DE3FBCC87985}"/>
              </a:ext>
            </a:extLst>
          </p:cNvPr>
          <p:cNvPicPr>
            <a:picLocks noChangeAspect="1"/>
          </p:cNvPicPr>
          <p:nvPr userDrawn="1"/>
        </p:nvPicPr>
        <p:blipFill>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10127705" y="6297334"/>
            <a:ext cx="1261440" cy="504000"/>
          </a:xfrm>
          <a:prstGeom prst="rect">
            <a:avLst/>
          </a:prstGeom>
        </p:spPr>
      </p:pic>
      <p:pic>
        <p:nvPicPr>
          <p:cNvPr id="18" name="Picture 17">
            <a:extLst>
              <a:ext uri="{FF2B5EF4-FFF2-40B4-BE49-F238E27FC236}">
                <a16:creationId xmlns:a16="http://schemas.microsoft.com/office/drawing/2014/main" id="{F279310B-74FC-643B-5BC7-10400761B54A}"/>
              </a:ext>
            </a:extLst>
          </p:cNvPr>
          <p:cNvPicPr>
            <a:picLocks noChangeAspect="1"/>
          </p:cNvPicPr>
          <p:nvPr userDrawn="1"/>
        </p:nvPicPr>
        <p:blipFill rotWithShape="1">
          <a:blip r:embed="rId5" cstate="email">
            <a:alphaModFix amt="5000"/>
            <a:extLst>
              <a:ext uri="{28A0092B-C50C-407E-A947-70E740481C1C}">
                <a14:useLocalDpi xmlns:a14="http://schemas.microsoft.com/office/drawing/2010/main"/>
              </a:ext>
            </a:extLst>
          </a:blip>
          <a:srcRect r="56426" b="29001"/>
          <a:stretch/>
        </p:blipFill>
        <p:spPr>
          <a:xfrm>
            <a:off x="6603889" y="740229"/>
            <a:ext cx="2637294" cy="6117771"/>
          </a:xfrm>
          <a:custGeom>
            <a:avLst/>
            <a:gdLst>
              <a:gd name="connsiteX0" fmla="*/ 0 w 2637294"/>
              <a:gd name="connsiteY0" fmla="*/ 0 h 6117771"/>
              <a:gd name="connsiteX1" fmla="*/ 2637294 w 2637294"/>
              <a:gd name="connsiteY1" fmla="*/ 0 h 6117771"/>
              <a:gd name="connsiteX2" fmla="*/ 2637294 w 2637294"/>
              <a:gd name="connsiteY2" fmla="*/ 6117771 h 6117771"/>
              <a:gd name="connsiteX3" fmla="*/ 0 w 2637294"/>
              <a:gd name="connsiteY3" fmla="*/ 6117771 h 6117771"/>
            </a:gdLst>
            <a:ahLst/>
            <a:cxnLst>
              <a:cxn ang="0">
                <a:pos x="connsiteX0" y="connsiteY0"/>
              </a:cxn>
              <a:cxn ang="0">
                <a:pos x="connsiteX1" y="connsiteY1"/>
              </a:cxn>
              <a:cxn ang="0">
                <a:pos x="connsiteX2" y="connsiteY2"/>
              </a:cxn>
              <a:cxn ang="0">
                <a:pos x="connsiteX3" y="connsiteY3"/>
              </a:cxn>
            </a:cxnLst>
            <a:rect l="l" t="t" r="r" b="b"/>
            <a:pathLst>
              <a:path w="2637294" h="6117771">
                <a:moveTo>
                  <a:pt x="0" y="0"/>
                </a:moveTo>
                <a:lnTo>
                  <a:pt x="2637294" y="0"/>
                </a:lnTo>
                <a:lnTo>
                  <a:pt x="2637294" y="6117771"/>
                </a:lnTo>
                <a:lnTo>
                  <a:pt x="0" y="6117771"/>
                </a:lnTo>
                <a:close/>
              </a:path>
            </a:pathLst>
          </a:custGeom>
        </p:spPr>
      </p:pic>
    </p:spTree>
    <p:extLst>
      <p:ext uri="{BB962C8B-B14F-4D97-AF65-F5344CB8AC3E}">
        <p14:creationId xmlns:p14="http://schemas.microsoft.com/office/powerpoint/2010/main" val="773957489"/>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Título 1">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1"/>
            </p:custDataLst>
            <p:extLst>
              <p:ext uri="{D42A27DB-BD31-4B8C-83A1-F6EECF244321}">
                <p14:modId xmlns:p14="http://schemas.microsoft.com/office/powerpoint/2010/main" val="652976429"/>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Slide do think-cell" r:id="rId4" imgW="270" imgH="270" progId="TCLayout.ActiveDocument.1">
                  <p:embed/>
                </p:oleObj>
              </mc:Choice>
              <mc:Fallback>
                <p:oleObj name="Slide do think-cell" r:id="rId4" imgW="270" imgH="270" progId="TCLayout.ActiveDocument.1">
                  <p:embed/>
                  <p:pic>
                    <p:nvPicPr>
                      <p:cNvPr id="3" name="Object 2" hidden="1"/>
                      <p:cNvPicPr/>
                      <p:nvPr/>
                    </p:nvPicPr>
                    <p:blipFill>
                      <a:blip r:embed="rId5"/>
                      <a:stretch>
                        <a:fillRect/>
                      </a:stretch>
                    </p:blipFill>
                    <p:spPr>
                      <a:xfrm>
                        <a:off x="2118" y="1589"/>
                        <a:ext cx="2116" cy="1587"/>
                      </a:xfrm>
                      <a:prstGeom prst="rect">
                        <a:avLst/>
                      </a:prstGeom>
                    </p:spPr>
                  </p:pic>
                </p:oleObj>
              </mc:Fallback>
            </mc:AlternateContent>
          </a:graphicData>
        </a:graphic>
      </p:graphicFrame>
      <p:pic>
        <p:nvPicPr>
          <p:cNvPr id="52" name="Picture 51">
            <a:extLst>
              <a:ext uri="{FF2B5EF4-FFF2-40B4-BE49-F238E27FC236}">
                <a16:creationId xmlns:a16="http://schemas.microsoft.com/office/drawing/2014/main" id="{EE1BA648-EB67-18CA-4478-641FFEB85664}"/>
              </a:ext>
            </a:extLst>
          </p:cNvPr>
          <p:cNvPicPr>
            <a:picLocks noChangeAspect="1"/>
          </p:cNvPicPr>
          <p:nvPr userDrawn="1"/>
        </p:nvPicPr>
        <p:blipFill>
          <a:blip r:embed="rId6" cstate="email">
            <a:extLst>
              <a:ext uri="{BEBA8EAE-BF5A-486C-A8C5-ECC9F3942E4B}">
                <a14:imgProps xmlns:a14="http://schemas.microsoft.com/office/drawing/2010/main">
                  <a14:imgLayer r:embed="rId7">
                    <a14:imgEffect>
                      <a14:brightnessContrast bright="-40000"/>
                    </a14:imgEffect>
                  </a14:imgLayer>
                </a14:imgProps>
              </a:ext>
              <a:ext uri="{28A0092B-C50C-407E-A947-70E740481C1C}">
                <a14:useLocalDpi xmlns:a14="http://schemas.microsoft.com/office/drawing/2010/main"/>
              </a:ext>
            </a:extLst>
          </a:blip>
          <a:srcRect/>
          <a:stretch>
            <a:fillRect/>
          </a:stretch>
        </p:blipFill>
        <p:spPr>
          <a:xfrm>
            <a:off x="6094414" y="0"/>
            <a:ext cx="6097586" cy="6858000"/>
          </a:xfrm>
          <a:prstGeom prst="rect">
            <a:avLst/>
          </a:prstGeom>
        </p:spPr>
      </p:pic>
      <p:sp>
        <p:nvSpPr>
          <p:cNvPr id="25" name="Rectangle 24">
            <a:extLst>
              <a:ext uri="{FF2B5EF4-FFF2-40B4-BE49-F238E27FC236}">
                <a16:creationId xmlns:a16="http://schemas.microsoft.com/office/drawing/2014/main" id="{0BAE292B-6C1F-2C0B-4057-48C928314731}"/>
              </a:ext>
            </a:extLst>
          </p:cNvPr>
          <p:cNvSpPr/>
          <p:nvPr userDrawn="1"/>
        </p:nvSpPr>
        <p:spPr>
          <a:xfrm>
            <a:off x="0" y="0"/>
            <a:ext cx="6094414" cy="6858000"/>
          </a:xfrm>
          <a:prstGeom prst="rect">
            <a:avLst/>
          </a:prstGeom>
          <a:solidFill>
            <a:schemeClr val="tx2"/>
          </a:solidFill>
          <a:ln w="19050">
            <a:noFill/>
            <a:miter lim="400000"/>
          </a:ln>
          <a:effectLst/>
        </p:spPr>
        <p:txBody>
          <a:bodyPr lIns="108000" tIns="72000" rIns="108000" bIns="72000" rtlCol="0" anchor="ctr"/>
          <a:lstStyle/>
          <a:p>
            <a:pPr algn="l" rtl="0"/>
            <a:endParaRPr lang="pt-BR" sz="1400" noProof="0">
              <a:solidFill>
                <a:schemeClr val="bg1"/>
              </a:solidFill>
            </a:endParaRPr>
          </a:p>
        </p:txBody>
      </p:sp>
      <p:sp>
        <p:nvSpPr>
          <p:cNvPr id="2" name="Rectangle 1" hidden="1">
            <a:extLst>
              <a:ext uri="{FF2B5EF4-FFF2-40B4-BE49-F238E27FC236}">
                <a16:creationId xmlns:a16="http://schemas.microsoft.com/office/drawing/2014/main" id="{A844580B-E44C-4C02-B1B1-A68E777D154D}"/>
              </a:ext>
            </a:extLst>
          </p:cNvPr>
          <p:cNvSpPr/>
          <p:nvPr userDrawn="1">
            <p:custDataLst>
              <p:tags r:id="rId2"/>
            </p:custDataLst>
          </p:nvPr>
        </p:nvSpPr>
        <p:spPr>
          <a:xfrm>
            <a:off x="0" y="0"/>
            <a:ext cx="158750" cy="158750"/>
          </a:xfrm>
          <a:prstGeom prst="rect">
            <a:avLst/>
          </a:prstGeom>
          <a:solidFill>
            <a:schemeClr val="accent2"/>
          </a:solidFill>
          <a:ln w="19050">
            <a:solidFill>
              <a:schemeClr val="accent2"/>
            </a:solidFill>
            <a:miter lim="400000"/>
          </a:ln>
          <a:effectLst/>
        </p:spPr>
        <p:txBody>
          <a:bodyPr wrap="none" lIns="0" tIns="0" rIns="0" bIns="0" numCol="1" spcCol="0" rtlCol="0" anchor="ctr" anchorCtr="0">
            <a:noAutofit/>
          </a:bodyPr>
          <a:lstStyle/>
          <a:p>
            <a:pPr marL="0" lvl="0" indent="0" algn="l" rtl="0"/>
            <a:endParaRPr lang="en-US" sz="20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14" name="Rectangle 1027"/>
          <p:cNvSpPr>
            <a:spLocks noGrp="1" noChangeArrowheads="1"/>
          </p:cNvSpPr>
          <p:nvPr>
            <p:ph type="subTitle" idx="1"/>
          </p:nvPr>
        </p:nvSpPr>
        <p:spPr>
          <a:xfrm>
            <a:off x="493377" y="3518589"/>
            <a:ext cx="5184000" cy="30777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2"/>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rtl="0">
              <a:defRPr lang="pt-BR" sz="2000" b="1" baseline="0" noProof="0" dirty="0" smtClean="0">
                <a:solidFill>
                  <a:schemeClr val="accent2"/>
                </a:solidFill>
                <a:latin typeface="+mj-lt"/>
                <a:ea typeface="+mj-ea"/>
                <a:cs typeface="+mj-cs"/>
              </a:defRPr>
            </a:lvl1pPr>
          </a:lstStyle>
          <a:p>
            <a:pPr lvl="0" defTabSz="913526" fontAlgn="base">
              <a:spcBef>
                <a:spcPct val="0"/>
              </a:spcBef>
              <a:spcAft>
                <a:spcPct val="0"/>
              </a:spcAft>
              <a:tabLst>
                <a:tab pos="275353" algn="l"/>
              </a:tabLst>
            </a:pPr>
            <a:r>
              <a:rPr lang="pt-BR" noProof="0"/>
              <a:t>Click to edit Master subtitle style</a:t>
            </a:r>
          </a:p>
        </p:txBody>
      </p:sp>
      <p:sp>
        <p:nvSpPr>
          <p:cNvPr id="8" name="Text Placeholder 16">
            <a:extLst>
              <a:ext uri="{FF2B5EF4-FFF2-40B4-BE49-F238E27FC236}">
                <a16:creationId xmlns:a16="http://schemas.microsoft.com/office/drawing/2014/main" id="{826EA26D-EE90-4940-8EB9-A992432E62A2}"/>
              </a:ext>
            </a:extLst>
          </p:cNvPr>
          <p:cNvSpPr>
            <a:spLocks noGrp="1"/>
          </p:cNvSpPr>
          <p:nvPr>
            <p:ph type="body" sz="quarter" idx="11"/>
          </p:nvPr>
        </p:nvSpPr>
        <p:spPr>
          <a:xfrm>
            <a:off x="493377" y="4578452"/>
            <a:ext cx="5184000" cy="246221"/>
          </a:xfrm>
          <a:prstGeom prst="rect">
            <a:avLst/>
          </a:prstGeom>
        </p:spPr>
        <p:txBody>
          <a:bodyPr anchor="b"/>
          <a:lstStyle>
            <a:lvl1pPr rtl="0">
              <a:defRPr sz="1600">
                <a:solidFill>
                  <a:schemeClr val="bg1"/>
                </a:solidFill>
              </a:defRPr>
            </a:lvl1pPr>
          </a:lstStyle>
          <a:p>
            <a:pPr lvl="0"/>
            <a:r>
              <a:rPr lang="pt-BR" noProof="0"/>
              <a:t>Click to edit Master text styles</a:t>
            </a:r>
          </a:p>
        </p:txBody>
      </p:sp>
      <p:sp>
        <p:nvSpPr>
          <p:cNvPr id="16" name="Title 15">
            <a:extLst>
              <a:ext uri="{FF2B5EF4-FFF2-40B4-BE49-F238E27FC236}">
                <a16:creationId xmlns:a16="http://schemas.microsoft.com/office/drawing/2014/main" id="{0539B138-CABA-B14B-BD56-8A1FDAE5E785}"/>
              </a:ext>
            </a:extLst>
          </p:cNvPr>
          <p:cNvSpPr>
            <a:spLocks noGrp="1"/>
          </p:cNvSpPr>
          <p:nvPr>
            <p:ph type="title"/>
          </p:nvPr>
        </p:nvSpPr>
        <p:spPr>
          <a:xfrm>
            <a:off x="493377" y="2746057"/>
            <a:ext cx="5184000" cy="492443"/>
          </a:xfrm>
          <a:prstGeom prst="rect">
            <a:avLst/>
          </a:prstGeom>
          <a:noFill/>
          <a:ln>
            <a:noFill/>
          </a:ln>
          <a:effectLst/>
        </p:spPr>
        <p:txBody>
          <a:bodyPr vert="horz" wrap="square" lIns="0" tIns="0" rIns="0" bIns="0" numCol="1" rtlCol="0" anchor="b" anchorCtr="0" compatLnSpc="1">
            <a:prstTxWarp prst="textNoShape">
              <a:avLst/>
            </a:prstTxWarp>
            <a:spAutoFit/>
          </a:bodyPr>
          <a:lstStyle>
            <a:lvl1pPr rtl="0">
              <a:defRPr lang="en-US" sz="3200" b="0">
                <a:solidFill>
                  <a:schemeClr val="bg1"/>
                </a:solidFill>
              </a:defRPr>
            </a:lvl1pPr>
          </a:lstStyle>
          <a:p>
            <a:pPr marL="0" lvl="0" defTabSz="913526" fontAlgn="base">
              <a:spcAft>
                <a:spcPct val="0"/>
              </a:spcAft>
              <a:tabLst>
                <a:tab pos="275353" algn="l"/>
              </a:tabLst>
            </a:pPr>
            <a:r>
              <a:rPr lang="pt-BR" noProof="0"/>
              <a:t>Click to edit Master title style</a:t>
            </a:r>
          </a:p>
        </p:txBody>
      </p:sp>
      <p:sp>
        <p:nvSpPr>
          <p:cNvPr id="21" name="TextBox 12">
            <a:extLst>
              <a:ext uri="{FF2B5EF4-FFF2-40B4-BE49-F238E27FC236}">
                <a16:creationId xmlns:a16="http://schemas.microsoft.com/office/drawing/2014/main" id="{DEF08A4D-DE46-6935-C188-2AA372E98116}"/>
              </a:ext>
            </a:extLst>
          </p:cNvPr>
          <p:cNvSpPr txBox="1"/>
          <p:nvPr userDrawn="1"/>
        </p:nvSpPr>
        <p:spPr>
          <a:xfrm>
            <a:off x="493377" y="6428853"/>
            <a:ext cx="5184000" cy="215444"/>
          </a:xfrm>
          <a:prstGeom prst="rect">
            <a:avLst/>
          </a:prstGeom>
          <a:noFill/>
        </p:spPr>
        <p:txBody>
          <a:bodyPr wrap="square" lIns="0" tIns="0" rIns="0" bIns="0" rtlCol="0" anchor="ctr" anchorCtr="0">
            <a:spAutoFit/>
          </a:bodyPr>
          <a:lstStyle/>
          <a:p>
            <a:pPr algn="l" rtl="0" eaLnBrk="0" hangingPunct="0"/>
            <a:r>
              <a:rPr lang="pt-BR" sz="700" noProof="0">
                <a:solidFill>
                  <a:srgbClr val="8187B3"/>
                </a:solidFill>
                <a:latin typeface="Arial Nova Light" panose="020B0304020202020204" pitchFamily="34" charset="0"/>
                <a:ea typeface="Roboto Light" panose="02000000000000000000" pitchFamily="2" charset="0"/>
                <a:cs typeface="MS PGothic"/>
              </a:rPr>
              <a:t>Este documento é apenas para uso interno de cliente. Nenhuma parte dele pode ser circulada, referenciada ou reproduzida para distribuição fora da organização sem prévia aprovação por escrito da Mirow &amp; Co.</a:t>
            </a:r>
          </a:p>
        </p:txBody>
      </p:sp>
      <p:pic>
        <p:nvPicPr>
          <p:cNvPr id="33" name="Graphic 32">
            <a:extLst>
              <a:ext uri="{FF2B5EF4-FFF2-40B4-BE49-F238E27FC236}">
                <a16:creationId xmlns:a16="http://schemas.microsoft.com/office/drawing/2014/main" id="{4807D396-0BF4-4E58-7746-DD50E9742306}"/>
              </a:ext>
            </a:extLst>
          </p:cNvPr>
          <p:cNvPicPr>
            <a:picLocks noChangeAspect="1"/>
          </p:cNvPicPr>
          <p:nvPr userDrawn="1"/>
        </p:nvPicPr>
        <p:blipFill>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1956520" y="5176763"/>
            <a:ext cx="2257714" cy="900000"/>
          </a:xfrm>
          <a:prstGeom prst="rect">
            <a:avLst/>
          </a:prstGeom>
        </p:spPr>
      </p:pic>
      <p:pic>
        <p:nvPicPr>
          <p:cNvPr id="66" name="Picture 65">
            <a:extLst>
              <a:ext uri="{FF2B5EF4-FFF2-40B4-BE49-F238E27FC236}">
                <a16:creationId xmlns:a16="http://schemas.microsoft.com/office/drawing/2014/main" id="{1654A3E7-9B1A-408F-0DB9-2E468A918696}"/>
              </a:ext>
            </a:extLst>
          </p:cNvPr>
          <p:cNvPicPr>
            <a:picLocks noChangeAspect="1"/>
          </p:cNvPicPr>
          <p:nvPr userDrawn="1"/>
        </p:nvPicPr>
        <p:blipFill>
          <a:blip r:embed="rId10" cstate="email">
            <a:alphaModFix amt="70000"/>
            <a:extLst>
              <a:ext uri="{28A0092B-C50C-407E-A947-70E740481C1C}">
                <a14:useLocalDpi xmlns:a14="http://schemas.microsoft.com/office/drawing/2010/main"/>
              </a:ext>
            </a:extLst>
          </a:blip>
          <a:srcRect/>
          <a:stretch>
            <a:fillRect/>
          </a:stretch>
        </p:blipFill>
        <p:spPr>
          <a:xfrm>
            <a:off x="6591300" y="723898"/>
            <a:ext cx="5600700" cy="6134102"/>
          </a:xfrm>
          <a:custGeom>
            <a:avLst/>
            <a:gdLst>
              <a:gd name="connsiteX0" fmla="*/ 1689100 w 5600700"/>
              <a:gd name="connsiteY0" fmla="*/ 0 h 6134102"/>
              <a:gd name="connsiteX1" fmla="*/ 2992492 w 5600700"/>
              <a:gd name="connsiteY1" fmla="*/ 614676 h 6134102"/>
              <a:gd name="connsiteX2" fmla="*/ 3017158 w 5600700"/>
              <a:gd name="connsiteY2" fmla="*/ 647661 h 6134102"/>
              <a:gd name="connsiteX3" fmla="*/ 3041823 w 5600700"/>
              <a:gd name="connsiteY3" fmla="*/ 614676 h 6134102"/>
              <a:gd name="connsiteX4" fmla="*/ 4345215 w 5600700"/>
              <a:gd name="connsiteY4" fmla="*/ 0 h 6134102"/>
              <a:gd name="connsiteX5" fmla="*/ 5539589 w 5600700"/>
              <a:gd name="connsiteY5" fmla="*/ 494726 h 6134102"/>
              <a:gd name="connsiteX6" fmla="*/ 5600700 w 5600700"/>
              <a:gd name="connsiteY6" fmla="*/ 561965 h 6134102"/>
              <a:gd name="connsiteX7" fmla="*/ 5600700 w 5600700"/>
              <a:gd name="connsiteY7" fmla="*/ 6134102 h 6134102"/>
              <a:gd name="connsiteX8" fmla="*/ 5310414 w 5600700"/>
              <a:gd name="connsiteY8" fmla="*/ 6134102 h 6134102"/>
              <a:gd name="connsiteX9" fmla="*/ 5310414 w 5600700"/>
              <a:gd name="connsiteY9" fmla="*/ 1711377 h 6134102"/>
              <a:gd name="connsiteX10" fmla="*/ 4344306 w 5600700"/>
              <a:gd name="connsiteY10" fmla="*/ 745269 h 6134102"/>
              <a:gd name="connsiteX11" fmla="*/ 4344307 w 5600700"/>
              <a:gd name="connsiteY11" fmla="*/ 745268 h 6134102"/>
              <a:gd name="connsiteX12" fmla="*/ 3383187 w 5600700"/>
              <a:gd name="connsiteY12" fmla="*/ 1612597 h 6134102"/>
              <a:gd name="connsiteX13" fmla="*/ 3378200 w 5600700"/>
              <a:gd name="connsiteY13" fmla="*/ 1711355 h 6134102"/>
              <a:gd name="connsiteX14" fmla="*/ 3378200 w 5600700"/>
              <a:gd name="connsiteY14" fmla="*/ 6134102 h 6134102"/>
              <a:gd name="connsiteX15" fmla="*/ 3378198 w 5600700"/>
              <a:gd name="connsiteY15" fmla="*/ 6134102 h 6134102"/>
              <a:gd name="connsiteX16" fmla="*/ 2656115 w 5600700"/>
              <a:gd name="connsiteY16" fmla="*/ 6134102 h 6134102"/>
              <a:gd name="connsiteX17" fmla="*/ 2656115 w 5600700"/>
              <a:gd name="connsiteY17" fmla="*/ 1712285 h 6134102"/>
              <a:gd name="connsiteX18" fmla="*/ 1689099 w 5600700"/>
              <a:gd name="connsiteY18" fmla="*/ 745269 h 6134102"/>
              <a:gd name="connsiteX19" fmla="*/ 1689100 w 5600700"/>
              <a:gd name="connsiteY19" fmla="*/ 745268 h 6134102"/>
              <a:gd name="connsiteX20" fmla="*/ 722084 w 5600700"/>
              <a:gd name="connsiteY20" fmla="*/ 1712284 h 6134102"/>
              <a:gd name="connsiteX21" fmla="*/ 722084 w 5600700"/>
              <a:gd name="connsiteY21" fmla="*/ 6134102 h 6134102"/>
              <a:gd name="connsiteX22" fmla="*/ 0 w 5600700"/>
              <a:gd name="connsiteY22" fmla="*/ 6134102 h 6134102"/>
              <a:gd name="connsiteX23" fmla="*/ 0 w 5600700"/>
              <a:gd name="connsiteY23" fmla="*/ 1689100 h 6134102"/>
              <a:gd name="connsiteX24" fmla="*/ 1689100 w 5600700"/>
              <a:gd name="connsiteY24" fmla="*/ 0 h 6134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600700" h="6134102">
                <a:moveTo>
                  <a:pt x="1689100" y="0"/>
                </a:moveTo>
                <a:cubicBezTo>
                  <a:pt x="2213836" y="0"/>
                  <a:pt x="2682686" y="239278"/>
                  <a:pt x="2992492" y="614676"/>
                </a:cubicBezTo>
                <a:lnTo>
                  <a:pt x="3017158" y="647661"/>
                </a:lnTo>
                <a:lnTo>
                  <a:pt x="3041823" y="614676"/>
                </a:lnTo>
                <a:cubicBezTo>
                  <a:pt x="3351629" y="239278"/>
                  <a:pt x="3820479" y="0"/>
                  <a:pt x="4345215" y="0"/>
                </a:cubicBezTo>
                <a:cubicBezTo>
                  <a:pt x="4811647" y="0"/>
                  <a:pt x="5233922" y="189059"/>
                  <a:pt x="5539589" y="494726"/>
                </a:cubicBezTo>
                <a:lnTo>
                  <a:pt x="5600700" y="561965"/>
                </a:lnTo>
                <a:lnTo>
                  <a:pt x="5600700" y="6134102"/>
                </a:lnTo>
                <a:lnTo>
                  <a:pt x="5310414" y="6134102"/>
                </a:lnTo>
                <a:lnTo>
                  <a:pt x="5310414" y="1711377"/>
                </a:lnTo>
                <a:cubicBezTo>
                  <a:pt x="5310414" y="1177810"/>
                  <a:pt x="4877873" y="745269"/>
                  <a:pt x="4344306" y="745269"/>
                </a:cubicBezTo>
                <a:lnTo>
                  <a:pt x="4344307" y="745268"/>
                </a:lnTo>
                <a:cubicBezTo>
                  <a:pt x="3844088" y="745268"/>
                  <a:pt x="3432661" y="1125431"/>
                  <a:pt x="3383187" y="1612597"/>
                </a:cubicBezTo>
                <a:lnTo>
                  <a:pt x="3378200" y="1711355"/>
                </a:lnTo>
                <a:lnTo>
                  <a:pt x="3378200" y="6134102"/>
                </a:lnTo>
                <a:lnTo>
                  <a:pt x="3378198" y="6134102"/>
                </a:lnTo>
                <a:lnTo>
                  <a:pt x="2656115" y="6134102"/>
                </a:lnTo>
                <a:lnTo>
                  <a:pt x="2656115" y="1712285"/>
                </a:lnTo>
                <a:cubicBezTo>
                  <a:pt x="2656115" y="1178217"/>
                  <a:pt x="2223167" y="745269"/>
                  <a:pt x="1689099" y="745269"/>
                </a:cubicBezTo>
                <a:lnTo>
                  <a:pt x="1689100" y="745268"/>
                </a:lnTo>
                <a:cubicBezTo>
                  <a:pt x="1155032" y="745268"/>
                  <a:pt x="722084" y="1178216"/>
                  <a:pt x="722084" y="1712284"/>
                </a:cubicBezTo>
                <a:lnTo>
                  <a:pt x="722084" y="6134102"/>
                </a:lnTo>
                <a:lnTo>
                  <a:pt x="0" y="6134102"/>
                </a:lnTo>
                <a:lnTo>
                  <a:pt x="0" y="1689100"/>
                </a:lnTo>
                <a:cubicBezTo>
                  <a:pt x="0" y="756236"/>
                  <a:pt x="756236" y="0"/>
                  <a:pt x="1689100" y="0"/>
                </a:cubicBezTo>
                <a:close/>
              </a:path>
            </a:pathLst>
          </a:custGeom>
        </p:spPr>
      </p:pic>
    </p:spTree>
    <p:extLst>
      <p:ext uri="{BB962C8B-B14F-4D97-AF65-F5344CB8AC3E}">
        <p14:creationId xmlns:p14="http://schemas.microsoft.com/office/powerpoint/2010/main" val="3061870457"/>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5_Title Only">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9E0980AA-BCE6-4E26-8843-3669C15888DB}"/>
              </a:ext>
            </a:extLst>
          </p:cNvPr>
          <p:cNvGraphicFramePr>
            <a:graphicFrameLocks noChangeAspect="1"/>
          </p:cNvGraphicFramePr>
          <p:nvPr userDrawn="1">
            <p:custDataLst>
              <p:tags r:id="rId1"/>
            </p:custDataLst>
            <p:extLst>
              <p:ext uri="{D42A27DB-BD31-4B8C-83A1-F6EECF244321}">
                <p14:modId xmlns:p14="http://schemas.microsoft.com/office/powerpoint/2010/main" val="2038395798"/>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Slide do think-cell" r:id="rId4" imgW="493" imgH="493" progId="TCLayout.ActiveDocument.1">
                  <p:embed/>
                </p:oleObj>
              </mc:Choice>
              <mc:Fallback>
                <p:oleObj name="Slide do think-cell" r:id="rId4" imgW="493" imgH="493" progId="TCLayout.ActiveDocument.1">
                  <p:embed/>
                  <p:pic>
                    <p:nvPicPr>
                      <p:cNvPr id="10" name="Object 9" hidden="1">
                        <a:extLst>
                          <a:ext uri="{FF2B5EF4-FFF2-40B4-BE49-F238E27FC236}">
                            <a16:creationId xmlns:a16="http://schemas.microsoft.com/office/drawing/2014/main" id="{9E0980AA-BCE6-4E26-8843-3669C15888DB}"/>
                          </a:ext>
                        </a:extLst>
                      </p:cNvPr>
                      <p:cNvPicPr/>
                      <p:nvPr/>
                    </p:nvPicPr>
                    <p:blipFill>
                      <a:blip r:embed="rId5"/>
                      <a:stretch>
                        <a:fillRect/>
                      </a:stretch>
                    </p:blipFill>
                    <p:spPr>
                      <a:xfrm>
                        <a:off x="2118" y="1589"/>
                        <a:ext cx="2116" cy="1587"/>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4FE804D7-7F22-4628-B31E-2AE601C042B1}"/>
              </a:ext>
            </a:extLst>
          </p:cNvPr>
          <p:cNvSpPr/>
          <p:nvPr userDrawn="1">
            <p:custDataLst>
              <p:tags r:id="rId2"/>
            </p:custDataLst>
          </p:nvPr>
        </p:nvSpPr>
        <p:spPr>
          <a:xfrm>
            <a:off x="0" y="0"/>
            <a:ext cx="158750" cy="158750"/>
          </a:xfrm>
          <a:prstGeom prst="rect">
            <a:avLst/>
          </a:prstGeom>
          <a:solidFill>
            <a:schemeClr val="accent2"/>
          </a:solidFill>
          <a:ln w="19050">
            <a:solidFill>
              <a:schemeClr val="accent2"/>
            </a:solidFill>
            <a:miter lim="400000"/>
          </a:ln>
          <a:effectLst/>
        </p:spPr>
        <p:txBody>
          <a:bodyPr wrap="none" lIns="0" tIns="0" rIns="0" bIns="0" numCol="1" spcCol="0" rtlCol="0" anchor="ctr" anchorCtr="0">
            <a:noAutofit/>
          </a:bodyPr>
          <a:lstStyle/>
          <a:p>
            <a:pPr marL="0" lvl="0" indent="0" algn="l" rtl="0"/>
            <a:endParaRPr kumimoji="0" lang="pt-BR" sz="2000" b="1" i="0" u="none" cap="none" baseline="0">
              <a:solidFill>
                <a:schemeClr val="bg1"/>
              </a:solidFill>
              <a:latin typeface="Arial" panose="020B0604020202020204" pitchFamily="34" charset="0"/>
              <a:ea typeface="+mj-ea"/>
              <a:cs typeface="+mj-cs"/>
              <a:sym typeface="Arial" panose="020B0604020202020204" pitchFamily="34" charset="0"/>
            </a:endParaRPr>
          </a:p>
        </p:txBody>
      </p:sp>
      <p:sp>
        <p:nvSpPr>
          <p:cNvPr id="13" name="Text Placeholder 4">
            <a:extLst>
              <a:ext uri="{FF2B5EF4-FFF2-40B4-BE49-F238E27FC236}">
                <a16:creationId xmlns:a16="http://schemas.microsoft.com/office/drawing/2014/main" id="{D16463AB-2C7D-12B5-108F-3BC553C8D601}"/>
              </a:ext>
            </a:extLst>
          </p:cNvPr>
          <p:cNvSpPr>
            <a:spLocks noGrp="1"/>
          </p:cNvSpPr>
          <p:nvPr>
            <p:ph type="body" sz="quarter" idx="15" hasCustomPrompt="1"/>
          </p:nvPr>
        </p:nvSpPr>
        <p:spPr>
          <a:xfrm>
            <a:off x="433389" y="6516592"/>
            <a:ext cx="9504000" cy="153888"/>
          </a:xfrm>
          <a:prstGeom prst="rect">
            <a:avLst/>
          </a:prstGeom>
        </p:spPr>
        <p:txBody>
          <a:bodyPr wrap="square" lIns="0" tIns="0" rIns="0" bIns="0" anchor="b" anchorCtr="0"/>
          <a:lstStyle>
            <a:lvl1pPr marL="0" indent="0">
              <a:spcBef>
                <a:spcPts val="0"/>
              </a:spcBef>
              <a:buNone/>
              <a:defRPr lang="en-GB" sz="900" dirty="0">
                <a:latin typeface="+mj-lt"/>
                <a:ea typeface="Roboto" pitchFamily="2" charset="0"/>
              </a:defRPr>
            </a:lvl1pPr>
            <a:lvl2pPr marL="196850" indent="0">
              <a:buNone/>
              <a:defRPr sz="900"/>
            </a:lvl2pPr>
            <a:lvl3pPr marL="406400" indent="0">
              <a:buNone/>
              <a:defRPr sz="900"/>
            </a:lvl3pPr>
            <a:lvl4pPr marL="588962" indent="0">
              <a:buNone/>
              <a:defRPr sz="1000"/>
            </a:lvl4pPr>
            <a:lvl5pPr marL="817562" indent="0">
              <a:buNone/>
              <a:defRPr sz="1000"/>
            </a:lvl5pPr>
          </a:lstStyle>
          <a:p>
            <a:pPr lvl="0"/>
            <a:r>
              <a:rPr lang="pt-BR" sz="1000">
                <a:latin typeface="+mj-lt"/>
              </a:rPr>
              <a:t>Fonte:</a:t>
            </a:r>
          </a:p>
        </p:txBody>
      </p:sp>
      <p:sp>
        <p:nvSpPr>
          <p:cNvPr id="11" name="Title 1">
            <a:extLst>
              <a:ext uri="{FF2B5EF4-FFF2-40B4-BE49-F238E27FC236}">
                <a16:creationId xmlns:a16="http://schemas.microsoft.com/office/drawing/2014/main" id="{2419F900-E00F-40AF-9105-49B4B26BC53B}"/>
              </a:ext>
            </a:extLst>
          </p:cNvPr>
          <p:cNvSpPr>
            <a:spLocks noGrp="1"/>
          </p:cNvSpPr>
          <p:nvPr>
            <p:ph type="title" hasCustomPrompt="1"/>
          </p:nvPr>
        </p:nvSpPr>
        <p:spPr>
          <a:xfrm>
            <a:off x="736979" y="312999"/>
            <a:ext cx="11227479" cy="307777"/>
          </a:xfrm>
          <a:prstGeom prst="rect">
            <a:avLst/>
          </a:prstGeom>
        </p:spPr>
        <p:txBody>
          <a:bodyPr vert="horz" lIns="0" tIns="0" rIns="0" bIns="0" rtlCol="0" anchor="t" anchorCtr="0">
            <a:spAutoFit/>
          </a:bodyPr>
          <a:lstStyle>
            <a:lvl1pPr>
              <a:defRPr lang="en-US" dirty="0"/>
            </a:lvl1pPr>
          </a:lstStyle>
          <a:p>
            <a:pPr marL="0" lvl="0"/>
            <a:r>
              <a:rPr lang="pt-BR"/>
              <a:t>Clique para editar o título Mestre</a:t>
            </a:r>
            <a:endParaRPr lang="en-US"/>
          </a:p>
        </p:txBody>
      </p:sp>
      <p:sp>
        <p:nvSpPr>
          <p:cNvPr id="17" name="Slide Number">
            <a:extLst>
              <a:ext uri="{FF2B5EF4-FFF2-40B4-BE49-F238E27FC236}">
                <a16:creationId xmlns:a16="http://schemas.microsoft.com/office/drawing/2014/main" id="{53A1DEA9-E10A-526B-535B-65E136ACB87A}"/>
              </a:ext>
            </a:extLst>
          </p:cNvPr>
          <p:cNvSpPr txBox="1">
            <a:spLocks/>
          </p:cNvSpPr>
          <p:nvPr userDrawn="1"/>
        </p:nvSpPr>
        <p:spPr>
          <a:xfrm>
            <a:off x="11762075" y="6525482"/>
            <a:ext cx="160294" cy="157014"/>
          </a:xfrm>
          <a:prstGeom prst="rect">
            <a:avLst/>
          </a:prstGeom>
        </p:spPr>
        <p:txBody>
          <a:bodyPr vert="horz" wrap="none" lIns="0" tIns="0" rIns="0" bIns="0" rtlCol="0" anchor="ctr">
            <a:spAutoFit/>
          </a:bodyPr>
          <a:lstStyle>
            <a:defPPr>
              <a:defRPr lang="en-US"/>
            </a:defPPr>
            <a:lvl1pPr>
              <a:defRPr sz="1000" baseline="0">
                <a:latin typeface="+mn-lt"/>
              </a:defRPr>
            </a:lvl1pPr>
          </a:lstStyle>
          <a:p>
            <a:pPr lvl="0" algn="r"/>
            <a:fld id="{42C328C1-A84F-4A39-A664-DBA00541A8C6}" type="slidenum">
              <a:rPr lang="pt-BR" smtClean="0">
                <a:latin typeface="+mj-lt"/>
                <a:ea typeface="Roboto" pitchFamily="2" charset="0"/>
              </a:rPr>
              <a:pPr lvl="0" algn="r"/>
              <a:t>‹#›</a:t>
            </a:fld>
            <a:endParaRPr lang="pt-BR">
              <a:latin typeface="+mj-lt"/>
              <a:ea typeface="Roboto" pitchFamily="2" charset="0"/>
            </a:endParaRPr>
          </a:p>
        </p:txBody>
      </p:sp>
      <p:pic>
        <p:nvPicPr>
          <p:cNvPr id="19" name="Graphic 18">
            <a:extLst>
              <a:ext uri="{FF2B5EF4-FFF2-40B4-BE49-F238E27FC236}">
                <a16:creationId xmlns:a16="http://schemas.microsoft.com/office/drawing/2014/main" id="{48AF656C-BAD0-6742-8766-85D0570F5A55}"/>
              </a:ext>
            </a:extLst>
          </p:cNvPr>
          <p:cNvPicPr>
            <a:picLocks noChangeAspect="1"/>
          </p:cNvPicPr>
          <p:nvPr userDrawn="1"/>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0127705" y="6297334"/>
            <a:ext cx="1261440" cy="504000"/>
          </a:xfrm>
          <a:prstGeom prst="rect">
            <a:avLst/>
          </a:prstGeom>
        </p:spPr>
      </p:pic>
      <p:grpSp>
        <p:nvGrpSpPr>
          <p:cNvPr id="20" name="Google Shape;219;p29">
            <a:extLst>
              <a:ext uri="{FF2B5EF4-FFF2-40B4-BE49-F238E27FC236}">
                <a16:creationId xmlns:a16="http://schemas.microsoft.com/office/drawing/2014/main" id="{2AF512FA-0164-9EFB-64A3-867146FDC8DF}"/>
              </a:ext>
            </a:extLst>
          </p:cNvPr>
          <p:cNvGrpSpPr/>
          <p:nvPr userDrawn="1"/>
        </p:nvGrpSpPr>
        <p:grpSpPr>
          <a:xfrm>
            <a:off x="0" y="0"/>
            <a:ext cx="1169662" cy="1231900"/>
            <a:chOff x="497750" y="2991250"/>
            <a:chExt cx="946654" cy="997025"/>
          </a:xfrm>
        </p:grpSpPr>
        <p:sp>
          <p:nvSpPr>
            <p:cNvPr id="21" name="Google Shape;220;p29">
              <a:extLst>
                <a:ext uri="{FF2B5EF4-FFF2-40B4-BE49-F238E27FC236}">
                  <a16:creationId xmlns:a16="http://schemas.microsoft.com/office/drawing/2014/main" id="{9D9B233D-A5F1-0861-C841-12CE591B726F}"/>
                </a:ext>
              </a:extLst>
            </p:cNvPr>
            <p:cNvSpPr/>
            <p:nvPr/>
          </p:nvSpPr>
          <p:spPr>
            <a:xfrm>
              <a:off x="497750" y="2994700"/>
              <a:ext cx="908975" cy="993575"/>
            </a:xfrm>
            <a:custGeom>
              <a:avLst/>
              <a:gdLst/>
              <a:ahLst/>
              <a:cxnLst/>
              <a:rect l="l" t="t" r="r" b="b"/>
              <a:pathLst>
                <a:path w="36359" h="39743" extrusionOk="0">
                  <a:moveTo>
                    <a:pt x="36359" y="0"/>
                  </a:moveTo>
                  <a:lnTo>
                    <a:pt x="36359" y="0"/>
                  </a:lnTo>
                  <a:cubicBezTo>
                    <a:pt x="18660" y="3018"/>
                    <a:pt x="6952" y="10976"/>
                    <a:pt x="1" y="17699"/>
                  </a:cubicBezTo>
                  <a:lnTo>
                    <a:pt x="1" y="39742"/>
                  </a:lnTo>
                  <a:cubicBezTo>
                    <a:pt x="1967" y="32013"/>
                    <a:pt x="9834" y="10473"/>
                    <a:pt x="363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22" name="Google Shape;221;p29">
              <a:extLst>
                <a:ext uri="{FF2B5EF4-FFF2-40B4-BE49-F238E27FC236}">
                  <a16:creationId xmlns:a16="http://schemas.microsoft.com/office/drawing/2014/main" id="{B45C6FD5-217B-F7F0-1FFB-893C1977E727}"/>
                </a:ext>
              </a:extLst>
            </p:cNvPr>
            <p:cNvSpPr/>
            <p:nvPr/>
          </p:nvSpPr>
          <p:spPr>
            <a:xfrm>
              <a:off x="497750" y="2991250"/>
              <a:ext cx="946654" cy="454130"/>
            </a:xfrm>
            <a:custGeom>
              <a:avLst/>
              <a:gdLst/>
              <a:ahLst/>
              <a:cxnLst/>
              <a:rect l="l" t="t" r="r" b="b"/>
              <a:pathLst>
                <a:path w="37182" h="17837" extrusionOk="0">
                  <a:moveTo>
                    <a:pt x="1" y="1"/>
                  </a:moveTo>
                  <a:lnTo>
                    <a:pt x="1" y="17837"/>
                  </a:lnTo>
                  <a:cubicBezTo>
                    <a:pt x="6952" y="11114"/>
                    <a:pt x="18660" y="3156"/>
                    <a:pt x="36359" y="138"/>
                  </a:cubicBezTo>
                  <a:lnTo>
                    <a:pt x="37182" y="1"/>
                  </a:lnTo>
                  <a:close/>
                </a:path>
              </a:pathLst>
            </a:custGeom>
            <a:solidFill>
              <a:schemeClr val="tx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grpSp>
      <p:pic>
        <p:nvPicPr>
          <p:cNvPr id="2" name="Picture 32">
            <a:extLst>
              <a:ext uri="{FF2B5EF4-FFF2-40B4-BE49-F238E27FC236}">
                <a16:creationId xmlns:a16="http://schemas.microsoft.com/office/drawing/2014/main" id="{21191E67-5F65-B637-404C-A20290B40A07}"/>
              </a:ext>
            </a:extLst>
          </p:cNvPr>
          <p:cNvPicPr>
            <a:picLocks noChangeAspect="1"/>
          </p:cNvPicPr>
          <p:nvPr userDrawn="1"/>
        </p:nvPicPr>
        <p:blipFill rotWithShape="1">
          <a:blip r:embed="rId8" cstate="email">
            <a:alphaModFix amt="20000"/>
            <a:extLst>
              <a:ext uri="{28A0092B-C50C-407E-A947-70E740481C1C}">
                <a14:useLocalDpi xmlns:a14="http://schemas.microsoft.com/office/drawing/2010/main"/>
              </a:ext>
            </a:extLst>
          </a:blip>
          <a:srcRect r="7672" b="29001"/>
          <a:stretch/>
        </p:blipFill>
        <p:spPr>
          <a:xfrm>
            <a:off x="6603889" y="740229"/>
            <a:ext cx="5588111" cy="6117771"/>
          </a:xfrm>
          <a:prstGeom prst="rect">
            <a:avLst/>
          </a:prstGeom>
        </p:spPr>
      </p:pic>
    </p:spTree>
    <p:extLst>
      <p:ext uri="{BB962C8B-B14F-4D97-AF65-F5344CB8AC3E}">
        <p14:creationId xmlns:p14="http://schemas.microsoft.com/office/powerpoint/2010/main" val="2386646076"/>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5_Layout Personalizado">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1137E873-3395-4CA4-875E-A0B0E7BF2302}"/>
              </a:ext>
            </a:extLst>
          </p:cNvPr>
          <p:cNvGraphicFramePr>
            <a:graphicFrameLocks noChangeAspect="1"/>
          </p:cNvGraphicFramePr>
          <p:nvPr>
            <p:custDataLst>
              <p:tags r:id="rId1"/>
            </p:custDataLst>
            <p:extLst>
              <p:ext uri="{D42A27DB-BD31-4B8C-83A1-F6EECF244321}">
                <p14:modId xmlns:p14="http://schemas.microsoft.com/office/powerpoint/2010/main" val="3534397299"/>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Slide do think-cell" r:id="rId4" imgW="493" imgH="493" progId="TCLayout.ActiveDocument.1">
                  <p:embed/>
                </p:oleObj>
              </mc:Choice>
              <mc:Fallback>
                <p:oleObj name="Slide do think-cell" r:id="rId4" imgW="493" imgH="493" progId="TCLayout.ActiveDocument.1">
                  <p:embed/>
                  <p:pic>
                    <p:nvPicPr>
                      <p:cNvPr id="2" name="Object 1" hidden="1">
                        <a:extLst>
                          <a:ext uri="{FF2B5EF4-FFF2-40B4-BE49-F238E27FC236}">
                            <a16:creationId xmlns:a16="http://schemas.microsoft.com/office/drawing/2014/main" id="{1137E873-3395-4CA4-875E-A0B0E7BF2302}"/>
                          </a:ext>
                        </a:extLst>
                      </p:cNvPr>
                      <p:cNvPicPr/>
                      <p:nvPr/>
                    </p:nvPicPr>
                    <p:blipFill>
                      <a:blip r:embed="rId5"/>
                      <a:stretch>
                        <a:fillRect/>
                      </a:stretch>
                    </p:blipFill>
                    <p:spPr>
                      <a:xfrm>
                        <a:off x="2118" y="1589"/>
                        <a:ext cx="2116" cy="1587"/>
                      </a:xfrm>
                      <a:prstGeom prst="rect">
                        <a:avLst/>
                      </a:prstGeom>
                    </p:spPr>
                  </p:pic>
                </p:oleObj>
              </mc:Fallback>
            </mc:AlternateContent>
          </a:graphicData>
        </a:graphic>
      </p:graphicFrame>
      <p:pic>
        <p:nvPicPr>
          <p:cNvPr id="15" name="Picture 14">
            <a:extLst>
              <a:ext uri="{FF2B5EF4-FFF2-40B4-BE49-F238E27FC236}">
                <a16:creationId xmlns:a16="http://schemas.microsoft.com/office/drawing/2014/main" id="{46E67C59-8DAA-1676-54FA-D963D8DA8451}"/>
              </a:ext>
            </a:extLst>
          </p:cNvPr>
          <p:cNvPicPr>
            <a:picLocks noChangeAspect="1"/>
          </p:cNvPicPr>
          <p:nvPr userDrawn="1"/>
        </p:nvPicPr>
        <p:blipFill rotWithShape="1">
          <a:blip r:embed="rId6" cstate="email">
            <a:alphaModFix amt="35000"/>
            <a:extLst>
              <a:ext uri="{28A0092B-C50C-407E-A947-70E740481C1C}">
                <a14:useLocalDpi xmlns:a14="http://schemas.microsoft.com/office/drawing/2010/main"/>
              </a:ext>
            </a:extLst>
          </a:blip>
          <a:srcRect r="7672" b="86402"/>
          <a:stretch/>
        </p:blipFill>
        <p:spPr>
          <a:xfrm>
            <a:off x="6603889" y="740229"/>
            <a:ext cx="5588111" cy="1171698"/>
          </a:xfrm>
          <a:custGeom>
            <a:avLst/>
            <a:gdLst>
              <a:gd name="connsiteX0" fmla="*/ 0 w 5588111"/>
              <a:gd name="connsiteY0" fmla="*/ 0 h 1171698"/>
              <a:gd name="connsiteX1" fmla="*/ 5588111 w 5588111"/>
              <a:gd name="connsiteY1" fmla="*/ 0 h 1171698"/>
              <a:gd name="connsiteX2" fmla="*/ 5588111 w 5588111"/>
              <a:gd name="connsiteY2" fmla="*/ 1171698 h 1171698"/>
              <a:gd name="connsiteX3" fmla="*/ 0 w 5588111"/>
              <a:gd name="connsiteY3" fmla="*/ 1171698 h 1171698"/>
            </a:gdLst>
            <a:ahLst/>
            <a:cxnLst>
              <a:cxn ang="0">
                <a:pos x="connsiteX0" y="connsiteY0"/>
              </a:cxn>
              <a:cxn ang="0">
                <a:pos x="connsiteX1" y="connsiteY1"/>
              </a:cxn>
              <a:cxn ang="0">
                <a:pos x="connsiteX2" y="connsiteY2"/>
              </a:cxn>
              <a:cxn ang="0">
                <a:pos x="connsiteX3" y="connsiteY3"/>
              </a:cxn>
            </a:cxnLst>
            <a:rect l="l" t="t" r="r" b="b"/>
            <a:pathLst>
              <a:path w="5588111" h="1171698">
                <a:moveTo>
                  <a:pt x="0" y="0"/>
                </a:moveTo>
                <a:lnTo>
                  <a:pt x="5588111" y="0"/>
                </a:lnTo>
                <a:lnTo>
                  <a:pt x="5588111" y="1171698"/>
                </a:lnTo>
                <a:lnTo>
                  <a:pt x="0" y="1171698"/>
                </a:lnTo>
                <a:close/>
              </a:path>
            </a:pathLst>
          </a:custGeom>
        </p:spPr>
      </p:pic>
      <p:sp>
        <p:nvSpPr>
          <p:cNvPr id="5" name="Rectangle 4" hidden="1">
            <a:extLst>
              <a:ext uri="{FF2B5EF4-FFF2-40B4-BE49-F238E27FC236}">
                <a16:creationId xmlns:a16="http://schemas.microsoft.com/office/drawing/2014/main" id="{3ED6A465-F6C5-4E8F-B9DE-C5B62BA8FB3C}"/>
              </a:ext>
            </a:extLst>
          </p:cNvPr>
          <p:cNvSpPr/>
          <p:nvPr userDrawn="1">
            <p:custDataLst>
              <p:tags r:id="rId2"/>
            </p:custDataLst>
          </p:nvPr>
        </p:nvSpPr>
        <p:spPr>
          <a:xfrm>
            <a:off x="0" y="0"/>
            <a:ext cx="158750" cy="158750"/>
          </a:xfrm>
          <a:prstGeom prst="rect">
            <a:avLst/>
          </a:prstGeom>
          <a:solidFill>
            <a:schemeClr val="accent2"/>
          </a:solidFill>
          <a:ln w="19050">
            <a:solidFill>
              <a:schemeClr val="accent2"/>
            </a:solidFill>
            <a:miter lim="400000"/>
          </a:ln>
          <a:effectLst/>
        </p:spPr>
        <p:txBody>
          <a:bodyPr wrap="none" lIns="0" tIns="0" rIns="0" bIns="0" numCol="1" spcCol="0" rtlCol="0" anchor="ctr" anchorCtr="0">
            <a:noAutofit/>
          </a:bodyPr>
          <a:lstStyle/>
          <a:p>
            <a:pPr marL="0" lvl="0" indent="0" algn="l"/>
            <a:endParaRPr lang="pt-BR" sz="20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9" name="Shape 1409">
            <a:extLst>
              <a:ext uri="{FF2B5EF4-FFF2-40B4-BE49-F238E27FC236}">
                <a16:creationId xmlns:a16="http://schemas.microsoft.com/office/drawing/2014/main" id="{434A38E0-EED8-4B24-8585-F773498C4BAB}"/>
              </a:ext>
            </a:extLst>
          </p:cNvPr>
          <p:cNvSpPr/>
          <p:nvPr userDrawn="1"/>
        </p:nvSpPr>
        <p:spPr>
          <a:xfrm>
            <a:off x="0" y="1911927"/>
            <a:ext cx="12192000" cy="4946073"/>
          </a:xfrm>
          <a:prstGeom prst="rect">
            <a:avLst/>
          </a:prstGeom>
          <a:solidFill>
            <a:schemeClr val="accent5"/>
          </a:solidFill>
          <a:ln w="12700">
            <a:noFill/>
            <a:miter lim="400000"/>
          </a:ln>
        </p:spPr>
        <p:txBody>
          <a:bodyPr lIns="0" tIns="0" rIns="0" bIns="0" anchor="ctr"/>
          <a:lstStyle/>
          <a:p>
            <a:pPr lvl="0">
              <a:defRPr sz="3200"/>
            </a:pPr>
            <a:endParaRPr lang="pt-BR" sz="3200"/>
          </a:p>
        </p:txBody>
      </p:sp>
      <p:sp>
        <p:nvSpPr>
          <p:cNvPr id="11" name="Slide Number">
            <a:extLst>
              <a:ext uri="{FF2B5EF4-FFF2-40B4-BE49-F238E27FC236}">
                <a16:creationId xmlns:a16="http://schemas.microsoft.com/office/drawing/2014/main" id="{4DFAB2AA-327C-842C-C54B-DE9DD7EE1B48}"/>
              </a:ext>
            </a:extLst>
          </p:cNvPr>
          <p:cNvSpPr txBox="1">
            <a:spLocks/>
          </p:cNvSpPr>
          <p:nvPr userDrawn="1"/>
        </p:nvSpPr>
        <p:spPr>
          <a:xfrm>
            <a:off x="11762075" y="6525482"/>
            <a:ext cx="160294" cy="157014"/>
          </a:xfrm>
          <a:prstGeom prst="rect">
            <a:avLst/>
          </a:prstGeom>
        </p:spPr>
        <p:txBody>
          <a:bodyPr vert="horz" wrap="none" lIns="0" tIns="0" rIns="0" bIns="0" rtlCol="0" anchor="ctr">
            <a:spAutoFit/>
          </a:bodyPr>
          <a:lstStyle>
            <a:defPPr>
              <a:defRPr lang="en-US"/>
            </a:defPPr>
            <a:lvl1pPr>
              <a:defRPr sz="1000" baseline="0">
                <a:latin typeface="+mn-lt"/>
              </a:defRPr>
            </a:lvl1pPr>
          </a:lstStyle>
          <a:p>
            <a:pPr lvl="0" algn="r"/>
            <a:fld id="{42C328C1-A84F-4A39-A664-DBA00541A8C6}" type="slidenum">
              <a:rPr lang="pt-BR" smtClean="0">
                <a:solidFill>
                  <a:schemeClr val="bg1"/>
                </a:solidFill>
              </a:rPr>
              <a:pPr lvl="0" algn="r"/>
              <a:t>‹#›</a:t>
            </a:fld>
            <a:endParaRPr lang="pt-BR">
              <a:solidFill>
                <a:schemeClr val="bg1"/>
              </a:solidFill>
            </a:endParaRPr>
          </a:p>
        </p:txBody>
      </p:sp>
      <p:pic>
        <p:nvPicPr>
          <p:cNvPr id="6" name="Graphic 5">
            <a:extLst>
              <a:ext uri="{FF2B5EF4-FFF2-40B4-BE49-F238E27FC236}">
                <a16:creationId xmlns:a16="http://schemas.microsoft.com/office/drawing/2014/main" id="{4D4551E9-FA6B-4406-BD4B-647812CF17F5}"/>
              </a:ext>
            </a:extLst>
          </p:cNvPr>
          <p:cNvPicPr>
            <a:picLocks noChangeAspect="1"/>
          </p:cNvPicPr>
          <p:nvPr userDrawn="1"/>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10127705" y="6297334"/>
            <a:ext cx="1264320" cy="504000"/>
          </a:xfrm>
          <a:prstGeom prst="rect">
            <a:avLst/>
          </a:prstGeom>
        </p:spPr>
      </p:pic>
      <p:pic>
        <p:nvPicPr>
          <p:cNvPr id="17" name="Picture 16">
            <a:extLst>
              <a:ext uri="{FF2B5EF4-FFF2-40B4-BE49-F238E27FC236}">
                <a16:creationId xmlns:a16="http://schemas.microsoft.com/office/drawing/2014/main" id="{3CACB821-DE96-B0C9-60AA-D0457DB73780}"/>
              </a:ext>
            </a:extLst>
          </p:cNvPr>
          <p:cNvPicPr>
            <a:picLocks noChangeAspect="1"/>
          </p:cNvPicPr>
          <p:nvPr userDrawn="1"/>
        </p:nvPicPr>
        <p:blipFill rotWithShape="1">
          <a:blip r:embed="rId6" cstate="email">
            <a:alphaModFix amt="5000"/>
            <a:extLst>
              <a:ext uri="{28A0092B-C50C-407E-A947-70E740481C1C}">
                <a14:useLocalDpi xmlns:a14="http://schemas.microsoft.com/office/drawing/2010/main"/>
              </a:ext>
            </a:extLst>
          </a:blip>
          <a:srcRect t="13598" r="7672" b="29001"/>
          <a:stretch/>
        </p:blipFill>
        <p:spPr>
          <a:xfrm>
            <a:off x="6603889" y="1911927"/>
            <a:ext cx="5588111" cy="4946073"/>
          </a:xfrm>
          <a:custGeom>
            <a:avLst/>
            <a:gdLst>
              <a:gd name="connsiteX0" fmla="*/ 0 w 5588111"/>
              <a:gd name="connsiteY0" fmla="*/ 0 h 4946073"/>
              <a:gd name="connsiteX1" fmla="*/ 5588111 w 5588111"/>
              <a:gd name="connsiteY1" fmla="*/ 0 h 4946073"/>
              <a:gd name="connsiteX2" fmla="*/ 5588111 w 5588111"/>
              <a:gd name="connsiteY2" fmla="*/ 4946073 h 4946073"/>
              <a:gd name="connsiteX3" fmla="*/ 0 w 5588111"/>
              <a:gd name="connsiteY3" fmla="*/ 4946073 h 4946073"/>
            </a:gdLst>
            <a:ahLst/>
            <a:cxnLst>
              <a:cxn ang="0">
                <a:pos x="connsiteX0" y="connsiteY0"/>
              </a:cxn>
              <a:cxn ang="0">
                <a:pos x="connsiteX1" y="connsiteY1"/>
              </a:cxn>
              <a:cxn ang="0">
                <a:pos x="connsiteX2" y="connsiteY2"/>
              </a:cxn>
              <a:cxn ang="0">
                <a:pos x="connsiteX3" y="connsiteY3"/>
              </a:cxn>
            </a:cxnLst>
            <a:rect l="l" t="t" r="r" b="b"/>
            <a:pathLst>
              <a:path w="5588111" h="4946073">
                <a:moveTo>
                  <a:pt x="0" y="0"/>
                </a:moveTo>
                <a:lnTo>
                  <a:pt x="5588111" y="0"/>
                </a:lnTo>
                <a:lnTo>
                  <a:pt x="5588111" y="4946073"/>
                </a:lnTo>
                <a:lnTo>
                  <a:pt x="0" y="4946073"/>
                </a:lnTo>
                <a:close/>
              </a:path>
            </a:pathLst>
          </a:custGeom>
        </p:spPr>
      </p:pic>
      <p:sp>
        <p:nvSpPr>
          <p:cNvPr id="4" name="Title 1">
            <a:extLst>
              <a:ext uri="{FF2B5EF4-FFF2-40B4-BE49-F238E27FC236}">
                <a16:creationId xmlns:a16="http://schemas.microsoft.com/office/drawing/2014/main" id="{3389C960-DE6D-9102-ACF0-61651EB4980B}"/>
              </a:ext>
            </a:extLst>
          </p:cNvPr>
          <p:cNvSpPr>
            <a:spLocks noGrp="1"/>
          </p:cNvSpPr>
          <p:nvPr>
            <p:ph type="title" hasCustomPrompt="1"/>
          </p:nvPr>
        </p:nvSpPr>
        <p:spPr>
          <a:xfrm>
            <a:off x="736979" y="312999"/>
            <a:ext cx="11227479" cy="307777"/>
          </a:xfrm>
          <a:prstGeom prst="rect">
            <a:avLst/>
          </a:prstGeom>
        </p:spPr>
        <p:txBody>
          <a:bodyPr vert="horz" lIns="0" tIns="0" rIns="0" bIns="0" rtlCol="0" anchor="t" anchorCtr="0">
            <a:spAutoFit/>
          </a:bodyPr>
          <a:lstStyle>
            <a:lvl1pPr>
              <a:defRPr lang="en-US" dirty="0"/>
            </a:lvl1pPr>
          </a:lstStyle>
          <a:p>
            <a:pPr marL="0" lvl="0"/>
            <a:r>
              <a:rPr lang="pt-BR"/>
              <a:t>Clique para editar o título Mestre</a:t>
            </a:r>
            <a:endParaRPr lang="en-US"/>
          </a:p>
        </p:txBody>
      </p:sp>
    </p:spTree>
    <p:extLst>
      <p:ext uri="{BB962C8B-B14F-4D97-AF65-F5344CB8AC3E}">
        <p14:creationId xmlns:p14="http://schemas.microsoft.com/office/powerpoint/2010/main" val="2045101169"/>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6_Layout Personalizado">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4910D163-22BE-4235-9B77-F3A494049FE8}"/>
              </a:ext>
            </a:extLst>
          </p:cNvPr>
          <p:cNvGraphicFramePr>
            <a:graphicFrameLocks noChangeAspect="1"/>
          </p:cNvGraphicFramePr>
          <p:nvPr>
            <p:custDataLst>
              <p:tags r:id="rId1"/>
            </p:custDataLst>
            <p:extLst>
              <p:ext uri="{D42A27DB-BD31-4B8C-83A1-F6EECF244321}">
                <p14:modId xmlns:p14="http://schemas.microsoft.com/office/powerpoint/2010/main" val="2129045893"/>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Slide do think-cell" r:id="rId4" imgW="493" imgH="493" progId="TCLayout.ActiveDocument.1">
                  <p:embed/>
                </p:oleObj>
              </mc:Choice>
              <mc:Fallback>
                <p:oleObj name="Slide do think-cell" r:id="rId4" imgW="493" imgH="493" progId="TCLayout.ActiveDocument.1">
                  <p:embed/>
                  <p:pic>
                    <p:nvPicPr>
                      <p:cNvPr id="2" name="Object 1" hidden="1">
                        <a:extLst>
                          <a:ext uri="{FF2B5EF4-FFF2-40B4-BE49-F238E27FC236}">
                            <a16:creationId xmlns:a16="http://schemas.microsoft.com/office/drawing/2014/main" id="{4910D163-22BE-4235-9B77-F3A494049FE8}"/>
                          </a:ext>
                        </a:extLst>
                      </p:cNvPr>
                      <p:cNvPicPr/>
                      <p:nvPr/>
                    </p:nvPicPr>
                    <p:blipFill>
                      <a:blip r:embed="rId5"/>
                      <a:stretch>
                        <a:fillRect/>
                      </a:stretch>
                    </p:blipFill>
                    <p:spPr>
                      <a:xfrm>
                        <a:off x="2118" y="1589"/>
                        <a:ext cx="2116" cy="1587"/>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2C5C2C69-0B78-465A-AD2B-0896E21D1977}"/>
              </a:ext>
            </a:extLst>
          </p:cNvPr>
          <p:cNvSpPr/>
          <p:nvPr userDrawn="1">
            <p:custDataLst>
              <p:tags r:id="rId2"/>
            </p:custDataLst>
          </p:nvPr>
        </p:nvSpPr>
        <p:spPr>
          <a:xfrm>
            <a:off x="0" y="0"/>
            <a:ext cx="158750" cy="158750"/>
          </a:xfrm>
          <a:prstGeom prst="rect">
            <a:avLst/>
          </a:prstGeom>
          <a:solidFill>
            <a:schemeClr val="accent2"/>
          </a:solidFill>
          <a:ln w="19050">
            <a:solidFill>
              <a:schemeClr val="accent2"/>
            </a:solidFill>
            <a:miter lim="400000"/>
          </a:ln>
          <a:effectLst/>
        </p:spPr>
        <p:txBody>
          <a:bodyPr wrap="none" lIns="0" tIns="0" rIns="0" bIns="0" numCol="1" spcCol="0" rtlCol="0" anchor="ctr" anchorCtr="0">
            <a:noAutofit/>
          </a:bodyPr>
          <a:lstStyle/>
          <a:p>
            <a:pPr marL="0" lvl="0" indent="0" algn="l" rtl="0"/>
            <a:endParaRPr kumimoji="0" lang="pt-BR" sz="2000" b="1" i="0" u="none" cap="none" baseline="0">
              <a:solidFill>
                <a:schemeClr val="bg1"/>
              </a:solidFill>
              <a:latin typeface="Arial" panose="020B0604020202020204" pitchFamily="34" charset="0"/>
              <a:ea typeface="+mj-ea"/>
              <a:cs typeface="+mj-cs"/>
              <a:sym typeface="Arial" panose="020B0604020202020204" pitchFamily="34" charset="0"/>
            </a:endParaRPr>
          </a:p>
        </p:txBody>
      </p:sp>
      <p:pic>
        <p:nvPicPr>
          <p:cNvPr id="11" name="Picture 10">
            <a:extLst>
              <a:ext uri="{FF2B5EF4-FFF2-40B4-BE49-F238E27FC236}">
                <a16:creationId xmlns:a16="http://schemas.microsoft.com/office/drawing/2014/main" id="{364FFF21-457D-486C-834A-52AE60AE72D0}"/>
              </a:ext>
            </a:extLst>
          </p:cNvPr>
          <p:cNvPicPr>
            <a:picLocks noChangeAspect="1"/>
          </p:cNvPicPr>
          <p:nvPr userDrawn="1"/>
        </p:nvPicPr>
        <p:blipFill rotWithShape="1">
          <a:blip r:embed="rId6" cstate="email">
            <a:duotone>
              <a:schemeClr val="bg2">
                <a:shade val="45000"/>
                <a:satMod val="135000"/>
              </a:schemeClr>
              <a:prstClr val="white"/>
            </a:duotone>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2" name="Text Placeholder 4">
            <a:extLst>
              <a:ext uri="{FF2B5EF4-FFF2-40B4-BE49-F238E27FC236}">
                <a16:creationId xmlns:a16="http://schemas.microsoft.com/office/drawing/2014/main" id="{8998E50B-5C27-4A37-8F85-41A956F5BFEA}"/>
              </a:ext>
            </a:extLst>
          </p:cNvPr>
          <p:cNvSpPr>
            <a:spLocks noGrp="1"/>
          </p:cNvSpPr>
          <p:nvPr>
            <p:ph type="body" sz="quarter" idx="14" hasCustomPrompt="1"/>
          </p:nvPr>
        </p:nvSpPr>
        <p:spPr>
          <a:xfrm>
            <a:off x="233257" y="6538951"/>
            <a:ext cx="9696000" cy="153888"/>
          </a:xfrm>
          <a:prstGeom prst="rect">
            <a:avLst/>
          </a:prstGeom>
        </p:spPr>
        <p:txBody>
          <a:bodyPr wrap="square" lIns="0" tIns="0" rIns="0" bIns="0" anchor="b" anchorCtr="0"/>
          <a:lstStyle>
            <a:lvl1pPr marL="0" indent="0">
              <a:spcBef>
                <a:spcPts val="0"/>
              </a:spcBef>
              <a:buNone/>
              <a:defRPr lang="en-GB" sz="900" dirty="0"/>
            </a:lvl1pPr>
            <a:lvl2pPr marL="196850" indent="0">
              <a:buNone/>
              <a:defRPr sz="900"/>
            </a:lvl2pPr>
            <a:lvl3pPr marL="406400" indent="0">
              <a:buNone/>
              <a:defRPr sz="900"/>
            </a:lvl3pPr>
            <a:lvl4pPr marL="588962" indent="0">
              <a:buNone/>
              <a:defRPr sz="1000"/>
            </a:lvl4pPr>
            <a:lvl5pPr marL="817562" indent="0">
              <a:buNone/>
              <a:defRPr sz="1000"/>
            </a:lvl5pPr>
          </a:lstStyle>
          <a:p>
            <a:pPr lvl="0"/>
            <a:r>
              <a:rPr lang="pt-BR" sz="1000">
                <a:latin typeface="+mj-lt"/>
              </a:rPr>
              <a:t>Fonte:</a:t>
            </a:r>
          </a:p>
        </p:txBody>
      </p:sp>
      <p:sp>
        <p:nvSpPr>
          <p:cNvPr id="10" name="Slide Number">
            <a:extLst>
              <a:ext uri="{FF2B5EF4-FFF2-40B4-BE49-F238E27FC236}">
                <a16:creationId xmlns:a16="http://schemas.microsoft.com/office/drawing/2014/main" id="{4FB17B43-7589-DB3C-1A95-76706DB6F489}"/>
              </a:ext>
            </a:extLst>
          </p:cNvPr>
          <p:cNvSpPr txBox="1">
            <a:spLocks/>
          </p:cNvSpPr>
          <p:nvPr userDrawn="1"/>
        </p:nvSpPr>
        <p:spPr>
          <a:xfrm>
            <a:off x="11762075" y="6525482"/>
            <a:ext cx="160294" cy="157014"/>
          </a:xfrm>
          <a:prstGeom prst="rect">
            <a:avLst/>
          </a:prstGeom>
        </p:spPr>
        <p:txBody>
          <a:bodyPr vert="horz" wrap="none" lIns="0" tIns="0" rIns="0" bIns="0" rtlCol="0" anchor="ctr">
            <a:spAutoFit/>
          </a:bodyPr>
          <a:lstStyle>
            <a:defPPr>
              <a:defRPr lang="en-US"/>
            </a:defPPr>
            <a:lvl1pPr>
              <a:defRPr sz="1000" baseline="0">
                <a:latin typeface="+mn-lt"/>
              </a:defRPr>
            </a:lvl1pPr>
          </a:lstStyle>
          <a:p>
            <a:pPr lvl="0" algn="r"/>
            <a:fld id="{42C328C1-A84F-4A39-A664-DBA00541A8C6}" type="slidenum">
              <a:rPr lang="pt-BR" smtClean="0"/>
              <a:pPr lvl="0" algn="r"/>
              <a:t>‹#›</a:t>
            </a:fld>
            <a:endParaRPr lang="pt-BR"/>
          </a:p>
        </p:txBody>
      </p:sp>
      <p:pic>
        <p:nvPicPr>
          <p:cNvPr id="4" name="Graphic 3">
            <a:extLst>
              <a:ext uri="{FF2B5EF4-FFF2-40B4-BE49-F238E27FC236}">
                <a16:creationId xmlns:a16="http://schemas.microsoft.com/office/drawing/2014/main" id="{44630D2E-5935-E3E2-816A-2614116B713E}"/>
              </a:ext>
            </a:extLst>
          </p:cNvPr>
          <p:cNvPicPr>
            <a:picLocks noChangeAspect="1"/>
          </p:cNvPicPr>
          <p:nvPr userDrawn="1"/>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10127705" y="6297334"/>
            <a:ext cx="1261440" cy="504000"/>
          </a:xfrm>
          <a:prstGeom prst="rect">
            <a:avLst/>
          </a:prstGeom>
        </p:spPr>
      </p:pic>
      <p:sp>
        <p:nvSpPr>
          <p:cNvPr id="7" name="Title 1">
            <a:extLst>
              <a:ext uri="{FF2B5EF4-FFF2-40B4-BE49-F238E27FC236}">
                <a16:creationId xmlns:a16="http://schemas.microsoft.com/office/drawing/2014/main" id="{95DE7E33-9403-EC50-519F-841013B2C424}"/>
              </a:ext>
            </a:extLst>
          </p:cNvPr>
          <p:cNvSpPr>
            <a:spLocks noGrp="1"/>
          </p:cNvSpPr>
          <p:nvPr>
            <p:ph type="title" hasCustomPrompt="1"/>
          </p:nvPr>
        </p:nvSpPr>
        <p:spPr>
          <a:xfrm>
            <a:off x="736979" y="312999"/>
            <a:ext cx="11227479" cy="307777"/>
          </a:xfrm>
          <a:prstGeom prst="rect">
            <a:avLst/>
          </a:prstGeom>
        </p:spPr>
        <p:txBody>
          <a:bodyPr vert="horz" lIns="0" tIns="0" rIns="0" bIns="0" rtlCol="0" anchor="t" anchorCtr="0">
            <a:spAutoFit/>
          </a:bodyPr>
          <a:lstStyle>
            <a:lvl1pPr>
              <a:defRPr lang="en-US" dirty="0"/>
            </a:lvl1pPr>
          </a:lstStyle>
          <a:p>
            <a:pPr marL="0" lvl="0"/>
            <a:r>
              <a:rPr lang="pt-BR"/>
              <a:t>Clique para editar o título Mestre</a:t>
            </a:r>
            <a:endParaRPr lang="en-US"/>
          </a:p>
        </p:txBody>
      </p:sp>
    </p:spTree>
    <p:extLst>
      <p:ext uri="{BB962C8B-B14F-4D97-AF65-F5344CB8AC3E}">
        <p14:creationId xmlns:p14="http://schemas.microsoft.com/office/powerpoint/2010/main" val="168328400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End Mirow">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F6B0049E-6A99-494F-9A58-DACA4A493650}"/>
              </a:ext>
            </a:extLst>
          </p:cNvPr>
          <p:cNvGraphicFramePr>
            <a:graphicFrameLocks noChangeAspect="1"/>
          </p:cNvGraphicFramePr>
          <p:nvPr userDrawn="1">
            <p:custDataLst>
              <p:tags r:id="rId1"/>
            </p:custDataLst>
            <p:extLst>
              <p:ext uri="{D42A27DB-BD31-4B8C-83A1-F6EECF244321}">
                <p14:modId xmlns:p14="http://schemas.microsoft.com/office/powerpoint/2010/main" val="160975596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Slide do think-cell" r:id="rId3" imgW="493" imgH="493" progId="TCLayout.ActiveDocument.1">
                  <p:embed/>
                </p:oleObj>
              </mc:Choice>
              <mc:Fallback>
                <p:oleObj name="Slide do think-cell" r:id="rId3" imgW="493" imgH="493" progId="TCLayout.ActiveDocument.1">
                  <p:embed/>
                  <p:pic>
                    <p:nvPicPr>
                      <p:cNvPr id="2" name="Object 1" hidden="1">
                        <a:extLst>
                          <a:ext uri="{FF2B5EF4-FFF2-40B4-BE49-F238E27FC236}">
                            <a16:creationId xmlns:a16="http://schemas.microsoft.com/office/drawing/2014/main" id="{F6B0049E-6A99-494F-9A58-DACA4A49365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Shape 1409">
            <a:extLst>
              <a:ext uri="{FF2B5EF4-FFF2-40B4-BE49-F238E27FC236}">
                <a16:creationId xmlns:a16="http://schemas.microsoft.com/office/drawing/2014/main" id="{1383137A-3973-DF43-A1FE-0FFA0345E943}"/>
              </a:ext>
            </a:extLst>
          </p:cNvPr>
          <p:cNvSpPr/>
          <p:nvPr userDrawn="1"/>
        </p:nvSpPr>
        <p:spPr>
          <a:xfrm>
            <a:off x="0" y="0"/>
            <a:ext cx="12192000" cy="6858000"/>
          </a:xfrm>
          <a:prstGeom prst="rect">
            <a:avLst/>
          </a:prstGeom>
          <a:solidFill>
            <a:srgbClr val="020E66"/>
          </a:solidFill>
          <a:ln w="12700">
            <a:miter lim="400000"/>
          </a:ln>
        </p:spPr>
        <p:txBody>
          <a:bodyPr lIns="0" tIns="0" rIns="0" bIns="0" anchor="ctr"/>
          <a:lstStyle/>
          <a:p>
            <a:pPr lvl="0" eaLnBrk="1">
              <a:defRPr sz="3200"/>
            </a:pPr>
            <a:endParaRPr lang="pt-BR" sz="3200"/>
          </a:p>
        </p:txBody>
      </p:sp>
      <p:pic>
        <p:nvPicPr>
          <p:cNvPr id="7" name="Graphic 6">
            <a:extLst>
              <a:ext uri="{FF2B5EF4-FFF2-40B4-BE49-F238E27FC236}">
                <a16:creationId xmlns:a16="http://schemas.microsoft.com/office/drawing/2014/main" id="{8E3718AF-F312-CBB2-BF5B-B4B661EA8A2E}"/>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4005263" y="2595563"/>
            <a:ext cx="4181475" cy="1666875"/>
          </a:xfrm>
          <a:prstGeom prst="rect">
            <a:avLst/>
          </a:prstGeom>
        </p:spPr>
      </p:pic>
    </p:spTree>
    <p:extLst>
      <p:ext uri="{BB962C8B-B14F-4D97-AF65-F5344CB8AC3E}">
        <p14:creationId xmlns:p14="http://schemas.microsoft.com/office/powerpoint/2010/main" val="3329654192"/>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9E0980AA-BCE6-4E26-8843-3669C15888DB}"/>
              </a:ext>
            </a:extLst>
          </p:cNvPr>
          <p:cNvGraphicFramePr>
            <a:graphicFrameLocks noChangeAspect="1"/>
          </p:cNvGraphicFramePr>
          <p:nvPr userDrawn="1">
            <p:custDataLst>
              <p:tags r:id="rId1"/>
            </p:custDataLst>
            <p:extLst>
              <p:ext uri="{D42A27DB-BD31-4B8C-83A1-F6EECF244321}">
                <p14:modId xmlns:p14="http://schemas.microsoft.com/office/powerpoint/2010/main" val="1258694614"/>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Slide do think-cell" r:id="rId4" imgW="493" imgH="493" progId="TCLayout.ActiveDocument.1">
                  <p:embed/>
                </p:oleObj>
              </mc:Choice>
              <mc:Fallback>
                <p:oleObj name="Slide do think-cell" r:id="rId4" imgW="493" imgH="493" progId="TCLayout.ActiveDocument.1">
                  <p:embed/>
                  <p:pic>
                    <p:nvPicPr>
                      <p:cNvPr id="10" name="Object 9" hidden="1">
                        <a:extLst>
                          <a:ext uri="{FF2B5EF4-FFF2-40B4-BE49-F238E27FC236}">
                            <a16:creationId xmlns:a16="http://schemas.microsoft.com/office/drawing/2014/main" id="{9E0980AA-BCE6-4E26-8843-3669C15888DB}"/>
                          </a:ext>
                        </a:extLst>
                      </p:cNvPr>
                      <p:cNvPicPr/>
                      <p:nvPr/>
                    </p:nvPicPr>
                    <p:blipFill>
                      <a:blip r:embed="rId5"/>
                      <a:stretch>
                        <a:fillRect/>
                      </a:stretch>
                    </p:blipFill>
                    <p:spPr>
                      <a:xfrm>
                        <a:off x="2118" y="1589"/>
                        <a:ext cx="2116" cy="1587"/>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4FE804D7-7F22-4628-B31E-2AE601C042B1}"/>
              </a:ext>
            </a:extLst>
          </p:cNvPr>
          <p:cNvSpPr/>
          <p:nvPr userDrawn="1">
            <p:custDataLst>
              <p:tags r:id="rId2"/>
            </p:custDataLst>
          </p:nvPr>
        </p:nvSpPr>
        <p:spPr>
          <a:xfrm>
            <a:off x="0" y="0"/>
            <a:ext cx="158750" cy="158750"/>
          </a:xfrm>
          <a:prstGeom prst="rect">
            <a:avLst/>
          </a:prstGeom>
          <a:solidFill>
            <a:schemeClr val="accent2"/>
          </a:solidFill>
          <a:ln w="19050">
            <a:solidFill>
              <a:schemeClr val="accent2"/>
            </a:solidFill>
            <a:miter lim="400000"/>
          </a:ln>
          <a:effectLst/>
        </p:spPr>
        <p:txBody>
          <a:bodyPr wrap="none" lIns="0" tIns="0" rIns="0" bIns="0" numCol="1" spcCol="0" rtlCol="0" anchor="ctr" anchorCtr="0">
            <a:noAutofit/>
          </a:bodyPr>
          <a:lstStyle/>
          <a:p>
            <a:pPr marL="0" lvl="0" indent="0" algn="l" rtl="0"/>
            <a:endParaRPr kumimoji="0" lang="en-US" sz="2000" b="1" i="0" u="none" cap="none" baseline="0">
              <a:solidFill>
                <a:schemeClr val="bg1"/>
              </a:solidFill>
              <a:latin typeface="Arial" panose="020B0604020202020204" pitchFamily="34" charset="0"/>
              <a:ea typeface="+mj-ea"/>
              <a:cs typeface="+mj-cs"/>
              <a:sym typeface="Arial" panose="020B0604020202020204" pitchFamily="34" charset="0"/>
            </a:endParaRPr>
          </a:p>
        </p:txBody>
      </p:sp>
      <p:sp>
        <p:nvSpPr>
          <p:cNvPr id="4" name="Text Placeholder 4"/>
          <p:cNvSpPr>
            <a:spLocks noGrp="1"/>
          </p:cNvSpPr>
          <p:nvPr>
            <p:ph type="body" sz="quarter" idx="14" hasCustomPrompt="1"/>
          </p:nvPr>
        </p:nvSpPr>
        <p:spPr>
          <a:xfrm>
            <a:off x="233257" y="6513466"/>
            <a:ext cx="9696000" cy="153888"/>
          </a:xfrm>
        </p:spPr>
        <p:txBody>
          <a:bodyPr wrap="square" lIns="0" tIns="0" rIns="0" bIns="0" anchor="b" anchorCtr="0"/>
          <a:lstStyle>
            <a:lvl1pPr marL="0" indent="0" rtl="0">
              <a:spcBef>
                <a:spcPts val="0"/>
              </a:spcBef>
              <a:buNone/>
              <a:defRPr lang="en-GB" sz="900" dirty="0"/>
            </a:lvl1pPr>
            <a:lvl2pPr marL="196850" indent="0">
              <a:buNone/>
              <a:defRPr sz="900"/>
            </a:lvl2pPr>
            <a:lvl3pPr marL="406400" indent="0">
              <a:buNone/>
              <a:defRPr sz="900"/>
            </a:lvl3pPr>
            <a:lvl4pPr marL="588962" indent="0">
              <a:buNone/>
              <a:defRPr sz="1000"/>
            </a:lvl4pPr>
            <a:lvl5pPr marL="817562" indent="0">
              <a:buNone/>
              <a:defRPr sz="1000"/>
            </a:lvl5pPr>
          </a:lstStyle>
          <a:p>
            <a:pPr lvl="0"/>
            <a:r>
              <a:rPr lang="en-US" sz="1000">
                <a:latin typeface="+mj-lt"/>
              </a:rPr>
              <a:t>Fonte:</a:t>
            </a:r>
          </a:p>
        </p:txBody>
      </p:sp>
      <p:sp>
        <p:nvSpPr>
          <p:cNvPr id="8" name="Slide Number">
            <a:extLst>
              <a:ext uri="{FF2B5EF4-FFF2-40B4-BE49-F238E27FC236}">
                <a16:creationId xmlns:a16="http://schemas.microsoft.com/office/drawing/2014/main" id="{BC1B471D-CDE1-49E8-87EA-DEB421217265}"/>
              </a:ext>
            </a:extLst>
          </p:cNvPr>
          <p:cNvSpPr txBox="1">
            <a:spLocks/>
          </p:cNvSpPr>
          <p:nvPr userDrawn="1"/>
        </p:nvSpPr>
        <p:spPr>
          <a:xfrm>
            <a:off x="11762075" y="6511903"/>
            <a:ext cx="160294" cy="157014"/>
          </a:xfrm>
          <a:prstGeom prst="rect">
            <a:avLst/>
          </a:prstGeom>
        </p:spPr>
        <p:txBody>
          <a:bodyPr vert="horz" wrap="none" lIns="0" tIns="0" rIns="0" bIns="0" rtlCol="0" anchor="ctr">
            <a:spAutoFit/>
          </a:bodyPr>
          <a:lstStyle>
            <a:defPPr>
              <a:defRPr lang="en-US"/>
            </a:defPPr>
            <a:lvl1pPr>
              <a:defRPr sz="1000" baseline="0">
                <a:latin typeface="+mn-lt"/>
              </a:defRPr>
            </a:lvl1pPr>
          </a:lstStyle>
          <a:p>
            <a:pPr lvl="0" algn="r" rtl="0"/>
            <a:fld id="{42C328C1-A84F-4A39-A664-DBA00541A8C6}" type="slidenum">
              <a:rPr lang="en-US" smtClean="0"/>
              <a:pPr lvl="0" algn="r" rtl="0"/>
              <a:t>‹#›</a:t>
            </a:fld>
            <a:endParaRPr lang="en-US"/>
          </a:p>
        </p:txBody>
      </p:sp>
      <p:pic>
        <p:nvPicPr>
          <p:cNvPr id="9" name="Imagem 6">
            <a:extLst>
              <a:ext uri="{FF2B5EF4-FFF2-40B4-BE49-F238E27FC236}">
                <a16:creationId xmlns:a16="http://schemas.microsoft.com/office/drawing/2014/main" id="{D6C5BF70-0885-40D6-A44D-BB0674E90AB3}"/>
              </a:ext>
            </a:extLst>
          </p:cNvPr>
          <p:cNvPicPr>
            <a:picLocks noChangeAspect="1"/>
          </p:cNvPicPr>
          <p:nvPr userDrawn="1"/>
        </p:nvPicPr>
        <p:blipFill rotWithShape="1">
          <a:blip r:embed="rId6" cstate="email">
            <a:extLst>
              <a:ext uri="{28A0092B-C50C-407E-A947-70E740481C1C}">
                <a14:useLocalDpi xmlns:a14="http://schemas.microsoft.com/office/drawing/2010/main"/>
              </a:ext>
            </a:extLst>
          </a:blip>
          <a:srcRect/>
          <a:stretch/>
        </p:blipFill>
        <p:spPr>
          <a:xfrm>
            <a:off x="10294573" y="6491716"/>
            <a:ext cx="1197054" cy="198442"/>
          </a:xfrm>
          <a:prstGeom prst="rect">
            <a:avLst/>
          </a:prstGeom>
        </p:spPr>
      </p:pic>
      <p:sp>
        <p:nvSpPr>
          <p:cNvPr id="11" name="Title 1">
            <a:extLst>
              <a:ext uri="{FF2B5EF4-FFF2-40B4-BE49-F238E27FC236}">
                <a16:creationId xmlns:a16="http://schemas.microsoft.com/office/drawing/2014/main" id="{2419F900-E00F-40AF-9105-49B4B26BC53B}"/>
              </a:ext>
            </a:extLst>
          </p:cNvPr>
          <p:cNvSpPr>
            <a:spLocks noGrp="1"/>
          </p:cNvSpPr>
          <p:nvPr>
            <p:ph type="title" hasCustomPrompt="1"/>
          </p:nvPr>
        </p:nvSpPr>
        <p:spPr>
          <a:xfrm>
            <a:off x="478971" y="225177"/>
            <a:ext cx="11485488" cy="307777"/>
          </a:xfrm>
          <a:prstGeom prst="rect">
            <a:avLst/>
          </a:prstGeom>
        </p:spPr>
        <p:txBody>
          <a:bodyPr anchor="t"/>
          <a:lstStyle>
            <a:lvl1pPr rtl="0">
              <a:defRPr sz="2000"/>
            </a:lvl1pPr>
          </a:lstStyle>
          <a:p>
            <a:r>
              <a:rPr lang="en-US"/>
              <a:t>Clique para editar o título Mestre</a:t>
            </a:r>
          </a:p>
        </p:txBody>
      </p:sp>
      <p:sp>
        <p:nvSpPr>
          <p:cNvPr id="12" name="Rectangle 6">
            <a:extLst>
              <a:ext uri="{FF2B5EF4-FFF2-40B4-BE49-F238E27FC236}">
                <a16:creationId xmlns:a16="http://schemas.microsoft.com/office/drawing/2014/main" id="{1814DADB-949A-40DB-B8C0-E552BCFF9540}"/>
              </a:ext>
            </a:extLst>
          </p:cNvPr>
          <p:cNvSpPr/>
          <p:nvPr userDrawn="1"/>
        </p:nvSpPr>
        <p:spPr>
          <a:xfrm>
            <a:off x="-11183" y="249036"/>
            <a:ext cx="414837" cy="260059"/>
          </a:xfrm>
          <a:prstGeom prst="rect">
            <a:avLst/>
          </a:prstGeom>
          <a:solidFill>
            <a:srgbClr val="020E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sz="1800"/>
          </a:p>
        </p:txBody>
      </p:sp>
    </p:spTree>
    <p:extLst>
      <p:ext uri="{BB962C8B-B14F-4D97-AF65-F5344CB8AC3E}">
        <p14:creationId xmlns:p14="http://schemas.microsoft.com/office/powerpoint/2010/main" val="369779447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Text Box">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9E0980AA-BCE6-4E26-8843-3669C15888DB}"/>
              </a:ext>
            </a:extLst>
          </p:cNvPr>
          <p:cNvGraphicFramePr>
            <a:graphicFrameLocks noChangeAspect="1"/>
          </p:cNvGraphicFramePr>
          <p:nvPr userDrawn="1">
            <p:custDataLst>
              <p:tags r:id="rId1"/>
            </p:custDataLst>
            <p:extLst>
              <p:ext uri="{D42A27DB-BD31-4B8C-83A1-F6EECF244321}">
                <p14:modId xmlns:p14="http://schemas.microsoft.com/office/powerpoint/2010/main" val="2440385502"/>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Slide do think-cell" r:id="rId4" imgW="493" imgH="493" progId="TCLayout.ActiveDocument.1">
                  <p:embed/>
                </p:oleObj>
              </mc:Choice>
              <mc:Fallback>
                <p:oleObj name="Slide do think-cell" r:id="rId4" imgW="493" imgH="493" progId="TCLayout.ActiveDocument.1">
                  <p:embed/>
                  <p:pic>
                    <p:nvPicPr>
                      <p:cNvPr id="10" name="Object 9" hidden="1">
                        <a:extLst>
                          <a:ext uri="{FF2B5EF4-FFF2-40B4-BE49-F238E27FC236}">
                            <a16:creationId xmlns:a16="http://schemas.microsoft.com/office/drawing/2014/main" id="{9E0980AA-BCE6-4E26-8843-3669C15888DB}"/>
                          </a:ext>
                        </a:extLst>
                      </p:cNvPr>
                      <p:cNvPicPr/>
                      <p:nvPr/>
                    </p:nvPicPr>
                    <p:blipFill>
                      <a:blip r:embed="rId5"/>
                      <a:stretch>
                        <a:fillRect/>
                      </a:stretch>
                    </p:blipFill>
                    <p:spPr>
                      <a:xfrm>
                        <a:off x="2118" y="1589"/>
                        <a:ext cx="2116" cy="1587"/>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C7A294C9-2306-4FDE-86B2-73C171AEC509}"/>
              </a:ext>
            </a:extLst>
          </p:cNvPr>
          <p:cNvSpPr/>
          <p:nvPr userDrawn="1">
            <p:custDataLst>
              <p:tags r:id="rId2"/>
            </p:custDataLst>
          </p:nvPr>
        </p:nvSpPr>
        <p:spPr>
          <a:xfrm>
            <a:off x="0" y="0"/>
            <a:ext cx="158750" cy="158750"/>
          </a:xfrm>
          <a:prstGeom prst="rect">
            <a:avLst/>
          </a:prstGeom>
          <a:solidFill>
            <a:schemeClr val="accent2"/>
          </a:solidFill>
          <a:ln w="19050">
            <a:solidFill>
              <a:schemeClr val="accent2"/>
            </a:solidFill>
            <a:miter lim="400000"/>
          </a:ln>
          <a:effectLst/>
        </p:spPr>
        <p:txBody>
          <a:bodyPr wrap="none" lIns="0" tIns="0" rIns="0" bIns="0" numCol="1" spcCol="0" rtlCol="0" anchor="ctr" anchorCtr="0">
            <a:noAutofit/>
          </a:bodyPr>
          <a:lstStyle/>
          <a:p>
            <a:pPr marL="0" lvl="0" indent="0" algn="l" rtl="0"/>
            <a:endParaRPr kumimoji="0" lang="en-US" sz="2000" b="1" i="0" u="none" cap="none" baseline="0">
              <a:solidFill>
                <a:schemeClr val="bg1"/>
              </a:solidFill>
              <a:latin typeface="Arial" panose="020B0604020202020204" pitchFamily="34" charset="0"/>
              <a:ea typeface="+mj-ea"/>
              <a:cs typeface="+mj-cs"/>
              <a:sym typeface="Arial" panose="020B0604020202020204" pitchFamily="34" charset="0"/>
            </a:endParaRPr>
          </a:p>
        </p:txBody>
      </p:sp>
      <p:sp>
        <p:nvSpPr>
          <p:cNvPr id="4" name="Text Placeholder 4"/>
          <p:cNvSpPr>
            <a:spLocks noGrp="1"/>
          </p:cNvSpPr>
          <p:nvPr>
            <p:ph type="body" sz="quarter" idx="14" hasCustomPrompt="1"/>
          </p:nvPr>
        </p:nvSpPr>
        <p:spPr>
          <a:xfrm>
            <a:off x="233257" y="6538951"/>
            <a:ext cx="9696000" cy="153888"/>
          </a:xfrm>
        </p:spPr>
        <p:txBody>
          <a:bodyPr wrap="square" lIns="0" tIns="0" rIns="0" bIns="0" anchor="b" anchorCtr="0"/>
          <a:lstStyle>
            <a:lvl1pPr marL="0" indent="0" rtl="0">
              <a:spcBef>
                <a:spcPts val="0"/>
              </a:spcBef>
              <a:buNone/>
              <a:defRPr lang="en-GB" sz="900" dirty="0"/>
            </a:lvl1pPr>
            <a:lvl2pPr marL="196850" indent="0">
              <a:buNone/>
              <a:defRPr sz="900"/>
            </a:lvl2pPr>
            <a:lvl3pPr marL="406400" indent="0">
              <a:buNone/>
              <a:defRPr sz="900"/>
            </a:lvl3pPr>
            <a:lvl4pPr marL="588962" indent="0">
              <a:buNone/>
              <a:defRPr sz="1000"/>
            </a:lvl4pPr>
            <a:lvl5pPr marL="817562" indent="0">
              <a:buNone/>
              <a:defRPr sz="1000"/>
            </a:lvl5pPr>
          </a:lstStyle>
          <a:p>
            <a:pPr lvl="0"/>
            <a:r>
              <a:rPr lang="en-US" sz="1000">
                <a:latin typeface="+mj-lt"/>
              </a:rPr>
              <a:t>Source:</a:t>
            </a:r>
          </a:p>
        </p:txBody>
      </p:sp>
      <p:sp>
        <p:nvSpPr>
          <p:cNvPr id="8" name="Text Placeholder 7">
            <a:extLst>
              <a:ext uri="{FF2B5EF4-FFF2-40B4-BE49-F238E27FC236}">
                <a16:creationId xmlns:a16="http://schemas.microsoft.com/office/drawing/2014/main" id="{A03F7102-33C7-3E49-ACD8-0A46FA0C6F45}"/>
              </a:ext>
            </a:extLst>
          </p:cNvPr>
          <p:cNvSpPr>
            <a:spLocks noGrp="1"/>
          </p:cNvSpPr>
          <p:nvPr>
            <p:ph type="body" sz="quarter" idx="19"/>
          </p:nvPr>
        </p:nvSpPr>
        <p:spPr>
          <a:xfrm>
            <a:off x="609601" y="1661382"/>
            <a:ext cx="10972799" cy="1249573"/>
          </a:xfrm>
        </p:spPr>
        <p:txBody>
          <a:bodyPr/>
          <a:lstStyle>
            <a:lvl1pPr rtl="0">
              <a:defRPr/>
            </a:lvl1pPr>
            <a:lvl2pPr marL="179388" indent="-177800" rtl="0">
              <a:buFont typeface="Wingdings" pitchFamily="2" charset="2"/>
              <a:buChar char="§"/>
              <a:tabLst/>
              <a:defRPr/>
            </a:lvl2pPr>
            <a:lvl3pPr marL="358775" indent="-179388" rtl="0">
              <a:buSzPct val="120000"/>
              <a:buFont typeface="System Font Regular"/>
              <a:buChar char="‒"/>
              <a:tabLst/>
              <a:defRPr/>
            </a:lvl3pPr>
            <a:lvl4pPr marL="539750" indent="-180975" rtl="0">
              <a:buSzPct val="120000"/>
              <a:buFont typeface="Arial" panose="020B0604020202020204" pitchFamily="34" charset="0"/>
              <a:buChar char="▫"/>
              <a:tabLst/>
              <a:defRPr/>
            </a:lvl4pPr>
            <a:lvl5pPr marL="719138" indent="-179388" rtl="0">
              <a:buFont typeface="Songti SC Regular" panose="02010600040101010101" pitchFamily="2" charset="-122"/>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a:extLst>
              <a:ext uri="{FF2B5EF4-FFF2-40B4-BE49-F238E27FC236}">
                <a16:creationId xmlns:a16="http://schemas.microsoft.com/office/drawing/2014/main" id="{8ADF0F2D-E8E7-4F8A-9686-B2B8F219C11B}"/>
              </a:ext>
            </a:extLst>
          </p:cNvPr>
          <p:cNvSpPr txBox="1">
            <a:spLocks/>
          </p:cNvSpPr>
          <p:nvPr userDrawn="1"/>
        </p:nvSpPr>
        <p:spPr>
          <a:xfrm>
            <a:off x="11765275" y="6513466"/>
            <a:ext cx="157094" cy="153888"/>
          </a:xfrm>
          <a:prstGeom prst="rect">
            <a:avLst/>
          </a:prstGeom>
        </p:spPr>
        <p:txBody>
          <a:bodyPr vert="horz" wrap="none" lIns="0" tIns="0" rIns="0" bIns="0" rtlCol="0" anchor="ctr">
            <a:spAutoFit/>
          </a:bodyPr>
          <a:lstStyle>
            <a:defPPr>
              <a:defRPr lang="en-US"/>
            </a:defPPr>
            <a:lvl1pPr>
              <a:defRPr sz="1000" baseline="0">
                <a:latin typeface="+mn-lt"/>
              </a:defRPr>
            </a:lvl1pPr>
          </a:lstStyle>
          <a:p>
            <a:pPr lvl="0" algn="r" rtl="0"/>
            <a:fld id="{42C328C1-A84F-4A39-A664-DBA00541A8C6}" type="slidenum">
              <a:rPr lang="en-US" smtClean="0"/>
              <a:pPr lvl="0" algn="r" rtl="0"/>
              <a:t>‹#›</a:t>
            </a:fld>
            <a:endParaRPr lang="en-US"/>
          </a:p>
        </p:txBody>
      </p:sp>
      <p:pic>
        <p:nvPicPr>
          <p:cNvPr id="13" name="Imagem 6">
            <a:extLst>
              <a:ext uri="{FF2B5EF4-FFF2-40B4-BE49-F238E27FC236}">
                <a16:creationId xmlns:a16="http://schemas.microsoft.com/office/drawing/2014/main" id="{219DB6FE-6BFA-4D8C-BAF5-84375109D98F}"/>
              </a:ext>
            </a:extLst>
          </p:cNvPr>
          <p:cNvPicPr>
            <a:picLocks noChangeAspect="1"/>
          </p:cNvPicPr>
          <p:nvPr userDrawn="1"/>
        </p:nvPicPr>
        <p:blipFill rotWithShape="1">
          <a:blip r:embed="rId6" cstate="email">
            <a:extLst>
              <a:ext uri="{28A0092B-C50C-407E-A947-70E740481C1C}">
                <a14:useLocalDpi xmlns:a14="http://schemas.microsoft.com/office/drawing/2010/main"/>
              </a:ext>
            </a:extLst>
          </a:blip>
          <a:srcRect/>
          <a:stretch/>
        </p:blipFill>
        <p:spPr>
          <a:xfrm>
            <a:off x="10294574" y="6491716"/>
            <a:ext cx="1193455" cy="197388"/>
          </a:xfrm>
          <a:prstGeom prst="rect">
            <a:avLst/>
          </a:prstGeom>
        </p:spPr>
      </p:pic>
      <p:sp>
        <p:nvSpPr>
          <p:cNvPr id="11" name="Title 1">
            <a:extLst>
              <a:ext uri="{FF2B5EF4-FFF2-40B4-BE49-F238E27FC236}">
                <a16:creationId xmlns:a16="http://schemas.microsoft.com/office/drawing/2014/main" id="{5A9E8F8E-36B5-4528-AD39-A4D01095C961}"/>
              </a:ext>
            </a:extLst>
          </p:cNvPr>
          <p:cNvSpPr>
            <a:spLocks noGrp="1"/>
          </p:cNvSpPr>
          <p:nvPr>
            <p:ph type="title" hasCustomPrompt="1"/>
          </p:nvPr>
        </p:nvSpPr>
        <p:spPr>
          <a:xfrm>
            <a:off x="478971" y="225177"/>
            <a:ext cx="11485488" cy="307777"/>
          </a:xfrm>
          <a:prstGeom prst="rect">
            <a:avLst/>
          </a:prstGeom>
        </p:spPr>
        <p:txBody>
          <a:bodyPr vert="horz" anchor="t"/>
          <a:lstStyle>
            <a:lvl1pPr rtl="0">
              <a:defRPr sz="2000"/>
            </a:lvl1pPr>
          </a:lstStyle>
          <a:p>
            <a:r>
              <a:rPr lang="en-US"/>
              <a:t>Clique para </a:t>
            </a:r>
            <a:r>
              <a:rPr lang="en-US" err="1"/>
              <a:t>editar</a:t>
            </a:r>
            <a:r>
              <a:rPr lang="en-US"/>
              <a:t> o </a:t>
            </a:r>
            <a:r>
              <a:rPr lang="en-US" err="1"/>
              <a:t>título</a:t>
            </a:r>
            <a:r>
              <a:rPr lang="en-US"/>
              <a:t> Mestre</a:t>
            </a:r>
          </a:p>
        </p:txBody>
      </p:sp>
      <p:sp>
        <p:nvSpPr>
          <p:cNvPr id="12" name="Rectangle 6">
            <a:extLst>
              <a:ext uri="{FF2B5EF4-FFF2-40B4-BE49-F238E27FC236}">
                <a16:creationId xmlns:a16="http://schemas.microsoft.com/office/drawing/2014/main" id="{CF866EE1-AD55-4CA8-95D3-0AF3C6051A3E}"/>
              </a:ext>
            </a:extLst>
          </p:cNvPr>
          <p:cNvSpPr/>
          <p:nvPr userDrawn="1"/>
        </p:nvSpPr>
        <p:spPr>
          <a:xfrm>
            <a:off x="-11183" y="249036"/>
            <a:ext cx="414837" cy="260059"/>
          </a:xfrm>
          <a:prstGeom prst="rect">
            <a:avLst/>
          </a:prstGeom>
          <a:solidFill>
            <a:srgbClr val="020E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sz="1800"/>
          </a:p>
        </p:txBody>
      </p:sp>
    </p:spTree>
    <p:extLst>
      <p:ext uri="{BB962C8B-B14F-4D97-AF65-F5344CB8AC3E}">
        <p14:creationId xmlns:p14="http://schemas.microsoft.com/office/powerpoint/2010/main" val="379058610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9E0980AA-BCE6-4E26-8843-3669C15888DB}"/>
              </a:ext>
            </a:extLst>
          </p:cNvPr>
          <p:cNvGraphicFramePr>
            <a:graphicFrameLocks noChangeAspect="1"/>
          </p:cNvGraphicFramePr>
          <p:nvPr userDrawn="1">
            <p:custDataLst>
              <p:tags r:id="rId1"/>
            </p:custDataLst>
            <p:extLst>
              <p:ext uri="{D42A27DB-BD31-4B8C-83A1-F6EECF244321}">
                <p14:modId xmlns:p14="http://schemas.microsoft.com/office/powerpoint/2010/main" val="2263488249"/>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Slide do think-cell" r:id="rId4" imgW="493" imgH="493" progId="TCLayout.ActiveDocument.1">
                  <p:embed/>
                </p:oleObj>
              </mc:Choice>
              <mc:Fallback>
                <p:oleObj name="Slide do think-cell" r:id="rId4" imgW="493" imgH="493" progId="TCLayout.ActiveDocument.1">
                  <p:embed/>
                  <p:pic>
                    <p:nvPicPr>
                      <p:cNvPr id="10" name="Object 9" hidden="1">
                        <a:extLst>
                          <a:ext uri="{FF2B5EF4-FFF2-40B4-BE49-F238E27FC236}">
                            <a16:creationId xmlns:a16="http://schemas.microsoft.com/office/drawing/2014/main" id="{9E0980AA-BCE6-4E26-8843-3669C15888DB}"/>
                          </a:ext>
                        </a:extLst>
                      </p:cNvPr>
                      <p:cNvPicPr/>
                      <p:nvPr/>
                    </p:nvPicPr>
                    <p:blipFill>
                      <a:blip r:embed="rId5"/>
                      <a:stretch>
                        <a:fillRect/>
                      </a:stretch>
                    </p:blipFill>
                    <p:spPr>
                      <a:xfrm>
                        <a:off x="2118" y="1589"/>
                        <a:ext cx="2116" cy="1587"/>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4FE804D7-7F22-4628-B31E-2AE601C042B1}"/>
              </a:ext>
            </a:extLst>
          </p:cNvPr>
          <p:cNvSpPr/>
          <p:nvPr userDrawn="1">
            <p:custDataLst>
              <p:tags r:id="rId2"/>
            </p:custDataLst>
          </p:nvPr>
        </p:nvSpPr>
        <p:spPr>
          <a:xfrm>
            <a:off x="0" y="0"/>
            <a:ext cx="158750" cy="158750"/>
          </a:xfrm>
          <a:prstGeom prst="rect">
            <a:avLst/>
          </a:prstGeom>
          <a:solidFill>
            <a:schemeClr val="accent2"/>
          </a:solidFill>
          <a:ln w="19050">
            <a:solidFill>
              <a:schemeClr val="accent2"/>
            </a:solidFill>
            <a:miter lim="400000"/>
          </a:ln>
          <a:effectLst/>
        </p:spPr>
        <p:txBody>
          <a:bodyPr wrap="none" lIns="0" tIns="0" rIns="0" bIns="0" numCol="1" spcCol="0" rtlCol="0" anchor="ctr" anchorCtr="0">
            <a:noAutofit/>
          </a:bodyPr>
          <a:lstStyle/>
          <a:p>
            <a:pPr marL="0" lvl="0" indent="0" algn="l" rtl="0"/>
            <a:endParaRPr kumimoji="0" lang="en-US" sz="2000" b="1" i="0" u="none" cap="none" baseline="0">
              <a:solidFill>
                <a:schemeClr val="bg1"/>
              </a:solidFill>
              <a:latin typeface="Arial" panose="020B0604020202020204" pitchFamily="34" charset="0"/>
              <a:ea typeface="+mj-ea"/>
              <a:cs typeface="+mj-cs"/>
              <a:sym typeface="Arial" panose="020B0604020202020204" pitchFamily="34" charset="0"/>
            </a:endParaRPr>
          </a:p>
        </p:txBody>
      </p:sp>
      <p:sp>
        <p:nvSpPr>
          <p:cNvPr id="4" name="Text Placeholder 4"/>
          <p:cNvSpPr>
            <a:spLocks noGrp="1"/>
          </p:cNvSpPr>
          <p:nvPr>
            <p:ph type="body" sz="quarter" idx="14" hasCustomPrompt="1"/>
          </p:nvPr>
        </p:nvSpPr>
        <p:spPr>
          <a:xfrm>
            <a:off x="233257" y="6513466"/>
            <a:ext cx="9696000" cy="153888"/>
          </a:xfrm>
        </p:spPr>
        <p:txBody>
          <a:bodyPr wrap="square" lIns="0" tIns="0" rIns="0" bIns="0" anchor="b" anchorCtr="0"/>
          <a:lstStyle>
            <a:lvl1pPr marL="0" indent="0" rtl="0">
              <a:spcBef>
                <a:spcPts val="0"/>
              </a:spcBef>
              <a:buNone/>
              <a:defRPr lang="en-GB" sz="900" dirty="0"/>
            </a:lvl1pPr>
            <a:lvl2pPr marL="196850" indent="0">
              <a:buNone/>
              <a:defRPr sz="900"/>
            </a:lvl2pPr>
            <a:lvl3pPr marL="406400" indent="0">
              <a:buNone/>
              <a:defRPr sz="900"/>
            </a:lvl3pPr>
            <a:lvl4pPr marL="588962" indent="0">
              <a:buNone/>
              <a:defRPr sz="1000"/>
            </a:lvl4pPr>
            <a:lvl5pPr marL="817562" indent="0">
              <a:buNone/>
              <a:defRPr sz="1000"/>
            </a:lvl5pPr>
          </a:lstStyle>
          <a:p>
            <a:pPr lvl="0"/>
            <a:r>
              <a:rPr lang="en-US" sz="1000">
                <a:latin typeface="+mj-lt"/>
              </a:rPr>
              <a:t>Source:</a:t>
            </a:r>
          </a:p>
        </p:txBody>
      </p:sp>
      <p:sp>
        <p:nvSpPr>
          <p:cNvPr id="8" name="Slide Number">
            <a:extLst>
              <a:ext uri="{FF2B5EF4-FFF2-40B4-BE49-F238E27FC236}">
                <a16:creationId xmlns:a16="http://schemas.microsoft.com/office/drawing/2014/main" id="{BC1B471D-CDE1-49E8-87EA-DEB421217265}"/>
              </a:ext>
            </a:extLst>
          </p:cNvPr>
          <p:cNvSpPr txBox="1">
            <a:spLocks/>
          </p:cNvSpPr>
          <p:nvPr userDrawn="1"/>
        </p:nvSpPr>
        <p:spPr>
          <a:xfrm>
            <a:off x="11765275" y="6513466"/>
            <a:ext cx="157094" cy="153888"/>
          </a:xfrm>
          <a:prstGeom prst="rect">
            <a:avLst/>
          </a:prstGeom>
        </p:spPr>
        <p:txBody>
          <a:bodyPr vert="horz" wrap="none" lIns="0" tIns="0" rIns="0" bIns="0" rtlCol="0" anchor="ctr">
            <a:spAutoFit/>
          </a:bodyPr>
          <a:lstStyle>
            <a:defPPr>
              <a:defRPr lang="en-US"/>
            </a:defPPr>
            <a:lvl1pPr>
              <a:defRPr sz="1000" baseline="0">
                <a:latin typeface="+mn-lt"/>
              </a:defRPr>
            </a:lvl1pPr>
          </a:lstStyle>
          <a:p>
            <a:pPr lvl="0" algn="r" rtl="0"/>
            <a:fld id="{42C328C1-A84F-4A39-A664-DBA00541A8C6}" type="slidenum">
              <a:rPr lang="en-US" smtClean="0"/>
              <a:pPr lvl="0" algn="r" rtl="0"/>
              <a:t>‹#›</a:t>
            </a:fld>
            <a:endParaRPr lang="en-US"/>
          </a:p>
        </p:txBody>
      </p:sp>
      <p:pic>
        <p:nvPicPr>
          <p:cNvPr id="9" name="Imagem 6">
            <a:extLst>
              <a:ext uri="{FF2B5EF4-FFF2-40B4-BE49-F238E27FC236}">
                <a16:creationId xmlns:a16="http://schemas.microsoft.com/office/drawing/2014/main" id="{D6C5BF70-0885-40D6-A44D-BB0674E90AB3}"/>
              </a:ext>
            </a:extLst>
          </p:cNvPr>
          <p:cNvPicPr>
            <a:picLocks noChangeAspect="1"/>
          </p:cNvPicPr>
          <p:nvPr userDrawn="1"/>
        </p:nvPicPr>
        <p:blipFill rotWithShape="1">
          <a:blip r:embed="rId6" cstate="email">
            <a:extLst>
              <a:ext uri="{28A0092B-C50C-407E-A947-70E740481C1C}">
                <a14:useLocalDpi xmlns:a14="http://schemas.microsoft.com/office/drawing/2010/main"/>
              </a:ext>
            </a:extLst>
          </a:blip>
          <a:srcRect/>
          <a:stretch/>
        </p:blipFill>
        <p:spPr>
          <a:xfrm>
            <a:off x="10294573" y="6491716"/>
            <a:ext cx="1197054" cy="198442"/>
          </a:xfrm>
          <a:prstGeom prst="rect">
            <a:avLst/>
          </a:prstGeom>
        </p:spPr>
      </p:pic>
      <p:sp>
        <p:nvSpPr>
          <p:cNvPr id="11" name="Title 1">
            <a:extLst>
              <a:ext uri="{FF2B5EF4-FFF2-40B4-BE49-F238E27FC236}">
                <a16:creationId xmlns:a16="http://schemas.microsoft.com/office/drawing/2014/main" id="{2419F900-E00F-40AF-9105-49B4B26BC53B}"/>
              </a:ext>
            </a:extLst>
          </p:cNvPr>
          <p:cNvSpPr>
            <a:spLocks noGrp="1"/>
          </p:cNvSpPr>
          <p:nvPr>
            <p:ph type="title" hasCustomPrompt="1"/>
          </p:nvPr>
        </p:nvSpPr>
        <p:spPr>
          <a:xfrm>
            <a:off x="478971" y="225177"/>
            <a:ext cx="11485488" cy="307777"/>
          </a:xfrm>
          <a:prstGeom prst="rect">
            <a:avLst/>
          </a:prstGeom>
        </p:spPr>
        <p:txBody>
          <a:bodyPr vert="horz" anchor="t"/>
          <a:lstStyle>
            <a:lvl1pPr rtl="0">
              <a:defRPr sz="2000"/>
            </a:lvl1pPr>
          </a:lstStyle>
          <a:p>
            <a:r>
              <a:rPr lang="en-US"/>
              <a:t>Clique para </a:t>
            </a:r>
            <a:r>
              <a:rPr lang="en-US" err="1"/>
              <a:t>editar</a:t>
            </a:r>
            <a:r>
              <a:rPr lang="en-US"/>
              <a:t> o </a:t>
            </a:r>
            <a:r>
              <a:rPr lang="en-US" err="1"/>
              <a:t>título</a:t>
            </a:r>
            <a:r>
              <a:rPr lang="en-US"/>
              <a:t> Mestre</a:t>
            </a:r>
          </a:p>
        </p:txBody>
      </p:sp>
      <p:sp>
        <p:nvSpPr>
          <p:cNvPr id="12" name="Rectangle 6">
            <a:extLst>
              <a:ext uri="{FF2B5EF4-FFF2-40B4-BE49-F238E27FC236}">
                <a16:creationId xmlns:a16="http://schemas.microsoft.com/office/drawing/2014/main" id="{1814DADB-949A-40DB-B8C0-E552BCFF9540}"/>
              </a:ext>
            </a:extLst>
          </p:cNvPr>
          <p:cNvSpPr/>
          <p:nvPr userDrawn="1"/>
        </p:nvSpPr>
        <p:spPr>
          <a:xfrm>
            <a:off x="-11183" y="249036"/>
            <a:ext cx="414837" cy="260059"/>
          </a:xfrm>
          <a:prstGeom prst="rect">
            <a:avLst/>
          </a:prstGeom>
          <a:solidFill>
            <a:srgbClr val="020E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sz="1800"/>
          </a:p>
        </p:txBody>
      </p:sp>
    </p:spTree>
    <p:extLst>
      <p:ext uri="{BB962C8B-B14F-4D97-AF65-F5344CB8AC3E}">
        <p14:creationId xmlns:p14="http://schemas.microsoft.com/office/powerpoint/2010/main" val="198558337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99144B4E-C0F3-A84F-90E4-D76F0197DB3C}"/>
              </a:ext>
            </a:extLst>
          </p:cNvPr>
          <p:cNvGraphicFramePr>
            <a:graphicFrameLocks noChangeAspect="1"/>
          </p:cNvGraphicFramePr>
          <p:nvPr userDrawn="1">
            <p:custDataLst>
              <p:tags r:id="rId1"/>
            </p:custDataLst>
            <p:extLst>
              <p:ext uri="{D42A27DB-BD31-4B8C-83A1-F6EECF244321}">
                <p14:modId xmlns:p14="http://schemas.microsoft.com/office/powerpoint/2010/main" val="73850770"/>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Slide do think-cell" r:id="rId4" imgW="7772400" imgH="10058400" progId="TCLayout.ActiveDocument.1">
                  <p:embed/>
                </p:oleObj>
              </mc:Choice>
              <mc:Fallback>
                <p:oleObj name="Slide do think-cell" r:id="rId4" imgW="7772400" imgH="10058400" progId="TCLayout.ActiveDocument.1">
                  <p:embed/>
                  <p:pic>
                    <p:nvPicPr>
                      <p:cNvPr id="6" name="Object 5" hidden="1">
                        <a:extLst>
                          <a:ext uri="{FF2B5EF4-FFF2-40B4-BE49-F238E27FC236}">
                            <a16:creationId xmlns:a16="http://schemas.microsoft.com/office/drawing/2014/main" id="{99144B4E-C0F3-A84F-90E4-D76F0197DB3C}"/>
                          </a:ext>
                        </a:extLst>
                      </p:cNvPr>
                      <p:cNvPicPr/>
                      <p:nvPr/>
                    </p:nvPicPr>
                    <p:blipFill>
                      <a:blip r:embed="rId5"/>
                      <a:stretch>
                        <a:fillRect/>
                      </a:stretch>
                    </p:blipFill>
                    <p:spPr>
                      <a:xfrm>
                        <a:off x="2118" y="1589"/>
                        <a:ext cx="2116" cy="1587"/>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6430BE5E-AB13-4BC4-AEF9-8DE255F3823D}"/>
              </a:ext>
            </a:extLst>
          </p:cNvPr>
          <p:cNvSpPr/>
          <p:nvPr userDrawn="1">
            <p:custDataLst>
              <p:tags r:id="rId2"/>
            </p:custDataLst>
          </p:nvPr>
        </p:nvSpPr>
        <p:spPr>
          <a:xfrm>
            <a:off x="0" y="0"/>
            <a:ext cx="158750" cy="158750"/>
          </a:xfrm>
          <a:prstGeom prst="rect">
            <a:avLst/>
          </a:prstGeom>
          <a:solidFill>
            <a:schemeClr val="accent2"/>
          </a:solidFill>
          <a:ln w="19050">
            <a:solidFill>
              <a:schemeClr val="accent2"/>
            </a:solidFill>
            <a:miter lim="400000"/>
          </a:ln>
          <a:effectLst/>
        </p:spPr>
        <p:txBody>
          <a:bodyPr wrap="none" lIns="0" tIns="0" rIns="0" bIns="0" numCol="1" spcCol="0" rtlCol="0" anchor="ctr" anchorCtr="0">
            <a:noAutofit/>
          </a:bodyPr>
          <a:lstStyle/>
          <a:p>
            <a:pPr marL="0" lvl="0" indent="0" algn="l" rtl="0"/>
            <a:endParaRPr kumimoji="0" lang="en-US" sz="2000" b="1" i="0" u="none" cap="none" baseline="0">
              <a:solidFill>
                <a:schemeClr val="bg1"/>
              </a:solidFill>
              <a:latin typeface="Arial" panose="020B0604020202020204" pitchFamily="34" charset="0"/>
              <a:ea typeface="+mj-ea"/>
              <a:cs typeface="+mj-cs"/>
              <a:sym typeface="Arial" panose="020B0604020202020204" pitchFamily="34" charset="0"/>
            </a:endParaRPr>
          </a:p>
        </p:txBody>
      </p:sp>
      <p:sp>
        <p:nvSpPr>
          <p:cNvPr id="7" name="Retângulo 3">
            <a:extLst>
              <a:ext uri="{FF2B5EF4-FFF2-40B4-BE49-F238E27FC236}">
                <a16:creationId xmlns:a16="http://schemas.microsoft.com/office/drawing/2014/main" id="{A601EFDE-1B8C-47F2-B8AC-AA027B369841}"/>
              </a:ext>
            </a:extLst>
          </p:cNvPr>
          <p:cNvSpPr/>
          <p:nvPr userDrawn="1"/>
        </p:nvSpPr>
        <p:spPr>
          <a:xfrm>
            <a:off x="0" y="0"/>
            <a:ext cx="9241183" cy="6858000"/>
          </a:xfrm>
          <a:prstGeom prst="rect">
            <a:avLst/>
          </a:prstGeom>
          <a:solidFill>
            <a:schemeClr val="accent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eaLnBrk="1"/>
            <a:endParaRPr lang="en-US" sz="1800"/>
          </a:p>
        </p:txBody>
      </p:sp>
      <p:pic>
        <p:nvPicPr>
          <p:cNvPr id="5" name="Imagem 28">
            <a:extLst>
              <a:ext uri="{FF2B5EF4-FFF2-40B4-BE49-F238E27FC236}">
                <a16:creationId xmlns:a16="http://schemas.microsoft.com/office/drawing/2014/main" id="{69C6B39B-5324-2549-8D08-C22D831DCA53}"/>
              </a:ext>
            </a:extLst>
          </p:cNvPr>
          <p:cNvPicPr>
            <a:picLocks noChangeAspect="1"/>
          </p:cNvPicPr>
          <p:nvPr userDrawn="1"/>
        </p:nvPicPr>
        <p:blipFill>
          <a:blip r:embed="rId6">
            <a:duotone>
              <a:schemeClr val="accent2">
                <a:shade val="45000"/>
                <a:satMod val="135000"/>
              </a:schemeClr>
              <a:prstClr val="white"/>
            </a:duotone>
            <a:extLst>
              <a:ext uri="{28A0092B-C50C-407E-A947-70E740481C1C}">
                <a14:useLocalDpi xmlns:a14="http://schemas.microsoft.com/office/drawing/2010/main"/>
              </a:ext>
            </a:extLst>
          </a:blip>
          <a:stretch>
            <a:fillRect/>
          </a:stretch>
        </p:blipFill>
        <p:spPr>
          <a:xfrm>
            <a:off x="709844" y="278264"/>
            <a:ext cx="1390174" cy="1390174"/>
          </a:xfrm>
          <a:prstGeom prst="rect">
            <a:avLst/>
          </a:prstGeom>
        </p:spPr>
      </p:pic>
      <p:sp>
        <p:nvSpPr>
          <p:cNvPr id="2" name="Title 1">
            <a:extLst>
              <a:ext uri="{FF2B5EF4-FFF2-40B4-BE49-F238E27FC236}">
                <a16:creationId xmlns:a16="http://schemas.microsoft.com/office/drawing/2014/main" id="{E911ACF6-6988-4841-9C7E-2ED2E39D7933}"/>
              </a:ext>
            </a:extLst>
          </p:cNvPr>
          <p:cNvSpPr>
            <a:spLocks noGrp="1"/>
          </p:cNvSpPr>
          <p:nvPr>
            <p:ph type="title"/>
          </p:nvPr>
        </p:nvSpPr>
        <p:spPr>
          <a:xfrm>
            <a:off x="709845" y="1885534"/>
            <a:ext cx="8405803" cy="314028"/>
          </a:xfrm>
          <a:prstGeom prst="rect">
            <a:avLst/>
          </a:prstGeom>
        </p:spPr>
        <p:txBody>
          <a:bodyPr vert="horz"/>
          <a:lstStyle>
            <a:lvl1pPr algn="l" rtl="0">
              <a:defRPr cap="all" baseline="0">
                <a:solidFill>
                  <a:schemeClr val="bg1"/>
                </a:solidFill>
              </a:defRPr>
            </a:lvl1pPr>
          </a:lstStyle>
          <a:p>
            <a:r>
              <a:rPr lang="en-US"/>
              <a:t>Click to edit Master title style</a:t>
            </a:r>
          </a:p>
        </p:txBody>
      </p:sp>
    </p:spTree>
    <p:extLst>
      <p:ext uri="{BB962C8B-B14F-4D97-AF65-F5344CB8AC3E}">
        <p14:creationId xmlns:p14="http://schemas.microsoft.com/office/powerpoint/2010/main" val="293023088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6_Title Only">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9E0980AA-BCE6-4E26-8843-3669C15888DB}"/>
              </a:ext>
            </a:extLst>
          </p:cNvPr>
          <p:cNvGraphicFramePr>
            <a:graphicFrameLocks noChangeAspect="1"/>
          </p:cNvGraphicFramePr>
          <p:nvPr userDrawn="1">
            <p:custDataLst>
              <p:tags r:id="rId1"/>
            </p:custDataLst>
            <p:extLst>
              <p:ext uri="{D42A27DB-BD31-4B8C-83A1-F6EECF244321}">
                <p14:modId xmlns:p14="http://schemas.microsoft.com/office/powerpoint/2010/main" val="413586133"/>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Slide do think-cell" r:id="rId4" imgW="493" imgH="493" progId="TCLayout.ActiveDocument.1">
                  <p:embed/>
                </p:oleObj>
              </mc:Choice>
              <mc:Fallback>
                <p:oleObj name="Slide do think-cell" r:id="rId4" imgW="493" imgH="493" progId="TCLayout.ActiveDocument.1">
                  <p:embed/>
                  <p:pic>
                    <p:nvPicPr>
                      <p:cNvPr id="10" name="Object 9" hidden="1">
                        <a:extLst>
                          <a:ext uri="{FF2B5EF4-FFF2-40B4-BE49-F238E27FC236}">
                            <a16:creationId xmlns:a16="http://schemas.microsoft.com/office/drawing/2014/main" id="{9E0980AA-BCE6-4E26-8843-3669C15888DB}"/>
                          </a:ext>
                        </a:extLst>
                      </p:cNvPr>
                      <p:cNvPicPr/>
                      <p:nvPr/>
                    </p:nvPicPr>
                    <p:blipFill>
                      <a:blip r:embed="rId5"/>
                      <a:stretch>
                        <a:fillRect/>
                      </a:stretch>
                    </p:blipFill>
                    <p:spPr>
                      <a:xfrm>
                        <a:off x="2118" y="1589"/>
                        <a:ext cx="2116" cy="1587"/>
                      </a:xfrm>
                      <a:prstGeom prst="rect">
                        <a:avLst/>
                      </a:prstGeom>
                    </p:spPr>
                  </p:pic>
                </p:oleObj>
              </mc:Fallback>
            </mc:AlternateContent>
          </a:graphicData>
        </a:graphic>
      </p:graphicFrame>
      <p:pic>
        <p:nvPicPr>
          <p:cNvPr id="4" name="Picture 3">
            <a:extLst>
              <a:ext uri="{FF2B5EF4-FFF2-40B4-BE49-F238E27FC236}">
                <a16:creationId xmlns:a16="http://schemas.microsoft.com/office/drawing/2014/main" id="{D4DA510B-504F-4D65-32CF-43FF33DFCB1A}"/>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6601483" y="737086"/>
            <a:ext cx="5590517" cy="6120914"/>
          </a:xfrm>
          <a:prstGeom prst="rect">
            <a:avLst/>
          </a:prstGeom>
        </p:spPr>
      </p:pic>
      <p:sp>
        <p:nvSpPr>
          <p:cNvPr id="3" name="Rectangle 2" hidden="1">
            <a:extLst>
              <a:ext uri="{FF2B5EF4-FFF2-40B4-BE49-F238E27FC236}">
                <a16:creationId xmlns:a16="http://schemas.microsoft.com/office/drawing/2014/main" id="{4FE804D7-7F22-4628-B31E-2AE601C042B1}"/>
              </a:ext>
            </a:extLst>
          </p:cNvPr>
          <p:cNvSpPr/>
          <p:nvPr userDrawn="1">
            <p:custDataLst>
              <p:tags r:id="rId2"/>
            </p:custDataLst>
          </p:nvPr>
        </p:nvSpPr>
        <p:spPr>
          <a:xfrm>
            <a:off x="0" y="0"/>
            <a:ext cx="158750" cy="158750"/>
          </a:xfrm>
          <a:prstGeom prst="rect">
            <a:avLst/>
          </a:prstGeom>
          <a:solidFill>
            <a:schemeClr val="accent2"/>
          </a:solidFill>
          <a:ln w="19050">
            <a:solidFill>
              <a:schemeClr val="accent2"/>
            </a:solidFill>
            <a:miter lim="400000"/>
          </a:ln>
          <a:effectLst/>
        </p:spPr>
        <p:txBody>
          <a:bodyPr wrap="none" lIns="0" tIns="0" rIns="0" bIns="0" numCol="1" spcCol="0" rtlCol="0" anchor="ctr" anchorCtr="0">
            <a:noAutofit/>
          </a:bodyPr>
          <a:lstStyle/>
          <a:p>
            <a:pPr marL="0" lvl="0" indent="0" algn="l" rtl="0"/>
            <a:endParaRPr kumimoji="0" lang="pt-BR" sz="2000" b="1" i="0" u="none" cap="none" baseline="0">
              <a:solidFill>
                <a:schemeClr val="bg1"/>
              </a:solidFill>
              <a:latin typeface="Arial" panose="020B0604020202020204" pitchFamily="34" charset="0"/>
              <a:ea typeface="+mj-ea"/>
              <a:cs typeface="+mj-cs"/>
              <a:sym typeface="Arial" panose="020B0604020202020204" pitchFamily="34" charset="0"/>
            </a:endParaRPr>
          </a:p>
        </p:txBody>
      </p:sp>
      <p:sp>
        <p:nvSpPr>
          <p:cNvPr id="13" name="Text Placeholder 4">
            <a:extLst>
              <a:ext uri="{FF2B5EF4-FFF2-40B4-BE49-F238E27FC236}">
                <a16:creationId xmlns:a16="http://schemas.microsoft.com/office/drawing/2014/main" id="{D16463AB-2C7D-12B5-108F-3BC553C8D601}"/>
              </a:ext>
            </a:extLst>
          </p:cNvPr>
          <p:cNvSpPr>
            <a:spLocks noGrp="1"/>
          </p:cNvSpPr>
          <p:nvPr>
            <p:ph type="body" sz="quarter" idx="15" hasCustomPrompt="1"/>
          </p:nvPr>
        </p:nvSpPr>
        <p:spPr>
          <a:xfrm>
            <a:off x="433389" y="6516592"/>
            <a:ext cx="9504000" cy="153888"/>
          </a:xfrm>
          <a:prstGeom prst="rect">
            <a:avLst/>
          </a:prstGeom>
        </p:spPr>
        <p:txBody>
          <a:bodyPr wrap="square" lIns="0" tIns="0" rIns="0" bIns="0" anchor="b" anchorCtr="0"/>
          <a:lstStyle>
            <a:lvl1pPr marL="0" indent="0" rtl="0">
              <a:spcBef>
                <a:spcPts val="0"/>
              </a:spcBef>
              <a:buNone/>
              <a:defRPr lang="en-GB" sz="900" dirty="0">
                <a:latin typeface="+mj-lt"/>
                <a:ea typeface="Roboto" pitchFamily="2" charset="0"/>
              </a:defRPr>
            </a:lvl1pPr>
            <a:lvl2pPr marL="196850" indent="0">
              <a:buNone/>
              <a:defRPr sz="900"/>
            </a:lvl2pPr>
            <a:lvl3pPr marL="406400" indent="0">
              <a:buNone/>
              <a:defRPr sz="900"/>
            </a:lvl3pPr>
            <a:lvl4pPr marL="588962" indent="0">
              <a:buNone/>
              <a:defRPr sz="1000"/>
            </a:lvl4pPr>
            <a:lvl5pPr marL="817562" indent="0">
              <a:buNone/>
              <a:defRPr sz="1000"/>
            </a:lvl5pPr>
          </a:lstStyle>
          <a:p>
            <a:pPr lvl="0"/>
            <a:r>
              <a:rPr lang="pt-BR" sz="1000">
                <a:latin typeface="+mj-lt"/>
              </a:rPr>
              <a:t>Fonte:</a:t>
            </a:r>
          </a:p>
        </p:txBody>
      </p:sp>
      <p:sp>
        <p:nvSpPr>
          <p:cNvPr id="11" name="Title 1">
            <a:extLst>
              <a:ext uri="{FF2B5EF4-FFF2-40B4-BE49-F238E27FC236}">
                <a16:creationId xmlns:a16="http://schemas.microsoft.com/office/drawing/2014/main" id="{2419F900-E00F-40AF-9105-49B4B26BC53B}"/>
              </a:ext>
            </a:extLst>
          </p:cNvPr>
          <p:cNvSpPr>
            <a:spLocks noGrp="1"/>
          </p:cNvSpPr>
          <p:nvPr>
            <p:ph type="title" hasCustomPrompt="1"/>
          </p:nvPr>
        </p:nvSpPr>
        <p:spPr>
          <a:xfrm>
            <a:off x="736979" y="312999"/>
            <a:ext cx="11227479" cy="307777"/>
          </a:xfrm>
          <a:prstGeom prst="rect">
            <a:avLst/>
          </a:prstGeom>
        </p:spPr>
        <p:txBody>
          <a:bodyPr vert="horz" lIns="0" tIns="0" rIns="0" bIns="0" rtlCol="0" anchor="t" anchorCtr="0">
            <a:spAutoFit/>
          </a:bodyPr>
          <a:lstStyle>
            <a:lvl1pPr rtl="0">
              <a:defRPr lang="en-US" dirty="0"/>
            </a:lvl1pPr>
          </a:lstStyle>
          <a:p>
            <a:pPr marL="0" lvl="0"/>
            <a:r>
              <a:rPr lang="pt-BR"/>
              <a:t>Clique para editar o título Mestre</a:t>
            </a:r>
          </a:p>
        </p:txBody>
      </p:sp>
      <p:grpSp>
        <p:nvGrpSpPr>
          <p:cNvPr id="20" name="Google Shape;219;p29">
            <a:extLst>
              <a:ext uri="{FF2B5EF4-FFF2-40B4-BE49-F238E27FC236}">
                <a16:creationId xmlns:a16="http://schemas.microsoft.com/office/drawing/2014/main" id="{2AF512FA-0164-9EFB-64A3-867146FDC8DF}"/>
              </a:ext>
            </a:extLst>
          </p:cNvPr>
          <p:cNvGrpSpPr/>
          <p:nvPr userDrawn="1"/>
        </p:nvGrpSpPr>
        <p:grpSpPr>
          <a:xfrm>
            <a:off x="0" y="0"/>
            <a:ext cx="1169662" cy="1231900"/>
            <a:chOff x="497750" y="2991250"/>
            <a:chExt cx="946654" cy="997025"/>
          </a:xfrm>
        </p:grpSpPr>
        <p:sp>
          <p:nvSpPr>
            <p:cNvPr id="21" name="Google Shape;220;p29">
              <a:extLst>
                <a:ext uri="{FF2B5EF4-FFF2-40B4-BE49-F238E27FC236}">
                  <a16:creationId xmlns:a16="http://schemas.microsoft.com/office/drawing/2014/main" id="{9D9B233D-A5F1-0861-C841-12CE591B726F}"/>
                </a:ext>
              </a:extLst>
            </p:cNvPr>
            <p:cNvSpPr/>
            <p:nvPr/>
          </p:nvSpPr>
          <p:spPr>
            <a:xfrm>
              <a:off x="497750" y="2994700"/>
              <a:ext cx="908975" cy="993575"/>
            </a:xfrm>
            <a:custGeom>
              <a:avLst/>
              <a:gdLst/>
              <a:ahLst/>
              <a:cxnLst/>
              <a:rect l="l" t="t" r="r" b="b"/>
              <a:pathLst>
                <a:path w="36359" h="39743" extrusionOk="0">
                  <a:moveTo>
                    <a:pt x="36359" y="0"/>
                  </a:moveTo>
                  <a:lnTo>
                    <a:pt x="36359" y="0"/>
                  </a:lnTo>
                  <a:cubicBezTo>
                    <a:pt x="18660" y="3018"/>
                    <a:pt x="6952" y="10976"/>
                    <a:pt x="1" y="17699"/>
                  </a:cubicBezTo>
                  <a:lnTo>
                    <a:pt x="1" y="39742"/>
                  </a:lnTo>
                  <a:cubicBezTo>
                    <a:pt x="1967" y="32013"/>
                    <a:pt x="9834" y="10473"/>
                    <a:pt x="363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pt-BR">
                <a:latin typeface="+mj-lt"/>
              </a:endParaRPr>
            </a:p>
          </p:txBody>
        </p:sp>
        <p:sp>
          <p:nvSpPr>
            <p:cNvPr id="22" name="Google Shape;221;p29">
              <a:extLst>
                <a:ext uri="{FF2B5EF4-FFF2-40B4-BE49-F238E27FC236}">
                  <a16:creationId xmlns:a16="http://schemas.microsoft.com/office/drawing/2014/main" id="{B45C6FD5-217B-F7F0-1FFB-893C1977E727}"/>
                </a:ext>
              </a:extLst>
            </p:cNvPr>
            <p:cNvSpPr/>
            <p:nvPr/>
          </p:nvSpPr>
          <p:spPr>
            <a:xfrm>
              <a:off x="497750" y="2991250"/>
              <a:ext cx="946654" cy="454130"/>
            </a:xfrm>
            <a:custGeom>
              <a:avLst/>
              <a:gdLst/>
              <a:ahLst/>
              <a:cxnLst/>
              <a:rect l="l" t="t" r="r" b="b"/>
              <a:pathLst>
                <a:path w="37182" h="17837" extrusionOk="0">
                  <a:moveTo>
                    <a:pt x="1" y="1"/>
                  </a:moveTo>
                  <a:lnTo>
                    <a:pt x="1" y="17837"/>
                  </a:lnTo>
                  <a:cubicBezTo>
                    <a:pt x="6952" y="11114"/>
                    <a:pt x="18660" y="3156"/>
                    <a:pt x="36359" y="138"/>
                  </a:cubicBezTo>
                  <a:lnTo>
                    <a:pt x="37182" y="1"/>
                  </a:lnTo>
                  <a:close/>
                </a:path>
              </a:pathLst>
            </a:custGeom>
            <a:solidFill>
              <a:schemeClr val="tx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pt-BR">
                <a:latin typeface="+mj-lt"/>
              </a:endParaRPr>
            </a:p>
          </p:txBody>
        </p:sp>
      </p:grpSp>
      <p:sp>
        <p:nvSpPr>
          <p:cNvPr id="17" name="Slide Number">
            <a:extLst>
              <a:ext uri="{FF2B5EF4-FFF2-40B4-BE49-F238E27FC236}">
                <a16:creationId xmlns:a16="http://schemas.microsoft.com/office/drawing/2014/main" id="{53A1DEA9-E10A-526B-535B-65E136ACB87A}"/>
              </a:ext>
            </a:extLst>
          </p:cNvPr>
          <p:cNvSpPr txBox="1">
            <a:spLocks/>
          </p:cNvSpPr>
          <p:nvPr userDrawn="1"/>
        </p:nvSpPr>
        <p:spPr>
          <a:xfrm>
            <a:off x="11762075" y="6525482"/>
            <a:ext cx="160294" cy="157014"/>
          </a:xfrm>
          <a:prstGeom prst="rect">
            <a:avLst/>
          </a:prstGeom>
        </p:spPr>
        <p:txBody>
          <a:bodyPr vert="horz" wrap="none" lIns="0" tIns="0" rIns="0" bIns="0" rtlCol="0" anchor="ctr">
            <a:spAutoFit/>
          </a:bodyPr>
          <a:lstStyle>
            <a:defPPr>
              <a:defRPr lang="en-US"/>
            </a:defPPr>
            <a:lvl1pPr>
              <a:defRPr sz="1000" baseline="0">
                <a:latin typeface="+mn-lt"/>
              </a:defRPr>
            </a:lvl1pPr>
          </a:lstStyle>
          <a:p>
            <a:pPr lvl="0" algn="r" rtl="0"/>
            <a:fld id="{42C328C1-A84F-4A39-A664-DBA00541A8C6}" type="slidenum">
              <a:rPr lang="pt-BR" smtClean="0">
                <a:latin typeface="+mj-lt"/>
                <a:ea typeface="Roboto" pitchFamily="2" charset="0"/>
              </a:rPr>
              <a:pPr lvl="0" algn="r" rtl="0"/>
              <a:t>‹#›</a:t>
            </a:fld>
            <a:endParaRPr lang="pt-BR">
              <a:latin typeface="+mj-lt"/>
              <a:ea typeface="Roboto" pitchFamily="2" charset="0"/>
            </a:endParaRPr>
          </a:p>
        </p:txBody>
      </p:sp>
      <p:pic>
        <p:nvPicPr>
          <p:cNvPr id="19" name="Graphic 18">
            <a:extLst>
              <a:ext uri="{FF2B5EF4-FFF2-40B4-BE49-F238E27FC236}">
                <a16:creationId xmlns:a16="http://schemas.microsoft.com/office/drawing/2014/main" id="{48AF656C-BAD0-6742-8766-85D0570F5A55}"/>
              </a:ext>
            </a:extLst>
          </p:cNvPr>
          <p:cNvPicPr>
            <a:picLocks noChangeAspect="1"/>
          </p:cNvPicPr>
          <p:nvPr userDrawn="1"/>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10127705" y="6297334"/>
            <a:ext cx="1261440" cy="504000"/>
          </a:xfrm>
          <a:prstGeom prst="rect">
            <a:avLst/>
          </a:prstGeom>
        </p:spPr>
      </p:pic>
    </p:spTree>
    <p:extLst>
      <p:ext uri="{BB962C8B-B14F-4D97-AF65-F5344CB8AC3E}">
        <p14:creationId xmlns:p14="http://schemas.microsoft.com/office/powerpoint/2010/main" val="2957602739"/>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3_Agenda">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8180B629-976D-4310-AF32-6BCD0E8DE5B5}"/>
              </a:ext>
            </a:extLst>
          </p:cNvPr>
          <p:cNvGraphicFramePr>
            <a:graphicFrameLocks noChangeAspect="1"/>
          </p:cNvGraphicFramePr>
          <p:nvPr userDrawn="1">
            <p:custDataLst>
              <p:tags r:id="rId1"/>
            </p:custDataLst>
            <p:extLst>
              <p:ext uri="{D42A27DB-BD31-4B8C-83A1-F6EECF244321}">
                <p14:modId xmlns:p14="http://schemas.microsoft.com/office/powerpoint/2010/main" val="5402395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Slide do think-cell" r:id="rId3" imgW="493" imgH="493" progId="TCLayout.ActiveDocument.1">
                  <p:embed/>
                </p:oleObj>
              </mc:Choice>
              <mc:Fallback>
                <p:oleObj name="Slide do think-cell" r:id="rId3" imgW="493" imgH="493" progId="TCLayout.ActiveDocument.1">
                  <p:embed/>
                  <p:pic>
                    <p:nvPicPr>
                      <p:cNvPr id="2" name="Object 1" hidden="1">
                        <a:extLst>
                          <a:ext uri="{FF2B5EF4-FFF2-40B4-BE49-F238E27FC236}">
                            <a16:creationId xmlns:a16="http://schemas.microsoft.com/office/drawing/2014/main" id="{8180B629-976D-4310-AF32-6BCD0E8DE5B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21" name="Picture 20">
            <a:extLst>
              <a:ext uri="{FF2B5EF4-FFF2-40B4-BE49-F238E27FC236}">
                <a16:creationId xmlns:a16="http://schemas.microsoft.com/office/drawing/2014/main" id="{982F0EE0-5902-B506-E4FA-9AA6C53D6E4D}"/>
              </a:ext>
            </a:extLst>
          </p:cNvPr>
          <p:cNvPicPr>
            <a:picLocks noChangeAspect="1"/>
          </p:cNvPicPr>
          <p:nvPr userDrawn="1"/>
        </p:nvPicPr>
        <p:blipFill rotWithShape="1">
          <a:blip r:embed="rId5" cstate="email">
            <a:alphaModFix amt="35000"/>
            <a:extLst>
              <a:ext uri="{28A0092B-C50C-407E-A947-70E740481C1C}">
                <a14:useLocalDpi xmlns:a14="http://schemas.microsoft.com/office/drawing/2010/main"/>
              </a:ext>
            </a:extLst>
          </a:blip>
          <a:srcRect l="43574" r="7672" b="29001"/>
          <a:stretch/>
        </p:blipFill>
        <p:spPr>
          <a:xfrm>
            <a:off x="9241183" y="740229"/>
            <a:ext cx="2950817" cy="6117771"/>
          </a:xfrm>
          <a:custGeom>
            <a:avLst/>
            <a:gdLst>
              <a:gd name="connsiteX0" fmla="*/ 0 w 2950817"/>
              <a:gd name="connsiteY0" fmla="*/ 0 h 6117771"/>
              <a:gd name="connsiteX1" fmla="*/ 2950817 w 2950817"/>
              <a:gd name="connsiteY1" fmla="*/ 0 h 6117771"/>
              <a:gd name="connsiteX2" fmla="*/ 2950817 w 2950817"/>
              <a:gd name="connsiteY2" fmla="*/ 6117771 h 6117771"/>
              <a:gd name="connsiteX3" fmla="*/ 0 w 2950817"/>
              <a:gd name="connsiteY3" fmla="*/ 6117771 h 6117771"/>
            </a:gdLst>
            <a:ahLst/>
            <a:cxnLst>
              <a:cxn ang="0">
                <a:pos x="connsiteX0" y="connsiteY0"/>
              </a:cxn>
              <a:cxn ang="0">
                <a:pos x="connsiteX1" y="connsiteY1"/>
              </a:cxn>
              <a:cxn ang="0">
                <a:pos x="connsiteX2" y="connsiteY2"/>
              </a:cxn>
              <a:cxn ang="0">
                <a:pos x="connsiteX3" y="connsiteY3"/>
              </a:cxn>
            </a:cxnLst>
            <a:rect l="l" t="t" r="r" b="b"/>
            <a:pathLst>
              <a:path w="2950817" h="6117771">
                <a:moveTo>
                  <a:pt x="0" y="0"/>
                </a:moveTo>
                <a:lnTo>
                  <a:pt x="2950817" y="0"/>
                </a:lnTo>
                <a:lnTo>
                  <a:pt x="2950817" y="6117771"/>
                </a:lnTo>
                <a:lnTo>
                  <a:pt x="0" y="6117771"/>
                </a:lnTo>
                <a:close/>
              </a:path>
            </a:pathLst>
          </a:custGeom>
        </p:spPr>
      </p:pic>
      <p:sp>
        <p:nvSpPr>
          <p:cNvPr id="8" name="Retângulo 3">
            <a:extLst>
              <a:ext uri="{FF2B5EF4-FFF2-40B4-BE49-F238E27FC236}">
                <a16:creationId xmlns:a16="http://schemas.microsoft.com/office/drawing/2014/main" id="{770002B3-EC1D-DB49-BC86-0165275CFFB5}"/>
              </a:ext>
            </a:extLst>
          </p:cNvPr>
          <p:cNvSpPr/>
          <p:nvPr userDrawn="1"/>
        </p:nvSpPr>
        <p:spPr>
          <a:xfrm>
            <a:off x="0" y="0"/>
            <a:ext cx="9241183" cy="6858000"/>
          </a:xfrm>
          <a:prstGeom prst="rect">
            <a:avLst/>
          </a:prstGeom>
          <a:solidFill>
            <a:schemeClr val="accent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a:endParaRPr lang="pt-BR" sz="1800"/>
          </a:p>
        </p:txBody>
      </p:sp>
      <p:sp>
        <p:nvSpPr>
          <p:cNvPr id="17" name="Text Placeholder 16">
            <a:extLst>
              <a:ext uri="{FF2B5EF4-FFF2-40B4-BE49-F238E27FC236}">
                <a16:creationId xmlns:a16="http://schemas.microsoft.com/office/drawing/2014/main" id="{61497248-BE42-4BEF-B891-1ECD21E95A71}"/>
              </a:ext>
            </a:extLst>
          </p:cNvPr>
          <p:cNvSpPr>
            <a:spLocks noGrp="1"/>
          </p:cNvSpPr>
          <p:nvPr>
            <p:ph type="body" sz="quarter" idx="17" hasCustomPrompt="1"/>
          </p:nvPr>
        </p:nvSpPr>
        <p:spPr>
          <a:xfrm>
            <a:off x="3062511" y="1748502"/>
            <a:ext cx="6053138" cy="523220"/>
          </a:xfrm>
          <a:prstGeom prst="rect">
            <a:avLst/>
          </a:prstGeom>
        </p:spPr>
        <p:txBody>
          <a:bodyPr wrap="square" anchor="b">
            <a:spAutoFit/>
          </a:bodyPr>
          <a:lstStyle>
            <a:lvl1pPr>
              <a:defRPr sz="2800" b="1" cap="all" baseline="0">
                <a:solidFill>
                  <a:schemeClr val="bg1"/>
                </a:solidFill>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pt-BR"/>
              <a:t>EDIT MASTER TEXT STYLES</a:t>
            </a:r>
          </a:p>
        </p:txBody>
      </p:sp>
      <p:sp>
        <p:nvSpPr>
          <p:cNvPr id="13" name="Slide Number">
            <a:extLst>
              <a:ext uri="{FF2B5EF4-FFF2-40B4-BE49-F238E27FC236}">
                <a16:creationId xmlns:a16="http://schemas.microsoft.com/office/drawing/2014/main" id="{BF83F819-8759-4CD9-8F19-037258F0D4A4}"/>
              </a:ext>
            </a:extLst>
          </p:cNvPr>
          <p:cNvSpPr txBox="1">
            <a:spLocks/>
          </p:cNvSpPr>
          <p:nvPr userDrawn="1"/>
        </p:nvSpPr>
        <p:spPr>
          <a:xfrm>
            <a:off x="11762075" y="6525482"/>
            <a:ext cx="160294" cy="157014"/>
          </a:xfrm>
          <a:prstGeom prst="rect">
            <a:avLst/>
          </a:prstGeom>
        </p:spPr>
        <p:txBody>
          <a:bodyPr vert="horz" wrap="none" lIns="0" tIns="0" rIns="0" bIns="0" rtlCol="0" anchor="ctr">
            <a:spAutoFit/>
          </a:bodyPr>
          <a:lstStyle>
            <a:defPPr>
              <a:defRPr lang="en-US"/>
            </a:defPPr>
            <a:lvl1pPr>
              <a:defRPr sz="1000" baseline="0">
                <a:latin typeface="+mn-lt"/>
              </a:defRPr>
            </a:lvl1pPr>
          </a:lstStyle>
          <a:p>
            <a:pPr lvl="0" algn="r"/>
            <a:fld id="{42C328C1-A84F-4A39-A664-DBA00541A8C6}" type="slidenum">
              <a:rPr lang="pt-BR" smtClean="0"/>
              <a:pPr lvl="0" algn="r"/>
              <a:t>‹#›</a:t>
            </a:fld>
            <a:endParaRPr lang="pt-BR"/>
          </a:p>
        </p:txBody>
      </p:sp>
      <p:pic>
        <p:nvPicPr>
          <p:cNvPr id="4" name="Picture 3">
            <a:extLst>
              <a:ext uri="{FF2B5EF4-FFF2-40B4-BE49-F238E27FC236}">
                <a16:creationId xmlns:a16="http://schemas.microsoft.com/office/drawing/2014/main" id="{A4EF462F-A678-BB2C-2F96-146C32816FC4}"/>
              </a:ext>
            </a:extLst>
          </p:cNvPr>
          <p:cNvPicPr>
            <a:picLocks noChangeAspect="1"/>
          </p:cNvPicPr>
          <p:nvPr userDrawn="1"/>
        </p:nvPicPr>
        <p:blipFill rotWithShape="1">
          <a:blip r:embed="rId6" cstate="print">
            <a:lum bright="70000" contrast="-70000"/>
            <a:alphaModFix amt="20000"/>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a:ext>
            </a:extLst>
          </a:blip>
          <a:srcRect/>
          <a:stretch/>
        </p:blipFill>
        <p:spPr>
          <a:xfrm flipH="1">
            <a:off x="-1" y="236537"/>
            <a:ext cx="2781300" cy="3446463"/>
          </a:xfrm>
          <a:prstGeom prst="rect">
            <a:avLst/>
          </a:prstGeom>
        </p:spPr>
      </p:pic>
      <p:pic>
        <p:nvPicPr>
          <p:cNvPr id="6" name="Graphic 5">
            <a:extLst>
              <a:ext uri="{FF2B5EF4-FFF2-40B4-BE49-F238E27FC236}">
                <a16:creationId xmlns:a16="http://schemas.microsoft.com/office/drawing/2014/main" id="{E8BBD748-97E5-2605-39A8-DE3FBCC87985}"/>
              </a:ext>
            </a:extLst>
          </p:cNvPr>
          <p:cNvPicPr>
            <a:picLocks noChangeAspect="1"/>
          </p:cNvPicPr>
          <p:nvPr userDrawn="1"/>
        </p:nvPicPr>
        <p:blipFill>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10127705" y="6297334"/>
            <a:ext cx="1261440" cy="504000"/>
          </a:xfrm>
          <a:prstGeom prst="rect">
            <a:avLst/>
          </a:prstGeom>
        </p:spPr>
      </p:pic>
      <p:pic>
        <p:nvPicPr>
          <p:cNvPr id="18" name="Picture 17">
            <a:extLst>
              <a:ext uri="{FF2B5EF4-FFF2-40B4-BE49-F238E27FC236}">
                <a16:creationId xmlns:a16="http://schemas.microsoft.com/office/drawing/2014/main" id="{F279310B-74FC-643B-5BC7-10400761B54A}"/>
              </a:ext>
            </a:extLst>
          </p:cNvPr>
          <p:cNvPicPr>
            <a:picLocks noChangeAspect="1"/>
          </p:cNvPicPr>
          <p:nvPr userDrawn="1"/>
        </p:nvPicPr>
        <p:blipFill rotWithShape="1">
          <a:blip r:embed="rId5" cstate="email">
            <a:alphaModFix amt="5000"/>
            <a:extLst>
              <a:ext uri="{28A0092B-C50C-407E-A947-70E740481C1C}">
                <a14:useLocalDpi xmlns:a14="http://schemas.microsoft.com/office/drawing/2010/main"/>
              </a:ext>
            </a:extLst>
          </a:blip>
          <a:srcRect r="56426" b="29001"/>
          <a:stretch/>
        </p:blipFill>
        <p:spPr>
          <a:xfrm>
            <a:off x="6603889" y="740229"/>
            <a:ext cx="2637294" cy="6117771"/>
          </a:xfrm>
          <a:custGeom>
            <a:avLst/>
            <a:gdLst>
              <a:gd name="connsiteX0" fmla="*/ 0 w 2637294"/>
              <a:gd name="connsiteY0" fmla="*/ 0 h 6117771"/>
              <a:gd name="connsiteX1" fmla="*/ 2637294 w 2637294"/>
              <a:gd name="connsiteY1" fmla="*/ 0 h 6117771"/>
              <a:gd name="connsiteX2" fmla="*/ 2637294 w 2637294"/>
              <a:gd name="connsiteY2" fmla="*/ 6117771 h 6117771"/>
              <a:gd name="connsiteX3" fmla="*/ 0 w 2637294"/>
              <a:gd name="connsiteY3" fmla="*/ 6117771 h 6117771"/>
            </a:gdLst>
            <a:ahLst/>
            <a:cxnLst>
              <a:cxn ang="0">
                <a:pos x="connsiteX0" y="connsiteY0"/>
              </a:cxn>
              <a:cxn ang="0">
                <a:pos x="connsiteX1" y="connsiteY1"/>
              </a:cxn>
              <a:cxn ang="0">
                <a:pos x="connsiteX2" y="connsiteY2"/>
              </a:cxn>
              <a:cxn ang="0">
                <a:pos x="connsiteX3" y="connsiteY3"/>
              </a:cxn>
            </a:cxnLst>
            <a:rect l="l" t="t" r="r" b="b"/>
            <a:pathLst>
              <a:path w="2637294" h="6117771">
                <a:moveTo>
                  <a:pt x="0" y="0"/>
                </a:moveTo>
                <a:lnTo>
                  <a:pt x="2637294" y="0"/>
                </a:lnTo>
                <a:lnTo>
                  <a:pt x="2637294" y="6117771"/>
                </a:lnTo>
                <a:lnTo>
                  <a:pt x="0" y="6117771"/>
                </a:lnTo>
                <a:close/>
              </a:path>
            </a:pathLst>
          </a:custGeom>
        </p:spPr>
      </p:pic>
    </p:spTree>
    <p:extLst>
      <p:ext uri="{BB962C8B-B14F-4D97-AF65-F5344CB8AC3E}">
        <p14:creationId xmlns:p14="http://schemas.microsoft.com/office/powerpoint/2010/main" val="481845529"/>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2_Título 1">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1"/>
            </p:custDataLst>
            <p:extLst>
              <p:ext uri="{D42A27DB-BD31-4B8C-83A1-F6EECF244321}">
                <p14:modId xmlns:p14="http://schemas.microsoft.com/office/powerpoint/2010/main" val="3101392116"/>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Slide do think-cell" r:id="rId4" imgW="270" imgH="270" progId="TCLayout.ActiveDocument.1">
                  <p:embed/>
                </p:oleObj>
              </mc:Choice>
              <mc:Fallback>
                <p:oleObj name="Slide do think-cell" r:id="rId4" imgW="270" imgH="270" progId="TCLayout.ActiveDocument.1">
                  <p:embed/>
                  <p:pic>
                    <p:nvPicPr>
                      <p:cNvPr id="3" name="Object 2" hidden="1"/>
                      <p:cNvPicPr/>
                      <p:nvPr/>
                    </p:nvPicPr>
                    <p:blipFill>
                      <a:blip r:embed="rId5"/>
                      <a:stretch>
                        <a:fillRect/>
                      </a:stretch>
                    </p:blipFill>
                    <p:spPr>
                      <a:xfrm>
                        <a:off x="2118" y="1589"/>
                        <a:ext cx="2116" cy="1587"/>
                      </a:xfrm>
                      <a:prstGeom prst="rect">
                        <a:avLst/>
                      </a:prstGeom>
                    </p:spPr>
                  </p:pic>
                </p:oleObj>
              </mc:Fallback>
            </mc:AlternateContent>
          </a:graphicData>
        </a:graphic>
      </p:graphicFrame>
      <p:pic>
        <p:nvPicPr>
          <p:cNvPr id="12" name="Picture 11">
            <a:extLst>
              <a:ext uri="{FF2B5EF4-FFF2-40B4-BE49-F238E27FC236}">
                <a16:creationId xmlns:a16="http://schemas.microsoft.com/office/drawing/2014/main" id="{DA39253D-A65C-FAAD-B838-51E290CC6B55}"/>
              </a:ext>
            </a:extLst>
          </p:cNvPr>
          <p:cNvPicPr>
            <a:picLocks noChangeAspect="1"/>
          </p:cNvPicPr>
          <p:nvPr userDrawn="1"/>
        </p:nvPicPr>
        <p:blipFill rotWithShape="1">
          <a:blip r:embed="rId6" cstate="email">
            <a:extLst>
              <a:ext uri="{BEBA8EAE-BF5A-486C-A8C5-ECC9F3942E4B}">
                <a14:imgProps xmlns:a14="http://schemas.microsoft.com/office/drawing/2010/main">
                  <a14:imgLayer r:embed="rId7">
                    <a14:imgEffect>
                      <a14:brightnessContrast bright="-20000"/>
                    </a14:imgEffect>
                  </a14:imgLayer>
                </a14:imgProps>
              </a:ext>
              <a:ext uri="{28A0092B-C50C-407E-A947-70E740481C1C}">
                <a14:useLocalDpi xmlns:a14="http://schemas.microsoft.com/office/drawing/2010/main"/>
              </a:ext>
            </a:extLst>
          </a:blip>
          <a:srcRect/>
          <a:stretch/>
        </p:blipFill>
        <p:spPr>
          <a:xfrm>
            <a:off x="5442857" y="0"/>
            <a:ext cx="6749143" cy="6858000"/>
          </a:xfrm>
          <a:custGeom>
            <a:avLst/>
            <a:gdLst>
              <a:gd name="connsiteX0" fmla="*/ 0 w 6094504"/>
              <a:gd name="connsiteY0" fmla="*/ 0 h 6858000"/>
              <a:gd name="connsiteX1" fmla="*/ 6094504 w 6094504"/>
              <a:gd name="connsiteY1" fmla="*/ 0 h 6858000"/>
              <a:gd name="connsiteX2" fmla="*/ 6094504 w 6094504"/>
              <a:gd name="connsiteY2" fmla="*/ 6858000 h 6858000"/>
              <a:gd name="connsiteX3" fmla="*/ 0 w 609450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4504" h="6858000">
                <a:moveTo>
                  <a:pt x="0" y="0"/>
                </a:moveTo>
                <a:lnTo>
                  <a:pt x="6094504" y="0"/>
                </a:lnTo>
                <a:lnTo>
                  <a:pt x="6094504" y="6858000"/>
                </a:lnTo>
                <a:lnTo>
                  <a:pt x="0" y="6858000"/>
                </a:lnTo>
                <a:close/>
              </a:path>
            </a:pathLst>
          </a:custGeom>
        </p:spPr>
      </p:pic>
      <p:pic>
        <p:nvPicPr>
          <p:cNvPr id="15" name="Picture 14">
            <a:extLst>
              <a:ext uri="{FF2B5EF4-FFF2-40B4-BE49-F238E27FC236}">
                <a16:creationId xmlns:a16="http://schemas.microsoft.com/office/drawing/2014/main" id="{3EEEDBE5-5A68-CC1E-E0C3-66D8CF235D17}"/>
              </a:ext>
            </a:extLst>
          </p:cNvPr>
          <p:cNvPicPr>
            <a:picLocks noChangeAspect="1"/>
          </p:cNvPicPr>
          <p:nvPr userDrawn="1"/>
        </p:nvPicPr>
        <p:blipFill rotWithShape="1">
          <a:blip r:embed="rId8" cstate="email">
            <a:extLst>
              <a:ext uri="{28A0092B-C50C-407E-A947-70E740481C1C}">
                <a14:useLocalDpi xmlns:a14="http://schemas.microsoft.com/office/drawing/2010/main"/>
              </a:ext>
            </a:extLst>
          </a:blip>
          <a:srcRect/>
          <a:stretch/>
        </p:blipFill>
        <p:spPr>
          <a:xfrm>
            <a:off x="6591300" y="723898"/>
            <a:ext cx="5600700" cy="6134102"/>
          </a:xfrm>
          <a:custGeom>
            <a:avLst/>
            <a:gdLst>
              <a:gd name="connsiteX0" fmla="*/ 1689100 w 5600700"/>
              <a:gd name="connsiteY0" fmla="*/ 0 h 6134102"/>
              <a:gd name="connsiteX1" fmla="*/ 2992492 w 5600700"/>
              <a:gd name="connsiteY1" fmla="*/ 614676 h 6134102"/>
              <a:gd name="connsiteX2" fmla="*/ 3017158 w 5600700"/>
              <a:gd name="connsiteY2" fmla="*/ 647661 h 6134102"/>
              <a:gd name="connsiteX3" fmla="*/ 3041823 w 5600700"/>
              <a:gd name="connsiteY3" fmla="*/ 614676 h 6134102"/>
              <a:gd name="connsiteX4" fmla="*/ 4345215 w 5600700"/>
              <a:gd name="connsiteY4" fmla="*/ 0 h 6134102"/>
              <a:gd name="connsiteX5" fmla="*/ 5539589 w 5600700"/>
              <a:gd name="connsiteY5" fmla="*/ 494726 h 6134102"/>
              <a:gd name="connsiteX6" fmla="*/ 5600700 w 5600700"/>
              <a:gd name="connsiteY6" fmla="*/ 561965 h 6134102"/>
              <a:gd name="connsiteX7" fmla="*/ 5600700 w 5600700"/>
              <a:gd name="connsiteY7" fmla="*/ 6134102 h 6134102"/>
              <a:gd name="connsiteX8" fmla="*/ 5310414 w 5600700"/>
              <a:gd name="connsiteY8" fmla="*/ 6134102 h 6134102"/>
              <a:gd name="connsiteX9" fmla="*/ 5310414 w 5600700"/>
              <a:gd name="connsiteY9" fmla="*/ 1711377 h 6134102"/>
              <a:gd name="connsiteX10" fmla="*/ 4344306 w 5600700"/>
              <a:gd name="connsiteY10" fmla="*/ 745269 h 6134102"/>
              <a:gd name="connsiteX11" fmla="*/ 4344307 w 5600700"/>
              <a:gd name="connsiteY11" fmla="*/ 745268 h 6134102"/>
              <a:gd name="connsiteX12" fmla="*/ 3383187 w 5600700"/>
              <a:gd name="connsiteY12" fmla="*/ 1612597 h 6134102"/>
              <a:gd name="connsiteX13" fmla="*/ 3378200 w 5600700"/>
              <a:gd name="connsiteY13" fmla="*/ 1711355 h 6134102"/>
              <a:gd name="connsiteX14" fmla="*/ 3378200 w 5600700"/>
              <a:gd name="connsiteY14" fmla="*/ 6134102 h 6134102"/>
              <a:gd name="connsiteX15" fmla="*/ 3378198 w 5600700"/>
              <a:gd name="connsiteY15" fmla="*/ 6134102 h 6134102"/>
              <a:gd name="connsiteX16" fmla="*/ 2656115 w 5600700"/>
              <a:gd name="connsiteY16" fmla="*/ 6134102 h 6134102"/>
              <a:gd name="connsiteX17" fmla="*/ 2656115 w 5600700"/>
              <a:gd name="connsiteY17" fmla="*/ 1712285 h 6134102"/>
              <a:gd name="connsiteX18" fmla="*/ 1689099 w 5600700"/>
              <a:gd name="connsiteY18" fmla="*/ 745269 h 6134102"/>
              <a:gd name="connsiteX19" fmla="*/ 1689100 w 5600700"/>
              <a:gd name="connsiteY19" fmla="*/ 745268 h 6134102"/>
              <a:gd name="connsiteX20" fmla="*/ 722084 w 5600700"/>
              <a:gd name="connsiteY20" fmla="*/ 1712284 h 6134102"/>
              <a:gd name="connsiteX21" fmla="*/ 722084 w 5600700"/>
              <a:gd name="connsiteY21" fmla="*/ 6134102 h 6134102"/>
              <a:gd name="connsiteX22" fmla="*/ 0 w 5600700"/>
              <a:gd name="connsiteY22" fmla="*/ 6134102 h 6134102"/>
              <a:gd name="connsiteX23" fmla="*/ 0 w 5600700"/>
              <a:gd name="connsiteY23" fmla="*/ 1689100 h 6134102"/>
              <a:gd name="connsiteX24" fmla="*/ 1689100 w 5600700"/>
              <a:gd name="connsiteY24" fmla="*/ 0 h 6134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600700" h="6134102">
                <a:moveTo>
                  <a:pt x="1689100" y="0"/>
                </a:moveTo>
                <a:cubicBezTo>
                  <a:pt x="2213836" y="0"/>
                  <a:pt x="2682686" y="239278"/>
                  <a:pt x="2992492" y="614676"/>
                </a:cubicBezTo>
                <a:lnTo>
                  <a:pt x="3017158" y="647661"/>
                </a:lnTo>
                <a:lnTo>
                  <a:pt x="3041823" y="614676"/>
                </a:lnTo>
                <a:cubicBezTo>
                  <a:pt x="3351629" y="239278"/>
                  <a:pt x="3820479" y="0"/>
                  <a:pt x="4345215" y="0"/>
                </a:cubicBezTo>
                <a:cubicBezTo>
                  <a:pt x="4811647" y="0"/>
                  <a:pt x="5233922" y="189059"/>
                  <a:pt x="5539589" y="494726"/>
                </a:cubicBezTo>
                <a:lnTo>
                  <a:pt x="5600700" y="561965"/>
                </a:lnTo>
                <a:lnTo>
                  <a:pt x="5600700" y="6134102"/>
                </a:lnTo>
                <a:lnTo>
                  <a:pt x="5310414" y="6134102"/>
                </a:lnTo>
                <a:lnTo>
                  <a:pt x="5310414" y="1711377"/>
                </a:lnTo>
                <a:cubicBezTo>
                  <a:pt x="5310414" y="1177810"/>
                  <a:pt x="4877873" y="745269"/>
                  <a:pt x="4344306" y="745269"/>
                </a:cubicBezTo>
                <a:lnTo>
                  <a:pt x="4344307" y="745268"/>
                </a:lnTo>
                <a:cubicBezTo>
                  <a:pt x="3844088" y="745268"/>
                  <a:pt x="3432661" y="1125431"/>
                  <a:pt x="3383187" y="1612597"/>
                </a:cubicBezTo>
                <a:lnTo>
                  <a:pt x="3378200" y="1711355"/>
                </a:lnTo>
                <a:lnTo>
                  <a:pt x="3378200" y="6134102"/>
                </a:lnTo>
                <a:lnTo>
                  <a:pt x="3378198" y="6134102"/>
                </a:lnTo>
                <a:lnTo>
                  <a:pt x="2656115" y="6134102"/>
                </a:lnTo>
                <a:lnTo>
                  <a:pt x="2656115" y="1712285"/>
                </a:lnTo>
                <a:cubicBezTo>
                  <a:pt x="2656115" y="1178217"/>
                  <a:pt x="2223167" y="745269"/>
                  <a:pt x="1689099" y="745269"/>
                </a:cubicBezTo>
                <a:lnTo>
                  <a:pt x="1689100" y="745268"/>
                </a:lnTo>
                <a:cubicBezTo>
                  <a:pt x="1155032" y="745268"/>
                  <a:pt x="722084" y="1178216"/>
                  <a:pt x="722084" y="1712284"/>
                </a:cubicBezTo>
                <a:lnTo>
                  <a:pt x="722084" y="6134102"/>
                </a:lnTo>
                <a:lnTo>
                  <a:pt x="0" y="6134102"/>
                </a:lnTo>
                <a:lnTo>
                  <a:pt x="0" y="1689100"/>
                </a:lnTo>
                <a:cubicBezTo>
                  <a:pt x="0" y="756236"/>
                  <a:pt x="756236" y="0"/>
                  <a:pt x="1689100" y="0"/>
                </a:cubicBezTo>
                <a:close/>
              </a:path>
            </a:pathLst>
          </a:custGeom>
        </p:spPr>
      </p:pic>
      <p:sp>
        <p:nvSpPr>
          <p:cNvPr id="25" name="Rectangle 24">
            <a:extLst>
              <a:ext uri="{FF2B5EF4-FFF2-40B4-BE49-F238E27FC236}">
                <a16:creationId xmlns:a16="http://schemas.microsoft.com/office/drawing/2014/main" id="{0BAE292B-6C1F-2C0B-4057-48C928314731}"/>
              </a:ext>
            </a:extLst>
          </p:cNvPr>
          <p:cNvSpPr/>
          <p:nvPr userDrawn="1"/>
        </p:nvSpPr>
        <p:spPr>
          <a:xfrm>
            <a:off x="0" y="0"/>
            <a:ext cx="6094414" cy="6858000"/>
          </a:xfrm>
          <a:prstGeom prst="rect">
            <a:avLst/>
          </a:prstGeom>
          <a:solidFill>
            <a:schemeClr val="tx2"/>
          </a:solidFill>
          <a:ln w="19050">
            <a:noFill/>
            <a:miter lim="400000"/>
          </a:ln>
          <a:effectLst/>
        </p:spPr>
        <p:txBody>
          <a:bodyPr lIns="108000" tIns="72000" rIns="108000" bIns="72000" rtlCol="0" anchor="ctr"/>
          <a:lstStyle/>
          <a:p>
            <a:pPr algn="l" rtl="0"/>
            <a:endParaRPr lang="pt-BR" sz="1400">
              <a:solidFill>
                <a:schemeClr val="bg1"/>
              </a:solidFill>
            </a:endParaRPr>
          </a:p>
        </p:txBody>
      </p:sp>
      <p:sp>
        <p:nvSpPr>
          <p:cNvPr id="2" name="Rectangle 1" hidden="1">
            <a:extLst>
              <a:ext uri="{FF2B5EF4-FFF2-40B4-BE49-F238E27FC236}">
                <a16:creationId xmlns:a16="http://schemas.microsoft.com/office/drawing/2014/main" id="{A844580B-E44C-4C02-B1B1-A68E777D154D}"/>
              </a:ext>
            </a:extLst>
          </p:cNvPr>
          <p:cNvSpPr/>
          <p:nvPr userDrawn="1">
            <p:custDataLst>
              <p:tags r:id="rId2"/>
            </p:custDataLst>
          </p:nvPr>
        </p:nvSpPr>
        <p:spPr>
          <a:xfrm>
            <a:off x="0" y="0"/>
            <a:ext cx="158750" cy="158750"/>
          </a:xfrm>
          <a:prstGeom prst="rect">
            <a:avLst/>
          </a:prstGeom>
          <a:solidFill>
            <a:schemeClr val="accent2"/>
          </a:solidFill>
          <a:ln w="19050">
            <a:solidFill>
              <a:schemeClr val="accent2"/>
            </a:solidFill>
            <a:miter lim="400000"/>
          </a:ln>
          <a:effectLst/>
        </p:spPr>
        <p:txBody>
          <a:bodyPr wrap="none" lIns="0" tIns="0" rIns="0" bIns="0" numCol="1" spcCol="0" rtlCol="0" anchor="ctr" anchorCtr="0">
            <a:noAutofit/>
          </a:bodyPr>
          <a:lstStyle/>
          <a:p>
            <a:pPr marL="0" lvl="0" indent="0" algn="l" rtl="0"/>
            <a:endParaRPr lang="pt-BR" sz="20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14" name="Rectangle 1027"/>
          <p:cNvSpPr>
            <a:spLocks noGrp="1" noChangeArrowheads="1"/>
          </p:cNvSpPr>
          <p:nvPr>
            <p:ph type="subTitle" idx="1"/>
          </p:nvPr>
        </p:nvSpPr>
        <p:spPr>
          <a:xfrm>
            <a:off x="493377" y="3518589"/>
            <a:ext cx="5184000" cy="30777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2"/>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rtl="0">
              <a:defRPr lang="pt-BR" sz="2000" b="1" baseline="0" noProof="0" dirty="0" smtClean="0">
                <a:solidFill>
                  <a:schemeClr val="accent2"/>
                </a:solidFill>
                <a:latin typeface="+mj-lt"/>
                <a:ea typeface="+mj-ea"/>
                <a:cs typeface="+mj-cs"/>
              </a:defRPr>
            </a:lvl1pPr>
          </a:lstStyle>
          <a:p>
            <a:pPr lvl="0" defTabSz="913526" fontAlgn="base">
              <a:spcBef>
                <a:spcPct val="0"/>
              </a:spcBef>
              <a:spcAft>
                <a:spcPct val="0"/>
              </a:spcAft>
              <a:tabLst>
                <a:tab pos="275353" algn="l"/>
              </a:tabLst>
            </a:pPr>
            <a:r>
              <a:rPr lang="pt-BR" noProof="0"/>
              <a:t>Click to edit Master subtitle style</a:t>
            </a:r>
          </a:p>
        </p:txBody>
      </p:sp>
      <p:sp>
        <p:nvSpPr>
          <p:cNvPr id="8" name="Text Placeholder 16">
            <a:extLst>
              <a:ext uri="{FF2B5EF4-FFF2-40B4-BE49-F238E27FC236}">
                <a16:creationId xmlns:a16="http://schemas.microsoft.com/office/drawing/2014/main" id="{826EA26D-EE90-4940-8EB9-A992432E62A2}"/>
              </a:ext>
            </a:extLst>
          </p:cNvPr>
          <p:cNvSpPr>
            <a:spLocks noGrp="1"/>
          </p:cNvSpPr>
          <p:nvPr>
            <p:ph type="body" sz="quarter" idx="11"/>
          </p:nvPr>
        </p:nvSpPr>
        <p:spPr>
          <a:xfrm>
            <a:off x="493377" y="4578452"/>
            <a:ext cx="5184000" cy="246221"/>
          </a:xfrm>
          <a:prstGeom prst="rect">
            <a:avLst/>
          </a:prstGeom>
        </p:spPr>
        <p:txBody>
          <a:bodyPr anchor="b"/>
          <a:lstStyle>
            <a:lvl1pPr rtl="0">
              <a:defRPr sz="1600">
                <a:solidFill>
                  <a:schemeClr val="bg1"/>
                </a:solidFill>
              </a:defRPr>
            </a:lvl1pPr>
          </a:lstStyle>
          <a:p>
            <a:pPr lvl="0"/>
            <a:r>
              <a:rPr lang="pt-BR"/>
              <a:t>Click to edit Master text styles</a:t>
            </a:r>
          </a:p>
        </p:txBody>
      </p:sp>
      <p:sp>
        <p:nvSpPr>
          <p:cNvPr id="16" name="Title 15">
            <a:extLst>
              <a:ext uri="{FF2B5EF4-FFF2-40B4-BE49-F238E27FC236}">
                <a16:creationId xmlns:a16="http://schemas.microsoft.com/office/drawing/2014/main" id="{0539B138-CABA-B14B-BD56-8A1FDAE5E785}"/>
              </a:ext>
            </a:extLst>
          </p:cNvPr>
          <p:cNvSpPr>
            <a:spLocks noGrp="1"/>
          </p:cNvSpPr>
          <p:nvPr>
            <p:ph type="title"/>
          </p:nvPr>
        </p:nvSpPr>
        <p:spPr>
          <a:xfrm>
            <a:off x="493377" y="2746057"/>
            <a:ext cx="5184000" cy="492443"/>
          </a:xfrm>
          <a:prstGeom prst="rect">
            <a:avLst/>
          </a:prstGeom>
          <a:noFill/>
          <a:ln>
            <a:noFill/>
          </a:ln>
          <a:effectLst/>
        </p:spPr>
        <p:txBody>
          <a:bodyPr vert="horz" wrap="square" lIns="0" tIns="0" rIns="0" bIns="0" numCol="1" rtlCol="0" anchor="b" anchorCtr="0" compatLnSpc="1">
            <a:prstTxWarp prst="textNoShape">
              <a:avLst/>
            </a:prstTxWarp>
            <a:spAutoFit/>
          </a:bodyPr>
          <a:lstStyle>
            <a:lvl1pPr rtl="0">
              <a:defRPr lang="en-US" sz="3200" b="0">
                <a:solidFill>
                  <a:schemeClr val="bg1"/>
                </a:solidFill>
              </a:defRPr>
            </a:lvl1pPr>
          </a:lstStyle>
          <a:p>
            <a:pPr marL="0" lvl="0" defTabSz="913526" fontAlgn="base">
              <a:spcAft>
                <a:spcPct val="0"/>
              </a:spcAft>
              <a:tabLst>
                <a:tab pos="275353" algn="l"/>
              </a:tabLst>
            </a:pPr>
            <a:r>
              <a:rPr lang="pt-BR"/>
              <a:t>Click to edit Master title style</a:t>
            </a:r>
          </a:p>
        </p:txBody>
      </p:sp>
      <p:sp>
        <p:nvSpPr>
          <p:cNvPr id="21" name="TextBox 12">
            <a:extLst>
              <a:ext uri="{FF2B5EF4-FFF2-40B4-BE49-F238E27FC236}">
                <a16:creationId xmlns:a16="http://schemas.microsoft.com/office/drawing/2014/main" id="{DEF08A4D-DE46-6935-C188-2AA372E98116}"/>
              </a:ext>
            </a:extLst>
          </p:cNvPr>
          <p:cNvSpPr txBox="1"/>
          <p:nvPr userDrawn="1"/>
        </p:nvSpPr>
        <p:spPr>
          <a:xfrm>
            <a:off x="493377" y="6428853"/>
            <a:ext cx="5184000" cy="215444"/>
          </a:xfrm>
          <a:prstGeom prst="rect">
            <a:avLst/>
          </a:prstGeom>
          <a:noFill/>
        </p:spPr>
        <p:txBody>
          <a:bodyPr wrap="square" lIns="0" tIns="0" rIns="0" bIns="0" rtlCol="0" anchor="ctr" anchorCtr="0">
            <a:spAutoFit/>
          </a:bodyPr>
          <a:lstStyle/>
          <a:p>
            <a:pPr algn="l" rtl="0" eaLnBrk="0" hangingPunct="0"/>
            <a:r>
              <a:rPr lang="pt-BR" sz="700">
                <a:solidFill>
                  <a:srgbClr val="8187B3"/>
                </a:solidFill>
                <a:latin typeface="Arial Nova Light" panose="020B0304020202020204" pitchFamily="34" charset="0"/>
                <a:ea typeface="Roboto Light" panose="02000000000000000000" pitchFamily="2" charset="0"/>
                <a:cs typeface="MS PGothic"/>
              </a:rPr>
              <a:t>This document is solely for client use. No part of it may be circulated, quoted, or reproduced for distribution outside the organization without prior written approval from Mirow &amp; Co.</a:t>
            </a:r>
          </a:p>
        </p:txBody>
      </p:sp>
      <p:pic>
        <p:nvPicPr>
          <p:cNvPr id="33" name="Graphic 32">
            <a:extLst>
              <a:ext uri="{FF2B5EF4-FFF2-40B4-BE49-F238E27FC236}">
                <a16:creationId xmlns:a16="http://schemas.microsoft.com/office/drawing/2014/main" id="{4807D396-0BF4-4E58-7746-DD50E9742306}"/>
              </a:ext>
            </a:extLst>
          </p:cNvPr>
          <p:cNvPicPr>
            <a:picLocks noChangeAspect="1"/>
          </p:cNvPicPr>
          <p:nvPr userDrawn="1"/>
        </p:nvPicPr>
        <p:blipFill>
          <a:blip r:embed="rId9" cstate="email">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1956520" y="5176763"/>
            <a:ext cx="2257714" cy="900000"/>
          </a:xfrm>
          <a:prstGeom prst="rect">
            <a:avLst/>
          </a:prstGeom>
        </p:spPr>
      </p:pic>
    </p:spTree>
    <p:extLst>
      <p:ext uri="{BB962C8B-B14F-4D97-AF65-F5344CB8AC3E}">
        <p14:creationId xmlns:p14="http://schemas.microsoft.com/office/powerpoint/2010/main" val="4275991554"/>
      </p:ext>
    </p:extLst>
  </p:cSld>
  <p:clrMapOvr>
    <a:masterClrMapping/>
  </p:clrMapOvr>
  <p:extLst>
    <p:ext uri="{DCECCB84-F9BA-43D5-87BE-67443E8EF086}">
      <p15:sldGuideLst xmlns:p15="http://schemas.microsoft.com/office/powerpoint/2012/main">
        <p15:guide id="1" orient="horz" pos="1525">
          <p15:clr>
            <a:srgbClr val="FBAE40"/>
          </p15:clr>
        </p15:guide>
        <p15:guide id="2" pos="3840">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7_Title Only">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9E0980AA-BCE6-4E26-8843-3669C15888DB}"/>
              </a:ext>
            </a:extLst>
          </p:cNvPr>
          <p:cNvGraphicFramePr>
            <a:graphicFrameLocks noChangeAspect="1"/>
          </p:cNvGraphicFramePr>
          <p:nvPr userDrawn="1">
            <p:custDataLst>
              <p:tags r:id="rId1"/>
            </p:custDataLst>
            <p:extLst>
              <p:ext uri="{D42A27DB-BD31-4B8C-83A1-F6EECF244321}">
                <p14:modId xmlns:p14="http://schemas.microsoft.com/office/powerpoint/2010/main" val="1700570413"/>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Slide do think-cell" r:id="rId4" imgW="493" imgH="493" progId="TCLayout.ActiveDocument.1">
                  <p:embed/>
                </p:oleObj>
              </mc:Choice>
              <mc:Fallback>
                <p:oleObj name="Slide do think-cell" r:id="rId4" imgW="493" imgH="493" progId="TCLayout.ActiveDocument.1">
                  <p:embed/>
                  <p:pic>
                    <p:nvPicPr>
                      <p:cNvPr id="10" name="Object 9" hidden="1">
                        <a:extLst>
                          <a:ext uri="{FF2B5EF4-FFF2-40B4-BE49-F238E27FC236}">
                            <a16:creationId xmlns:a16="http://schemas.microsoft.com/office/drawing/2014/main" id="{9E0980AA-BCE6-4E26-8843-3669C15888DB}"/>
                          </a:ext>
                        </a:extLst>
                      </p:cNvPr>
                      <p:cNvPicPr/>
                      <p:nvPr/>
                    </p:nvPicPr>
                    <p:blipFill>
                      <a:blip r:embed="rId5"/>
                      <a:stretch>
                        <a:fillRect/>
                      </a:stretch>
                    </p:blipFill>
                    <p:spPr>
                      <a:xfrm>
                        <a:off x="2118" y="1589"/>
                        <a:ext cx="2116" cy="1587"/>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4FE804D7-7F22-4628-B31E-2AE601C042B1}"/>
              </a:ext>
            </a:extLst>
          </p:cNvPr>
          <p:cNvSpPr/>
          <p:nvPr userDrawn="1">
            <p:custDataLst>
              <p:tags r:id="rId2"/>
            </p:custDataLst>
          </p:nvPr>
        </p:nvSpPr>
        <p:spPr>
          <a:xfrm>
            <a:off x="0" y="0"/>
            <a:ext cx="158750" cy="158750"/>
          </a:xfrm>
          <a:prstGeom prst="rect">
            <a:avLst/>
          </a:prstGeom>
          <a:solidFill>
            <a:schemeClr val="accent2"/>
          </a:solidFill>
          <a:ln w="19050">
            <a:solidFill>
              <a:schemeClr val="accent2"/>
            </a:solidFill>
            <a:miter lim="400000"/>
          </a:ln>
          <a:effectLst/>
        </p:spPr>
        <p:txBody>
          <a:bodyPr wrap="none" lIns="0" tIns="0" rIns="0" bIns="0" numCol="1" spcCol="0" rtlCol="0" anchor="ctr" anchorCtr="0">
            <a:noAutofit/>
          </a:bodyPr>
          <a:lstStyle/>
          <a:p>
            <a:pPr marL="0" lvl="0" indent="0" algn="l" rtl="0"/>
            <a:endParaRPr kumimoji="0" lang="pt-BR" sz="2000" b="1" i="0" u="none" cap="none" baseline="0">
              <a:solidFill>
                <a:schemeClr val="bg1"/>
              </a:solidFill>
              <a:latin typeface="Arial" panose="020B0604020202020204" pitchFamily="34" charset="0"/>
              <a:ea typeface="+mj-ea"/>
              <a:cs typeface="+mj-cs"/>
              <a:sym typeface="Arial" panose="020B0604020202020204" pitchFamily="34" charset="0"/>
            </a:endParaRPr>
          </a:p>
        </p:txBody>
      </p:sp>
      <p:sp>
        <p:nvSpPr>
          <p:cNvPr id="13" name="Text Placeholder 4">
            <a:extLst>
              <a:ext uri="{FF2B5EF4-FFF2-40B4-BE49-F238E27FC236}">
                <a16:creationId xmlns:a16="http://schemas.microsoft.com/office/drawing/2014/main" id="{D16463AB-2C7D-12B5-108F-3BC553C8D601}"/>
              </a:ext>
            </a:extLst>
          </p:cNvPr>
          <p:cNvSpPr>
            <a:spLocks noGrp="1"/>
          </p:cNvSpPr>
          <p:nvPr>
            <p:ph type="body" sz="quarter" idx="15" hasCustomPrompt="1"/>
          </p:nvPr>
        </p:nvSpPr>
        <p:spPr>
          <a:xfrm>
            <a:off x="433389" y="6516592"/>
            <a:ext cx="9504000" cy="153888"/>
          </a:xfrm>
          <a:prstGeom prst="rect">
            <a:avLst/>
          </a:prstGeom>
        </p:spPr>
        <p:txBody>
          <a:bodyPr wrap="square" lIns="0" tIns="0" rIns="0" bIns="0" anchor="b" anchorCtr="0"/>
          <a:lstStyle>
            <a:lvl1pPr marL="0" indent="0" rtl="0">
              <a:spcBef>
                <a:spcPts val="0"/>
              </a:spcBef>
              <a:buNone/>
              <a:defRPr lang="en-GB" sz="900" dirty="0">
                <a:latin typeface="+mj-lt"/>
                <a:ea typeface="Roboto" pitchFamily="2" charset="0"/>
              </a:defRPr>
            </a:lvl1pPr>
            <a:lvl2pPr marL="196850" indent="0">
              <a:buNone/>
              <a:defRPr sz="900"/>
            </a:lvl2pPr>
            <a:lvl3pPr marL="406400" indent="0">
              <a:buNone/>
              <a:defRPr sz="900"/>
            </a:lvl3pPr>
            <a:lvl4pPr marL="588962" indent="0">
              <a:buNone/>
              <a:defRPr sz="1000"/>
            </a:lvl4pPr>
            <a:lvl5pPr marL="817562" indent="0">
              <a:buNone/>
              <a:defRPr sz="1000"/>
            </a:lvl5pPr>
          </a:lstStyle>
          <a:p>
            <a:pPr lvl="0"/>
            <a:r>
              <a:rPr lang="pt-BR" sz="1000">
                <a:latin typeface="+mj-lt"/>
              </a:rPr>
              <a:t>Fonte:</a:t>
            </a:r>
          </a:p>
        </p:txBody>
      </p:sp>
      <p:sp>
        <p:nvSpPr>
          <p:cNvPr id="11" name="Title 1">
            <a:extLst>
              <a:ext uri="{FF2B5EF4-FFF2-40B4-BE49-F238E27FC236}">
                <a16:creationId xmlns:a16="http://schemas.microsoft.com/office/drawing/2014/main" id="{2419F900-E00F-40AF-9105-49B4B26BC53B}"/>
              </a:ext>
            </a:extLst>
          </p:cNvPr>
          <p:cNvSpPr>
            <a:spLocks noGrp="1"/>
          </p:cNvSpPr>
          <p:nvPr>
            <p:ph type="title" hasCustomPrompt="1"/>
          </p:nvPr>
        </p:nvSpPr>
        <p:spPr>
          <a:xfrm>
            <a:off x="736979" y="312999"/>
            <a:ext cx="11227479" cy="307777"/>
          </a:xfrm>
          <a:prstGeom prst="rect">
            <a:avLst/>
          </a:prstGeom>
        </p:spPr>
        <p:txBody>
          <a:bodyPr vert="horz" lIns="0" tIns="0" rIns="0" bIns="0" rtlCol="0" anchor="t" anchorCtr="0">
            <a:spAutoFit/>
          </a:bodyPr>
          <a:lstStyle>
            <a:lvl1pPr rtl="0">
              <a:defRPr lang="en-US" dirty="0"/>
            </a:lvl1pPr>
          </a:lstStyle>
          <a:p>
            <a:pPr marL="0" lvl="0"/>
            <a:r>
              <a:rPr lang="pt-BR"/>
              <a:t>Clique para editar o título Mestre</a:t>
            </a:r>
          </a:p>
        </p:txBody>
      </p:sp>
      <p:sp>
        <p:nvSpPr>
          <p:cNvPr id="17" name="Slide Number">
            <a:extLst>
              <a:ext uri="{FF2B5EF4-FFF2-40B4-BE49-F238E27FC236}">
                <a16:creationId xmlns:a16="http://schemas.microsoft.com/office/drawing/2014/main" id="{53A1DEA9-E10A-526B-535B-65E136ACB87A}"/>
              </a:ext>
            </a:extLst>
          </p:cNvPr>
          <p:cNvSpPr txBox="1">
            <a:spLocks/>
          </p:cNvSpPr>
          <p:nvPr userDrawn="1"/>
        </p:nvSpPr>
        <p:spPr>
          <a:xfrm>
            <a:off x="11762075" y="6525482"/>
            <a:ext cx="160294" cy="157014"/>
          </a:xfrm>
          <a:prstGeom prst="rect">
            <a:avLst/>
          </a:prstGeom>
        </p:spPr>
        <p:txBody>
          <a:bodyPr vert="horz" wrap="none" lIns="0" tIns="0" rIns="0" bIns="0" rtlCol="0" anchor="ctr">
            <a:spAutoFit/>
          </a:bodyPr>
          <a:lstStyle>
            <a:defPPr>
              <a:defRPr lang="en-US"/>
            </a:defPPr>
            <a:lvl1pPr>
              <a:defRPr sz="1000" baseline="0">
                <a:latin typeface="+mn-lt"/>
              </a:defRPr>
            </a:lvl1pPr>
          </a:lstStyle>
          <a:p>
            <a:pPr lvl="0" algn="r" rtl="0"/>
            <a:fld id="{42C328C1-A84F-4A39-A664-DBA00541A8C6}" type="slidenum">
              <a:rPr lang="pt-BR" smtClean="0">
                <a:latin typeface="+mj-lt"/>
                <a:ea typeface="Roboto" pitchFamily="2" charset="0"/>
              </a:rPr>
              <a:pPr lvl="0" algn="r" rtl="0"/>
              <a:t>‹#›</a:t>
            </a:fld>
            <a:endParaRPr lang="pt-BR">
              <a:latin typeface="+mj-lt"/>
              <a:ea typeface="Roboto" pitchFamily="2" charset="0"/>
            </a:endParaRPr>
          </a:p>
        </p:txBody>
      </p:sp>
      <p:pic>
        <p:nvPicPr>
          <p:cNvPr id="19" name="Graphic 18">
            <a:extLst>
              <a:ext uri="{FF2B5EF4-FFF2-40B4-BE49-F238E27FC236}">
                <a16:creationId xmlns:a16="http://schemas.microsoft.com/office/drawing/2014/main" id="{48AF656C-BAD0-6742-8766-85D0570F5A55}"/>
              </a:ext>
            </a:extLst>
          </p:cNvPr>
          <p:cNvPicPr>
            <a:picLocks noChangeAspect="1"/>
          </p:cNvPicPr>
          <p:nvPr userDrawn="1"/>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0127705" y="6297334"/>
            <a:ext cx="1261440" cy="504000"/>
          </a:xfrm>
          <a:prstGeom prst="rect">
            <a:avLst/>
          </a:prstGeom>
        </p:spPr>
      </p:pic>
      <p:grpSp>
        <p:nvGrpSpPr>
          <p:cNvPr id="20" name="Google Shape;219;p29">
            <a:extLst>
              <a:ext uri="{FF2B5EF4-FFF2-40B4-BE49-F238E27FC236}">
                <a16:creationId xmlns:a16="http://schemas.microsoft.com/office/drawing/2014/main" id="{2AF512FA-0164-9EFB-64A3-867146FDC8DF}"/>
              </a:ext>
            </a:extLst>
          </p:cNvPr>
          <p:cNvGrpSpPr/>
          <p:nvPr userDrawn="1"/>
        </p:nvGrpSpPr>
        <p:grpSpPr>
          <a:xfrm>
            <a:off x="0" y="0"/>
            <a:ext cx="1169662" cy="1231900"/>
            <a:chOff x="497750" y="2991250"/>
            <a:chExt cx="946654" cy="997025"/>
          </a:xfrm>
        </p:grpSpPr>
        <p:sp>
          <p:nvSpPr>
            <p:cNvPr id="21" name="Google Shape;220;p29">
              <a:extLst>
                <a:ext uri="{FF2B5EF4-FFF2-40B4-BE49-F238E27FC236}">
                  <a16:creationId xmlns:a16="http://schemas.microsoft.com/office/drawing/2014/main" id="{9D9B233D-A5F1-0861-C841-12CE591B726F}"/>
                </a:ext>
              </a:extLst>
            </p:cNvPr>
            <p:cNvSpPr/>
            <p:nvPr/>
          </p:nvSpPr>
          <p:spPr>
            <a:xfrm>
              <a:off x="497750" y="2994700"/>
              <a:ext cx="908975" cy="993575"/>
            </a:xfrm>
            <a:custGeom>
              <a:avLst/>
              <a:gdLst/>
              <a:ahLst/>
              <a:cxnLst/>
              <a:rect l="l" t="t" r="r" b="b"/>
              <a:pathLst>
                <a:path w="36359" h="39743" extrusionOk="0">
                  <a:moveTo>
                    <a:pt x="36359" y="0"/>
                  </a:moveTo>
                  <a:lnTo>
                    <a:pt x="36359" y="0"/>
                  </a:lnTo>
                  <a:cubicBezTo>
                    <a:pt x="18660" y="3018"/>
                    <a:pt x="6952" y="10976"/>
                    <a:pt x="1" y="17699"/>
                  </a:cubicBezTo>
                  <a:lnTo>
                    <a:pt x="1" y="39742"/>
                  </a:lnTo>
                  <a:cubicBezTo>
                    <a:pt x="1967" y="32013"/>
                    <a:pt x="9834" y="10473"/>
                    <a:pt x="363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pt-BR">
                <a:latin typeface="+mj-lt"/>
              </a:endParaRPr>
            </a:p>
          </p:txBody>
        </p:sp>
        <p:sp>
          <p:nvSpPr>
            <p:cNvPr id="22" name="Google Shape;221;p29">
              <a:extLst>
                <a:ext uri="{FF2B5EF4-FFF2-40B4-BE49-F238E27FC236}">
                  <a16:creationId xmlns:a16="http://schemas.microsoft.com/office/drawing/2014/main" id="{B45C6FD5-217B-F7F0-1FFB-893C1977E727}"/>
                </a:ext>
              </a:extLst>
            </p:cNvPr>
            <p:cNvSpPr/>
            <p:nvPr/>
          </p:nvSpPr>
          <p:spPr>
            <a:xfrm>
              <a:off x="497750" y="2991250"/>
              <a:ext cx="946654" cy="454130"/>
            </a:xfrm>
            <a:custGeom>
              <a:avLst/>
              <a:gdLst/>
              <a:ahLst/>
              <a:cxnLst/>
              <a:rect l="l" t="t" r="r" b="b"/>
              <a:pathLst>
                <a:path w="37182" h="17837" extrusionOk="0">
                  <a:moveTo>
                    <a:pt x="1" y="1"/>
                  </a:moveTo>
                  <a:lnTo>
                    <a:pt x="1" y="17837"/>
                  </a:lnTo>
                  <a:cubicBezTo>
                    <a:pt x="6952" y="11114"/>
                    <a:pt x="18660" y="3156"/>
                    <a:pt x="36359" y="138"/>
                  </a:cubicBezTo>
                  <a:lnTo>
                    <a:pt x="37182" y="1"/>
                  </a:lnTo>
                  <a:close/>
                </a:path>
              </a:pathLst>
            </a:custGeom>
            <a:solidFill>
              <a:schemeClr val="tx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pt-BR">
                <a:latin typeface="+mj-lt"/>
              </a:endParaRPr>
            </a:p>
          </p:txBody>
        </p:sp>
      </p:grpSp>
      <p:pic>
        <p:nvPicPr>
          <p:cNvPr id="2" name="Picture 32">
            <a:extLst>
              <a:ext uri="{FF2B5EF4-FFF2-40B4-BE49-F238E27FC236}">
                <a16:creationId xmlns:a16="http://schemas.microsoft.com/office/drawing/2014/main" id="{21191E67-5F65-B637-404C-A20290B40A07}"/>
              </a:ext>
            </a:extLst>
          </p:cNvPr>
          <p:cNvPicPr>
            <a:picLocks noChangeAspect="1"/>
          </p:cNvPicPr>
          <p:nvPr userDrawn="1"/>
        </p:nvPicPr>
        <p:blipFill rotWithShape="1">
          <a:blip r:embed="rId8" cstate="email">
            <a:alphaModFix amt="20000"/>
            <a:extLst>
              <a:ext uri="{28A0092B-C50C-407E-A947-70E740481C1C}">
                <a14:useLocalDpi xmlns:a14="http://schemas.microsoft.com/office/drawing/2010/main"/>
              </a:ext>
            </a:extLst>
          </a:blip>
          <a:srcRect r="7672" b="29001"/>
          <a:stretch/>
        </p:blipFill>
        <p:spPr>
          <a:xfrm>
            <a:off x="6603889" y="740229"/>
            <a:ext cx="5588111" cy="6117771"/>
          </a:xfrm>
          <a:prstGeom prst="rect">
            <a:avLst/>
          </a:prstGeom>
        </p:spPr>
      </p:pic>
    </p:spTree>
    <p:extLst>
      <p:ext uri="{BB962C8B-B14F-4D97-AF65-F5344CB8AC3E}">
        <p14:creationId xmlns:p14="http://schemas.microsoft.com/office/powerpoint/2010/main" val="15911716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4_Agenda">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8180B629-976D-4310-AF32-6BCD0E8DE5B5}"/>
              </a:ext>
            </a:extLst>
          </p:cNvPr>
          <p:cNvGraphicFramePr>
            <a:graphicFrameLocks noChangeAspect="1"/>
          </p:cNvGraphicFramePr>
          <p:nvPr userDrawn="1">
            <p:custDataLst>
              <p:tags r:id="rId1"/>
            </p:custDataLst>
            <p:extLst>
              <p:ext uri="{D42A27DB-BD31-4B8C-83A1-F6EECF244321}">
                <p14:modId xmlns:p14="http://schemas.microsoft.com/office/powerpoint/2010/main" val="144226206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Slide do think-cell" r:id="rId3" imgW="493" imgH="493" progId="TCLayout.ActiveDocument.1">
                  <p:embed/>
                </p:oleObj>
              </mc:Choice>
              <mc:Fallback>
                <p:oleObj name="Slide do think-cell" r:id="rId3" imgW="493" imgH="493" progId="TCLayout.ActiveDocument.1">
                  <p:embed/>
                  <p:pic>
                    <p:nvPicPr>
                      <p:cNvPr id="2" name="Object 1" hidden="1">
                        <a:extLst>
                          <a:ext uri="{FF2B5EF4-FFF2-40B4-BE49-F238E27FC236}">
                            <a16:creationId xmlns:a16="http://schemas.microsoft.com/office/drawing/2014/main" id="{8180B629-976D-4310-AF32-6BCD0E8DE5B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21" name="Picture 20">
            <a:extLst>
              <a:ext uri="{FF2B5EF4-FFF2-40B4-BE49-F238E27FC236}">
                <a16:creationId xmlns:a16="http://schemas.microsoft.com/office/drawing/2014/main" id="{982F0EE0-5902-B506-E4FA-9AA6C53D6E4D}"/>
              </a:ext>
            </a:extLst>
          </p:cNvPr>
          <p:cNvPicPr>
            <a:picLocks noChangeAspect="1"/>
          </p:cNvPicPr>
          <p:nvPr userDrawn="1"/>
        </p:nvPicPr>
        <p:blipFill rotWithShape="1">
          <a:blip r:embed="rId5" cstate="email">
            <a:alphaModFix amt="35000"/>
            <a:extLst>
              <a:ext uri="{28A0092B-C50C-407E-A947-70E740481C1C}">
                <a14:useLocalDpi xmlns:a14="http://schemas.microsoft.com/office/drawing/2010/main"/>
              </a:ext>
            </a:extLst>
          </a:blip>
          <a:srcRect l="43574" r="7672" b="29001"/>
          <a:stretch/>
        </p:blipFill>
        <p:spPr>
          <a:xfrm>
            <a:off x="9241183" y="740229"/>
            <a:ext cx="2950817" cy="6117771"/>
          </a:xfrm>
          <a:custGeom>
            <a:avLst/>
            <a:gdLst>
              <a:gd name="connsiteX0" fmla="*/ 0 w 2950817"/>
              <a:gd name="connsiteY0" fmla="*/ 0 h 6117771"/>
              <a:gd name="connsiteX1" fmla="*/ 2950817 w 2950817"/>
              <a:gd name="connsiteY1" fmla="*/ 0 h 6117771"/>
              <a:gd name="connsiteX2" fmla="*/ 2950817 w 2950817"/>
              <a:gd name="connsiteY2" fmla="*/ 6117771 h 6117771"/>
              <a:gd name="connsiteX3" fmla="*/ 0 w 2950817"/>
              <a:gd name="connsiteY3" fmla="*/ 6117771 h 6117771"/>
            </a:gdLst>
            <a:ahLst/>
            <a:cxnLst>
              <a:cxn ang="0">
                <a:pos x="connsiteX0" y="connsiteY0"/>
              </a:cxn>
              <a:cxn ang="0">
                <a:pos x="connsiteX1" y="connsiteY1"/>
              </a:cxn>
              <a:cxn ang="0">
                <a:pos x="connsiteX2" y="connsiteY2"/>
              </a:cxn>
              <a:cxn ang="0">
                <a:pos x="connsiteX3" y="connsiteY3"/>
              </a:cxn>
            </a:cxnLst>
            <a:rect l="l" t="t" r="r" b="b"/>
            <a:pathLst>
              <a:path w="2950817" h="6117771">
                <a:moveTo>
                  <a:pt x="0" y="0"/>
                </a:moveTo>
                <a:lnTo>
                  <a:pt x="2950817" y="0"/>
                </a:lnTo>
                <a:lnTo>
                  <a:pt x="2950817" y="6117771"/>
                </a:lnTo>
                <a:lnTo>
                  <a:pt x="0" y="6117771"/>
                </a:lnTo>
                <a:close/>
              </a:path>
            </a:pathLst>
          </a:custGeom>
        </p:spPr>
      </p:pic>
      <p:sp>
        <p:nvSpPr>
          <p:cNvPr id="8" name="Retângulo 3">
            <a:extLst>
              <a:ext uri="{FF2B5EF4-FFF2-40B4-BE49-F238E27FC236}">
                <a16:creationId xmlns:a16="http://schemas.microsoft.com/office/drawing/2014/main" id="{770002B3-EC1D-DB49-BC86-0165275CFFB5}"/>
              </a:ext>
            </a:extLst>
          </p:cNvPr>
          <p:cNvSpPr/>
          <p:nvPr userDrawn="1"/>
        </p:nvSpPr>
        <p:spPr>
          <a:xfrm>
            <a:off x="0" y="0"/>
            <a:ext cx="9241183" cy="6858000"/>
          </a:xfrm>
          <a:prstGeom prst="rect">
            <a:avLst/>
          </a:prstGeom>
          <a:solidFill>
            <a:schemeClr val="accent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eaLnBrk="1"/>
            <a:endParaRPr lang="pt-BR" sz="1800"/>
          </a:p>
        </p:txBody>
      </p:sp>
      <p:sp>
        <p:nvSpPr>
          <p:cNvPr id="17" name="Text Placeholder 16">
            <a:extLst>
              <a:ext uri="{FF2B5EF4-FFF2-40B4-BE49-F238E27FC236}">
                <a16:creationId xmlns:a16="http://schemas.microsoft.com/office/drawing/2014/main" id="{61497248-BE42-4BEF-B891-1ECD21E95A71}"/>
              </a:ext>
            </a:extLst>
          </p:cNvPr>
          <p:cNvSpPr>
            <a:spLocks noGrp="1"/>
          </p:cNvSpPr>
          <p:nvPr>
            <p:ph type="body" sz="quarter" idx="17" hasCustomPrompt="1"/>
          </p:nvPr>
        </p:nvSpPr>
        <p:spPr>
          <a:xfrm>
            <a:off x="3062511" y="1748502"/>
            <a:ext cx="6053138" cy="523220"/>
          </a:xfrm>
          <a:prstGeom prst="rect">
            <a:avLst/>
          </a:prstGeom>
        </p:spPr>
        <p:txBody>
          <a:bodyPr wrap="square" anchor="b">
            <a:spAutoFit/>
          </a:bodyPr>
          <a:lstStyle>
            <a:lvl1pPr rtl="0">
              <a:defRPr sz="2800" b="1" cap="all" baseline="0">
                <a:solidFill>
                  <a:schemeClr val="bg1"/>
                </a:solidFill>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pt-BR"/>
              <a:t>EDIT MASTER TEXT STYLES</a:t>
            </a:r>
          </a:p>
        </p:txBody>
      </p:sp>
      <p:sp>
        <p:nvSpPr>
          <p:cNvPr id="13" name="Slide Number">
            <a:extLst>
              <a:ext uri="{FF2B5EF4-FFF2-40B4-BE49-F238E27FC236}">
                <a16:creationId xmlns:a16="http://schemas.microsoft.com/office/drawing/2014/main" id="{BF83F819-8759-4CD9-8F19-037258F0D4A4}"/>
              </a:ext>
            </a:extLst>
          </p:cNvPr>
          <p:cNvSpPr txBox="1">
            <a:spLocks/>
          </p:cNvSpPr>
          <p:nvPr userDrawn="1"/>
        </p:nvSpPr>
        <p:spPr>
          <a:xfrm>
            <a:off x="11762075" y="6525482"/>
            <a:ext cx="160294" cy="157014"/>
          </a:xfrm>
          <a:prstGeom prst="rect">
            <a:avLst/>
          </a:prstGeom>
        </p:spPr>
        <p:txBody>
          <a:bodyPr vert="horz" wrap="none" lIns="0" tIns="0" rIns="0" bIns="0" rtlCol="0" anchor="ctr">
            <a:spAutoFit/>
          </a:bodyPr>
          <a:lstStyle>
            <a:defPPr>
              <a:defRPr lang="en-US"/>
            </a:defPPr>
            <a:lvl1pPr>
              <a:defRPr sz="1000" baseline="0">
                <a:latin typeface="+mn-lt"/>
              </a:defRPr>
            </a:lvl1pPr>
          </a:lstStyle>
          <a:p>
            <a:pPr lvl="0" algn="r" rtl="0"/>
            <a:fld id="{42C328C1-A84F-4A39-A664-DBA00541A8C6}" type="slidenum">
              <a:rPr lang="pt-BR" smtClean="0"/>
              <a:pPr lvl="0" algn="r" rtl="0"/>
              <a:t>‹#›</a:t>
            </a:fld>
            <a:endParaRPr lang="pt-BR"/>
          </a:p>
        </p:txBody>
      </p:sp>
      <p:pic>
        <p:nvPicPr>
          <p:cNvPr id="4" name="Picture 3">
            <a:extLst>
              <a:ext uri="{FF2B5EF4-FFF2-40B4-BE49-F238E27FC236}">
                <a16:creationId xmlns:a16="http://schemas.microsoft.com/office/drawing/2014/main" id="{A4EF462F-A678-BB2C-2F96-146C32816FC4}"/>
              </a:ext>
            </a:extLst>
          </p:cNvPr>
          <p:cNvPicPr>
            <a:picLocks noChangeAspect="1"/>
          </p:cNvPicPr>
          <p:nvPr userDrawn="1"/>
        </p:nvPicPr>
        <p:blipFill rotWithShape="1">
          <a:blip r:embed="rId6" cstate="email">
            <a:lum bright="70000" contrast="-70000"/>
            <a:alphaModFix amt="20000"/>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a:ext>
            </a:extLst>
          </a:blip>
          <a:srcRect/>
          <a:stretch/>
        </p:blipFill>
        <p:spPr>
          <a:xfrm flipH="1">
            <a:off x="-1" y="236537"/>
            <a:ext cx="2781300" cy="3446463"/>
          </a:xfrm>
          <a:prstGeom prst="rect">
            <a:avLst/>
          </a:prstGeom>
        </p:spPr>
      </p:pic>
      <p:pic>
        <p:nvPicPr>
          <p:cNvPr id="6" name="Graphic 5">
            <a:extLst>
              <a:ext uri="{FF2B5EF4-FFF2-40B4-BE49-F238E27FC236}">
                <a16:creationId xmlns:a16="http://schemas.microsoft.com/office/drawing/2014/main" id="{E8BBD748-97E5-2605-39A8-DE3FBCC87985}"/>
              </a:ext>
            </a:extLst>
          </p:cNvPr>
          <p:cNvPicPr>
            <a:picLocks noChangeAspect="1"/>
          </p:cNvPicPr>
          <p:nvPr userDrawn="1"/>
        </p:nvPicPr>
        <p:blipFill>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10127705" y="6297334"/>
            <a:ext cx="1261440" cy="504000"/>
          </a:xfrm>
          <a:prstGeom prst="rect">
            <a:avLst/>
          </a:prstGeom>
        </p:spPr>
      </p:pic>
      <p:pic>
        <p:nvPicPr>
          <p:cNvPr id="18" name="Picture 17">
            <a:extLst>
              <a:ext uri="{FF2B5EF4-FFF2-40B4-BE49-F238E27FC236}">
                <a16:creationId xmlns:a16="http://schemas.microsoft.com/office/drawing/2014/main" id="{F279310B-74FC-643B-5BC7-10400761B54A}"/>
              </a:ext>
            </a:extLst>
          </p:cNvPr>
          <p:cNvPicPr>
            <a:picLocks noChangeAspect="1"/>
          </p:cNvPicPr>
          <p:nvPr userDrawn="1"/>
        </p:nvPicPr>
        <p:blipFill rotWithShape="1">
          <a:blip r:embed="rId5" cstate="email">
            <a:alphaModFix amt="5000"/>
            <a:extLst>
              <a:ext uri="{28A0092B-C50C-407E-A947-70E740481C1C}">
                <a14:useLocalDpi xmlns:a14="http://schemas.microsoft.com/office/drawing/2010/main"/>
              </a:ext>
            </a:extLst>
          </a:blip>
          <a:srcRect r="56426" b="29001"/>
          <a:stretch/>
        </p:blipFill>
        <p:spPr>
          <a:xfrm>
            <a:off x="6603889" y="740229"/>
            <a:ext cx="2637294" cy="6117771"/>
          </a:xfrm>
          <a:custGeom>
            <a:avLst/>
            <a:gdLst>
              <a:gd name="connsiteX0" fmla="*/ 0 w 2637294"/>
              <a:gd name="connsiteY0" fmla="*/ 0 h 6117771"/>
              <a:gd name="connsiteX1" fmla="*/ 2637294 w 2637294"/>
              <a:gd name="connsiteY1" fmla="*/ 0 h 6117771"/>
              <a:gd name="connsiteX2" fmla="*/ 2637294 w 2637294"/>
              <a:gd name="connsiteY2" fmla="*/ 6117771 h 6117771"/>
              <a:gd name="connsiteX3" fmla="*/ 0 w 2637294"/>
              <a:gd name="connsiteY3" fmla="*/ 6117771 h 6117771"/>
            </a:gdLst>
            <a:ahLst/>
            <a:cxnLst>
              <a:cxn ang="0">
                <a:pos x="connsiteX0" y="connsiteY0"/>
              </a:cxn>
              <a:cxn ang="0">
                <a:pos x="connsiteX1" y="connsiteY1"/>
              </a:cxn>
              <a:cxn ang="0">
                <a:pos x="connsiteX2" y="connsiteY2"/>
              </a:cxn>
              <a:cxn ang="0">
                <a:pos x="connsiteX3" y="connsiteY3"/>
              </a:cxn>
            </a:cxnLst>
            <a:rect l="l" t="t" r="r" b="b"/>
            <a:pathLst>
              <a:path w="2637294" h="6117771">
                <a:moveTo>
                  <a:pt x="0" y="0"/>
                </a:moveTo>
                <a:lnTo>
                  <a:pt x="2637294" y="0"/>
                </a:lnTo>
                <a:lnTo>
                  <a:pt x="2637294" y="6117771"/>
                </a:lnTo>
                <a:lnTo>
                  <a:pt x="0" y="6117771"/>
                </a:lnTo>
                <a:close/>
              </a:path>
            </a:pathLst>
          </a:custGeom>
        </p:spPr>
      </p:pic>
    </p:spTree>
    <p:extLst>
      <p:ext uri="{BB962C8B-B14F-4D97-AF65-F5344CB8AC3E}">
        <p14:creationId xmlns:p14="http://schemas.microsoft.com/office/powerpoint/2010/main" val="107385597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7_Layout Personalizado">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1137E873-3395-4CA4-875E-A0B0E7BF2302}"/>
              </a:ext>
            </a:extLst>
          </p:cNvPr>
          <p:cNvGraphicFramePr>
            <a:graphicFrameLocks noChangeAspect="1"/>
          </p:cNvGraphicFramePr>
          <p:nvPr>
            <p:custDataLst>
              <p:tags r:id="rId1"/>
            </p:custDataLst>
            <p:extLst>
              <p:ext uri="{D42A27DB-BD31-4B8C-83A1-F6EECF244321}">
                <p14:modId xmlns:p14="http://schemas.microsoft.com/office/powerpoint/2010/main" val="4233180855"/>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Slide do think-cell" r:id="rId4" imgW="493" imgH="493" progId="TCLayout.ActiveDocument.1">
                  <p:embed/>
                </p:oleObj>
              </mc:Choice>
              <mc:Fallback>
                <p:oleObj name="Slide do think-cell" r:id="rId4" imgW="493" imgH="493" progId="TCLayout.ActiveDocument.1">
                  <p:embed/>
                  <p:pic>
                    <p:nvPicPr>
                      <p:cNvPr id="2" name="Object 1" hidden="1">
                        <a:extLst>
                          <a:ext uri="{FF2B5EF4-FFF2-40B4-BE49-F238E27FC236}">
                            <a16:creationId xmlns:a16="http://schemas.microsoft.com/office/drawing/2014/main" id="{1137E873-3395-4CA4-875E-A0B0E7BF2302}"/>
                          </a:ext>
                        </a:extLst>
                      </p:cNvPr>
                      <p:cNvPicPr/>
                      <p:nvPr/>
                    </p:nvPicPr>
                    <p:blipFill>
                      <a:blip r:embed="rId5"/>
                      <a:stretch>
                        <a:fillRect/>
                      </a:stretch>
                    </p:blipFill>
                    <p:spPr>
                      <a:xfrm>
                        <a:off x="2118" y="1589"/>
                        <a:ext cx="2116" cy="1587"/>
                      </a:xfrm>
                      <a:prstGeom prst="rect">
                        <a:avLst/>
                      </a:prstGeom>
                    </p:spPr>
                  </p:pic>
                </p:oleObj>
              </mc:Fallback>
            </mc:AlternateContent>
          </a:graphicData>
        </a:graphic>
      </p:graphicFrame>
      <p:pic>
        <p:nvPicPr>
          <p:cNvPr id="15" name="Picture 14">
            <a:extLst>
              <a:ext uri="{FF2B5EF4-FFF2-40B4-BE49-F238E27FC236}">
                <a16:creationId xmlns:a16="http://schemas.microsoft.com/office/drawing/2014/main" id="{46E67C59-8DAA-1676-54FA-D963D8DA8451}"/>
              </a:ext>
            </a:extLst>
          </p:cNvPr>
          <p:cNvPicPr>
            <a:picLocks noChangeAspect="1"/>
          </p:cNvPicPr>
          <p:nvPr userDrawn="1"/>
        </p:nvPicPr>
        <p:blipFill rotWithShape="1">
          <a:blip r:embed="rId6" cstate="email">
            <a:alphaModFix amt="35000"/>
            <a:extLst>
              <a:ext uri="{28A0092B-C50C-407E-A947-70E740481C1C}">
                <a14:useLocalDpi xmlns:a14="http://schemas.microsoft.com/office/drawing/2010/main"/>
              </a:ext>
            </a:extLst>
          </a:blip>
          <a:srcRect r="7672" b="86402"/>
          <a:stretch/>
        </p:blipFill>
        <p:spPr>
          <a:xfrm>
            <a:off x="6603889" y="740229"/>
            <a:ext cx="5588111" cy="1171698"/>
          </a:xfrm>
          <a:custGeom>
            <a:avLst/>
            <a:gdLst>
              <a:gd name="connsiteX0" fmla="*/ 0 w 5588111"/>
              <a:gd name="connsiteY0" fmla="*/ 0 h 1171698"/>
              <a:gd name="connsiteX1" fmla="*/ 5588111 w 5588111"/>
              <a:gd name="connsiteY1" fmla="*/ 0 h 1171698"/>
              <a:gd name="connsiteX2" fmla="*/ 5588111 w 5588111"/>
              <a:gd name="connsiteY2" fmla="*/ 1171698 h 1171698"/>
              <a:gd name="connsiteX3" fmla="*/ 0 w 5588111"/>
              <a:gd name="connsiteY3" fmla="*/ 1171698 h 1171698"/>
            </a:gdLst>
            <a:ahLst/>
            <a:cxnLst>
              <a:cxn ang="0">
                <a:pos x="connsiteX0" y="connsiteY0"/>
              </a:cxn>
              <a:cxn ang="0">
                <a:pos x="connsiteX1" y="connsiteY1"/>
              </a:cxn>
              <a:cxn ang="0">
                <a:pos x="connsiteX2" y="connsiteY2"/>
              </a:cxn>
              <a:cxn ang="0">
                <a:pos x="connsiteX3" y="connsiteY3"/>
              </a:cxn>
            </a:cxnLst>
            <a:rect l="l" t="t" r="r" b="b"/>
            <a:pathLst>
              <a:path w="5588111" h="1171698">
                <a:moveTo>
                  <a:pt x="0" y="0"/>
                </a:moveTo>
                <a:lnTo>
                  <a:pt x="5588111" y="0"/>
                </a:lnTo>
                <a:lnTo>
                  <a:pt x="5588111" y="1171698"/>
                </a:lnTo>
                <a:lnTo>
                  <a:pt x="0" y="1171698"/>
                </a:lnTo>
                <a:close/>
              </a:path>
            </a:pathLst>
          </a:custGeom>
        </p:spPr>
      </p:pic>
      <p:sp>
        <p:nvSpPr>
          <p:cNvPr id="5" name="Rectangle 4" hidden="1">
            <a:extLst>
              <a:ext uri="{FF2B5EF4-FFF2-40B4-BE49-F238E27FC236}">
                <a16:creationId xmlns:a16="http://schemas.microsoft.com/office/drawing/2014/main" id="{3ED6A465-F6C5-4E8F-B9DE-C5B62BA8FB3C}"/>
              </a:ext>
            </a:extLst>
          </p:cNvPr>
          <p:cNvSpPr/>
          <p:nvPr userDrawn="1">
            <p:custDataLst>
              <p:tags r:id="rId2"/>
            </p:custDataLst>
          </p:nvPr>
        </p:nvSpPr>
        <p:spPr>
          <a:xfrm>
            <a:off x="0" y="0"/>
            <a:ext cx="158750" cy="158750"/>
          </a:xfrm>
          <a:prstGeom prst="rect">
            <a:avLst/>
          </a:prstGeom>
          <a:solidFill>
            <a:schemeClr val="accent2"/>
          </a:solidFill>
          <a:ln w="19050">
            <a:solidFill>
              <a:schemeClr val="accent2"/>
            </a:solidFill>
            <a:miter lim="400000"/>
          </a:ln>
          <a:effectLst/>
        </p:spPr>
        <p:txBody>
          <a:bodyPr wrap="none" lIns="0" tIns="0" rIns="0" bIns="0" numCol="1" spcCol="0" rtlCol="0" anchor="ctr" anchorCtr="0">
            <a:noAutofit/>
          </a:bodyPr>
          <a:lstStyle/>
          <a:p>
            <a:pPr marL="0" lvl="0" indent="0" algn="l" rtl="0"/>
            <a:endParaRPr lang="pt-BR" sz="20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9" name="Shape 1409">
            <a:extLst>
              <a:ext uri="{FF2B5EF4-FFF2-40B4-BE49-F238E27FC236}">
                <a16:creationId xmlns:a16="http://schemas.microsoft.com/office/drawing/2014/main" id="{434A38E0-EED8-4B24-8585-F773498C4BAB}"/>
              </a:ext>
            </a:extLst>
          </p:cNvPr>
          <p:cNvSpPr/>
          <p:nvPr userDrawn="1"/>
        </p:nvSpPr>
        <p:spPr>
          <a:xfrm>
            <a:off x="0" y="1911927"/>
            <a:ext cx="12192000" cy="4946073"/>
          </a:xfrm>
          <a:prstGeom prst="rect">
            <a:avLst/>
          </a:prstGeom>
          <a:solidFill>
            <a:schemeClr val="accent5"/>
          </a:solidFill>
          <a:ln w="12700">
            <a:noFill/>
            <a:miter lim="400000"/>
          </a:ln>
        </p:spPr>
        <p:txBody>
          <a:bodyPr lIns="0" tIns="0" rIns="0" bIns="0" anchor="ctr"/>
          <a:lstStyle/>
          <a:p>
            <a:pPr lvl="0" rtl="0">
              <a:defRPr sz="3200"/>
            </a:pPr>
            <a:endParaRPr lang="pt-BR" sz="3200"/>
          </a:p>
        </p:txBody>
      </p:sp>
      <p:sp>
        <p:nvSpPr>
          <p:cNvPr id="11" name="Slide Number">
            <a:extLst>
              <a:ext uri="{FF2B5EF4-FFF2-40B4-BE49-F238E27FC236}">
                <a16:creationId xmlns:a16="http://schemas.microsoft.com/office/drawing/2014/main" id="{4DFAB2AA-327C-842C-C54B-DE9DD7EE1B48}"/>
              </a:ext>
            </a:extLst>
          </p:cNvPr>
          <p:cNvSpPr txBox="1">
            <a:spLocks/>
          </p:cNvSpPr>
          <p:nvPr userDrawn="1"/>
        </p:nvSpPr>
        <p:spPr>
          <a:xfrm>
            <a:off x="11762075" y="6525482"/>
            <a:ext cx="160294" cy="157014"/>
          </a:xfrm>
          <a:prstGeom prst="rect">
            <a:avLst/>
          </a:prstGeom>
        </p:spPr>
        <p:txBody>
          <a:bodyPr vert="horz" wrap="none" lIns="0" tIns="0" rIns="0" bIns="0" rtlCol="0" anchor="ctr">
            <a:spAutoFit/>
          </a:bodyPr>
          <a:lstStyle>
            <a:defPPr>
              <a:defRPr lang="en-US"/>
            </a:defPPr>
            <a:lvl1pPr>
              <a:defRPr sz="1000" baseline="0">
                <a:latin typeface="+mn-lt"/>
              </a:defRPr>
            </a:lvl1pPr>
          </a:lstStyle>
          <a:p>
            <a:pPr lvl="0" algn="r" rtl="0"/>
            <a:fld id="{42C328C1-A84F-4A39-A664-DBA00541A8C6}" type="slidenum">
              <a:rPr lang="pt-BR" smtClean="0">
                <a:solidFill>
                  <a:schemeClr val="bg1"/>
                </a:solidFill>
              </a:rPr>
              <a:pPr lvl="0" algn="r" rtl="0"/>
              <a:t>‹#›</a:t>
            </a:fld>
            <a:endParaRPr lang="pt-BR">
              <a:solidFill>
                <a:schemeClr val="bg1"/>
              </a:solidFill>
            </a:endParaRPr>
          </a:p>
        </p:txBody>
      </p:sp>
      <p:pic>
        <p:nvPicPr>
          <p:cNvPr id="6" name="Graphic 5">
            <a:extLst>
              <a:ext uri="{FF2B5EF4-FFF2-40B4-BE49-F238E27FC236}">
                <a16:creationId xmlns:a16="http://schemas.microsoft.com/office/drawing/2014/main" id="{4D4551E9-FA6B-4406-BD4B-647812CF17F5}"/>
              </a:ext>
            </a:extLst>
          </p:cNvPr>
          <p:cNvPicPr>
            <a:picLocks noChangeAspect="1"/>
          </p:cNvPicPr>
          <p:nvPr userDrawn="1"/>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10127705" y="6297334"/>
            <a:ext cx="1264320" cy="504000"/>
          </a:xfrm>
          <a:prstGeom prst="rect">
            <a:avLst/>
          </a:prstGeom>
        </p:spPr>
      </p:pic>
      <p:pic>
        <p:nvPicPr>
          <p:cNvPr id="17" name="Picture 16">
            <a:extLst>
              <a:ext uri="{FF2B5EF4-FFF2-40B4-BE49-F238E27FC236}">
                <a16:creationId xmlns:a16="http://schemas.microsoft.com/office/drawing/2014/main" id="{3CACB821-DE96-B0C9-60AA-D0457DB73780}"/>
              </a:ext>
            </a:extLst>
          </p:cNvPr>
          <p:cNvPicPr>
            <a:picLocks noChangeAspect="1"/>
          </p:cNvPicPr>
          <p:nvPr userDrawn="1"/>
        </p:nvPicPr>
        <p:blipFill rotWithShape="1">
          <a:blip r:embed="rId6" cstate="email">
            <a:alphaModFix amt="5000"/>
            <a:extLst>
              <a:ext uri="{28A0092B-C50C-407E-A947-70E740481C1C}">
                <a14:useLocalDpi xmlns:a14="http://schemas.microsoft.com/office/drawing/2010/main"/>
              </a:ext>
            </a:extLst>
          </a:blip>
          <a:srcRect t="13598" r="7672" b="29001"/>
          <a:stretch/>
        </p:blipFill>
        <p:spPr>
          <a:xfrm>
            <a:off x="6603889" y="1911927"/>
            <a:ext cx="5588111" cy="4946073"/>
          </a:xfrm>
          <a:custGeom>
            <a:avLst/>
            <a:gdLst>
              <a:gd name="connsiteX0" fmla="*/ 0 w 5588111"/>
              <a:gd name="connsiteY0" fmla="*/ 0 h 4946073"/>
              <a:gd name="connsiteX1" fmla="*/ 5588111 w 5588111"/>
              <a:gd name="connsiteY1" fmla="*/ 0 h 4946073"/>
              <a:gd name="connsiteX2" fmla="*/ 5588111 w 5588111"/>
              <a:gd name="connsiteY2" fmla="*/ 4946073 h 4946073"/>
              <a:gd name="connsiteX3" fmla="*/ 0 w 5588111"/>
              <a:gd name="connsiteY3" fmla="*/ 4946073 h 4946073"/>
            </a:gdLst>
            <a:ahLst/>
            <a:cxnLst>
              <a:cxn ang="0">
                <a:pos x="connsiteX0" y="connsiteY0"/>
              </a:cxn>
              <a:cxn ang="0">
                <a:pos x="connsiteX1" y="connsiteY1"/>
              </a:cxn>
              <a:cxn ang="0">
                <a:pos x="connsiteX2" y="connsiteY2"/>
              </a:cxn>
              <a:cxn ang="0">
                <a:pos x="connsiteX3" y="connsiteY3"/>
              </a:cxn>
            </a:cxnLst>
            <a:rect l="l" t="t" r="r" b="b"/>
            <a:pathLst>
              <a:path w="5588111" h="4946073">
                <a:moveTo>
                  <a:pt x="0" y="0"/>
                </a:moveTo>
                <a:lnTo>
                  <a:pt x="5588111" y="0"/>
                </a:lnTo>
                <a:lnTo>
                  <a:pt x="5588111" y="4946073"/>
                </a:lnTo>
                <a:lnTo>
                  <a:pt x="0" y="4946073"/>
                </a:lnTo>
                <a:close/>
              </a:path>
            </a:pathLst>
          </a:custGeom>
        </p:spPr>
      </p:pic>
      <p:sp>
        <p:nvSpPr>
          <p:cNvPr id="4" name="Title 1">
            <a:extLst>
              <a:ext uri="{FF2B5EF4-FFF2-40B4-BE49-F238E27FC236}">
                <a16:creationId xmlns:a16="http://schemas.microsoft.com/office/drawing/2014/main" id="{3389C960-DE6D-9102-ACF0-61651EB4980B}"/>
              </a:ext>
            </a:extLst>
          </p:cNvPr>
          <p:cNvSpPr>
            <a:spLocks noGrp="1"/>
          </p:cNvSpPr>
          <p:nvPr>
            <p:ph type="title" hasCustomPrompt="1"/>
          </p:nvPr>
        </p:nvSpPr>
        <p:spPr>
          <a:xfrm>
            <a:off x="736979" y="312999"/>
            <a:ext cx="11227479" cy="307777"/>
          </a:xfrm>
          <a:prstGeom prst="rect">
            <a:avLst/>
          </a:prstGeom>
        </p:spPr>
        <p:txBody>
          <a:bodyPr vert="horz" lIns="0" tIns="0" rIns="0" bIns="0" rtlCol="0" anchor="t" anchorCtr="0">
            <a:spAutoFit/>
          </a:bodyPr>
          <a:lstStyle>
            <a:lvl1pPr rtl="0">
              <a:defRPr lang="en-US" dirty="0"/>
            </a:lvl1pPr>
          </a:lstStyle>
          <a:p>
            <a:pPr marL="0" lvl="0"/>
            <a:r>
              <a:rPr lang="pt-BR"/>
              <a:t>Clique para editar o título Mestre</a:t>
            </a:r>
          </a:p>
        </p:txBody>
      </p:sp>
    </p:spTree>
    <p:extLst>
      <p:ext uri="{BB962C8B-B14F-4D97-AF65-F5344CB8AC3E}">
        <p14:creationId xmlns:p14="http://schemas.microsoft.com/office/powerpoint/2010/main" val="575331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8_Layout Personalizado">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1137E873-3395-4CA4-875E-A0B0E7BF2302}"/>
              </a:ext>
            </a:extLst>
          </p:cNvPr>
          <p:cNvGraphicFramePr>
            <a:graphicFrameLocks noChangeAspect="1"/>
          </p:cNvGraphicFramePr>
          <p:nvPr>
            <p:custDataLst>
              <p:tags r:id="rId1"/>
            </p:custDataLst>
            <p:extLst>
              <p:ext uri="{D42A27DB-BD31-4B8C-83A1-F6EECF244321}">
                <p14:modId xmlns:p14="http://schemas.microsoft.com/office/powerpoint/2010/main" val="2364823545"/>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Slide do think-cell" r:id="rId4" imgW="493" imgH="493" progId="TCLayout.ActiveDocument.1">
                  <p:embed/>
                </p:oleObj>
              </mc:Choice>
              <mc:Fallback>
                <p:oleObj name="Slide do think-cell" r:id="rId4" imgW="493" imgH="493" progId="TCLayout.ActiveDocument.1">
                  <p:embed/>
                  <p:pic>
                    <p:nvPicPr>
                      <p:cNvPr id="2" name="Object 1" hidden="1">
                        <a:extLst>
                          <a:ext uri="{FF2B5EF4-FFF2-40B4-BE49-F238E27FC236}">
                            <a16:creationId xmlns:a16="http://schemas.microsoft.com/office/drawing/2014/main" id="{1137E873-3395-4CA4-875E-A0B0E7BF2302}"/>
                          </a:ext>
                        </a:extLst>
                      </p:cNvPr>
                      <p:cNvPicPr/>
                      <p:nvPr/>
                    </p:nvPicPr>
                    <p:blipFill>
                      <a:blip r:embed="rId5"/>
                      <a:stretch>
                        <a:fillRect/>
                      </a:stretch>
                    </p:blipFill>
                    <p:spPr>
                      <a:xfrm>
                        <a:off x="2118" y="1589"/>
                        <a:ext cx="2116" cy="1587"/>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3ED6A465-F6C5-4E8F-B9DE-C5B62BA8FB3C}"/>
              </a:ext>
            </a:extLst>
          </p:cNvPr>
          <p:cNvSpPr/>
          <p:nvPr userDrawn="1">
            <p:custDataLst>
              <p:tags r:id="rId2"/>
            </p:custDataLst>
          </p:nvPr>
        </p:nvSpPr>
        <p:spPr>
          <a:xfrm>
            <a:off x="0" y="0"/>
            <a:ext cx="158750" cy="158750"/>
          </a:xfrm>
          <a:prstGeom prst="rect">
            <a:avLst/>
          </a:prstGeom>
          <a:solidFill>
            <a:schemeClr val="accent2"/>
          </a:solidFill>
          <a:ln w="19050">
            <a:solidFill>
              <a:schemeClr val="accent2"/>
            </a:solidFill>
            <a:miter lim="400000"/>
          </a:ln>
          <a:effectLst/>
        </p:spPr>
        <p:txBody>
          <a:bodyPr wrap="none" lIns="0" tIns="0" rIns="0" bIns="0" numCol="1" spcCol="0" rtlCol="0" anchor="ctr" anchorCtr="0">
            <a:noAutofit/>
          </a:bodyPr>
          <a:lstStyle/>
          <a:p>
            <a:pPr marL="0" lvl="0" indent="0" algn="l" rtl="0"/>
            <a:endParaRPr lang="pt-BR" sz="20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9" name="Shape 1409">
            <a:extLst>
              <a:ext uri="{FF2B5EF4-FFF2-40B4-BE49-F238E27FC236}">
                <a16:creationId xmlns:a16="http://schemas.microsoft.com/office/drawing/2014/main" id="{434A38E0-EED8-4B24-8585-F773498C4BAB}"/>
              </a:ext>
            </a:extLst>
          </p:cNvPr>
          <p:cNvSpPr/>
          <p:nvPr userDrawn="1"/>
        </p:nvSpPr>
        <p:spPr>
          <a:xfrm>
            <a:off x="0" y="1911927"/>
            <a:ext cx="12192000" cy="4946073"/>
          </a:xfrm>
          <a:prstGeom prst="rect">
            <a:avLst/>
          </a:prstGeom>
          <a:solidFill>
            <a:schemeClr val="accent5"/>
          </a:solidFill>
          <a:ln w="12700">
            <a:noFill/>
            <a:miter lim="400000"/>
          </a:ln>
        </p:spPr>
        <p:txBody>
          <a:bodyPr lIns="0" tIns="0" rIns="0" bIns="0" anchor="ctr"/>
          <a:lstStyle/>
          <a:p>
            <a:pPr lvl="0" rtl="0">
              <a:defRPr sz="3200"/>
            </a:pPr>
            <a:endParaRPr lang="pt-BR" sz="3200"/>
          </a:p>
        </p:txBody>
      </p:sp>
      <p:pic>
        <p:nvPicPr>
          <p:cNvPr id="6" name="Graphic 5">
            <a:extLst>
              <a:ext uri="{FF2B5EF4-FFF2-40B4-BE49-F238E27FC236}">
                <a16:creationId xmlns:a16="http://schemas.microsoft.com/office/drawing/2014/main" id="{4D4551E9-FA6B-4406-BD4B-647812CF17F5}"/>
              </a:ext>
            </a:extLst>
          </p:cNvPr>
          <p:cNvPicPr>
            <a:picLocks noChangeAspect="1"/>
          </p:cNvPicPr>
          <p:nvPr userDrawn="1"/>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9680030" y="6242680"/>
            <a:ext cx="1264320" cy="504000"/>
          </a:xfrm>
          <a:prstGeom prst="rect">
            <a:avLst/>
          </a:prstGeom>
        </p:spPr>
      </p:pic>
      <p:grpSp>
        <p:nvGrpSpPr>
          <p:cNvPr id="3" name="Google Shape;219;p29">
            <a:extLst>
              <a:ext uri="{FF2B5EF4-FFF2-40B4-BE49-F238E27FC236}">
                <a16:creationId xmlns:a16="http://schemas.microsoft.com/office/drawing/2014/main" id="{41EA0FBB-1B16-566A-5442-61814281A133}"/>
              </a:ext>
            </a:extLst>
          </p:cNvPr>
          <p:cNvGrpSpPr/>
          <p:nvPr userDrawn="1"/>
        </p:nvGrpSpPr>
        <p:grpSpPr>
          <a:xfrm flipH="1" flipV="1">
            <a:off x="9680030" y="5888255"/>
            <a:ext cx="2511970" cy="969743"/>
            <a:chOff x="497750" y="2991250"/>
            <a:chExt cx="946654" cy="997025"/>
          </a:xfrm>
        </p:grpSpPr>
        <p:sp>
          <p:nvSpPr>
            <p:cNvPr id="4" name="Google Shape;220;p29">
              <a:extLst>
                <a:ext uri="{FF2B5EF4-FFF2-40B4-BE49-F238E27FC236}">
                  <a16:creationId xmlns:a16="http://schemas.microsoft.com/office/drawing/2014/main" id="{A1395D0C-6B80-002A-4F3D-1DF5CB08131F}"/>
                </a:ext>
              </a:extLst>
            </p:cNvPr>
            <p:cNvSpPr/>
            <p:nvPr/>
          </p:nvSpPr>
          <p:spPr>
            <a:xfrm>
              <a:off x="497750" y="2994700"/>
              <a:ext cx="908975" cy="993575"/>
            </a:xfrm>
            <a:custGeom>
              <a:avLst/>
              <a:gdLst/>
              <a:ahLst/>
              <a:cxnLst/>
              <a:rect l="l" t="t" r="r" b="b"/>
              <a:pathLst>
                <a:path w="36359" h="39743" extrusionOk="0">
                  <a:moveTo>
                    <a:pt x="36359" y="0"/>
                  </a:moveTo>
                  <a:lnTo>
                    <a:pt x="36359" y="0"/>
                  </a:lnTo>
                  <a:cubicBezTo>
                    <a:pt x="18660" y="3018"/>
                    <a:pt x="6952" y="10976"/>
                    <a:pt x="1" y="17699"/>
                  </a:cubicBezTo>
                  <a:lnTo>
                    <a:pt x="1" y="39742"/>
                  </a:lnTo>
                  <a:cubicBezTo>
                    <a:pt x="1967" y="32013"/>
                    <a:pt x="9834" y="10473"/>
                    <a:pt x="363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pt-BR"/>
            </a:p>
          </p:txBody>
        </p:sp>
        <p:sp>
          <p:nvSpPr>
            <p:cNvPr id="7" name="Google Shape;221;p29">
              <a:extLst>
                <a:ext uri="{FF2B5EF4-FFF2-40B4-BE49-F238E27FC236}">
                  <a16:creationId xmlns:a16="http://schemas.microsoft.com/office/drawing/2014/main" id="{AC8CE42D-7516-E310-EC25-030F81858679}"/>
                </a:ext>
              </a:extLst>
            </p:cNvPr>
            <p:cNvSpPr/>
            <p:nvPr/>
          </p:nvSpPr>
          <p:spPr>
            <a:xfrm>
              <a:off x="497750" y="2991250"/>
              <a:ext cx="946654" cy="454130"/>
            </a:xfrm>
            <a:custGeom>
              <a:avLst/>
              <a:gdLst/>
              <a:ahLst/>
              <a:cxnLst/>
              <a:rect l="l" t="t" r="r" b="b"/>
              <a:pathLst>
                <a:path w="37182" h="17837" extrusionOk="0">
                  <a:moveTo>
                    <a:pt x="1" y="1"/>
                  </a:moveTo>
                  <a:lnTo>
                    <a:pt x="1" y="17837"/>
                  </a:lnTo>
                  <a:cubicBezTo>
                    <a:pt x="6952" y="11114"/>
                    <a:pt x="18660" y="3156"/>
                    <a:pt x="36359" y="138"/>
                  </a:cubicBezTo>
                  <a:lnTo>
                    <a:pt x="37182" y="1"/>
                  </a:lnTo>
                  <a:close/>
                </a:path>
              </a:pathLst>
            </a:custGeom>
            <a:solidFill>
              <a:schemeClr val="tx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pt-BR"/>
            </a:p>
          </p:txBody>
        </p:sp>
      </p:grpSp>
      <p:sp>
        <p:nvSpPr>
          <p:cNvPr id="12" name="Slide Number">
            <a:extLst>
              <a:ext uri="{FF2B5EF4-FFF2-40B4-BE49-F238E27FC236}">
                <a16:creationId xmlns:a16="http://schemas.microsoft.com/office/drawing/2014/main" id="{B26FC17D-EC0C-C731-5800-485747ABE973}"/>
              </a:ext>
            </a:extLst>
          </p:cNvPr>
          <p:cNvSpPr txBox="1">
            <a:spLocks/>
          </p:cNvSpPr>
          <p:nvPr userDrawn="1"/>
        </p:nvSpPr>
        <p:spPr>
          <a:xfrm>
            <a:off x="11762075" y="6611208"/>
            <a:ext cx="160294" cy="157014"/>
          </a:xfrm>
          <a:prstGeom prst="rect">
            <a:avLst/>
          </a:prstGeom>
        </p:spPr>
        <p:txBody>
          <a:bodyPr vert="horz" wrap="none" lIns="0" tIns="0" rIns="0" bIns="0" rtlCol="0" anchor="ctr">
            <a:spAutoFit/>
          </a:bodyPr>
          <a:lstStyle>
            <a:defPPr>
              <a:defRPr lang="en-US"/>
            </a:defPPr>
            <a:lvl1pPr>
              <a:defRPr sz="1000" baseline="0">
                <a:latin typeface="+mn-lt"/>
              </a:defRPr>
            </a:lvl1pPr>
          </a:lstStyle>
          <a:p>
            <a:pPr lvl="0" algn="l" rtl="0"/>
            <a:fld id="{42C328C1-A84F-4A39-A664-DBA00541A8C6}" type="slidenum">
              <a:rPr lang="pt-BR" smtClean="0">
                <a:solidFill>
                  <a:schemeClr val="bg1"/>
                </a:solidFill>
              </a:rPr>
              <a:pPr lvl="0" algn="l" rtl="0"/>
              <a:t>‹#›</a:t>
            </a:fld>
            <a:endParaRPr lang="pt-BR">
              <a:solidFill>
                <a:schemeClr val="bg1"/>
              </a:solidFill>
            </a:endParaRPr>
          </a:p>
        </p:txBody>
      </p:sp>
      <p:sp>
        <p:nvSpPr>
          <p:cNvPr id="10" name="Title 1">
            <a:extLst>
              <a:ext uri="{FF2B5EF4-FFF2-40B4-BE49-F238E27FC236}">
                <a16:creationId xmlns:a16="http://schemas.microsoft.com/office/drawing/2014/main" id="{9323D484-ECA5-1EED-AFC6-C51A697A965A}"/>
              </a:ext>
            </a:extLst>
          </p:cNvPr>
          <p:cNvSpPr>
            <a:spLocks noGrp="1"/>
          </p:cNvSpPr>
          <p:nvPr>
            <p:ph type="title" hasCustomPrompt="1"/>
          </p:nvPr>
        </p:nvSpPr>
        <p:spPr>
          <a:xfrm>
            <a:off x="736979" y="312999"/>
            <a:ext cx="11227479" cy="307777"/>
          </a:xfrm>
          <a:prstGeom prst="rect">
            <a:avLst/>
          </a:prstGeom>
        </p:spPr>
        <p:txBody>
          <a:bodyPr vert="horz" lIns="0" tIns="0" rIns="0" bIns="0" rtlCol="0" anchor="t" anchorCtr="0">
            <a:spAutoFit/>
          </a:bodyPr>
          <a:lstStyle>
            <a:lvl1pPr rtl="0">
              <a:defRPr lang="en-US" dirty="0"/>
            </a:lvl1pPr>
          </a:lstStyle>
          <a:p>
            <a:pPr marL="0" lvl="0"/>
            <a:r>
              <a:rPr lang="pt-BR"/>
              <a:t>Clique para editar o título Mestre</a:t>
            </a:r>
          </a:p>
        </p:txBody>
      </p:sp>
    </p:spTree>
    <p:extLst>
      <p:ext uri="{BB962C8B-B14F-4D97-AF65-F5344CB8AC3E}">
        <p14:creationId xmlns:p14="http://schemas.microsoft.com/office/powerpoint/2010/main" val="372426046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2_End Mirow">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F6B0049E-6A99-494F-9A58-DACA4A493650}"/>
              </a:ext>
            </a:extLst>
          </p:cNvPr>
          <p:cNvGraphicFramePr>
            <a:graphicFrameLocks noChangeAspect="1"/>
          </p:cNvGraphicFramePr>
          <p:nvPr userDrawn="1">
            <p:custDataLst>
              <p:tags r:id="rId1"/>
            </p:custDataLst>
            <p:extLst>
              <p:ext uri="{D42A27DB-BD31-4B8C-83A1-F6EECF244321}">
                <p14:modId xmlns:p14="http://schemas.microsoft.com/office/powerpoint/2010/main" val="365135756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Slide do think-cell" r:id="rId3" imgW="493" imgH="493" progId="TCLayout.ActiveDocument.1">
                  <p:embed/>
                </p:oleObj>
              </mc:Choice>
              <mc:Fallback>
                <p:oleObj name="Slide do think-cell" r:id="rId3" imgW="493" imgH="493" progId="TCLayout.ActiveDocument.1">
                  <p:embed/>
                  <p:pic>
                    <p:nvPicPr>
                      <p:cNvPr id="2" name="Object 1" hidden="1">
                        <a:extLst>
                          <a:ext uri="{FF2B5EF4-FFF2-40B4-BE49-F238E27FC236}">
                            <a16:creationId xmlns:a16="http://schemas.microsoft.com/office/drawing/2014/main" id="{F6B0049E-6A99-494F-9A58-DACA4A49365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Shape 1409">
            <a:extLst>
              <a:ext uri="{FF2B5EF4-FFF2-40B4-BE49-F238E27FC236}">
                <a16:creationId xmlns:a16="http://schemas.microsoft.com/office/drawing/2014/main" id="{1383137A-3973-DF43-A1FE-0FFA0345E943}"/>
              </a:ext>
            </a:extLst>
          </p:cNvPr>
          <p:cNvSpPr/>
          <p:nvPr userDrawn="1"/>
        </p:nvSpPr>
        <p:spPr>
          <a:xfrm>
            <a:off x="0" y="0"/>
            <a:ext cx="12192000" cy="6858000"/>
          </a:xfrm>
          <a:prstGeom prst="rect">
            <a:avLst/>
          </a:prstGeom>
          <a:solidFill>
            <a:srgbClr val="020E66"/>
          </a:solidFill>
          <a:ln w="12700">
            <a:miter lim="400000"/>
          </a:ln>
        </p:spPr>
        <p:txBody>
          <a:bodyPr lIns="0" tIns="0" rIns="0" bIns="0" anchor="ctr"/>
          <a:lstStyle/>
          <a:p>
            <a:pPr lvl="0" rtl="0" eaLnBrk="1">
              <a:defRPr sz="3200"/>
            </a:pPr>
            <a:endParaRPr lang="pt-BR" sz="3200"/>
          </a:p>
        </p:txBody>
      </p:sp>
      <p:pic>
        <p:nvPicPr>
          <p:cNvPr id="7" name="Graphic 6">
            <a:extLst>
              <a:ext uri="{FF2B5EF4-FFF2-40B4-BE49-F238E27FC236}">
                <a16:creationId xmlns:a16="http://schemas.microsoft.com/office/drawing/2014/main" id="{8E3718AF-F312-CBB2-BF5B-B4B661EA8A2E}"/>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4005263" y="2595563"/>
            <a:ext cx="4181475" cy="1666875"/>
          </a:xfrm>
          <a:prstGeom prst="rect">
            <a:avLst/>
          </a:prstGeom>
        </p:spPr>
      </p:pic>
    </p:spTree>
    <p:extLst>
      <p:ext uri="{BB962C8B-B14F-4D97-AF65-F5344CB8AC3E}">
        <p14:creationId xmlns:p14="http://schemas.microsoft.com/office/powerpoint/2010/main" val="403306262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3_Título 1">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1"/>
            </p:custDataLst>
            <p:extLst>
              <p:ext uri="{D42A27DB-BD31-4B8C-83A1-F6EECF244321}">
                <p14:modId xmlns:p14="http://schemas.microsoft.com/office/powerpoint/2010/main" val="3222910091"/>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Slide do think-cell" r:id="rId4" imgW="270" imgH="270" progId="TCLayout.ActiveDocument.1">
                  <p:embed/>
                </p:oleObj>
              </mc:Choice>
              <mc:Fallback>
                <p:oleObj name="Slide do think-cell" r:id="rId4" imgW="270" imgH="270" progId="TCLayout.ActiveDocument.1">
                  <p:embed/>
                  <p:pic>
                    <p:nvPicPr>
                      <p:cNvPr id="3" name="Object 2" hidden="1"/>
                      <p:cNvPicPr/>
                      <p:nvPr/>
                    </p:nvPicPr>
                    <p:blipFill>
                      <a:blip r:embed="rId5"/>
                      <a:stretch>
                        <a:fillRect/>
                      </a:stretch>
                    </p:blipFill>
                    <p:spPr>
                      <a:xfrm>
                        <a:off x="2118" y="1589"/>
                        <a:ext cx="2116" cy="1587"/>
                      </a:xfrm>
                      <a:prstGeom prst="rect">
                        <a:avLst/>
                      </a:prstGeom>
                    </p:spPr>
                  </p:pic>
                </p:oleObj>
              </mc:Fallback>
            </mc:AlternateContent>
          </a:graphicData>
        </a:graphic>
      </p:graphicFrame>
      <p:pic>
        <p:nvPicPr>
          <p:cNvPr id="4" name="Picture 2" descr="Dia Mundial da Saúde: OMS reforça necessidade do bem-estar físico, mental e  social">
            <a:extLst>
              <a:ext uri="{FF2B5EF4-FFF2-40B4-BE49-F238E27FC236}">
                <a16:creationId xmlns:a16="http://schemas.microsoft.com/office/drawing/2014/main" id="{485B1168-2FAE-7D86-C324-02AF18BB763C}"/>
              </a:ext>
            </a:extLst>
          </p:cNvPr>
          <p:cNvPicPr>
            <a:picLocks noChangeAspect="1" noChangeArrowheads="1"/>
          </p:cNvPicPr>
          <p:nvPr userDrawn="1"/>
        </p:nvPicPr>
        <p:blipFill rotWithShape="1">
          <a:blip r:embed="rId6" cstate="email">
            <a:extLst>
              <a:ext uri="{BEBA8EAE-BF5A-486C-A8C5-ECC9F3942E4B}">
                <a14:imgProps xmlns:a14="http://schemas.microsoft.com/office/drawing/2010/main">
                  <a14:imgLayer r:embed="rId7">
                    <a14:imgEffect>
                      <a14:brightnessContrast bright="-20000"/>
                    </a14:imgEffect>
                  </a14:imgLayer>
                </a14:imgProps>
              </a:ext>
              <a:ext uri="{28A0092B-C50C-407E-A947-70E740481C1C}">
                <a14:useLocalDpi xmlns:a14="http://schemas.microsoft.com/office/drawing/2010/main"/>
              </a:ext>
            </a:extLst>
          </a:blip>
          <a:srcRect r="-2"/>
          <a:stretch/>
        </p:blipFill>
        <p:spPr bwMode="auto">
          <a:xfrm>
            <a:off x="6094414" y="0"/>
            <a:ext cx="6097586" cy="68580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descr="Dia Mundial da Saúde: OMS reforça necessidade do bem-estar físico, mental e  social">
            <a:extLst>
              <a:ext uri="{FF2B5EF4-FFF2-40B4-BE49-F238E27FC236}">
                <a16:creationId xmlns:a16="http://schemas.microsoft.com/office/drawing/2014/main" id="{8C89F3EE-CAE8-8CB7-0529-A3ECF6294F13}"/>
              </a:ext>
            </a:extLst>
          </p:cNvPr>
          <p:cNvPicPr>
            <a:picLocks noChangeAspect="1" noChangeArrowheads="1"/>
          </p:cNvPicPr>
          <p:nvPr userDrawn="1"/>
        </p:nvPicPr>
        <p:blipFill rotWithShape="1">
          <a:blip r:embed="rId8" cstate="email">
            <a:extLst>
              <a:ext uri="{28A0092B-C50C-407E-A947-70E740481C1C}">
                <a14:useLocalDpi xmlns:a14="http://schemas.microsoft.com/office/drawing/2010/main"/>
              </a:ext>
            </a:extLst>
          </a:blip>
          <a:srcRect r="-2"/>
          <a:stretch/>
        </p:blipFill>
        <p:spPr bwMode="auto">
          <a:xfrm>
            <a:off x="6591300" y="723898"/>
            <a:ext cx="5600701" cy="6134102"/>
          </a:xfrm>
          <a:custGeom>
            <a:avLst/>
            <a:gdLst>
              <a:gd name="connsiteX0" fmla="*/ 1689100 w 5600701"/>
              <a:gd name="connsiteY0" fmla="*/ 0 h 6134102"/>
              <a:gd name="connsiteX1" fmla="*/ 2992492 w 5600701"/>
              <a:gd name="connsiteY1" fmla="*/ 614676 h 6134102"/>
              <a:gd name="connsiteX2" fmla="*/ 3017158 w 5600701"/>
              <a:gd name="connsiteY2" fmla="*/ 647661 h 6134102"/>
              <a:gd name="connsiteX3" fmla="*/ 3041823 w 5600701"/>
              <a:gd name="connsiteY3" fmla="*/ 614676 h 6134102"/>
              <a:gd name="connsiteX4" fmla="*/ 4345215 w 5600701"/>
              <a:gd name="connsiteY4" fmla="*/ 0 h 6134102"/>
              <a:gd name="connsiteX5" fmla="*/ 5539589 w 5600701"/>
              <a:gd name="connsiteY5" fmla="*/ 494726 h 6134102"/>
              <a:gd name="connsiteX6" fmla="*/ 5600701 w 5600701"/>
              <a:gd name="connsiteY6" fmla="*/ 561965 h 6134102"/>
              <a:gd name="connsiteX7" fmla="*/ 5600701 w 5600701"/>
              <a:gd name="connsiteY7" fmla="*/ 6134102 h 6134102"/>
              <a:gd name="connsiteX8" fmla="*/ 5310413 w 5600701"/>
              <a:gd name="connsiteY8" fmla="*/ 6134102 h 6134102"/>
              <a:gd name="connsiteX9" fmla="*/ 5310413 w 5600701"/>
              <a:gd name="connsiteY9" fmla="*/ 1711377 h 6134102"/>
              <a:gd name="connsiteX10" fmla="*/ 4344305 w 5600701"/>
              <a:gd name="connsiteY10" fmla="*/ 745269 h 6134102"/>
              <a:gd name="connsiteX11" fmla="*/ 4344307 w 5600701"/>
              <a:gd name="connsiteY11" fmla="*/ 745268 h 6134102"/>
              <a:gd name="connsiteX12" fmla="*/ 3383187 w 5600701"/>
              <a:gd name="connsiteY12" fmla="*/ 1612597 h 6134102"/>
              <a:gd name="connsiteX13" fmla="*/ 3378200 w 5600701"/>
              <a:gd name="connsiteY13" fmla="*/ 1711355 h 6134102"/>
              <a:gd name="connsiteX14" fmla="*/ 3378200 w 5600701"/>
              <a:gd name="connsiteY14" fmla="*/ 6134102 h 6134102"/>
              <a:gd name="connsiteX15" fmla="*/ 3378198 w 5600701"/>
              <a:gd name="connsiteY15" fmla="*/ 6134102 h 6134102"/>
              <a:gd name="connsiteX16" fmla="*/ 2656115 w 5600701"/>
              <a:gd name="connsiteY16" fmla="*/ 6134102 h 6134102"/>
              <a:gd name="connsiteX17" fmla="*/ 2656115 w 5600701"/>
              <a:gd name="connsiteY17" fmla="*/ 1712285 h 6134102"/>
              <a:gd name="connsiteX18" fmla="*/ 1689099 w 5600701"/>
              <a:gd name="connsiteY18" fmla="*/ 745269 h 6134102"/>
              <a:gd name="connsiteX19" fmla="*/ 1689100 w 5600701"/>
              <a:gd name="connsiteY19" fmla="*/ 745268 h 6134102"/>
              <a:gd name="connsiteX20" fmla="*/ 722084 w 5600701"/>
              <a:gd name="connsiteY20" fmla="*/ 1712284 h 6134102"/>
              <a:gd name="connsiteX21" fmla="*/ 722084 w 5600701"/>
              <a:gd name="connsiteY21" fmla="*/ 6134102 h 6134102"/>
              <a:gd name="connsiteX22" fmla="*/ 0 w 5600701"/>
              <a:gd name="connsiteY22" fmla="*/ 6134102 h 6134102"/>
              <a:gd name="connsiteX23" fmla="*/ 0 w 5600701"/>
              <a:gd name="connsiteY23" fmla="*/ 1689100 h 6134102"/>
              <a:gd name="connsiteX24" fmla="*/ 1689100 w 5600701"/>
              <a:gd name="connsiteY24" fmla="*/ 0 h 6134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600701" h="6134102">
                <a:moveTo>
                  <a:pt x="1689100" y="0"/>
                </a:moveTo>
                <a:cubicBezTo>
                  <a:pt x="2213836" y="0"/>
                  <a:pt x="2682686" y="239278"/>
                  <a:pt x="2992492" y="614676"/>
                </a:cubicBezTo>
                <a:lnTo>
                  <a:pt x="3017158" y="647661"/>
                </a:lnTo>
                <a:lnTo>
                  <a:pt x="3041823" y="614676"/>
                </a:lnTo>
                <a:cubicBezTo>
                  <a:pt x="3351629" y="239278"/>
                  <a:pt x="3820479" y="0"/>
                  <a:pt x="4345215" y="0"/>
                </a:cubicBezTo>
                <a:cubicBezTo>
                  <a:pt x="4811647" y="0"/>
                  <a:pt x="5233921" y="189059"/>
                  <a:pt x="5539589" y="494726"/>
                </a:cubicBezTo>
                <a:lnTo>
                  <a:pt x="5600701" y="561965"/>
                </a:lnTo>
                <a:lnTo>
                  <a:pt x="5600701" y="6134102"/>
                </a:lnTo>
                <a:lnTo>
                  <a:pt x="5310413" y="6134102"/>
                </a:lnTo>
                <a:lnTo>
                  <a:pt x="5310413" y="1711377"/>
                </a:lnTo>
                <a:cubicBezTo>
                  <a:pt x="5310413" y="1177810"/>
                  <a:pt x="4877873" y="745269"/>
                  <a:pt x="4344305" y="745269"/>
                </a:cubicBezTo>
                <a:lnTo>
                  <a:pt x="4344307" y="745268"/>
                </a:lnTo>
                <a:cubicBezTo>
                  <a:pt x="3844089" y="745268"/>
                  <a:pt x="3432661" y="1125431"/>
                  <a:pt x="3383187" y="1612597"/>
                </a:cubicBezTo>
                <a:lnTo>
                  <a:pt x="3378200" y="1711355"/>
                </a:lnTo>
                <a:lnTo>
                  <a:pt x="3378200" y="6134102"/>
                </a:lnTo>
                <a:lnTo>
                  <a:pt x="3378198" y="6134102"/>
                </a:lnTo>
                <a:lnTo>
                  <a:pt x="2656115" y="6134102"/>
                </a:lnTo>
                <a:lnTo>
                  <a:pt x="2656115" y="1712285"/>
                </a:lnTo>
                <a:cubicBezTo>
                  <a:pt x="2656115" y="1178217"/>
                  <a:pt x="2223167" y="745269"/>
                  <a:pt x="1689099" y="745269"/>
                </a:cubicBezTo>
                <a:lnTo>
                  <a:pt x="1689100" y="745268"/>
                </a:lnTo>
                <a:cubicBezTo>
                  <a:pt x="1155032" y="745268"/>
                  <a:pt x="722084" y="1178216"/>
                  <a:pt x="722084" y="1712284"/>
                </a:cubicBezTo>
                <a:lnTo>
                  <a:pt x="722084" y="6134102"/>
                </a:lnTo>
                <a:lnTo>
                  <a:pt x="0" y="6134102"/>
                </a:lnTo>
                <a:lnTo>
                  <a:pt x="0" y="1689100"/>
                </a:lnTo>
                <a:cubicBezTo>
                  <a:pt x="0" y="756236"/>
                  <a:pt x="756236" y="0"/>
                  <a:pt x="1689100" y="0"/>
                </a:cubicBezTo>
                <a:close/>
              </a:path>
            </a:pathLst>
          </a:custGeom>
          <a:noFill/>
          <a:extLst>
            <a:ext uri="{909E8E84-426E-40DD-AFC4-6F175D3DCCD1}">
              <a14:hiddenFill xmlns:a14="http://schemas.microsoft.com/office/drawing/2010/main">
                <a:solidFill>
                  <a:srgbClr val="FFFFFF"/>
                </a:solidFill>
              </a14:hiddenFill>
            </a:ext>
          </a:extLst>
        </p:spPr>
      </p:pic>
      <p:sp>
        <p:nvSpPr>
          <p:cNvPr id="25" name="Rectangle 24">
            <a:extLst>
              <a:ext uri="{FF2B5EF4-FFF2-40B4-BE49-F238E27FC236}">
                <a16:creationId xmlns:a16="http://schemas.microsoft.com/office/drawing/2014/main" id="{0BAE292B-6C1F-2C0B-4057-48C928314731}"/>
              </a:ext>
            </a:extLst>
          </p:cNvPr>
          <p:cNvSpPr/>
          <p:nvPr userDrawn="1"/>
        </p:nvSpPr>
        <p:spPr>
          <a:xfrm>
            <a:off x="0" y="0"/>
            <a:ext cx="6094414" cy="6858000"/>
          </a:xfrm>
          <a:prstGeom prst="rect">
            <a:avLst/>
          </a:prstGeom>
          <a:solidFill>
            <a:schemeClr val="tx2"/>
          </a:solidFill>
          <a:ln w="19050">
            <a:noFill/>
            <a:miter lim="400000"/>
          </a:ln>
          <a:effectLst/>
        </p:spPr>
        <p:txBody>
          <a:bodyPr lIns="108000" tIns="72000" rIns="108000" bIns="72000" rtlCol="0" anchor="ctr"/>
          <a:lstStyle/>
          <a:p>
            <a:pPr algn="l" rtl="0"/>
            <a:endParaRPr lang="en-US" sz="1400">
              <a:solidFill>
                <a:schemeClr val="bg1"/>
              </a:solidFill>
            </a:endParaRPr>
          </a:p>
        </p:txBody>
      </p:sp>
      <p:sp>
        <p:nvSpPr>
          <p:cNvPr id="2" name="Rectangle 1" hidden="1">
            <a:extLst>
              <a:ext uri="{FF2B5EF4-FFF2-40B4-BE49-F238E27FC236}">
                <a16:creationId xmlns:a16="http://schemas.microsoft.com/office/drawing/2014/main" id="{A844580B-E44C-4C02-B1B1-A68E777D154D}"/>
              </a:ext>
            </a:extLst>
          </p:cNvPr>
          <p:cNvSpPr/>
          <p:nvPr userDrawn="1">
            <p:custDataLst>
              <p:tags r:id="rId2"/>
            </p:custDataLst>
          </p:nvPr>
        </p:nvSpPr>
        <p:spPr>
          <a:xfrm>
            <a:off x="0" y="0"/>
            <a:ext cx="158750" cy="158750"/>
          </a:xfrm>
          <a:prstGeom prst="rect">
            <a:avLst/>
          </a:prstGeom>
          <a:solidFill>
            <a:schemeClr val="accent2"/>
          </a:solidFill>
          <a:ln w="19050">
            <a:solidFill>
              <a:schemeClr val="accent2"/>
            </a:solidFill>
            <a:miter lim="400000"/>
          </a:ln>
          <a:effectLst/>
        </p:spPr>
        <p:txBody>
          <a:bodyPr wrap="none" lIns="0" tIns="0" rIns="0" bIns="0" numCol="1" spcCol="0" rtlCol="0" anchor="ctr" anchorCtr="0">
            <a:noAutofit/>
          </a:bodyPr>
          <a:lstStyle/>
          <a:p>
            <a:pPr marL="0" lvl="0" indent="0" algn="l" rtl="0"/>
            <a:endParaRPr lang="en-US" sz="20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14" name="Rectangle 1027"/>
          <p:cNvSpPr>
            <a:spLocks noGrp="1" noChangeArrowheads="1"/>
          </p:cNvSpPr>
          <p:nvPr>
            <p:ph type="subTitle" idx="1"/>
          </p:nvPr>
        </p:nvSpPr>
        <p:spPr>
          <a:xfrm>
            <a:off x="493377" y="3518589"/>
            <a:ext cx="5184000" cy="30777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2"/>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rtl="0">
              <a:defRPr lang="pt-BR" sz="2000" b="1" baseline="0" noProof="0" dirty="0" smtClean="0">
                <a:solidFill>
                  <a:schemeClr val="accent2"/>
                </a:solidFill>
                <a:latin typeface="+mj-lt"/>
                <a:ea typeface="+mj-ea"/>
                <a:cs typeface="+mj-cs"/>
              </a:defRPr>
            </a:lvl1pPr>
          </a:lstStyle>
          <a:p>
            <a:pPr lvl="0" defTabSz="913526" fontAlgn="base">
              <a:spcBef>
                <a:spcPct val="0"/>
              </a:spcBef>
              <a:spcAft>
                <a:spcPct val="0"/>
              </a:spcAft>
              <a:tabLst>
                <a:tab pos="275353" algn="l"/>
              </a:tabLst>
            </a:pPr>
            <a:r>
              <a:rPr lang="en-US" noProof="0"/>
              <a:t>Click to edit Master subtitle style</a:t>
            </a:r>
          </a:p>
        </p:txBody>
      </p:sp>
      <p:sp>
        <p:nvSpPr>
          <p:cNvPr id="8" name="Text Placeholder 16">
            <a:extLst>
              <a:ext uri="{FF2B5EF4-FFF2-40B4-BE49-F238E27FC236}">
                <a16:creationId xmlns:a16="http://schemas.microsoft.com/office/drawing/2014/main" id="{826EA26D-EE90-4940-8EB9-A992432E62A2}"/>
              </a:ext>
            </a:extLst>
          </p:cNvPr>
          <p:cNvSpPr>
            <a:spLocks noGrp="1"/>
          </p:cNvSpPr>
          <p:nvPr>
            <p:ph type="body" sz="quarter" idx="11"/>
          </p:nvPr>
        </p:nvSpPr>
        <p:spPr>
          <a:xfrm>
            <a:off x="493377" y="4578452"/>
            <a:ext cx="5184000" cy="246221"/>
          </a:xfrm>
          <a:prstGeom prst="rect">
            <a:avLst/>
          </a:prstGeom>
        </p:spPr>
        <p:txBody>
          <a:bodyPr anchor="b"/>
          <a:lstStyle>
            <a:lvl1pPr rtl="0">
              <a:defRPr sz="1600">
                <a:solidFill>
                  <a:schemeClr val="bg1"/>
                </a:solidFill>
              </a:defRPr>
            </a:lvl1pPr>
          </a:lstStyle>
          <a:p>
            <a:pPr lvl="0"/>
            <a:r>
              <a:rPr lang="en-US"/>
              <a:t>Click to edit Master text styles</a:t>
            </a:r>
          </a:p>
        </p:txBody>
      </p:sp>
      <p:sp>
        <p:nvSpPr>
          <p:cNvPr id="16" name="Title 15">
            <a:extLst>
              <a:ext uri="{FF2B5EF4-FFF2-40B4-BE49-F238E27FC236}">
                <a16:creationId xmlns:a16="http://schemas.microsoft.com/office/drawing/2014/main" id="{0539B138-CABA-B14B-BD56-8A1FDAE5E785}"/>
              </a:ext>
            </a:extLst>
          </p:cNvPr>
          <p:cNvSpPr>
            <a:spLocks noGrp="1"/>
          </p:cNvSpPr>
          <p:nvPr>
            <p:ph type="title"/>
          </p:nvPr>
        </p:nvSpPr>
        <p:spPr>
          <a:xfrm>
            <a:off x="493377" y="2746057"/>
            <a:ext cx="5184000" cy="492443"/>
          </a:xfrm>
          <a:prstGeom prst="rect">
            <a:avLst/>
          </a:prstGeom>
          <a:noFill/>
          <a:ln>
            <a:noFill/>
          </a:ln>
          <a:effectLst/>
        </p:spPr>
        <p:txBody>
          <a:bodyPr vert="horz" wrap="square" lIns="0" tIns="0" rIns="0" bIns="0" numCol="1" rtlCol="0" anchor="b" anchorCtr="0" compatLnSpc="1">
            <a:prstTxWarp prst="textNoShape">
              <a:avLst/>
            </a:prstTxWarp>
            <a:spAutoFit/>
          </a:bodyPr>
          <a:lstStyle>
            <a:lvl1pPr rtl="0">
              <a:defRPr lang="en-US" sz="3200" b="0">
                <a:solidFill>
                  <a:schemeClr val="bg1"/>
                </a:solidFill>
              </a:defRPr>
            </a:lvl1pPr>
          </a:lstStyle>
          <a:p>
            <a:pPr marL="0" lvl="0" defTabSz="913526" fontAlgn="base">
              <a:spcAft>
                <a:spcPct val="0"/>
              </a:spcAft>
              <a:tabLst>
                <a:tab pos="275353" algn="l"/>
              </a:tabLst>
            </a:pPr>
            <a:r>
              <a:rPr lang="en-US"/>
              <a:t>Click to edit Master title style</a:t>
            </a:r>
          </a:p>
        </p:txBody>
      </p:sp>
      <p:sp>
        <p:nvSpPr>
          <p:cNvPr id="21" name="TextBox 12">
            <a:extLst>
              <a:ext uri="{FF2B5EF4-FFF2-40B4-BE49-F238E27FC236}">
                <a16:creationId xmlns:a16="http://schemas.microsoft.com/office/drawing/2014/main" id="{DEF08A4D-DE46-6935-C188-2AA372E98116}"/>
              </a:ext>
            </a:extLst>
          </p:cNvPr>
          <p:cNvSpPr txBox="1"/>
          <p:nvPr userDrawn="1"/>
        </p:nvSpPr>
        <p:spPr>
          <a:xfrm>
            <a:off x="493377" y="6428853"/>
            <a:ext cx="5184000" cy="215444"/>
          </a:xfrm>
          <a:prstGeom prst="rect">
            <a:avLst/>
          </a:prstGeom>
          <a:noFill/>
        </p:spPr>
        <p:txBody>
          <a:bodyPr wrap="square" lIns="0" tIns="0" rIns="0" bIns="0" rtlCol="0" anchor="ctr" anchorCtr="0">
            <a:spAutoFit/>
          </a:bodyPr>
          <a:lstStyle/>
          <a:p>
            <a:pPr algn="l" rtl="0" eaLnBrk="0" hangingPunct="0"/>
            <a:r>
              <a:rPr lang="en-US" sz="700">
                <a:solidFill>
                  <a:srgbClr val="8187B3"/>
                </a:solidFill>
                <a:latin typeface="Arial Nova Light" panose="020B0304020202020204" pitchFamily="34" charset="0"/>
                <a:ea typeface="Roboto Light" panose="02000000000000000000" pitchFamily="2" charset="0"/>
                <a:cs typeface="MS PGothic"/>
              </a:rPr>
              <a:t>This document is solely for client use. No part of it may be circulated, quoted, or reproduced for distribution outside the organization without prior written approval from Mirow &amp; Co.</a:t>
            </a:r>
          </a:p>
        </p:txBody>
      </p:sp>
      <p:pic>
        <p:nvPicPr>
          <p:cNvPr id="33" name="Graphic 32">
            <a:extLst>
              <a:ext uri="{FF2B5EF4-FFF2-40B4-BE49-F238E27FC236}">
                <a16:creationId xmlns:a16="http://schemas.microsoft.com/office/drawing/2014/main" id="{4807D396-0BF4-4E58-7746-DD50E9742306}"/>
              </a:ext>
            </a:extLst>
          </p:cNvPr>
          <p:cNvPicPr>
            <a:picLocks noChangeAspect="1"/>
          </p:cNvPicPr>
          <p:nvPr userDrawn="1"/>
        </p:nvPicPr>
        <p:blipFill>
          <a:blip r:embed="rId9" cstate="email">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1956520" y="5176763"/>
            <a:ext cx="2257714" cy="900000"/>
          </a:xfrm>
          <a:prstGeom prst="rect">
            <a:avLst/>
          </a:prstGeom>
        </p:spPr>
      </p:pic>
    </p:spTree>
    <p:extLst>
      <p:ext uri="{BB962C8B-B14F-4D97-AF65-F5344CB8AC3E}">
        <p14:creationId xmlns:p14="http://schemas.microsoft.com/office/powerpoint/2010/main" val="204053684"/>
      </p:ext>
    </p:extLst>
  </p:cSld>
  <p:clrMapOvr>
    <a:masterClrMapping/>
  </p:clrMapOvr>
  <p:extLst>
    <p:ext uri="{DCECCB84-F9BA-43D5-87BE-67443E8EF086}">
      <p15:sldGuideLst xmlns:p15="http://schemas.microsoft.com/office/powerpoint/2012/main">
        <p15:guide id="1" orient="horz" pos="1525">
          <p15:clr>
            <a:srgbClr val="FBAE40"/>
          </p15:clr>
        </p15:guide>
        <p15:guide id="2" pos="3840">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8_Title Only">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9E0980AA-BCE6-4E26-8843-3669C15888DB}"/>
              </a:ext>
            </a:extLst>
          </p:cNvPr>
          <p:cNvGraphicFramePr>
            <a:graphicFrameLocks noChangeAspect="1"/>
          </p:cNvGraphicFramePr>
          <p:nvPr userDrawn="1">
            <p:custDataLst>
              <p:tags r:id="rId1"/>
            </p:custDataLst>
            <p:extLst>
              <p:ext uri="{D42A27DB-BD31-4B8C-83A1-F6EECF244321}">
                <p14:modId xmlns:p14="http://schemas.microsoft.com/office/powerpoint/2010/main" val="85443927"/>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Slide do think-cell" r:id="rId4" imgW="493" imgH="493" progId="TCLayout.ActiveDocument.1">
                  <p:embed/>
                </p:oleObj>
              </mc:Choice>
              <mc:Fallback>
                <p:oleObj name="Slide do think-cell" r:id="rId4" imgW="493" imgH="493" progId="TCLayout.ActiveDocument.1">
                  <p:embed/>
                  <p:pic>
                    <p:nvPicPr>
                      <p:cNvPr id="10" name="Object 9" hidden="1">
                        <a:extLst>
                          <a:ext uri="{FF2B5EF4-FFF2-40B4-BE49-F238E27FC236}">
                            <a16:creationId xmlns:a16="http://schemas.microsoft.com/office/drawing/2014/main" id="{9E0980AA-BCE6-4E26-8843-3669C15888DB}"/>
                          </a:ext>
                        </a:extLst>
                      </p:cNvPr>
                      <p:cNvPicPr/>
                      <p:nvPr/>
                    </p:nvPicPr>
                    <p:blipFill>
                      <a:blip r:embed="rId5"/>
                      <a:stretch>
                        <a:fillRect/>
                      </a:stretch>
                    </p:blipFill>
                    <p:spPr>
                      <a:xfrm>
                        <a:off x="2118" y="1589"/>
                        <a:ext cx="2116" cy="1587"/>
                      </a:xfrm>
                      <a:prstGeom prst="rect">
                        <a:avLst/>
                      </a:prstGeom>
                    </p:spPr>
                  </p:pic>
                </p:oleObj>
              </mc:Fallback>
            </mc:AlternateContent>
          </a:graphicData>
        </a:graphic>
      </p:graphicFrame>
      <p:pic>
        <p:nvPicPr>
          <p:cNvPr id="4" name="Picture 3">
            <a:extLst>
              <a:ext uri="{FF2B5EF4-FFF2-40B4-BE49-F238E27FC236}">
                <a16:creationId xmlns:a16="http://schemas.microsoft.com/office/drawing/2014/main" id="{D4DA510B-504F-4D65-32CF-43FF33DFCB1A}"/>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6601483" y="737086"/>
            <a:ext cx="5590517" cy="6120914"/>
          </a:xfrm>
          <a:prstGeom prst="rect">
            <a:avLst/>
          </a:prstGeom>
        </p:spPr>
      </p:pic>
      <p:sp>
        <p:nvSpPr>
          <p:cNvPr id="3" name="Rectangle 2" hidden="1">
            <a:extLst>
              <a:ext uri="{FF2B5EF4-FFF2-40B4-BE49-F238E27FC236}">
                <a16:creationId xmlns:a16="http://schemas.microsoft.com/office/drawing/2014/main" id="{4FE804D7-7F22-4628-B31E-2AE601C042B1}"/>
              </a:ext>
            </a:extLst>
          </p:cNvPr>
          <p:cNvSpPr/>
          <p:nvPr userDrawn="1">
            <p:custDataLst>
              <p:tags r:id="rId2"/>
            </p:custDataLst>
          </p:nvPr>
        </p:nvSpPr>
        <p:spPr>
          <a:xfrm>
            <a:off x="0" y="0"/>
            <a:ext cx="158750" cy="158750"/>
          </a:xfrm>
          <a:prstGeom prst="rect">
            <a:avLst/>
          </a:prstGeom>
          <a:solidFill>
            <a:schemeClr val="accent2"/>
          </a:solidFill>
          <a:ln w="19050">
            <a:solidFill>
              <a:schemeClr val="accent2"/>
            </a:solidFill>
            <a:miter lim="400000"/>
          </a:ln>
          <a:effectLst/>
        </p:spPr>
        <p:txBody>
          <a:bodyPr wrap="none" lIns="0" tIns="0" rIns="0" bIns="0" numCol="1" spcCol="0" rtlCol="0" anchor="ctr" anchorCtr="0">
            <a:noAutofit/>
          </a:bodyPr>
          <a:lstStyle/>
          <a:p>
            <a:pPr marL="0" lvl="0" indent="0" algn="l" rtl="0"/>
            <a:endParaRPr kumimoji="0" lang="pt-BR" sz="2000" b="1" i="0" u="none" cap="none" baseline="0">
              <a:solidFill>
                <a:schemeClr val="bg1"/>
              </a:solidFill>
              <a:latin typeface="Arial" panose="020B0604020202020204" pitchFamily="34" charset="0"/>
              <a:ea typeface="+mj-ea"/>
              <a:cs typeface="+mj-cs"/>
              <a:sym typeface="Arial" panose="020B0604020202020204" pitchFamily="34" charset="0"/>
            </a:endParaRPr>
          </a:p>
        </p:txBody>
      </p:sp>
      <p:sp>
        <p:nvSpPr>
          <p:cNvPr id="13" name="Text Placeholder 4">
            <a:extLst>
              <a:ext uri="{FF2B5EF4-FFF2-40B4-BE49-F238E27FC236}">
                <a16:creationId xmlns:a16="http://schemas.microsoft.com/office/drawing/2014/main" id="{D16463AB-2C7D-12B5-108F-3BC553C8D601}"/>
              </a:ext>
            </a:extLst>
          </p:cNvPr>
          <p:cNvSpPr>
            <a:spLocks noGrp="1"/>
          </p:cNvSpPr>
          <p:nvPr>
            <p:ph type="body" sz="quarter" idx="15" hasCustomPrompt="1"/>
          </p:nvPr>
        </p:nvSpPr>
        <p:spPr>
          <a:xfrm>
            <a:off x="433389" y="6516592"/>
            <a:ext cx="9504000" cy="153888"/>
          </a:xfrm>
          <a:prstGeom prst="rect">
            <a:avLst/>
          </a:prstGeom>
        </p:spPr>
        <p:txBody>
          <a:bodyPr wrap="square" lIns="0" tIns="0" rIns="0" bIns="0" anchor="b" anchorCtr="0"/>
          <a:lstStyle>
            <a:lvl1pPr marL="0" indent="0">
              <a:spcBef>
                <a:spcPts val="0"/>
              </a:spcBef>
              <a:buNone/>
              <a:defRPr lang="en-GB" sz="900" dirty="0">
                <a:latin typeface="+mj-lt"/>
                <a:ea typeface="Roboto" pitchFamily="2" charset="0"/>
              </a:defRPr>
            </a:lvl1pPr>
            <a:lvl2pPr marL="196850" indent="0">
              <a:buNone/>
              <a:defRPr sz="900"/>
            </a:lvl2pPr>
            <a:lvl3pPr marL="406400" indent="0">
              <a:buNone/>
              <a:defRPr sz="900"/>
            </a:lvl3pPr>
            <a:lvl4pPr marL="588962" indent="0">
              <a:buNone/>
              <a:defRPr sz="1000"/>
            </a:lvl4pPr>
            <a:lvl5pPr marL="817562" indent="0">
              <a:buNone/>
              <a:defRPr sz="1000"/>
            </a:lvl5pPr>
          </a:lstStyle>
          <a:p>
            <a:pPr lvl="0"/>
            <a:r>
              <a:rPr lang="pt-BR" sz="1000">
                <a:latin typeface="+mj-lt"/>
              </a:rPr>
              <a:t>Fonte:</a:t>
            </a:r>
          </a:p>
        </p:txBody>
      </p:sp>
      <p:sp>
        <p:nvSpPr>
          <p:cNvPr id="11" name="Title 1">
            <a:extLst>
              <a:ext uri="{FF2B5EF4-FFF2-40B4-BE49-F238E27FC236}">
                <a16:creationId xmlns:a16="http://schemas.microsoft.com/office/drawing/2014/main" id="{2419F900-E00F-40AF-9105-49B4B26BC53B}"/>
              </a:ext>
            </a:extLst>
          </p:cNvPr>
          <p:cNvSpPr>
            <a:spLocks noGrp="1"/>
          </p:cNvSpPr>
          <p:nvPr>
            <p:ph type="title" hasCustomPrompt="1"/>
          </p:nvPr>
        </p:nvSpPr>
        <p:spPr>
          <a:xfrm>
            <a:off x="736979" y="312999"/>
            <a:ext cx="11227479" cy="307777"/>
          </a:xfrm>
          <a:prstGeom prst="rect">
            <a:avLst/>
          </a:prstGeom>
        </p:spPr>
        <p:txBody>
          <a:bodyPr vert="horz" lIns="0" tIns="0" rIns="0" bIns="0" rtlCol="0" anchor="t" anchorCtr="0">
            <a:spAutoFit/>
          </a:bodyPr>
          <a:lstStyle>
            <a:lvl1pPr>
              <a:defRPr lang="en-US" dirty="0"/>
            </a:lvl1pPr>
          </a:lstStyle>
          <a:p>
            <a:pPr marL="0" lvl="0"/>
            <a:r>
              <a:rPr lang="pt-BR"/>
              <a:t>Clique para editar o título Mestre</a:t>
            </a:r>
            <a:endParaRPr lang="en-US"/>
          </a:p>
        </p:txBody>
      </p:sp>
      <p:grpSp>
        <p:nvGrpSpPr>
          <p:cNvPr id="20" name="Google Shape;219;p29">
            <a:extLst>
              <a:ext uri="{FF2B5EF4-FFF2-40B4-BE49-F238E27FC236}">
                <a16:creationId xmlns:a16="http://schemas.microsoft.com/office/drawing/2014/main" id="{2AF512FA-0164-9EFB-64A3-867146FDC8DF}"/>
              </a:ext>
            </a:extLst>
          </p:cNvPr>
          <p:cNvGrpSpPr/>
          <p:nvPr userDrawn="1"/>
        </p:nvGrpSpPr>
        <p:grpSpPr>
          <a:xfrm>
            <a:off x="0" y="0"/>
            <a:ext cx="1169662" cy="1231900"/>
            <a:chOff x="497750" y="2991250"/>
            <a:chExt cx="946654" cy="997025"/>
          </a:xfrm>
        </p:grpSpPr>
        <p:sp>
          <p:nvSpPr>
            <p:cNvPr id="21" name="Google Shape;220;p29">
              <a:extLst>
                <a:ext uri="{FF2B5EF4-FFF2-40B4-BE49-F238E27FC236}">
                  <a16:creationId xmlns:a16="http://schemas.microsoft.com/office/drawing/2014/main" id="{9D9B233D-A5F1-0861-C841-12CE591B726F}"/>
                </a:ext>
              </a:extLst>
            </p:cNvPr>
            <p:cNvSpPr/>
            <p:nvPr/>
          </p:nvSpPr>
          <p:spPr>
            <a:xfrm>
              <a:off x="497750" y="2994700"/>
              <a:ext cx="908975" cy="993575"/>
            </a:xfrm>
            <a:custGeom>
              <a:avLst/>
              <a:gdLst/>
              <a:ahLst/>
              <a:cxnLst/>
              <a:rect l="l" t="t" r="r" b="b"/>
              <a:pathLst>
                <a:path w="36359" h="39743" extrusionOk="0">
                  <a:moveTo>
                    <a:pt x="36359" y="0"/>
                  </a:moveTo>
                  <a:lnTo>
                    <a:pt x="36359" y="0"/>
                  </a:lnTo>
                  <a:cubicBezTo>
                    <a:pt x="18660" y="3018"/>
                    <a:pt x="6952" y="10976"/>
                    <a:pt x="1" y="17699"/>
                  </a:cubicBezTo>
                  <a:lnTo>
                    <a:pt x="1" y="39742"/>
                  </a:lnTo>
                  <a:cubicBezTo>
                    <a:pt x="1967" y="32013"/>
                    <a:pt x="9834" y="10473"/>
                    <a:pt x="363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22" name="Google Shape;221;p29">
              <a:extLst>
                <a:ext uri="{FF2B5EF4-FFF2-40B4-BE49-F238E27FC236}">
                  <a16:creationId xmlns:a16="http://schemas.microsoft.com/office/drawing/2014/main" id="{B45C6FD5-217B-F7F0-1FFB-893C1977E727}"/>
                </a:ext>
              </a:extLst>
            </p:cNvPr>
            <p:cNvSpPr/>
            <p:nvPr/>
          </p:nvSpPr>
          <p:spPr>
            <a:xfrm>
              <a:off x="497750" y="2991250"/>
              <a:ext cx="946654" cy="454130"/>
            </a:xfrm>
            <a:custGeom>
              <a:avLst/>
              <a:gdLst/>
              <a:ahLst/>
              <a:cxnLst/>
              <a:rect l="l" t="t" r="r" b="b"/>
              <a:pathLst>
                <a:path w="37182" h="17837" extrusionOk="0">
                  <a:moveTo>
                    <a:pt x="1" y="1"/>
                  </a:moveTo>
                  <a:lnTo>
                    <a:pt x="1" y="17837"/>
                  </a:lnTo>
                  <a:cubicBezTo>
                    <a:pt x="6952" y="11114"/>
                    <a:pt x="18660" y="3156"/>
                    <a:pt x="36359" y="138"/>
                  </a:cubicBezTo>
                  <a:lnTo>
                    <a:pt x="37182" y="1"/>
                  </a:lnTo>
                  <a:close/>
                </a:path>
              </a:pathLst>
            </a:custGeom>
            <a:solidFill>
              <a:schemeClr val="tx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grpSp>
      <p:sp>
        <p:nvSpPr>
          <p:cNvPr id="17" name="Slide Number">
            <a:extLst>
              <a:ext uri="{FF2B5EF4-FFF2-40B4-BE49-F238E27FC236}">
                <a16:creationId xmlns:a16="http://schemas.microsoft.com/office/drawing/2014/main" id="{53A1DEA9-E10A-526B-535B-65E136ACB87A}"/>
              </a:ext>
            </a:extLst>
          </p:cNvPr>
          <p:cNvSpPr txBox="1">
            <a:spLocks/>
          </p:cNvSpPr>
          <p:nvPr userDrawn="1"/>
        </p:nvSpPr>
        <p:spPr>
          <a:xfrm>
            <a:off x="11762075" y="6525482"/>
            <a:ext cx="160294" cy="157014"/>
          </a:xfrm>
          <a:prstGeom prst="rect">
            <a:avLst/>
          </a:prstGeom>
        </p:spPr>
        <p:txBody>
          <a:bodyPr vert="horz" wrap="none" lIns="0" tIns="0" rIns="0" bIns="0" rtlCol="0" anchor="ctr">
            <a:spAutoFit/>
          </a:bodyPr>
          <a:lstStyle>
            <a:defPPr>
              <a:defRPr lang="en-US"/>
            </a:defPPr>
            <a:lvl1pPr>
              <a:defRPr sz="1000" baseline="0">
                <a:latin typeface="+mn-lt"/>
              </a:defRPr>
            </a:lvl1pPr>
          </a:lstStyle>
          <a:p>
            <a:pPr lvl="0" algn="r"/>
            <a:fld id="{42C328C1-A84F-4A39-A664-DBA00541A8C6}" type="slidenum">
              <a:rPr lang="pt-BR" smtClean="0">
                <a:latin typeface="+mj-lt"/>
                <a:ea typeface="Roboto" pitchFamily="2" charset="0"/>
              </a:rPr>
              <a:pPr lvl="0" algn="r"/>
              <a:t>‹#›</a:t>
            </a:fld>
            <a:endParaRPr lang="pt-BR">
              <a:latin typeface="+mj-lt"/>
              <a:ea typeface="Roboto" pitchFamily="2" charset="0"/>
            </a:endParaRPr>
          </a:p>
        </p:txBody>
      </p:sp>
      <p:pic>
        <p:nvPicPr>
          <p:cNvPr id="19" name="Graphic 18">
            <a:extLst>
              <a:ext uri="{FF2B5EF4-FFF2-40B4-BE49-F238E27FC236}">
                <a16:creationId xmlns:a16="http://schemas.microsoft.com/office/drawing/2014/main" id="{48AF656C-BAD0-6742-8766-85D0570F5A55}"/>
              </a:ext>
            </a:extLst>
          </p:cNvPr>
          <p:cNvPicPr>
            <a:picLocks noChangeAspect="1"/>
          </p:cNvPicPr>
          <p:nvPr userDrawn="1"/>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10127705" y="6297334"/>
            <a:ext cx="1261440" cy="504000"/>
          </a:xfrm>
          <a:prstGeom prst="rect">
            <a:avLst/>
          </a:prstGeom>
        </p:spPr>
      </p:pic>
    </p:spTree>
    <p:extLst>
      <p:ext uri="{BB962C8B-B14F-4D97-AF65-F5344CB8AC3E}">
        <p14:creationId xmlns:p14="http://schemas.microsoft.com/office/powerpoint/2010/main" val="401519218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5_Agenda">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8180B629-976D-4310-AF32-6BCD0E8DE5B5}"/>
              </a:ext>
            </a:extLst>
          </p:cNvPr>
          <p:cNvGraphicFramePr>
            <a:graphicFrameLocks noChangeAspect="1"/>
          </p:cNvGraphicFramePr>
          <p:nvPr userDrawn="1">
            <p:custDataLst>
              <p:tags r:id="rId1"/>
            </p:custDataLst>
            <p:extLst>
              <p:ext uri="{D42A27DB-BD31-4B8C-83A1-F6EECF244321}">
                <p14:modId xmlns:p14="http://schemas.microsoft.com/office/powerpoint/2010/main" val="189752800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Slide do think-cell" r:id="rId3" imgW="493" imgH="493" progId="TCLayout.ActiveDocument.1">
                  <p:embed/>
                </p:oleObj>
              </mc:Choice>
              <mc:Fallback>
                <p:oleObj name="Slide do think-cell" r:id="rId3" imgW="493" imgH="493" progId="TCLayout.ActiveDocument.1">
                  <p:embed/>
                  <p:pic>
                    <p:nvPicPr>
                      <p:cNvPr id="2" name="Object 1" hidden="1">
                        <a:extLst>
                          <a:ext uri="{FF2B5EF4-FFF2-40B4-BE49-F238E27FC236}">
                            <a16:creationId xmlns:a16="http://schemas.microsoft.com/office/drawing/2014/main" id="{8180B629-976D-4310-AF32-6BCD0E8DE5B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5" name="Picture 4">
            <a:extLst>
              <a:ext uri="{FF2B5EF4-FFF2-40B4-BE49-F238E27FC236}">
                <a16:creationId xmlns:a16="http://schemas.microsoft.com/office/drawing/2014/main" id="{5CBEA025-F427-49A9-051B-19D2A050B054}"/>
              </a:ext>
            </a:extLst>
          </p:cNvPr>
          <p:cNvPicPr>
            <a:picLocks noChangeAspect="1"/>
          </p:cNvPicPr>
          <p:nvPr userDrawn="1"/>
        </p:nvPicPr>
        <p:blipFill>
          <a:blip r:embed="rId5" cstate="email">
            <a:extLst>
              <a:ext uri="{28A0092B-C50C-407E-A947-70E740481C1C}">
                <a14:useLocalDpi xmlns:a14="http://schemas.microsoft.com/office/drawing/2010/main"/>
              </a:ext>
            </a:extLst>
          </a:blip>
          <a:stretch>
            <a:fillRect/>
          </a:stretch>
        </p:blipFill>
        <p:spPr>
          <a:xfrm>
            <a:off x="6601483" y="737086"/>
            <a:ext cx="5590517" cy="6120914"/>
          </a:xfrm>
          <a:prstGeom prst="rect">
            <a:avLst/>
          </a:prstGeom>
        </p:spPr>
      </p:pic>
      <p:sp>
        <p:nvSpPr>
          <p:cNvPr id="8" name="Retângulo 3">
            <a:extLst>
              <a:ext uri="{FF2B5EF4-FFF2-40B4-BE49-F238E27FC236}">
                <a16:creationId xmlns:a16="http://schemas.microsoft.com/office/drawing/2014/main" id="{770002B3-EC1D-DB49-BC86-0165275CFFB5}"/>
              </a:ext>
            </a:extLst>
          </p:cNvPr>
          <p:cNvSpPr/>
          <p:nvPr userDrawn="1"/>
        </p:nvSpPr>
        <p:spPr>
          <a:xfrm>
            <a:off x="0" y="0"/>
            <a:ext cx="9241183" cy="6858000"/>
          </a:xfrm>
          <a:prstGeom prst="rect">
            <a:avLst/>
          </a:prstGeom>
          <a:solidFill>
            <a:schemeClr val="accent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a:endParaRPr lang="pt-BR" sz="1800"/>
          </a:p>
        </p:txBody>
      </p:sp>
      <p:sp>
        <p:nvSpPr>
          <p:cNvPr id="17" name="Text Placeholder 16">
            <a:extLst>
              <a:ext uri="{FF2B5EF4-FFF2-40B4-BE49-F238E27FC236}">
                <a16:creationId xmlns:a16="http://schemas.microsoft.com/office/drawing/2014/main" id="{61497248-BE42-4BEF-B891-1ECD21E95A71}"/>
              </a:ext>
            </a:extLst>
          </p:cNvPr>
          <p:cNvSpPr>
            <a:spLocks noGrp="1"/>
          </p:cNvSpPr>
          <p:nvPr>
            <p:ph type="body" sz="quarter" idx="17" hasCustomPrompt="1"/>
          </p:nvPr>
        </p:nvSpPr>
        <p:spPr>
          <a:xfrm>
            <a:off x="3062511" y="1748502"/>
            <a:ext cx="6053138" cy="523220"/>
          </a:xfrm>
          <a:prstGeom prst="rect">
            <a:avLst/>
          </a:prstGeom>
        </p:spPr>
        <p:txBody>
          <a:bodyPr wrap="square" anchor="b">
            <a:spAutoFit/>
          </a:bodyPr>
          <a:lstStyle>
            <a:lvl1pPr>
              <a:defRPr sz="2800" b="1" cap="all" baseline="0">
                <a:solidFill>
                  <a:schemeClr val="bg1"/>
                </a:solidFill>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pt-BR"/>
              <a:t>EDIT MASTER TEXT STYLES</a:t>
            </a:r>
          </a:p>
        </p:txBody>
      </p:sp>
      <p:sp>
        <p:nvSpPr>
          <p:cNvPr id="13" name="Slide Number">
            <a:extLst>
              <a:ext uri="{FF2B5EF4-FFF2-40B4-BE49-F238E27FC236}">
                <a16:creationId xmlns:a16="http://schemas.microsoft.com/office/drawing/2014/main" id="{BF83F819-8759-4CD9-8F19-037258F0D4A4}"/>
              </a:ext>
            </a:extLst>
          </p:cNvPr>
          <p:cNvSpPr txBox="1">
            <a:spLocks/>
          </p:cNvSpPr>
          <p:nvPr userDrawn="1"/>
        </p:nvSpPr>
        <p:spPr>
          <a:xfrm>
            <a:off x="11762075" y="6525482"/>
            <a:ext cx="160294" cy="157014"/>
          </a:xfrm>
          <a:prstGeom prst="rect">
            <a:avLst/>
          </a:prstGeom>
        </p:spPr>
        <p:txBody>
          <a:bodyPr vert="horz" wrap="none" lIns="0" tIns="0" rIns="0" bIns="0" rtlCol="0" anchor="ctr">
            <a:spAutoFit/>
          </a:bodyPr>
          <a:lstStyle>
            <a:defPPr>
              <a:defRPr lang="en-US"/>
            </a:defPPr>
            <a:lvl1pPr>
              <a:defRPr sz="1000" baseline="0">
                <a:latin typeface="+mn-lt"/>
              </a:defRPr>
            </a:lvl1pPr>
          </a:lstStyle>
          <a:p>
            <a:pPr lvl="0" algn="r"/>
            <a:fld id="{42C328C1-A84F-4A39-A664-DBA00541A8C6}" type="slidenum">
              <a:rPr lang="pt-BR" smtClean="0"/>
              <a:pPr lvl="0" algn="r"/>
              <a:t>‹#›</a:t>
            </a:fld>
            <a:endParaRPr lang="pt-BR"/>
          </a:p>
        </p:txBody>
      </p:sp>
      <p:pic>
        <p:nvPicPr>
          <p:cNvPr id="4" name="Picture 3">
            <a:extLst>
              <a:ext uri="{FF2B5EF4-FFF2-40B4-BE49-F238E27FC236}">
                <a16:creationId xmlns:a16="http://schemas.microsoft.com/office/drawing/2014/main" id="{A4EF462F-A678-BB2C-2F96-146C32816FC4}"/>
              </a:ext>
            </a:extLst>
          </p:cNvPr>
          <p:cNvPicPr>
            <a:picLocks noChangeAspect="1"/>
          </p:cNvPicPr>
          <p:nvPr userDrawn="1"/>
        </p:nvPicPr>
        <p:blipFill rotWithShape="1">
          <a:blip r:embed="rId6" cstate="email">
            <a:lum bright="70000" contrast="-70000"/>
            <a:alphaModFix amt="20000"/>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a:ext>
            </a:extLst>
          </a:blip>
          <a:srcRect/>
          <a:stretch/>
        </p:blipFill>
        <p:spPr>
          <a:xfrm flipH="1">
            <a:off x="-1" y="236537"/>
            <a:ext cx="2781300" cy="3446463"/>
          </a:xfrm>
          <a:prstGeom prst="rect">
            <a:avLst/>
          </a:prstGeom>
        </p:spPr>
      </p:pic>
      <p:pic>
        <p:nvPicPr>
          <p:cNvPr id="6" name="Graphic 5">
            <a:extLst>
              <a:ext uri="{FF2B5EF4-FFF2-40B4-BE49-F238E27FC236}">
                <a16:creationId xmlns:a16="http://schemas.microsoft.com/office/drawing/2014/main" id="{E8BBD748-97E5-2605-39A8-DE3FBCC87985}"/>
              </a:ext>
            </a:extLst>
          </p:cNvPr>
          <p:cNvPicPr>
            <a:picLocks noChangeAspect="1"/>
          </p:cNvPicPr>
          <p:nvPr userDrawn="1"/>
        </p:nvPicPr>
        <p:blipFill>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10127705" y="6297334"/>
            <a:ext cx="1261440" cy="504000"/>
          </a:xfrm>
          <a:prstGeom prst="rect">
            <a:avLst/>
          </a:prstGeom>
        </p:spPr>
      </p:pic>
      <p:pic>
        <p:nvPicPr>
          <p:cNvPr id="10" name="Picture 9">
            <a:extLst>
              <a:ext uri="{FF2B5EF4-FFF2-40B4-BE49-F238E27FC236}">
                <a16:creationId xmlns:a16="http://schemas.microsoft.com/office/drawing/2014/main" id="{8425C029-763B-C997-08E5-2D429162EFA0}"/>
              </a:ext>
            </a:extLst>
          </p:cNvPr>
          <p:cNvPicPr>
            <a:picLocks noChangeAspect="1"/>
          </p:cNvPicPr>
          <p:nvPr userDrawn="1"/>
        </p:nvPicPr>
        <p:blipFill>
          <a:blip r:embed="rId5" cstate="email">
            <a:alphaModFix amt="35000"/>
            <a:extLst>
              <a:ext uri="{28A0092B-C50C-407E-A947-70E740481C1C}">
                <a14:useLocalDpi xmlns:a14="http://schemas.microsoft.com/office/drawing/2010/main"/>
              </a:ext>
            </a:extLst>
          </a:blip>
          <a:srcRect r="52783"/>
          <a:stretch>
            <a:fillRect/>
          </a:stretch>
        </p:blipFill>
        <p:spPr>
          <a:xfrm>
            <a:off x="6601483" y="737086"/>
            <a:ext cx="2639700" cy="6120914"/>
          </a:xfrm>
          <a:custGeom>
            <a:avLst/>
            <a:gdLst>
              <a:gd name="connsiteX0" fmla="*/ 0 w 2639700"/>
              <a:gd name="connsiteY0" fmla="*/ 0 h 6120914"/>
              <a:gd name="connsiteX1" fmla="*/ 2639700 w 2639700"/>
              <a:gd name="connsiteY1" fmla="*/ 0 h 6120914"/>
              <a:gd name="connsiteX2" fmla="*/ 2639700 w 2639700"/>
              <a:gd name="connsiteY2" fmla="*/ 6120914 h 6120914"/>
              <a:gd name="connsiteX3" fmla="*/ 0 w 2639700"/>
              <a:gd name="connsiteY3" fmla="*/ 6120914 h 6120914"/>
            </a:gdLst>
            <a:ahLst/>
            <a:cxnLst>
              <a:cxn ang="0">
                <a:pos x="connsiteX0" y="connsiteY0"/>
              </a:cxn>
              <a:cxn ang="0">
                <a:pos x="connsiteX1" y="connsiteY1"/>
              </a:cxn>
              <a:cxn ang="0">
                <a:pos x="connsiteX2" y="connsiteY2"/>
              </a:cxn>
              <a:cxn ang="0">
                <a:pos x="connsiteX3" y="connsiteY3"/>
              </a:cxn>
            </a:cxnLst>
            <a:rect l="l" t="t" r="r" b="b"/>
            <a:pathLst>
              <a:path w="2639700" h="6120914">
                <a:moveTo>
                  <a:pt x="0" y="0"/>
                </a:moveTo>
                <a:lnTo>
                  <a:pt x="2639700" y="0"/>
                </a:lnTo>
                <a:lnTo>
                  <a:pt x="2639700" y="6120914"/>
                </a:lnTo>
                <a:lnTo>
                  <a:pt x="0" y="6120914"/>
                </a:lnTo>
                <a:close/>
              </a:path>
            </a:pathLst>
          </a:custGeom>
        </p:spPr>
      </p:pic>
    </p:spTree>
    <p:extLst>
      <p:ext uri="{BB962C8B-B14F-4D97-AF65-F5344CB8AC3E}">
        <p14:creationId xmlns:p14="http://schemas.microsoft.com/office/powerpoint/2010/main" val="9086164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0_Layout Personalizado">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1137E873-3395-4CA4-875E-A0B0E7BF2302}"/>
              </a:ext>
            </a:extLst>
          </p:cNvPr>
          <p:cNvGraphicFramePr>
            <a:graphicFrameLocks noChangeAspect="1"/>
          </p:cNvGraphicFramePr>
          <p:nvPr>
            <p:custDataLst>
              <p:tags r:id="rId1"/>
            </p:custDataLst>
            <p:extLst>
              <p:ext uri="{D42A27DB-BD31-4B8C-83A1-F6EECF244321}">
                <p14:modId xmlns:p14="http://schemas.microsoft.com/office/powerpoint/2010/main" val="272547056"/>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Slide do think-cell" r:id="rId4" imgW="493" imgH="493" progId="TCLayout.ActiveDocument.1">
                  <p:embed/>
                </p:oleObj>
              </mc:Choice>
              <mc:Fallback>
                <p:oleObj name="Slide do think-cell" r:id="rId4" imgW="493" imgH="493" progId="TCLayout.ActiveDocument.1">
                  <p:embed/>
                  <p:pic>
                    <p:nvPicPr>
                      <p:cNvPr id="2" name="Object 1" hidden="1">
                        <a:extLst>
                          <a:ext uri="{FF2B5EF4-FFF2-40B4-BE49-F238E27FC236}">
                            <a16:creationId xmlns:a16="http://schemas.microsoft.com/office/drawing/2014/main" id="{1137E873-3395-4CA4-875E-A0B0E7BF2302}"/>
                          </a:ext>
                        </a:extLst>
                      </p:cNvPr>
                      <p:cNvPicPr/>
                      <p:nvPr/>
                    </p:nvPicPr>
                    <p:blipFill>
                      <a:blip r:embed="rId5"/>
                      <a:stretch>
                        <a:fillRect/>
                      </a:stretch>
                    </p:blipFill>
                    <p:spPr>
                      <a:xfrm>
                        <a:off x="2118" y="1589"/>
                        <a:ext cx="2116" cy="1587"/>
                      </a:xfrm>
                      <a:prstGeom prst="rect">
                        <a:avLst/>
                      </a:prstGeom>
                    </p:spPr>
                  </p:pic>
                </p:oleObj>
              </mc:Fallback>
            </mc:AlternateContent>
          </a:graphicData>
        </a:graphic>
      </p:graphicFrame>
      <p:pic>
        <p:nvPicPr>
          <p:cNvPr id="4" name="Picture 3">
            <a:extLst>
              <a:ext uri="{FF2B5EF4-FFF2-40B4-BE49-F238E27FC236}">
                <a16:creationId xmlns:a16="http://schemas.microsoft.com/office/drawing/2014/main" id="{9AF4E431-5370-F862-55CA-2B13D6EA082D}"/>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6601483" y="737086"/>
            <a:ext cx="5590517" cy="6120914"/>
          </a:xfrm>
          <a:prstGeom prst="rect">
            <a:avLst/>
          </a:prstGeom>
        </p:spPr>
      </p:pic>
      <p:sp>
        <p:nvSpPr>
          <p:cNvPr id="5" name="Rectangle 4" hidden="1">
            <a:extLst>
              <a:ext uri="{FF2B5EF4-FFF2-40B4-BE49-F238E27FC236}">
                <a16:creationId xmlns:a16="http://schemas.microsoft.com/office/drawing/2014/main" id="{3ED6A465-F6C5-4E8F-B9DE-C5B62BA8FB3C}"/>
              </a:ext>
            </a:extLst>
          </p:cNvPr>
          <p:cNvSpPr/>
          <p:nvPr userDrawn="1">
            <p:custDataLst>
              <p:tags r:id="rId2"/>
            </p:custDataLst>
          </p:nvPr>
        </p:nvSpPr>
        <p:spPr>
          <a:xfrm>
            <a:off x="0" y="0"/>
            <a:ext cx="158750" cy="158750"/>
          </a:xfrm>
          <a:prstGeom prst="rect">
            <a:avLst/>
          </a:prstGeom>
          <a:solidFill>
            <a:schemeClr val="accent2"/>
          </a:solidFill>
          <a:ln w="19050">
            <a:solidFill>
              <a:schemeClr val="accent2"/>
            </a:solidFill>
            <a:miter lim="400000"/>
          </a:ln>
          <a:effectLst/>
        </p:spPr>
        <p:txBody>
          <a:bodyPr wrap="none" lIns="0" tIns="0" rIns="0" bIns="0" numCol="1" spcCol="0" rtlCol="0" anchor="ctr" anchorCtr="0">
            <a:noAutofit/>
          </a:bodyPr>
          <a:lstStyle/>
          <a:p>
            <a:pPr marL="0" lvl="0" indent="0" algn="l"/>
            <a:endParaRPr lang="pt-BR" sz="20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9" name="Shape 1409">
            <a:extLst>
              <a:ext uri="{FF2B5EF4-FFF2-40B4-BE49-F238E27FC236}">
                <a16:creationId xmlns:a16="http://schemas.microsoft.com/office/drawing/2014/main" id="{434A38E0-EED8-4B24-8585-F773498C4BAB}"/>
              </a:ext>
            </a:extLst>
          </p:cNvPr>
          <p:cNvSpPr/>
          <p:nvPr userDrawn="1"/>
        </p:nvSpPr>
        <p:spPr>
          <a:xfrm>
            <a:off x="0" y="1911927"/>
            <a:ext cx="12192000" cy="4946073"/>
          </a:xfrm>
          <a:prstGeom prst="rect">
            <a:avLst/>
          </a:prstGeom>
          <a:solidFill>
            <a:schemeClr val="accent5"/>
          </a:solidFill>
          <a:ln w="12700">
            <a:noFill/>
            <a:miter lim="400000"/>
          </a:ln>
        </p:spPr>
        <p:txBody>
          <a:bodyPr lIns="0" tIns="0" rIns="0" bIns="0" anchor="ctr"/>
          <a:lstStyle/>
          <a:p>
            <a:pPr lvl="0">
              <a:defRPr sz="3200"/>
            </a:pPr>
            <a:endParaRPr lang="pt-BR" sz="3200"/>
          </a:p>
        </p:txBody>
      </p:sp>
      <p:sp>
        <p:nvSpPr>
          <p:cNvPr id="3" name="Title 1">
            <a:extLst>
              <a:ext uri="{FF2B5EF4-FFF2-40B4-BE49-F238E27FC236}">
                <a16:creationId xmlns:a16="http://schemas.microsoft.com/office/drawing/2014/main" id="{865B0B3E-6C55-CD05-9BA6-7AAB1D8FB22B}"/>
              </a:ext>
            </a:extLst>
          </p:cNvPr>
          <p:cNvSpPr>
            <a:spLocks noGrp="1"/>
          </p:cNvSpPr>
          <p:nvPr>
            <p:ph type="title" hasCustomPrompt="1"/>
          </p:nvPr>
        </p:nvSpPr>
        <p:spPr>
          <a:xfrm>
            <a:off x="227543" y="312999"/>
            <a:ext cx="11736916" cy="307777"/>
          </a:xfrm>
          <a:prstGeom prst="rect">
            <a:avLst/>
          </a:prstGeom>
        </p:spPr>
        <p:txBody>
          <a:bodyPr vert="horz" wrap="square" lIns="0" tIns="0" rIns="0" bIns="0" rtlCol="0" anchor="t" anchorCtr="0">
            <a:spAutoFit/>
          </a:bodyPr>
          <a:lstStyle>
            <a:lvl1pPr>
              <a:defRPr lang="en-US" dirty="0"/>
            </a:lvl1pPr>
          </a:lstStyle>
          <a:p>
            <a:pPr marL="0" lvl="0"/>
            <a:r>
              <a:rPr lang="pt-BR"/>
              <a:t>Clique para editar o título Mestre</a:t>
            </a:r>
            <a:endParaRPr lang="en-US"/>
          </a:p>
        </p:txBody>
      </p:sp>
      <p:pic>
        <p:nvPicPr>
          <p:cNvPr id="7" name="Picture 6">
            <a:extLst>
              <a:ext uri="{FF2B5EF4-FFF2-40B4-BE49-F238E27FC236}">
                <a16:creationId xmlns:a16="http://schemas.microsoft.com/office/drawing/2014/main" id="{C80078DC-6FE1-6200-F06A-9AC208CFAA41}"/>
              </a:ext>
            </a:extLst>
          </p:cNvPr>
          <p:cNvPicPr>
            <a:picLocks noChangeAspect="1"/>
          </p:cNvPicPr>
          <p:nvPr userDrawn="1"/>
        </p:nvPicPr>
        <p:blipFill rotWithShape="1">
          <a:blip r:embed="rId6" cstate="email">
            <a:alphaModFix amt="35000"/>
            <a:extLst>
              <a:ext uri="{28A0092B-C50C-407E-A947-70E740481C1C}">
                <a14:useLocalDpi xmlns:a14="http://schemas.microsoft.com/office/drawing/2010/main"/>
              </a:ext>
            </a:extLst>
          </a:blip>
          <a:srcRect l="-4" t="19193" r="5"/>
          <a:stretch/>
        </p:blipFill>
        <p:spPr>
          <a:xfrm>
            <a:off x="6601483" y="1911926"/>
            <a:ext cx="5590517" cy="4946073"/>
          </a:xfrm>
          <a:custGeom>
            <a:avLst/>
            <a:gdLst>
              <a:gd name="connsiteX0" fmla="*/ 0 w 2639700"/>
              <a:gd name="connsiteY0" fmla="*/ 0 h 6120914"/>
              <a:gd name="connsiteX1" fmla="*/ 2639700 w 2639700"/>
              <a:gd name="connsiteY1" fmla="*/ 0 h 6120914"/>
              <a:gd name="connsiteX2" fmla="*/ 2639700 w 2639700"/>
              <a:gd name="connsiteY2" fmla="*/ 6120914 h 6120914"/>
              <a:gd name="connsiteX3" fmla="*/ 0 w 2639700"/>
              <a:gd name="connsiteY3" fmla="*/ 6120914 h 6120914"/>
            </a:gdLst>
            <a:ahLst/>
            <a:cxnLst>
              <a:cxn ang="0">
                <a:pos x="connsiteX0" y="connsiteY0"/>
              </a:cxn>
              <a:cxn ang="0">
                <a:pos x="connsiteX1" y="connsiteY1"/>
              </a:cxn>
              <a:cxn ang="0">
                <a:pos x="connsiteX2" y="connsiteY2"/>
              </a:cxn>
              <a:cxn ang="0">
                <a:pos x="connsiteX3" y="connsiteY3"/>
              </a:cxn>
            </a:cxnLst>
            <a:rect l="l" t="t" r="r" b="b"/>
            <a:pathLst>
              <a:path w="2639700" h="6120914">
                <a:moveTo>
                  <a:pt x="0" y="0"/>
                </a:moveTo>
                <a:lnTo>
                  <a:pt x="2639700" y="0"/>
                </a:lnTo>
                <a:lnTo>
                  <a:pt x="2639700" y="6120914"/>
                </a:lnTo>
                <a:lnTo>
                  <a:pt x="0" y="6120914"/>
                </a:lnTo>
                <a:close/>
              </a:path>
            </a:pathLst>
          </a:custGeom>
        </p:spPr>
      </p:pic>
      <p:sp>
        <p:nvSpPr>
          <p:cNvPr id="11" name="Slide Number">
            <a:extLst>
              <a:ext uri="{FF2B5EF4-FFF2-40B4-BE49-F238E27FC236}">
                <a16:creationId xmlns:a16="http://schemas.microsoft.com/office/drawing/2014/main" id="{4DFAB2AA-327C-842C-C54B-DE9DD7EE1B48}"/>
              </a:ext>
            </a:extLst>
          </p:cNvPr>
          <p:cNvSpPr txBox="1">
            <a:spLocks/>
          </p:cNvSpPr>
          <p:nvPr userDrawn="1"/>
        </p:nvSpPr>
        <p:spPr>
          <a:xfrm>
            <a:off x="11762075" y="6525482"/>
            <a:ext cx="160294" cy="157014"/>
          </a:xfrm>
          <a:prstGeom prst="rect">
            <a:avLst/>
          </a:prstGeom>
        </p:spPr>
        <p:txBody>
          <a:bodyPr vert="horz" wrap="none" lIns="0" tIns="0" rIns="0" bIns="0" rtlCol="0" anchor="ctr">
            <a:spAutoFit/>
          </a:bodyPr>
          <a:lstStyle>
            <a:defPPr>
              <a:defRPr lang="en-US"/>
            </a:defPPr>
            <a:lvl1pPr>
              <a:defRPr sz="1000" baseline="0">
                <a:latin typeface="+mn-lt"/>
              </a:defRPr>
            </a:lvl1pPr>
          </a:lstStyle>
          <a:p>
            <a:pPr lvl="0" algn="r"/>
            <a:fld id="{42C328C1-A84F-4A39-A664-DBA00541A8C6}" type="slidenum">
              <a:rPr lang="pt-BR" smtClean="0">
                <a:solidFill>
                  <a:schemeClr val="bg1"/>
                </a:solidFill>
              </a:rPr>
              <a:pPr lvl="0" algn="r"/>
              <a:t>‹#›</a:t>
            </a:fld>
            <a:endParaRPr lang="pt-BR">
              <a:solidFill>
                <a:schemeClr val="bg1"/>
              </a:solidFill>
            </a:endParaRPr>
          </a:p>
        </p:txBody>
      </p:sp>
      <p:pic>
        <p:nvPicPr>
          <p:cNvPr id="6" name="Graphic 5">
            <a:extLst>
              <a:ext uri="{FF2B5EF4-FFF2-40B4-BE49-F238E27FC236}">
                <a16:creationId xmlns:a16="http://schemas.microsoft.com/office/drawing/2014/main" id="{4D4551E9-FA6B-4406-BD4B-647812CF17F5}"/>
              </a:ext>
            </a:extLst>
          </p:cNvPr>
          <p:cNvPicPr>
            <a:picLocks noChangeAspect="1"/>
          </p:cNvPicPr>
          <p:nvPr userDrawn="1"/>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10127705" y="6297334"/>
            <a:ext cx="1264320" cy="504000"/>
          </a:xfrm>
          <a:prstGeom prst="rect">
            <a:avLst/>
          </a:prstGeom>
        </p:spPr>
      </p:pic>
    </p:spTree>
    <p:extLst>
      <p:ext uri="{BB962C8B-B14F-4D97-AF65-F5344CB8AC3E}">
        <p14:creationId xmlns:p14="http://schemas.microsoft.com/office/powerpoint/2010/main" val="2124800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2_Layout Personalizado">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4910D163-22BE-4235-9B77-F3A494049FE8}"/>
              </a:ext>
            </a:extLst>
          </p:cNvPr>
          <p:cNvGraphicFramePr>
            <a:graphicFrameLocks noChangeAspect="1"/>
          </p:cNvGraphicFramePr>
          <p:nvPr>
            <p:custDataLst>
              <p:tags r:id="rId1"/>
            </p:custDataLst>
            <p:extLst>
              <p:ext uri="{D42A27DB-BD31-4B8C-83A1-F6EECF244321}">
                <p14:modId xmlns:p14="http://schemas.microsoft.com/office/powerpoint/2010/main" val="2668079322"/>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Slide do think-cell" r:id="rId4" imgW="493" imgH="493" progId="TCLayout.ActiveDocument.1">
                  <p:embed/>
                </p:oleObj>
              </mc:Choice>
              <mc:Fallback>
                <p:oleObj name="Slide do think-cell" r:id="rId4" imgW="493" imgH="493" progId="TCLayout.ActiveDocument.1">
                  <p:embed/>
                  <p:pic>
                    <p:nvPicPr>
                      <p:cNvPr id="2" name="Object 1" hidden="1">
                        <a:extLst>
                          <a:ext uri="{FF2B5EF4-FFF2-40B4-BE49-F238E27FC236}">
                            <a16:creationId xmlns:a16="http://schemas.microsoft.com/office/drawing/2014/main" id="{4910D163-22BE-4235-9B77-F3A494049FE8}"/>
                          </a:ext>
                        </a:extLst>
                      </p:cNvPr>
                      <p:cNvPicPr/>
                      <p:nvPr/>
                    </p:nvPicPr>
                    <p:blipFill>
                      <a:blip r:embed="rId5"/>
                      <a:stretch>
                        <a:fillRect/>
                      </a:stretch>
                    </p:blipFill>
                    <p:spPr>
                      <a:xfrm>
                        <a:off x="2118" y="1589"/>
                        <a:ext cx="2116" cy="1587"/>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2C5C2C69-0B78-465A-AD2B-0896E21D1977}"/>
              </a:ext>
            </a:extLst>
          </p:cNvPr>
          <p:cNvSpPr/>
          <p:nvPr userDrawn="1">
            <p:custDataLst>
              <p:tags r:id="rId2"/>
            </p:custDataLst>
          </p:nvPr>
        </p:nvSpPr>
        <p:spPr>
          <a:xfrm>
            <a:off x="0" y="0"/>
            <a:ext cx="158750" cy="158750"/>
          </a:xfrm>
          <a:prstGeom prst="rect">
            <a:avLst/>
          </a:prstGeom>
          <a:solidFill>
            <a:schemeClr val="accent2"/>
          </a:solidFill>
          <a:ln w="19050">
            <a:solidFill>
              <a:schemeClr val="accent2"/>
            </a:solidFill>
            <a:miter lim="400000"/>
          </a:ln>
          <a:effectLst/>
        </p:spPr>
        <p:txBody>
          <a:bodyPr wrap="none" lIns="0" tIns="0" rIns="0" bIns="0" numCol="1" spcCol="0" rtlCol="0" anchor="ctr" anchorCtr="0">
            <a:noAutofit/>
          </a:bodyPr>
          <a:lstStyle/>
          <a:p>
            <a:pPr marL="0" lvl="0" indent="0" algn="l" rtl="0"/>
            <a:endParaRPr kumimoji="0" lang="pt-BR" sz="2000" b="1" i="0" u="none" cap="none" baseline="0">
              <a:solidFill>
                <a:schemeClr val="bg1"/>
              </a:solidFill>
              <a:latin typeface="Arial" panose="020B0604020202020204" pitchFamily="34" charset="0"/>
              <a:ea typeface="+mj-ea"/>
              <a:cs typeface="+mj-cs"/>
              <a:sym typeface="Arial" panose="020B0604020202020204" pitchFamily="34" charset="0"/>
            </a:endParaRPr>
          </a:p>
        </p:txBody>
      </p:sp>
      <p:pic>
        <p:nvPicPr>
          <p:cNvPr id="11" name="Picture 10">
            <a:extLst>
              <a:ext uri="{FF2B5EF4-FFF2-40B4-BE49-F238E27FC236}">
                <a16:creationId xmlns:a16="http://schemas.microsoft.com/office/drawing/2014/main" id="{364FFF21-457D-486C-834A-52AE60AE72D0}"/>
              </a:ext>
            </a:extLst>
          </p:cNvPr>
          <p:cNvPicPr>
            <a:picLocks noChangeAspect="1"/>
          </p:cNvPicPr>
          <p:nvPr userDrawn="1"/>
        </p:nvPicPr>
        <p:blipFill rotWithShape="1">
          <a:blip r:embed="rId6" cstate="email">
            <a:duotone>
              <a:schemeClr val="bg2">
                <a:shade val="45000"/>
                <a:satMod val="135000"/>
              </a:schemeClr>
              <a:prstClr val="white"/>
            </a:duotone>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2" name="Text Placeholder 4">
            <a:extLst>
              <a:ext uri="{FF2B5EF4-FFF2-40B4-BE49-F238E27FC236}">
                <a16:creationId xmlns:a16="http://schemas.microsoft.com/office/drawing/2014/main" id="{8998E50B-5C27-4A37-8F85-41A956F5BFEA}"/>
              </a:ext>
            </a:extLst>
          </p:cNvPr>
          <p:cNvSpPr>
            <a:spLocks noGrp="1"/>
          </p:cNvSpPr>
          <p:nvPr>
            <p:ph type="body" sz="quarter" idx="14" hasCustomPrompt="1"/>
          </p:nvPr>
        </p:nvSpPr>
        <p:spPr>
          <a:xfrm>
            <a:off x="233257" y="6538951"/>
            <a:ext cx="9696000" cy="153888"/>
          </a:xfrm>
          <a:prstGeom prst="rect">
            <a:avLst/>
          </a:prstGeom>
        </p:spPr>
        <p:txBody>
          <a:bodyPr wrap="square" lIns="0" tIns="0" rIns="0" bIns="0" anchor="b" anchorCtr="0"/>
          <a:lstStyle>
            <a:lvl1pPr marL="0" indent="0">
              <a:spcBef>
                <a:spcPts val="0"/>
              </a:spcBef>
              <a:buNone/>
              <a:defRPr lang="en-GB" sz="900" dirty="0"/>
            </a:lvl1pPr>
            <a:lvl2pPr marL="196850" indent="0">
              <a:buNone/>
              <a:defRPr sz="900"/>
            </a:lvl2pPr>
            <a:lvl3pPr marL="406400" indent="0">
              <a:buNone/>
              <a:defRPr sz="900"/>
            </a:lvl3pPr>
            <a:lvl4pPr marL="588962" indent="0">
              <a:buNone/>
              <a:defRPr sz="1000"/>
            </a:lvl4pPr>
            <a:lvl5pPr marL="817562" indent="0">
              <a:buNone/>
              <a:defRPr sz="1000"/>
            </a:lvl5pPr>
          </a:lstStyle>
          <a:p>
            <a:pPr lvl="0"/>
            <a:r>
              <a:rPr lang="pt-BR" sz="1000">
                <a:latin typeface="+mj-lt"/>
              </a:rPr>
              <a:t>Fonte:</a:t>
            </a:r>
          </a:p>
        </p:txBody>
      </p:sp>
      <p:sp>
        <p:nvSpPr>
          <p:cNvPr id="10" name="Slide Number">
            <a:extLst>
              <a:ext uri="{FF2B5EF4-FFF2-40B4-BE49-F238E27FC236}">
                <a16:creationId xmlns:a16="http://schemas.microsoft.com/office/drawing/2014/main" id="{4FB17B43-7589-DB3C-1A95-76706DB6F489}"/>
              </a:ext>
            </a:extLst>
          </p:cNvPr>
          <p:cNvSpPr txBox="1">
            <a:spLocks/>
          </p:cNvSpPr>
          <p:nvPr userDrawn="1"/>
        </p:nvSpPr>
        <p:spPr>
          <a:xfrm>
            <a:off x="11762075" y="6525482"/>
            <a:ext cx="160294" cy="157014"/>
          </a:xfrm>
          <a:prstGeom prst="rect">
            <a:avLst/>
          </a:prstGeom>
        </p:spPr>
        <p:txBody>
          <a:bodyPr vert="horz" wrap="none" lIns="0" tIns="0" rIns="0" bIns="0" rtlCol="0" anchor="ctr">
            <a:spAutoFit/>
          </a:bodyPr>
          <a:lstStyle>
            <a:defPPr>
              <a:defRPr lang="en-US"/>
            </a:defPPr>
            <a:lvl1pPr>
              <a:defRPr sz="1000" baseline="0">
                <a:latin typeface="+mn-lt"/>
              </a:defRPr>
            </a:lvl1pPr>
          </a:lstStyle>
          <a:p>
            <a:pPr lvl="0" algn="r"/>
            <a:fld id="{42C328C1-A84F-4A39-A664-DBA00541A8C6}" type="slidenum">
              <a:rPr lang="pt-BR" smtClean="0"/>
              <a:pPr lvl="0" algn="r"/>
              <a:t>‹#›</a:t>
            </a:fld>
            <a:endParaRPr lang="pt-BR"/>
          </a:p>
        </p:txBody>
      </p:sp>
      <p:pic>
        <p:nvPicPr>
          <p:cNvPr id="4" name="Graphic 3">
            <a:extLst>
              <a:ext uri="{FF2B5EF4-FFF2-40B4-BE49-F238E27FC236}">
                <a16:creationId xmlns:a16="http://schemas.microsoft.com/office/drawing/2014/main" id="{44630D2E-5935-E3E2-816A-2614116B713E}"/>
              </a:ext>
            </a:extLst>
          </p:cNvPr>
          <p:cNvPicPr>
            <a:picLocks noChangeAspect="1"/>
          </p:cNvPicPr>
          <p:nvPr userDrawn="1"/>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10127705" y="6297334"/>
            <a:ext cx="1261440" cy="504000"/>
          </a:xfrm>
          <a:prstGeom prst="rect">
            <a:avLst/>
          </a:prstGeom>
        </p:spPr>
      </p:pic>
      <p:sp>
        <p:nvSpPr>
          <p:cNvPr id="7" name="Title 1">
            <a:extLst>
              <a:ext uri="{FF2B5EF4-FFF2-40B4-BE49-F238E27FC236}">
                <a16:creationId xmlns:a16="http://schemas.microsoft.com/office/drawing/2014/main" id="{95DE7E33-9403-EC50-519F-841013B2C424}"/>
              </a:ext>
            </a:extLst>
          </p:cNvPr>
          <p:cNvSpPr>
            <a:spLocks noGrp="1"/>
          </p:cNvSpPr>
          <p:nvPr>
            <p:ph type="title" hasCustomPrompt="1"/>
          </p:nvPr>
        </p:nvSpPr>
        <p:spPr>
          <a:xfrm>
            <a:off x="227543" y="312999"/>
            <a:ext cx="11736916" cy="307777"/>
          </a:xfrm>
          <a:prstGeom prst="rect">
            <a:avLst/>
          </a:prstGeom>
        </p:spPr>
        <p:txBody>
          <a:bodyPr vert="horz" wrap="square" lIns="0" tIns="0" rIns="0" bIns="0" rtlCol="0" anchor="t" anchorCtr="0">
            <a:spAutoFit/>
          </a:bodyPr>
          <a:lstStyle>
            <a:lvl1pPr>
              <a:defRPr lang="en-US" dirty="0"/>
            </a:lvl1pPr>
          </a:lstStyle>
          <a:p>
            <a:pPr marL="0" lvl="0"/>
            <a:r>
              <a:rPr lang="pt-BR"/>
              <a:t>Clique para editar o título Mestre</a:t>
            </a:r>
            <a:endParaRPr lang="en-US"/>
          </a:p>
        </p:txBody>
      </p:sp>
    </p:spTree>
    <p:extLst>
      <p:ext uri="{BB962C8B-B14F-4D97-AF65-F5344CB8AC3E}">
        <p14:creationId xmlns:p14="http://schemas.microsoft.com/office/powerpoint/2010/main" val="322672484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D998C7-1095-4F79-96A7-1CADFC383356}" type="slidenum">
              <a:rPr lang="en-US" smtClean="0"/>
              <a:t>‹#›</a:t>
            </a:fld>
            <a:endParaRPr lang="en-US"/>
          </a:p>
        </p:txBody>
      </p:sp>
      <p:sp>
        <p:nvSpPr>
          <p:cNvPr id="8" name="Date Placeholder 3"/>
          <p:cNvSpPr>
            <a:spLocks noGrp="1"/>
          </p:cNvSpPr>
          <p:nvPr>
            <p:ph type="dt" sz="half" idx="2"/>
          </p:nvPr>
        </p:nvSpPr>
        <p:spPr>
          <a:xfrm>
            <a:off x="350031" y="6692400"/>
            <a:ext cx="419987" cy="107722"/>
          </a:xfrm>
          <a:prstGeom prst="rect">
            <a:avLst/>
          </a:prstGeom>
        </p:spPr>
        <p:txBody>
          <a:bodyPr vert="horz" wrap="none" lIns="0" tIns="0" rIns="0" bIns="0" rtlCol="0" anchor="t" anchorCtr="0">
            <a:spAutoFit/>
          </a:bodyPr>
          <a:lstStyle>
            <a:lvl1pPr algn="l">
              <a:defRPr sz="700">
                <a:solidFill>
                  <a:schemeClr val="tx1"/>
                </a:solidFill>
                <a:latin typeface="Arial" pitchFamily="34" charset="0"/>
                <a:cs typeface="Arial" pitchFamily="34" charset="0"/>
              </a:defRPr>
            </a:lvl1pPr>
          </a:lstStyle>
          <a:p>
            <a:r>
              <a:rPr lang="pt-BR"/>
              <a:t>May, 2013</a:t>
            </a:r>
            <a:endParaRPr lang="en-US"/>
          </a:p>
        </p:txBody>
      </p:sp>
    </p:spTree>
    <p:extLst>
      <p:ext uri="{BB962C8B-B14F-4D97-AF65-F5344CB8AC3E}">
        <p14:creationId xmlns:p14="http://schemas.microsoft.com/office/powerpoint/2010/main" val="340314581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ext Slide (Full P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a:xfrm>
            <a:off x="2366030" y="6692400"/>
            <a:ext cx="2249803" cy="107722"/>
          </a:xfrm>
        </p:spPr>
        <p:txBody>
          <a:bodyPr/>
          <a:lstStyle/>
          <a:p>
            <a:endParaRPr lang="en-US"/>
          </a:p>
        </p:txBody>
      </p:sp>
      <p:sp>
        <p:nvSpPr>
          <p:cNvPr id="6" name="Slide Number Placeholder 5"/>
          <p:cNvSpPr>
            <a:spLocks noGrp="1"/>
          </p:cNvSpPr>
          <p:nvPr>
            <p:ph type="sldNum" sz="quarter" idx="12"/>
          </p:nvPr>
        </p:nvSpPr>
        <p:spPr/>
        <p:txBody>
          <a:bodyPr/>
          <a:lstStyle/>
          <a:p>
            <a:fld id="{1B101894-CD26-4755-B2AE-6750C1357069}" type="slidenum">
              <a:rPr lang="en-US" smtClean="0"/>
              <a:t>‹#›</a:t>
            </a:fld>
            <a:endParaRPr lang="en-US"/>
          </a:p>
        </p:txBody>
      </p:sp>
      <p:sp>
        <p:nvSpPr>
          <p:cNvPr id="9" name="Date Placeholder 3"/>
          <p:cNvSpPr>
            <a:spLocks noGrp="1"/>
          </p:cNvSpPr>
          <p:nvPr>
            <p:ph type="dt" sz="half" idx="2"/>
          </p:nvPr>
        </p:nvSpPr>
        <p:spPr>
          <a:xfrm>
            <a:off x="350031" y="6692400"/>
            <a:ext cx="419987" cy="107722"/>
          </a:xfrm>
          <a:prstGeom prst="rect">
            <a:avLst/>
          </a:prstGeom>
        </p:spPr>
        <p:txBody>
          <a:bodyPr vert="horz" wrap="none" lIns="0" tIns="0" rIns="0" bIns="0" rtlCol="0" anchor="t" anchorCtr="0">
            <a:spAutoFit/>
          </a:bodyPr>
          <a:lstStyle>
            <a:lvl1pPr algn="l">
              <a:defRPr sz="700">
                <a:solidFill>
                  <a:schemeClr val="tx1"/>
                </a:solidFill>
                <a:latin typeface="Arial" pitchFamily="34" charset="0"/>
                <a:cs typeface="Arial" pitchFamily="34" charset="0"/>
              </a:defRPr>
            </a:lvl1pPr>
          </a:lstStyle>
          <a:p>
            <a:r>
              <a:rPr lang="pt-BR"/>
              <a:t>May, 2013</a:t>
            </a:r>
            <a:endParaRPr lang="en-US"/>
          </a:p>
        </p:txBody>
      </p:sp>
    </p:spTree>
    <p:extLst>
      <p:ext uri="{BB962C8B-B14F-4D97-AF65-F5344CB8AC3E}">
        <p14:creationId xmlns:p14="http://schemas.microsoft.com/office/powerpoint/2010/main" val="3797855123"/>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woObj" preserve="1">
  <p:cSld name="Two Textbox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65326" y="1569599"/>
            <a:ext cx="5542892" cy="4611600"/>
          </a:xfrm>
        </p:spPr>
        <p:txBody>
          <a:bodyPr>
            <a:normAutofit/>
          </a:bodyPr>
          <a:lstStyle>
            <a:lvl1pPr>
              <a:defRPr sz="1600"/>
            </a:lvl1pPr>
            <a:lvl2pPr>
              <a:defRPr sz="16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09525" y="1569599"/>
            <a:ext cx="5542892" cy="4611600"/>
          </a:xfrm>
        </p:spPr>
        <p:txBody>
          <a:bodyPr>
            <a:normAutofit/>
          </a:bodyPr>
          <a:lstStyle>
            <a:lvl1pPr>
              <a:defRPr sz="1600"/>
            </a:lvl1pPr>
            <a:lvl2pPr>
              <a:defRPr sz="16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E3D4A0C-D92E-4AC7-AF4B-43DEE33FF7DB}" type="slidenum">
              <a:rPr lang="en-US" smtClean="0"/>
              <a:t>‹#›</a:t>
            </a:fld>
            <a:endParaRPr lang="en-US"/>
          </a:p>
        </p:txBody>
      </p:sp>
      <p:sp>
        <p:nvSpPr>
          <p:cNvPr id="12" name="Date Placeholder 3"/>
          <p:cNvSpPr>
            <a:spLocks noGrp="1"/>
          </p:cNvSpPr>
          <p:nvPr>
            <p:ph type="dt" sz="half" idx="13"/>
          </p:nvPr>
        </p:nvSpPr>
        <p:spPr>
          <a:xfrm>
            <a:off x="350031" y="6692400"/>
            <a:ext cx="419987" cy="107722"/>
          </a:xfrm>
          <a:prstGeom prst="rect">
            <a:avLst/>
          </a:prstGeom>
        </p:spPr>
        <p:txBody>
          <a:bodyPr vert="horz" wrap="none" lIns="0" tIns="0" rIns="0" bIns="0" rtlCol="0" anchor="t" anchorCtr="0">
            <a:spAutoFit/>
          </a:bodyPr>
          <a:lstStyle>
            <a:lvl1pPr algn="l">
              <a:defRPr sz="700">
                <a:solidFill>
                  <a:schemeClr val="tx1"/>
                </a:solidFill>
                <a:latin typeface="Arial" pitchFamily="34" charset="0"/>
                <a:cs typeface="Arial" pitchFamily="34" charset="0"/>
              </a:defRPr>
            </a:lvl1pPr>
          </a:lstStyle>
          <a:p>
            <a:r>
              <a:rPr lang="pt-BR"/>
              <a:t>May, 2013</a:t>
            </a:r>
            <a:endParaRPr lang="en-US"/>
          </a:p>
        </p:txBody>
      </p:sp>
    </p:spTree>
    <p:extLst>
      <p:ext uri="{BB962C8B-B14F-4D97-AF65-F5344CB8AC3E}">
        <p14:creationId xmlns:p14="http://schemas.microsoft.com/office/powerpoint/2010/main" val="112380831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AD998C7-1095-4F79-96A7-1CADFC383356}" type="slidenum">
              <a:rPr lang="en-US" smtClean="0"/>
              <a:t>‹#›</a:t>
            </a:fld>
            <a:endParaRPr lang="en-US"/>
          </a:p>
        </p:txBody>
      </p:sp>
      <p:sp>
        <p:nvSpPr>
          <p:cNvPr id="8" name="Date Placeholder 3"/>
          <p:cNvSpPr>
            <a:spLocks noGrp="1"/>
          </p:cNvSpPr>
          <p:nvPr>
            <p:ph type="dt" sz="half" idx="2"/>
          </p:nvPr>
        </p:nvSpPr>
        <p:spPr>
          <a:xfrm>
            <a:off x="350031" y="6692400"/>
            <a:ext cx="419987" cy="107722"/>
          </a:xfrm>
          <a:prstGeom prst="rect">
            <a:avLst/>
          </a:prstGeom>
        </p:spPr>
        <p:txBody>
          <a:bodyPr vert="horz" wrap="none" lIns="0" tIns="0" rIns="0" bIns="0" rtlCol="0" anchor="t" anchorCtr="0">
            <a:spAutoFit/>
          </a:bodyPr>
          <a:lstStyle>
            <a:lvl1pPr algn="l">
              <a:defRPr sz="700">
                <a:solidFill>
                  <a:schemeClr val="tx1"/>
                </a:solidFill>
                <a:latin typeface="Arial" pitchFamily="34" charset="0"/>
                <a:cs typeface="Arial" pitchFamily="34" charset="0"/>
              </a:defRPr>
            </a:lvl1pPr>
          </a:lstStyle>
          <a:p>
            <a:r>
              <a:rPr lang="pt-BR"/>
              <a:t>May, 2013</a:t>
            </a:r>
            <a:endParaRPr lang="en-US"/>
          </a:p>
        </p:txBody>
      </p:sp>
    </p:spTree>
    <p:extLst>
      <p:ext uri="{BB962C8B-B14F-4D97-AF65-F5344CB8AC3E}">
        <p14:creationId xmlns:p14="http://schemas.microsoft.com/office/powerpoint/2010/main" val="242726049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type="title" preserve="1">
  <p:cSld name="TOC">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50031" y="2224800"/>
            <a:ext cx="4873846" cy="3607200"/>
          </a:xfrm>
        </p:spPr>
        <p:txBody>
          <a:bodyPr/>
          <a:lstStyle>
            <a:lvl1pPr>
              <a:lnSpc>
                <a:spcPct val="140000"/>
              </a:lnSpc>
              <a:defRPr sz="2200" b="0"/>
            </a:lvl1pPr>
          </a:lstStyle>
          <a:p>
            <a:r>
              <a:rPr lang="en-US"/>
              <a:t>Click to edit Master title style</a:t>
            </a:r>
          </a:p>
        </p:txBody>
      </p:sp>
      <p:sp>
        <p:nvSpPr>
          <p:cNvPr id="3" name="Subtitle 2"/>
          <p:cNvSpPr>
            <a:spLocks noGrp="1"/>
          </p:cNvSpPr>
          <p:nvPr>
            <p:ph type="subTitle" idx="1"/>
          </p:nvPr>
        </p:nvSpPr>
        <p:spPr>
          <a:xfrm>
            <a:off x="6291692" y="2224800"/>
            <a:ext cx="4873846" cy="3607200"/>
          </a:xfrm>
        </p:spPr>
        <p:txBody>
          <a:bodyPr>
            <a:normAutofit/>
          </a:bodyPr>
          <a:lstStyle>
            <a:lvl1pPr marL="0" indent="0" algn="l">
              <a:lnSpc>
                <a:spcPct val="140000"/>
              </a:lnSpc>
              <a:spcBef>
                <a:spcPts val="0"/>
              </a:spcBef>
              <a:buNone/>
              <a:defRPr sz="2200">
                <a:solidFill>
                  <a:srgbClr val="000000"/>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8" name="Rectangle 8"/>
          <p:cNvSpPr>
            <a:spLocks noChangeArrowheads="1"/>
          </p:cNvSpPr>
          <p:nvPr userDrawn="1">
            <p:custDataLst>
              <p:tags r:id="rId1"/>
            </p:custDataLst>
          </p:nvPr>
        </p:nvSpPr>
        <p:spPr bwMode="auto">
          <a:xfrm flipV="1">
            <a:off x="353648" y="2036763"/>
            <a:ext cx="11484708" cy="74612"/>
          </a:xfrm>
          <a:prstGeom prst="rect">
            <a:avLst/>
          </a:prstGeom>
          <a:solidFill>
            <a:srgbClr val="000000"/>
          </a:solidFill>
          <a:ln w="9525">
            <a:noFill/>
            <a:miter lim="800000"/>
            <a:headEnd/>
            <a:tailEnd/>
          </a:ln>
        </p:spPr>
        <p:txBody>
          <a:bodyPr/>
          <a:lstStyle/>
          <a:p>
            <a:endParaRPr lang="en-US" sz="1800"/>
          </a:p>
        </p:txBody>
      </p:sp>
      <p:sp>
        <p:nvSpPr>
          <p:cNvPr id="9" name="Date Placeholder 3"/>
          <p:cNvSpPr>
            <a:spLocks noGrp="1"/>
          </p:cNvSpPr>
          <p:nvPr>
            <p:ph type="dt" sz="half" idx="2"/>
          </p:nvPr>
        </p:nvSpPr>
        <p:spPr>
          <a:xfrm>
            <a:off x="350031" y="6692400"/>
            <a:ext cx="419987" cy="107722"/>
          </a:xfrm>
          <a:prstGeom prst="rect">
            <a:avLst/>
          </a:prstGeom>
        </p:spPr>
        <p:txBody>
          <a:bodyPr vert="horz" wrap="none" lIns="0" tIns="0" rIns="0" bIns="0" rtlCol="0" anchor="t" anchorCtr="0">
            <a:spAutoFit/>
          </a:bodyPr>
          <a:lstStyle>
            <a:lvl1pPr algn="l">
              <a:defRPr sz="700">
                <a:solidFill>
                  <a:schemeClr val="tx1"/>
                </a:solidFill>
                <a:latin typeface="Arial" pitchFamily="34" charset="0"/>
                <a:cs typeface="Arial" pitchFamily="34" charset="0"/>
              </a:defRPr>
            </a:lvl1pPr>
          </a:lstStyle>
          <a:p>
            <a:r>
              <a:rPr lang="pt-BR"/>
              <a:t>May, 2013</a:t>
            </a:r>
            <a:endParaRPr lang="en-US"/>
          </a:p>
        </p:txBody>
      </p:sp>
      <p:sp>
        <p:nvSpPr>
          <p:cNvPr id="10" name="Footer Placeholder 4"/>
          <p:cNvSpPr>
            <a:spLocks noGrp="1"/>
          </p:cNvSpPr>
          <p:nvPr>
            <p:ph type="ftr" sz="quarter" idx="3"/>
          </p:nvPr>
        </p:nvSpPr>
        <p:spPr>
          <a:xfrm>
            <a:off x="2366031" y="6692400"/>
            <a:ext cx="2082462" cy="107722"/>
          </a:xfrm>
          <a:prstGeom prst="rect">
            <a:avLst/>
          </a:prstGeom>
        </p:spPr>
        <p:txBody>
          <a:bodyPr vert="horz" lIns="0" tIns="0" rIns="0" bIns="0" rtlCol="0" anchor="t" anchorCtr="0">
            <a:spAutoFit/>
          </a:bodyPr>
          <a:lstStyle>
            <a:lvl1pPr algn="l">
              <a:defRPr sz="700">
                <a:solidFill>
                  <a:schemeClr val="tx1"/>
                </a:solidFill>
                <a:latin typeface="Arial" pitchFamily="34" charset="0"/>
                <a:cs typeface="Arial" pitchFamily="34" charset="0"/>
              </a:defRPr>
            </a:lvl1pPr>
          </a:lstStyle>
          <a:p>
            <a:endParaRPr lang="en-US"/>
          </a:p>
        </p:txBody>
      </p:sp>
      <p:sp>
        <p:nvSpPr>
          <p:cNvPr id="11" name="Slide Number Placeholder 5"/>
          <p:cNvSpPr>
            <a:spLocks noGrp="1"/>
          </p:cNvSpPr>
          <p:nvPr>
            <p:ph type="sldNum" sz="quarter" idx="4"/>
          </p:nvPr>
        </p:nvSpPr>
        <p:spPr>
          <a:xfrm>
            <a:off x="11165539" y="6573600"/>
            <a:ext cx="664617" cy="183600"/>
          </a:xfrm>
          <a:prstGeom prst="rect">
            <a:avLst/>
          </a:prstGeom>
        </p:spPr>
        <p:txBody>
          <a:bodyPr vert="horz" wrap="square" lIns="0" tIns="0" rIns="0" bIns="0" rtlCol="0" anchor="t" anchorCtr="0">
            <a:noAutofit/>
          </a:bodyPr>
          <a:lstStyle>
            <a:lvl1pPr algn="r">
              <a:defRPr sz="1200">
                <a:solidFill>
                  <a:srgbClr val="000000"/>
                </a:solidFill>
                <a:latin typeface="Arial" pitchFamily="34" charset="0"/>
                <a:cs typeface="Arial" pitchFamily="34" charset="0"/>
              </a:defRPr>
            </a:lvl1pPr>
          </a:lstStyle>
          <a:p>
            <a:fld id="{9AD998C7-1095-4F79-96A7-1CADFC383356}" type="slidenum">
              <a:rPr lang="en-US" smtClean="0"/>
              <a:pPr/>
              <a:t>‹#›</a:t>
            </a:fld>
            <a:endParaRPr lang="en-US"/>
          </a:p>
        </p:txBody>
      </p:sp>
      <p:sp>
        <p:nvSpPr>
          <p:cNvPr id="12" name="TextBox 11"/>
          <p:cNvSpPr txBox="1"/>
          <p:nvPr userDrawn="1"/>
        </p:nvSpPr>
        <p:spPr>
          <a:xfrm>
            <a:off x="4709908" y="6588000"/>
            <a:ext cx="904094" cy="107722"/>
          </a:xfrm>
          <a:prstGeom prst="rect">
            <a:avLst/>
          </a:prstGeom>
          <a:noFill/>
        </p:spPr>
        <p:txBody>
          <a:bodyPr wrap="none" lIns="0" tIns="0" rIns="0" bIns="0" rtlCol="0">
            <a:spAutoFit/>
          </a:bodyPr>
          <a:lstStyle/>
          <a:p>
            <a:r>
              <a:rPr lang="en-US" sz="700">
                <a:latin typeface="Arial" pitchFamily="34" charset="0"/>
                <a:cs typeface="Arial" pitchFamily="34" charset="0"/>
              </a:rPr>
              <a:t>Prepared for Syngenta</a:t>
            </a:r>
          </a:p>
        </p:txBody>
      </p:sp>
      <p:sp>
        <p:nvSpPr>
          <p:cNvPr id="13" name="TextBox 12" descr="casecode" title="casecode"/>
          <p:cNvSpPr txBox="1"/>
          <p:nvPr/>
        </p:nvSpPr>
        <p:spPr>
          <a:xfrm>
            <a:off x="2366031" y="6588001"/>
            <a:ext cx="1506629" cy="215444"/>
          </a:xfrm>
          <a:prstGeom prst="rect">
            <a:avLst/>
          </a:prstGeom>
          <a:noFill/>
        </p:spPr>
        <p:txBody>
          <a:bodyPr wrap="square" lIns="0" tIns="0" rIns="0" bIns="0" rtlCol="0">
            <a:spAutoFit/>
          </a:bodyPr>
          <a:lstStyle/>
          <a:p>
            <a:r>
              <a:rPr lang="pt-BR" sz="700">
                <a:latin typeface="Arial" pitchFamily="34" charset="0"/>
                <a:cs typeface="Arial" pitchFamily="34" charset="0"/>
              </a:rPr>
              <a:t>20240523_Morro Verde_Proposta técnica_v06.pptx</a:t>
            </a:r>
            <a:endParaRPr lang="en-US" sz="700">
              <a:latin typeface="Arial" pitchFamily="34" charset="0"/>
              <a:cs typeface="Arial" pitchFamily="34" charset="0"/>
            </a:endParaRPr>
          </a:p>
        </p:txBody>
      </p:sp>
      <p:sp>
        <p:nvSpPr>
          <p:cNvPr id="14" name="TextBox 13"/>
          <p:cNvSpPr txBox="1"/>
          <p:nvPr/>
        </p:nvSpPr>
        <p:spPr>
          <a:xfrm>
            <a:off x="350033" y="6588000"/>
            <a:ext cx="697307" cy="107722"/>
          </a:xfrm>
          <a:prstGeom prst="rect">
            <a:avLst/>
          </a:prstGeom>
          <a:noFill/>
        </p:spPr>
        <p:txBody>
          <a:bodyPr wrap="none" lIns="0" tIns="0" rIns="0" bIns="0" rtlCol="0">
            <a:spAutoFit/>
          </a:bodyPr>
          <a:lstStyle/>
          <a:p>
            <a:r>
              <a:rPr lang="en-US" sz="700">
                <a:latin typeface="Arial" pitchFamily="34" charset="0"/>
                <a:cs typeface="Arial" pitchFamily="34" charset="0"/>
              </a:rPr>
              <a:t>Booz &amp; Company</a:t>
            </a:r>
          </a:p>
        </p:txBody>
      </p:sp>
      <p:sp>
        <p:nvSpPr>
          <p:cNvPr id="17" name="Rectangle 16"/>
          <p:cNvSpPr/>
          <p:nvPr userDrawn="1"/>
        </p:nvSpPr>
        <p:spPr>
          <a:xfrm>
            <a:off x="354461" y="6465600"/>
            <a:ext cx="11488985" cy="75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201550266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Headlin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D998C7-1095-4F79-96A7-1CADFC383356}" type="slidenum">
              <a:rPr lang="en-US" smtClean="0"/>
              <a:t>‹#›</a:t>
            </a:fld>
            <a:endParaRPr lang="en-US"/>
          </a:p>
        </p:txBody>
      </p:sp>
      <p:sp>
        <p:nvSpPr>
          <p:cNvPr id="8" name="Date Placeholder 3"/>
          <p:cNvSpPr>
            <a:spLocks noGrp="1"/>
          </p:cNvSpPr>
          <p:nvPr>
            <p:ph type="dt" sz="half" idx="2"/>
          </p:nvPr>
        </p:nvSpPr>
        <p:spPr>
          <a:xfrm>
            <a:off x="350031" y="6692400"/>
            <a:ext cx="237244" cy="107722"/>
          </a:xfrm>
          <a:prstGeom prst="rect">
            <a:avLst/>
          </a:prstGeom>
        </p:spPr>
        <p:txBody>
          <a:bodyPr vert="horz" wrap="none" lIns="0" tIns="0" rIns="0" bIns="0" rtlCol="0" anchor="t" anchorCtr="0">
            <a:spAutoFit/>
          </a:bodyPr>
          <a:lstStyle>
            <a:lvl1pPr algn="l">
              <a:defRPr sz="700">
                <a:solidFill>
                  <a:schemeClr val="tx1"/>
                </a:solidFill>
                <a:latin typeface="Arial" pitchFamily="34" charset="0"/>
                <a:cs typeface="Arial" pitchFamily="34" charset="0"/>
              </a:defRPr>
            </a:lvl1pPr>
          </a:lstStyle>
          <a:p>
            <a:r>
              <a:rPr lang="en-US"/>
              <a:t>DATE</a:t>
            </a:r>
          </a:p>
        </p:txBody>
      </p:sp>
    </p:spTree>
    <p:extLst>
      <p:ext uri="{BB962C8B-B14F-4D97-AF65-F5344CB8AC3E}">
        <p14:creationId xmlns:p14="http://schemas.microsoft.com/office/powerpoint/2010/main" val="3403094600"/>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6_Layout Personalizado">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1137E873-3395-4CA4-875E-A0B0E7BF2302}"/>
              </a:ext>
            </a:extLst>
          </p:cNvPr>
          <p:cNvGraphicFramePr>
            <a:graphicFrameLocks noChangeAspect="1"/>
          </p:cNvGraphicFramePr>
          <p:nvPr>
            <p:custDataLst>
              <p:tags r:id="rId1"/>
            </p:custDataLst>
            <p:extLst>
              <p:ext uri="{D42A27DB-BD31-4B8C-83A1-F6EECF244321}">
                <p14:modId xmlns:p14="http://schemas.microsoft.com/office/powerpoint/2010/main" val="763301906"/>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Slide do think-cell" r:id="rId4" imgW="493" imgH="493" progId="TCLayout.ActiveDocument.1">
                  <p:embed/>
                </p:oleObj>
              </mc:Choice>
              <mc:Fallback>
                <p:oleObj name="Slide do think-cell" r:id="rId4" imgW="493" imgH="493" progId="TCLayout.ActiveDocument.1">
                  <p:embed/>
                  <p:pic>
                    <p:nvPicPr>
                      <p:cNvPr id="2" name="Object 1" hidden="1">
                        <a:extLst>
                          <a:ext uri="{FF2B5EF4-FFF2-40B4-BE49-F238E27FC236}">
                            <a16:creationId xmlns:a16="http://schemas.microsoft.com/office/drawing/2014/main" id="{1137E873-3395-4CA4-875E-A0B0E7BF2302}"/>
                          </a:ext>
                        </a:extLst>
                      </p:cNvPr>
                      <p:cNvPicPr/>
                      <p:nvPr/>
                    </p:nvPicPr>
                    <p:blipFill>
                      <a:blip r:embed="rId5"/>
                      <a:stretch>
                        <a:fillRect/>
                      </a:stretch>
                    </p:blipFill>
                    <p:spPr>
                      <a:xfrm>
                        <a:off x="2118" y="1589"/>
                        <a:ext cx="2116" cy="1587"/>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3ED6A465-F6C5-4E8F-B9DE-C5B62BA8FB3C}"/>
              </a:ext>
            </a:extLst>
          </p:cNvPr>
          <p:cNvSpPr/>
          <p:nvPr userDrawn="1">
            <p:custDataLst>
              <p:tags r:id="rId2"/>
            </p:custDataLst>
          </p:nvPr>
        </p:nvSpPr>
        <p:spPr>
          <a:xfrm>
            <a:off x="0" y="0"/>
            <a:ext cx="158750" cy="158750"/>
          </a:xfrm>
          <a:prstGeom prst="rect">
            <a:avLst/>
          </a:prstGeom>
          <a:solidFill>
            <a:schemeClr val="accent2"/>
          </a:solidFill>
          <a:ln w="19050">
            <a:solidFill>
              <a:schemeClr val="accent2"/>
            </a:solidFill>
            <a:miter lim="400000"/>
          </a:ln>
          <a:effectLst/>
        </p:spPr>
        <p:txBody>
          <a:bodyPr wrap="none" lIns="0" tIns="0" rIns="0" bIns="0" numCol="1" spcCol="0" rtlCol="0" anchor="ctr" anchorCtr="0">
            <a:noAutofit/>
          </a:bodyPr>
          <a:lstStyle/>
          <a:p>
            <a:pPr marL="0" lvl="0" indent="0" algn="l" rtl="0"/>
            <a:endParaRPr lang="pt-BR" sz="20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9" name="Shape 1409">
            <a:extLst>
              <a:ext uri="{FF2B5EF4-FFF2-40B4-BE49-F238E27FC236}">
                <a16:creationId xmlns:a16="http://schemas.microsoft.com/office/drawing/2014/main" id="{434A38E0-EED8-4B24-8585-F773498C4BAB}"/>
              </a:ext>
            </a:extLst>
          </p:cNvPr>
          <p:cNvSpPr/>
          <p:nvPr userDrawn="1"/>
        </p:nvSpPr>
        <p:spPr>
          <a:xfrm>
            <a:off x="0" y="2452915"/>
            <a:ext cx="12192000" cy="4405086"/>
          </a:xfrm>
          <a:prstGeom prst="rect">
            <a:avLst/>
          </a:prstGeom>
          <a:solidFill>
            <a:schemeClr val="accent5"/>
          </a:solidFill>
          <a:ln w="12700">
            <a:noFill/>
            <a:miter lim="400000"/>
          </a:ln>
        </p:spPr>
        <p:txBody>
          <a:bodyPr lIns="0" tIns="0" rIns="0" bIns="0" anchor="ctr"/>
          <a:lstStyle/>
          <a:p>
            <a:pPr lvl="0" rtl="0">
              <a:defRPr sz="3200"/>
            </a:pPr>
            <a:endParaRPr lang="pt-BR" sz="3200"/>
          </a:p>
        </p:txBody>
      </p:sp>
      <p:sp>
        <p:nvSpPr>
          <p:cNvPr id="14" name="Slide Number">
            <a:extLst>
              <a:ext uri="{FF2B5EF4-FFF2-40B4-BE49-F238E27FC236}">
                <a16:creationId xmlns:a16="http://schemas.microsoft.com/office/drawing/2014/main" id="{2D7D5310-36CA-4B20-A424-0E180F366012}"/>
              </a:ext>
            </a:extLst>
          </p:cNvPr>
          <p:cNvSpPr txBox="1">
            <a:spLocks/>
          </p:cNvSpPr>
          <p:nvPr userDrawn="1"/>
        </p:nvSpPr>
        <p:spPr>
          <a:xfrm>
            <a:off x="11718787" y="6513466"/>
            <a:ext cx="203582" cy="153888"/>
          </a:xfrm>
          <a:prstGeom prst="rect">
            <a:avLst/>
          </a:prstGeom>
        </p:spPr>
        <p:txBody>
          <a:bodyPr vert="horz" wrap="none" lIns="0" tIns="0" rIns="0" bIns="0" rtlCol="0" anchor="ctr">
            <a:spAutoFit/>
          </a:bodyPr>
          <a:lstStyle>
            <a:defPPr>
              <a:defRPr lang="en-US"/>
            </a:defPPr>
            <a:lvl1pPr>
              <a:defRPr sz="1000" baseline="0">
                <a:latin typeface="+mn-lt"/>
              </a:defRPr>
            </a:lvl1pPr>
          </a:lstStyle>
          <a:p>
            <a:pPr lvl="0" algn="r" rtl="0"/>
            <a:fld id="{42C328C1-A84F-4A39-A664-DBA00541A8C6}" type="slidenum">
              <a:rPr lang="pt-BR" smtClean="0">
                <a:solidFill>
                  <a:schemeClr val="bg1"/>
                </a:solidFill>
              </a:rPr>
              <a:pPr lvl="0" algn="r" rtl="0"/>
              <a:t>‹#›</a:t>
            </a:fld>
            <a:endParaRPr lang="pt-BR">
              <a:solidFill>
                <a:schemeClr val="bg1"/>
              </a:solidFill>
            </a:endParaRPr>
          </a:p>
        </p:txBody>
      </p:sp>
      <p:sp>
        <p:nvSpPr>
          <p:cNvPr id="8" name="Title 1">
            <a:extLst>
              <a:ext uri="{FF2B5EF4-FFF2-40B4-BE49-F238E27FC236}">
                <a16:creationId xmlns:a16="http://schemas.microsoft.com/office/drawing/2014/main" id="{5BBD3F3E-9878-468A-AD13-0BF9BAF3FBB3}"/>
              </a:ext>
            </a:extLst>
          </p:cNvPr>
          <p:cNvSpPr>
            <a:spLocks noGrp="1"/>
          </p:cNvSpPr>
          <p:nvPr>
            <p:ph type="title"/>
          </p:nvPr>
        </p:nvSpPr>
        <p:spPr>
          <a:xfrm>
            <a:off x="478971" y="225177"/>
            <a:ext cx="11485488" cy="307777"/>
          </a:xfrm>
          <a:prstGeom prst="rect">
            <a:avLst/>
          </a:prstGeom>
        </p:spPr>
        <p:txBody>
          <a:bodyPr vert="horz" anchor="t"/>
          <a:lstStyle>
            <a:lvl1pPr rtl="0">
              <a:defRPr sz="2000"/>
            </a:lvl1pPr>
          </a:lstStyle>
          <a:p>
            <a:r>
              <a:rPr lang="pt-BR"/>
              <a:t>Clique para editar o título Mestre</a:t>
            </a:r>
          </a:p>
        </p:txBody>
      </p:sp>
      <p:sp>
        <p:nvSpPr>
          <p:cNvPr id="10" name="Rectangle 6">
            <a:extLst>
              <a:ext uri="{FF2B5EF4-FFF2-40B4-BE49-F238E27FC236}">
                <a16:creationId xmlns:a16="http://schemas.microsoft.com/office/drawing/2014/main" id="{E0B88CEA-CC4E-45D1-AF1A-204C5CFB575B}"/>
              </a:ext>
            </a:extLst>
          </p:cNvPr>
          <p:cNvSpPr/>
          <p:nvPr userDrawn="1"/>
        </p:nvSpPr>
        <p:spPr>
          <a:xfrm>
            <a:off x="-11183" y="249036"/>
            <a:ext cx="414837" cy="260059"/>
          </a:xfrm>
          <a:prstGeom prst="rect">
            <a:avLst/>
          </a:prstGeom>
          <a:solidFill>
            <a:srgbClr val="020E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pt-BR" sz="1800"/>
          </a:p>
        </p:txBody>
      </p:sp>
      <p:pic>
        <p:nvPicPr>
          <p:cNvPr id="11" name="Picture 130" descr="Resultado de imagem para objetivo">
            <a:extLst>
              <a:ext uri="{FF2B5EF4-FFF2-40B4-BE49-F238E27FC236}">
                <a16:creationId xmlns:a16="http://schemas.microsoft.com/office/drawing/2014/main" id="{846A5615-D369-4DFE-B2BF-9C362E9DAD54}"/>
              </a:ext>
            </a:extLst>
          </p:cNvPr>
          <p:cNvPicPr>
            <a:picLocks noChangeAspect="1" noChangeArrowheads="1"/>
          </p:cNvPicPr>
          <p:nvPr userDrawn="1"/>
        </p:nvPicPr>
        <p:blipFill rotWithShape="1">
          <a:blip r:embed="rId6">
            <a:lum bright="70000" contrast="-70000"/>
            <a:alphaModFix/>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a:ext>
            </a:extLst>
          </a:blip>
          <a:srcRect/>
          <a:stretch/>
        </p:blipFill>
        <p:spPr bwMode="auto">
          <a:xfrm>
            <a:off x="0" y="2452913"/>
            <a:ext cx="4345174" cy="3672115"/>
          </a:xfrm>
          <a:prstGeom prst="rect">
            <a:avLst/>
          </a:prstGeom>
          <a:extLst>
            <a:ext uri="{909E8E84-426E-40DD-AFC4-6F175D3DCCD1}">
              <a14:hiddenFill xmlns:a14="http://schemas.microsoft.com/office/drawing/2010/main">
                <a:solidFill>
                  <a:srgbClr val="FFFFFF"/>
                </a:solidFill>
              </a14:hiddenFill>
            </a:ext>
          </a:extLst>
        </p:spPr>
      </p:pic>
      <p:pic>
        <p:nvPicPr>
          <p:cNvPr id="12" name="Picture 130" descr="Resultado de imagem para objetivo">
            <a:extLst>
              <a:ext uri="{FF2B5EF4-FFF2-40B4-BE49-F238E27FC236}">
                <a16:creationId xmlns:a16="http://schemas.microsoft.com/office/drawing/2014/main" id="{85BC252D-551D-4756-ADE1-37D06ECAA037}"/>
              </a:ext>
            </a:extLst>
          </p:cNvPr>
          <p:cNvPicPr>
            <a:picLocks noChangeAspect="1" noChangeArrowheads="1"/>
          </p:cNvPicPr>
          <p:nvPr userDrawn="1"/>
        </p:nvPicPr>
        <p:blipFill rotWithShape="1">
          <a:blip r:embed="rId8" cstate="email">
            <a:duotone>
              <a:schemeClr val="accent5">
                <a:shade val="45000"/>
                <a:satMod val="135000"/>
              </a:schemeClr>
              <a:prstClr val="white"/>
            </a:duotone>
            <a:extLst>
              <a:ext uri="{28A0092B-C50C-407E-A947-70E740481C1C}">
                <a14:useLocalDpi xmlns:a14="http://schemas.microsoft.com/office/drawing/2010/main"/>
              </a:ext>
            </a:extLst>
          </a:blip>
          <a:srcRect l="16095" b="70908"/>
          <a:stretch/>
        </p:blipFill>
        <p:spPr bwMode="auto">
          <a:xfrm>
            <a:off x="0" y="946331"/>
            <a:ext cx="4345174" cy="1506583"/>
          </a:xfrm>
          <a:prstGeom prst="rect">
            <a:avLst/>
          </a:prstGeom>
          <a:extLst>
            <a:ext uri="{909E8E84-426E-40DD-AFC4-6F175D3DCCD1}">
              <a14:hiddenFill xmlns:a14="http://schemas.microsoft.com/office/drawing/2010/main">
                <a:solidFill>
                  <a:srgbClr val="FFFFFF"/>
                </a:solidFill>
              </a14:hiddenFill>
            </a:ext>
          </a:extLst>
        </p:spPr>
      </p:pic>
      <p:sp>
        <p:nvSpPr>
          <p:cNvPr id="15" name="Text Placeholder 2">
            <a:extLst>
              <a:ext uri="{FF2B5EF4-FFF2-40B4-BE49-F238E27FC236}">
                <a16:creationId xmlns:a16="http://schemas.microsoft.com/office/drawing/2014/main" id="{810930EE-F401-4382-A849-6C13BD77807C}"/>
              </a:ext>
            </a:extLst>
          </p:cNvPr>
          <p:cNvSpPr>
            <a:spLocks noGrp="1"/>
          </p:cNvSpPr>
          <p:nvPr>
            <p:ph type="body" sz="quarter" idx="18" hasCustomPrompt="1"/>
          </p:nvPr>
        </p:nvSpPr>
        <p:spPr>
          <a:xfrm>
            <a:off x="4345174" y="2808799"/>
            <a:ext cx="7508151" cy="1846659"/>
          </a:xfrm>
        </p:spPr>
        <p:txBody>
          <a:bodyPr/>
          <a:lstStyle>
            <a:lvl1pPr marL="180975" indent="-180975" rtl="0">
              <a:spcBef>
                <a:spcPts val="1200"/>
              </a:spcBef>
              <a:buFont typeface="Wingdings" panose="05000000000000000000" pitchFamily="2" charset="2"/>
              <a:buChar char="§"/>
              <a:defRPr sz="1600">
                <a:solidFill>
                  <a:schemeClr val="bg1"/>
                </a:solidFill>
              </a:defRPr>
            </a:lvl1pPr>
            <a:lvl2pPr marL="360363" indent="-179388" rtl="0">
              <a:spcBef>
                <a:spcPts val="1200"/>
              </a:spcBef>
              <a:defRPr sz="1600">
                <a:solidFill>
                  <a:schemeClr val="bg1"/>
                </a:solidFill>
              </a:defRPr>
            </a:lvl2pPr>
            <a:lvl3pPr marL="541338" indent="-180975" rtl="0">
              <a:spcBef>
                <a:spcPts val="1200"/>
              </a:spcBef>
              <a:defRPr sz="1600">
                <a:solidFill>
                  <a:schemeClr val="bg1"/>
                </a:solidFill>
              </a:defRPr>
            </a:lvl3pPr>
            <a:lvl4pPr marL="715963" indent="-174625" rtl="0">
              <a:spcBef>
                <a:spcPts val="1200"/>
              </a:spcBef>
              <a:buFont typeface="Courier New" panose="02070309020205020404" pitchFamily="49" charset="0"/>
              <a:buChar char="o"/>
              <a:defRPr sz="1600">
                <a:solidFill>
                  <a:schemeClr val="bg1"/>
                </a:solidFill>
              </a:defRPr>
            </a:lvl4pPr>
            <a:lvl5pPr rtl="0">
              <a:spcBef>
                <a:spcPts val="1200"/>
              </a:spcBef>
              <a:defRPr sz="1600">
                <a:solidFill>
                  <a:schemeClr val="bg1"/>
                </a:solidFill>
              </a:defRPr>
            </a:lvl5pPr>
            <a:lvl6pPr marL="2286000" indent="0">
              <a:buNone/>
              <a:defRPr/>
            </a:lvl6pPr>
          </a:lstStyle>
          <a:p>
            <a:pPr lvl="0"/>
            <a:r>
              <a:rPr lang="pt-BR"/>
              <a:t>Click </a:t>
            </a:r>
            <a:r>
              <a:rPr lang="pt-BR" err="1"/>
              <a:t>to</a:t>
            </a:r>
            <a:r>
              <a:rPr lang="pt-BR"/>
              <a:t> </a:t>
            </a:r>
            <a:r>
              <a:rPr lang="pt-BR" err="1"/>
              <a:t>edit</a:t>
            </a:r>
            <a:r>
              <a:rPr lang="pt-BR"/>
              <a:t> Master </a:t>
            </a:r>
            <a:r>
              <a:rPr lang="pt-BR" err="1"/>
              <a:t>text</a:t>
            </a:r>
            <a:r>
              <a:rPr lang="pt-BR"/>
              <a:t> </a:t>
            </a:r>
            <a:r>
              <a:rPr lang="pt-BR" err="1"/>
              <a:t>styles</a:t>
            </a:r>
            <a:endParaRPr lang="pt-BR"/>
          </a:p>
          <a:p>
            <a:pPr lvl="1"/>
            <a:r>
              <a:rPr lang="pt-BR" err="1"/>
              <a:t>Second</a:t>
            </a:r>
            <a:r>
              <a:rPr lang="pt-BR"/>
              <a:t> </a:t>
            </a:r>
            <a:r>
              <a:rPr lang="pt-BR" err="1"/>
              <a:t>level</a:t>
            </a:r>
            <a:endParaRPr lang="pt-BR"/>
          </a:p>
          <a:p>
            <a:pPr lvl="2"/>
            <a:r>
              <a:rPr lang="pt-BR" err="1"/>
              <a:t>Third</a:t>
            </a:r>
            <a:r>
              <a:rPr lang="pt-BR"/>
              <a:t> </a:t>
            </a:r>
            <a:r>
              <a:rPr lang="pt-BR" err="1"/>
              <a:t>level</a:t>
            </a:r>
            <a:endParaRPr lang="pt-BR"/>
          </a:p>
          <a:p>
            <a:pPr lvl="3"/>
            <a:r>
              <a:rPr lang="pt-BR" err="1"/>
              <a:t>Fourth</a:t>
            </a:r>
            <a:r>
              <a:rPr lang="pt-BR"/>
              <a:t> </a:t>
            </a:r>
            <a:r>
              <a:rPr lang="pt-BR" err="1"/>
              <a:t>level</a:t>
            </a:r>
            <a:endParaRPr lang="pt-BR"/>
          </a:p>
          <a:p>
            <a:pPr lvl="4"/>
            <a:r>
              <a:rPr lang="pt-BR" err="1"/>
              <a:t>Fifth</a:t>
            </a:r>
            <a:r>
              <a:rPr lang="pt-BR"/>
              <a:t> </a:t>
            </a:r>
            <a:r>
              <a:rPr lang="pt-BR" err="1"/>
              <a:t>level</a:t>
            </a:r>
            <a:endParaRPr lang="pt-BR"/>
          </a:p>
        </p:txBody>
      </p:sp>
      <p:pic>
        <p:nvPicPr>
          <p:cNvPr id="3" name="Graphic 5">
            <a:extLst>
              <a:ext uri="{FF2B5EF4-FFF2-40B4-BE49-F238E27FC236}">
                <a16:creationId xmlns:a16="http://schemas.microsoft.com/office/drawing/2014/main" id="{6D3B07BC-97CF-CEFB-410B-35AA9AADC580}"/>
              </a:ext>
            </a:extLst>
          </p:cNvPr>
          <p:cNvPicPr>
            <a:picLocks noChangeAspect="1"/>
          </p:cNvPicPr>
          <p:nvPr userDrawn="1"/>
        </p:nvPicPr>
        <p:blipFill>
          <a:blip r:embed="rId9" cstate="email">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10127705" y="6297334"/>
            <a:ext cx="1264320" cy="504000"/>
          </a:xfrm>
          <a:prstGeom prst="rect">
            <a:avLst/>
          </a:prstGeom>
        </p:spPr>
      </p:pic>
    </p:spTree>
    <p:extLst>
      <p:ext uri="{BB962C8B-B14F-4D97-AF65-F5344CB8AC3E}">
        <p14:creationId xmlns:p14="http://schemas.microsoft.com/office/powerpoint/2010/main" val="4097966306"/>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8180B629-976D-4310-AF32-6BCD0E8DE5B5}"/>
              </a:ext>
            </a:extLst>
          </p:cNvPr>
          <p:cNvGraphicFramePr>
            <a:graphicFrameLocks noChangeAspect="1"/>
          </p:cNvGraphicFramePr>
          <p:nvPr userDrawn="1">
            <p:custDataLst>
              <p:tags r:id="rId1"/>
            </p:custDataLst>
            <p:extLst>
              <p:ext uri="{D42A27DB-BD31-4B8C-83A1-F6EECF244321}">
                <p14:modId xmlns:p14="http://schemas.microsoft.com/office/powerpoint/2010/main" val="99260694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Slide do think-cell" r:id="rId3" imgW="493" imgH="493" progId="TCLayout.ActiveDocument.1">
                  <p:embed/>
                </p:oleObj>
              </mc:Choice>
              <mc:Fallback>
                <p:oleObj name="Slide do think-cell" r:id="rId3" imgW="493" imgH="493" progId="TCLayout.ActiveDocument.1">
                  <p:embed/>
                  <p:pic>
                    <p:nvPicPr>
                      <p:cNvPr id="2" name="Object 1" hidden="1">
                        <a:extLst>
                          <a:ext uri="{FF2B5EF4-FFF2-40B4-BE49-F238E27FC236}">
                            <a16:creationId xmlns:a16="http://schemas.microsoft.com/office/drawing/2014/main" id="{8180B629-976D-4310-AF32-6BCD0E8DE5B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5" name="Picture 4">
            <a:extLst>
              <a:ext uri="{FF2B5EF4-FFF2-40B4-BE49-F238E27FC236}">
                <a16:creationId xmlns:a16="http://schemas.microsoft.com/office/drawing/2014/main" id="{5CBEA025-F427-49A9-051B-19D2A050B054}"/>
              </a:ext>
            </a:extLst>
          </p:cNvPr>
          <p:cNvPicPr>
            <a:picLocks noChangeAspect="1"/>
          </p:cNvPicPr>
          <p:nvPr userDrawn="1"/>
        </p:nvPicPr>
        <p:blipFill>
          <a:blip r:embed="rId5" cstate="email">
            <a:extLst>
              <a:ext uri="{28A0092B-C50C-407E-A947-70E740481C1C}">
                <a14:useLocalDpi xmlns:a14="http://schemas.microsoft.com/office/drawing/2010/main"/>
              </a:ext>
            </a:extLst>
          </a:blip>
          <a:stretch>
            <a:fillRect/>
          </a:stretch>
        </p:blipFill>
        <p:spPr>
          <a:xfrm>
            <a:off x="6601483" y="737086"/>
            <a:ext cx="5590517" cy="6120914"/>
          </a:xfrm>
          <a:prstGeom prst="rect">
            <a:avLst/>
          </a:prstGeom>
        </p:spPr>
      </p:pic>
      <p:sp>
        <p:nvSpPr>
          <p:cNvPr id="8" name="Retângulo 3">
            <a:extLst>
              <a:ext uri="{FF2B5EF4-FFF2-40B4-BE49-F238E27FC236}">
                <a16:creationId xmlns:a16="http://schemas.microsoft.com/office/drawing/2014/main" id="{770002B3-EC1D-DB49-BC86-0165275CFFB5}"/>
              </a:ext>
            </a:extLst>
          </p:cNvPr>
          <p:cNvSpPr/>
          <p:nvPr userDrawn="1"/>
        </p:nvSpPr>
        <p:spPr>
          <a:xfrm>
            <a:off x="0" y="0"/>
            <a:ext cx="9241183" cy="6858000"/>
          </a:xfrm>
          <a:prstGeom prst="rect">
            <a:avLst/>
          </a:prstGeom>
          <a:solidFill>
            <a:schemeClr val="accent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eaLnBrk="1"/>
            <a:endParaRPr lang="pt-BR" sz="1800"/>
          </a:p>
        </p:txBody>
      </p:sp>
      <p:sp>
        <p:nvSpPr>
          <p:cNvPr id="17" name="Text Placeholder 16">
            <a:extLst>
              <a:ext uri="{FF2B5EF4-FFF2-40B4-BE49-F238E27FC236}">
                <a16:creationId xmlns:a16="http://schemas.microsoft.com/office/drawing/2014/main" id="{61497248-BE42-4BEF-B891-1ECD21E95A71}"/>
              </a:ext>
            </a:extLst>
          </p:cNvPr>
          <p:cNvSpPr>
            <a:spLocks noGrp="1"/>
          </p:cNvSpPr>
          <p:nvPr>
            <p:ph type="body" sz="quarter" idx="17" hasCustomPrompt="1"/>
          </p:nvPr>
        </p:nvSpPr>
        <p:spPr>
          <a:xfrm>
            <a:off x="3062511" y="1840835"/>
            <a:ext cx="6053138" cy="430887"/>
          </a:xfrm>
          <a:prstGeom prst="rect">
            <a:avLst/>
          </a:prstGeom>
        </p:spPr>
        <p:txBody>
          <a:bodyPr wrap="square" anchor="b">
            <a:spAutoFit/>
          </a:bodyPr>
          <a:lstStyle>
            <a:lvl1pPr rtl="0">
              <a:defRPr sz="2800" b="1" cap="all" baseline="0">
                <a:solidFill>
                  <a:schemeClr val="bg1"/>
                </a:solidFill>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pt-BR"/>
              <a:t>EDIT MASTER TEXT STYLES</a:t>
            </a:r>
          </a:p>
        </p:txBody>
      </p:sp>
      <p:sp>
        <p:nvSpPr>
          <p:cNvPr id="13" name="Slide Number">
            <a:extLst>
              <a:ext uri="{FF2B5EF4-FFF2-40B4-BE49-F238E27FC236}">
                <a16:creationId xmlns:a16="http://schemas.microsoft.com/office/drawing/2014/main" id="{BF83F819-8759-4CD9-8F19-037258F0D4A4}"/>
              </a:ext>
            </a:extLst>
          </p:cNvPr>
          <p:cNvSpPr txBox="1">
            <a:spLocks/>
          </p:cNvSpPr>
          <p:nvPr userDrawn="1"/>
        </p:nvSpPr>
        <p:spPr>
          <a:xfrm>
            <a:off x="11718787" y="6527045"/>
            <a:ext cx="203582" cy="153888"/>
          </a:xfrm>
          <a:prstGeom prst="rect">
            <a:avLst/>
          </a:prstGeom>
        </p:spPr>
        <p:txBody>
          <a:bodyPr vert="horz" wrap="none" lIns="0" tIns="0" rIns="0" bIns="0" rtlCol="0" anchor="ctr">
            <a:spAutoFit/>
          </a:bodyPr>
          <a:lstStyle>
            <a:defPPr>
              <a:defRPr lang="en-US"/>
            </a:defPPr>
            <a:lvl1pPr>
              <a:defRPr sz="1000" baseline="0">
                <a:latin typeface="+mn-lt"/>
              </a:defRPr>
            </a:lvl1pPr>
          </a:lstStyle>
          <a:p>
            <a:pPr lvl="0" algn="r" rtl="0"/>
            <a:fld id="{42C328C1-A84F-4A39-A664-DBA00541A8C6}" type="slidenum">
              <a:rPr lang="pt-BR" smtClean="0"/>
              <a:pPr lvl="0" algn="r" rtl="0"/>
              <a:t>‹#›</a:t>
            </a:fld>
            <a:endParaRPr lang="pt-BR"/>
          </a:p>
        </p:txBody>
      </p:sp>
      <p:pic>
        <p:nvPicPr>
          <p:cNvPr id="4" name="Picture 3">
            <a:extLst>
              <a:ext uri="{FF2B5EF4-FFF2-40B4-BE49-F238E27FC236}">
                <a16:creationId xmlns:a16="http://schemas.microsoft.com/office/drawing/2014/main" id="{A4EF462F-A678-BB2C-2F96-146C32816FC4}"/>
              </a:ext>
            </a:extLst>
          </p:cNvPr>
          <p:cNvPicPr>
            <a:picLocks noChangeAspect="1"/>
          </p:cNvPicPr>
          <p:nvPr userDrawn="1"/>
        </p:nvPicPr>
        <p:blipFill rotWithShape="1">
          <a:blip r:embed="rId6" cstate="screen">
            <a:lum bright="70000" contrast="-70000"/>
            <a:alphaModFix amt="20000"/>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a:ext>
            </a:extLst>
          </a:blip>
          <a:srcRect/>
          <a:stretch/>
        </p:blipFill>
        <p:spPr>
          <a:xfrm flipH="1">
            <a:off x="-1" y="236537"/>
            <a:ext cx="2781300" cy="3446463"/>
          </a:xfrm>
          <a:prstGeom prst="rect">
            <a:avLst/>
          </a:prstGeom>
        </p:spPr>
      </p:pic>
      <p:pic>
        <p:nvPicPr>
          <p:cNvPr id="6" name="Graphic 5">
            <a:extLst>
              <a:ext uri="{FF2B5EF4-FFF2-40B4-BE49-F238E27FC236}">
                <a16:creationId xmlns:a16="http://schemas.microsoft.com/office/drawing/2014/main" id="{E8BBD748-97E5-2605-39A8-DE3FBCC87985}"/>
              </a:ext>
            </a:extLst>
          </p:cNvPr>
          <p:cNvPicPr>
            <a:picLocks noChangeAspect="1"/>
          </p:cNvPicPr>
          <p:nvPr userDrawn="1"/>
        </p:nvPicPr>
        <p:blipFill>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10127705" y="6297334"/>
            <a:ext cx="1261440" cy="504000"/>
          </a:xfrm>
          <a:prstGeom prst="rect">
            <a:avLst/>
          </a:prstGeom>
        </p:spPr>
      </p:pic>
      <p:pic>
        <p:nvPicPr>
          <p:cNvPr id="10" name="Picture 9">
            <a:extLst>
              <a:ext uri="{FF2B5EF4-FFF2-40B4-BE49-F238E27FC236}">
                <a16:creationId xmlns:a16="http://schemas.microsoft.com/office/drawing/2014/main" id="{8425C029-763B-C997-08E5-2D429162EFA0}"/>
              </a:ext>
            </a:extLst>
          </p:cNvPr>
          <p:cNvPicPr>
            <a:picLocks noChangeAspect="1"/>
          </p:cNvPicPr>
          <p:nvPr userDrawn="1"/>
        </p:nvPicPr>
        <p:blipFill>
          <a:blip r:embed="rId5" cstate="email">
            <a:alphaModFix amt="35000"/>
            <a:extLst>
              <a:ext uri="{28A0092B-C50C-407E-A947-70E740481C1C}">
                <a14:useLocalDpi xmlns:a14="http://schemas.microsoft.com/office/drawing/2010/main"/>
              </a:ext>
            </a:extLst>
          </a:blip>
          <a:srcRect r="52783"/>
          <a:stretch>
            <a:fillRect/>
          </a:stretch>
        </p:blipFill>
        <p:spPr>
          <a:xfrm>
            <a:off x="6601483" y="737086"/>
            <a:ext cx="2639700" cy="6120914"/>
          </a:xfrm>
          <a:custGeom>
            <a:avLst/>
            <a:gdLst>
              <a:gd name="connsiteX0" fmla="*/ 0 w 2639700"/>
              <a:gd name="connsiteY0" fmla="*/ 0 h 6120914"/>
              <a:gd name="connsiteX1" fmla="*/ 2639700 w 2639700"/>
              <a:gd name="connsiteY1" fmla="*/ 0 h 6120914"/>
              <a:gd name="connsiteX2" fmla="*/ 2639700 w 2639700"/>
              <a:gd name="connsiteY2" fmla="*/ 6120914 h 6120914"/>
              <a:gd name="connsiteX3" fmla="*/ 0 w 2639700"/>
              <a:gd name="connsiteY3" fmla="*/ 6120914 h 6120914"/>
            </a:gdLst>
            <a:ahLst/>
            <a:cxnLst>
              <a:cxn ang="0">
                <a:pos x="connsiteX0" y="connsiteY0"/>
              </a:cxn>
              <a:cxn ang="0">
                <a:pos x="connsiteX1" y="connsiteY1"/>
              </a:cxn>
              <a:cxn ang="0">
                <a:pos x="connsiteX2" y="connsiteY2"/>
              </a:cxn>
              <a:cxn ang="0">
                <a:pos x="connsiteX3" y="connsiteY3"/>
              </a:cxn>
            </a:cxnLst>
            <a:rect l="l" t="t" r="r" b="b"/>
            <a:pathLst>
              <a:path w="2639700" h="6120914">
                <a:moveTo>
                  <a:pt x="0" y="0"/>
                </a:moveTo>
                <a:lnTo>
                  <a:pt x="2639700" y="0"/>
                </a:lnTo>
                <a:lnTo>
                  <a:pt x="2639700" y="6120914"/>
                </a:lnTo>
                <a:lnTo>
                  <a:pt x="0" y="6120914"/>
                </a:lnTo>
                <a:close/>
              </a:path>
            </a:pathLst>
          </a:custGeom>
        </p:spPr>
      </p:pic>
    </p:spTree>
    <p:extLst>
      <p:ext uri="{BB962C8B-B14F-4D97-AF65-F5344CB8AC3E}">
        <p14:creationId xmlns:p14="http://schemas.microsoft.com/office/powerpoint/2010/main" val="247391022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7_Layout Personalizado">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1137E873-3395-4CA4-875E-A0B0E7BF2302}"/>
              </a:ext>
            </a:extLst>
          </p:cNvPr>
          <p:cNvGraphicFramePr>
            <a:graphicFrameLocks noChangeAspect="1"/>
          </p:cNvGraphicFramePr>
          <p:nvPr>
            <p:custDataLst>
              <p:tags r:id="rId1"/>
            </p:custDataLst>
            <p:extLst>
              <p:ext uri="{D42A27DB-BD31-4B8C-83A1-F6EECF244321}">
                <p14:modId xmlns:p14="http://schemas.microsoft.com/office/powerpoint/2010/main" val="1403057311"/>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Slide do think-cell" r:id="rId4" imgW="493" imgH="493" progId="TCLayout.ActiveDocument.1">
                  <p:embed/>
                </p:oleObj>
              </mc:Choice>
              <mc:Fallback>
                <p:oleObj name="Slide do think-cell" r:id="rId4" imgW="493" imgH="493" progId="TCLayout.ActiveDocument.1">
                  <p:embed/>
                  <p:pic>
                    <p:nvPicPr>
                      <p:cNvPr id="2" name="Object 1" hidden="1">
                        <a:extLst>
                          <a:ext uri="{FF2B5EF4-FFF2-40B4-BE49-F238E27FC236}">
                            <a16:creationId xmlns:a16="http://schemas.microsoft.com/office/drawing/2014/main" id="{1137E873-3395-4CA4-875E-A0B0E7BF2302}"/>
                          </a:ext>
                        </a:extLst>
                      </p:cNvPr>
                      <p:cNvPicPr/>
                      <p:nvPr/>
                    </p:nvPicPr>
                    <p:blipFill>
                      <a:blip r:embed="rId5"/>
                      <a:stretch>
                        <a:fillRect/>
                      </a:stretch>
                    </p:blipFill>
                    <p:spPr>
                      <a:xfrm>
                        <a:off x="2118" y="1589"/>
                        <a:ext cx="2116" cy="1587"/>
                      </a:xfrm>
                      <a:prstGeom prst="rect">
                        <a:avLst/>
                      </a:prstGeom>
                    </p:spPr>
                  </p:pic>
                </p:oleObj>
              </mc:Fallback>
            </mc:AlternateContent>
          </a:graphicData>
        </a:graphic>
      </p:graphicFrame>
      <p:pic>
        <p:nvPicPr>
          <p:cNvPr id="4" name="Picture 3">
            <a:extLst>
              <a:ext uri="{FF2B5EF4-FFF2-40B4-BE49-F238E27FC236}">
                <a16:creationId xmlns:a16="http://schemas.microsoft.com/office/drawing/2014/main" id="{9AF4E431-5370-F862-55CA-2B13D6EA082D}"/>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6601483" y="737086"/>
            <a:ext cx="5590517" cy="6120914"/>
          </a:xfrm>
          <a:prstGeom prst="rect">
            <a:avLst/>
          </a:prstGeom>
        </p:spPr>
      </p:pic>
      <p:sp>
        <p:nvSpPr>
          <p:cNvPr id="5" name="Rectangle 4" hidden="1">
            <a:extLst>
              <a:ext uri="{FF2B5EF4-FFF2-40B4-BE49-F238E27FC236}">
                <a16:creationId xmlns:a16="http://schemas.microsoft.com/office/drawing/2014/main" id="{3ED6A465-F6C5-4E8F-B9DE-C5B62BA8FB3C}"/>
              </a:ext>
            </a:extLst>
          </p:cNvPr>
          <p:cNvSpPr/>
          <p:nvPr userDrawn="1">
            <p:custDataLst>
              <p:tags r:id="rId2"/>
            </p:custDataLst>
          </p:nvPr>
        </p:nvSpPr>
        <p:spPr>
          <a:xfrm>
            <a:off x="0" y="0"/>
            <a:ext cx="158750" cy="158750"/>
          </a:xfrm>
          <a:prstGeom prst="rect">
            <a:avLst/>
          </a:prstGeom>
          <a:solidFill>
            <a:schemeClr val="accent2"/>
          </a:solidFill>
          <a:ln w="19050">
            <a:solidFill>
              <a:schemeClr val="accent2"/>
            </a:solidFill>
            <a:miter lim="400000"/>
          </a:ln>
          <a:effectLst/>
        </p:spPr>
        <p:txBody>
          <a:bodyPr wrap="none" lIns="0" tIns="0" rIns="0" bIns="0" numCol="1" spcCol="0" rtlCol="0" anchor="ctr" anchorCtr="0">
            <a:noAutofit/>
          </a:bodyPr>
          <a:lstStyle/>
          <a:p>
            <a:pPr marL="0" lvl="0" indent="0" algn="l" rtl="0"/>
            <a:endParaRPr lang="pt-BR" sz="20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9" name="Shape 1409">
            <a:extLst>
              <a:ext uri="{FF2B5EF4-FFF2-40B4-BE49-F238E27FC236}">
                <a16:creationId xmlns:a16="http://schemas.microsoft.com/office/drawing/2014/main" id="{434A38E0-EED8-4B24-8585-F773498C4BAB}"/>
              </a:ext>
            </a:extLst>
          </p:cNvPr>
          <p:cNvSpPr/>
          <p:nvPr userDrawn="1"/>
        </p:nvSpPr>
        <p:spPr>
          <a:xfrm>
            <a:off x="0" y="1911927"/>
            <a:ext cx="12192000" cy="4946073"/>
          </a:xfrm>
          <a:prstGeom prst="rect">
            <a:avLst/>
          </a:prstGeom>
          <a:solidFill>
            <a:schemeClr val="accent5"/>
          </a:solidFill>
          <a:ln w="12700">
            <a:noFill/>
            <a:miter lim="400000"/>
          </a:ln>
        </p:spPr>
        <p:txBody>
          <a:bodyPr lIns="0" tIns="0" rIns="0" bIns="0" anchor="ctr"/>
          <a:lstStyle/>
          <a:p>
            <a:pPr lvl="0" rtl="0">
              <a:defRPr sz="3200"/>
            </a:pPr>
            <a:endParaRPr lang="pt-BR" sz="3200"/>
          </a:p>
        </p:txBody>
      </p:sp>
      <p:sp>
        <p:nvSpPr>
          <p:cNvPr id="3" name="Title 1">
            <a:extLst>
              <a:ext uri="{FF2B5EF4-FFF2-40B4-BE49-F238E27FC236}">
                <a16:creationId xmlns:a16="http://schemas.microsoft.com/office/drawing/2014/main" id="{865B0B3E-6C55-CD05-9BA6-7AAB1D8FB22B}"/>
              </a:ext>
            </a:extLst>
          </p:cNvPr>
          <p:cNvSpPr>
            <a:spLocks noGrp="1"/>
          </p:cNvSpPr>
          <p:nvPr>
            <p:ph type="title"/>
          </p:nvPr>
        </p:nvSpPr>
        <p:spPr>
          <a:xfrm>
            <a:off x="227543" y="312999"/>
            <a:ext cx="11736916" cy="307777"/>
          </a:xfrm>
          <a:prstGeom prst="rect">
            <a:avLst/>
          </a:prstGeom>
        </p:spPr>
        <p:txBody>
          <a:bodyPr vert="horz" wrap="square" lIns="0" tIns="0" rIns="0" bIns="0" rtlCol="0" anchor="t" anchorCtr="0">
            <a:spAutoFit/>
          </a:bodyPr>
          <a:lstStyle>
            <a:lvl1pPr rtl="0">
              <a:defRPr lang="en-US" dirty="0"/>
            </a:lvl1pPr>
          </a:lstStyle>
          <a:p>
            <a:pPr marL="0" lvl="0"/>
            <a:r>
              <a:rPr lang="pt-BR"/>
              <a:t>Clique para editar o título Mestre</a:t>
            </a:r>
          </a:p>
        </p:txBody>
      </p:sp>
      <p:pic>
        <p:nvPicPr>
          <p:cNvPr id="7" name="Picture 6">
            <a:extLst>
              <a:ext uri="{FF2B5EF4-FFF2-40B4-BE49-F238E27FC236}">
                <a16:creationId xmlns:a16="http://schemas.microsoft.com/office/drawing/2014/main" id="{C80078DC-6FE1-6200-F06A-9AC208CFAA41}"/>
              </a:ext>
            </a:extLst>
          </p:cNvPr>
          <p:cNvPicPr>
            <a:picLocks noChangeAspect="1"/>
          </p:cNvPicPr>
          <p:nvPr userDrawn="1"/>
        </p:nvPicPr>
        <p:blipFill rotWithShape="1">
          <a:blip r:embed="rId6" cstate="email">
            <a:alphaModFix amt="35000"/>
            <a:extLst>
              <a:ext uri="{28A0092B-C50C-407E-A947-70E740481C1C}">
                <a14:useLocalDpi xmlns:a14="http://schemas.microsoft.com/office/drawing/2010/main"/>
              </a:ext>
            </a:extLst>
          </a:blip>
          <a:srcRect l="-4" t="19193" r="5"/>
          <a:stretch/>
        </p:blipFill>
        <p:spPr>
          <a:xfrm>
            <a:off x="6601483" y="1911926"/>
            <a:ext cx="5590517" cy="4946073"/>
          </a:xfrm>
          <a:custGeom>
            <a:avLst/>
            <a:gdLst>
              <a:gd name="connsiteX0" fmla="*/ 0 w 2639700"/>
              <a:gd name="connsiteY0" fmla="*/ 0 h 6120914"/>
              <a:gd name="connsiteX1" fmla="*/ 2639700 w 2639700"/>
              <a:gd name="connsiteY1" fmla="*/ 0 h 6120914"/>
              <a:gd name="connsiteX2" fmla="*/ 2639700 w 2639700"/>
              <a:gd name="connsiteY2" fmla="*/ 6120914 h 6120914"/>
              <a:gd name="connsiteX3" fmla="*/ 0 w 2639700"/>
              <a:gd name="connsiteY3" fmla="*/ 6120914 h 6120914"/>
            </a:gdLst>
            <a:ahLst/>
            <a:cxnLst>
              <a:cxn ang="0">
                <a:pos x="connsiteX0" y="connsiteY0"/>
              </a:cxn>
              <a:cxn ang="0">
                <a:pos x="connsiteX1" y="connsiteY1"/>
              </a:cxn>
              <a:cxn ang="0">
                <a:pos x="connsiteX2" y="connsiteY2"/>
              </a:cxn>
              <a:cxn ang="0">
                <a:pos x="connsiteX3" y="connsiteY3"/>
              </a:cxn>
            </a:cxnLst>
            <a:rect l="l" t="t" r="r" b="b"/>
            <a:pathLst>
              <a:path w="2639700" h="6120914">
                <a:moveTo>
                  <a:pt x="0" y="0"/>
                </a:moveTo>
                <a:lnTo>
                  <a:pt x="2639700" y="0"/>
                </a:lnTo>
                <a:lnTo>
                  <a:pt x="2639700" y="6120914"/>
                </a:lnTo>
                <a:lnTo>
                  <a:pt x="0" y="6120914"/>
                </a:lnTo>
                <a:close/>
              </a:path>
            </a:pathLst>
          </a:custGeom>
        </p:spPr>
      </p:pic>
      <p:sp>
        <p:nvSpPr>
          <p:cNvPr id="11" name="Slide Number">
            <a:extLst>
              <a:ext uri="{FF2B5EF4-FFF2-40B4-BE49-F238E27FC236}">
                <a16:creationId xmlns:a16="http://schemas.microsoft.com/office/drawing/2014/main" id="{4DFAB2AA-327C-842C-C54B-DE9DD7EE1B48}"/>
              </a:ext>
            </a:extLst>
          </p:cNvPr>
          <p:cNvSpPr txBox="1">
            <a:spLocks/>
          </p:cNvSpPr>
          <p:nvPr userDrawn="1"/>
        </p:nvSpPr>
        <p:spPr>
          <a:xfrm>
            <a:off x="11718787" y="6527045"/>
            <a:ext cx="203582" cy="153888"/>
          </a:xfrm>
          <a:prstGeom prst="rect">
            <a:avLst/>
          </a:prstGeom>
        </p:spPr>
        <p:txBody>
          <a:bodyPr vert="horz" wrap="none" lIns="0" tIns="0" rIns="0" bIns="0" rtlCol="0" anchor="ctr">
            <a:spAutoFit/>
          </a:bodyPr>
          <a:lstStyle>
            <a:defPPr>
              <a:defRPr lang="en-US"/>
            </a:defPPr>
            <a:lvl1pPr>
              <a:defRPr sz="1000" baseline="0">
                <a:latin typeface="+mn-lt"/>
              </a:defRPr>
            </a:lvl1pPr>
          </a:lstStyle>
          <a:p>
            <a:pPr lvl="0" algn="r" rtl="0"/>
            <a:fld id="{42C328C1-A84F-4A39-A664-DBA00541A8C6}" type="slidenum">
              <a:rPr lang="pt-BR" smtClean="0">
                <a:solidFill>
                  <a:schemeClr val="bg1"/>
                </a:solidFill>
              </a:rPr>
              <a:pPr lvl="0" algn="r" rtl="0"/>
              <a:t>‹#›</a:t>
            </a:fld>
            <a:endParaRPr lang="pt-BR">
              <a:solidFill>
                <a:schemeClr val="bg1"/>
              </a:solidFill>
            </a:endParaRPr>
          </a:p>
        </p:txBody>
      </p:sp>
      <p:pic>
        <p:nvPicPr>
          <p:cNvPr id="6" name="Graphic 5">
            <a:extLst>
              <a:ext uri="{FF2B5EF4-FFF2-40B4-BE49-F238E27FC236}">
                <a16:creationId xmlns:a16="http://schemas.microsoft.com/office/drawing/2014/main" id="{4D4551E9-FA6B-4406-BD4B-647812CF17F5}"/>
              </a:ext>
            </a:extLst>
          </p:cNvPr>
          <p:cNvPicPr>
            <a:picLocks noChangeAspect="1"/>
          </p:cNvPicPr>
          <p:nvPr userDrawn="1"/>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10127705" y="6297334"/>
            <a:ext cx="1264320" cy="504000"/>
          </a:xfrm>
          <a:prstGeom prst="rect">
            <a:avLst/>
          </a:prstGeom>
        </p:spPr>
      </p:pic>
    </p:spTree>
    <p:extLst>
      <p:ext uri="{BB962C8B-B14F-4D97-AF65-F5344CB8AC3E}">
        <p14:creationId xmlns:p14="http://schemas.microsoft.com/office/powerpoint/2010/main" val="340627370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8_Layout Personalizado">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1137E873-3395-4CA4-875E-A0B0E7BF2302}"/>
              </a:ext>
            </a:extLst>
          </p:cNvPr>
          <p:cNvGraphicFramePr>
            <a:graphicFrameLocks noChangeAspect="1"/>
          </p:cNvGraphicFramePr>
          <p:nvPr>
            <p:custDataLst>
              <p:tags r:id="rId1"/>
            </p:custDataLst>
            <p:extLst>
              <p:ext uri="{D42A27DB-BD31-4B8C-83A1-F6EECF244321}">
                <p14:modId xmlns:p14="http://schemas.microsoft.com/office/powerpoint/2010/main" val="973148704"/>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Slide do think-cell" r:id="rId4" imgW="493" imgH="493" progId="TCLayout.ActiveDocument.1">
                  <p:embed/>
                </p:oleObj>
              </mc:Choice>
              <mc:Fallback>
                <p:oleObj name="Slide do think-cell" r:id="rId4" imgW="493" imgH="493" progId="TCLayout.ActiveDocument.1">
                  <p:embed/>
                  <p:pic>
                    <p:nvPicPr>
                      <p:cNvPr id="2" name="Object 1" hidden="1">
                        <a:extLst>
                          <a:ext uri="{FF2B5EF4-FFF2-40B4-BE49-F238E27FC236}">
                            <a16:creationId xmlns:a16="http://schemas.microsoft.com/office/drawing/2014/main" id="{1137E873-3395-4CA4-875E-A0B0E7BF2302}"/>
                          </a:ext>
                        </a:extLst>
                      </p:cNvPr>
                      <p:cNvPicPr/>
                      <p:nvPr/>
                    </p:nvPicPr>
                    <p:blipFill>
                      <a:blip r:embed="rId5"/>
                      <a:stretch>
                        <a:fillRect/>
                      </a:stretch>
                    </p:blipFill>
                    <p:spPr>
                      <a:xfrm>
                        <a:off x="2118" y="1589"/>
                        <a:ext cx="2116" cy="1587"/>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3ED6A465-F6C5-4E8F-B9DE-C5B62BA8FB3C}"/>
              </a:ext>
            </a:extLst>
          </p:cNvPr>
          <p:cNvSpPr/>
          <p:nvPr userDrawn="1">
            <p:custDataLst>
              <p:tags r:id="rId2"/>
            </p:custDataLst>
          </p:nvPr>
        </p:nvSpPr>
        <p:spPr>
          <a:xfrm>
            <a:off x="0" y="0"/>
            <a:ext cx="158750" cy="158750"/>
          </a:xfrm>
          <a:prstGeom prst="rect">
            <a:avLst/>
          </a:prstGeom>
          <a:solidFill>
            <a:schemeClr val="accent2"/>
          </a:solidFill>
          <a:ln w="19050">
            <a:solidFill>
              <a:schemeClr val="accent2"/>
            </a:solidFill>
            <a:miter lim="400000"/>
          </a:ln>
          <a:effectLst/>
        </p:spPr>
        <p:txBody>
          <a:bodyPr wrap="none" lIns="0" tIns="0" rIns="0" bIns="0" numCol="1" spcCol="0" rtlCol="0" anchor="ctr" anchorCtr="0">
            <a:noAutofit/>
          </a:bodyPr>
          <a:lstStyle/>
          <a:p>
            <a:pPr marL="0" lvl="0" indent="0" algn="l" rtl="0"/>
            <a:endParaRPr lang="pt-BR" sz="20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9" name="Shape 1409">
            <a:extLst>
              <a:ext uri="{FF2B5EF4-FFF2-40B4-BE49-F238E27FC236}">
                <a16:creationId xmlns:a16="http://schemas.microsoft.com/office/drawing/2014/main" id="{434A38E0-EED8-4B24-8585-F773498C4BAB}"/>
              </a:ext>
            </a:extLst>
          </p:cNvPr>
          <p:cNvSpPr/>
          <p:nvPr userDrawn="1"/>
        </p:nvSpPr>
        <p:spPr>
          <a:xfrm>
            <a:off x="0" y="1911927"/>
            <a:ext cx="12192000" cy="4946073"/>
          </a:xfrm>
          <a:prstGeom prst="rect">
            <a:avLst/>
          </a:prstGeom>
          <a:solidFill>
            <a:schemeClr val="accent5"/>
          </a:solidFill>
          <a:ln w="12700">
            <a:noFill/>
            <a:miter lim="400000"/>
          </a:ln>
        </p:spPr>
        <p:txBody>
          <a:bodyPr lIns="0" tIns="0" rIns="0" bIns="0" anchor="ctr"/>
          <a:lstStyle/>
          <a:p>
            <a:pPr lvl="0" rtl="0">
              <a:defRPr sz="3200"/>
            </a:pPr>
            <a:endParaRPr lang="pt-BR" sz="3200"/>
          </a:p>
        </p:txBody>
      </p:sp>
      <p:pic>
        <p:nvPicPr>
          <p:cNvPr id="6" name="Graphic 5">
            <a:extLst>
              <a:ext uri="{FF2B5EF4-FFF2-40B4-BE49-F238E27FC236}">
                <a16:creationId xmlns:a16="http://schemas.microsoft.com/office/drawing/2014/main" id="{4D4551E9-FA6B-4406-BD4B-647812CF17F5}"/>
              </a:ext>
            </a:extLst>
          </p:cNvPr>
          <p:cNvPicPr>
            <a:picLocks noChangeAspect="1"/>
          </p:cNvPicPr>
          <p:nvPr userDrawn="1"/>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9680030" y="6242680"/>
            <a:ext cx="1264320" cy="504000"/>
          </a:xfrm>
          <a:prstGeom prst="rect">
            <a:avLst/>
          </a:prstGeom>
        </p:spPr>
      </p:pic>
      <p:grpSp>
        <p:nvGrpSpPr>
          <p:cNvPr id="3" name="Google Shape;219;p29">
            <a:extLst>
              <a:ext uri="{FF2B5EF4-FFF2-40B4-BE49-F238E27FC236}">
                <a16:creationId xmlns:a16="http://schemas.microsoft.com/office/drawing/2014/main" id="{41EA0FBB-1B16-566A-5442-61814281A133}"/>
              </a:ext>
            </a:extLst>
          </p:cNvPr>
          <p:cNvGrpSpPr/>
          <p:nvPr userDrawn="1"/>
        </p:nvGrpSpPr>
        <p:grpSpPr>
          <a:xfrm flipH="1" flipV="1">
            <a:off x="9680030" y="5888255"/>
            <a:ext cx="2511970" cy="969743"/>
            <a:chOff x="497750" y="2991250"/>
            <a:chExt cx="946654" cy="997025"/>
          </a:xfrm>
        </p:grpSpPr>
        <p:sp>
          <p:nvSpPr>
            <p:cNvPr id="4" name="Google Shape;220;p29">
              <a:extLst>
                <a:ext uri="{FF2B5EF4-FFF2-40B4-BE49-F238E27FC236}">
                  <a16:creationId xmlns:a16="http://schemas.microsoft.com/office/drawing/2014/main" id="{A1395D0C-6B80-002A-4F3D-1DF5CB08131F}"/>
                </a:ext>
              </a:extLst>
            </p:cNvPr>
            <p:cNvSpPr/>
            <p:nvPr/>
          </p:nvSpPr>
          <p:spPr>
            <a:xfrm>
              <a:off x="497750" y="2994700"/>
              <a:ext cx="908975" cy="993575"/>
            </a:xfrm>
            <a:custGeom>
              <a:avLst/>
              <a:gdLst/>
              <a:ahLst/>
              <a:cxnLst/>
              <a:rect l="l" t="t" r="r" b="b"/>
              <a:pathLst>
                <a:path w="36359" h="39743" extrusionOk="0">
                  <a:moveTo>
                    <a:pt x="36359" y="0"/>
                  </a:moveTo>
                  <a:lnTo>
                    <a:pt x="36359" y="0"/>
                  </a:lnTo>
                  <a:cubicBezTo>
                    <a:pt x="18660" y="3018"/>
                    <a:pt x="6952" y="10976"/>
                    <a:pt x="1" y="17699"/>
                  </a:cubicBezTo>
                  <a:lnTo>
                    <a:pt x="1" y="39742"/>
                  </a:lnTo>
                  <a:cubicBezTo>
                    <a:pt x="1967" y="32013"/>
                    <a:pt x="9834" y="10473"/>
                    <a:pt x="363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pt-BR"/>
            </a:p>
          </p:txBody>
        </p:sp>
        <p:sp>
          <p:nvSpPr>
            <p:cNvPr id="7" name="Google Shape;221;p29">
              <a:extLst>
                <a:ext uri="{FF2B5EF4-FFF2-40B4-BE49-F238E27FC236}">
                  <a16:creationId xmlns:a16="http://schemas.microsoft.com/office/drawing/2014/main" id="{AC8CE42D-7516-E310-EC25-030F81858679}"/>
                </a:ext>
              </a:extLst>
            </p:cNvPr>
            <p:cNvSpPr/>
            <p:nvPr/>
          </p:nvSpPr>
          <p:spPr>
            <a:xfrm>
              <a:off x="497750" y="2991250"/>
              <a:ext cx="946654" cy="454130"/>
            </a:xfrm>
            <a:custGeom>
              <a:avLst/>
              <a:gdLst/>
              <a:ahLst/>
              <a:cxnLst/>
              <a:rect l="l" t="t" r="r" b="b"/>
              <a:pathLst>
                <a:path w="37182" h="17837" extrusionOk="0">
                  <a:moveTo>
                    <a:pt x="1" y="1"/>
                  </a:moveTo>
                  <a:lnTo>
                    <a:pt x="1" y="17837"/>
                  </a:lnTo>
                  <a:cubicBezTo>
                    <a:pt x="6952" y="11114"/>
                    <a:pt x="18660" y="3156"/>
                    <a:pt x="36359" y="138"/>
                  </a:cubicBezTo>
                  <a:lnTo>
                    <a:pt x="37182" y="1"/>
                  </a:lnTo>
                  <a:close/>
                </a:path>
              </a:pathLst>
            </a:custGeom>
            <a:solidFill>
              <a:schemeClr val="tx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pt-BR"/>
            </a:p>
          </p:txBody>
        </p:sp>
      </p:grpSp>
      <p:sp>
        <p:nvSpPr>
          <p:cNvPr id="12" name="Slide Number">
            <a:extLst>
              <a:ext uri="{FF2B5EF4-FFF2-40B4-BE49-F238E27FC236}">
                <a16:creationId xmlns:a16="http://schemas.microsoft.com/office/drawing/2014/main" id="{B26FC17D-EC0C-C731-5800-485747ABE973}"/>
              </a:ext>
            </a:extLst>
          </p:cNvPr>
          <p:cNvSpPr txBox="1">
            <a:spLocks/>
          </p:cNvSpPr>
          <p:nvPr userDrawn="1"/>
        </p:nvSpPr>
        <p:spPr>
          <a:xfrm>
            <a:off x="11762075" y="6612771"/>
            <a:ext cx="203582" cy="153888"/>
          </a:xfrm>
          <a:prstGeom prst="rect">
            <a:avLst/>
          </a:prstGeom>
        </p:spPr>
        <p:txBody>
          <a:bodyPr vert="horz" wrap="none" lIns="0" tIns="0" rIns="0" bIns="0" rtlCol="0" anchor="ctr">
            <a:spAutoFit/>
          </a:bodyPr>
          <a:lstStyle>
            <a:defPPr>
              <a:defRPr lang="en-US"/>
            </a:defPPr>
            <a:lvl1pPr>
              <a:defRPr sz="1000" baseline="0">
                <a:latin typeface="+mn-lt"/>
              </a:defRPr>
            </a:lvl1pPr>
          </a:lstStyle>
          <a:p>
            <a:pPr lvl="0" algn="l" rtl="0"/>
            <a:fld id="{42C328C1-A84F-4A39-A664-DBA00541A8C6}" type="slidenum">
              <a:rPr lang="pt-BR" smtClean="0">
                <a:solidFill>
                  <a:schemeClr val="bg1"/>
                </a:solidFill>
              </a:rPr>
              <a:pPr lvl="0" algn="l" rtl="0"/>
              <a:t>‹#›</a:t>
            </a:fld>
            <a:endParaRPr lang="pt-BR">
              <a:solidFill>
                <a:schemeClr val="bg1"/>
              </a:solidFill>
            </a:endParaRPr>
          </a:p>
        </p:txBody>
      </p:sp>
      <p:sp>
        <p:nvSpPr>
          <p:cNvPr id="8" name="Title 1">
            <a:extLst>
              <a:ext uri="{FF2B5EF4-FFF2-40B4-BE49-F238E27FC236}">
                <a16:creationId xmlns:a16="http://schemas.microsoft.com/office/drawing/2014/main" id="{A4F5561A-82D1-C6E3-0E55-3505FF660466}"/>
              </a:ext>
            </a:extLst>
          </p:cNvPr>
          <p:cNvSpPr>
            <a:spLocks noGrp="1"/>
          </p:cNvSpPr>
          <p:nvPr>
            <p:ph type="title"/>
          </p:nvPr>
        </p:nvSpPr>
        <p:spPr>
          <a:xfrm>
            <a:off x="227543" y="312999"/>
            <a:ext cx="11736916" cy="307777"/>
          </a:xfrm>
          <a:prstGeom prst="rect">
            <a:avLst/>
          </a:prstGeom>
        </p:spPr>
        <p:txBody>
          <a:bodyPr vert="horz" wrap="square" lIns="0" tIns="0" rIns="0" bIns="0" rtlCol="0" anchor="t" anchorCtr="0">
            <a:spAutoFit/>
          </a:bodyPr>
          <a:lstStyle>
            <a:lvl1pPr rtl="0">
              <a:defRPr lang="en-US" dirty="0"/>
            </a:lvl1pPr>
          </a:lstStyle>
          <a:p>
            <a:pPr marL="0" lvl="0"/>
            <a:r>
              <a:rPr lang="pt-BR"/>
              <a:t>Clique para editar o título Mestre</a:t>
            </a:r>
          </a:p>
        </p:txBody>
      </p:sp>
    </p:spTree>
    <p:extLst>
      <p:ext uri="{BB962C8B-B14F-4D97-AF65-F5344CB8AC3E}">
        <p14:creationId xmlns:p14="http://schemas.microsoft.com/office/powerpoint/2010/main" val="11269909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9_Layout Personalizado">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4910D163-22BE-4235-9B77-F3A494049FE8}"/>
              </a:ext>
            </a:extLst>
          </p:cNvPr>
          <p:cNvGraphicFramePr>
            <a:graphicFrameLocks noChangeAspect="1"/>
          </p:cNvGraphicFramePr>
          <p:nvPr>
            <p:custDataLst>
              <p:tags r:id="rId1"/>
            </p:custDataLst>
            <p:extLst>
              <p:ext uri="{D42A27DB-BD31-4B8C-83A1-F6EECF244321}">
                <p14:modId xmlns:p14="http://schemas.microsoft.com/office/powerpoint/2010/main" val="3242914266"/>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Slide do think-cell" r:id="rId4" imgW="493" imgH="493" progId="TCLayout.ActiveDocument.1">
                  <p:embed/>
                </p:oleObj>
              </mc:Choice>
              <mc:Fallback>
                <p:oleObj name="Slide do think-cell" r:id="rId4" imgW="493" imgH="493" progId="TCLayout.ActiveDocument.1">
                  <p:embed/>
                  <p:pic>
                    <p:nvPicPr>
                      <p:cNvPr id="2" name="Object 1" hidden="1">
                        <a:extLst>
                          <a:ext uri="{FF2B5EF4-FFF2-40B4-BE49-F238E27FC236}">
                            <a16:creationId xmlns:a16="http://schemas.microsoft.com/office/drawing/2014/main" id="{4910D163-22BE-4235-9B77-F3A494049FE8}"/>
                          </a:ext>
                        </a:extLst>
                      </p:cNvPr>
                      <p:cNvPicPr/>
                      <p:nvPr/>
                    </p:nvPicPr>
                    <p:blipFill>
                      <a:blip r:embed="rId5"/>
                      <a:stretch>
                        <a:fillRect/>
                      </a:stretch>
                    </p:blipFill>
                    <p:spPr>
                      <a:xfrm>
                        <a:off x="2118" y="1589"/>
                        <a:ext cx="2116" cy="1587"/>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2C5C2C69-0B78-465A-AD2B-0896E21D1977}"/>
              </a:ext>
            </a:extLst>
          </p:cNvPr>
          <p:cNvSpPr/>
          <p:nvPr userDrawn="1">
            <p:custDataLst>
              <p:tags r:id="rId2"/>
            </p:custDataLst>
          </p:nvPr>
        </p:nvSpPr>
        <p:spPr>
          <a:xfrm>
            <a:off x="0" y="0"/>
            <a:ext cx="158750" cy="158750"/>
          </a:xfrm>
          <a:prstGeom prst="rect">
            <a:avLst/>
          </a:prstGeom>
          <a:solidFill>
            <a:schemeClr val="accent2"/>
          </a:solidFill>
          <a:ln w="19050">
            <a:solidFill>
              <a:schemeClr val="accent2"/>
            </a:solidFill>
            <a:miter lim="400000"/>
          </a:ln>
          <a:effectLst/>
        </p:spPr>
        <p:txBody>
          <a:bodyPr wrap="none" lIns="0" tIns="0" rIns="0" bIns="0" numCol="1" spcCol="0" rtlCol="0" anchor="ctr" anchorCtr="0">
            <a:noAutofit/>
          </a:bodyPr>
          <a:lstStyle/>
          <a:p>
            <a:pPr marL="0" lvl="0" indent="0" algn="l" rtl="0"/>
            <a:endParaRPr kumimoji="0" lang="pt-BR" sz="2000" b="1" i="0" u="none" cap="none" baseline="0">
              <a:solidFill>
                <a:schemeClr val="bg1"/>
              </a:solidFill>
              <a:latin typeface="Arial" panose="020B0604020202020204" pitchFamily="34" charset="0"/>
              <a:ea typeface="+mj-ea"/>
              <a:cs typeface="+mj-cs"/>
              <a:sym typeface="Arial" panose="020B0604020202020204" pitchFamily="34" charset="0"/>
            </a:endParaRPr>
          </a:p>
        </p:txBody>
      </p:sp>
      <p:pic>
        <p:nvPicPr>
          <p:cNvPr id="11" name="Picture 10">
            <a:extLst>
              <a:ext uri="{FF2B5EF4-FFF2-40B4-BE49-F238E27FC236}">
                <a16:creationId xmlns:a16="http://schemas.microsoft.com/office/drawing/2014/main" id="{364FFF21-457D-486C-834A-52AE60AE72D0}"/>
              </a:ext>
            </a:extLst>
          </p:cNvPr>
          <p:cNvPicPr>
            <a:picLocks noChangeAspect="1"/>
          </p:cNvPicPr>
          <p:nvPr userDrawn="1"/>
        </p:nvPicPr>
        <p:blipFill rotWithShape="1">
          <a:blip r:embed="rId6" cstate="email">
            <a:duotone>
              <a:schemeClr val="bg2">
                <a:shade val="45000"/>
                <a:satMod val="135000"/>
              </a:schemeClr>
              <a:prstClr val="white"/>
            </a:duotone>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2" name="Text Placeholder 4">
            <a:extLst>
              <a:ext uri="{FF2B5EF4-FFF2-40B4-BE49-F238E27FC236}">
                <a16:creationId xmlns:a16="http://schemas.microsoft.com/office/drawing/2014/main" id="{8998E50B-5C27-4A37-8F85-41A956F5BFEA}"/>
              </a:ext>
            </a:extLst>
          </p:cNvPr>
          <p:cNvSpPr>
            <a:spLocks noGrp="1"/>
          </p:cNvSpPr>
          <p:nvPr>
            <p:ph type="body" sz="quarter" idx="14" hasCustomPrompt="1"/>
          </p:nvPr>
        </p:nvSpPr>
        <p:spPr>
          <a:xfrm>
            <a:off x="233257" y="6538951"/>
            <a:ext cx="9696000" cy="153888"/>
          </a:xfrm>
          <a:prstGeom prst="rect">
            <a:avLst/>
          </a:prstGeom>
        </p:spPr>
        <p:txBody>
          <a:bodyPr wrap="square" lIns="0" tIns="0" rIns="0" bIns="0" anchor="b" anchorCtr="0"/>
          <a:lstStyle>
            <a:lvl1pPr marL="0" indent="0" rtl="0">
              <a:spcBef>
                <a:spcPts val="0"/>
              </a:spcBef>
              <a:buNone/>
              <a:defRPr lang="en-GB" sz="900" dirty="0"/>
            </a:lvl1pPr>
            <a:lvl2pPr marL="196850" indent="0">
              <a:buNone/>
              <a:defRPr sz="900"/>
            </a:lvl2pPr>
            <a:lvl3pPr marL="406400" indent="0">
              <a:buNone/>
              <a:defRPr sz="900"/>
            </a:lvl3pPr>
            <a:lvl4pPr marL="588962" indent="0">
              <a:buNone/>
              <a:defRPr sz="1000"/>
            </a:lvl4pPr>
            <a:lvl5pPr marL="817562" indent="0">
              <a:buNone/>
              <a:defRPr sz="1000"/>
            </a:lvl5pPr>
          </a:lstStyle>
          <a:p>
            <a:pPr lvl="0"/>
            <a:r>
              <a:rPr lang="pt-BR" sz="1000">
                <a:latin typeface="+mj-lt"/>
              </a:rPr>
              <a:t>Fonte:</a:t>
            </a:r>
          </a:p>
        </p:txBody>
      </p:sp>
      <p:sp>
        <p:nvSpPr>
          <p:cNvPr id="10" name="Slide Number">
            <a:extLst>
              <a:ext uri="{FF2B5EF4-FFF2-40B4-BE49-F238E27FC236}">
                <a16:creationId xmlns:a16="http://schemas.microsoft.com/office/drawing/2014/main" id="{4FB17B43-7589-DB3C-1A95-76706DB6F489}"/>
              </a:ext>
            </a:extLst>
          </p:cNvPr>
          <p:cNvSpPr txBox="1">
            <a:spLocks/>
          </p:cNvSpPr>
          <p:nvPr userDrawn="1"/>
        </p:nvSpPr>
        <p:spPr>
          <a:xfrm>
            <a:off x="11718787" y="6527045"/>
            <a:ext cx="203582" cy="153888"/>
          </a:xfrm>
          <a:prstGeom prst="rect">
            <a:avLst/>
          </a:prstGeom>
        </p:spPr>
        <p:txBody>
          <a:bodyPr vert="horz" wrap="none" lIns="0" tIns="0" rIns="0" bIns="0" rtlCol="0" anchor="ctr">
            <a:spAutoFit/>
          </a:bodyPr>
          <a:lstStyle>
            <a:defPPr>
              <a:defRPr lang="en-US"/>
            </a:defPPr>
            <a:lvl1pPr>
              <a:defRPr sz="1000" baseline="0">
                <a:latin typeface="+mn-lt"/>
              </a:defRPr>
            </a:lvl1pPr>
          </a:lstStyle>
          <a:p>
            <a:pPr lvl="0" algn="r" rtl="0"/>
            <a:fld id="{42C328C1-A84F-4A39-A664-DBA00541A8C6}" type="slidenum">
              <a:rPr lang="pt-BR" smtClean="0"/>
              <a:pPr lvl="0" algn="r" rtl="0"/>
              <a:t>‹#›</a:t>
            </a:fld>
            <a:endParaRPr lang="pt-BR"/>
          </a:p>
        </p:txBody>
      </p:sp>
      <p:pic>
        <p:nvPicPr>
          <p:cNvPr id="4" name="Graphic 3">
            <a:extLst>
              <a:ext uri="{FF2B5EF4-FFF2-40B4-BE49-F238E27FC236}">
                <a16:creationId xmlns:a16="http://schemas.microsoft.com/office/drawing/2014/main" id="{44630D2E-5935-E3E2-816A-2614116B713E}"/>
              </a:ext>
            </a:extLst>
          </p:cNvPr>
          <p:cNvPicPr>
            <a:picLocks noChangeAspect="1"/>
          </p:cNvPicPr>
          <p:nvPr userDrawn="1"/>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10127705" y="6297334"/>
            <a:ext cx="1261440" cy="504000"/>
          </a:xfrm>
          <a:prstGeom prst="rect">
            <a:avLst/>
          </a:prstGeom>
        </p:spPr>
      </p:pic>
      <p:sp>
        <p:nvSpPr>
          <p:cNvPr id="7" name="Title 1">
            <a:extLst>
              <a:ext uri="{FF2B5EF4-FFF2-40B4-BE49-F238E27FC236}">
                <a16:creationId xmlns:a16="http://schemas.microsoft.com/office/drawing/2014/main" id="{95DE7E33-9403-EC50-519F-841013B2C424}"/>
              </a:ext>
            </a:extLst>
          </p:cNvPr>
          <p:cNvSpPr>
            <a:spLocks noGrp="1"/>
          </p:cNvSpPr>
          <p:nvPr>
            <p:ph type="title"/>
          </p:nvPr>
        </p:nvSpPr>
        <p:spPr>
          <a:xfrm>
            <a:off x="227543" y="312999"/>
            <a:ext cx="11736916" cy="307777"/>
          </a:xfrm>
          <a:prstGeom prst="rect">
            <a:avLst/>
          </a:prstGeom>
        </p:spPr>
        <p:txBody>
          <a:bodyPr vert="horz" wrap="square" lIns="0" tIns="0" rIns="0" bIns="0" rtlCol="0" anchor="t" anchorCtr="0">
            <a:spAutoFit/>
          </a:bodyPr>
          <a:lstStyle>
            <a:lvl1pPr rtl="0">
              <a:defRPr lang="en-US" dirty="0"/>
            </a:lvl1pPr>
          </a:lstStyle>
          <a:p>
            <a:pPr marL="0" lvl="0"/>
            <a:r>
              <a:rPr lang="pt-BR"/>
              <a:t>Clique para editar o título Mestre</a:t>
            </a:r>
          </a:p>
        </p:txBody>
      </p:sp>
    </p:spTree>
    <p:extLst>
      <p:ext uri="{BB962C8B-B14F-4D97-AF65-F5344CB8AC3E}">
        <p14:creationId xmlns:p14="http://schemas.microsoft.com/office/powerpoint/2010/main" val="3757776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1_End Mirow">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F6B0049E-6A99-494F-9A58-DACA4A493650}"/>
              </a:ext>
            </a:extLst>
          </p:cNvPr>
          <p:cNvGraphicFramePr>
            <a:graphicFrameLocks noChangeAspect="1"/>
          </p:cNvGraphicFramePr>
          <p:nvPr userDrawn="1">
            <p:custDataLst>
              <p:tags r:id="rId1"/>
            </p:custDataLst>
            <p:extLst>
              <p:ext uri="{D42A27DB-BD31-4B8C-83A1-F6EECF244321}">
                <p14:modId xmlns:p14="http://schemas.microsoft.com/office/powerpoint/2010/main" val="94673825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Slide do think-cell" r:id="rId3" imgW="493" imgH="493" progId="TCLayout.ActiveDocument.1">
                  <p:embed/>
                </p:oleObj>
              </mc:Choice>
              <mc:Fallback>
                <p:oleObj name="Slide do think-cell" r:id="rId3" imgW="493" imgH="493" progId="TCLayout.ActiveDocument.1">
                  <p:embed/>
                  <p:pic>
                    <p:nvPicPr>
                      <p:cNvPr id="2" name="Object 1" hidden="1">
                        <a:extLst>
                          <a:ext uri="{FF2B5EF4-FFF2-40B4-BE49-F238E27FC236}">
                            <a16:creationId xmlns:a16="http://schemas.microsoft.com/office/drawing/2014/main" id="{F6B0049E-6A99-494F-9A58-DACA4A49365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Shape 1409">
            <a:extLst>
              <a:ext uri="{FF2B5EF4-FFF2-40B4-BE49-F238E27FC236}">
                <a16:creationId xmlns:a16="http://schemas.microsoft.com/office/drawing/2014/main" id="{1383137A-3973-DF43-A1FE-0FFA0345E943}"/>
              </a:ext>
            </a:extLst>
          </p:cNvPr>
          <p:cNvSpPr/>
          <p:nvPr userDrawn="1"/>
        </p:nvSpPr>
        <p:spPr>
          <a:xfrm>
            <a:off x="0" y="0"/>
            <a:ext cx="12192000" cy="6858000"/>
          </a:xfrm>
          <a:prstGeom prst="rect">
            <a:avLst/>
          </a:prstGeom>
          <a:solidFill>
            <a:srgbClr val="020E66"/>
          </a:solidFill>
          <a:ln w="12700">
            <a:miter lim="400000"/>
          </a:ln>
        </p:spPr>
        <p:txBody>
          <a:bodyPr lIns="0" tIns="0" rIns="0" bIns="0" anchor="ctr"/>
          <a:lstStyle/>
          <a:p>
            <a:pPr lvl="0" rtl="0" eaLnBrk="1">
              <a:defRPr sz="3200"/>
            </a:pPr>
            <a:endParaRPr lang="pt-BR" sz="3200"/>
          </a:p>
        </p:txBody>
      </p:sp>
      <p:pic>
        <p:nvPicPr>
          <p:cNvPr id="7" name="Graphic 6">
            <a:extLst>
              <a:ext uri="{FF2B5EF4-FFF2-40B4-BE49-F238E27FC236}">
                <a16:creationId xmlns:a16="http://schemas.microsoft.com/office/drawing/2014/main" id="{8E3718AF-F312-CBB2-BF5B-B4B661EA8A2E}"/>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4005263" y="2595563"/>
            <a:ext cx="4181475" cy="1666875"/>
          </a:xfrm>
          <a:prstGeom prst="rect">
            <a:avLst/>
          </a:prstGeom>
        </p:spPr>
      </p:pic>
    </p:spTree>
    <p:extLst>
      <p:ext uri="{BB962C8B-B14F-4D97-AF65-F5344CB8AC3E}">
        <p14:creationId xmlns:p14="http://schemas.microsoft.com/office/powerpoint/2010/main" val="7687058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userDrawn="1">
  <p:cSld name="Somente Título">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9E0980AA-BCE6-4E26-8843-3669C15888DB}"/>
              </a:ext>
            </a:extLst>
          </p:cNvPr>
          <p:cNvGraphicFramePr>
            <a:graphicFrameLocks noChangeAspect="1"/>
          </p:cNvGraphicFramePr>
          <p:nvPr userDrawn="1">
            <p:custDataLst>
              <p:tags r:id="rId1"/>
            </p:custDataLst>
            <p:extLst>
              <p:ext uri="{D42A27DB-BD31-4B8C-83A1-F6EECF244321}">
                <p14:modId xmlns:p14="http://schemas.microsoft.com/office/powerpoint/2010/main" val="2230146250"/>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Slide do think-cell" r:id="rId4" imgW="493" imgH="493" progId="TCLayout.ActiveDocument.1">
                  <p:embed/>
                </p:oleObj>
              </mc:Choice>
              <mc:Fallback>
                <p:oleObj name="Slide do think-cell" r:id="rId4" imgW="493" imgH="493" progId="TCLayout.ActiveDocument.1">
                  <p:embed/>
                  <p:pic>
                    <p:nvPicPr>
                      <p:cNvPr id="10" name="Object 9" hidden="1">
                        <a:extLst>
                          <a:ext uri="{FF2B5EF4-FFF2-40B4-BE49-F238E27FC236}">
                            <a16:creationId xmlns:a16="http://schemas.microsoft.com/office/drawing/2014/main" id="{9E0980AA-BCE6-4E26-8843-3669C15888DB}"/>
                          </a:ext>
                        </a:extLst>
                      </p:cNvPr>
                      <p:cNvPicPr/>
                      <p:nvPr/>
                    </p:nvPicPr>
                    <p:blipFill>
                      <a:blip r:embed="rId5"/>
                      <a:stretch>
                        <a:fillRect/>
                      </a:stretch>
                    </p:blipFill>
                    <p:spPr>
                      <a:xfrm>
                        <a:off x="2118" y="1589"/>
                        <a:ext cx="2116" cy="1587"/>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4FE804D7-7F22-4628-B31E-2AE601C042B1}"/>
              </a:ext>
            </a:extLst>
          </p:cNvPr>
          <p:cNvSpPr/>
          <p:nvPr userDrawn="1">
            <p:custDataLst>
              <p:tags r:id="rId2"/>
            </p:custDataLst>
          </p:nvPr>
        </p:nvSpPr>
        <p:spPr>
          <a:xfrm>
            <a:off x="0" y="0"/>
            <a:ext cx="158750" cy="158750"/>
          </a:xfrm>
          <a:prstGeom prst="rect">
            <a:avLst/>
          </a:prstGeom>
          <a:solidFill>
            <a:schemeClr val="accent2"/>
          </a:solidFill>
          <a:ln w="19050">
            <a:solidFill>
              <a:schemeClr val="accent2"/>
            </a:solidFill>
            <a:miter lim="400000"/>
          </a:ln>
          <a:effectLst/>
        </p:spPr>
        <p:txBody>
          <a:bodyPr wrap="none" lIns="0" tIns="0" rIns="0" bIns="0" numCol="1" spcCol="0" rtlCol="0" anchor="ctr" anchorCtr="0">
            <a:noAutofit/>
          </a:bodyPr>
          <a:lstStyle/>
          <a:p>
            <a:pPr marL="0" lvl="0" indent="0" algn="l" rtl="0"/>
            <a:endParaRPr kumimoji="0" lang="pt-BR" sz="2000" b="1" i="0" u="none" cap="none" baseline="0">
              <a:solidFill>
                <a:schemeClr val="bg1"/>
              </a:solidFill>
              <a:latin typeface="Arial" panose="020B0604020202020204" pitchFamily="34" charset="0"/>
              <a:ea typeface="+mj-ea"/>
              <a:cs typeface="+mj-cs"/>
              <a:sym typeface="Arial" panose="020B0604020202020204" pitchFamily="34" charset="0"/>
            </a:endParaRPr>
          </a:p>
        </p:txBody>
      </p:sp>
      <p:sp>
        <p:nvSpPr>
          <p:cNvPr id="4" name="Text Placeholder 4"/>
          <p:cNvSpPr>
            <a:spLocks noGrp="1"/>
          </p:cNvSpPr>
          <p:nvPr>
            <p:ph type="body" sz="quarter" idx="14" hasCustomPrompt="1"/>
          </p:nvPr>
        </p:nvSpPr>
        <p:spPr>
          <a:xfrm>
            <a:off x="233257" y="6513466"/>
            <a:ext cx="9696000" cy="153888"/>
          </a:xfrm>
        </p:spPr>
        <p:txBody>
          <a:bodyPr wrap="square" lIns="0" tIns="0" rIns="0" bIns="0" anchor="b" anchorCtr="0"/>
          <a:lstStyle>
            <a:lvl1pPr marL="0" indent="0" rtl="0">
              <a:spcBef>
                <a:spcPts val="0"/>
              </a:spcBef>
              <a:buNone/>
              <a:defRPr lang="en-GB" sz="900" dirty="0"/>
            </a:lvl1pPr>
            <a:lvl2pPr marL="196850" indent="0">
              <a:buNone/>
              <a:defRPr sz="900"/>
            </a:lvl2pPr>
            <a:lvl3pPr marL="406400" indent="0">
              <a:buNone/>
              <a:defRPr sz="900"/>
            </a:lvl3pPr>
            <a:lvl4pPr marL="588962" indent="0">
              <a:buNone/>
              <a:defRPr sz="1000"/>
            </a:lvl4pPr>
            <a:lvl5pPr marL="817562" indent="0">
              <a:buNone/>
              <a:defRPr sz="1000"/>
            </a:lvl5pPr>
          </a:lstStyle>
          <a:p>
            <a:pPr lvl="0"/>
            <a:r>
              <a:rPr lang="pt-BR" sz="1000">
                <a:latin typeface="+mj-lt"/>
              </a:rPr>
              <a:t>Fonte:</a:t>
            </a:r>
          </a:p>
        </p:txBody>
      </p:sp>
      <p:sp>
        <p:nvSpPr>
          <p:cNvPr id="8" name="Slide Number">
            <a:extLst>
              <a:ext uri="{FF2B5EF4-FFF2-40B4-BE49-F238E27FC236}">
                <a16:creationId xmlns:a16="http://schemas.microsoft.com/office/drawing/2014/main" id="{BC1B471D-CDE1-49E8-87EA-DEB421217265}"/>
              </a:ext>
            </a:extLst>
          </p:cNvPr>
          <p:cNvSpPr txBox="1">
            <a:spLocks/>
          </p:cNvSpPr>
          <p:nvPr userDrawn="1"/>
        </p:nvSpPr>
        <p:spPr>
          <a:xfrm>
            <a:off x="11718787" y="6513466"/>
            <a:ext cx="203582" cy="153888"/>
          </a:xfrm>
          <a:prstGeom prst="rect">
            <a:avLst/>
          </a:prstGeom>
        </p:spPr>
        <p:txBody>
          <a:bodyPr vert="horz" wrap="none" lIns="0" tIns="0" rIns="0" bIns="0" rtlCol="0" anchor="ctr">
            <a:spAutoFit/>
          </a:bodyPr>
          <a:lstStyle>
            <a:defPPr>
              <a:defRPr lang="en-US"/>
            </a:defPPr>
            <a:lvl1pPr>
              <a:defRPr sz="1000" baseline="0">
                <a:latin typeface="+mn-lt"/>
              </a:defRPr>
            </a:lvl1pPr>
          </a:lstStyle>
          <a:p>
            <a:pPr lvl="0" algn="r" rtl="0"/>
            <a:fld id="{42C328C1-A84F-4A39-A664-DBA00541A8C6}" type="slidenum">
              <a:rPr lang="pt-BR" smtClean="0"/>
              <a:pPr lvl="0" algn="r" rtl="0"/>
              <a:t>‹#›</a:t>
            </a:fld>
            <a:endParaRPr lang="pt-BR"/>
          </a:p>
        </p:txBody>
      </p:sp>
      <p:pic>
        <p:nvPicPr>
          <p:cNvPr id="9" name="Imagem 6">
            <a:extLst>
              <a:ext uri="{FF2B5EF4-FFF2-40B4-BE49-F238E27FC236}">
                <a16:creationId xmlns:a16="http://schemas.microsoft.com/office/drawing/2014/main" id="{D6C5BF70-0885-40D6-A44D-BB0674E90AB3}"/>
              </a:ext>
            </a:extLst>
          </p:cNvPr>
          <p:cNvPicPr>
            <a:picLocks noChangeAspect="1"/>
          </p:cNvPicPr>
          <p:nvPr userDrawn="1"/>
        </p:nvPicPr>
        <p:blipFill rotWithShape="1">
          <a:blip r:embed="rId6" cstate="email">
            <a:extLst>
              <a:ext uri="{28A0092B-C50C-407E-A947-70E740481C1C}">
                <a14:useLocalDpi xmlns:a14="http://schemas.microsoft.com/office/drawing/2010/main"/>
              </a:ext>
            </a:extLst>
          </a:blip>
          <a:srcRect/>
          <a:stretch/>
        </p:blipFill>
        <p:spPr>
          <a:xfrm>
            <a:off x="10294573" y="6491716"/>
            <a:ext cx="1197054" cy="198442"/>
          </a:xfrm>
          <a:prstGeom prst="rect">
            <a:avLst/>
          </a:prstGeom>
        </p:spPr>
      </p:pic>
      <p:sp>
        <p:nvSpPr>
          <p:cNvPr id="11" name="Title 1">
            <a:extLst>
              <a:ext uri="{FF2B5EF4-FFF2-40B4-BE49-F238E27FC236}">
                <a16:creationId xmlns:a16="http://schemas.microsoft.com/office/drawing/2014/main" id="{2419F900-E00F-40AF-9105-49B4B26BC53B}"/>
              </a:ext>
            </a:extLst>
          </p:cNvPr>
          <p:cNvSpPr>
            <a:spLocks noGrp="1"/>
          </p:cNvSpPr>
          <p:nvPr>
            <p:ph type="title"/>
          </p:nvPr>
        </p:nvSpPr>
        <p:spPr>
          <a:xfrm>
            <a:off x="478971" y="225177"/>
            <a:ext cx="11485488" cy="307777"/>
          </a:xfrm>
          <a:prstGeom prst="rect">
            <a:avLst/>
          </a:prstGeom>
        </p:spPr>
        <p:txBody>
          <a:bodyPr vert="horz" anchor="t"/>
          <a:lstStyle>
            <a:lvl1pPr rtl="0">
              <a:defRPr sz="2000"/>
            </a:lvl1pPr>
          </a:lstStyle>
          <a:p>
            <a:r>
              <a:rPr lang="pt-BR"/>
              <a:t>Clique para editar o título Mestre</a:t>
            </a:r>
          </a:p>
        </p:txBody>
      </p:sp>
      <p:sp>
        <p:nvSpPr>
          <p:cNvPr id="12" name="Rectangle 6">
            <a:extLst>
              <a:ext uri="{FF2B5EF4-FFF2-40B4-BE49-F238E27FC236}">
                <a16:creationId xmlns:a16="http://schemas.microsoft.com/office/drawing/2014/main" id="{1814DADB-949A-40DB-B8C0-E552BCFF9540}"/>
              </a:ext>
            </a:extLst>
          </p:cNvPr>
          <p:cNvSpPr/>
          <p:nvPr userDrawn="1"/>
        </p:nvSpPr>
        <p:spPr>
          <a:xfrm>
            <a:off x="-11183" y="249036"/>
            <a:ext cx="414837" cy="260059"/>
          </a:xfrm>
          <a:prstGeom prst="rect">
            <a:avLst/>
          </a:prstGeom>
          <a:solidFill>
            <a:srgbClr val="020E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pt-BR" sz="1800"/>
          </a:p>
        </p:txBody>
      </p:sp>
    </p:spTree>
    <p:extLst>
      <p:ext uri="{BB962C8B-B14F-4D97-AF65-F5344CB8AC3E}">
        <p14:creationId xmlns:p14="http://schemas.microsoft.com/office/powerpoint/2010/main" val="282832554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9E0980AA-BCE6-4E26-8843-3669C15888DB}"/>
              </a:ext>
            </a:extLst>
          </p:cNvPr>
          <p:cNvGraphicFramePr>
            <a:graphicFrameLocks noChangeAspect="1"/>
          </p:cNvGraphicFramePr>
          <p:nvPr userDrawn="1">
            <p:custDataLst>
              <p:tags r:id="rId1"/>
            </p:custDataLst>
            <p:extLst>
              <p:ext uri="{D42A27DB-BD31-4B8C-83A1-F6EECF244321}">
                <p14:modId xmlns:p14="http://schemas.microsoft.com/office/powerpoint/2010/main" val="661753353"/>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Slide do think-cell" r:id="rId4" imgW="493" imgH="493" progId="TCLayout.ActiveDocument.1">
                  <p:embed/>
                </p:oleObj>
              </mc:Choice>
              <mc:Fallback>
                <p:oleObj name="Slide do think-cell" r:id="rId4" imgW="493" imgH="493" progId="TCLayout.ActiveDocument.1">
                  <p:embed/>
                  <p:pic>
                    <p:nvPicPr>
                      <p:cNvPr id="10" name="Object 9" hidden="1">
                        <a:extLst>
                          <a:ext uri="{FF2B5EF4-FFF2-40B4-BE49-F238E27FC236}">
                            <a16:creationId xmlns:a16="http://schemas.microsoft.com/office/drawing/2014/main" id="{9E0980AA-BCE6-4E26-8843-3669C15888DB}"/>
                          </a:ext>
                        </a:extLst>
                      </p:cNvPr>
                      <p:cNvPicPr/>
                      <p:nvPr/>
                    </p:nvPicPr>
                    <p:blipFill>
                      <a:blip r:embed="rId5"/>
                      <a:stretch>
                        <a:fillRect/>
                      </a:stretch>
                    </p:blipFill>
                    <p:spPr>
                      <a:xfrm>
                        <a:off x="2118" y="1589"/>
                        <a:ext cx="2116" cy="1587"/>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4FE804D7-7F22-4628-B31E-2AE601C042B1}"/>
              </a:ext>
            </a:extLst>
          </p:cNvPr>
          <p:cNvSpPr/>
          <p:nvPr userDrawn="1">
            <p:custDataLst>
              <p:tags r:id="rId2"/>
            </p:custDataLst>
          </p:nvPr>
        </p:nvSpPr>
        <p:spPr>
          <a:xfrm>
            <a:off x="0" y="0"/>
            <a:ext cx="158750" cy="158750"/>
          </a:xfrm>
          <a:prstGeom prst="rect">
            <a:avLst/>
          </a:prstGeom>
          <a:solidFill>
            <a:schemeClr val="accent2"/>
          </a:solidFill>
          <a:ln w="19050">
            <a:solidFill>
              <a:schemeClr val="accent2"/>
            </a:solidFill>
            <a:miter lim="400000"/>
          </a:ln>
          <a:effectLst/>
        </p:spPr>
        <p:txBody>
          <a:bodyPr wrap="none" lIns="0" tIns="0" rIns="0" bIns="0" numCol="1" spcCol="0" rtlCol="0" anchor="ctr" anchorCtr="0">
            <a:noAutofit/>
          </a:bodyPr>
          <a:lstStyle/>
          <a:p>
            <a:pPr marL="0" lvl="0" indent="0" algn="l" rtl="0"/>
            <a:endParaRPr kumimoji="0" lang="pt-BR" sz="2000" b="1" i="0" u="none" cap="none" baseline="0">
              <a:solidFill>
                <a:schemeClr val="bg1"/>
              </a:solidFill>
              <a:latin typeface="Arial" panose="020B0604020202020204" pitchFamily="34" charset="0"/>
              <a:ea typeface="+mj-ea"/>
              <a:cs typeface="+mj-cs"/>
              <a:sym typeface="Arial" panose="020B0604020202020204" pitchFamily="34" charset="0"/>
            </a:endParaRPr>
          </a:p>
        </p:txBody>
      </p:sp>
      <p:sp>
        <p:nvSpPr>
          <p:cNvPr id="11" name="Title 1">
            <a:extLst>
              <a:ext uri="{FF2B5EF4-FFF2-40B4-BE49-F238E27FC236}">
                <a16:creationId xmlns:a16="http://schemas.microsoft.com/office/drawing/2014/main" id="{2419F900-E00F-40AF-9105-49B4B26BC53B}"/>
              </a:ext>
            </a:extLst>
          </p:cNvPr>
          <p:cNvSpPr>
            <a:spLocks noGrp="1"/>
          </p:cNvSpPr>
          <p:nvPr>
            <p:ph type="title" hasCustomPrompt="1"/>
          </p:nvPr>
        </p:nvSpPr>
        <p:spPr>
          <a:xfrm>
            <a:off x="478971" y="225177"/>
            <a:ext cx="11485488" cy="307777"/>
          </a:xfrm>
          <a:prstGeom prst="rect">
            <a:avLst/>
          </a:prstGeom>
        </p:spPr>
        <p:txBody>
          <a:bodyPr anchor="t"/>
          <a:lstStyle>
            <a:lvl1pPr>
              <a:defRPr sz="2000"/>
            </a:lvl1pPr>
          </a:lstStyle>
          <a:p>
            <a:r>
              <a:rPr lang="pt-BR"/>
              <a:t>Clique para editar o título Mestre</a:t>
            </a:r>
            <a:endParaRPr lang="en-US"/>
          </a:p>
        </p:txBody>
      </p:sp>
      <p:sp>
        <p:nvSpPr>
          <p:cNvPr id="12" name="Rectangle 6">
            <a:extLst>
              <a:ext uri="{FF2B5EF4-FFF2-40B4-BE49-F238E27FC236}">
                <a16:creationId xmlns:a16="http://schemas.microsoft.com/office/drawing/2014/main" id="{1814DADB-949A-40DB-B8C0-E552BCFF9540}"/>
              </a:ext>
            </a:extLst>
          </p:cNvPr>
          <p:cNvSpPr/>
          <p:nvPr userDrawn="1"/>
        </p:nvSpPr>
        <p:spPr>
          <a:xfrm>
            <a:off x="-11183" y="249036"/>
            <a:ext cx="414837" cy="260059"/>
          </a:xfrm>
          <a:prstGeom prst="rect">
            <a:avLst/>
          </a:prstGeom>
          <a:solidFill>
            <a:srgbClr val="020E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800"/>
          </a:p>
        </p:txBody>
      </p:sp>
      <p:sp>
        <p:nvSpPr>
          <p:cNvPr id="13" name="Text Placeholder 4">
            <a:extLst>
              <a:ext uri="{FF2B5EF4-FFF2-40B4-BE49-F238E27FC236}">
                <a16:creationId xmlns:a16="http://schemas.microsoft.com/office/drawing/2014/main" id="{D16463AB-2C7D-12B5-108F-3BC553C8D601}"/>
              </a:ext>
            </a:extLst>
          </p:cNvPr>
          <p:cNvSpPr>
            <a:spLocks noGrp="1"/>
          </p:cNvSpPr>
          <p:nvPr>
            <p:ph type="body" sz="quarter" idx="15" hasCustomPrompt="1"/>
          </p:nvPr>
        </p:nvSpPr>
        <p:spPr>
          <a:xfrm>
            <a:off x="233257" y="6516592"/>
            <a:ext cx="9696000" cy="153888"/>
          </a:xfrm>
        </p:spPr>
        <p:txBody>
          <a:bodyPr wrap="square" lIns="0" tIns="0" rIns="0" bIns="0" anchor="b" anchorCtr="0"/>
          <a:lstStyle>
            <a:lvl1pPr marL="0" indent="0">
              <a:spcBef>
                <a:spcPts val="0"/>
              </a:spcBef>
              <a:buNone/>
              <a:defRPr lang="en-GB" sz="900" dirty="0"/>
            </a:lvl1pPr>
            <a:lvl2pPr marL="196850" indent="0">
              <a:buNone/>
              <a:defRPr sz="900"/>
            </a:lvl2pPr>
            <a:lvl3pPr marL="406400" indent="0">
              <a:buNone/>
              <a:defRPr sz="900"/>
            </a:lvl3pPr>
            <a:lvl4pPr marL="588962" indent="0">
              <a:buNone/>
              <a:defRPr sz="1000"/>
            </a:lvl4pPr>
            <a:lvl5pPr marL="817562" indent="0">
              <a:buNone/>
              <a:defRPr sz="1000"/>
            </a:lvl5pPr>
          </a:lstStyle>
          <a:p>
            <a:pPr lvl="0"/>
            <a:r>
              <a:rPr lang="pt-BR" sz="1000">
                <a:latin typeface="+mj-lt"/>
              </a:rPr>
              <a:t>Fonte:</a:t>
            </a:r>
          </a:p>
        </p:txBody>
      </p:sp>
      <p:sp>
        <p:nvSpPr>
          <p:cNvPr id="18" name="Slide Number">
            <a:extLst>
              <a:ext uri="{FF2B5EF4-FFF2-40B4-BE49-F238E27FC236}">
                <a16:creationId xmlns:a16="http://schemas.microsoft.com/office/drawing/2014/main" id="{D058A926-18A2-210E-A0BC-021B7133BB5B}"/>
              </a:ext>
            </a:extLst>
          </p:cNvPr>
          <p:cNvSpPr txBox="1">
            <a:spLocks/>
          </p:cNvSpPr>
          <p:nvPr userDrawn="1"/>
        </p:nvSpPr>
        <p:spPr>
          <a:xfrm>
            <a:off x="11762075" y="6525482"/>
            <a:ext cx="160294" cy="157014"/>
          </a:xfrm>
          <a:prstGeom prst="rect">
            <a:avLst/>
          </a:prstGeom>
        </p:spPr>
        <p:txBody>
          <a:bodyPr vert="horz" wrap="none" lIns="0" tIns="0" rIns="0" bIns="0" rtlCol="0" anchor="ctr">
            <a:spAutoFit/>
          </a:bodyPr>
          <a:lstStyle>
            <a:defPPr>
              <a:defRPr lang="en-US"/>
            </a:defPPr>
            <a:lvl1pPr>
              <a:defRPr sz="1000" baseline="0">
                <a:latin typeface="+mn-lt"/>
              </a:defRPr>
            </a:lvl1pPr>
          </a:lstStyle>
          <a:p>
            <a:pPr lvl="0" algn="r"/>
            <a:fld id="{42C328C1-A84F-4A39-A664-DBA00541A8C6}" type="slidenum">
              <a:rPr lang="pt-BR" smtClean="0"/>
              <a:pPr lvl="0" algn="r"/>
              <a:t>‹#›</a:t>
            </a:fld>
            <a:endParaRPr lang="pt-BR"/>
          </a:p>
        </p:txBody>
      </p:sp>
      <p:pic>
        <p:nvPicPr>
          <p:cNvPr id="19" name="Picture 18">
            <a:extLst>
              <a:ext uri="{FF2B5EF4-FFF2-40B4-BE49-F238E27FC236}">
                <a16:creationId xmlns:a16="http://schemas.microsoft.com/office/drawing/2014/main" id="{1A5E8377-4718-06F9-331E-E942A97F6B53}"/>
              </a:ext>
            </a:extLst>
          </p:cNvPr>
          <p:cNvPicPr>
            <a:picLocks noChangeAspect="1"/>
          </p:cNvPicPr>
          <p:nvPr userDrawn="1"/>
        </p:nvPicPr>
        <p:blipFill rotWithShape="1">
          <a:blip r:embed="rId6" cstate="email">
            <a:extLst>
              <a:ext uri="{28A0092B-C50C-407E-A947-70E740481C1C}">
                <a14:useLocalDpi xmlns:a14="http://schemas.microsoft.com/office/drawing/2010/main"/>
              </a:ext>
            </a:extLst>
          </a:blip>
          <a:srcRect/>
          <a:stretch/>
        </p:blipFill>
        <p:spPr>
          <a:xfrm>
            <a:off x="10229615" y="6520944"/>
            <a:ext cx="1226822" cy="166090"/>
          </a:xfrm>
          <a:prstGeom prst="rect">
            <a:avLst/>
          </a:prstGeom>
        </p:spPr>
      </p:pic>
    </p:spTree>
    <p:extLst>
      <p:ext uri="{BB962C8B-B14F-4D97-AF65-F5344CB8AC3E}">
        <p14:creationId xmlns:p14="http://schemas.microsoft.com/office/powerpoint/2010/main" val="2822888937"/>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ítulo 1">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1"/>
            </p:custDataLst>
            <p:extLst>
              <p:ext uri="{D42A27DB-BD31-4B8C-83A1-F6EECF244321}">
                <p14:modId xmlns:p14="http://schemas.microsoft.com/office/powerpoint/2010/main" val="479547093"/>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Slide do think-cell" r:id="rId4" imgW="270" imgH="270" progId="TCLayout.ActiveDocument.1">
                  <p:embed/>
                </p:oleObj>
              </mc:Choice>
              <mc:Fallback>
                <p:oleObj name="Slide do think-cell" r:id="rId4" imgW="270" imgH="270" progId="TCLayout.ActiveDocument.1">
                  <p:embed/>
                  <p:pic>
                    <p:nvPicPr>
                      <p:cNvPr id="3" name="Object 2" hidden="1"/>
                      <p:cNvPicPr/>
                      <p:nvPr/>
                    </p:nvPicPr>
                    <p:blipFill>
                      <a:blip r:embed="rId5"/>
                      <a:stretch>
                        <a:fillRect/>
                      </a:stretch>
                    </p:blipFill>
                    <p:spPr>
                      <a:xfrm>
                        <a:off x="2118" y="1589"/>
                        <a:ext cx="2116" cy="1587"/>
                      </a:xfrm>
                      <a:prstGeom prst="rect">
                        <a:avLst/>
                      </a:prstGeom>
                    </p:spPr>
                  </p:pic>
                </p:oleObj>
              </mc:Fallback>
            </mc:AlternateContent>
          </a:graphicData>
        </a:graphic>
      </p:graphicFrame>
      <p:pic>
        <p:nvPicPr>
          <p:cNvPr id="4" name="Imagem 3">
            <a:extLst>
              <a:ext uri="{FF2B5EF4-FFF2-40B4-BE49-F238E27FC236}">
                <a16:creationId xmlns:a16="http://schemas.microsoft.com/office/drawing/2014/main" id="{2192E0A7-C871-E791-E4EF-3B25911B4F5D}"/>
              </a:ext>
            </a:extLst>
          </p:cNvPr>
          <p:cNvPicPr>
            <a:picLocks noChangeAspect="1"/>
          </p:cNvPicPr>
          <p:nvPr userDrawn="1"/>
        </p:nvPicPr>
        <p:blipFill rotWithShape="1">
          <a:blip r:embed="rId6" cstate="email">
            <a:extLst>
              <a:ext uri="{28A0092B-C50C-407E-A947-70E740481C1C}">
                <a14:useLocalDpi xmlns:a14="http://schemas.microsoft.com/office/drawing/2010/main"/>
              </a:ext>
            </a:extLst>
          </a:blip>
          <a:srcRect/>
          <a:stretch/>
        </p:blipFill>
        <p:spPr>
          <a:xfrm>
            <a:off x="4704080" y="0"/>
            <a:ext cx="7487920" cy="6858000"/>
          </a:xfrm>
          <a:prstGeom prst="rect">
            <a:avLst/>
          </a:prstGeom>
        </p:spPr>
      </p:pic>
      <p:sp>
        <p:nvSpPr>
          <p:cNvPr id="25" name="Rectangle 24">
            <a:extLst>
              <a:ext uri="{FF2B5EF4-FFF2-40B4-BE49-F238E27FC236}">
                <a16:creationId xmlns:a16="http://schemas.microsoft.com/office/drawing/2014/main" id="{0BAE292B-6C1F-2C0B-4057-48C928314731}"/>
              </a:ext>
            </a:extLst>
          </p:cNvPr>
          <p:cNvSpPr/>
          <p:nvPr userDrawn="1"/>
        </p:nvSpPr>
        <p:spPr>
          <a:xfrm>
            <a:off x="0" y="0"/>
            <a:ext cx="6094414" cy="6858000"/>
          </a:xfrm>
          <a:prstGeom prst="rect">
            <a:avLst/>
          </a:prstGeom>
          <a:solidFill>
            <a:schemeClr val="tx2"/>
          </a:solidFill>
          <a:ln w="19050">
            <a:noFill/>
            <a:miter lim="400000"/>
          </a:ln>
          <a:effectLst/>
        </p:spPr>
        <p:txBody>
          <a:bodyPr lIns="108000" tIns="72000" rIns="108000" bIns="72000" rtlCol="0" anchor="ctr"/>
          <a:lstStyle/>
          <a:p>
            <a:pPr algn="l" rtl="0"/>
            <a:endParaRPr lang="en-US" sz="1400">
              <a:solidFill>
                <a:schemeClr val="bg1"/>
              </a:solidFill>
            </a:endParaRPr>
          </a:p>
        </p:txBody>
      </p:sp>
      <p:sp>
        <p:nvSpPr>
          <p:cNvPr id="2" name="Rectangle 1" hidden="1">
            <a:extLst>
              <a:ext uri="{FF2B5EF4-FFF2-40B4-BE49-F238E27FC236}">
                <a16:creationId xmlns:a16="http://schemas.microsoft.com/office/drawing/2014/main" id="{A844580B-E44C-4C02-B1B1-A68E777D154D}"/>
              </a:ext>
            </a:extLst>
          </p:cNvPr>
          <p:cNvSpPr/>
          <p:nvPr userDrawn="1">
            <p:custDataLst>
              <p:tags r:id="rId2"/>
            </p:custDataLst>
          </p:nvPr>
        </p:nvSpPr>
        <p:spPr>
          <a:xfrm>
            <a:off x="0" y="0"/>
            <a:ext cx="158750" cy="158750"/>
          </a:xfrm>
          <a:prstGeom prst="rect">
            <a:avLst/>
          </a:prstGeom>
          <a:solidFill>
            <a:schemeClr val="accent2"/>
          </a:solidFill>
          <a:ln w="19050">
            <a:solidFill>
              <a:schemeClr val="accent2"/>
            </a:solidFill>
            <a:miter lim="400000"/>
          </a:ln>
          <a:effectLst/>
        </p:spPr>
        <p:txBody>
          <a:bodyPr wrap="none" lIns="0" tIns="0" rIns="0" bIns="0" numCol="1" spcCol="0" rtlCol="0" anchor="ctr" anchorCtr="0">
            <a:noAutofit/>
          </a:bodyPr>
          <a:lstStyle/>
          <a:p>
            <a:pPr marL="0" lvl="0" indent="0" algn="l" rtl="0"/>
            <a:endParaRPr lang="en-US" sz="20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14" name="Rectangle 1027"/>
          <p:cNvSpPr>
            <a:spLocks noGrp="1" noChangeArrowheads="1"/>
          </p:cNvSpPr>
          <p:nvPr>
            <p:ph type="subTitle" idx="1"/>
          </p:nvPr>
        </p:nvSpPr>
        <p:spPr>
          <a:xfrm>
            <a:off x="493377" y="3518589"/>
            <a:ext cx="5184000" cy="30777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2"/>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rtl="0">
              <a:defRPr lang="pt-BR" sz="2000" b="1" baseline="0" noProof="0" dirty="0" smtClean="0">
                <a:solidFill>
                  <a:schemeClr val="accent2"/>
                </a:solidFill>
                <a:latin typeface="+mj-lt"/>
                <a:ea typeface="+mj-ea"/>
                <a:cs typeface="+mj-cs"/>
              </a:defRPr>
            </a:lvl1pPr>
          </a:lstStyle>
          <a:p>
            <a:pPr lvl="0" defTabSz="913526" fontAlgn="base">
              <a:spcBef>
                <a:spcPct val="0"/>
              </a:spcBef>
              <a:spcAft>
                <a:spcPct val="0"/>
              </a:spcAft>
              <a:tabLst>
                <a:tab pos="275353" algn="l"/>
              </a:tabLst>
            </a:pPr>
            <a:r>
              <a:rPr lang="en-US" noProof="0"/>
              <a:t>Click to edit Master subtitle style</a:t>
            </a:r>
          </a:p>
        </p:txBody>
      </p:sp>
      <p:sp>
        <p:nvSpPr>
          <p:cNvPr id="8" name="Text Placeholder 16">
            <a:extLst>
              <a:ext uri="{FF2B5EF4-FFF2-40B4-BE49-F238E27FC236}">
                <a16:creationId xmlns:a16="http://schemas.microsoft.com/office/drawing/2014/main" id="{826EA26D-EE90-4940-8EB9-A992432E62A2}"/>
              </a:ext>
            </a:extLst>
          </p:cNvPr>
          <p:cNvSpPr>
            <a:spLocks noGrp="1"/>
          </p:cNvSpPr>
          <p:nvPr>
            <p:ph type="body" sz="quarter" idx="11"/>
          </p:nvPr>
        </p:nvSpPr>
        <p:spPr>
          <a:xfrm>
            <a:off x="493377" y="4578452"/>
            <a:ext cx="5184000" cy="246221"/>
          </a:xfrm>
          <a:prstGeom prst="rect">
            <a:avLst/>
          </a:prstGeom>
        </p:spPr>
        <p:txBody>
          <a:bodyPr anchor="b"/>
          <a:lstStyle>
            <a:lvl1pPr rtl="0">
              <a:defRPr sz="1600">
                <a:solidFill>
                  <a:schemeClr val="bg1"/>
                </a:solidFill>
              </a:defRPr>
            </a:lvl1pPr>
          </a:lstStyle>
          <a:p>
            <a:pPr lvl="0"/>
            <a:r>
              <a:rPr lang="en-US"/>
              <a:t>Click to edit Master text styles</a:t>
            </a:r>
          </a:p>
        </p:txBody>
      </p:sp>
      <p:sp>
        <p:nvSpPr>
          <p:cNvPr id="16" name="Title 15">
            <a:extLst>
              <a:ext uri="{FF2B5EF4-FFF2-40B4-BE49-F238E27FC236}">
                <a16:creationId xmlns:a16="http://schemas.microsoft.com/office/drawing/2014/main" id="{0539B138-CABA-B14B-BD56-8A1FDAE5E785}"/>
              </a:ext>
            </a:extLst>
          </p:cNvPr>
          <p:cNvSpPr>
            <a:spLocks noGrp="1"/>
          </p:cNvSpPr>
          <p:nvPr>
            <p:ph type="title" hasCustomPrompt="1"/>
          </p:nvPr>
        </p:nvSpPr>
        <p:spPr>
          <a:xfrm>
            <a:off x="493377" y="2746057"/>
            <a:ext cx="5184000" cy="492443"/>
          </a:xfrm>
          <a:prstGeom prst="rect">
            <a:avLst/>
          </a:prstGeom>
          <a:noFill/>
          <a:ln>
            <a:noFill/>
          </a:ln>
          <a:effectLst/>
        </p:spPr>
        <p:txBody>
          <a:bodyPr vert="horz" wrap="square" lIns="0" tIns="0" rIns="0" bIns="0" numCol="1" rtlCol="0" anchor="b" anchorCtr="0" compatLnSpc="1">
            <a:prstTxWarp prst="textNoShape">
              <a:avLst/>
            </a:prstTxWarp>
            <a:spAutoFit/>
          </a:bodyPr>
          <a:lstStyle>
            <a:lvl1pPr rtl="0">
              <a:defRPr lang="en-US" sz="3200" b="0">
                <a:solidFill>
                  <a:schemeClr val="bg1"/>
                </a:solidFill>
              </a:defRPr>
            </a:lvl1pPr>
          </a:lstStyle>
          <a:p>
            <a:pPr marL="0" lvl="0" defTabSz="913526" fontAlgn="base">
              <a:spcAft>
                <a:spcPct val="0"/>
              </a:spcAft>
              <a:tabLst>
                <a:tab pos="275353" algn="l"/>
              </a:tabLst>
            </a:pPr>
            <a:r>
              <a:rPr lang="en-US"/>
              <a:t>Click to edit Master title style</a:t>
            </a:r>
          </a:p>
        </p:txBody>
      </p:sp>
      <p:sp>
        <p:nvSpPr>
          <p:cNvPr id="21" name="TextBox 12">
            <a:extLst>
              <a:ext uri="{FF2B5EF4-FFF2-40B4-BE49-F238E27FC236}">
                <a16:creationId xmlns:a16="http://schemas.microsoft.com/office/drawing/2014/main" id="{DEF08A4D-DE46-6935-C188-2AA372E98116}"/>
              </a:ext>
            </a:extLst>
          </p:cNvPr>
          <p:cNvSpPr txBox="1"/>
          <p:nvPr userDrawn="1"/>
        </p:nvSpPr>
        <p:spPr>
          <a:xfrm>
            <a:off x="493377" y="6428853"/>
            <a:ext cx="5184000" cy="215444"/>
          </a:xfrm>
          <a:prstGeom prst="rect">
            <a:avLst/>
          </a:prstGeom>
          <a:noFill/>
        </p:spPr>
        <p:txBody>
          <a:bodyPr wrap="square" lIns="0" tIns="0" rIns="0" bIns="0" rtlCol="0" anchor="ctr" anchorCtr="0">
            <a:spAutoFit/>
          </a:bodyPr>
          <a:lstStyle/>
          <a:p>
            <a:pPr algn="l" rtl="0" eaLnBrk="0" hangingPunct="0"/>
            <a:r>
              <a:rPr lang="pt-BR" sz="700" noProof="0">
                <a:solidFill>
                  <a:srgbClr val="8187B3"/>
                </a:solidFill>
                <a:latin typeface="Arial Nova Light" panose="020B0304020202020204" pitchFamily="34" charset="0"/>
                <a:ea typeface="Roboto Light" panose="02000000000000000000" pitchFamily="2" charset="0"/>
                <a:cs typeface="MS PGothic"/>
              </a:rPr>
              <a:t>Este documento é apenas para uso interno de cliente. Nenhuma parte dele pode ser circulada, referenciada ou reproduzida para distribuição fora da organização sem prévia aprovação por escrito da Mirow &amp; Co.</a:t>
            </a:r>
          </a:p>
        </p:txBody>
      </p:sp>
      <p:pic>
        <p:nvPicPr>
          <p:cNvPr id="33" name="Graphic 32">
            <a:extLst>
              <a:ext uri="{FF2B5EF4-FFF2-40B4-BE49-F238E27FC236}">
                <a16:creationId xmlns:a16="http://schemas.microsoft.com/office/drawing/2014/main" id="{4807D396-0BF4-4E58-7746-DD50E9742306}"/>
              </a:ext>
            </a:extLst>
          </p:cNvPr>
          <p:cNvPicPr>
            <a:picLocks noChangeAspect="1"/>
          </p:cNvPicPr>
          <p:nvPr userDrawn="1"/>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1956520" y="5176763"/>
            <a:ext cx="2257714" cy="900000"/>
          </a:xfrm>
          <a:prstGeom prst="rect">
            <a:avLst/>
          </a:prstGeom>
        </p:spPr>
      </p:pic>
    </p:spTree>
    <p:extLst>
      <p:ext uri="{BB962C8B-B14F-4D97-AF65-F5344CB8AC3E}">
        <p14:creationId xmlns:p14="http://schemas.microsoft.com/office/powerpoint/2010/main" val="1288248126"/>
      </p:ext>
    </p:extLst>
  </p:cSld>
  <p:clrMapOvr>
    <a:masterClrMapping/>
  </p:clrMapOvr>
  <p:extLst>
    <p:ext uri="{DCECCB84-F9BA-43D5-87BE-67443E8EF086}">
      <p15:sldGuideLst xmlns:p15="http://schemas.microsoft.com/office/powerpoint/2012/main"/>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9E0980AA-BCE6-4E26-8843-3669C15888DB}"/>
              </a:ext>
            </a:extLst>
          </p:cNvPr>
          <p:cNvGraphicFramePr>
            <a:graphicFrameLocks noChangeAspect="1"/>
          </p:cNvGraphicFramePr>
          <p:nvPr userDrawn="1">
            <p:custDataLst>
              <p:tags r:id="rId1"/>
            </p:custDataLst>
            <p:extLst>
              <p:ext uri="{D42A27DB-BD31-4B8C-83A1-F6EECF244321}">
                <p14:modId xmlns:p14="http://schemas.microsoft.com/office/powerpoint/2010/main" val="661753353"/>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Slide do think-cell" r:id="rId4" imgW="493" imgH="493" progId="TCLayout.ActiveDocument.1">
                  <p:embed/>
                </p:oleObj>
              </mc:Choice>
              <mc:Fallback>
                <p:oleObj name="Slide do think-cell" r:id="rId4" imgW="493" imgH="493" progId="TCLayout.ActiveDocument.1">
                  <p:embed/>
                  <p:pic>
                    <p:nvPicPr>
                      <p:cNvPr id="10" name="Object 9" hidden="1">
                        <a:extLst>
                          <a:ext uri="{FF2B5EF4-FFF2-40B4-BE49-F238E27FC236}">
                            <a16:creationId xmlns:a16="http://schemas.microsoft.com/office/drawing/2014/main" id="{9E0980AA-BCE6-4E26-8843-3669C15888DB}"/>
                          </a:ext>
                        </a:extLst>
                      </p:cNvPr>
                      <p:cNvPicPr/>
                      <p:nvPr/>
                    </p:nvPicPr>
                    <p:blipFill>
                      <a:blip r:embed="rId5"/>
                      <a:stretch>
                        <a:fillRect/>
                      </a:stretch>
                    </p:blipFill>
                    <p:spPr>
                      <a:xfrm>
                        <a:off x="2118" y="1589"/>
                        <a:ext cx="2116" cy="1587"/>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4FE804D7-7F22-4628-B31E-2AE601C042B1}"/>
              </a:ext>
            </a:extLst>
          </p:cNvPr>
          <p:cNvSpPr/>
          <p:nvPr userDrawn="1">
            <p:custDataLst>
              <p:tags r:id="rId2"/>
            </p:custDataLst>
          </p:nvPr>
        </p:nvSpPr>
        <p:spPr>
          <a:xfrm>
            <a:off x="0" y="0"/>
            <a:ext cx="158750" cy="158750"/>
          </a:xfrm>
          <a:prstGeom prst="rect">
            <a:avLst/>
          </a:prstGeom>
          <a:solidFill>
            <a:schemeClr val="accent2"/>
          </a:solidFill>
          <a:ln w="19050">
            <a:solidFill>
              <a:schemeClr val="accent2"/>
            </a:solidFill>
            <a:miter lim="400000"/>
          </a:ln>
          <a:effectLst/>
        </p:spPr>
        <p:txBody>
          <a:bodyPr wrap="none" lIns="0" tIns="0" rIns="0" bIns="0" numCol="1" spcCol="0" rtlCol="0" anchor="ctr" anchorCtr="0">
            <a:noAutofit/>
          </a:bodyPr>
          <a:lstStyle/>
          <a:p>
            <a:pPr marL="0" lvl="0" indent="0" algn="l" rtl="0"/>
            <a:endParaRPr kumimoji="0" lang="pt-BR" sz="2000" b="1" i="0" u="none" cap="none" baseline="0">
              <a:solidFill>
                <a:schemeClr val="bg1"/>
              </a:solidFill>
              <a:latin typeface="Arial" panose="020B0604020202020204" pitchFamily="34" charset="0"/>
              <a:ea typeface="+mj-ea"/>
              <a:cs typeface="+mj-cs"/>
              <a:sym typeface="Arial" panose="020B0604020202020204" pitchFamily="34" charset="0"/>
            </a:endParaRPr>
          </a:p>
        </p:txBody>
      </p:sp>
      <p:sp>
        <p:nvSpPr>
          <p:cNvPr id="8" name="Slide Number">
            <a:extLst>
              <a:ext uri="{FF2B5EF4-FFF2-40B4-BE49-F238E27FC236}">
                <a16:creationId xmlns:a16="http://schemas.microsoft.com/office/drawing/2014/main" id="{BC1B471D-CDE1-49E8-87EA-DEB421217265}"/>
              </a:ext>
            </a:extLst>
          </p:cNvPr>
          <p:cNvSpPr txBox="1">
            <a:spLocks/>
          </p:cNvSpPr>
          <p:nvPr userDrawn="1"/>
        </p:nvSpPr>
        <p:spPr>
          <a:xfrm>
            <a:off x="11762075" y="6511903"/>
            <a:ext cx="160294" cy="157014"/>
          </a:xfrm>
          <a:prstGeom prst="rect">
            <a:avLst/>
          </a:prstGeom>
        </p:spPr>
        <p:txBody>
          <a:bodyPr vert="horz" wrap="none" lIns="0" tIns="0" rIns="0" bIns="0" rtlCol="0" anchor="ctr">
            <a:spAutoFit/>
          </a:bodyPr>
          <a:lstStyle>
            <a:defPPr>
              <a:defRPr lang="en-US"/>
            </a:defPPr>
            <a:lvl1pPr>
              <a:defRPr sz="1000" baseline="0">
                <a:latin typeface="+mn-lt"/>
              </a:defRPr>
            </a:lvl1pPr>
          </a:lstStyle>
          <a:p>
            <a:pPr lvl="0" algn="r"/>
            <a:fld id="{42C328C1-A84F-4A39-A664-DBA00541A8C6}" type="slidenum">
              <a:rPr lang="pt-BR" smtClean="0"/>
              <a:pPr lvl="0" algn="r"/>
              <a:t>‹#›</a:t>
            </a:fld>
            <a:endParaRPr lang="pt-BR"/>
          </a:p>
        </p:txBody>
      </p:sp>
      <p:pic>
        <p:nvPicPr>
          <p:cNvPr id="9" name="Imagem 6">
            <a:extLst>
              <a:ext uri="{FF2B5EF4-FFF2-40B4-BE49-F238E27FC236}">
                <a16:creationId xmlns:a16="http://schemas.microsoft.com/office/drawing/2014/main" id="{D6C5BF70-0885-40D6-A44D-BB0674E90AB3}"/>
              </a:ext>
            </a:extLst>
          </p:cNvPr>
          <p:cNvPicPr>
            <a:picLocks noChangeAspect="1"/>
          </p:cNvPicPr>
          <p:nvPr userDrawn="1"/>
        </p:nvPicPr>
        <p:blipFill rotWithShape="1">
          <a:blip r:embed="rId6" cstate="email">
            <a:extLst>
              <a:ext uri="{28A0092B-C50C-407E-A947-70E740481C1C}">
                <a14:useLocalDpi xmlns:a14="http://schemas.microsoft.com/office/drawing/2010/main"/>
              </a:ext>
            </a:extLst>
          </a:blip>
          <a:srcRect/>
          <a:stretch/>
        </p:blipFill>
        <p:spPr>
          <a:xfrm>
            <a:off x="10294573" y="6491716"/>
            <a:ext cx="1197054" cy="198442"/>
          </a:xfrm>
          <a:prstGeom prst="rect">
            <a:avLst/>
          </a:prstGeom>
        </p:spPr>
      </p:pic>
      <p:sp>
        <p:nvSpPr>
          <p:cNvPr id="11" name="Title 1">
            <a:extLst>
              <a:ext uri="{FF2B5EF4-FFF2-40B4-BE49-F238E27FC236}">
                <a16:creationId xmlns:a16="http://schemas.microsoft.com/office/drawing/2014/main" id="{2419F900-E00F-40AF-9105-49B4B26BC53B}"/>
              </a:ext>
            </a:extLst>
          </p:cNvPr>
          <p:cNvSpPr>
            <a:spLocks noGrp="1"/>
          </p:cNvSpPr>
          <p:nvPr>
            <p:ph type="title" hasCustomPrompt="1"/>
          </p:nvPr>
        </p:nvSpPr>
        <p:spPr>
          <a:xfrm>
            <a:off x="478971" y="225177"/>
            <a:ext cx="11485488" cy="307777"/>
          </a:xfrm>
          <a:prstGeom prst="rect">
            <a:avLst/>
          </a:prstGeom>
        </p:spPr>
        <p:txBody>
          <a:bodyPr anchor="t"/>
          <a:lstStyle>
            <a:lvl1pPr>
              <a:defRPr sz="2000"/>
            </a:lvl1pPr>
          </a:lstStyle>
          <a:p>
            <a:r>
              <a:rPr lang="pt-BR"/>
              <a:t>Clique para editar o título Mestre</a:t>
            </a:r>
            <a:endParaRPr lang="en-US"/>
          </a:p>
        </p:txBody>
      </p:sp>
      <p:sp>
        <p:nvSpPr>
          <p:cNvPr id="12" name="Rectangle 6">
            <a:extLst>
              <a:ext uri="{FF2B5EF4-FFF2-40B4-BE49-F238E27FC236}">
                <a16:creationId xmlns:a16="http://schemas.microsoft.com/office/drawing/2014/main" id="{1814DADB-949A-40DB-B8C0-E552BCFF9540}"/>
              </a:ext>
            </a:extLst>
          </p:cNvPr>
          <p:cNvSpPr/>
          <p:nvPr userDrawn="1"/>
        </p:nvSpPr>
        <p:spPr>
          <a:xfrm>
            <a:off x="-11183" y="249036"/>
            <a:ext cx="414837" cy="260059"/>
          </a:xfrm>
          <a:prstGeom prst="rect">
            <a:avLst/>
          </a:prstGeom>
          <a:solidFill>
            <a:srgbClr val="020E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800"/>
          </a:p>
        </p:txBody>
      </p:sp>
      <p:sp>
        <p:nvSpPr>
          <p:cNvPr id="2" name="Text Placeholder 4">
            <a:extLst>
              <a:ext uri="{FF2B5EF4-FFF2-40B4-BE49-F238E27FC236}">
                <a16:creationId xmlns:a16="http://schemas.microsoft.com/office/drawing/2014/main" id="{34F495C8-D6B7-F4F9-DFA4-3A7F2EFA924A}"/>
              </a:ext>
            </a:extLst>
          </p:cNvPr>
          <p:cNvSpPr>
            <a:spLocks noGrp="1"/>
          </p:cNvSpPr>
          <p:nvPr>
            <p:ph type="body" sz="quarter" idx="15" hasCustomPrompt="1"/>
          </p:nvPr>
        </p:nvSpPr>
        <p:spPr>
          <a:xfrm>
            <a:off x="233257" y="6516592"/>
            <a:ext cx="9504000" cy="153888"/>
          </a:xfrm>
          <a:prstGeom prst="rect">
            <a:avLst/>
          </a:prstGeom>
        </p:spPr>
        <p:txBody>
          <a:bodyPr wrap="square" lIns="0" tIns="0" rIns="0" bIns="0" anchor="b" anchorCtr="0"/>
          <a:lstStyle>
            <a:lvl1pPr marL="0" indent="0">
              <a:spcBef>
                <a:spcPts val="0"/>
              </a:spcBef>
              <a:buNone/>
              <a:defRPr lang="en-GB" sz="900" dirty="0">
                <a:latin typeface="+mj-lt"/>
                <a:ea typeface="Roboto" pitchFamily="2" charset="0"/>
              </a:defRPr>
            </a:lvl1pPr>
            <a:lvl2pPr marL="196850" indent="0">
              <a:buNone/>
              <a:defRPr sz="900"/>
            </a:lvl2pPr>
            <a:lvl3pPr marL="406400" indent="0">
              <a:buNone/>
              <a:defRPr sz="900"/>
            </a:lvl3pPr>
            <a:lvl4pPr marL="588962" indent="0">
              <a:buNone/>
              <a:defRPr sz="1000"/>
            </a:lvl4pPr>
            <a:lvl5pPr marL="817562" indent="0">
              <a:buNone/>
              <a:defRPr sz="1000"/>
            </a:lvl5pPr>
          </a:lstStyle>
          <a:p>
            <a:pPr lvl="0"/>
            <a:r>
              <a:rPr lang="pt-BR" sz="1000">
                <a:latin typeface="+mj-lt"/>
              </a:rPr>
              <a:t>Fonte:</a:t>
            </a:r>
          </a:p>
        </p:txBody>
      </p:sp>
    </p:spTree>
    <p:extLst>
      <p:ext uri="{BB962C8B-B14F-4D97-AF65-F5344CB8AC3E}">
        <p14:creationId xmlns:p14="http://schemas.microsoft.com/office/powerpoint/2010/main" val="2520979107"/>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8180B629-976D-4310-AF32-6BCD0E8DE5B5}"/>
              </a:ext>
            </a:extLst>
          </p:cNvPr>
          <p:cNvGraphicFramePr>
            <a:graphicFrameLocks noChangeAspect="1"/>
          </p:cNvGraphicFramePr>
          <p:nvPr userDrawn="1">
            <p:custDataLst>
              <p:tags r:id="rId1"/>
            </p:custDataLst>
            <p:extLst>
              <p:ext uri="{D42A27DB-BD31-4B8C-83A1-F6EECF244321}">
                <p14:modId xmlns:p14="http://schemas.microsoft.com/office/powerpoint/2010/main" val="267322361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Slide do think-cell" r:id="rId3" imgW="493" imgH="493" progId="TCLayout.ActiveDocument.1">
                  <p:embed/>
                </p:oleObj>
              </mc:Choice>
              <mc:Fallback>
                <p:oleObj name="Slide do think-cell" r:id="rId3" imgW="493" imgH="493" progId="TCLayout.ActiveDocument.1">
                  <p:embed/>
                  <p:pic>
                    <p:nvPicPr>
                      <p:cNvPr id="2" name="Object 1" hidden="1">
                        <a:extLst>
                          <a:ext uri="{FF2B5EF4-FFF2-40B4-BE49-F238E27FC236}">
                            <a16:creationId xmlns:a16="http://schemas.microsoft.com/office/drawing/2014/main" id="{8180B629-976D-4310-AF32-6BCD0E8DE5B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21" name="Picture 20">
            <a:extLst>
              <a:ext uri="{FF2B5EF4-FFF2-40B4-BE49-F238E27FC236}">
                <a16:creationId xmlns:a16="http://schemas.microsoft.com/office/drawing/2014/main" id="{982F0EE0-5902-B506-E4FA-9AA6C53D6E4D}"/>
              </a:ext>
            </a:extLst>
          </p:cNvPr>
          <p:cNvPicPr>
            <a:picLocks noChangeAspect="1"/>
          </p:cNvPicPr>
          <p:nvPr userDrawn="1"/>
        </p:nvPicPr>
        <p:blipFill rotWithShape="1">
          <a:blip r:embed="rId5" cstate="email">
            <a:alphaModFix amt="35000"/>
            <a:extLst>
              <a:ext uri="{28A0092B-C50C-407E-A947-70E740481C1C}">
                <a14:useLocalDpi xmlns:a14="http://schemas.microsoft.com/office/drawing/2010/main"/>
              </a:ext>
            </a:extLst>
          </a:blip>
          <a:srcRect l="43574" r="7672" b="29001"/>
          <a:stretch/>
        </p:blipFill>
        <p:spPr>
          <a:xfrm>
            <a:off x="9241183" y="740229"/>
            <a:ext cx="2950817" cy="6117771"/>
          </a:xfrm>
          <a:custGeom>
            <a:avLst/>
            <a:gdLst>
              <a:gd name="connsiteX0" fmla="*/ 0 w 2950817"/>
              <a:gd name="connsiteY0" fmla="*/ 0 h 6117771"/>
              <a:gd name="connsiteX1" fmla="*/ 2950817 w 2950817"/>
              <a:gd name="connsiteY1" fmla="*/ 0 h 6117771"/>
              <a:gd name="connsiteX2" fmla="*/ 2950817 w 2950817"/>
              <a:gd name="connsiteY2" fmla="*/ 6117771 h 6117771"/>
              <a:gd name="connsiteX3" fmla="*/ 0 w 2950817"/>
              <a:gd name="connsiteY3" fmla="*/ 6117771 h 6117771"/>
            </a:gdLst>
            <a:ahLst/>
            <a:cxnLst>
              <a:cxn ang="0">
                <a:pos x="connsiteX0" y="connsiteY0"/>
              </a:cxn>
              <a:cxn ang="0">
                <a:pos x="connsiteX1" y="connsiteY1"/>
              </a:cxn>
              <a:cxn ang="0">
                <a:pos x="connsiteX2" y="connsiteY2"/>
              </a:cxn>
              <a:cxn ang="0">
                <a:pos x="connsiteX3" y="connsiteY3"/>
              </a:cxn>
            </a:cxnLst>
            <a:rect l="l" t="t" r="r" b="b"/>
            <a:pathLst>
              <a:path w="2950817" h="6117771">
                <a:moveTo>
                  <a:pt x="0" y="0"/>
                </a:moveTo>
                <a:lnTo>
                  <a:pt x="2950817" y="0"/>
                </a:lnTo>
                <a:lnTo>
                  <a:pt x="2950817" y="6117771"/>
                </a:lnTo>
                <a:lnTo>
                  <a:pt x="0" y="6117771"/>
                </a:lnTo>
                <a:close/>
              </a:path>
            </a:pathLst>
          </a:custGeom>
        </p:spPr>
      </p:pic>
      <p:sp>
        <p:nvSpPr>
          <p:cNvPr id="8" name="Retângulo 3">
            <a:extLst>
              <a:ext uri="{FF2B5EF4-FFF2-40B4-BE49-F238E27FC236}">
                <a16:creationId xmlns:a16="http://schemas.microsoft.com/office/drawing/2014/main" id="{770002B3-EC1D-DB49-BC86-0165275CFFB5}"/>
              </a:ext>
            </a:extLst>
          </p:cNvPr>
          <p:cNvSpPr/>
          <p:nvPr userDrawn="1"/>
        </p:nvSpPr>
        <p:spPr>
          <a:xfrm>
            <a:off x="0" y="0"/>
            <a:ext cx="9241183" cy="6858000"/>
          </a:xfrm>
          <a:prstGeom prst="rect">
            <a:avLst/>
          </a:prstGeom>
          <a:solidFill>
            <a:schemeClr val="accent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a:endParaRPr lang="pt-BR" sz="1800"/>
          </a:p>
        </p:txBody>
      </p:sp>
      <p:sp>
        <p:nvSpPr>
          <p:cNvPr id="17" name="Text Placeholder 16">
            <a:extLst>
              <a:ext uri="{FF2B5EF4-FFF2-40B4-BE49-F238E27FC236}">
                <a16:creationId xmlns:a16="http://schemas.microsoft.com/office/drawing/2014/main" id="{61497248-BE42-4BEF-B891-1ECD21E95A71}"/>
              </a:ext>
            </a:extLst>
          </p:cNvPr>
          <p:cNvSpPr>
            <a:spLocks noGrp="1"/>
          </p:cNvSpPr>
          <p:nvPr>
            <p:ph type="body" sz="quarter" idx="17" hasCustomPrompt="1"/>
          </p:nvPr>
        </p:nvSpPr>
        <p:spPr>
          <a:xfrm>
            <a:off x="3062511" y="1748502"/>
            <a:ext cx="6053138" cy="523220"/>
          </a:xfrm>
          <a:prstGeom prst="rect">
            <a:avLst/>
          </a:prstGeom>
        </p:spPr>
        <p:txBody>
          <a:bodyPr wrap="square" anchor="b">
            <a:spAutoFit/>
          </a:bodyPr>
          <a:lstStyle>
            <a:lvl1pPr>
              <a:defRPr sz="2800" b="1" cap="all" baseline="0">
                <a:solidFill>
                  <a:schemeClr val="bg1"/>
                </a:solidFill>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pt-BR"/>
              <a:t>EDIT MASTER TEXT STYLES</a:t>
            </a:r>
          </a:p>
        </p:txBody>
      </p:sp>
      <p:sp>
        <p:nvSpPr>
          <p:cNvPr id="13" name="Slide Number">
            <a:extLst>
              <a:ext uri="{FF2B5EF4-FFF2-40B4-BE49-F238E27FC236}">
                <a16:creationId xmlns:a16="http://schemas.microsoft.com/office/drawing/2014/main" id="{BF83F819-8759-4CD9-8F19-037258F0D4A4}"/>
              </a:ext>
            </a:extLst>
          </p:cNvPr>
          <p:cNvSpPr txBox="1">
            <a:spLocks/>
          </p:cNvSpPr>
          <p:nvPr userDrawn="1"/>
        </p:nvSpPr>
        <p:spPr>
          <a:xfrm>
            <a:off x="11762075" y="6525482"/>
            <a:ext cx="160294" cy="157014"/>
          </a:xfrm>
          <a:prstGeom prst="rect">
            <a:avLst/>
          </a:prstGeom>
        </p:spPr>
        <p:txBody>
          <a:bodyPr vert="horz" wrap="none" lIns="0" tIns="0" rIns="0" bIns="0" rtlCol="0" anchor="ctr">
            <a:spAutoFit/>
          </a:bodyPr>
          <a:lstStyle>
            <a:defPPr>
              <a:defRPr lang="en-US"/>
            </a:defPPr>
            <a:lvl1pPr>
              <a:defRPr sz="1000" baseline="0">
                <a:latin typeface="+mn-lt"/>
              </a:defRPr>
            </a:lvl1pPr>
          </a:lstStyle>
          <a:p>
            <a:pPr lvl="0" algn="r"/>
            <a:fld id="{42C328C1-A84F-4A39-A664-DBA00541A8C6}" type="slidenum">
              <a:rPr lang="pt-BR" smtClean="0"/>
              <a:pPr lvl="0" algn="r"/>
              <a:t>‹#›</a:t>
            </a:fld>
            <a:endParaRPr lang="pt-BR"/>
          </a:p>
        </p:txBody>
      </p:sp>
      <p:pic>
        <p:nvPicPr>
          <p:cNvPr id="4" name="Picture 3">
            <a:extLst>
              <a:ext uri="{FF2B5EF4-FFF2-40B4-BE49-F238E27FC236}">
                <a16:creationId xmlns:a16="http://schemas.microsoft.com/office/drawing/2014/main" id="{A4EF462F-A678-BB2C-2F96-146C32816FC4}"/>
              </a:ext>
            </a:extLst>
          </p:cNvPr>
          <p:cNvPicPr>
            <a:picLocks noChangeAspect="1"/>
          </p:cNvPicPr>
          <p:nvPr userDrawn="1"/>
        </p:nvPicPr>
        <p:blipFill rotWithShape="1">
          <a:blip r:embed="rId6" cstate="email">
            <a:lum bright="70000" contrast="-70000"/>
            <a:alphaModFix amt="20000"/>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a:ext>
            </a:extLst>
          </a:blip>
          <a:srcRect/>
          <a:stretch/>
        </p:blipFill>
        <p:spPr>
          <a:xfrm flipH="1">
            <a:off x="-1" y="236537"/>
            <a:ext cx="2781300" cy="3446463"/>
          </a:xfrm>
          <a:prstGeom prst="rect">
            <a:avLst/>
          </a:prstGeom>
        </p:spPr>
      </p:pic>
      <p:pic>
        <p:nvPicPr>
          <p:cNvPr id="6" name="Graphic 5">
            <a:extLst>
              <a:ext uri="{FF2B5EF4-FFF2-40B4-BE49-F238E27FC236}">
                <a16:creationId xmlns:a16="http://schemas.microsoft.com/office/drawing/2014/main" id="{E8BBD748-97E5-2605-39A8-DE3FBCC87985}"/>
              </a:ext>
            </a:extLst>
          </p:cNvPr>
          <p:cNvPicPr>
            <a:picLocks noChangeAspect="1"/>
          </p:cNvPicPr>
          <p:nvPr userDrawn="1"/>
        </p:nvPicPr>
        <p:blipFill>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10127705" y="6297334"/>
            <a:ext cx="1261440" cy="504000"/>
          </a:xfrm>
          <a:prstGeom prst="rect">
            <a:avLst/>
          </a:prstGeom>
        </p:spPr>
      </p:pic>
      <p:pic>
        <p:nvPicPr>
          <p:cNvPr id="18" name="Picture 17">
            <a:extLst>
              <a:ext uri="{FF2B5EF4-FFF2-40B4-BE49-F238E27FC236}">
                <a16:creationId xmlns:a16="http://schemas.microsoft.com/office/drawing/2014/main" id="{F279310B-74FC-643B-5BC7-10400761B54A}"/>
              </a:ext>
            </a:extLst>
          </p:cNvPr>
          <p:cNvPicPr>
            <a:picLocks noChangeAspect="1"/>
          </p:cNvPicPr>
          <p:nvPr userDrawn="1"/>
        </p:nvPicPr>
        <p:blipFill rotWithShape="1">
          <a:blip r:embed="rId5" cstate="email">
            <a:alphaModFix amt="5000"/>
            <a:extLst>
              <a:ext uri="{28A0092B-C50C-407E-A947-70E740481C1C}">
                <a14:useLocalDpi xmlns:a14="http://schemas.microsoft.com/office/drawing/2010/main"/>
              </a:ext>
            </a:extLst>
          </a:blip>
          <a:srcRect r="56426" b="29001"/>
          <a:stretch/>
        </p:blipFill>
        <p:spPr>
          <a:xfrm>
            <a:off x="6603889" y="740229"/>
            <a:ext cx="2637294" cy="6117771"/>
          </a:xfrm>
          <a:custGeom>
            <a:avLst/>
            <a:gdLst>
              <a:gd name="connsiteX0" fmla="*/ 0 w 2637294"/>
              <a:gd name="connsiteY0" fmla="*/ 0 h 6117771"/>
              <a:gd name="connsiteX1" fmla="*/ 2637294 w 2637294"/>
              <a:gd name="connsiteY1" fmla="*/ 0 h 6117771"/>
              <a:gd name="connsiteX2" fmla="*/ 2637294 w 2637294"/>
              <a:gd name="connsiteY2" fmla="*/ 6117771 h 6117771"/>
              <a:gd name="connsiteX3" fmla="*/ 0 w 2637294"/>
              <a:gd name="connsiteY3" fmla="*/ 6117771 h 6117771"/>
            </a:gdLst>
            <a:ahLst/>
            <a:cxnLst>
              <a:cxn ang="0">
                <a:pos x="connsiteX0" y="connsiteY0"/>
              </a:cxn>
              <a:cxn ang="0">
                <a:pos x="connsiteX1" y="connsiteY1"/>
              </a:cxn>
              <a:cxn ang="0">
                <a:pos x="connsiteX2" y="connsiteY2"/>
              </a:cxn>
              <a:cxn ang="0">
                <a:pos x="connsiteX3" y="connsiteY3"/>
              </a:cxn>
            </a:cxnLst>
            <a:rect l="l" t="t" r="r" b="b"/>
            <a:pathLst>
              <a:path w="2637294" h="6117771">
                <a:moveTo>
                  <a:pt x="0" y="0"/>
                </a:moveTo>
                <a:lnTo>
                  <a:pt x="2637294" y="0"/>
                </a:lnTo>
                <a:lnTo>
                  <a:pt x="2637294" y="6117771"/>
                </a:lnTo>
                <a:lnTo>
                  <a:pt x="0" y="6117771"/>
                </a:lnTo>
                <a:close/>
              </a:path>
            </a:pathLst>
          </a:custGeom>
        </p:spPr>
      </p:pic>
    </p:spTree>
    <p:extLst>
      <p:ext uri="{BB962C8B-B14F-4D97-AF65-F5344CB8AC3E}">
        <p14:creationId xmlns:p14="http://schemas.microsoft.com/office/powerpoint/2010/main" val="196484815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5_Layout Personalizado">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1137E873-3395-4CA4-875E-A0B0E7BF2302}"/>
              </a:ext>
            </a:extLst>
          </p:cNvPr>
          <p:cNvGraphicFramePr>
            <a:graphicFrameLocks noChangeAspect="1"/>
          </p:cNvGraphicFramePr>
          <p:nvPr>
            <p:custDataLst>
              <p:tags r:id="rId1"/>
            </p:custDataLst>
            <p:extLst>
              <p:ext uri="{D42A27DB-BD31-4B8C-83A1-F6EECF244321}">
                <p14:modId xmlns:p14="http://schemas.microsoft.com/office/powerpoint/2010/main" val="661108955"/>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Slide do think-cell" r:id="rId4" imgW="493" imgH="493" progId="TCLayout.ActiveDocument.1">
                  <p:embed/>
                </p:oleObj>
              </mc:Choice>
              <mc:Fallback>
                <p:oleObj name="Slide do think-cell" r:id="rId4" imgW="493" imgH="493" progId="TCLayout.ActiveDocument.1">
                  <p:embed/>
                  <p:pic>
                    <p:nvPicPr>
                      <p:cNvPr id="2" name="Object 1" hidden="1">
                        <a:extLst>
                          <a:ext uri="{FF2B5EF4-FFF2-40B4-BE49-F238E27FC236}">
                            <a16:creationId xmlns:a16="http://schemas.microsoft.com/office/drawing/2014/main" id="{1137E873-3395-4CA4-875E-A0B0E7BF2302}"/>
                          </a:ext>
                        </a:extLst>
                      </p:cNvPr>
                      <p:cNvPicPr/>
                      <p:nvPr/>
                    </p:nvPicPr>
                    <p:blipFill>
                      <a:blip r:embed="rId5"/>
                      <a:stretch>
                        <a:fillRect/>
                      </a:stretch>
                    </p:blipFill>
                    <p:spPr>
                      <a:xfrm>
                        <a:off x="2118" y="1589"/>
                        <a:ext cx="2116" cy="1587"/>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3ED6A465-F6C5-4E8F-B9DE-C5B62BA8FB3C}"/>
              </a:ext>
            </a:extLst>
          </p:cNvPr>
          <p:cNvSpPr/>
          <p:nvPr userDrawn="1">
            <p:custDataLst>
              <p:tags r:id="rId2"/>
            </p:custDataLst>
          </p:nvPr>
        </p:nvSpPr>
        <p:spPr>
          <a:xfrm>
            <a:off x="0" y="0"/>
            <a:ext cx="158750" cy="158750"/>
          </a:xfrm>
          <a:prstGeom prst="rect">
            <a:avLst/>
          </a:prstGeom>
          <a:solidFill>
            <a:schemeClr val="accent2"/>
          </a:solidFill>
          <a:ln w="19050">
            <a:solidFill>
              <a:schemeClr val="accent2"/>
            </a:solidFill>
            <a:miter lim="400000"/>
          </a:ln>
          <a:effectLst/>
        </p:spPr>
        <p:txBody>
          <a:bodyPr wrap="none" lIns="0" tIns="0" rIns="0" bIns="0" numCol="1" spcCol="0" rtlCol="0" anchor="ctr" anchorCtr="0">
            <a:noAutofit/>
          </a:bodyPr>
          <a:lstStyle/>
          <a:p>
            <a:pPr marL="0" lvl="0" indent="0" algn="l"/>
            <a:endParaRPr lang="pt-BR" sz="20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9" name="Shape 1409">
            <a:extLst>
              <a:ext uri="{FF2B5EF4-FFF2-40B4-BE49-F238E27FC236}">
                <a16:creationId xmlns:a16="http://schemas.microsoft.com/office/drawing/2014/main" id="{434A38E0-EED8-4B24-8585-F773498C4BAB}"/>
              </a:ext>
            </a:extLst>
          </p:cNvPr>
          <p:cNvSpPr/>
          <p:nvPr userDrawn="1"/>
        </p:nvSpPr>
        <p:spPr>
          <a:xfrm>
            <a:off x="0" y="1911927"/>
            <a:ext cx="12192000" cy="4946073"/>
          </a:xfrm>
          <a:prstGeom prst="rect">
            <a:avLst/>
          </a:prstGeom>
          <a:solidFill>
            <a:schemeClr val="accent5"/>
          </a:solidFill>
          <a:ln w="12700">
            <a:noFill/>
            <a:miter lim="400000"/>
          </a:ln>
        </p:spPr>
        <p:txBody>
          <a:bodyPr lIns="0" tIns="0" rIns="0" bIns="0" anchor="ctr"/>
          <a:lstStyle/>
          <a:p>
            <a:pPr lvl="0">
              <a:defRPr sz="3200"/>
            </a:pPr>
            <a:endParaRPr lang="pt-BR" sz="3200"/>
          </a:p>
        </p:txBody>
      </p:sp>
      <p:pic>
        <p:nvPicPr>
          <p:cNvPr id="6" name="Graphic 5">
            <a:extLst>
              <a:ext uri="{FF2B5EF4-FFF2-40B4-BE49-F238E27FC236}">
                <a16:creationId xmlns:a16="http://schemas.microsoft.com/office/drawing/2014/main" id="{4D4551E9-FA6B-4406-BD4B-647812CF17F5}"/>
              </a:ext>
            </a:extLst>
          </p:cNvPr>
          <p:cNvPicPr>
            <a:picLocks noChangeAspect="1"/>
          </p:cNvPicPr>
          <p:nvPr userDrawn="1"/>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9680030" y="6242680"/>
            <a:ext cx="1264320" cy="504000"/>
          </a:xfrm>
          <a:prstGeom prst="rect">
            <a:avLst/>
          </a:prstGeom>
        </p:spPr>
      </p:pic>
      <p:grpSp>
        <p:nvGrpSpPr>
          <p:cNvPr id="3" name="Google Shape;219;p29">
            <a:extLst>
              <a:ext uri="{FF2B5EF4-FFF2-40B4-BE49-F238E27FC236}">
                <a16:creationId xmlns:a16="http://schemas.microsoft.com/office/drawing/2014/main" id="{41EA0FBB-1B16-566A-5442-61814281A133}"/>
              </a:ext>
            </a:extLst>
          </p:cNvPr>
          <p:cNvGrpSpPr/>
          <p:nvPr userDrawn="1"/>
        </p:nvGrpSpPr>
        <p:grpSpPr>
          <a:xfrm flipH="1" flipV="1">
            <a:off x="9680030" y="5888255"/>
            <a:ext cx="2511970" cy="969743"/>
            <a:chOff x="497750" y="2991250"/>
            <a:chExt cx="946654" cy="997025"/>
          </a:xfrm>
        </p:grpSpPr>
        <p:sp>
          <p:nvSpPr>
            <p:cNvPr id="4" name="Google Shape;220;p29">
              <a:extLst>
                <a:ext uri="{FF2B5EF4-FFF2-40B4-BE49-F238E27FC236}">
                  <a16:creationId xmlns:a16="http://schemas.microsoft.com/office/drawing/2014/main" id="{A1395D0C-6B80-002A-4F3D-1DF5CB08131F}"/>
                </a:ext>
              </a:extLst>
            </p:cNvPr>
            <p:cNvSpPr/>
            <p:nvPr/>
          </p:nvSpPr>
          <p:spPr>
            <a:xfrm>
              <a:off x="497750" y="2994700"/>
              <a:ext cx="908975" cy="993575"/>
            </a:xfrm>
            <a:custGeom>
              <a:avLst/>
              <a:gdLst/>
              <a:ahLst/>
              <a:cxnLst/>
              <a:rect l="l" t="t" r="r" b="b"/>
              <a:pathLst>
                <a:path w="36359" h="39743" extrusionOk="0">
                  <a:moveTo>
                    <a:pt x="36359" y="0"/>
                  </a:moveTo>
                  <a:lnTo>
                    <a:pt x="36359" y="0"/>
                  </a:lnTo>
                  <a:cubicBezTo>
                    <a:pt x="18660" y="3018"/>
                    <a:pt x="6952" y="10976"/>
                    <a:pt x="1" y="17699"/>
                  </a:cubicBezTo>
                  <a:lnTo>
                    <a:pt x="1" y="39742"/>
                  </a:lnTo>
                  <a:cubicBezTo>
                    <a:pt x="1967" y="32013"/>
                    <a:pt x="9834" y="10473"/>
                    <a:pt x="363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221;p29">
              <a:extLst>
                <a:ext uri="{FF2B5EF4-FFF2-40B4-BE49-F238E27FC236}">
                  <a16:creationId xmlns:a16="http://schemas.microsoft.com/office/drawing/2014/main" id="{AC8CE42D-7516-E310-EC25-030F81858679}"/>
                </a:ext>
              </a:extLst>
            </p:cNvPr>
            <p:cNvSpPr/>
            <p:nvPr/>
          </p:nvSpPr>
          <p:spPr>
            <a:xfrm>
              <a:off x="497750" y="2991250"/>
              <a:ext cx="946654" cy="454130"/>
            </a:xfrm>
            <a:custGeom>
              <a:avLst/>
              <a:gdLst/>
              <a:ahLst/>
              <a:cxnLst/>
              <a:rect l="l" t="t" r="r" b="b"/>
              <a:pathLst>
                <a:path w="37182" h="17837" extrusionOk="0">
                  <a:moveTo>
                    <a:pt x="1" y="1"/>
                  </a:moveTo>
                  <a:lnTo>
                    <a:pt x="1" y="17837"/>
                  </a:lnTo>
                  <a:cubicBezTo>
                    <a:pt x="6952" y="11114"/>
                    <a:pt x="18660" y="3156"/>
                    <a:pt x="36359" y="138"/>
                  </a:cubicBezTo>
                  <a:lnTo>
                    <a:pt x="37182" y="1"/>
                  </a:lnTo>
                  <a:close/>
                </a:path>
              </a:pathLst>
            </a:custGeom>
            <a:solidFill>
              <a:schemeClr val="tx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 name="Slide Number">
            <a:extLst>
              <a:ext uri="{FF2B5EF4-FFF2-40B4-BE49-F238E27FC236}">
                <a16:creationId xmlns:a16="http://schemas.microsoft.com/office/drawing/2014/main" id="{B26FC17D-EC0C-C731-5800-485747ABE973}"/>
              </a:ext>
            </a:extLst>
          </p:cNvPr>
          <p:cNvSpPr txBox="1">
            <a:spLocks/>
          </p:cNvSpPr>
          <p:nvPr userDrawn="1"/>
        </p:nvSpPr>
        <p:spPr>
          <a:xfrm>
            <a:off x="11762075" y="6611208"/>
            <a:ext cx="160294" cy="157014"/>
          </a:xfrm>
          <a:prstGeom prst="rect">
            <a:avLst/>
          </a:prstGeom>
        </p:spPr>
        <p:txBody>
          <a:bodyPr vert="horz" wrap="none" lIns="0" tIns="0" rIns="0" bIns="0" rtlCol="0" anchor="ctr">
            <a:spAutoFit/>
          </a:bodyPr>
          <a:lstStyle>
            <a:defPPr>
              <a:defRPr lang="en-US"/>
            </a:defPPr>
            <a:lvl1pPr>
              <a:defRPr sz="1000" baseline="0">
                <a:latin typeface="+mn-lt"/>
              </a:defRPr>
            </a:lvl1pPr>
          </a:lstStyle>
          <a:p>
            <a:pPr lvl="0" algn="l"/>
            <a:fld id="{42C328C1-A84F-4A39-A664-DBA00541A8C6}" type="slidenum">
              <a:rPr lang="pt-BR" smtClean="0">
                <a:solidFill>
                  <a:schemeClr val="bg1"/>
                </a:solidFill>
              </a:rPr>
              <a:pPr lvl="0" algn="l"/>
              <a:t>‹#›</a:t>
            </a:fld>
            <a:endParaRPr lang="pt-BR">
              <a:solidFill>
                <a:schemeClr val="bg1"/>
              </a:solidFill>
            </a:endParaRPr>
          </a:p>
        </p:txBody>
      </p:sp>
      <p:sp>
        <p:nvSpPr>
          <p:cNvPr id="10" name="Title 1">
            <a:extLst>
              <a:ext uri="{FF2B5EF4-FFF2-40B4-BE49-F238E27FC236}">
                <a16:creationId xmlns:a16="http://schemas.microsoft.com/office/drawing/2014/main" id="{9323D484-ECA5-1EED-AFC6-C51A697A965A}"/>
              </a:ext>
            </a:extLst>
          </p:cNvPr>
          <p:cNvSpPr>
            <a:spLocks noGrp="1"/>
          </p:cNvSpPr>
          <p:nvPr>
            <p:ph type="title" hasCustomPrompt="1"/>
          </p:nvPr>
        </p:nvSpPr>
        <p:spPr>
          <a:xfrm>
            <a:off x="736979" y="312999"/>
            <a:ext cx="11227479" cy="307777"/>
          </a:xfrm>
          <a:prstGeom prst="rect">
            <a:avLst/>
          </a:prstGeom>
        </p:spPr>
        <p:txBody>
          <a:bodyPr vert="horz" lIns="0" tIns="0" rIns="0" bIns="0" rtlCol="0" anchor="t" anchorCtr="0">
            <a:spAutoFit/>
          </a:bodyPr>
          <a:lstStyle>
            <a:lvl1pPr>
              <a:defRPr lang="en-US" dirty="0"/>
            </a:lvl1pPr>
          </a:lstStyle>
          <a:p>
            <a:pPr marL="0" lvl="0"/>
            <a:r>
              <a:rPr lang="pt-BR"/>
              <a:t>Clique para editar o título Mestre</a:t>
            </a:r>
            <a:endParaRPr lang="en-US"/>
          </a:p>
        </p:txBody>
      </p:sp>
    </p:spTree>
    <p:extLst>
      <p:ext uri="{BB962C8B-B14F-4D97-AF65-F5344CB8AC3E}">
        <p14:creationId xmlns:p14="http://schemas.microsoft.com/office/powerpoint/2010/main" val="136899903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3_Layout Personalizado">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4910D163-22BE-4235-9B77-F3A494049FE8}"/>
              </a:ext>
            </a:extLst>
          </p:cNvPr>
          <p:cNvGraphicFramePr>
            <a:graphicFrameLocks noChangeAspect="1"/>
          </p:cNvGraphicFramePr>
          <p:nvPr>
            <p:custDataLst>
              <p:tags r:id="rId1"/>
            </p:custDataLst>
            <p:extLst>
              <p:ext uri="{D42A27DB-BD31-4B8C-83A1-F6EECF244321}">
                <p14:modId xmlns:p14="http://schemas.microsoft.com/office/powerpoint/2010/main" val="2129045893"/>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Slide do think-cell" r:id="rId4" imgW="493" imgH="493" progId="TCLayout.ActiveDocument.1">
                  <p:embed/>
                </p:oleObj>
              </mc:Choice>
              <mc:Fallback>
                <p:oleObj name="Slide do think-cell" r:id="rId4" imgW="493" imgH="493" progId="TCLayout.ActiveDocument.1">
                  <p:embed/>
                  <p:pic>
                    <p:nvPicPr>
                      <p:cNvPr id="2" name="Object 1" hidden="1">
                        <a:extLst>
                          <a:ext uri="{FF2B5EF4-FFF2-40B4-BE49-F238E27FC236}">
                            <a16:creationId xmlns:a16="http://schemas.microsoft.com/office/drawing/2014/main" id="{4910D163-22BE-4235-9B77-F3A494049FE8}"/>
                          </a:ext>
                        </a:extLst>
                      </p:cNvPr>
                      <p:cNvPicPr/>
                      <p:nvPr/>
                    </p:nvPicPr>
                    <p:blipFill>
                      <a:blip r:embed="rId5"/>
                      <a:stretch>
                        <a:fillRect/>
                      </a:stretch>
                    </p:blipFill>
                    <p:spPr>
                      <a:xfrm>
                        <a:off x="2118" y="1589"/>
                        <a:ext cx="2116" cy="1587"/>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2C5C2C69-0B78-465A-AD2B-0896E21D1977}"/>
              </a:ext>
            </a:extLst>
          </p:cNvPr>
          <p:cNvSpPr/>
          <p:nvPr userDrawn="1">
            <p:custDataLst>
              <p:tags r:id="rId2"/>
            </p:custDataLst>
          </p:nvPr>
        </p:nvSpPr>
        <p:spPr>
          <a:xfrm>
            <a:off x="0" y="0"/>
            <a:ext cx="158750" cy="158750"/>
          </a:xfrm>
          <a:prstGeom prst="rect">
            <a:avLst/>
          </a:prstGeom>
          <a:solidFill>
            <a:schemeClr val="accent2"/>
          </a:solidFill>
          <a:ln w="19050">
            <a:solidFill>
              <a:schemeClr val="accent2"/>
            </a:solidFill>
            <a:miter lim="400000"/>
          </a:ln>
          <a:effectLst/>
        </p:spPr>
        <p:txBody>
          <a:bodyPr wrap="none" lIns="0" tIns="0" rIns="0" bIns="0" numCol="1" spcCol="0" rtlCol="0" anchor="ctr" anchorCtr="0">
            <a:noAutofit/>
          </a:bodyPr>
          <a:lstStyle/>
          <a:p>
            <a:pPr marL="0" lvl="0" indent="0" algn="l" rtl="0"/>
            <a:endParaRPr kumimoji="0" lang="pt-BR" sz="2000" b="1" i="0" u="none" cap="none" baseline="0">
              <a:solidFill>
                <a:schemeClr val="bg1"/>
              </a:solidFill>
              <a:latin typeface="Arial" panose="020B0604020202020204" pitchFamily="34" charset="0"/>
              <a:ea typeface="+mj-ea"/>
              <a:cs typeface="+mj-cs"/>
              <a:sym typeface="Arial" panose="020B0604020202020204" pitchFamily="34" charset="0"/>
            </a:endParaRPr>
          </a:p>
        </p:txBody>
      </p:sp>
      <p:pic>
        <p:nvPicPr>
          <p:cNvPr id="11" name="Picture 10">
            <a:extLst>
              <a:ext uri="{FF2B5EF4-FFF2-40B4-BE49-F238E27FC236}">
                <a16:creationId xmlns:a16="http://schemas.microsoft.com/office/drawing/2014/main" id="{364FFF21-457D-486C-834A-52AE60AE72D0}"/>
              </a:ext>
            </a:extLst>
          </p:cNvPr>
          <p:cNvPicPr>
            <a:picLocks noChangeAspect="1"/>
          </p:cNvPicPr>
          <p:nvPr userDrawn="1"/>
        </p:nvPicPr>
        <p:blipFill rotWithShape="1">
          <a:blip r:embed="rId6" cstate="email">
            <a:duotone>
              <a:schemeClr val="bg2">
                <a:shade val="45000"/>
                <a:satMod val="135000"/>
              </a:schemeClr>
              <a:prstClr val="white"/>
            </a:duotone>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2" name="Text Placeholder 4">
            <a:extLst>
              <a:ext uri="{FF2B5EF4-FFF2-40B4-BE49-F238E27FC236}">
                <a16:creationId xmlns:a16="http://schemas.microsoft.com/office/drawing/2014/main" id="{8998E50B-5C27-4A37-8F85-41A956F5BFEA}"/>
              </a:ext>
            </a:extLst>
          </p:cNvPr>
          <p:cNvSpPr>
            <a:spLocks noGrp="1"/>
          </p:cNvSpPr>
          <p:nvPr>
            <p:ph type="body" sz="quarter" idx="14" hasCustomPrompt="1"/>
          </p:nvPr>
        </p:nvSpPr>
        <p:spPr>
          <a:xfrm>
            <a:off x="233257" y="6538951"/>
            <a:ext cx="9696000" cy="153888"/>
          </a:xfrm>
          <a:prstGeom prst="rect">
            <a:avLst/>
          </a:prstGeom>
        </p:spPr>
        <p:txBody>
          <a:bodyPr wrap="square" lIns="0" tIns="0" rIns="0" bIns="0" anchor="b" anchorCtr="0"/>
          <a:lstStyle>
            <a:lvl1pPr marL="0" indent="0">
              <a:spcBef>
                <a:spcPts val="0"/>
              </a:spcBef>
              <a:buNone/>
              <a:defRPr lang="en-GB" sz="900" dirty="0"/>
            </a:lvl1pPr>
            <a:lvl2pPr marL="196850" indent="0">
              <a:buNone/>
              <a:defRPr sz="900"/>
            </a:lvl2pPr>
            <a:lvl3pPr marL="406400" indent="0">
              <a:buNone/>
              <a:defRPr sz="900"/>
            </a:lvl3pPr>
            <a:lvl4pPr marL="588962" indent="0">
              <a:buNone/>
              <a:defRPr sz="1000"/>
            </a:lvl4pPr>
            <a:lvl5pPr marL="817562" indent="0">
              <a:buNone/>
              <a:defRPr sz="1000"/>
            </a:lvl5pPr>
          </a:lstStyle>
          <a:p>
            <a:pPr lvl="0"/>
            <a:r>
              <a:rPr lang="pt-BR" sz="1000">
                <a:latin typeface="+mj-lt"/>
              </a:rPr>
              <a:t>Fonte:</a:t>
            </a:r>
          </a:p>
        </p:txBody>
      </p:sp>
      <p:sp>
        <p:nvSpPr>
          <p:cNvPr id="10" name="Slide Number">
            <a:extLst>
              <a:ext uri="{FF2B5EF4-FFF2-40B4-BE49-F238E27FC236}">
                <a16:creationId xmlns:a16="http://schemas.microsoft.com/office/drawing/2014/main" id="{4FB17B43-7589-DB3C-1A95-76706DB6F489}"/>
              </a:ext>
            </a:extLst>
          </p:cNvPr>
          <p:cNvSpPr txBox="1">
            <a:spLocks/>
          </p:cNvSpPr>
          <p:nvPr userDrawn="1"/>
        </p:nvSpPr>
        <p:spPr>
          <a:xfrm>
            <a:off x="11762075" y="6525482"/>
            <a:ext cx="160294" cy="157014"/>
          </a:xfrm>
          <a:prstGeom prst="rect">
            <a:avLst/>
          </a:prstGeom>
        </p:spPr>
        <p:txBody>
          <a:bodyPr vert="horz" wrap="none" lIns="0" tIns="0" rIns="0" bIns="0" rtlCol="0" anchor="ctr">
            <a:spAutoFit/>
          </a:bodyPr>
          <a:lstStyle>
            <a:defPPr>
              <a:defRPr lang="en-US"/>
            </a:defPPr>
            <a:lvl1pPr>
              <a:defRPr sz="1000" baseline="0">
                <a:latin typeface="+mn-lt"/>
              </a:defRPr>
            </a:lvl1pPr>
          </a:lstStyle>
          <a:p>
            <a:pPr lvl="0" algn="r"/>
            <a:fld id="{42C328C1-A84F-4A39-A664-DBA00541A8C6}" type="slidenum">
              <a:rPr lang="pt-BR" smtClean="0"/>
              <a:pPr lvl="0" algn="r"/>
              <a:t>‹#›</a:t>
            </a:fld>
            <a:endParaRPr lang="pt-BR"/>
          </a:p>
        </p:txBody>
      </p:sp>
      <p:pic>
        <p:nvPicPr>
          <p:cNvPr id="4" name="Graphic 3">
            <a:extLst>
              <a:ext uri="{FF2B5EF4-FFF2-40B4-BE49-F238E27FC236}">
                <a16:creationId xmlns:a16="http://schemas.microsoft.com/office/drawing/2014/main" id="{44630D2E-5935-E3E2-816A-2614116B713E}"/>
              </a:ext>
            </a:extLst>
          </p:cNvPr>
          <p:cNvPicPr>
            <a:picLocks noChangeAspect="1"/>
          </p:cNvPicPr>
          <p:nvPr userDrawn="1"/>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10127705" y="6297334"/>
            <a:ext cx="1261440" cy="504000"/>
          </a:xfrm>
          <a:prstGeom prst="rect">
            <a:avLst/>
          </a:prstGeom>
        </p:spPr>
      </p:pic>
      <p:sp>
        <p:nvSpPr>
          <p:cNvPr id="7" name="Title 1">
            <a:extLst>
              <a:ext uri="{FF2B5EF4-FFF2-40B4-BE49-F238E27FC236}">
                <a16:creationId xmlns:a16="http://schemas.microsoft.com/office/drawing/2014/main" id="{95DE7E33-9403-EC50-519F-841013B2C424}"/>
              </a:ext>
            </a:extLst>
          </p:cNvPr>
          <p:cNvSpPr>
            <a:spLocks noGrp="1"/>
          </p:cNvSpPr>
          <p:nvPr>
            <p:ph type="title" hasCustomPrompt="1"/>
          </p:nvPr>
        </p:nvSpPr>
        <p:spPr>
          <a:xfrm>
            <a:off x="736979" y="312999"/>
            <a:ext cx="11227479" cy="307777"/>
          </a:xfrm>
          <a:prstGeom prst="rect">
            <a:avLst/>
          </a:prstGeom>
        </p:spPr>
        <p:txBody>
          <a:bodyPr vert="horz" lIns="0" tIns="0" rIns="0" bIns="0" rtlCol="0" anchor="t" anchorCtr="0">
            <a:spAutoFit/>
          </a:bodyPr>
          <a:lstStyle>
            <a:lvl1pPr>
              <a:defRPr lang="en-US" dirty="0"/>
            </a:lvl1pPr>
          </a:lstStyle>
          <a:p>
            <a:pPr marL="0" lvl="0"/>
            <a:r>
              <a:rPr lang="pt-BR"/>
              <a:t>Clique para editar o título Mestre</a:t>
            </a:r>
            <a:endParaRPr lang="en-US"/>
          </a:p>
        </p:txBody>
      </p:sp>
    </p:spTree>
    <p:extLst>
      <p:ext uri="{BB962C8B-B14F-4D97-AF65-F5344CB8AC3E}">
        <p14:creationId xmlns:p14="http://schemas.microsoft.com/office/powerpoint/2010/main" val="20810091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End Mirow">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F6B0049E-6A99-494F-9A58-DACA4A493650}"/>
              </a:ext>
            </a:extLst>
          </p:cNvPr>
          <p:cNvGraphicFramePr>
            <a:graphicFrameLocks noChangeAspect="1"/>
          </p:cNvGraphicFramePr>
          <p:nvPr userDrawn="1">
            <p:custDataLst>
              <p:tags r:id="rId1"/>
            </p:custDataLst>
            <p:extLst>
              <p:ext uri="{D42A27DB-BD31-4B8C-83A1-F6EECF244321}">
                <p14:modId xmlns:p14="http://schemas.microsoft.com/office/powerpoint/2010/main" val="160975596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Slide do think-cell" r:id="rId3" imgW="493" imgH="493" progId="TCLayout.ActiveDocument.1">
                  <p:embed/>
                </p:oleObj>
              </mc:Choice>
              <mc:Fallback>
                <p:oleObj name="Slide do think-cell" r:id="rId3" imgW="493" imgH="493" progId="TCLayout.ActiveDocument.1">
                  <p:embed/>
                  <p:pic>
                    <p:nvPicPr>
                      <p:cNvPr id="2" name="Object 1" hidden="1">
                        <a:extLst>
                          <a:ext uri="{FF2B5EF4-FFF2-40B4-BE49-F238E27FC236}">
                            <a16:creationId xmlns:a16="http://schemas.microsoft.com/office/drawing/2014/main" id="{F6B0049E-6A99-494F-9A58-DACA4A49365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Shape 1409">
            <a:extLst>
              <a:ext uri="{FF2B5EF4-FFF2-40B4-BE49-F238E27FC236}">
                <a16:creationId xmlns:a16="http://schemas.microsoft.com/office/drawing/2014/main" id="{1383137A-3973-DF43-A1FE-0FFA0345E943}"/>
              </a:ext>
            </a:extLst>
          </p:cNvPr>
          <p:cNvSpPr/>
          <p:nvPr userDrawn="1"/>
        </p:nvSpPr>
        <p:spPr>
          <a:xfrm>
            <a:off x="0" y="0"/>
            <a:ext cx="12192000" cy="6858000"/>
          </a:xfrm>
          <a:prstGeom prst="rect">
            <a:avLst/>
          </a:prstGeom>
          <a:solidFill>
            <a:srgbClr val="020E66"/>
          </a:solidFill>
          <a:ln w="12700">
            <a:miter lim="400000"/>
          </a:ln>
        </p:spPr>
        <p:txBody>
          <a:bodyPr lIns="0" tIns="0" rIns="0" bIns="0" anchor="ctr"/>
          <a:lstStyle/>
          <a:p>
            <a:pPr lvl="0" eaLnBrk="1">
              <a:defRPr sz="3200"/>
            </a:pPr>
            <a:endParaRPr lang="pt-BR" sz="3200"/>
          </a:p>
        </p:txBody>
      </p:sp>
      <p:pic>
        <p:nvPicPr>
          <p:cNvPr id="7" name="Graphic 6">
            <a:extLst>
              <a:ext uri="{FF2B5EF4-FFF2-40B4-BE49-F238E27FC236}">
                <a16:creationId xmlns:a16="http://schemas.microsoft.com/office/drawing/2014/main" id="{8E3718AF-F312-CBB2-BF5B-B4B661EA8A2E}"/>
              </a:ext>
            </a:extLst>
          </p:cNvPr>
          <p:cNvPicPr>
            <a:picLocks noChangeAspect="1"/>
          </p:cNvPicPr>
          <p:nvPr userDrawn="1"/>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4005263" y="2595563"/>
            <a:ext cx="4181475" cy="1666875"/>
          </a:xfrm>
          <a:prstGeom prst="rect">
            <a:avLst/>
          </a:prstGeom>
        </p:spPr>
      </p:pic>
    </p:spTree>
    <p:extLst>
      <p:ext uri="{BB962C8B-B14F-4D97-AF65-F5344CB8AC3E}">
        <p14:creationId xmlns:p14="http://schemas.microsoft.com/office/powerpoint/2010/main" val="688213442"/>
      </p:ext>
    </p:extLst>
  </p:cSld>
  <p:clrMapOvr>
    <a:masterClrMapping/>
  </p:clrMapOvr>
  <p:extLst>
    <p:ext uri="{DCECCB84-F9BA-43D5-87BE-67443E8EF086}">
      <p15:sldGuideLst xmlns:p15="http://schemas.microsoft.com/office/powerpoint/2012/main"/>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userDrawn="1">
  <p:cSld name="4_Title Only">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9E0980AA-BCE6-4E26-8843-3669C15888DB}"/>
              </a:ext>
            </a:extLst>
          </p:cNvPr>
          <p:cNvGraphicFramePr>
            <a:graphicFrameLocks noChangeAspect="1"/>
          </p:cNvGraphicFramePr>
          <p:nvPr userDrawn="1">
            <p:custDataLst>
              <p:tags r:id="rId1"/>
            </p:custDataLst>
            <p:extLst>
              <p:ext uri="{D42A27DB-BD31-4B8C-83A1-F6EECF244321}">
                <p14:modId xmlns:p14="http://schemas.microsoft.com/office/powerpoint/2010/main" val="176726538"/>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Slide do think-cell" r:id="rId4" imgW="493" imgH="493" progId="TCLayout.ActiveDocument.1">
                  <p:embed/>
                </p:oleObj>
              </mc:Choice>
              <mc:Fallback>
                <p:oleObj name="Slide do think-cell" r:id="rId4" imgW="493" imgH="493" progId="TCLayout.ActiveDocument.1">
                  <p:embed/>
                  <p:pic>
                    <p:nvPicPr>
                      <p:cNvPr id="10" name="Object 9" hidden="1">
                        <a:extLst>
                          <a:ext uri="{FF2B5EF4-FFF2-40B4-BE49-F238E27FC236}">
                            <a16:creationId xmlns:a16="http://schemas.microsoft.com/office/drawing/2014/main" id="{9E0980AA-BCE6-4E26-8843-3669C15888DB}"/>
                          </a:ext>
                        </a:extLst>
                      </p:cNvPr>
                      <p:cNvPicPr/>
                      <p:nvPr/>
                    </p:nvPicPr>
                    <p:blipFill>
                      <a:blip r:embed="rId5"/>
                      <a:stretch>
                        <a:fillRect/>
                      </a:stretch>
                    </p:blipFill>
                    <p:spPr>
                      <a:xfrm>
                        <a:off x="2118" y="1589"/>
                        <a:ext cx="2116" cy="1587"/>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4FE804D7-7F22-4628-B31E-2AE601C042B1}"/>
              </a:ext>
            </a:extLst>
          </p:cNvPr>
          <p:cNvSpPr/>
          <p:nvPr userDrawn="1">
            <p:custDataLst>
              <p:tags r:id="rId2"/>
            </p:custDataLst>
          </p:nvPr>
        </p:nvSpPr>
        <p:spPr>
          <a:xfrm>
            <a:off x="0" y="0"/>
            <a:ext cx="158750" cy="158750"/>
          </a:xfrm>
          <a:prstGeom prst="rect">
            <a:avLst/>
          </a:prstGeom>
          <a:solidFill>
            <a:schemeClr val="accent2"/>
          </a:solidFill>
          <a:ln w="19050">
            <a:solidFill>
              <a:schemeClr val="accent2"/>
            </a:solidFill>
            <a:miter lim="400000"/>
          </a:ln>
          <a:effectLst/>
        </p:spPr>
        <p:txBody>
          <a:bodyPr wrap="none" lIns="0" tIns="0" rIns="0" bIns="0" numCol="1" spcCol="0" rtlCol="0" anchor="ctr" anchorCtr="0">
            <a:noAutofit/>
          </a:bodyPr>
          <a:lstStyle/>
          <a:p>
            <a:pPr marL="0" lvl="0" indent="0" algn="l" rtl="0"/>
            <a:endParaRPr kumimoji="0" lang="pt-BR" sz="2000" b="1" i="0" u="none" cap="none" baseline="0">
              <a:solidFill>
                <a:schemeClr val="bg1"/>
              </a:solidFill>
              <a:latin typeface="Arial" panose="020B0604020202020204" pitchFamily="34" charset="0"/>
              <a:ea typeface="+mj-ea"/>
              <a:cs typeface="+mj-cs"/>
              <a:sym typeface="Arial" panose="020B0604020202020204" pitchFamily="34" charset="0"/>
            </a:endParaRPr>
          </a:p>
        </p:txBody>
      </p:sp>
      <p:sp>
        <p:nvSpPr>
          <p:cNvPr id="13" name="Text Placeholder 4">
            <a:extLst>
              <a:ext uri="{FF2B5EF4-FFF2-40B4-BE49-F238E27FC236}">
                <a16:creationId xmlns:a16="http://schemas.microsoft.com/office/drawing/2014/main" id="{D16463AB-2C7D-12B5-108F-3BC553C8D601}"/>
              </a:ext>
            </a:extLst>
          </p:cNvPr>
          <p:cNvSpPr>
            <a:spLocks noGrp="1"/>
          </p:cNvSpPr>
          <p:nvPr>
            <p:ph type="body" sz="quarter" idx="15" hasCustomPrompt="1"/>
          </p:nvPr>
        </p:nvSpPr>
        <p:spPr>
          <a:xfrm>
            <a:off x="433389" y="6516592"/>
            <a:ext cx="9504000" cy="153888"/>
          </a:xfrm>
          <a:prstGeom prst="rect">
            <a:avLst/>
          </a:prstGeom>
        </p:spPr>
        <p:txBody>
          <a:bodyPr wrap="square" lIns="0" tIns="0" rIns="0" bIns="0" anchor="b" anchorCtr="0"/>
          <a:lstStyle>
            <a:lvl1pPr marL="0" indent="0">
              <a:spcBef>
                <a:spcPts val="0"/>
              </a:spcBef>
              <a:buNone/>
              <a:defRPr lang="en-GB" sz="900" dirty="0">
                <a:latin typeface="+mj-lt"/>
                <a:ea typeface="Roboto" pitchFamily="2" charset="0"/>
              </a:defRPr>
            </a:lvl1pPr>
            <a:lvl2pPr marL="196850" indent="0">
              <a:buNone/>
              <a:defRPr sz="900"/>
            </a:lvl2pPr>
            <a:lvl3pPr marL="406400" indent="0">
              <a:buNone/>
              <a:defRPr sz="900"/>
            </a:lvl3pPr>
            <a:lvl4pPr marL="588962" indent="0">
              <a:buNone/>
              <a:defRPr sz="1000"/>
            </a:lvl4pPr>
            <a:lvl5pPr marL="817562" indent="0">
              <a:buNone/>
              <a:defRPr sz="1000"/>
            </a:lvl5pPr>
          </a:lstStyle>
          <a:p>
            <a:pPr lvl="0"/>
            <a:r>
              <a:rPr lang="pt-BR" sz="1000">
                <a:latin typeface="+mj-lt"/>
              </a:rPr>
              <a:t>Fonte:</a:t>
            </a:r>
          </a:p>
        </p:txBody>
      </p:sp>
      <p:sp>
        <p:nvSpPr>
          <p:cNvPr id="11" name="Title 1">
            <a:extLst>
              <a:ext uri="{FF2B5EF4-FFF2-40B4-BE49-F238E27FC236}">
                <a16:creationId xmlns:a16="http://schemas.microsoft.com/office/drawing/2014/main" id="{2419F900-E00F-40AF-9105-49B4B26BC53B}"/>
              </a:ext>
            </a:extLst>
          </p:cNvPr>
          <p:cNvSpPr>
            <a:spLocks noGrp="1"/>
          </p:cNvSpPr>
          <p:nvPr>
            <p:ph type="title" hasCustomPrompt="1"/>
          </p:nvPr>
        </p:nvSpPr>
        <p:spPr>
          <a:xfrm>
            <a:off x="736979" y="312999"/>
            <a:ext cx="11227479" cy="307777"/>
          </a:xfrm>
          <a:prstGeom prst="rect">
            <a:avLst/>
          </a:prstGeom>
        </p:spPr>
        <p:txBody>
          <a:bodyPr vert="horz" lIns="0" tIns="0" rIns="0" bIns="0" rtlCol="0" anchor="t" anchorCtr="0">
            <a:spAutoFit/>
          </a:bodyPr>
          <a:lstStyle>
            <a:lvl1pPr>
              <a:defRPr lang="en-US" dirty="0"/>
            </a:lvl1pPr>
          </a:lstStyle>
          <a:p>
            <a:pPr marL="0" lvl="0"/>
            <a:r>
              <a:rPr lang="pt-BR"/>
              <a:t>Clique para editar o título Mestre</a:t>
            </a:r>
            <a:endParaRPr lang="en-US"/>
          </a:p>
        </p:txBody>
      </p:sp>
      <p:sp>
        <p:nvSpPr>
          <p:cNvPr id="17" name="Slide Number">
            <a:extLst>
              <a:ext uri="{FF2B5EF4-FFF2-40B4-BE49-F238E27FC236}">
                <a16:creationId xmlns:a16="http://schemas.microsoft.com/office/drawing/2014/main" id="{53A1DEA9-E10A-526B-535B-65E136ACB87A}"/>
              </a:ext>
            </a:extLst>
          </p:cNvPr>
          <p:cNvSpPr txBox="1">
            <a:spLocks/>
          </p:cNvSpPr>
          <p:nvPr userDrawn="1"/>
        </p:nvSpPr>
        <p:spPr>
          <a:xfrm>
            <a:off x="11762075" y="6525482"/>
            <a:ext cx="160294" cy="157014"/>
          </a:xfrm>
          <a:prstGeom prst="rect">
            <a:avLst/>
          </a:prstGeom>
        </p:spPr>
        <p:txBody>
          <a:bodyPr vert="horz" wrap="none" lIns="0" tIns="0" rIns="0" bIns="0" rtlCol="0" anchor="ctr">
            <a:spAutoFit/>
          </a:bodyPr>
          <a:lstStyle>
            <a:defPPr>
              <a:defRPr lang="en-US"/>
            </a:defPPr>
            <a:lvl1pPr>
              <a:defRPr sz="1000" baseline="0">
                <a:latin typeface="+mn-lt"/>
              </a:defRPr>
            </a:lvl1pPr>
          </a:lstStyle>
          <a:p>
            <a:pPr lvl="0" algn="r"/>
            <a:fld id="{42C328C1-A84F-4A39-A664-DBA00541A8C6}" type="slidenum">
              <a:rPr lang="pt-BR" smtClean="0">
                <a:latin typeface="+mj-lt"/>
                <a:ea typeface="Roboto" pitchFamily="2" charset="0"/>
              </a:rPr>
              <a:pPr lvl="0" algn="r"/>
              <a:t>‹#›</a:t>
            </a:fld>
            <a:endParaRPr lang="pt-BR">
              <a:latin typeface="+mj-lt"/>
              <a:ea typeface="Roboto" pitchFamily="2" charset="0"/>
            </a:endParaRPr>
          </a:p>
        </p:txBody>
      </p:sp>
      <p:pic>
        <p:nvPicPr>
          <p:cNvPr id="19" name="Graphic 18">
            <a:extLst>
              <a:ext uri="{FF2B5EF4-FFF2-40B4-BE49-F238E27FC236}">
                <a16:creationId xmlns:a16="http://schemas.microsoft.com/office/drawing/2014/main" id="{48AF656C-BAD0-6742-8766-85D0570F5A55}"/>
              </a:ext>
            </a:extLst>
          </p:cNvPr>
          <p:cNvPicPr>
            <a:picLocks noChangeAspect="1"/>
          </p:cNvPicPr>
          <p:nvPr userDrawn="1"/>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0127705" y="6297334"/>
            <a:ext cx="1261440" cy="504000"/>
          </a:xfrm>
          <a:prstGeom prst="rect">
            <a:avLst/>
          </a:prstGeom>
        </p:spPr>
      </p:pic>
      <p:grpSp>
        <p:nvGrpSpPr>
          <p:cNvPr id="20" name="Google Shape;219;p29">
            <a:extLst>
              <a:ext uri="{FF2B5EF4-FFF2-40B4-BE49-F238E27FC236}">
                <a16:creationId xmlns:a16="http://schemas.microsoft.com/office/drawing/2014/main" id="{2AF512FA-0164-9EFB-64A3-867146FDC8DF}"/>
              </a:ext>
            </a:extLst>
          </p:cNvPr>
          <p:cNvGrpSpPr/>
          <p:nvPr userDrawn="1"/>
        </p:nvGrpSpPr>
        <p:grpSpPr>
          <a:xfrm>
            <a:off x="0" y="0"/>
            <a:ext cx="1169662" cy="1231900"/>
            <a:chOff x="497750" y="2991250"/>
            <a:chExt cx="946654" cy="997025"/>
          </a:xfrm>
        </p:grpSpPr>
        <p:sp>
          <p:nvSpPr>
            <p:cNvPr id="21" name="Google Shape;220;p29">
              <a:extLst>
                <a:ext uri="{FF2B5EF4-FFF2-40B4-BE49-F238E27FC236}">
                  <a16:creationId xmlns:a16="http://schemas.microsoft.com/office/drawing/2014/main" id="{9D9B233D-A5F1-0861-C841-12CE591B726F}"/>
                </a:ext>
              </a:extLst>
            </p:cNvPr>
            <p:cNvSpPr/>
            <p:nvPr/>
          </p:nvSpPr>
          <p:spPr>
            <a:xfrm>
              <a:off x="497750" y="2994700"/>
              <a:ext cx="908975" cy="993575"/>
            </a:xfrm>
            <a:custGeom>
              <a:avLst/>
              <a:gdLst/>
              <a:ahLst/>
              <a:cxnLst/>
              <a:rect l="l" t="t" r="r" b="b"/>
              <a:pathLst>
                <a:path w="36359" h="39743" extrusionOk="0">
                  <a:moveTo>
                    <a:pt x="36359" y="0"/>
                  </a:moveTo>
                  <a:lnTo>
                    <a:pt x="36359" y="0"/>
                  </a:lnTo>
                  <a:cubicBezTo>
                    <a:pt x="18660" y="3018"/>
                    <a:pt x="6952" y="10976"/>
                    <a:pt x="1" y="17699"/>
                  </a:cubicBezTo>
                  <a:lnTo>
                    <a:pt x="1" y="39742"/>
                  </a:lnTo>
                  <a:cubicBezTo>
                    <a:pt x="1967" y="32013"/>
                    <a:pt x="9834" y="10473"/>
                    <a:pt x="363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22" name="Google Shape;221;p29">
              <a:extLst>
                <a:ext uri="{FF2B5EF4-FFF2-40B4-BE49-F238E27FC236}">
                  <a16:creationId xmlns:a16="http://schemas.microsoft.com/office/drawing/2014/main" id="{B45C6FD5-217B-F7F0-1FFB-893C1977E727}"/>
                </a:ext>
              </a:extLst>
            </p:cNvPr>
            <p:cNvSpPr/>
            <p:nvPr/>
          </p:nvSpPr>
          <p:spPr>
            <a:xfrm>
              <a:off x="497750" y="2991250"/>
              <a:ext cx="946654" cy="454130"/>
            </a:xfrm>
            <a:custGeom>
              <a:avLst/>
              <a:gdLst/>
              <a:ahLst/>
              <a:cxnLst/>
              <a:rect l="l" t="t" r="r" b="b"/>
              <a:pathLst>
                <a:path w="37182" h="17837" extrusionOk="0">
                  <a:moveTo>
                    <a:pt x="1" y="1"/>
                  </a:moveTo>
                  <a:lnTo>
                    <a:pt x="1" y="17837"/>
                  </a:lnTo>
                  <a:cubicBezTo>
                    <a:pt x="6952" y="11114"/>
                    <a:pt x="18660" y="3156"/>
                    <a:pt x="36359" y="138"/>
                  </a:cubicBezTo>
                  <a:lnTo>
                    <a:pt x="37182" y="1"/>
                  </a:lnTo>
                  <a:close/>
                </a:path>
              </a:pathLst>
            </a:custGeom>
            <a:solidFill>
              <a:schemeClr val="tx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grpSp>
      <p:pic>
        <p:nvPicPr>
          <p:cNvPr id="2" name="Picture 32">
            <a:extLst>
              <a:ext uri="{FF2B5EF4-FFF2-40B4-BE49-F238E27FC236}">
                <a16:creationId xmlns:a16="http://schemas.microsoft.com/office/drawing/2014/main" id="{21191E67-5F65-B637-404C-A20290B40A07}"/>
              </a:ext>
            </a:extLst>
          </p:cNvPr>
          <p:cNvPicPr>
            <a:picLocks noChangeAspect="1"/>
          </p:cNvPicPr>
          <p:nvPr userDrawn="1"/>
        </p:nvPicPr>
        <p:blipFill rotWithShape="1">
          <a:blip r:embed="rId8" cstate="email">
            <a:alphaModFix amt="20000"/>
            <a:extLst>
              <a:ext uri="{28A0092B-C50C-407E-A947-70E740481C1C}">
                <a14:useLocalDpi xmlns:a14="http://schemas.microsoft.com/office/drawing/2010/main"/>
              </a:ext>
            </a:extLst>
          </a:blip>
          <a:srcRect r="7672" b="29001"/>
          <a:stretch/>
        </p:blipFill>
        <p:spPr>
          <a:xfrm>
            <a:off x="6603889" y="740229"/>
            <a:ext cx="5588111" cy="6117771"/>
          </a:xfrm>
          <a:prstGeom prst="rect">
            <a:avLst/>
          </a:prstGeom>
        </p:spPr>
      </p:pic>
    </p:spTree>
    <p:extLst>
      <p:ext uri="{BB962C8B-B14F-4D97-AF65-F5344CB8AC3E}">
        <p14:creationId xmlns:p14="http://schemas.microsoft.com/office/powerpoint/2010/main" val="57295874"/>
      </p:ext>
    </p:extLst>
  </p:cSld>
  <p:clrMapOvr>
    <a:masterClrMapping/>
  </p:clrMapOvr>
  <p:extLst>
    <p:ext uri="{DCECCB84-F9BA-43D5-87BE-67443E8EF086}">
      <p15:sldGuideLst xmlns:p15="http://schemas.microsoft.com/office/powerpoint/2012/main"/>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9E0980AA-BCE6-4E26-8843-3669C15888DB}"/>
              </a:ext>
            </a:extLst>
          </p:cNvPr>
          <p:cNvGraphicFramePr>
            <a:graphicFrameLocks noChangeAspect="1"/>
          </p:cNvGraphicFramePr>
          <p:nvPr userDrawn="1">
            <p:custDataLst>
              <p:tags r:id="rId1"/>
            </p:custDataLst>
            <p:extLst>
              <p:ext uri="{D42A27DB-BD31-4B8C-83A1-F6EECF244321}">
                <p14:modId xmlns:p14="http://schemas.microsoft.com/office/powerpoint/2010/main" val="3978309817"/>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Slide do think-cell" r:id="rId3" imgW="493" imgH="493" progId="TCLayout.ActiveDocument.1">
                  <p:embed/>
                </p:oleObj>
              </mc:Choice>
              <mc:Fallback>
                <p:oleObj name="Slide do think-cell" r:id="rId3" imgW="493" imgH="493" progId="TCLayout.ActiveDocument.1">
                  <p:embed/>
                  <p:pic>
                    <p:nvPicPr>
                      <p:cNvPr id="10" name="Object 9" hidden="1">
                        <a:extLst>
                          <a:ext uri="{FF2B5EF4-FFF2-40B4-BE49-F238E27FC236}">
                            <a16:creationId xmlns:a16="http://schemas.microsoft.com/office/drawing/2014/main" id="{9E0980AA-BCE6-4E26-8843-3669C15888DB}"/>
                          </a:ext>
                        </a:extLst>
                      </p:cNvPr>
                      <p:cNvPicPr/>
                      <p:nvPr/>
                    </p:nvPicPr>
                    <p:blipFill>
                      <a:blip r:embed="rId4"/>
                      <a:stretch>
                        <a:fillRect/>
                      </a:stretch>
                    </p:blipFill>
                    <p:spPr>
                      <a:xfrm>
                        <a:off x="2119" y="1593"/>
                        <a:ext cx="2116" cy="1587"/>
                      </a:xfrm>
                      <a:prstGeom prst="rect">
                        <a:avLst/>
                      </a:prstGeom>
                    </p:spPr>
                  </p:pic>
                </p:oleObj>
              </mc:Fallback>
            </mc:AlternateContent>
          </a:graphicData>
        </a:graphic>
      </p:graphicFrame>
      <p:sp>
        <p:nvSpPr>
          <p:cNvPr id="9" name="Text Placeholder 8">
            <a:extLst>
              <a:ext uri="{FF2B5EF4-FFF2-40B4-BE49-F238E27FC236}">
                <a16:creationId xmlns:a16="http://schemas.microsoft.com/office/drawing/2014/main" id="{D7A098EC-6741-4AB7-8A7F-E6F13AA4E6E3}"/>
              </a:ext>
            </a:extLst>
          </p:cNvPr>
          <p:cNvSpPr>
            <a:spLocks noGrp="1"/>
          </p:cNvSpPr>
          <p:nvPr>
            <p:ph type="body" sz="quarter" idx="15" hasCustomPrompt="1"/>
          </p:nvPr>
        </p:nvSpPr>
        <p:spPr>
          <a:xfrm>
            <a:off x="233259" y="234869"/>
            <a:ext cx="11725484" cy="307777"/>
          </a:xfrm>
        </p:spPr>
        <p:txBody>
          <a:bodyPr/>
          <a:lstStyle>
            <a:lvl1pPr algn="l">
              <a:spcBef>
                <a:spcPts val="0"/>
              </a:spcBef>
              <a:defRPr sz="2000" b="1">
                <a:solidFill>
                  <a:schemeClr val="tx2"/>
                </a:solidFill>
              </a:defRPr>
            </a:lvl1pPr>
            <a:lvl2pPr>
              <a:defRPr sz="2000" b="1">
                <a:solidFill>
                  <a:schemeClr val="accent1"/>
                </a:solidFill>
              </a:defRPr>
            </a:lvl2pPr>
            <a:lvl3pPr>
              <a:defRPr sz="2000" b="1">
                <a:solidFill>
                  <a:schemeClr val="accent1"/>
                </a:solidFill>
              </a:defRPr>
            </a:lvl3pPr>
            <a:lvl4pPr>
              <a:defRPr sz="2000" b="1">
                <a:solidFill>
                  <a:schemeClr val="accent1"/>
                </a:solidFill>
              </a:defRPr>
            </a:lvl4pPr>
            <a:lvl5pPr>
              <a:defRPr sz="2000" b="1">
                <a:solidFill>
                  <a:schemeClr val="accent1"/>
                </a:solidFill>
              </a:defRPr>
            </a:lvl5pPr>
          </a:lstStyle>
          <a:p>
            <a:pPr lvl="0"/>
            <a:r>
              <a:rPr lang="pt-BR"/>
              <a:t>Clique para editar o título mestre</a:t>
            </a:r>
          </a:p>
        </p:txBody>
      </p:sp>
      <p:sp>
        <p:nvSpPr>
          <p:cNvPr id="4" name="Text Placeholder 4"/>
          <p:cNvSpPr>
            <a:spLocks noGrp="1"/>
          </p:cNvSpPr>
          <p:nvPr>
            <p:ph type="body" sz="quarter" idx="14" hasCustomPrompt="1"/>
          </p:nvPr>
        </p:nvSpPr>
        <p:spPr>
          <a:xfrm>
            <a:off x="233257" y="6538951"/>
            <a:ext cx="9696000" cy="153888"/>
          </a:xfrm>
        </p:spPr>
        <p:txBody>
          <a:bodyPr wrap="square" lIns="0" tIns="0" rIns="0" bIns="0" anchor="b" anchorCtr="0"/>
          <a:lstStyle>
            <a:lvl1pPr marL="0" indent="0">
              <a:spcBef>
                <a:spcPts val="0"/>
              </a:spcBef>
              <a:buNone/>
              <a:defRPr lang="en-GB" sz="900" dirty="0"/>
            </a:lvl1pPr>
            <a:lvl2pPr marL="196850" indent="0">
              <a:buNone/>
              <a:defRPr sz="900"/>
            </a:lvl2pPr>
            <a:lvl3pPr marL="406400" indent="0">
              <a:buNone/>
              <a:defRPr sz="900"/>
            </a:lvl3pPr>
            <a:lvl4pPr marL="588962" indent="0">
              <a:buNone/>
              <a:defRPr sz="1000"/>
            </a:lvl4pPr>
            <a:lvl5pPr marL="817562" indent="0">
              <a:buNone/>
              <a:defRPr sz="1000"/>
            </a:lvl5pPr>
          </a:lstStyle>
          <a:p>
            <a:pPr lvl="0"/>
            <a:r>
              <a:rPr lang="pt-BR" sz="1000">
                <a:latin typeface="+mj-lt"/>
              </a:rPr>
              <a:t>Fonte:</a:t>
            </a:r>
          </a:p>
        </p:txBody>
      </p:sp>
      <p:pic>
        <p:nvPicPr>
          <p:cNvPr id="11" name="Imagem 6">
            <a:extLst>
              <a:ext uri="{FF2B5EF4-FFF2-40B4-BE49-F238E27FC236}">
                <a16:creationId xmlns:a16="http://schemas.microsoft.com/office/drawing/2014/main" id="{158FE87C-0ACD-42A1-80BA-4ACD3945C886}"/>
              </a:ext>
            </a:extLst>
          </p:cNvPr>
          <p:cNvPicPr>
            <a:picLocks noChangeAspect="1"/>
          </p:cNvPicPr>
          <p:nvPr userDrawn="1"/>
        </p:nvPicPr>
        <p:blipFill rotWithShape="1">
          <a:blip r:embed="rId5" cstate="email">
            <a:extLst>
              <a:ext uri="{28A0092B-C50C-407E-A947-70E740481C1C}">
                <a14:useLocalDpi xmlns:a14="http://schemas.microsoft.com/office/drawing/2010/main"/>
              </a:ext>
            </a:extLst>
          </a:blip>
          <a:srcRect/>
          <a:stretch/>
        </p:blipFill>
        <p:spPr>
          <a:xfrm>
            <a:off x="10167938" y="6549063"/>
            <a:ext cx="1517687" cy="188260"/>
          </a:xfrm>
          <a:prstGeom prst="rect">
            <a:avLst/>
          </a:prstGeom>
        </p:spPr>
      </p:pic>
      <p:sp>
        <p:nvSpPr>
          <p:cNvPr id="12" name="Slide Number">
            <a:extLst>
              <a:ext uri="{FF2B5EF4-FFF2-40B4-BE49-F238E27FC236}">
                <a16:creationId xmlns:a16="http://schemas.microsoft.com/office/drawing/2014/main" id="{1B2C49D9-798E-4297-8439-8DF42C170E93}"/>
              </a:ext>
            </a:extLst>
          </p:cNvPr>
          <p:cNvSpPr txBox="1">
            <a:spLocks/>
          </p:cNvSpPr>
          <p:nvPr userDrawn="1"/>
        </p:nvSpPr>
        <p:spPr>
          <a:xfrm>
            <a:off x="11833993" y="6567394"/>
            <a:ext cx="203582" cy="153888"/>
          </a:xfrm>
          <a:prstGeom prst="rect">
            <a:avLst/>
          </a:prstGeom>
        </p:spPr>
        <p:txBody>
          <a:bodyPr vert="horz" wrap="none" lIns="0" tIns="0" rIns="0" bIns="0" rtlCol="0" anchor="ctr">
            <a:spAutoFit/>
          </a:bodyPr>
          <a:lstStyle>
            <a:defPPr>
              <a:defRPr lang="en-US"/>
            </a:defPPr>
            <a:lvl1pPr>
              <a:defRPr sz="1000" baseline="0">
                <a:latin typeface="+mn-lt"/>
              </a:defRPr>
            </a:lvl1pPr>
          </a:lstStyle>
          <a:p>
            <a:pPr lvl="0"/>
            <a:fld id="{42C328C1-A84F-4A39-A664-DBA00541A8C6}" type="slidenum">
              <a:rPr lang="pt-BR" sz="1000" smtClean="0"/>
              <a:pPr lvl="0"/>
              <a:t>‹#›</a:t>
            </a:fld>
            <a:endParaRPr lang="pt-BR" sz="1000"/>
          </a:p>
        </p:txBody>
      </p:sp>
    </p:spTree>
    <p:extLst>
      <p:ext uri="{BB962C8B-B14F-4D97-AF65-F5344CB8AC3E}">
        <p14:creationId xmlns:p14="http://schemas.microsoft.com/office/powerpoint/2010/main" val="2158762713"/>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cSld name="Somente Título">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9E0980AA-BCE6-4E26-8843-3669C15888DB}"/>
              </a:ext>
            </a:extLst>
          </p:cNvPr>
          <p:cNvGraphicFramePr>
            <a:graphicFrameLocks noChangeAspect="1"/>
          </p:cNvGraphicFramePr>
          <p:nvPr>
            <p:custDataLst>
              <p:tags r:id="rId1"/>
            </p:custDataLst>
            <p:extLst>
              <p:ext uri="{D42A27DB-BD31-4B8C-83A1-F6EECF244321}">
                <p14:modId xmlns:p14="http://schemas.microsoft.com/office/powerpoint/2010/main" val="2710576491"/>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Slide do think-cell" r:id="rId4" imgW="493" imgH="493" progId="TCLayout.ActiveDocument.1">
                  <p:embed/>
                </p:oleObj>
              </mc:Choice>
              <mc:Fallback>
                <p:oleObj name="Slide do think-cell" r:id="rId4" imgW="493" imgH="493" progId="TCLayout.ActiveDocument.1">
                  <p:embed/>
                  <p:pic>
                    <p:nvPicPr>
                      <p:cNvPr id="10" name="Object 9" hidden="1">
                        <a:extLst>
                          <a:ext uri="{FF2B5EF4-FFF2-40B4-BE49-F238E27FC236}">
                            <a16:creationId xmlns:a16="http://schemas.microsoft.com/office/drawing/2014/main" id="{9E0980AA-BCE6-4E26-8843-3669C15888DB}"/>
                          </a:ext>
                        </a:extLst>
                      </p:cNvPr>
                      <p:cNvPicPr/>
                      <p:nvPr/>
                    </p:nvPicPr>
                    <p:blipFill>
                      <a:blip r:embed="rId5"/>
                      <a:stretch>
                        <a:fillRect/>
                      </a:stretch>
                    </p:blipFill>
                    <p:spPr>
                      <a:xfrm>
                        <a:off x="2118" y="1589"/>
                        <a:ext cx="2116" cy="1587"/>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4FE804D7-7F22-4628-B31E-2AE601C042B1}"/>
              </a:ext>
            </a:extLst>
          </p:cNvPr>
          <p:cNvSpPr/>
          <p:nvPr>
            <p:custDataLst>
              <p:tags r:id="rId2"/>
            </p:custDataLst>
          </p:nvPr>
        </p:nvSpPr>
        <p:spPr>
          <a:xfrm>
            <a:off x="0" y="0"/>
            <a:ext cx="158750" cy="158750"/>
          </a:xfrm>
          <a:prstGeom prst="rect">
            <a:avLst/>
          </a:prstGeom>
          <a:solidFill>
            <a:schemeClr val="accent2"/>
          </a:solidFill>
          <a:ln w="19050">
            <a:solidFill>
              <a:schemeClr val="accent2"/>
            </a:solidFill>
            <a:miter lim="400000"/>
          </a:ln>
          <a:effectLst/>
        </p:spPr>
        <p:txBody>
          <a:bodyPr wrap="none" lIns="0" tIns="0" rIns="0" bIns="0" numCol="1" spcCol="0" rtlCol="0" anchor="ctr" anchorCtr="0">
            <a:noAutofit/>
          </a:bodyPr>
          <a:lstStyle/>
          <a:p>
            <a:pPr marL="0" lvl="0" indent="0" algn="l" rtl="0"/>
            <a:endParaRPr kumimoji="0" lang="pt-BR" sz="2000" b="1" i="0" u="none" cap="none" baseline="0">
              <a:solidFill>
                <a:schemeClr val="bg1"/>
              </a:solidFill>
              <a:latin typeface="Arial" panose="020B0604020202020204" pitchFamily="34" charset="0"/>
              <a:ea typeface="+mj-ea"/>
              <a:cs typeface="+mj-cs"/>
              <a:sym typeface="Arial" panose="020B0604020202020204" pitchFamily="34" charset="0"/>
            </a:endParaRPr>
          </a:p>
        </p:txBody>
      </p:sp>
      <p:sp>
        <p:nvSpPr>
          <p:cNvPr id="4" name="Text Placeholder 4"/>
          <p:cNvSpPr>
            <a:spLocks noGrp="1"/>
          </p:cNvSpPr>
          <p:nvPr>
            <p:ph type="body" sz="quarter" idx="14" hasCustomPrompt="1"/>
          </p:nvPr>
        </p:nvSpPr>
        <p:spPr>
          <a:xfrm>
            <a:off x="233257" y="6513466"/>
            <a:ext cx="9696000" cy="153888"/>
          </a:xfrm>
        </p:spPr>
        <p:txBody>
          <a:bodyPr wrap="square" lIns="0" tIns="0" rIns="0" bIns="0" anchor="b" anchorCtr="0"/>
          <a:lstStyle>
            <a:lvl1pPr marL="0" indent="0">
              <a:spcBef>
                <a:spcPts val="0"/>
              </a:spcBef>
              <a:buNone/>
              <a:defRPr lang="en-GB" sz="900" dirty="0"/>
            </a:lvl1pPr>
            <a:lvl2pPr marL="196850" indent="0">
              <a:buNone/>
              <a:defRPr sz="900"/>
            </a:lvl2pPr>
            <a:lvl3pPr marL="406400" indent="0">
              <a:buNone/>
              <a:defRPr sz="900"/>
            </a:lvl3pPr>
            <a:lvl4pPr marL="588962" indent="0">
              <a:buNone/>
              <a:defRPr sz="1000"/>
            </a:lvl4pPr>
            <a:lvl5pPr marL="817562" indent="0">
              <a:buNone/>
              <a:defRPr sz="1000"/>
            </a:lvl5pPr>
          </a:lstStyle>
          <a:p>
            <a:pPr lvl="0"/>
            <a:r>
              <a:rPr lang="pt-BR" sz="1000">
                <a:latin typeface="+mj-lt"/>
              </a:rPr>
              <a:t>Fonte:</a:t>
            </a:r>
          </a:p>
        </p:txBody>
      </p:sp>
      <p:sp>
        <p:nvSpPr>
          <p:cNvPr id="8" name="Slide Number">
            <a:extLst>
              <a:ext uri="{FF2B5EF4-FFF2-40B4-BE49-F238E27FC236}">
                <a16:creationId xmlns:a16="http://schemas.microsoft.com/office/drawing/2014/main" id="{BC1B471D-CDE1-49E8-87EA-DEB421217265}"/>
              </a:ext>
            </a:extLst>
          </p:cNvPr>
          <p:cNvSpPr txBox="1">
            <a:spLocks/>
          </p:cNvSpPr>
          <p:nvPr/>
        </p:nvSpPr>
        <p:spPr>
          <a:xfrm>
            <a:off x="11762075" y="6511903"/>
            <a:ext cx="160294" cy="157014"/>
          </a:xfrm>
          <a:prstGeom prst="rect">
            <a:avLst/>
          </a:prstGeom>
        </p:spPr>
        <p:txBody>
          <a:bodyPr vert="horz" wrap="none" lIns="0" tIns="0" rIns="0" bIns="0" rtlCol="0" anchor="ctr">
            <a:spAutoFit/>
          </a:bodyPr>
          <a:lstStyle>
            <a:defPPr>
              <a:defRPr lang="en-US"/>
            </a:defPPr>
            <a:lvl1pPr>
              <a:defRPr sz="1000" baseline="0">
                <a:latin typeface="+mn-lt"/>
              </a:defRPr>
            </a:lvl1pPr>
          </a:lstStyle>
          <a:p>
            <a:pPr lvl="0" algn="r"/>
            <a:fld id="{42C328C1-A84F-4A39-A664-DBA00541A8C6}" type="slidenum">
              <a:rPr lang="pt-BR" smtClean="0"/>
              <a:pPr lvl="0" algn="r"/>
              <a:t>‹#›</a:t>
            </a:fld>
            <a:endParaRPr lang="pt-BR"/>
          </a:p>
        </p:txBody>
      </p:sp>
      <p:pic>
        <p:nvPicPr>
          <p:cNvPr id="9" name="Imagem 6">
            <a:extLst>
              <a:ext uri="{FF2B5EF4-FFF2-40B4-BE49-F238E27FC236}">
                <a16:creationId xmlns:a16="http://schemas.microsoft.com/office/drawing/2014/main" id="{D6C5BF70-0885-40D6-A44D-BB0674E90AB3}"/>
              </a:ext>
            </a:extLst>
          </p:cNvPr>
          <p:cNvPicPr>
            <a:picLocks noChangeAspect="1"/>
          </p:cNvPicPr>
          <p:nvPr/>
        </p:nvPicPr>
        <p:blipFill rotWithShape="1">
          <a:blip r:embed="rId6" cstate="email">
            <a:extLst>
              <a:ext uri="{28A0092B-C50C-407E-A947-70E740481C1C}">
                <a14:useLocalDpi xmlns:a14="http://schemas.microsoft.com/office/drawing/2010/main"/>
              </a:ext>
            </a:extLst>
          </a:blip>
          <a:srcRect/>
          <a:stretch/>
        </p:blipFill>
        <p:spPr>
          <a:xfrm>
            <a:off x="10294573" y="6491716"/>
            <a:ext cx="1197054" cy="198442"/>
          </a:xfrm>
          <a:prstGeom prst="rect">
            <a:avLst/>
          </a:prstGeom>
        </p:spPr>
      </p:pic>
      <p:sp>
        <p:nvSpPr>
          <p:cNvPr id="11" name="Title 1">
            <a:extLst>
              <a:ext uri="{FF2B5EF4-FFF2-40B4-BE49-F238E27FC236}">
                <a16:creationId xmlns:a16="http://schemas.microsoft.com/office/drawing/2014/main" id="{2419F900-E00F-40AF-9105-49B4B26BC53B}"/>
              </a:ext>
            </a:extLst>
          </p:cNvPr>
          <p:cNvSpPr>
            <a:spLocks noGrp="1"/>
          </p:cNvSpPr>
          <p:nvPr>
            <p:ph type="title" hasCustomPrompt="1"/>
          </p:nvPr>
        </p:nvSpPr>
        <p:spPr>
          <a:xfrm>
            <a:off x="478971" y="225177"/>
            <a:ext cx="11485488" cy="307777"/>
          </a:xfrm>
          <a:prstGeom prst="rect">
            <a:avLst/>
          </a:prstGeom>
        </p:spPr>
        <p:txBody>
          <a:bodyPr anchor="t"/>
          <a:lstStyle>
            <a:lvl1pPr>
              <a:defRPr sz="2000"/>
            </a:lvl1pPr>
          </a:lstStyle>
          <a:p>
            <a:r>
              <a:rPr lang="pt-BR"/>
              <a:t>Clique para editar o título Mestre</a:t>
            </a:r>
            <a:endParaRPr lang="en-US"/>
          </a:p>
        </p:txBody>
      </p:sp>
      <p:sp>
        <p:nvSpPr>
          <p:cNvPr id="12" name="Rectangle 6">
            <a:extLst>
              <a:ext uri="{FF2B5EF4-FFF2-40B4-BE49-F238E27FC236}">
                <a16:creationId xmlns:a16="http://schemas.microsoft.com/office/drawing/2014/main" id="{1814DADB-949A-40DB-B8C0-E552BCFF9540}"/>
              </a:ext>
            </a:extLst>
          </p:cNvPr>
          <p:cNvSpPr/>
          <p:nvPr/>
        </p:nvSpPr>
        <p:spPr>
          <a:xfrm>
            <a:off x="-11183" y="249036"/>
            <a:ext cx="414837" cy="260059"/>
          </a:xfrm>
          <a:prstGeom prst="rect">
            <a:avLst/>
          </a:prstGeom>
          <a:solidFill>
            <a:srgbClr val="020E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800"/>
          </a:p>
        </p:txBody>
      </p:sp>
    </p:spTree>
    <p:extLst>
      <p:ext uri="{BB962C8B-B14F-4D97-AF65-F5344CB8AC3E}">
        <p14:creationId xmlns:p14="http://schemas.microsoft.com/office/powerpoint/2010/main" val="605274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matchingName="4_Title Only">
  <p:cSld name="5_Title Only">
    <p:spTree>
      <p:nvGrpSpPr>
        <p:cNvPr id="1" name="Shape 35"/>
        <p:cNvGrpSpPr/>
        <p:nvPr/>
      </p:nvGrpSpPr>
      <p:grpSpPr>
        <a:xfrm>
          <a:off x="0" y="0"/>
          <a:ext cx="0" cy="0"/>
          <a:chOff x="0" y="0"/>
          <a:chExt cx="0" cy="0"/>
        </a:xfrm>
      </p:grpSpPr>
      <p:sp>
        <p:nvSpPr>
          <p:cNvPr id="36" name="Google Shape;36;p14"/>
          <p:cNvSpPr txBox="1">
            <a:spLocks noGrp="1"/>
          </p:cNvSpPr>
          <p:nvPr>
            <p:ph type="body" idx="1"/>
          </p:nvPr>
        </p:nvSpPr>
        <p:spPr>
          <a:xfrm>
            <a:off x="433389" y="6516592"/>
            <a:ext cx="9504000" cy="153888"/>
          </a:xfrm>
          <a:prstGeom prst="rect">
            <a:avLst/>
          </a:prstGeom>
          <a:noFill/>
          <a:ln>
            <a:noFill/>
          </a:ln>
        </p:spPr>
        <p:txBody>
          <a:bodyPr spcFirstLastPara="1" wrap="square" lIns="0" tIns="0" rIns="0" bIns="0" anchor="b" anchorCtr="0">
            <a:noAutofit/>
          </a:bodyPr>
          <a:lstStyle>
            <a:lvl1pPr marL="0" marR="0" lvl="0" indent="0" algn="l" rtl="0">
              <a:spcBef>
                <a:spcPts val="0"/>
              </a:spcBef>
              <a:spcAft>
                <a:spcPts val="0"/>
              </a:spcAft>
              <a:buClr>
                <a:schemeClr val="dk1"/>
              </a:buClr>
              <a:buSzPts val="900"/>
              <a:buFont typeface="Arial"/>
              <a:buNone/>
              <a:defRPr sz="900" b="0" i="0" u="none" strike="noStrike" cap="none">
                <a:solidFill>
                  <a:schemeClr val="dk1"/>
                </a:solidFill>
                <a:latin typeface="Arial"/>
                <a:ea typeface="Arial"/>
                <a:cs typeface="Arial"/>
                <a:sym typeface="Arial"/>
              </a:defRPr>
            </a:lvl1pPr>
            <a:lvl2pPr marL="914400" marR="0" lvl="1" indent="-228600" algn="l" rtl="0">
              <a:spcBef>
                <a:spcPts val="180"/>
              </a:spcBef>
              <a:spcAft>
                <a:spcPts val="0"/>
              </a:spcAft>
              <a:buClr>
                <a:schemeClr val="dk1"/>
              </a:buClr>
              <a:buSzPts val="900"/>
              <a:buFont typeface="Arial"/>
              <a:buNone/>
              <a:defRPr sz="900" b="0" i="0" u="none" strike="noStrike" cap="none">
                <a:solidFill>
                  <a:schemeClr val="dk1"/>
                </a:solidFill>
                <a:latin typeface="Arial"/>
                <a:ea typeface="Arial"/>
                <a:cs typeface="Arial"/>
                <a:sym typeface="Arial"/>
              </a:defRPr>
            </a:lvl2pPr>
            <a:lvl3pPr marL="1371600" marR="0" lvl="2" indent="-228600" algn="l" rtl="0">
              <a:spcBef>
                <a:spcPts val="180"/>
              </a:spcBef>
              <a:spcAft>
                <a:spcPts val="0"/>
              </a:spcAft>
              <a:buClr>
                <a:schemeClr val="dk1"/>
              </a:buClr>
              <a:buSzPts val="900"/>
              <a:buFont typeface="Arial"/>
              <a:buNone/>
              <a:defRPr sz="900" b="0" i="0" u="none" strike="noStrike" cap="none">
                <a:solidFill>
                  <a:schemeClr val="dk1"/>
                </a:solidFill>
                <a:latin typeface="Arial"/>
                <a:ea typeface="Arial"/>
                <a:cs typeface="Arial"/>
                <a:sym typeface="Arial"/>
              </a:defRPr>
            </a:lvl3pPr>
            <a:lvl4pPr marL="1828800" marR="0" lvl="3" indent="-228600" algn="l" rtl="0">
              <a:spcBef>
                <a:spcPts val="20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4pPr>
            <a:lvl5pPr marL="2286000" marR="0" lvl="4" indent="-228600" algn="l" rtl="0">
              <a:spcBef>
                <a:spcPts val="20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37" name="Google Shape;37;p14"/>
          <p:cNvSpPr txBox="1">
            <a:spLocks noGrp="1"/>
          </p:cNvSpPr>
          <p:nvPr>
            <p:ph type="title"/>
          </p:nvPr>
        </p:nvSpPr>
        <p:spPr>
          <a:xfrm>
            <a:off x="736979" y="312999"/>
            <a:ext cx="11227479" cy="307777"/>
          </a:xfrm>
          <a:prstGeom prst="rect">
            <a:avLst/>
          </a:prstGeom>
          <a:noFill/>
          <a:ln>
            <a:noFill/>
          </a:ln>
        </p:spPr>
        <p:txBody>
          <a:bodyPr spcFirstLastPara="1" wrap="square" lIns="0" tIns="0" rIns="0" bIns="0" anchor="t" anchorCtr="0">
            <a:spAutoFit/>
          </a:bodyPr>
          <a:lstStyle>
            <a:lvl1pPr lvl="0" algn="l">
              <a:spcBef>
                <a:spcPts val="0"/>
              </a:spcBef>
              <a:spcAft>
                <a:spcPts val="0"/>
              </a:spcAft>
              <a:buClr>
                <a:schemeClr val="dk2"/>
              </a:buClr>
              <a:buSzPts val="20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14"/>
          <p:cNvSpPr txBox="1"/>
          <p:nvPr/>
        </p:nvSpPr>
        <p:spPr>
          <a:xfrm>
            <a:off x="11762075" y="6525482"/>
            <a:ext cx="160294" cy="157014"/>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fld id="{00000000-1234-1234-1234-123412341234}" type="slidenum">
              <a:rPr lang="pt-BR" sz="1000" b="0" i="0" u="none" strike="noStrike" cap="none">
                <a:solidFill>
                  <a:schemeClr val="dk1"/>
                </a:solidFill>
                <a:latin typeface="Arial"/>
                <a:ea typeface="Arial"/>
                <a:cs typeface="Arial"/>
                <a:sym typeface="Arial"/>
              </a:rPr>
              <a:t>‹#›</a:t>
            </a:fld>
            <a:endParaRPr sz="1000" b="0" i="0" u="none" strike="noStrike" cap="none">
              <a:solidFill>
                <a:schemeClr val="dk1"/>
              </a:solidFill>
              <a:latin typeface="Arial"/>
              <a:ea typeface="Arial"/>
              <a:cs typeface="Arial"/>
              <a:sym typeface="Arial"/>
            </a:endParaRPr>
          </a:p>
        </p:txBody>
      </p:sp>
      <p:pic>
        <p:nvPicPr>
          <p:cNvPr id="39" name="Google Shape;39;p14"/>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0127705" y="6297334"/>
            <a:ext cx="1261440" cy="504000"/>
          </a:xfrm>
          <a:prstGeom prst="rect">
            <a:avLst/>
          </a:prstGeom>
          <a:noFill/>
          <a:ln>
            <a:noFill/>
          </a:ln>
        </p:spPr>
      </p:pic>
      <p:grpSp>
        <p:nvGrpSpPr>
          <p:cNvPr id="40" name="Google Shape;40;p14"/>
          <p:cNvGrpSpPr/>
          <p:nvPr/>
        </p:nvGrpSpPr>
        <p:grpSpPr>
          <a:xfrm>
            <a:off x="0" y="0"/>
            <a:ext cx="1169662" cy="1231900"/>
            <a:chOff x="497750" y="2991250"/>
            <a:chExt cx="946654" cy="997025"/>
          </a:xfrm>
        </p:grpSpPr>
        <p:sp>
          <p:nvSpPr>
            <p:cNvPr id="41" name="Google Shape;41;p14"/>
            <p:cNvSpPr/>
            <p:nvPr/>
          </p:nvSpPr>
          <p:spPr>
            <a:xfrm>
              <a:off x="497750" y="2994700"/>
              <a:ext cx="908975" cy="993575"/>
            </a:xfrm>
            <a:custGeom>
              <a:avLst/>
              <a:gdLst/>
              <a:ahLst/>
              <a:cxnLst/>
              <a:rect l="l" t="t" r="r" b="b"/>
              <a:pathLst>
                <a:path w="36359" h="39743" extrusionOk="0">
                  <a:moveTo>
                    <a:pt x="36359" y="0"/>
                  </a:moveTo>
                  <a:lnTo>
                    <a:pt x="36359" y="0"/>
                  </a:lnTo>
                  <a:cubicBezTo>
                    <a:pt x="18660" y="3018"/>
                    <a:pt x="6952" y="10976"/>
                    <a:pt x="1" y="17699"/>
                  </a:cubicBezTo>
                  <a:lnTo>
                    <a:pt x="1" y="39742"/>
                  </a:lnTo>
                  <a:cubicBezTo>
                    <a:pt x="1967" y="32013"/>
                    <a:pt x="9834" y="10473"/>
                    <a:pt x="36359"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42" name="Google Shape;42;p14"/>
            <p:cNvSpPr/>
            <p:nvPr/>
          </p:nvSpPr>
          <p:spPr>
            <a:xfrm>
              <a:off x="497750" y="2991250"/>
              <a:ext cx="946654" cy="454130"/>
            </a:xfrm>
            <a:custGeom>
              <a:avLst/>
              <a:gdLst/>
              <a:ahLst/>
              <a:cxnLst/>
              <a:rect l="l" t="t" r="r" b="b"/>
              <a:pathLst>
                <a:path w="37182" h="17837" extrusionOk="0">
                  <a:moveTo>
                    <a:pt x="1" y="1"/>
                  </a:moveTo>
                  <a:lnTo>
                    <a:pt x="1" y="17837"/>
                  </a:lnTo>
                  <a:cubicBezTo>
                    <a:pt x="6952" y="11114"/>
                    <a:pt x="18660" y="3156"/>
                    <a:pt x="36359" y="138"/>
                  </a:cubicBezTo>
                  <a:lnTo>
                    <a:pt x="37182"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grpSp>
      <p:pic>
        <p:nvPicPr>
          <p:cNvPr id="43" name="Google Shape;43;p14"/>
          <p:cNvPicPr preferRelativeResize="0"/>
          <p:nvPr/>
        </p:nvPicPr>
        <p:blipFill rotWithShape="1">
          <a:blip r:embed="rId3" cstate="email">
            <a:alphaModFix amt="20000"/>
            <a:extLst>
              <a:ext uri="{28A0092B-C50C-407E-A947-70E740481C1C}">
                <a14:useLocalDpi xmlns:a14="http://schemas.microsoft.com/office/drawing/2010/main"/>
              </a:ext>
            </a:extLst>
          </a:blip>
          <a:srcRect/>
          <a:stretch/>
        </p:blipFill>
        <p:spPr>
          <a:xfrm>
            <a:off x="6603889" y="740229"/>
            <a:ext cx="5588111" cy="6117771"/>
          </a:xfrm>
          <a:prstGeom prst="rect">
            <a:avLst/>
          </a:prstGeom>
          <a:noFill/>
          <a:ln>
            <a:noFill/>
          </a:ln>
        </p:spPr>
      </p:pic>
    </p:spTree>
    <p:extLst>
      <p:ext uri="{BB962C8B-B14F-4D97-AF65-F5344CB8AC3E}">
        <p14:creationId xmlns:p14="http://schemas.microsoft.com/office/powerpoint/2010/main" val="245538736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userDrawn="1">
  <p:cSld name="2_Title Only">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9E0980AA-BCE6-4E26-8843-3669C15888DB}"/>
              </a:ext>
            </a:extLst>
          </p:cNvPr>
          <p:cNvGraphicFramePr>
            <a:graphicFrameLocks noChangeAspect="1"/>
          </p:cNvGraphicFramePr>
          <p:nvPr userDrawn="1">
            <p:custDataLst>
              <p:tags r:id="rId1"/>
            </p:custDataLst>
            <p:extLst>
              <p:ext uri="{D42A27DB-BD31-4B8C-83A1-F6EECF244321}">
                <p14:modId xmlns:p14="http://schemas.microsoft.com/office/powerpoint/2010/main" val="661753353"/>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Slide do think-cell" r:id="rId4" imgW="493" imgH="493" progId="TCLayout.ActiveDocument.1">
                  <p:embed/>
                </p:oleObj>
              </mc:Choice>
              <mc:Fallback>
                <p:oleObj name="Slide do think-cell" r:id="rId4" imgW="493" imgH="493" progId="TCLayout.ActiveDocument.1">
                  <p:embed/>
                  <p:pic>
                    <p:nvPicPr>
                      <p:cNvPr id="10" name="Object 9" hidden="1">
                        <a:extLst>
                          <a:ext uri="{FF2B5EF4-FFF2-40B4-BE49-F238E27FC236}">
                            <a16:creationId xmlns:a16="http://schemas.microsoft.com/office/drawing/2014/main" id="{9E0980AA-BCE6-4E26-8843-3669C15888DB}"/>
                          </a:ext>
                        </a:extLst>
                      </p:cNvPr>
                      <p:cNvPicPr/>
                      <p:nvPr/>
                    </p:nvPicPr>
                    <p:blipFill>
                      <a:blip r:embed="rId5"/>
                      <a:stretch>
                        <a:fillRect/>
                      </a:stretch>
                    </p:blipFill>
                    <p:spPr>
                      <a:xfrm>
                        <a:off x="2118" y="1589"/>
                        <a:ext cx="2116" cy="1587"/>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4FE804D7-7F22-4628-B31E-2AE601C042B1}"/>
              </a:ext>
            </a:extLst>
          </p:cNvPr>
          <p:cNvSpPr/>
          <p:nvPr userDrawn="1">
            <p:custDataLst>
              <p:tags r:id="rId2"/>
            </p:custDataLst>
          </p:nvPr>
        </p:nvSpPr>
        <p:spPr>
          <a:xfrm>
            <a:off x="0" y="0"/>
            <a:ext cx="158750" cy="158750"/>
          </a:xfrm>
          <a:prstGeom prst="rect">
            <a:avLst/>
          </a:prstGeom>
          <a:solidFill>
            <a:schemeClr val="accent2"/>
          </a:solidFill>
          <a:ln w="19050">
            <a:solidFill>
              <a:schemeClr val="accent2"/>
            </a:solidFill>
            <a:miter lim="400000"/>
          </a:ln>
          <a:effectLst/>
        </p:spPr>
        <p:txBody>
          <a:bodyPr wrap="none" lIns="0" tIns="0" rIns="0" bIns="0" numCol="1" spcCol="0" rtlCol="0" anchor="ctr" anchorCtr="0">
            <a:noAutofit/>
          </a:bodyPr>
          <a:lstStyle/>
          <a:p>
            <a:pPr marL="0" lvl="0" indent="0" algn="l" rtl="0"/>
            <a:endParaRPr kumimoji="0" lang="pt-BR" sz="2000" b="1" i="0" u="none" cap="none" baseline="0">
              <a:solidFill>
                <a:schemeClr val="bg1"/>
              </a:solidFill>
              <a:latin typeface="Arial" panose="020B0604020202020204" pitchFamily="34" charset="0"/>
              <a:ea typeface="+mj-ea"/>
              <a:cs typeface="+mj-cs"/>
              <a:sym typeface="Arial" panose="020B0604020202020204" pitchFamily="34" charset="0"/>
            </a:endParaRPr>
          </a:p>
        </p:txBody>
      </p:sp>
      <p:sp>
        <p:nvSpPr>
          <p:cNvPr id="4" name="Text Placeholder 4"/>
          <p:cNvSpPr>
            <a:spLocks noGrp="1"/>
          </p:cNvSpPr>
          <p:nvPr>
            <p:ph type="body" sz="quarter" idx="14" hasCustomPrompt="1"/>
          </p:nvPr>
        </p:nvSpPr>
        <p:spPr>
          <a:xfrm>
            <a:off x="233257" y="6513466"/>
            <a:ext cx="9696000" cy="153888"/>
          </a:xfrm>
        </p:spPr>
        <p:txBody>
          <a:bodyPr wrap="square" lIns="0" tIns="0" rIns="0" bIns="0" anchor="b" anchorCtr="0"/>
          <a:lstStyle>
            <a:lvl1pPr marL="0" indent="0">
              <a:spcBef>
                <a:spcPts val="0"/>
              </a:spcBef>
              <a:buNone/>
              <a:defRPr lang="en-GB" sz="900" dirty="0"/>
            </a:lvl1pPr>
            <a:lvl2pPr marL="196850" indent="0">
              <a:buNone/>
              <a:defRPr sz="900"/>
            </a:lvl2pPr>
            <a:lvl3pPr marL="406400" indent="0">
              <a:buNone/>
              <a:defRPr sz="900"/>
            </a:lvl3pPr>
            <a:lvl4pPr marL="588962" indent="0">
              <a:buNone/>
              <a:defRPr sz="1000"/>
            </a:lvl4pPr>
            <a:lvl5pPr marL="817562" indent="0">
              <a:buNone/>
              <a:defRPr sz="1000"/>
            </a:lvl5pPr>
          </a:lstStyle>
          <a:p>
            <a:pPr lvl="0"/>
            <a:r>
              <a:rPr lang="pt-BR" sz="1000">
                <a:latin typeface="+mj-lt"/>
              </a:rPr>
              <a:t>Fonte:</a:t>
            </a:r>
          </a:p>
        </p:txBody>
      </p:sp>
      <p:sp>
        <p:nvSpPr>
          <p:cNvPr id="8" name="Slide Number">
            <a:extLst>
              <a:ext uri="{FF2B5EF4-FFF2-40B4-BE49-F238E27FC236}">
                <a16:creationId xmlns:a16="http://schemas.microsoft.com/office/drawing/2014/main" id="{BC1B471D-CDE1-49E8-87EA-DEB421217265}"/>
              </a:ext>
            </a:extLst>
          </p:cNvPr>
          <p:cNvSpPr txBox="1">
            <a:spLocks/>
          </p:cNvSpPr>
          <p:nvPr userDrawn="1"/>
        </p:nvSpPr>
        <p:spPr>
          <a:xfrm>
            <a:off x="11762075" y="6511903"/>
            <a:ext cx="160294" cy="157014"/>
          </a:xfrm>
          <a:prstGeom prst="rect">
            <a:avLst/>
          </a:prstGeom>
        </p:spPr>
        <p:txBody>
          <a:bodyPr vert="horz" wrap="none" lIns="0" tIns="0" rIns="0" bIns="0" rtlCol="0" anchor="ctr">
            <a:spAutoFit/>
          </a:bodyPr>
          <a:lstStyle>
            <a:defPPr>
              <a:defRPr lang="en-US"/>
            </a:defPPr>
            <a:lvl1pPr>
              <a:defRPr sz="1000" baseline="0">
                <a:latin typeface="+mn-lt"/>
              </a:defRPr>
            </a:lvl1pPr>
          </a:lstStyle>
          <a:p>
            <a:pPr lvl="0" algn="r"/>
            <a:fld id="{42C328C1-A84F-4A39-A664-DBA00541A8C6}" type="slidenum">
              <a:rPr lang="pt-BR" smtClean="0"/>
              <a:pPr lvl="0" algn="r"/>
              <a:t>‹#›</a:t>
            </a:fld>
            <a:endParaRPr lang="pt-BR"/>
          </a:p>
        </p:txBody>
      </p:sp>
      <p:pic>
        <p:nvPicPr>
          <p:cNvPr id="9" name="Imagem 6">
            <a:extLst>
              <a:ext uri="{FF2B5EF4-FFF2-40B4-BE49-F238E27FC236}">
                <a16:creationId xmlns:a16="http://schemas.microsoft.com/office/drawing/2014/main" id="{D6C5BF70-0885-40D6-A44D-BB0674E90AB3}"/>
              </a:ext>
            </a:extLst>
          </p:cNvPr>
          <p:cNvPicPr>
            <a:picLocks noChangeAspect="1"/>
          </p:cNvPicPr>
          <p:nvPr userDrawn="1"/>
        </p:nvPicPr>
        <p:blipFill rotWithShape="1">
          <a:blip r:embed="rId6" cstate="email">
            <a:extLst>
              <a:ext uri="{28A0092B-C50C-407E-A947-70E740481C1C}">
                <a14:useLocalDpi xmlns:a14="http://schemas.microsoft.com/office/drawing/2010/main"/>
              </a:ext>
            </a:extLst>
          </a:blip>
          <a:srcRect/>
          <a:stretch/>
        </p:blipFill>
        <p:spPr>
          <a:xfrm>
            <a:off x="10294573" y="6491716"/>
            <a:ext cx="1197054" cy="198442"/>
          </a:xfrm>
          <a:prstGeom prst="rect">
            <a:avLst/>
          </a:prstGeom>
        </p:spPr>
      </p:pic>
      <p:sp>
        <p:nvSpPr>
          <p:cNvPr id="11" name="Title 1">
            <a:extLst>
              <a:ext uri="{FF2B5EF4-FFF2-40B4-BE49-F238E27FC236}">
                <a16:creationId xmlns:a16="http://schemas.microsoft.com/office/drawing/2014/main" id="{2419F900-E00F-40AF-9105-49B4B26BC53B}"/>
              </a:ext>
            </a:extLst>
          </p:cNvPr>
          <p:cNvSpPr>
            <a:spLocks noGrp="1"/>
          </p:cNvSpPr>
          <p:nvPr>
            <p:ph type="title" hasCustomPrompt="1"/>
          </p:nvPr>
        </p:nvSpPr>
        <p:spPr>
          <a:xfrm>
            <a:off x="478971" y="225177"/>
            <a:ext cx="11485488" cy="307777"/>
          </a:xfrm>
          <a:prstGeom prst="rect">
            <a:avLst/>
          </a:prstGeom>
        </p:spPr>
        <p:txBody>
          <a:bodyPr anchor="t"/>
          <a:lstStyle>
            <a:lvl1pPr>
              <a:defRPr sz="2000"/>
            </a:lvl1pPr>
          </a:lstStyle>
          <a:p>
            <a:r>
              <a:rPr lang="pt-BR"/>
              <a:t>Clique para editar o título Mestre</a:t>
            </a:r>
            <a:endParaRPr lang="en-US"/>
          </a:p>
        </p:txBody>
      </p:sp>
      <p:sp>
        <p:nvSpPr>
          <p:cNvPr id="12" name="Rectangle 6">
            <a:extLst>
              <a:ext uri="{FF2B5EF4-FFF2-40B4-BE49-F238E27FC236}">
                <a16:creationId xmlns:a16="http://schemas.microsoft.com/office/drawing/2014/main" id="{1814DADB-949A-40DB-B8C0-E552BCFF9540}"/>
              </a:ext>
            </a:extLst>
          </p:cNvPr>
          <p:cNvSpPr/>
          <p:nvPr userDrawn="1"/>
        </p:nvSpPr>
        <p:spPr>
          <a:xfrm>
            <a:off x="-11183" y="249036"/>
            <a:ext cx="414837" cy="260059"/>
          </a:xfrm>
          <a:prstGeom prst="rect">
            <a:avLst/>
          </a:prstGeom>
          <a:solidFill>
            <a:srgbClr val="020E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800"/>
          </a:p>
        </p:txBody>
      </p:sp>
    </p:spTree>
    <p:extLst>
      <p:ext uri="{BB962C8B-B14F-4D97-AF65-F5344CB8AC3E}">
        <p14:creationId xmlns:p14="http://schemas.microsoft.com/office/powerpoint/2010/main" val="2935751086"/>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userDrawn="1">
  <p:cSld name="3_Title Only">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9E0980AA-BCE6-4E26-8843-3669C15888DB}"/>
              </a:ext>
            </a:extLst>
          </p:cNvPr>
          <p:cNvGraphicFramePr>
            <a:graphicFrameLocks noChangeAspect="1"/>
          </p:cNvGraphicFramePr>
          <p:nvPr userDrawn="1">
            <p:custDataLst>
              <p:tags r:id="rId1"/>
            </p:custDataLst>
            <p:extLst>
              <p:ext uri="{D42A27DB-BD31-4B8C-83A1-F6EECF244321}">
                <p14:modId xmlns:p14="http://schemas.microsoft.com/office/powerpoint/2010/main" val="4131290074"/>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Slide do think-cell" r:id="rId4" imgW="493" imgH="493" progId="TCLayout.ActiveDocument.1">
                  <p:embed/>
                </p:oleObj>
              </mc:Choice>
              <mc:Fallback>
                <p:oleObj name="Slide do think-cell" r:id="rId4" imgW="493" imgH="493" progId="TCLayout.ActiveDocument.1">
                  <p:embed/>
                  <p:pic>
                    <p:nvPicPr>
                      <p:cNvPr id="10" name="Object 9" hidden="1">
                        <a:extLst>
                          <a:ext uri="{FF2B5EF4-FFF2-40B4-BE49-F238E27FC236}">
                            <a16:creationId xmlns:a16="http://schemas.microsoft.com/office/drawing/2014/main" id="{9E0980AA-BCE6-4E26-8843-3669C15888DB}"/>
                          </a:ext>
                        </a:extLst>
                      </p:cNvPr>
                      <p:cNvPicPr/>
                      <p:nvPr/>
                    </p:nvPicPr>
                    <p:blipFill>
                      <a:blip r:embed="rId5"/>
                      <a:stretch>
                        <a:fillRect/>
                      </a:stretch>
                    </p:blipFill>
                    <p:spPr>
                      <a:xfrm>
                        <a:off x="2118" y="1589"/>
                        <a:ext cx="2116" cy="1587"/>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4FE804D7-7F22-4628-B31E-2AE601C042B1}"/>
              </a:ext>
            </a:extLst>
          </p:cNvPr>
          <p:cNvSpPr/>
          <p:nvPr userDrawn="1">
            <p:custDataLst>
              <p:tags r:id="rId2"/>
            </p:custDataLst>
          </p:nvPr>
        </p:nvSpPr>
        <p:spPr>
          <a:xfrm>
            <a:off x="0" y="0"/>
            <a:ext cx="158750" cy="158750"/>
          </a:xfrm>
          <a:prstGeom prst="rect">
            <a:avLst/>
          </a:prstGeom>
          <a:solidFill>
            <a:schemeClr val="accent2"/>
          </a:solidFill>
          <a:ln w="19050">
            <a:solidFill>
              <a:schemeClr val="accent2"/>
            </a:solidFill>
            <a:miter lim="400000"/>
          </a:ln>
          <a:effectLst/>
        </p:spPr>
        <p:txBody>
          <a:bodyPr wrap="none" lIns="0" tIns="0" rIns="0" bIns="0" numCol="1" spcCol="0" rtlCol="0" anchor="ctr" anchorCtr="0">
            <a:noAutofit/>
          </a:bodyPr>
          <a:lstStyle/>
          <a:p>
            <a:pPr marL="0" lvl="0" indent="0" algn="l" rtl="0"/>
            <a:endParaRPr lang="pt-BR" sz="20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15" name="Text Placeholder 4">
            <a:extLst>
              <a:ext uri="{FF2B5EF4-FFF2-40B4-BE49-F238E27FC236}">
                <a16:creationId xmlns:a16="http://schemas.microsoft.com/office/drawing/2014/main" id="{4D58CFF8-ACA3-4B4C-B885-F8FFA999EDCD}"/>
              </a:ext>
            </a:extLst>
          </p:cNvPr>
          <p:cNvSpPr>
            <a:spLocks noGrp="1"/>
          </p:cNvSpPr>
          <p:nvPr>
            <p:ph type="body" sz="quarter" idx="14" hasCustomPrompt="1"/>
          </p:nvPr>
        </p:nvSpPr>
        <p:spPr>
          <a:xfrm>
            <a:off x="233257" y="6538951"/>
            <a:ext cx="9696000" cy="153888"/>
          </a:xfrm>
          <a:prstGeom prst="rect">
            <a:avLst/>
          </a:prstGeom>
        </p:spPr>
        <p:txBody>
          <a:bodyPr wrap="square" lIns="0" tIns="0" rIns="0" bIns="0" anchor="b" anchorCtr="0">
            <a:spAutoFit/>
          </a:bodyPr>
          <a:lstStyle>
            <a:lvl1pPr marL="0" indent="0" rtl="0">
              <a:spcBef>
                <a:spcPts val="0"/>
              </a:spcBef>
              <a:buNone/>
              <a:defRPr lang="en-GB" sz="900" dirty="0"/>
            </a:lvl1pPr>
            <a:lvl2pPr marL="196850" indent="0">
              <a:buNone/>
              <a:defRPr sz="900"/>
            </a:lvl2pPr>
            <a:lvl3pPr marL="406400" indent="0">
              <a:buNone/>
              <a:defRPr sz="900"/>
            </a:lvl3pPr>
            <a:lvl4pPr marL="588962" indent="0">
              <a:buNone/>
              <a:defRPr sz="1000"/>
            </a:lvl4pPr>
            <a:lvl5pPr marL="817562" indent="0">
              <a:buNone/>
              <a:defRPr sz="1000"/>
            </a:lvl5pPr>
          </a:lstStyle>
          <a:p>
            <a:pPr lvl="0"/>
            <a:r>
              <a:rPr lang="pt-BR" sz="1000">
                <a:latin typeface="+mj-lt"/>
              </a:rPr>
              <a:t>Fonte:</a:t>
            </a:r>
          </a:p>
        </p:txBody>
      </p:sp>
      <p:sp>
        <p:nvSpPr>
          <p:cNvPr id="16" name="Slide Number">
            <a:extLst>
              <a:ext uri="{FF2B5EF4-FFF2-40B4-BE49-F238E27FC236}">
                <a16:creationId xmlns:a16="http://schemas.microsoft.com/office/drawing/2014/main" id="{355846C6-98C3-4810-96FF-AE45CA213311}"/>
              </a:ext>
            </a:extLst>
          </p:cNvPr>
          <p:cNvSpPr txBox="1">
            <a:spLocks/>
          </p:cNvSpPr>
          <p:nvPr userDrawn="1"/>
        </p:nvSpPr>
        <p:spPr>
          <a:xfrm>
            <a:off x="11762075" y="6511903"/>
            <a:ext cx="160294" cy="157014"/>
          </a:xfrm>
          <a:prstGeom prst="rect">
            <a:avLst/>
          </a:prstGeom>
        </p:spPr>
        <p:txBody>
          <a:bodyPr vert="horz" wrap="none" lIns="0" tIns="0" rIns="0" bIns="0" rtlCol="0" anchor="ctr">
            <a:spAutoFit/>
          </a:bodyPr>
          <a:lstStyle>
            <a:defPPr>
              <a:defRPr lang="en-US"/>
            </a:defPPr>
            <a:lvl1pPr>
              <a:defRPr sz="1000" baseline="0">
                <a:latin typeface="+mn-lt"/>
              </a:defRPr>
            </a:lvl1pPr>
          </a:lstStyle>
          <a:p>
            <a:pPr lvl="0" algn="r" rtl="0"/>
            <a:fld id="{42C328C1-A84F-4A39-A664-DBA00541A8C6}" type="slidenum">
              <a:rPr lang="pt-BR" smtClean="0"/>
              <a:pPr lvl="0" algn="r" rtl="0"/>
              <a:t>‹#›</a:t>
            </a:fld>
            <a:endParaRPr lang="pt-BR"/>
          </a:p>
        </p:txBody>
      </p:sp>
      <p:sp>
        <p:nvSpPr>
          <p:cNvPr id="19" name="Rectangle 6">
            <a:extLst>
              <a:ext uri="{FF2B5EF4-FFF2-40B4-BE49-F238E27FC236}">
                <a16:creationId xmlns:a16="http://schemas.microsoft.com/office/drawing/2014/main" id="{7FC32470-7762-438C-AD7D-1F9E91937786}"/>
              </a:ext>
            </a:extLst>
          </p:cNvPr>
          <p:cNvSpPr/>
          <p:nvPr userDrawn="1"/>
        </p:nvSpPr>
        <p:spPr>
          <a:xfrm>
            <a:off x="-11183" y="249036"/>
            <a:ext cx="414837" cy="260059"/>
          </a:xfrm>
          <a:prstGeom prst="rect">
            <a:avLst/>
          </a:prstGeom>
          <a:solidFill>
            <a:srgbClr val="020E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pt-BR" sz="1800"/>
          </a:p>
        </p:txBody>
      </p:sp>
      <p:sp>
        <p:nvSpPr>
          <p:cNvPr id="20" name="Title 1">
            <a:extLst>
              <a:ext uri="{FF2B5EF4-FFF2-40B4-BE49-F238E27FC236}">
                <a16:creationId xmlns:a16="http://schemas.microsoft.com/office/drawing/2014/main" id="{280636D2-616F-4FA0-8C27-53D866336897}"/>
              </a:ext>
            </a:extLst>
          </p:cNvPr>
          <p:cNvSpPr>
            <a:spLocks noGrp="1"/>
          </p:cNvSpPr>
          <p:nvPr>
            <p:ph type="title" hasCustomPrompt="1"/>
          </p:nvPr>
        </p:nvSpPr>
        <p:spPr>
          <a:xfrm>
            <a:off x="478971" y="225177"/>
            <a:ext cx="11485488" cy="307777"/>
          </a:xfrm>
          <a:prstGeom prst="rect">
            <a:avLst/>
          </a:prstGeom>
        </p:spPr>
        <p:txBody>
          <a:bodyPr vert="horz" lIns="0" tIns="0" rIns="0" bIns="0" anchor="t">
            <a:spAutoFit/>
          </a:bodyPr>
          <a:lstStyle>
            <a:lvl1pPr rtl="0">
              <a:defRPr sz="2000"/>
            </a:lvl1pPr>
          </a:lstStyle>
          <a:p>
            <a:r>
              <a:rPr lang="pt-BR"/>
              <a:t>Clique para editar o título Mestre</a:t>
            </a:r>
          </a:p>
        </p:txBody>
      </p:sp>
      <p:pic>
        <p:nvPicPr>
          <p:cNvPr id="2" name="Picture 18">
            <a:extLst>
              <a:ext uri="{FF2B5EF4-FFF2-40B4-BE49-F238E27FC236}">
                <a16:creationId xmlns:a16="http://schemas.microsoft.com/office/drawing/2014/main" id="{4B7CED1A-7D94-1A32-65E9-9B8FDB5E3371}"/>
              </a:ext>
            </a:extLst>
          </p:cNvPr>
          <p:cNvPicPr>
            <a:picLocks noChangeAspect="1"/>
          </p:cNvPicPr>
          <p:nvPr userDrawn="1"/>
        </p:nvPicPr>
        <p:blipFill rotWithShape="1">
          <a:blip r:embed="rId6" cstate="email">
            <a:extLst>
              <a:ext uri="{28A0092B-C50C-407E-A947-70E740481C1C}">
                <a14:useLocalDpi xmlns:a14="http://schemas.microsoft.com/office/drawing/2010/main"/>
              </a:ext>
            </a:extLst>
          </a:blip>
          <a:srcRect/>
          <a:stretch/>
        </p:blipFill>
        <p:spPr>
          <a:xfrm>
            <a:off x="10229615" y="6520944"/>
            <a:ext cx="1226822" cy="166090"/>
          </a:xfrm>
          <a:prstGeom prst="rect">
            <a:avLst/>
          </a:prstGeom>
        </p:spPr>
      </p:pic>
    </p:spTree>
    <p:extLst>
      <p:ext uri="{BB962C8B-B14F-4D97-AF65-F5344CB8AC3E}">
        <p14:creationId xmlns:p14="http://schemas.microsoft.com/office/powerpoint/2010/main" val="3185423600"/>
      </p:ext>
    </p:extLst>
  </p:cSld>
  <p:clrMapOvr>
    <a:masterClrMapping/>
  </p:clrMapOvr>
  <p:extLst>
    <p:ext uri="{DCECCB84-F9BA-43D5-87BE-67443E8EF086}">
      <p15:sldGuideLst xmlns:p15="http://schemas.microsoft.com/office/powerpoint/2012/main"/>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userDrawn="1">
  <p:cSld name="1_Título e Conteúdo">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17EF4A67-21EE-AE15-58A1-2CA28B93C90E}"/>
              </a:ext>
            </a:extLst>
          </p:cNvPr>
          <p:cNvGraphicFramePr>
            <a:graphicFrameLocks noChangeAspect="1"/>
          </p:cNvGraphicFramePr>
          <p:nvPr userDrawn="1">
            <p:custDataLst>
              <p:tags r:id="rId1"/>
            </p:custDataLst>
            <p:extLst>
              <p:ext uri="{D42A27DB-BD31-4B8C-83A1-F6EECF244321}">
                <p14:modId xmlns:p14="http://schemas.microsoft.com/office/powerpoint/2010/main" val="213423285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Slide do think-cell" r:id="rId3" imgW="493" imgH="493" progId="TCLayout.ActiveDocument.1">
                  <p:embed/>
                </p:oleObj>
              </mc:Choice>
              <mc:Fallback>
                <p:oleObj name="Slide do think-cell" r:id="rId3" imgW="493" imgH="493" progId="TCLayout.ActiveDocument.1">
                  <p:embed/>
                  <p:pic>
                    <p:nvPicPr>
                      <p:cNvPr id="6" name="Object 5" hidden="1">
                        <a:extLst>
                          <a:ext uri="{FF2B5EF4-FFF2-40B4-BE49-F238E27FC236}">
                            <a16:creationId xmlns:a16="http://schemas.microsoft.com/office/drawing/2014/main" id="{17EF4A67-21EE-AE15-58A1-2CA28B93C90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5" name="Imagem 6">
            <a:extLst>
              <a:ext uri="{FF2B5EF4-FFF2-40B4-BE49-F238E27FC236}">
                <a16:creationId xmlns:a16="http://schemas.microsoft.com/office/drawing/2014/main" id="{48493773-847A-6794-0EDF-465C9C07F061}"/>
              </a:ext>
            </a:extLst>
          </p:cNvPr>
          <p:cNvPicPr>
            <a:picLocks noChangeAspect="1"/>
          </p:cNvPicPr>
          <p:nvPr userDrawn="1"/>
        </p:nvPicPr>
        <p:blipFill rotWithShape="1">
          <a:blip r:embed="rId5" cstate="email">
            <a:extLst>
              <a:ext uri="{28A0092B-C50C-407E-A947-70E740481C1C}">
                <a14:useLocalDpi xmlns:a14="http://schemas.microsoft.com/office/drawing/2010/main"/>
              </a:ext>
            </a:extLst>
          </a:blip>
          <a:srcRect/>
          <a:stretch/>
        </p:blipFill>
        <p:spPr>
          <a:xfrm>
            <a:off x="10294573" y="6491716"/>
            <a:ext cx="1197054" cy="198442"/>
          </a:xfrm>
          <a:prstGeom prst="rect">
            <a:avLst/>
          </a:prstGeom>
        </p:spPr>
      </p:pic>
      <p:sp>
        <p:nvSpPr>
          <p:cNvPr id="7" name="Text Placeholder 4">
            <a:extLst>
              <a:ext uri="{FF2B5EF4-FFF2-40B4-BE49-F238E27FC236}">
                <a16:creationId xmlns:a16="http://schemas.microsoft.com/office/drawing/2014/main" id="{A73E1A5F-4AC7-5D45-AFDA-F76FFF0D46C3}"/>
              </a:ext>
            </a:extLst>
          </p:cNvPr>
          <p:cNvSpPr>
            <a:spLocks noGrp="1"/>
          </p:cNvSpPr>
          <p:nvPr>
            <p:ph type="body" sz="quarter" idx="15" hasCustomPrompt="1"/>
          </p:nvPr>
        </p:nvSpPr>
        <p:spPr>
          <a:xfrm>
            <a:off x="433389" y="6516592"/>
            <a:ext cx="9504000" cy="153888"/>
          </a:xfrm>
          <a:prstGeom prst="rect">
            <a:avLst/>
          </a:prstGeom>
        </p:spPr>
        <p:txBody>
          <a:bodyPr wrap="square" lIns="0" tIns="0" rIns="0" bIns="0" anchor="b" anchorCtr="0"/>
          <a:lstStyle>
            <a:lvl1pPr marL="0" indent="0" rtl="0">
              <a:spcBef>
                <a:spcPts val="0"/>
              </a:spcBef>
              <a:buNone/>
              <a:defRPr lang="en-GB" sz="900" dirty="0">
                <a:latin typeface="+mj-lt"/>
                <a:ea typeface="Roboto" pitchFamily="2" charset="0"/>
              </a:defRPr>
            </a:lvl1pPr>
            <a:lvl2pPr marL="196850" indent="0">
              <a:buNone/>
              <a:defRPr sz="900"/>
            </a:lvl2pPr>
            <a:lvl3pPr marL="406400" indent="0">
              <a:buNone/>
              <a:defRPr sz="900"/>
            </a:lvl3pPr>
            <a:lvl4pPr marL="588962" indent="0">
              <a:buNone/>
              <a:defRPr sz="1000"/>
            </a:lvl4pPr>
            <a:lvl5pPr marL="817562" indent="0">
              <a:buNone/>
              <a:defRPr sz="1000"/>
            </a:lvl5pPr>
          </a:lstStyle>
          <a:p>
            <a:pPr lvl="0"/>
            <a:r>
              <a:rPr lang="pt-BR" sz="1000">
                <a:latin typeface="+mj-lt"/>
              </a:rPr>
              <a:t>Fonte:</a:t>
            </a:r>
          </a:p>
        </p:txBody>
      </p:sp>
      <p:sp>
        <p:nvSpPr>
          <p:cNvPr id="8" name="Title 1">
            <a:extLst>
              <a:ext uri="{FF2B5EF4-FFF2-40B4-BE49-F238E27FC236}">
                <a16:creationId xmlns:a16="http://schemas.microsoft.com/office/drawing/2014/main" id="{AEC40433-4E3D-5C31-3851-513C0C76AD4E}"/>
              </a:ext>
            </a:extLst>
          </p:cNvPr>
          <p:cNvSpPr>
            <a:spLocks noGrp="1"/>
          </p:cNvSpPr>
          <p:nvPr>
            <p:ph type="title" hasCustomPrompt="1"/>
          </p:nvPr>
        </p:nvSpPr>
        <p:spPr>
          <a:xfrm>
            <a:off x="736979" y="312999"/>
            <a:ext cx="11227479" cy="307777"/>
          </a:xfrm>
          <a:prstGeom prst="rect">
            <a:avLst/>
          </a:prstGeom>
        </p:spPr>
        <p:txBody>
          <a:bodyPr vert="horz" lIns="0" tIns="0" rIns="0" bIns="0" rtlCol="0" anchor="t" anchorCtr="0">
            <a:spAutoFit/>
          </a:bodyPr>
          <a:lstStyle>
            <a:lvl1pPr rtl="0">
              <a:defRPr lang="en-US" dirty="0"/>
            </a:lvl1pPr>
          </a:lstStyle>
          <a:p>
            <a:pPr marL="0" lvl="0"/>
            <a:r>
              <a:rPr lang="pt-BR"/>
              <a:t>Clique para editar o título Mestre</a:t>
            </a:r>
          </a:p>
        </p:txBody>
      </p:sp>
      <p:sp>
        <p:nvSpPr>
          <p:cNvPr id="9" name="Slide Number">
            <a:extLst>
              <a:ext uri="{FF2B5EF4-FFF2-40B4-BE49-F238E27FC236}">
                <a16:creationId xmlns:a16="http://schemas.microsoft.com/office/drawing/2014/main" id="{E1A927C0-72F7-F3A0-DD5D-4E83803657CC}"/>
              </a:ext>
            </a:extLst>
          </p:cNvPr>
          <p:cNvSpPr txBox="1">
            <a:spLocks/>
          </p:cNvSpPr>
          <p:nvPr userDrawn="1"/>
        </p:nvSpPr>
        <p:spPr>
          <a:xfrm>
            <a:off x="11762075" y="6525482"/>
            <a:ext cx="160294" cy="157014"/>
          </a:xfrm>
          <a:prstGeom prst="rect">
            <a:avLst/>
          </a:prstGeom>
        </p:spPr>
        <p:txBody>
          <a:bodyPr vert="horz" wrap="none" lIns="0" tIns="0" rIns="0" bIns="0" rtlCol="0" anchor="ctr">
            <a:spAutoFit/>
          </a:bodyPr>
          <a:lstStyle>
            <a:defPPr>
              <a:defRPr lang="en-US"/>
            </a:defPPr>
            <a:lvl1pPr>
              <a:defRPr sz="1000" baseline="0">
                <a:latin typeface="+mn-lt"/>
              </a:defRPr>
            </a:lvl1pPr>
          </a:lstStyle>
          <a:p>
            <a:pPr lvl="0" algn="r" rtl="0"/>
            <a:fld id="{42C328C1-A84F-4A39-A664-DBA00541A8C6}" type="slidenum">
              <a:rPr lang="pt-BR" smtClean="0">
                <a:latin typeface="+mj-lt"/>
                <a:ea typeface="Roboto" pitchFamily="2" charset="0"/>
              </a:rPr>
              <a:pPr lvl="0" algn="r" rtl="0"/>
              <a:t>‹#›</a:t>
            </a:fld>
            <a:endParaRPr lang="pt-BR">
              <a:latin typeface="+mj-lt"/>
              <a:ea typeface="Roboto" pitchFamily="2" charset="0"/>
            </a:endParaRPr>
          </a:p>
        </p:txBody>
      </p:sp>
    </p:spTree>
    <p:extLst>
      <p:ext uri="{BB962C8B-B14F-4D97-AF65-F5344CB8AC3E}">
        <p14:creationId xmlns:p14="http://schemas.microsoft.com/office/powerpoint/2010/main" val="2991408617"/>
      </p:ext>
    </p:extLst>
  </p:cSld>
  <p:clrMapOvr>
    <a:masterClrMapping/>
  </p:clrMapOvr>
  <p:extLst>
    <p:ext uri="{DCECCB84-F9BA-43D5-87BE-67443E8EF086}">
      <p15:sldGuideLst xmlns:p15="http://schemas.microsoft.com/office/powerpoint/2012/main"/>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9E0980AA-BCE6-4E26-8843-3669C15888DB}"/>
              </a:ext>
            </a:extLst>
          </p:cNvPr>
          <p:cNvGraphicFramePr>
            <a:graphicFrameLocks noChangeAspect="1"/>
          </p:cNvGraphicFramePr>
          <p:nvPr userDrawn="1">
            <p:custDataLst>
              <p:tags r:id="rId1"/>
            </p:custDataLst>
            <p:extLst>
              <p:ext uri="{D42A27DB-BD31-4B8C-83A1-F6EECF244321}">
                <p14:modId xmlns:p14="http://schemas.microsoft.com/office/powerpoint/2010/main" val="353330136"/>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Slide do think-cell" r:id="rId4" imgW="493" imgH="493" progId="TCLayout.ActiveDocument.1">
                  <p:embed/>
                </p:oleObj>
              </mc:Choice>
              <mc:Fallback>
                <p:oleObj name="Slide do think-cell" r:id="rId4" imgW="493" imgH="493" progId="TCLayout.ActiveDocument.1">
                  <p:embed/>
                  <p:pic>
                    <p:nvPicPr>
                      <p:cNvPr id="10" name="Object 9" hidden="1">
                        <a:extLst>
                          <a:ext uri="{FF2B5EF4-FFF2-40B4-BE49-F238E27FC236}">
                            <a16:creationId xmlns:a16="http://schemas.microsoft.com/office/drawing/2014/main" id="{9E0980AA-BCE6-4E26-8843-3669C15888DB}"/>
                          </a:ext>
                        </a:extLst>
                      </p:cNvPr>
                      <p:cNvPicPr/>
                      <p:nvPr/>
                    </p:nvPicPr>
                    <p:blipFill>
                      <a:blip r:embed="rId5"/>
                      <a:stretch>
                        <a:fillRect/>
                      </a:stretch>
                    </p:blipFill>
                    <p:spPr>
                      <a:xfrm>
                        <a:off x="2118" y="1589"/>
                        <a:ext cx="2116" cy="1587"/>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4FE804D7-7F22-4628-B31E-2AE601C042B1}"/>
              </a:ext>
            </a:extLst>
          </p:cNvPr>
          <p:cNvSpPr/>
          <p:nvPr userDrawn="1">
            <p:custDataLst>
              <p:tags r:id="rId2"/>
            </p:custDataLst>
          </p:nvPr>
        </p:nvSpPr>
        <p:spPr>
          <a:xfrm>
            <a:off x="0" y="0"/>
            <a:ext cx="158750" cy="158750"/>
          </a:xfrm>
          <a:prstGeom prst="rect">
            <a:avLst/>
          </a:prstGeom>
          <a:solidFill>
            <a:schemeClr val="accent2"/>
          </a:solidFill>
          <a:ln w="19050">
            <a:solidFill>
              <a:schemeClr val="accent2"/>
            </a:solidFill>
            <a:miter lim="400000"/>
          </a:ln>
          <a:effectLst/>
        </p:spPr>
        <p:txBody>
          <a:bodyPr wrap="none" lIns="0" tIns="0" rIns="0" bIns="0" numCol="1" spcCol="0" rtlCol="0" anchor="ctr" anchorCtr="0">
            <a:noAutofit/>
          </a:bodyPr>
          <a:lstStyle/>
          <a:p>
            <a:pPr marL="0" lvl="0" indent="0" algn="l" rtl="0"/>
            <a:endParaRPr kumimoji="0" lang="pt-BR" sz="2000" b="1" i="0" u="none" cap="none" baseline="0">
              <a:solidFill>
                <a:schemeClr val="bg1"/>
              </a:solidFill>
              <a:latin typeface="Arial" panose="020B0604020202020204" pitchFamily="34" charset="0"/>
              <a:ea typeface="+mj-ea"/>
              <a:cs typeface="+mj-cs"/>
              <a:sym typeface="Arial" panose="020B0604020202020204" pitchFamily="34" charset="0"/>
            </a:endParaRPr>
          </a:p>
        </p:txBody>
      </p:sp>
      <p:sp>
        <p:nvSpPr>
          <p:cNvPr id="4" name="Text Placeholder 4"/>
          <p:cNvSpPr>
            <a:spLocks noGrp="1"/>
          </p:cNvSpPr>
          <p:nvPr>
            <p:ph type="body" sz="quarter" idx="14" hasCustomPrompt="1"/>
          </p:nvPr>
        </p:nvSpPr>
        <p:spPr>
          <a:xfrm>
            <a:off x="233257" y="6513466"/>
            <a:ext cx="9696000" cy="153888"/>
          </a:xfrm>
        </p:spPr>
        <p:txBody>
          <a:bodyPr wrap="square" lIns="0" tIns="0" rIns="0" bIns="0" anchor="b" anchorCtr="0"/>
          <a:lstStyle>
            <a:lvl1pPr marL="0" indent="0" rtl="0">
              <a:spcBef>
                <a:spcPts val="0"/>
              </a:spcBef>
              <a:buNone/>
              <a:defRPr lang="en-GB" sz="900" dirty="0"/>
            </a:lvl1pPr>
            <a:lvl2pPr marL="196850" indent="0">
              <a:buNone/>
              <a:defRPr sz="900"/>
            </a:lvl2pPr>
            <a:lvl3pPr marL="406400" indent="0">
              <a:buNone/>
              <a:defRPr sz="900"/>
            </a:lvl3pPr>
            <a:lvl4pPr marL="588962" indent="0">
              <a:buNone/>
              <a:defRPr sz="1000"/>
            </a:lvl4pPr>
            <a:lvl5pPr marL="817562" indent="0">
              <a:buNone/>
              <a:defRPr sz="1000"/>
            </a:lvl5pPr>
          </a:lstStyle>
          <a:p>
            <a:pPr lvl="0"/>
            <a:r>
              <a:rPr lang="pt-BR" sz="1000">
                <a:latin typeface="+mj-lt"/>
              </a:rPr>
              <a:t>Fonte:</a:t>
            </a:r>
          </a:p>
        </p:txBody>
      </p:sp>
      <p:sp>
        <p:nvSpPr>
          <p:cNvPr id="8" name="Slide Number">
            <a:extLst>
              <a:ext uri="{FF2B5EF4-FFF2-40B4-BE49-F238E27FC236}">
                <a16:creationId xmlns:a16="http://schemas.microsoft.com/office/drawing/2014/main" id="{BC1B471D-CDE1-49E8-87EA-DEB421217265}"/>
              </a:ext>
            </a:extLst>
          </p:cNvPr>
          <p:cNvSpPr txBox="1">
            <a:spLocks/>
          </p:cNvSpPr>
          <p:nvPr userDrawn="1"/>
        </p:nvSpPr>
        <p:spPr>
          <a:xfrm>
            <a:off x="11718787" y="6513466"/>
            <a:ext cx="203582" cy="153888"/>
          </a:xfrm>
          <a:prstGeom prst="rect">
            <a:avLst/>
          </a:prstGeom>
        </p:spPr>
        <p:txBody>
          <a:bodyPr vert="horz" wrap="none" lIns="0" tIns="0" rIns="0" bIns="0" rtlCol="0" anchor="ctr">
            <a:spAutoFit/>
          </a:bodyPr>
          <a:lstStyle>
            <a:defPPr>
              <a:defRPr lang="en-US"/>
            </a:defPPr>
            <a:lvl1pPr>
              <a:defRPr sz="1000" baseline="0">
                <a:latin typeface="+mn-lt"/>
              </a:defRPr>
            </a:lvl1pPr>
          </a:lstStyle>
          <a:p>
            <a:pPr lvl="0" algn="r" rtl="0"/>
            <a:fld id="{42C328C1-A84F-4A39-A664-DBA00541A8C6}" type="slidenum">
              <a:rPr lang="pt-BR" smtClean="0"/>
              <a:pPr lvl="0" algn="r" rtl="0"/>
              <a:t>‹#›</a:t>
            </a:fld>
            <a:endParaRPr lang="pt-BR"/>
          </a:p>
        </p:txBody>
      </p:sp>
      <p:pic>
        <p:nvPicPr>
          <p:cNvPr id="9" name="Imagem 6">
            <a:extLst>
              <a:ext uri="{FF2B5EF4-FFF2-40B4-BE49-F238E27FC236}">
                <a16:creationId xmlns:a16="http://schemas.microsoft.com/office/drawing/2014/main" id="{D6C5BF70-0885-40D6-A44D-BB0674E90AB3}"/>
              </a:ext>
            </a:extLst>
          </p:cNvPr>
          <p:cNvPicPr>
            <a:picLocks noChangeAspect="1"/>
          </p:cNvPicPr>
          <p:nvPr userDrawn="1"/>
        </p:nvPicPr>
        <p:blipFill rotWithShape="1">
          <a:blip r:embed="rId6" cstate="email">
            <a:extLst>
              <a:ext uri="{28A0092B-C50C-407E-A947-70E740481C1C}">
                <a14:useLocalDpi xmlns:a14="http://schemas.microsoft.com/office/drawing/2010/main"/>
              </a:ext>
            </a:extLst>
          </a:blip>
          <a:srcRect/>
          <a:stretch/>
        </p:blipFill>
        <p:spPr>
          <a:xfrm>
            <a:off x="10294573" y="6491716"/>
            <a:ext cx="1197054" cy="198442"/>
          </a:xfrm>
          <a:prstGeom prst="rect">
            <a:avLst/>
          </a:prstGeom>
        </p:spPr>
      </p:pic>
      <p:sp>
        <p:nvSpPr>
          <p:cNvPr id="11" name="Title 1">
            <a:extLst>
              <a:ext uri="{FF2B5EF4-FFF2-40B4-BE49-F238E27FC236}">
                <a16:creationId xmlns:a16="http://schemas.microsoft.com/office/drawing/2014/main" id="{2419F900-E00F-40AF-9105-49B4B26BC53B}"/>
              </a:ext>
            </a:extLst>
          </p:cNvPr>
          <p:cNvSpPr>
            <a:spLocks noGrp="1"/>
          </p:cNvSpPr>
          <p:nvPr>
            <p:ph type="title"/>
          </p:nvPr>
        </p:nvSpPr>
        <p:spPr>
          <a:xfrm>
            <a:off x="478971" y="225177"/>
            <a:ext cx="11485488" cy="307777"/>
          </a:xfrm>
          <a:prstGeom prst="rect">
            <a:avLst/>
          </a:prstGeom>
        </p:spPr>
        <p:txBody>
          <a:bodyPr anchor="t"/>
          <a:lstStyle>
            <a:lvl1pPr rtl="0">
              <a:defRPr sz="2000"/>
            </a:lvl1pPr>
          </a:lstStyle>
          <a:p>
            <a:r>
              <a:rPr lang="pt-BR"/>
              <a:t>Clique para editar o título Mestre</a:t>
            </a:r>
          </a:p>
        </p:txBody>
      </p:sp>
      <p:sp>
        <p:nvSpPr>
          <p:cNvPr id="12" name="Rectangle 6">
            <a:extLst>
              <a:ext uri="{FF2B5EF4-FFF2-40B4-BE49-F238E27FC236}">
                <a16:creationId xmlns:a16="http://schemas.microsoft.com/office/drawing/2014/main" id="{1814DADB-949A-40DB-B8C0-E552BCFF9540}"/>
              </a:ext>
            </a:extLst>
          </p:cNvPr>
          <p:cNvSpPr/>
          <p:nvPr userDrawn="1"/>
        </p:nvSpPr>
        <p:spPr>
          <a:xfrm>
            <a:off x="-11183" y="249036"/>
            <a:ext cx="414837" cy="260059"/>
          </a:xfrm>
          <a:prstGeom prst="rect">
            <a:avLst/>
          </a:prstGeom>
          <a:solidFill>
            <a:srgbClr val="020E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pt-BR" sz="1800"/>
          </a:p>
        </p:txBody>
      </p:sp>
    </p:spTree>
    <p:extLst>
      <p:ext uri="{BB962C8B-B14F-4D97-AF65-F5344CB8AC3E}">
        <p14:creationId xmlns:p14="http://schemas.microsoft.com/office/powerpoint/2010/main" val="2507513270"/>
      </p:ext>
    </p:extLst>
  </p:cSld>
  <p:clrMapOvr>
    <a:masterClrMapping/>
  </p:clrMapOvr>
  <p:extLst>
    <p:ext uri="{DCECCB84-F9BA-43D5-87BE-67443E8EF086}">
      <p15:sldGuideLst xmlns:p15="http://schemas.microsoft.com/office/powerpoint/2012/main"/>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userDrawn="1">
  <p:cSld name="4_Layout Personalizado">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1137E873-3395-4CA4-875E-A0B0E7BF2302}"/>
              </a:ext>
            </a:extLst>
          </p:cNvPr>
          <p:cNvGraphicFramePr>
            <a:graphicFrameLocks noChangeAspect="1"/>
          </p:cNvGraphicFramePr>
          <p:nvPr>
            <p:custDataLst>
              <p:tags r:id="rId1"/>
            </p:custDataLst>
            <p:extLst>
              <p:ext uri="{D42A27DB-BD31-4B8C-83A1-F6EECF244321}">
                <p14:modId xmlns:p14="http://schemas.microsoft.com/office/powerpoint/2010/main" val="3724445178"/>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Slide do think-cell" r:id="rId4" imgW="493" imgH="493" progId="TCLayout.ActiveDocument.1">
                  <p:embed/>
                </p:oleObj>
              </mc:Choice>
              <mc:Fallback>
                <p:oleObj name="Slide do think-cell" r:id="rId4" imgW="493" imgH="493" progId="TCLayout.ActiveDocument.1">
                  <p:embed/>
                  <p:pic>
                    <p:nvPicPr>
                      <p:cNvPr id="2" name="Object 1" hidden="1">
                        <a:extLst>
                          <a:ext uri="{FF2B5EF4-FFF2-40B4-BE49-F238E27FC236}">
                            <a16:creationId xmlns:a16="http://schemas.microsoft.com/office/drawing/2014/main" id="{1137E873-3395-4CA4-875E-A0B0E7BF2302}"/>
                          </a:ext>
                        </a:extLst>
                      </p:cNvPr>
                      <p:cNvPicPr/>
                      <p:nvPr/>
                    </p:nvPicPr>
                    <p:blipFill>
                      <a:blip r:embed="rId5"/>
                      <a:stretch>
                        <a:fillRect/>
                      </a:stretch>
                    </p:blipFill>
                    <p:spPr>
                      <a:xfrm>
                        <a:off x="2118" y="1589"/>
                        <a:ext cx="2116" cy="1587"/>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3ED6A465-F6C5-4E8F-B9DE-C5B62BA8FB3C}"/>
              </a:ext>
            </a:extLst>
          </p:cNvPr>
          <p:cNvSpPr/>
          <p:nvPr userDrawn="1">
            <p:custDataLst>
              <p:tags r:id="rId2"/>
            </p:custDataLst>
          </p:nvPr>
        </p:nvSpPr>
        <p:spPr>
          <a:xfrm>
            <a:off x="0" y="0"/>
            <a:ext cx="158750" cy="158750"/>
          </a:xfrm>
          <a:prstGeom prst="rect">
            <a:avLst/>
          </a:prstGeom>
          <a:solidFill>
            <a:schemeClr val="accent2"/>
          </a:solidFill>
          <a:ln w="19050">
            <a:solidFill>
              <a:schemeClr val="accent2"/>
            </a:solidFill>
            <a:miter lim="400000"/>
          </a:ln>
          <a:effectLst/>
        </p:spPr>
        <p:txBody>
          <a:bodyPr wrap="none" lIns="0" tIns="0" rIns="0" bIns="0" numCol="1" spcCol="0" rtlCol="0" anchor="ctr" anchorCtr="0">
            <a:noAutofit/>
          </a:bodyPr>
          <a:lstStyle/>
          <a:p>
            <a:pPr marL="0" lvl="0" indent="0" algn="l"/>
            <a:endParaRPr lang="pt-BR" sz="20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9" name="Shape 1409">
            <a:extLst>
              <a:ext uri="{FF2B5EF4-FFF2-40B4-BE49-F238E27FC236}">
                <a16:creationId xmlns:a16="http://schemas.microsoft.com/office/drawing/2014/main" id="{434A38E0-EED8-4B24-8585-F773498C4BAB}"/>
              </a:ext>
            </a:extLst>
          </p:cNvPr>
          <p:cNvSpPr/>
          <p:nvPr userDrawn="1"/>
        </p:nvSpPr>
        <p:spPr>
          <a:xfrm>
            <a:off x="0" y="1911927"/>
            <a:ext cx="12192000" cy="4946073"/>
          </a:xfrm>
          <a:prstGeom prst="rect">
            <a:avLst/>
          </a:prstGeom>
          <a:solidFill>
            <a:schemeClr val="accent5"/>
          </a:solidFill>
          <a:ln w="12700">
            <a:noFill/>
            <a:miter lim="400000"/>
          </a:ln>
        </p:spPr>
        <p:txBody>
          <a:bodyPr lIns="0" tIns="0" rIns="0" bIns="0" anchor="ctr"/>
          <a:lstStyle/>
          <a:p>
            <a:pPr lvl="0">
              <a:defRPr sz="3200"/>
            </a:pPr>
            <a:endParaRPr lang="pt-BR" sz="3200"/>
          </a:p>
        </p:txBody>
      </p:sp>
      <p:sp>
        <p:nvSpPr>
          <p:cNvPr id="8" name="Title 1">
            <a:extLst>
              <a:ext uri="{FF2B5EF4-FFF2-40B4-BE49-F238E27FC236}">
                <a16:creationId xmlns:a16="http://schemas.microsoft.com/office/drawing/2014/main" id="{5BBD3F3E-9878-468A-AD13-0BF9BAF3FBB3}"/>
              </a:ext>
            </a:extLst>
          </p:cNvPr>
          <p:cNvSpPr>
            <a:spLocks noGrp="1"/>
          </p:cNvSpPr>
          <p:nvPr>
            <p:ph type="title" hasCustomPrompt="1"/>
          </p:nvPr>
        </p:nvSpPr>
        <p:spPr>
          <a:xfrm>
            <a:off x="478971" y="225177"/>
            <a:ext cx="11485488" cy="307777"/>
          </a:xfrm>
          <a:prstGeom prst="rect">
            <a:avLst/>
          </a:prstGeom>
        </p:spPr>
        <p:txBody>
          <a:bodyPr anchor="t"/>
          <a:lstStyle>
            <a:lvl1pPr>
              <a:defRPr sz="2000"/>
            </a:lvl1pPr>
          </a:lstStyle>
          <a:p>
            <a:r>
              <a:rPr lang="pt-BR"/>
              <a:t>Clique para editar o título Mestre</a:t>
            </a:r>
            <a:endParaRPr lang="en-US"/>
          </a:p>
        </p:txBody>
      </p:sp>
      <p:sp>
        <p:nvSpPr>
          <p:cNvPr id="10" name="Rectangle 6">
            <a:extLst>
              <a:ext uri="{FF2B5EF4-FFF2-40B4-BE49-F238E27FC236}">
                <a16:creationId xmlns:a16="http://schemas.microsoft.com/office/drawing/2014/main" id="{E0B88CEA-CC4E-45D1-AF1A-204C5CFB575B}"/>
              </a:ext>
            </a:extLst>
          </p:cNvPr>
          <p:cNvSpPr/>
          <p:nvPr userDrawn="1"/>
        </p:nvSpPr>
        <p:spPr>
          <a:xfrm>
            <a:off x="-11183" y="249036"/>
            <a:ext cx="414837" cy="260059"/>
          </a:xfrm>
          <a:prstGeom prst="rect">
            <a:avLst/>
          </a:prstGeom>
          <a:solidFill>
            <a:srgbClr val="020E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800"/>
          </a:p>
        </p:txBody>
      </p:sp>
      <p:sp>
        <p:nvSpPr>
          <p:cNvPr id="12" name="Slide Number">
            <a:extLst>
              <a:ext uri="{FF2B5EF4-FFF2-40B4-BE49-F238E27FC236}">
                <a16:creationId xmlns:a16="http://schemas.microsoft.com/office/drawing/2014/main" id="{3C2B6FB0-21ED-4C6E-8DA0-1D79B6C8DADB}"/>
              </a:ext>
            </a:extLst>
          </p:cNvPr>
          <p:cNvSpPr txBox="1">
            <a:spLocks/>
          </p:cNvSpPr>
          <p:nvPr userDrawn="1"/>
        </p:nvSpPr>
        <p:spPr>
          <a:xfrm>
            <a:off x="11762075" y="6535825"/>
            <a:ext cx="160294" cy="157014"/>
          </a:xfrm>
          <a:prstGeom prst="rect">
            <a:avLst/>
          </a:prstGeom>
        </p:spPr>
        <p:txBody>
          <a:bodyPr vert="horz" wrap="none" lIns="0" tIns="0" rIns="0" bIns="0" rtlCol="0" anchor="ctr">
            <a:spAutoFit/>
          </a:bodyPr>
          <a:lstStyle>
            <a:defPPr>
              <a:defRPr lang="en-US"/>
            </a:defPPr>
            <a:lvl1pPr>
              <a:defRPr sz="1000" baseline="0">
                <a:latin typeface="+mn-lt"/>
              </a:defRPr>
            </a:lvl1pPr>
          </a:lstStyle>
          <a:p>
            <a:pPr lvl="0" algn="r"/>
            <a:fld id="{42C328C1-A84F-4A39-A664-DBA00541A8C6}" type="slidenum">
              <a:rPr lang="pt-BR" smtClean="0">
                <a:solidFill>
                  <a:schemeClr val="bg1"/>
                </a:solidFill>
              </a:rPr>
              <a:pPr lvl="0" algn="r"/>
              <a:t>‹#›</a:t>
            </a:fld>
            <a:endParaRPr lang="pt-BR">
              <a:solidFill>
                <a:schemeClr val="bg1"/>
              </a:solidFill>
            </a:endParaRPr>
          </a:p>
        </p:txBody>
      </p:sp>
      <p:pic>
        <p:nvPicPr>
          <p:cNvPr id="6" name="Picture 5" descr="Text&#10;&#10;Description automatically generated">
            <a:extLst>
              <a:ext uri="{FF2B5EF4-FFF2-40B4-BE49-F238E27FC236}">
                <a16:creationId xmlns:a16="http://schemas.microsoft.com/office/drawing/2014/main" id="{E4C86AF3-7021-6C60-8221-F98D52BFDDD2}"/>
              </a:ext>
            </a:extLst>
          </p:cNvPr>
          <p:cNvPicPr>
            <a:picLocks noChangeAspect="1"/>
          </p:cNvPicPr>
          <p:nvPr userDrawn="1"/>
        </p:nvPicPr>
        <p:blipFill rotWithShape="1">
          <a:blip r:embed="rId6" cstate="email">
            <a:extLst>
              <a:ext uri="{28A0092B-C50C-407E-A947-70E740481C1C}">
                <a14:useLocalDpi xmlns:a14="http://schemas.microsoft.com/office/drawing/2010/main"/>
              </a:ext>
            </a:extLst>
          </a:blip>
          <a:srcRect/>
          <a:stretch/>
        </p:blipFill>
        <p:spPr>
          <a:xfrm>
            <a:off x="10252828" y="6551897"/>
            <a:ext cx="1195200" cy="119022"/>
          </a:xfrm>
          <a:prstGeom prst="rect">
            <a:avLst/>
          </a:prstGeom>
        </p:spPr>
      </p:pic>
    </p:spTree>
    <p:extLst>
      <p:ext uri="{BB962C8B-B14F-4D97-AF65-F5344CB8AC3E}">
        <p14:creationId xmlns:p14="http://schemas.microsoft.com/office/powerpoint/2010/main" val="417881565"/>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em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oleObject" Target="../embeddings/oleObject1.bin"/><Relationship Id="rId5" Type="http://schemas.openxmlformats.org/officeDocument/2006/relationships/slideLayout" Target="../slideLayouts/slideLayout5.xml"/><Relationship Id="rId10" Type="http://schemas.openxmlformats.org/officeDocument/2006/relationships/tags" Target="../tags/tag3.xml"/><Relationship Id="rId4" Type="http://schemas.openxmlformats.org/officeDocument/2006/relationships/slideLayout" Target="../slideLayouts/slideLayout4.xml"/><Relationship Id="rId9" Type="http://schemas.openxmlformats.org/officeDocument/2006/relationships/tags" Target="../tags/tag2.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10.xml"/><Relationship Id="rId7" Type="http://schemas.openxmlformats.org/officeDocument/2006/relationships/slideLayout" Target="../slideLayouts/slideLayout14.xml"/><Relationship Id="rId12" Type="http://schemas.openxmlformats.org/officeDocument/2006/relationships/image" Target="../media/image1.emf"/><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oleObject" Target="../embeddings/oleObject9.bin"/><Relationship Id="rId5" Type="http://schemas.openxmlformats.org/officeDocument/2006/relationships/slideLayout" Target="../slideLayouts/slideLayout12.xml"/><Relationship Id="rId10" Type="http://schemas.openxmlformats.org/officeDocument/2006/relationships/tags" Target="../tags/tag17.xml"/><Relationship Id="rId4" Type="http://schemas.openxmlformats.org/officeDocument/2006/relationships/slideLayout" Target="../slideLayouts/slideLayout11.xml"/><Relationship Id="rId9" Type="http://schemas.openxmlformats.org/officeDocument/2006/relationships/tags" Target="../tags/tag16.xml"/></Relationships>
</file>

<file path=ppt/slideMasters/_rels/slideMaster3.xml.rels><?xml version="1.0" encoding="UTF-8" standalone="yes"?>
<Relationships xmlns="http://schemas.openxmlformats.org/package/2006/relationships"><Relationship Id="rId8" Type="http://schemas.openxmlformats.org/officeDocument/2006/relationships/theme" Target="../theme/theme3.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image" Target="../media/image1.emf"/><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oleObject" Target="../embeddings/oleObject17.bin"/><Relationship Id="rId5" Type="http://schemas.openxmlformats.org/officeDocument/2006/relationships/slideLayout" Target="../slideLayouts/slideLayout19.xml"/><Relationship Id="rId10" Type="http://schemas.openxmlformats.org/officeDocument/2006/relationships/tags" Target="../tags/tag31.xml"/><Relationship Id="rId4" Type="http://schemas.openxmlformats.org/officeDocument/2006/relationships/slideLayout" Target="../slideLayouts/slideLayout18.xml"/><Relationship Id="rId9" Type="http://schemas.openxmlformats.org/officeDocument/2006/relationships/tags" Target="../tags/tag30.xml"/></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34.xml"/><Relationship Id="rId18" Type="http://schemas.openxmlformats.org/officeDocument/2006/relationships/slideLayout" Target="../slideLayouts/slideLayout39.xml"/><Relationship Id="rId26" Type="http://schemas.openxmlformats.org/officeDocument/2006/relationships/slideLayout" Target="../slideLayouts/slideLayout47.xml"/><Relationship Id="rId21" Type="http://schemas.openxmlformats.org/officeDocument/2006/relationships/slideLayout" Target="../slideLayouts/slideLayout42.xml"/><Relationship Id="rId34" Type="http://schemas.openxmlformats.org/officeDocument/2006/relationships/tags" Target="../tags/tag44.xml"/><Relationship Id="rId7" Type="http://schemas.openxmlformats.org/officeDocument/2006/relationships/slideLayout" Target="../slideLayouts/slideLayout28.xml"/><Relationship Id="rId12" Type="http://schemas.openxmlformats.org/officeDocument/2006/relationships/slideLayout" Target="../slideLayouts/slideLayout33.xml"/><Relationship Id="rId17" Type="http://schemas.openxmlformats.org/officeDocument/2006/relationships/slideLayout" Target="../slideLayouts/slideLayout38.xml"/><Relationship Id="rId25" Type="http://schemas.openxmlformats.org/officeDocument/2006/relationships/slideLayout" Target="../slideLayouts/slideLayout46.xml"/><Relationship Id="rId33" Type="http://schemas.openxmlformats.org/officeDocument/2006/relationships/theme" Target="../theme/theme4.xml"/><Relationship Id="rId2" Type="http://schemas.openxmlformats.org/officeDocument/2006/relationships/slideLayout" Target="../slideLayouts/slideLayout23.xml"/><Relationship Id="rId16" Type="http://schemas.openxmlformats.org/officeDocument/2006/relationships/slideLayout" Target="../slideLayouts/slideLayout37.xml"/><Relationship Id="rId20" Type="http://schemas.openxmlformats.org/officeDocument/2006/relationships/slideLayout" Target="../slideLayouts/slideLayout41.xml"/><Relationship Id="rId29" Type="http://schemas.openxmlformats.org/officeDocument/2006/relationships/slideLayout" Target="../slideLayouts/slideLayout50.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24" Type="http://schemas.openxmlformats.org/officeDocument/2006/relationships/slideLayout" Target="../slideLayouts/slideLayout45.xml"/><Relationship Id="rId32" Type="http://schemas.openxmlformats.org/officeDocument/2006/relationships/slideLayout" Target="../slideLayouts/slideLayout53.xml"/><Relationship Id="rId37" Type="http://schemas.openxmlformats.org/officeDocument/2006/relationships/image" Target="../media/image1.emf"/><Relationship Id="rId5" Type="http://schemas.openxmlformats.org/officeDocument/2006/relationships/slideLayout" Target="../slideLayouts/slideLayout26.xml"/><Relationship Id="rId15" Type="http://schemas.openxmlformats.org/officeDocument/2006/relationships/slideLayout" Target="../slideLayouts/slideLayout36.xml"/><Relationship Id="rId23" Type="http://schemas.openxmlformats.org/officeDocument/2006/relationships/slideLayout" Target="../slideLayouts/slideLayout44.xml"/><Relationship Id="rId28" Type="http://schemas.openxmlformats.org/officeDocument/2006/relationships/slideLayout" Target="../slideLayouts/slideLayout49.xml"/><Relationship Id="rId36" Type="http://schemas.openxmlformats.org/officeDocument/2006/relationships/oleObject" Target="../embeddings/oleObject25.bin"/><Relationship Id="rId10" Type="http://schemas.openxmlformats.org/officeDocument/2006/relationships/slideLayout" Target="../slideLayouts/slideLayout31.xml"/><Relationship Id="rId19" Type="http://schemas.openxmlformats.org/officeDocument/2006/relationships/slideLayout" Target="../slideLayouts/slideLayout40.xml"/><Relationship Id="rId31" Type="http://schemas.openxmlformats.org/officeDocument/2006/relationships/slideLayout" Target="../slideLayouts/slideLayout52.xml"/><Relationship Id="rId4" Type="http://schemas.openxmlformats.org/officeDocument/2006/relationships/slideLayout" Target="../slideLayouts/slideLayout25.xml"/><Relationship Id="rId9" Type="http://schemas.openxmlformats.org/officeDocument/2006/relationships/slideLayout" Target="../slideLayouts/slideLayout30.xml"/><Relationship Id="rId14" Type="http://schemas.openxmlformats.org/officeDocument/2006/relationships/slideLayout" Target="../slideLayouts/slideLayout35.xml"/><Relationship Id="rId22" Type="http://schemas.openxmlformats.org/officeDocument/2006/relationships/slideLayout" Target="../slideLayouts/slideLayout43.xml"/><Relationship Id="rId27" Type="http://schemas.openxmlformats.org/officeDocument/2006/relationships/slideLayout" Target="../slideLayouts/slideLayout48.xml"/><Relationship Id="rId30" Type="http://schemas.openxmlformats.org/officeDocument/2006/relationships/slideLayout" Target="../slideLayouts/slideLayout51.xml"/><Relationship Id="rId35" Type="http://schemas.openxmlformats.org/officeDocument/2006/relationships/tags" Target="../tags/tag45.xml"/><Relationship Id="rId8" Type="http://schemas.openxmlformats.org/officeDocument/2006/relationships/slideLayout" Target="../slideLayouts/slideLayout29.xml"/><Relationship Id="rId3" Type="http://schemas.openxmlformats.org/officeDocument/2006/relationships/slideLayout" Target="../slideLayouts/slideLayout24.xml"/></Relationships>
</file>

<file path=ppt/slideMasters/_rels/slideMaster5.xml.rels><?xml version="1.0" encoding="UTF-8" standalone="yes"?>
<Relationships xmlns="http://schemas.openxmlformats.org/package/2006/relationships"><Relationship Id="rId8" Type="http://schemas.openxmlformats.org/officeDocument/2006/relationships/tags" Target="../tags/tag102.xml"/><Relationship Id="rId3" Type="http://schemas.openxmlformats.org/officeDocument/2006/relationships/slideLayout" Target="../slideLayouts/slideLayout56.xml"/><Relationship Id="rId7" Type="http://schemas.openxmlformats.org/officeDocument/2006/relationships/theme" Target="../theme/theme5.xml"/><Relationship Id="rId2" Type="http://schemas.openxmlformats.org/officeDocument/2006/relationships/slideLayout" Target="../slideLayouts/slideLayout55.xml"/><Relationship Id="rId1" Type="http://schemas.openxmlformats.org/officeDocument/2006/relationships/slideLayout" Target="../slideLayouts/slideLayout54.xml"/><Relationship Id="rId6" Type="http://schemas.openxmlformats.org/officeDocument/2006/relationships/slideLayout" Target="../slideLayouts/slideLayout59.xml"/><Relationship Id="rId5" Type="http://schemas.openxmlformats.org/officeDocument/2006/relationships/slideLayout" Target="../slideLayouts/slideLayout58.xml"/><Relationship Id="rId10" Type="http://schemas.openxmlformats.org/officeDocument/2006/relationships/image" Target="../media/image37.emf"/><Relationship Id="rId4" Type="http://schemas.openxmlformats.org/officeDocument/2006/relationships/slideLayout" Target="../slideLayouts/slideLayout57.xml"/><Relationship Id="rId9" Type="http://schemas.openxmlformats.org/officeDocument/2006/relationships/oleObject" Target="../embeddings/oleObject58.bin"/></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7.xml"/><Relationship Id="rId13" Type="http://schemas.openxmlformats.org/officeDocument/2006/relationships/image" Target="../media/image1.emf"/><Relationship Id="rId3" Type="http://schemas.openxmlformats.org/officeDocument/2006/relationships/slideLayout" Target="../slideLayouts/slideLayout62.xml"/><Relationship Id="rId7" Type="http://schemas.openxmlformats.org/officeDocument/2006/relationships/slideLayout" Target="../slideLayouts/slideLayout66.xml"/><Relationship Id="rId12" Type="http://schemas.openxmlformats.org/officeDocument/2006/relationships/oleObject" Target="../embeddings/oleObject59.bin"/><Relationship Id="rId2" Type="http://schemas.openxmlformats.org/officeDocument/2006/relationships/slideLayout" Target="../slideLayouts/slideLayout61.xml"/><Relationship Id="rId1" Type="http://schemas.openxmlformats.org/officeDocument/2006/relationships/slideLayout" Target="../slideLayouts/slideLayout60.xml"/><Relationship Id="rId6" Type="http://schemas.openxmlformats.org/officeDocument/2006/relationships/slideLayout" Target="../slideLayouts/slideLayout65.xml"/><Relationship Id="rId11" Type="http://schemas.openxmlformats.org/officeDocument/2006/relationships/tags" Target="../tags/tag105.xml"/><Relationship Id="rId5" Type="http://schemas.openxmlformats.org/officeDocument/2006/relationships/slideLayout" Target="../slideLayouts/slideLayout64.xml"/><Relationship Id="rId10" Type="http://schemas.openxmlformats.org/officeDocument/2006/relationships/tags" Target="../tags/tag104.xml"/><Relationship Id="rId4" Type="http://schemas.openxmlformats.org/officeDocument/2006/relationships/slideLayout" Target="../slideLayouts/slideLayout63.xml"/><Relationship Id="rId9"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5.xml"/><Relationship Id="rId13" Type="http://schemas.openxmlformats.org/officeDocument/2006/relationships/tags" Target="../tags/tag120.xml"/><Relationship Id="rId3" Type="http://schemas.openxmlformats.org/officeDocument/2006/relationships/slideLayout" Target="../slideLayouts/slideLayout70.xml"/><Relationship Id="rId7" Type="http://schemas.openxmlformats.org/officeDocument/2006/relationships/slideLayout" Target="../slideLayouts/slideLayout74.xml"/><Relationship Id="rId12" Type="http://schemas.openxmlformats.org/officeDocument/2006/relationships/theme" Target="../theme/theme7.xml"/><Relationship Id="rId2" Type="http://schemas.openxmlformats.org/officeDocument/2006/relationships/slideLayout" Target="../slideLayouts/slideLayout69.xml"/><Relationship Id="rId16" Type="http://schemas.openxmlformats.org/officeDocument/2006/relationships/image" Target="../media/image1.emf"/><Relationship Id="rId1" Type="http://schemas.openxmlformats.org/officeDocument/2006/relationships/slideLayout" Target="../slideLayouts/slideLayout68.xml"/><Relationship Id="rId6" Type="http://schemas.openxmlformats.org/officeDocument/2006/relationships/slideLayout" Target="../slideLayouts/slideLayout73.xml"/><Relationship Id="rId11" Type="http://schemas.openxmlformats.org/officeDocument/2006/relationships/slideLayout" Target="../slideLayouts/slideLayout78.xml"/><Relationship Id="rId5" Type="http://schemas.openxmlformats.org/officeDocument/2006/relationships/slideLayout" Target="../slideLayouts/slideLayout72.xml"/><Relationship Id="rId15" Type="http://schemas.openxmlformats.org/officeDocument/2006/relationships/oleObject" Target="../embeddings/oleObject68.bin"/><Relationship Id="rId10" Type="http://schemas.openxmlformats.org/officeDocument/2006/relationships/slideLayout" Target="../slideLayouts/slideLayout77.xml"/><Relationship Id="rId4" Type="http://schemas.openxmlformats.org/officeDocument/2006/relationships/slideLayout" Target="../slideLayouts/slideLayout71.xml"/><Relationship Id="rId9" Type="http://schemas.openxmlformats.org/officeDocument/2006/relationships/slideLayout" Target="../slideLayouts/slideLayout76.xml"/><Relationship Id="rId14" Type="http://schemas.openxmlformats.org/officeDocument/2006/relationships/tags" Target="../tags/tag121.xml"/></Relationships>
</file>

<file path=ppt/slideMasters/_rels/slideMaster8.xml.rels><?xml version="1.0" encoding="UTF-8" standalone="yes"?>
<Relationships xmlns="http://schemas.openxmlformats.org/package/2006/relationships"><Relationship Id="rId8" Type="http://schemas.openxmlformats.org/officeDocument/2006/relationships/oleObject" Target="../embeddings/oleObject79.bin"/><Relationship Id="rId3" Type="http://schemas.openxmlformats.org/officeDocument/2006/relationships/slideLayout" Target="../slideLayouts/slideLayout81.xml"/><Relationship Id="rId7" Type="http://schemas.openxmlformats.org/officeDocument/2006/relationships/tags" Target="../tags/tag140.xml"/><Relationship Id="rId2" Type="http://schemas.openxmlformats.org/officeDocument/2006/relationships/slideLayout" Target="../slideLayouts/slideLayout80.xml"/><Relationship Id="rId1" Type="http://schemas.openxmlformats.org/officeDocument/2006/relationships/slideLayout" Target="../slideLayouts/slideLayout79.xml"/><Relationship Id="rId6" Type="http://schemas.openxmlformats.org/officeDocument/2006/relationships/tags" Target="../tags/tag139.xml"/><Relationship Id="rId5" Type="http://schemas.openxmlformats.org/officeDocument/2006/relationships/theme" Target="../theme/theme8.xml"/><Relationship Id="rId4" Type="http://schemas.openxmlformats.org/officeDocument/2006/relationships/slideLayout" Target="../slideLayouts/slideLayout82.xml"/><Relationship Id="rId9"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10" name="Object 9" hidden="1"/>
          <p:cNvGraphicFramePr>
            <a:graphicFrameLocks noChangeAspect="1"/>
          </p:cNvGraphicFramePr>
          <p:nvPr>
            <p:custDataLst>
              <p:tags r:id="rId9"/>
            </p:custDataLst>
            <p:extLst>
              <p:ext uri="{D42A27DB-BD31-4B8C-83A1-F6EECF244321}">
                <p14:modId xmlns:p14="http://schemas.microsoft.com/office/powerpoint/2010/main" val="4104873120"/>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Slide do think-cell" r:id="rId11" imgW="270" imgH="270" progId="TCLayout.ActiveDocument.1">
                  <p:embed/>
                </p:oleObj>
              </mc:Choice>
              <mc:Fallback>
                <p:oleObj name="Slide do think-cell" r:id="rId11" imgW="270" imgH="270" progId="TCLayout.ActiveDocument.1">
                  <p:embed/>
                  <p:pic>
                    <p:nvPicPr>
                      <p:cNvPr id="10" name="Object 9" hidden="1"/>
                      <p:cNvPicPr/>
                      <p:nvPr/>
                    </p:nvPicPr>
                    <p:blipFill>
                      <a:blip r:embed="rId12"/>
                      <a:stretch>
                        <a:fillRect/>
                      </a:stretch>
                    </p:blipFill>
                    <p:spPr>
                      <a:xfrm>
                        <a:off x="2118" y="1589"/>
                        <a:ext cx="2116" cy="1587"/>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CE1F764F-59A3-DE41-B802-F70622259DA3}"/>
              </a:ext>
            </a:extLst>
          </p:cNvPr>
          <p:cNvSpPr/>
          <p:nvPr userDrawn="1">
            <p:custDataLst>
              <p:tags r:id="rId10"/>
            </p:custDataLst>
          </p:nvPr>
        </p:nvSpPr>
        <p:spPr>
          <a:xfrm>
            <a:off x="0" y="0"/>
            <a:ext cx="211667" cy="158750"/>
          </a:xfrm>
          <a:prstGeom prst="rect">
            <a:avLst/>
          </a:prstGeom>
          <a:solidFill>
            <a:schemeClr val="accent2"/>
          </a:solidFill>
          <a:ln w="19050">
            <a:solidFill>
              <a:schemeClr val="accent2"/>
            </a:solidFill>
            <a:miter lim="400000"/>
          </a:ln>
          <a:effectLst/>
        </p:spPr>
        <p:txBody>
          <a:bodyPr vert="horz" wrap="none" lIns="0" tIns="0" rIns="0" bIns="0" numCol="1" spcCol="0" rtlCol="0" anchor="ctr" anchorCtr="0">
            <a:noAutofit/>
          </a:bodyPr>
          <a:lstStyle/>
          <a:p>
            <a:pPr marL="0" lvl="0" indent="0" algn="l"/>
            <a:endParaRPr lang="pt-BR" sz="20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9" name="Title Placeholder 8">
            <a:extLst>
              <a:ext uri="{FF2B5EF4-FFF2-40B4-BE49-F238E27FC236}">
                <a16:creationId xmlns:a16="http://schemas.microsoft.com/office/drawing/2014/main" id="{9BCB1BA9-FAC4-0C43-B11C-4BDA5176DF59}"/>
              </a:ext>
            </a:extLst>
          </p:cNvPr>
          <p:cNvSpPr>
            <a:spLocks noGrp="1"/>
          </p:cNvSpPr>
          <p:nvPr>
            <p:ph type="title"/>
          </p:nvPr>
        </p:nvSpPr>
        <p:spPr>
          <a:xfrm>
            <a:off x="233259" y="234001"/>
            <a:ext cx="11731200" cy="307777"/>
          </a:xfrm>
          <a:prstGeom prst="rect">
            <a:avLst/>
          </a:prstGeom>
        </p:spPr>
        <p:txBody>
          <a:bodyPr vert="horz" lIns="0" tIns="0" rIns="0" bIns="0" rtlCol="0" anchor="t" anchorCtr="0">
            <a:spAutoFit/>
          </a:bodyPr>
          <a:lstStyle/>
          <a:p>
            <a:r>
              <a:rPr lang="pt-BR"/>
              <a:t>Click to edit Master title style</a:t>
            </a:r>
          </a:p>
        </p:txBody>
      </p:sp>
    </p:spTree>
    <p:extLst>
      <p:ext uri="{BB962C8B-B14F-4D97-AF65-F5344CB8AC3E}">
        <p14:creationId xmlns:p14="http://schemas.microsoft.com/office/powerpoint/2010/main" val="1903406136"/>
      </p:ext>
    </p:extLst>
  </p:cSld>
  <p:clrMap bg1="lt1" tx1="dk1" bg2="lt2" tx2="dk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Lst>
  <p:txStyles>
    <p:titleStyle>
      <a:lvl1pPr algn="l" defTabSz="914400" rtl="0" eaLnBrk="1" latinLnBrk="0" hangingPunct="1">
        <a:spcBef>
          <a:spcPct val="0"/>
        </a:spcBef>
        <a:buNone/>
        <a:defRPr lang="pt-BR" sz="2000" b="1" kern="1200" baseline="0">
          <a:solidFill>
            <a:schemeClr val="tx2"/>
          </a:solidFill>
          <a:latin typeface="+mn-lt"/>
          <a:ea typeface="+mj-ea"/>
          <a:cs typeface="+mj-cs"/>
        </a:defRPr>
      </a:lvl1pPr>
    </p:titleStyle>
    <p:bodyStyle>
      <a:lvl1pPr marL="0" indent="0" algn="l" defTabSz="914400" rtl="0" eaLnBrk="1" latinLnBrk="0" hangingPunct="1">
        <a:spcBef>
          <a:spcPct val="20000"/>
        </a:spcBef>
        <a:buClrTx/>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10" name="Object 9" hidden="1"/>
          <p:cNvGraphicFramePr>
            <a:graphicFrameLocks noChangeAspect="1"/>
          </p:cNvGraphicFramePr>
          <p:nvPr>
            <p:custDataLst>
              <p:tags r:id="rId9"/>
            </p:custDataLst>
            <p:extLst>
              <p:ext uri="{D42A27DB-BD31-4B8C-83A1-F6EECF244321}">
                <p14:modId xmlns:p14="http://schemas.microsoft.com/office/powerpoint/2010/main" val="3066392181"/>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Slide do think-cell" r:id="rId11" imgW="270" imgH="270" progId="TCLayout.ActiveDocument.1">
                  <p:embed/>
                </p:oleObj>
              </mc:Choice>
              <mc:Fallback>
                <p:oleObj name="Slide do think-cell" r:id="rId11" imgW="270" imgH="270" progId="TCLayout.ActiveDocument.1">
                  <p:embed/>
                  <p:pic>
                    <p:nvPicPr>
                      <p:cNvPr id="10" name="Object 9" hidden="1"/>
                      <p:cNvPicPr/>
                      <p:nvPr/>
                    </p:nvPicPr>
                    <p:blipFill>
                      <a:blip r:embed="rId12"/>
                      <a:stretch>
                        <a:fillRect/>
                      </a:stretch>
                    </p:blipFill>
                    <p:spPr>
                      <a:xfrm>
                        <a:off x="2118" y="1589"/>
                        <a:ext cx="2116" cy="1587"/>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CE1F764F-59A3-DE41-B802-F70622259DA3}"/>
              </a:ext>
            </a:extLst>
          </p:cNvPr>
          <p:cNvSpPr/>
          <p:nvPr userDrawn="1">
            <p:custDataLst>
              <p:tags r:id="rId10"/>
            </p:custDataLst>
          </p:nvPr>
        </p:nvSpPr>
        <p:spPr>
          <a:xfrm>
            <a:off x="0" y="0"/>
            <a:ext cx="211667" cy="158750"/>
          </a:xfrm>
          <a:prstGeom prst="rect">
            <a:avLst/>
          </a:prstGeom>
          <a:solidFill>
            <a:schemeClr val="accent2"/>
          </a:solidFill>
          <a:ln w="19050">
            <a:solidFill>
              <a:schemeClr val="accent2"/>
            </a:solidFill>
            <a:miter lim="400000"/>
          </a:ln>
          <a:effectLst/>
        </p:spPr>
        <p:txBody>
          <a:bodyPr vert="horz" wrap="none" lIns="0" tIns="0" rIns="0" bIns="0" numCol="1" spcCol="0" rtlCol="0" anchor="ctr" anchorCtr="0">
            <a:noAutofit/>
          </a:bodyPr>
          <a:lstStyle/>
          <a:p>
            <a:pPr marL="0" lvl="0" indent="0" algn="l" rtl="0"/>
            <a:endParaRPr lang="pt-BR" sz="20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3" name="Espaço Reservado para Texto 2"/>
          <p:cNvSpPr>
            <a:spLocks noGrp="1"/>
          </p:cNvSpPr>
          <p:nvPr>
            <p:ph type="body" idx="1"/>
          </p:nvPr>
        </p:nvSpPr>
        <p:spPr>
          <a:xfrm>
            <a:off x="609600" y="1600200"/>
            <a:ext cx="10972800" cy="1107996"/>
          </a:xfrm>
          <a:prstGeom prst="rect">
            <a:avLst/>
          </a:prstGeom>
        </p:spPr>
        <p:txBody>
          <a:bodyPr vert="horz" lIns="0" tIns="0" rIns="0" bIns="0" rtlCol="0">
            <a:spAutoFit/>
          </a:bodyPr>
          <a:lstStyle/>
          <a:p>
            <a:pPr lvl="0"/>
            <a:r>
              <a:rPr lang="pt-BR"/>
              <a:t>Clique para editar o texto mestre</a:t>
            </a:r>
          </a:p>
          <a:p>
            <a:pPr marL="197607" lvl="1" indent="-195987" algn="l" defTabSz="913526" rtl="0" eaLnBrk="1" fontAlgn="base" hangingPunct="1">
              <a:spcBef>
                <a:spcPct val="0"/>
              </a:spcBef>
              <a:spcAft>
                <a:spcPct val="0"/>
              </a:spcAft>
              <a:buClr>
                <a:schemeClr val="tx2"/>
              </a:buClr>
              <a:buSzPct val="125000"/>
              <a:buFont typeface="Arial" charset="0"/>
              <a:buChar char="▪"/>
            </a:pPr>
            <a:r>
              <a:rPr lang="pt-BR"/>
              <a:t>Segundo nível</a:t>
            </a:r>
          </a:p>
          <a:p>
            <a:pPr marL="466481" lvl="2" indent="-267255" algn="l" defTabSz="913526" rtl="0" eaLnBrk="1" fontAlgn="base" hangingPunct="1">
              <a:spcBef>
                <a:spcPct val="0"/>
              </a:spcBef>
              <a:spcAft>
                <a:spcPct val="0"/>
              </a:spcAft>
              <a:buClr>
                <a:schemeClr val="tx2"/>
              </a:buClr>
              <a:buSzPct val="120000"/>
              <a:buFont typeface="Arial" charset="0"/>
              <a:buChar char="–"/>
            </a:pPr>
            <a:r>
              <a:rPr lang="pt-BR"/>
              <a:t>Terceiro nível</a:t>
            </a:r>
          </a:p>
          <a:p>
            <a:pPr marL="626835" lvl="3" indent="-158733" algn="l" defTabSz="913526" rtl="0" eaLnBrk="1" fontAlgn="base" hangingPunct="1">
              <a:spcBef>
                <a:spcPct val="0"/>
              </a:spcBef>
              <a:spcAft>
                <a:spcPct val="0"/>
              </a:spcAft>
              <a:buClr>
                <a:schemeClr val="tx2"/>
              </a:buClr>
              <a:buSzPct val="120000"/>
              <a:buFont typeface="Arial" charset="0"/>
              <a:buChar char="▫"/>
            </a:pPr>
            <a:r>
              <a:rPr lang="pt-BR"/>
              <a:t>Quarto nível</a:t>
            </a:r>
          </a:p>
          <a:p>
            <a:pPr marL="765029" lvl="4" indent="-132818" algn="l" defTabSz="913526" rtl="0" eaLnBrk="1" fontAlgn="base" hangingPunct="1">
              <a:spcBef>
                <a:spcPct val="0"/>
              </a:spcBef>
              <a:spcAft>
                <a:spcPct val="0"/>
              </a:spcAft>
              <a:buClr>
                <a:schemeClr val="tx2"/>
              </a:buClr>
              <a:buSzPct val="89000"/>
              <a:buFont typeface="Arial" charset="0"/>
              <a:buChar char="-"/>
            </a:pPr>
            <a:r>
              <a:rPr lang="pt-BR"/>
              <a:t>Quinto nível</a:t>
            </a:r>
          </a:p>
        </p:txBody>
      </p:sp>
      <p:sp>
        <p:nvSpPr>
          <p:cNvPr id="9" name="Title Placeholder 8">
            <a:extLst>
              <a:ext uri="{FF2B5EF4-FFF2-40B4-BE49-F238E27FC236}">
                <a16:creationId xmlns:a16="http://schemas.microsoft.com/office/drawing/2014/main" id="{9BCB1BA9-FAC4-0C43-B11C-4BDA5176DF59}"/>
              </a:ext>
            </a:extLst>
          </p:cNvPr>
          <p:cNvSpPr>
            <a:spLocks noGrp="1"/>
          </p:cNvSpPr>
          <p:nvPr>
            <p:ph type="title"/>
          </p:nvPr>
        </p:nvSpPr>
        <p:spPr>
          <a:xfrm>
            <a:off x="233259" y="234001"/>
            <a:ext cx="11731200" cy="307777"/>
          </a:xfrm>
          <a:prstGeom prst="rect">
            <a:avLst/>
          </a:prstGeom>
        </p:spPr>
        <p:txBody>
          <a:bodyPr vert="horz" lIns="0" tIns="0" rIns="0" bIns="0" rtlCol="0" anchor="t" anchorCtr="0">
            <a:spAutoFit/>
          </a:bodyPr>
          <a:lstStyle/>
          <a:p>
            <a:r>
              <a:rPr lang="pt-BR"/>
              <a:t>Click </a:t>
            </a:r>
            <a:r>
              <a:rPr lang="pt-BR" err="1"/>
              <a:t>to</a:t>
            </a:r>
            <a:r>
              <a:rPr lang="pt-BR"/>
              <a:t> </a:t>
            </a:r>
            <a:r>
              <a:rPr lang="pt-BR" err="1"/>
              <a:t>edit</a:t>
            </a:r>
            <a:r>
              <a:rPr lang="pt-BR"/>
              <a:t> Master </a:t>
            </a:r>
            <a:r>
              <a:rPr lang="pt-BR" err="1"/>
              <a:t>title</a:t>
            </a:r>
            <a:r>
              <a:rPr lang="pt-BR"/>
              <a:t> </a:t>
            </a:r>
            <a:r>
              <a:rPr lang="pt-BR" err="1"/>
              <a:t>style</a:t>
            </a:r>
            <a:endParaRPr lang="pt-BR"/>
          </a:p>
        </p:txBody>
      </p:sp>
    </p:spTree>
    <p:extLst>
      <p:ext uri="{BB962C8B-B14F-4D97-AF65-F5344CB8AC3E}">
        <p14:creationId xmlns:p14="http://schemas.microsoft.com/office/powerpoint/2010/main" val="2526466632"/>
      </p:ext>
    </p:extLst>
  </p:cSld>
  <p:clrMap bg1="lt1" tx1="dk1" bg2="lt2" tx2="dk2" accent1="accent1" accent2="accent2" accent3="accent3" accent4="accent4" accent5="accent5" accent6="accent6" hlink="hlink" folHlink="folHlink"/>
  <p:sldLayoutIdLst>
    <p:sldLayoutId id="2147483813" r:id="rId1"/>
    <p:sldLayoutId id="2147483814" r:id="rId2"/>
    <p:sldLayoutId id="2147483815" r:id="rId3"/>
    <p:sldLayoutId id="2147483816" r:id="rId4"/>
    <p:sldLayoutId id="2147483817" r:id="rId5"/>
    <p:sldLayoutId id="2147483818" r:id="rId6"/>
    <p:sldLayoutId id="2147483819" r:id="rId7"/>
  </p:sldLayoutIdLst>
  <p:txStyles>
    <p:titleStyle>
      <a:lvl1pPr algn="l" defTabSz="914400" rtl="0" eaLnBrk="1" latinLnBrk="0" hangingPunct="1">
        <a:spcBef>
          <a:spcPct val="0"/>
        </a:spcBef>
        <a:buNone/>
        <a:defRPr lang="pt-BR" sz="2000" b="1" kern="1200" baseline="0">
          <a:solidFill>
            <a:schemeClr val="tx2"/>
          </a:solidFill>
          <a:latin typeface="+mn-lt"/>
          <a:ea typeface="+mj-ea"/>
          <a:cs typeface="+mj-cs"/>
        </a:defRPr>
      </a:lvl1pPr>
    </p:titleStyle>
    <p:body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15:clr>
            <a:srgbClr val="F26B43"/>
          </p15:clr>
        </p15:guide>
        <p15:guide id="2" pos="7680">
          <p15:clr>
            <a:srgbClr val="F26B43"/>
          </p15:clr>
        </p15:guide>
        <p15:guide id="3" pos="197">
          <p15:clr>
            <a:srgbClr val="F26B43"/>
          </p15:clr>
        </p15:guide>
        <p15:guide id="4" pos="7536">
          <p15:clr>
            <a:srgbClr val="F26B43"/>
          </p15:clr>
        </p15:guide>
        <p15:guide id="5" orient="horz">
          <p15:clr>
            <a:srgbClr val="F26B43"/>
          </p15:clr>
        </p15:guide>
        <p15:guide id="6" orient="horz" pos="4320">
          <p15:clr>
            <a:srgbClr val="F26B43"/>
          </p15:clr>
        </p15:guide>
        <p15:guide id="7" orient="horz" pos="621">
          <p15:clr>
            <a:srgbClr val="F26B43"/>
          </p15:clr>
        </p15:guide>
        <p15:guide id="8" orient="horz" pos="391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10" name="Object 9" hidden="1"/>
          <p:cNvGraphicFramePr>
            <a:graphicFrameLocks noChangeAspect="1"/>
          </p:cNvGraphicFramePr>
          <p:nvPr>
            <p:custDataLst>
              <p:tags r:id="rId9"/>
            </p:custDataLst>
            <p:extLst>
              <p:ext uri="{D42A27DB-BD31-4B8C-83A1-F6EECF244321}">
                <p14:modId xmlns:p14="http://schemas.microsoft.com/office/powerpoint/2010/main" val="2930871903"/>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Slide do think-cell" r:id="rId11" imgW="270" imgH="270" progId="TCLayout.ActiveDocument.1">
                  <p:embed/>
                </p:oleObj>
              </mc:Choice>
              <mc:Fallback>
                <p:oleObj name="Slide do think-cell" r:id="rId11" imgW="270" imgH="270" progId="TCLayout.ActiveDocument.1">
                  <p:embed/>
                  <p:pic>
                    <p:nvPicPr>
                      <p:cNvPr id="10" name="Object 9" hidden="1"/>
                      <p:cNvPicPr/>
                      <p:nvPr/>
                    </p:nvPicPr>
                    <p:blipFill>
                      <a:blip r:embed="rId12"/>
                      <a:stretch>
                        <a:fillRect/>
                      </a:stretch>
                    </p:blipFill>
                    <p:spPr>
                      <a:xfrm>
                        <a:off x="2118" y="1589"/>
                        <a:ext cx="2116" cy="1587"/>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CE1F764F-59A3-DE41-B802-F70622259DA3}"/>
              </a:ext>
            </a:extLst>
          </p:cNvPr>
          <p:cNvSpPr/>
          <p:nvPr userDrawn="1">
            <p:custDataLst>
              <p:tags r:id="rId10"/>
            </p:custDataLst>
          </p:nvPr>
        </p:nvSpPr>
        <p:spPr>
          <a:xfrm>
            <a:off x="0" y="0"/>
            <a:ext cx="211667" cy="158750"/>
          </a:xfrm>
          <a:prstGeom prst="rect">
            <a:avLst/>
          </a:prstGeom>
          <a:solidFill>
            <a:schemeClr val="accent2"/>
          </a:solidFill>
          <a:ln w="19050">
            <a:solidFill>
              <a:schemeClr val="accent2"/>
            </a:solidFill>
            <a:miter lim="400000"/>
          </a:ln>
          <a:effectLst/>
        </p:spPr>
        <p:txBody>
          <a:bodyPr vert="horz" wrap="none" lIns="0" tIns="0" rIns="0" bIns="0" numCol="1" spcCol="0" rtlCol="0" anchor="ctr" anchorCtr="0">
            <a:noAutofit/>
          </a:bodyPr>
          <a:lstStyle/>
          <a:p>
            <a:pPr marL="0" lvl="0" indent="0" algn="l"/>
            <a:endParaRPr lang="pt-BR" sz="20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3" name="Espaço Reservado para Texto 2"/>
          <p:cNvSpPr>
            <a:spLocks noGrp="1"/>
          </p:cNvSpPr>
          <p:nvPr>
            <p:ph type="body" idx="1"/>
          </p:nvPr>
        </p:nvSpPr>
        <p:spPr>
          <a:xfrm>
            <a:off x="609600" y="1600200"/>
            <a:ext cx="10972800" cy="1107996"/>
          </a:xfrm>
          <a:prstGeom prst="rect">
            <a:avLst/>
          </a:prstGeom>
        </p:spPr>
        <p:txBody>
          <a:bodyPr vert="horz" lIns="0" tIns="0" rIns="0" bIns="0" rtlCol="0">
            <a:spAutoFit/>
          </a:bodyPr>
          <a:lstStyle/>
          <a:p>
            <a:pPr lvl="0"/>
            <a:r>
              <a:rPr lang="pt-BR"/>
              <a:t>Clique para editar o texto mestre</a:t>
            </a:r>
          </a:p>
          <a:p>
            <a:pPr marL="197607" lvl="1" indent="-195987" algn="l" defTabSz="913526" rtl="0" eaLnBrk="1" fontAlgn="base" hangingPunct="1">
              <a:spcBef>
                <a:spcPct val="0"/>
              </a:spcBef>
              <a:spcAft>
                <a:spcPct val="0"/>
              </a:spcAft>
              <a:buClr>
                <a:schemeClr val="tx2"/>
              </a:buClr>
              <a:buSzPct val="125000"/>
              <a:buFont typeface="Arial" charset="0"/>
              <a:buChar char="▪"/>
            </a:pPr>
            <a:r>
              <a:rPr lang="pt-BR"/>
              <a:t>Segundo nível</a:t>
            </a:r>
          </a:p>
          <a:p>
            <a:pPr marL="466481" lvl="2" indent="-267255" algn="l" defTabSz="913526" rtl="0" eaLnBrk="1" fontAlgn="base" hangingPunct="1">
              <a:spcBef>
                <a:spcPct val="0"/>
              </a:spcBef>
              <a:spcAft>
                <a:spcPct val="0"/>
              </a:spcAft>
              <a:buClr>
                <a:schemeClr val="tx2"/>
              </a:buClr>
              <a:buSzPct val="120000"/>
              <a:buFont typeface="Arial" charset="0"/>
              <a:buChar char="–"/>
            </a:pPr>
            <a:r>
              <a:rPr lang="pt-BR"/>
              <a:t>Terceiro nível</a:t>
            </a:r>
          </a:p>
          <a:p>
            <a:pPr marL="626835" lvl="3" indent="-158733" algn="l" defTabSz="913526" rtl="0" eaLnBrk="1" fontAlgn="base" hangingPunct="1">
              <a:spcBef>
                <a:spcPct val="0"/>
              </a:spcBef>
              <a:spcAft>
                <a:spcPct val="0"/>
              </a:spcAft>
              <a:buClr>
                <a:schemeClr val="tx2"/>
              </a:buClr>
              <a:buSzPct val="120000"/>
              <a:buFont typeface="Arial" charset="0"/>
              <a:buChar char="▫"/>
            </a:pPr>
            <a:r>
              <a:rPr lang="pt-BR"/>
              <a:t>Quarto nível</a:t>
            </a:r>
          </a:p>
          <a:p>
            <a:pPr marL="765029" lvl="4" indent="-132818" algn="l" defTabSz="913526" rtl="0" eaLnBrk="1" fontAlgn="base" hangingPunct="1">
              <a:spcBef>
                <a:spcPct val="0"/>
              </a:spcBef>
              <a:spcAft>
                <a:spcPct val="0"/>
              </a:spcAft>
              <a:buClr>
                <a:schemeClr val="tx2"/>
              </a:buClr>
              <a:buSzPct val="89000"/>
              <a:buFont typeface="Arial" charset="0"/>
              <a:buChar char="-"/>
            </a:pPr>
            <a:r>
              <a:rPr lang="pt-BR"/>
              <a:t>Quinto nível</a:t>
            </a:r>
          </a:p>
        </p:txBody>
      </p:sp>
      <p:sp>
        <p:nvSpPr>
          <p:cNvPr id="9" name="Title Placeholder 8">
            <a:extLst>
              <a:ext uri="{FF2B5EF4-FFF2-40B4-BE49-F238E27FC236}">
                <a16:creationId xmlns:a16="http://schemas.microsoft.com/office/drawing/2014/main" id="{9BCB1BA9-FAC4-0C43-B11C-4BDA5176DF59}"/>
              </a:ext>
            </a:extLst>
          </p:cNvPr>
          <p:cNvSpPr>
            <a:spLocks noGrp="1"/>
          </p:cNvSpPr>
          <p:nvPr>
            <p:ph type="title"/>
          </p:nvPr>
        </p:nvSpPr>
        <p:spPr>
          <a:xfrm>
            <a:off x="233259" y="234001"/>
            <a:ext cx="11731200" cy="307777"/>
          </a:xfrm>
          <a:prstGeom prst="rect">
            <a:avLst/>
          </a:prstGeom>
        </p:spPr>
        <p:txBody>
          <a:bodyPr vert="horz" lIns="0" tIns="0" rIns="0" bIns="0" rtlCol="0" anchor="t" anchorCtr="0">
            <a:spAutoFit/>
          </a:bodyPr>
          <a:lstStyle/>
          <a:p>
            <a:r>
              <a:rPr lang="pt-BR"/>
              <a:t>Click to edit Master title style</a:t>
            </a:r>
          </a:p>
        </p:txBody>
      </p:sp>
    </p:spTree>
    <p:extLst>
      <p:ext uri="{BB962C8B-B14F-4D97-AF65-F5344CB8AC3E}">
        <p14:creationId xmlns:p14="http://schemas.microsoft.com/office/powerpoint/2010/main" val="2535930645"/>
      </p:ext>
    </p:extLst>
  </p:cSld>
  <p:clrMap bg1="lt1" tx1="dk1" bg2="lt2" tx2="dk2" accent1="accent1" accent2="accent2" accent3="accent3" accent4="accent4" accent5="accent5" accent6="accent6" hlink="hlink" folHlink="folHlink"/>
  <p:sldLayoutIdLst>
    <p:sldLayoutId id="2147483830" r:id="rId1"/>
    <p:sldLayoutId id="2147483831" r:id="rId2"/>
    <p:sldLayoutId id="2147483832" r:id="rId3"/>
    <p:sldLayoutId id="2147483833" r:id="rId4"/>
    <p:sldLayoutId id="2147483834" r:id="rId5"/>
    <p:sldLayoutId id="2147483835" r:id="rId6"/>
    <p:sldLayoutId id="2147483836" r:id="rId7"/>
  </p:sldLayoutIdLst>
  <p:txStyles>
    <p:titleStyle>
      <a:lvl1pPr algn="l" defTabSz="914400" rtl="0" eaLnBrk="1" latinLnBrk="0" hangingPunct="1">
        <a:spcBef>
          <a:spcPct val="0"/>
        </a:spcBef>
        <a:buNone/>
        <a:defRPr lang="pt-BR" sz="2000" b="1" kern="1200" baseline="0">
          <a:solidFill>
            <a:schemeClr val="tx2"/>
          </a:solidFill>
          <a:latin typeface="+mn-lt"/>
          <a:ea typeface="+mj-ea"/>
          <a:cs typeface="+mj-cs"/>
        </a:defRPr>
      </a:lvl1pPr>
    </p:titleStyle>
    <p:body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10" name="Object 9" hidden="1"/>
          <p:cNvGraphicFramePr>
            <a:graphicFrameLocks noChangeAspect="1"/>
          </p:cNvGraphicFramePr>
          <p:nvPr>
            <p:custDataLst>
              <p:tags r:id="rId34"/>
            </p:custDataLst>
            <p:extLst>
              <p:ext uri="{D42A27DB-BD31-4B8C-83A1-F6EECF244321}">
                <p14:modId xmlns:p14="http://schemas.microsoft.com/office/powerpoint/2010/main" val="629165527"/>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Slide do think-cell" r:id="rId36" imgW="270" imgH="270" progId="TCLayout.ActiveDocument.1">
                  <p:embed/>
                </p:oleObj>
              </mc:Choice>
              <mc:Fallback>
                <p:oleObj name="Slide do think-cell" r:id="rId36" imgW="270" imgH="270" progId="TCLayout.ActiveDocument.1">
                  <p:embed/>
                  <p:pic>
                    <p:nvPicPr>
                      <p:cNvPr id="10" name="Object 9" hidden="1"/>
                      <p:cNvPicPr/>
                      <p:nvPr/>
                    </p:nvPicPr>
                    <p:blipFill>
                      <a:blip r:embed="rId37"/>
                      <a:stretch>
                        <a:fillRect/>
                      </a:stretch>
                    </p:blipFill>
                    <p:spPr>
                      <a:xfrm>
                        <a:off x="2118" y="1589"/>
                        <a:ext cx="2116" cy="1587"/>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CE1F764F-59A3-DE41-B802-F70622259DA3}"/>
              </a:ext>
            </a:extLst>
          </p:cNvPr>
          <p:cNvSpPr/>
          <p:nvPr userDrawn="1">
            <p:custDataLst>
              <p:tags r:id="rId35"/>
            </p:custDataLst>
          </p:nvPr>
        </p:nvSpPr>
        <p:spPr>
          <a:xfrm>
            <a:off x="0" y="0"/>
            <a:ext cx="211667" cy="158750"/>
          </a:xfrm>
          <a:prstGeom prst="rect">
            <a:avLst/>
          </a:prstGeom>
          <a:solidFill>
            <a:schemeClr val="accent2"/>
          </a:solidFill>
          <a:ln w="19050">
            <a:solidFill>
              <a:schemeClr val="accent2"/>
            </a:solidFill>
            <a:miter lim="400000"/>
          </a:ln>
          <a:effectLst/>
        </p:spPr>
        <p:txBody>
          <a:bodyPr vert="horz" wrap="none" lIns="0" tIns="0" rIns="0" bIns="0" numCol="1" spcCol="0" rtlCol="0" anchor="ctr" anchorCtr="0">
            <a:noAutofit/>
          </a:bodyPr>
          <a:lstStyle/>
          <a:p>
            <a:pPr marL="0" lvl="0" indent="0" algn="l" rtl="0"/>
            <a:endParaRPr kumimoji="0" lang="en-US" sz="2000" b="1" i="0" u="none" cap="none" baseline="0">
              <a:solidFill>
                <a:schemeClr val="bg1"/>
              </a:solidFill>
              <a:latin typeface="Arial" panose="020B0604020202020204" pitchFamily="34" charset="0"/>
              <a:ea typeface="+mj-ea"/>
              <a:cs typeface="+mj-cs"/>
              <a:sym typeface="Arial" panose="020B0604020202020204" pitchFamily="34" charset="0"/>
            </a:endParaRPr>
          </a:p>
        </p:txBody>
      </p:sp>
      <p:sp>
        <p:nvSpPr>
          <p:cNvPr id="3" name="Espaço Reservado para Texto 2"/>
          <p:cNvSpPr>
            <a:spLocks noGrp="1"/>
          </p:cNvSpPr>
          <p:nvPr>
            <p:ph type="body" idx="1"/>
          </p:nvPr>
        </p:nvSpPr>
        <p:spPr>
          <a:xfrm>
            <a:off x="609600" y="1600200"/>
            <a:ext cx="10972800" cy="1107996"/>
          </a:xfrm>
          <a:prstGeom prst="rect">
            <a:avLst/>
          </a:prstGeom>
        </p:spPr>
        <p:txBody>
          <a:bodyPr vert="horz" lIns="0" tIns="0" rIns="0" bIns="0" rtlCol="0">
            <a:spAutoFit/>
          </a:bodyPr>
          <a:lstStyle/>
          <a:p>
            <a:pPr lvl="0"/>
            <a:r>
              <a:rPr lang="en-US"/>
              <a:t>Clique para editar o texto mestre</a:t>
            </a:r>
          </a:p>
          <a:p>
            <a:pPr marL="197607" lvl="1" indent="-195987" algn="l" defTabSz="913526" rtl="0" eaLnBrk="1" fontAlgn="base" hangingPunct="1">
              <a:spcBef>
                <a:spcPct val="0"/>
              </a:spcBef>
              <a:spcAft>
                <a:spcPct val="0"/>
              </a:spcAft>
              <a:buClr>
                <a:schemeClr val="tx2"/>
              </a:buClr>
              <a:buSzPct val="125000"/>
              <a:buFont typeface="Arial" charset="0"/>
              <a:buChar char="▪"/>
            </a:pPr>
            <a:r>
              <a:rPr lang="en-US"/>
              <a:t>Segundo nível</a:t>
            </a:r>
          </a:p>
          <a:p>
            <a:pPr marL="466481" lvl="2" indent="-267255" algn="l" defTabSz="913526" rtl="0" eaLnBrk="1" fontAlgn="base" hangingPunct="1">
              <a:spcBef>
                <a:spcPct val="0"/>
              </a:spcBef>
              <a:spcAft>
                <a:spcPct val="0"/>
              </a:spcAft>
              <a:buClr>
                <a:schemeClr val="tx2"/>
              </a:buClr>
              <a:buSzPct val="120000"/>
              <a:buFont typeface="Arial" charset="0"/>
              <a:buChar char="–"/>
            </a:pPr>
            <a:r>
              <a:rPr lang="en-US"/>
              <a:t>Terceiro nível</a:t>
            </a:r>
          </a:p>
          <a:p>
            <a:pPr marL="626835" lvl="3" indent="-158733" algn="l" defTabSz="913526" rtl="0" eaLnBrk="1" fontAlgn="base" hangingPunct="1">
              <a:spcBef>
                <a:spcPct val="0"/>
              </a:spcBef>
              <a:spcAft>
                <a:spcPct val="0"/>
              </a:spcAft>
              <a:buClr>
                <a:schemeClr val="tx2"/>
              </a:buClr>
              <a:buSzPct val="120000"/>
              <a:buFont typeface="Arial" charset="0"/>
              <a:buChar char="▫"/>
            </a:pPr>
            <a:r>
              <a:rPr lang="en-US"/>
              <a:t>Quarto nível</a:t>
            </a:r>
          </a:p>
          <a:p>
            <a:pPr marL="765029" lvl="4" indent="-132818" algn="l" defTabSz="913526" rtl="0" eaLnBrk="1" fontAlgn="base" hangingPunct="1">
              <a:spcBef>
                <a:spcPct val="0"/>
              </a:spcBef>
              <a:spcAft>
                <a:spcPct val="0"/>
              </a:spcAft>
              <a:buClr>
                <a:schemeClr val="tx2"/>
              </a:buClr>
              <a:buSzPct val="89000"/>
              <a:buFont typeface="Arial" charset="0"/>
              <a:buChar char="-"/>
            </a:pPr>
            <a:r>
              <a:rPr lang="en-US"/>
              <a:t>Quinto nível</a:t>
            </a:r>
          </a:p>
        </p:txBody>
      </p:sp>
      <p:sp>
        <p:nvSpPr>
          <p:cNvPr id="9" name="Title Placeholder 8">
            <a:extLst>
              <a:ext uri="{FF2B5EF4-FFF2-40B4-BE49-F238E27FC236}">
                <a16:creationId xmlns:a16="http://schemas.microsoft.com/office/drawing/2014/main" id="{9BCB1BA9-FAC4-0C43-B11C-4BDA5176DF59}"/>
              </a:ext>
            </a:extLst>
          </p:cNvPr>
          <p:cNvSpPr>
            <a:spLocks noGrp="1"/>
          </p:cNvSpPr>
          <p:nvPr>
            <p:ph type="title"/>
          </p:nvPr>
        </p:nvSpPr>
        <p:spPr>
          <a:xfrm>
            <a:off x="233259" y="234001"/>
            <a:ext cx="11731200" cy="307777"/>
          </a:xfrm>
          <a:prstGeom prst="rect">
            <a:avLst/>
          </a:prstGeom>
        </p:spPr>
        <p:txBody>
          <a:bodyPr vert="horz" lIns="0" tIns="0" rIns="0" bIns="0" rtlCol="0" anchor="t" anchorCtr="0">
            <a:spAutoFit/>
          </a:bodyPr>
          <a:lstStyle/>
          <a:p>
            <a:r>
              <a:rPr lang="en-US"/>
              <a:t>Click to edit Master title style</a:t>
            </a:r>
          </a:p>
        </p:txBody>
      </p:sp>
    </p:spTree>
    <p:extLst>
      <p:ext uri="{BB962C8B-B14F-4D97-AF65-F5344CB8AC3E}">
        <p14:creationId xmlns:p14="http://schemas.microsoft.com/office/powerpoint/2010/main" val="1897252166"/>
      </p:ext>
    </p:extLst>
  </p:cSld>
  <p:clrMap bg1="lt1" tx1="dk1" bg2="lt2" tx2="dk2" accent1="accent1" accent2="accent2" accent3="accent3" accent4="accent4" accent5="accent5" accent6="accent6" hlink="hlink" folHlink="folHlink"/>
  <p:sldLayoutIdLst>
    <p:sldLayoutId id="2147483838" r:id="rId1"/>
    <p:sldLayoutId id="2147483839" r:id="rId2"/>
    <p:sldLayoutId id="2147483840" r:id="rId3"/>
    <p:sldLayoutId id="2147483841" r:id="rId4"/>
    <p:sldLayoutId id="2147483842" r:id="rId5"/>
    <p:sldLayoutId id="2147483843" r:id="rId6"/>
    <p:sldLayoutId id="2147483844" r:id="rId7"/>
    <p:sldLayoutId id="2147483845" r:id="rId8"/>
    <p:sldLayoutId id="2147483846" r:id="rId9"/>
    <p:sldLayoutId id="2147483847" r:id="rId10"/>
    <p:sldLayoutId id="2147483848" r:id="rId11"/>
    <p:sldLayoutId id="2147483849" r:id="rId12"/>
    <p:sldLayoutId id="2147483850" r:id="rId13"/>
    <p:sldLayoutId id="2147483851" r:id="rId14"/>
    <p:sldLayoutId id="2147483852" r:id="rId15"/>
    <p:sldLayoutId id="2147483853" r:id="rId16"/>
    <p:sldLayoutId id="2147483854" r:id="rId17"/>
    <p:sldLayoutId id="2147483855" r:id="rId18"/>
    <p:sldLayoutId id="2147483856" r:id="rId19"/>
    <p:sldLayoutId id="2147483857" r:id="rId20"/>
    <p:sldLayoutId id="2147483858" r:id="rId21"/>
    <p:sldLayoutId id="2147483859" r:id="rId22"/>
    <p:sldLayoutId id="2147483860" r:id="rId23"/>
    <p:sldLayoutId id="2147483861" r:id="rId24"/>
    <p:sldLayoutId id="2147483862" r:id="rId25"/>
    <p:sldLayoutId id="2147483863" r:id="rId26"/>
    <p:sldLayoutId id="2147483864" r:id="rId27"/>
    <p:sldLayoutId id="2147483865" r:id="rId28"/>
    <p:sldLayoutId id="2147483866" r:id="rId29"/>
    <p:sldLayoutId id="2147483867" r:id="rId30"/>
    <p:sldLayoutId id="2147483868" r:id="rId31"/>
    <p:sldLayoutId id="2147483869" r:id="rId32"/>
  </p:sldLayoutIdLst>
  <p:txStyles>
    <p:titleStyle>
      <a:lvl1pPr algn="l" defTabSz="914400" rtl="0" eaLnBrk="1" latinLnBrk="0" hangingPunct="1">
        <a:spcBef>
          <a:spcPct val="0"/>
        </a:spcBef>
        <a:buNone/>
        <a:defRPr lang="pt-BR" sz="2000" b="1" kern="1200" baseline="0">
          <a:solidFill>
            <a:schemeClr val="tx2"/>
          </a:solidFill>
          <a:latin typeface="+mn-lt"/>
          <a:ea typeface="+mj-ea"/>
          <a:cs typeface="+mj-cs"/>
        </a:defRPr>
      </a:lvl1pPr>
    </p:titleStyle>
    <p:body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A53DDC0E-BD88-73F2-A176-D41A8495BA13}"/>
              </a:ext>
            </a:extLst>
          </p:cNvPr>
          <p:cNvGraphicFramePr>
            <a:graphicFrameLocks noChangeAspect="1"/>
          </p:cNvGraphicFramePr>
          <p:nvPr userDrawn="1">
            <p:custDataLst>
              <p:tags r:id="rId8"/>
            </p:custDataLst>
            <p:extLst>
              <p:ext uri="{D42A27DB-BD31-4B8C-83A1-F6EECF244321}">
                <p14:modId xmlns:p14="http://schemas.microsoft.com/office/powerpoint/2010/main" val="59492504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Slide do think-cell" r:id="rId9" imgW="425" imgH="424" progId="TCLayout.ActiveDocument.1">
                  <p:embed/>
                </p:oleObj>
              </mc:Choice>
              <mc:Fallback>
                <p:oleObj name="Slide do think-cell" r:id="rId9" imgW="425" imgH="424" progId="TCLayout.ActiveDocument.1">
                  <p:embed/>
                  <p:pic>
                    <p:nvPicPr>
                      <p:cNvPr id="9" name="think-cell data - do not delete" hidden="1">
                        <a:extLst>
                          <a:ext uri="{FF2B5EF4-FFF2-40B4-BE49-F238E27FC236}">
                            <a16:creationId xmlns:a16="http://schemas.microsoft.com/office/drawing/2014/main" id="{A53DDC0E-BD88-73F2-A176-D41A8495BA13}"/>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a:xfrm>
            <a:off x="341169" y="594000"/>
            <a:ext cx="11488985" cy="716400"/>
          </a:xfrm>
          <a:prstGeom prst="rect">
            <a:avLst/>
          </a:prstGeom>
        </p:spPr>
        <p:txBody>
          <a:bodyPr vert="horz" lIns="0" tIns="0" rIns="0" bIns="0" rtlCol="0" anchor="t" anchorCtr="0">
            <a:noAutofit/>
          </a:bodyPr>
          <a:lstStyle/>
          <a:p>
            <a:r>
              <a:rPr lang="en-US"/>
              <a:t>Click to edit Master title style</a:t>
            </a:r>
          </a:p>
        </p:txBody>
      </p:sp>
      <p:sp>
        <p:nvSpPr>
          <p:cNvPr id="3" name="Text Placeholder 2"/>
          <p:cNvSpPr>
            <a:spLocks noGrp="1"/>
          </p:cNvSpPr>
          <p:nvPr>
            <p:ph type="body" idx="1"/>
          </p:nvPr>
        </p:nvSpPr>
        <p:spPr>
          <a:xfrm>
            <a:off x="354462" y="1569600"/>
            <a:ext cx="11090217" cy="4611600"/>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50031" y="6692400"/>
            <a:ext cx="419987" cy="107722"/>
          </a:xfrm>
          <a:prstGeom prst="rect">
            <a:avLst/>
          </a:prstGeom>
        </p:spPr>
        <p:txBody>
          <a:bodyPr vert="horz" wrap="none" lIns="0" tIns="0" rIns="0" bIns="0" rtlCol="0" anchor="t" anchorCtr="0">
            <a:spAutoFit/>
          </a:bodyPr>
          <a:lstStyle>
            <a:lvl1pPr algn="l">
              <a:defRPr sz="700">
                <a:solidFill>
                  <a:schemeClr val="tx1"/>
                </a:solidFill>
                <a:latin typeface="Arial" pitchFamily="34" charset="0"/>
                <a:cs typeface="Arial" pitchFamily="34" charset="0"/>
              </a:defRPr>
            </a:lvl1pPr>
          </a:lstStyle>
          <a:p>
            <a:r>
              <a:rPr lang="pt-BR"/>
              <a:t>May, 2013</a:t>
            </a:r>
            <a:endParaRPr lang="en-US"/>
          </a:p>
        </p:txBody>
      </p:sp>
      <p:sp>
        <p:nvSpPr>
          <p:cNvPr id="5" name="Footer Placeholder 4"/>
          <p:cNvSpPr>
            <a:spLocks noGrp="1"/>
          </p:cNvSpPr>
          <p:nvPr>
            <p:ph type="ftr" sz="quarter" idx="3"/>
          </p:nvPr>
        </p:nvSpPr>
        <p:spPr>
          <a:xfrm>
            <a:off x="2366031" y="6692400"/>
            <a:ext cx="2082462" cy="107722"/>
          </a:xfrm>
          <a:prstGeom prst="rect">
            <a:avLst/>
          </a:prstGeom>
        </p:spPr>
        <p:txBody>
          <a:bodyPr vert="horz" lIns="0" tIns="0" rIns="0" bIns="0" rtlCol="0" anchor="t" anchorCtr="0">
            <a:spAutoFit/>
          </a:bodyPr>
          <a:lstStyle>
            <a:lvl1pPr algn="l">
              <a:defRPr sz="700">
                <a:solidFill>
                  <a:schemeClr val="tx1"/>
                </a:solidFill>
                <a:latin typeface="Arial" pitchFamily="34" charset="0"/>
                <a:cs typeface="Arial" pitchFamily="34" charset="0"/>
              </a:defRPr>
            </a:lvl1pPr>
          </a:lstStyle>
          <a:p>
            <a:endParaRPr lang="en-US"/>
          </a:p>
        </p:txBody>
      </p:sp>
      <p:sp>
        <p:nvSpPr>
          <p:cNvPr id="6" name="Slide Number Placeholder 5"/>
          <p:cNvSpPr>
            <a:spLocks noGrp="1"/>
          </p:cNvSpPr>
          <p:nvPr>
            <p:ph type="sldNum" sz="quarter" idx="4"/>
          </p:nvPr>
        </p:nvSpPr>
        <p:spPr>
          <a:xfrm>
            <a:off x="11165539" y="6573600"/>
            <a:ext cx="664617" cy="183600"/>
          </a:xfrm>
          <a:prstGeom prst="rect">
            <a:avLst/>
          </a:prstGeom>
        </p:spPr>
        <p:txBody>
          <a:bodyPr vert="horz" wrap="square" lIns="0" tIns="0" rIns="0" bIns="0" rtlCol="0" anchor="t" anchorCtr="0">
            <a:noAutofit/>
          </a:bodyPr>
          <a:lstStyle>
            <a:lvl1pPr algn="r">
              <a:defRPr sz="1200">
                <a:solidFill>
                  <a:srgbClr val="000000"/>
                </a:solidFill>
                <a:latin typeface="Arial" pitchFamily="34" charset="0"/>
                <a:cs typeface="Arial" pitchFamily="34" charset="0"/>
              </a:defRPr>
            </a:lvl1pPr>
          </a:lstStyle>
          <a:p>
            <a:fld id="{9AD998C7-1095-4F79-96A7-1CADFC383356}" type="slidenum">
              <a:rPr lang="en-US" smtClean="0"/>
              <a:pPr/>
              <a:t>‹#›</a:t>
            </a:fld>
            <a:endParaRPr lang="en-US"/>
          </a:p>
        </p:txBody>
      </p:sp>
      <p:sp>
        <p:nvSpPr>
          <p:cNvPr id="7" name="Rectangle 6"/>
          <p:cNvSpPr/>
          <p:nvPr/>
        </p:nvSpPr>
        <p:spPr>
          <a:xfrm>
            <a:off x="354461" y="6465600"/>
            <a:ext cx="11488985" cy="75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1" name="TextBox 10"/>
          <p:cNvSpPr txBox="1"/>
          <p:nvPr/>
        </p:nvSpPr>
        <p:spPr>
          <a:xfrm>
            <a:off x="4709908" y="6588000"/>
            <a:ext cx="904094" cy="107722"/>
          </a:xfrm>
          <a:prstGeom prst="rect">
            <a:avLst/>
          </a:prstGeom>
          <a:noFill/>
        </p:spPr>
        <p:txBody>
          <a:bodyPr wrap="none" lIns="0" tIns="0" rIns="0" bIns="0" rtlCol="0">
            <a:spAutoFit/>
          </a:bodyPr>
          <a:lstStyle/>
          <a:p>
            <a:r>
              <a:rPr lang="en-US" sz="700">
                <a:latin typeface="Arial" pitchFamily="34" charset="0"/>
                <a:cs typeface="Arial" pitchFamily="34" charset="0"/>
              </a:rPr>
              <a:t>Prepared for</a:t>
            </a:r>
            <a:r>
              <a:rPr lang="en-US" sz="700" baseline="0">
                <a:latin typeface="Arial" pitchFamily="34" charset="0"/>
                <a:cs typeface="Arial" pitchFamily="34" charset="0"/>
              </a:rPr>
              <a:t> </a:t>
            </a:r>
            <a:r>
              <a:rPr lang="en-US" sz="700">
                <a:latin typeface="Arial" pitchFamily="34" charset="0"/>
                <a:cs typeface="Arial" pitchFamily="34" charset="0"/>
              </a:rPr>
              <a:t>Syngenta</a:t>
            </a:r>
          </a:p>
        </p:txBody>
      </p:sp>
      <p:sp>
        <p:nvSpPr>
          <p:cNvPr id="12" name="TextBox 11" descr="casecode" title="casecode"/>
          <p:cNvSpPr txBox="1"/>
          <p:nvPr/>
        </p:nvSpPr>
        <p:spPr>
          <a:xfrm>
            <a:off x="2366031" y="6573600"/>
            <a:ext cx="2082462" cy="107722"/>
          </a:xfrm>
          <a:prstGeom prst="rect">
            <a:avLst/>
          </a:prstGeom>
          <a:noFill/>
        </p:spPr>
        <p:txBody>
          <a:bodyPr wrap="square" lIns="0" tIns="0" rIns="0" bIns="0" rtlCol="0">
            <a:spAutoFit/>
          </a:bodyPr>
          <a:lstStyle/>
          <a:p>
            <a:r>
              <a:rPr lang="pt-BR" sz="700">
                <a:latin typeface="Arial" pitchFamily="34" charset="0"/>
                <a:cs typeface="Arial" pitchFamily="34" charset="0"/>
              </a:rPr>
              <a:t>20240523_Morro Verde_Proposta técnica_v06.pptx</a:t>
            </a:r>
            <a:endParaRPr lang="en-US" sz="700">
              <a:latin typeface="Arial" pitchFamily="34" charset="0"/>
              <a:cs typeface="Arial" pitchFamily="34" charset="0"/>
            </a:endParaRPr>
          </a:p>
        </p:txBody>
      </p:sp>
      <p:sp>
        <p:nvSpPr>
          <p:cNvPr id="10" name="Rectangle 9"/>
          <p:cNvSpPr/>
          <p:nvPr/>
        </p:nvSpPr>
        <p:spPr>
          <a:xfrm>
            <a:off x="354461" y="295200"/>
            <a:ext cx="11488985" cy="75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4" name="TextBox 13"/>
          <p:cNvSpPr txBox="1"/>
          <p:nvPr/>
        </p:nvSpPr>
        <p:spPr>
          <a:xfrm>
            <a:off x="350033" y="6588000"/>
            <a:ext cx="697307" cy="107722"/>
          </a:xfrm>
          <a:prstGeom prst="rect">
            <a:avLst/>
          </a:prstGeom>
          <a:noFill/>
        </p:spPr>
        <p:txBody>
          <a:bodyPr wrap="none" lIns="0" tIns="0" rIns="0" bIns="0" rtlCol="0">
            <a:spAutoFit/>
          </a:bodyPr>
          <a:lstStyle/>
          <a:p>
            <a:r>
              <a:rPr lang="en-US" sz="700">
                <a:latin typeface="Arial" pitchFamily="34" charset="0"/>
                <a:cs typeface="Arial" pitchFamily="34" charset="0"/>
              </a:rPr>
              <a:t>Booz &amp; Company</a:t>
            </a:r>
          </a:p>
        </p:txBody>
      </p:sp>
    </p:spTree>
    <p:extLst>
      <p:ext uri="{BB962C8B-B14F-4D97-AF65-F5344CB8AC3E}">
        <p14:creationId xmlns:p14="http://schemas.microsoft.com/office/powerpoint/2010/main" val="1384015281"/>
      </p:ext>
    </p:extLst>
  </p:cSld>
  <p:clrMap bg1="lt1" tx1="dk1" bg2="lt2" tx2="dk2" accent1="accent1" accent2="accent2" accent3="accent3" accent4="accent4" accent5="accent5" accent6="accent6" hlink="hlink" folHlink="folHlink"/>
  <p:sldLayoutIdLst>
    <p:sldLayoutId id="2147483883" r:id="rId1"/>
    <p:sldLayoutId id="2147483884" r:id="rId2"/>
    <p:sldLayoutId id="2147483885" r:id="rId3"/>
    <p:sldLayoutId id="2147483886" r:id="rId4"/>
    <p:sldLayoutId id="2147483887" r:id="rId5"/>
    <p:sldLayoutId id="2147483888" r:id="rId6"/>
  </p:sldLayoutIdLst>
  <p:hf hdr="0" ftr="0"/>
  <p:txStyles>
    <p:titleStyle>
      <a:lvl1pPr algn="l" defTabSz="914400" rtl="0" eaLnBrk="1" latinLnBrk="0" hangingPunct="1">
        <a:spcBef>
          <a:spcPct val="0"/>
        </a:spcBef>
        <a:buNone/>
        <a:defRPr sz="2400" b="1" kern="1200">
          <a:solidFill>
            <a:schemeClr val="tx1"/>
          </a:solidFill>
          <a:latin typeface="Book Antiqua" pitchFamily="18" charset="0"/>
          <a:ea typeface="+mj-ea"/>
          <a:cs typeface="+mj-cs"/>
        </a:defRPr>
      </a:lvl1pPr>
    </p:titleStyle>
    <p:bodyStyle>
      <a:lvl1pPr marL="183600" indent="-183600" algn="l" defTabSz="914400" rtl="0" eaLnBrk="1" latinLnBrk="0" hangingPunct="1">
        <a:spcBef>
          <a:spcPts val="1920"/>
        </a:spcBef>
        <a:buFont typeface="Wingdings" pitchFamily="2" charset="2"/>
        <a:buChar char="§"/>
        <a:defRPr sz="1600" kern="1200">
          <a:solidFill>
            <a:schemeClr val="tx1"/>
          </a:solidFill>
          <a:latin typeface="Arial" pitchFamily="34" charset="0"/>
          <a:ea typeface="+mn-ea"/>
          <a:cs typeface="Arial" pitchFamily="34" charset="0"/>
        </a:defRPr>
      </a:lvl1pPr>
      <a:lvl2pPr marL="356400" indent="-172800" algn="l" defTabSz="914400" rtl="0" eaLnBrk="1" latinLnBrk="0" hangingPunct="1">
        <a:lnSpc>
          <a:spcPct val="90000"/>
        </a:lnSpc>
        <a:spcBef>
          <a:spcPts val="768"/>
        </a:spcBef>
        <a:buFont typeface="Arial" pitchFamily="34" charset="0"/>
        <a:buChar char="–"/>
        <a:defRPr sz="1600" kern="1200">
          <a:solidFill>
            <a:schemeClr val="tx1"/>
          </a:solidFill>
          <a:latin typeface="Arial" pitchFamily="34" charset="0"/>
          <a:ea typeface="+mn-ea"/>
          <a:cs typeface="Arial" pitchFamily="34" charset="0"/>
        </a:defRPr>
      </a:lvl2pPr>
      <a:lvl3pPr marL="538163" indent="-180975" algn="l" defTabSz="914400" rtl="0" eaLnBrk="1" latinLnBrk="0" hangingPunct="1">
        <a:lnSpc>
          <a:spcPct val="90000"/>
        </a:lnSpc>
        <a:spcBef>
          <a:spcPts val="768"/>
        </a:spcBef>
        <a:buFont typeface="Arial" pitchFamily="34" charset="0"/>
        <a:buChar char="•"/>
        <a:defRPr sz="1600" kern="1200">
          <a:solidFill>
            <a:schemeClr val="tx1"/>
          </a:solidFill>
          <a:latin typeface="Arial" pitchFamily="34" charset="0"/>
          <a:ea typeface="+mn-ea"/>
          <a:cs typeface="Arial" pitchFamily="34" charset="0"/>
        </a:defRPr>
      </a:lvl3pPr>
      <a:lvl4pPr marL="719138" indent="-180975" algn="l" defTabSz="914400" rtl="0" eaLnBrk="1" latinLnBrk="0" hangingPunct="1">
        <a:lnSpc>
          <a:spcPct val="90000"/>
        </a:lnSpc>
        <a:spcBef>
          <a:spcPts val="768"/>
        </a:spcBef>
        <a:buFont typeface="Arial" pitchFamily="34" charset="0"/>
        <a:buChar char="–"/>
        <a:defRPr sz="1600" kern="1200">
          <a:solidFill>
            <a:schemeClr val="tx1"/>
          </a:solidFill>
          <a:latin typeface="Arial" pitchFamily="34" charset="0"/>
          <a:ea typeface="+mn-ea"/>
          <a:cs typeface="Arial" pitchFamily="34" charset="0"/>
        </a:defRPr>
      </a:lvl4pPr>
      <a:lvl5pPr marL="900000" indent="-180000" algn="l" defTabSz="914400" rtl="0" eaLnBrk="1" latinLnBrk="0" hangingPunct="1">
        <a:lnSpc>
          <a:spcPct val="90000"/>
        </a:lnSpc>
        <a:spcBef>
          <a:spcPts val="768"/>
        </a:spcBef>
        <a:buFont typeface="Arial" pitchFamily="34" charset="0"/>
        <a:buChar char="•"/>
        <a:defRPr sz="16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10" name="Object 9" hidden="1"/>
          <p:cNvGraphicFramePr>
            <a:graphicFrameLocks noChangeAspect="1"/>
          </p:cNvGraphicFramePr>
          <p:nvPr>
            <p:custDataLst>
              <p:tags r:id="rId10"/>
            </p:custDataLst>
            <p:extLst>
              <p:ext uri="{D42A27DB-BD31-4B8C-83A1-F6EECF244321}">
                <p14:modId xmlns:p14="http://schemas.microsoft.com/office/powerpoint/2010/main" val="279281951"/>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Slide do think-cell" r:id="rId12" imgW="270" imgH="270" progId="TCLayout.ActiveDocument.1">
                  <p:embed/>
                </p:oleObj>
              </mc:Choice>
              <mc:Fallback>
                <p:oleObj name="Slide do think-cell" r:id="rId12" imgW="270" imgH="270" progId="TCLayout.ActiveDocument.1">
                  <p:embed/>
                  <p:pic>
                    <p:nvPicPr>
                      <p:cNvPr id="10" name="Object 9" hidden="1"/>
                      <p:cNvPicPr/>
                      <p:nvPr/>
                    </p:nvPicPr>
                    <p:blipFill>
                      <a:blip r:embed="rId13"/>
                      <a:stretch>
                        <a:fillRect/>
                      </a:stretch>
                    </p:blipFill>
                    <p:spPr>
                      <a:xfrm>
                        <a:off x="2118" y="1589"/>
                        <a:ext cx="2116" cy="1587"/>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CE1F764F-59A3-DE41-B802-F70622259DA3}"/>
              </a:ext>
            </a:extLst>
          </p:cNvPr>
          <p:cNvSpPr/>
          <p:nvPr userDrawn="1">
            <p:custDataLst>
              <p:tags r:id="rId11"/>
            </p:custDataLst>
          </p:nvPr>
        </p:nvSpPr>
        <p:spPr>
          <a:xfrm>
            <a:off x="0" y="0"/>
            <a:ext cx="211667" cy="158750"/>
          </a:xfrm>
          <a:prstGeom prst="rect">
            <a:avLst/>
          </a:prstGeom>
          <a:solidFill>
            <a:schemeClr val="accent2"/>
          </a:solidFill>
          <a:ln w="19050">
            <a:solidFill>
              <a:schemeClr val="accent2"/>
            </a:solidFill>
            <a:miter lim="400000"/>
          </a:ln>
          <a:effectLst/>
        </p:spPr>
        <p:txBody>
          <a:bodyPr vert="horz" wrap="none" lIns="0" tIns="0" rIns="0" bIns="0" numCol="1" spcCol="0" rtlCol="0" anchor="ctr" anchorCtr="0">
            <a:noAutofit/>
          </a:bodyPr>
          <a:lstStyle/>
          <a:p>
            <a:pPr marL="0" lvl="0" indent="0" algn="l" rtl="0"/>
            <a:endParaRPr lang="pt-BR" sz="20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3" name="Espaço Reservado para Texto 2"/>
          <p:cNvSpPr>
            <a:spLocks noGrp="1"/>
          </p:cNvSpPr>
          <p:nvPr>
            <p:ph type="body" idx="1"/>
          </p:nvPr>
        </p:nvSpPr>
        <p:spPr>
          <a:xfrm>
            <a:off x="609600" y="1600200"/>
            <a:ext cx="10972800" cy="1107996"/>
          </a:xfrm>
          <a:prstGeom prst="rect">
            <a:avLst/>
          </a:prstGeom>
        </p:spPr>
        <p:txBody>
          <a:bodyPr vert="horz" lIns="0" tIns="0" rIns="0" bIns="0" rtlCol="0">
            <a:spAutoFit/>
          </a:bodyPr>
          <a:lstStyle/>
          <a:p>
            <a:pPr lvl="0"/>
            <a:r>
              <a:rPr lang="pt-BR"/>
              <a:t>Clique para editar o texto mestre</a:t>
            </a:r>
          </a:p>
          <a:p>
            <a:pPr marL="197607" lvl="1" indent="-195987" algn="l" defTabSz="913526" rtl="0" eaLnBrk="1" fontAlgn="base" hangingPunct="1">
              <a:spcBef>
                <a:spcPct val="0"/>
              </a:spcBef>
              <a:spcAft>
                <a:spcPct val="0"/>
              </a:spcAft>
              <a:buClr>
                <a:schemeClr val="tx2"/>
              </a:buClr>
              <a:buSzPct val="125000"/>
              <a:buFont typeface="Arial" charset="0"/>
              <a:buChar char="▪"/>
            </a:pPr>
            <a:r>
              <a:rPr lang="pt-BR"/>
              <a:t>Segundo nível</a:t>
            </a:r>
          </a:p>
          <a:p>
            <a:pPr marL="466481" lvl="2" indent="-267255" algn="l" defTabSz="913526" rtl="0" eaLnBrk="1" fontAlgn="base" hangingPunct="1">
              <a:spcBef>
                <a:spcPct val="0"/>
              </a:spcBef>
              <a:spcAft>
                <a:spcPct val="0"/>
              </a:spcAft>
              <a:buClr>
                <a:schemeClr val="tx2"/>
              </a:buClr>
              <a:buSzPct val="120000"/>
              <a:buFont typeface="Arial" charset="0"/>
              <a:buChar char="–"/>
            </a:pPr>
            <a:r>
              <a:rPr lang="pt-BR"/>
              <a:t>Terceiro nível</a:t>
            </a:r>
          </a:p>
          <a:p>
            <a:pPr marL="626835" lvl="3" indent="-158733" algn="l" defTabSz="913526" rtl="0" eaLnBrk="1" fontAlgn="base" hangingPunct="1">
              <a:spcBef>
                <a:spcPct val="0"/>
              </a:spcBef>
              <a:spcAft>
                <a:spcPct val="0"/>
              </a:spcAft>
              <a:buClr>
                <a:schemeClr val="tx2"/>
              </a:buClr>
              <a:buSzPct val="120000"/>
              <a:buFont typeface="Arial" charset="0"/>
              <a:buChar char="▫"/>
            </a:pPr>
            <a:r>
              <a:rPr lang="pt-BR"/>
              <a:t>Quarto nível</a:t>
            </a:r>
          </a:p>
          <a:p>
            <a:pPr marL="765029" lvl="4" indent="-132818" algn="l" defTabSz="913526" rtl="0" eaLnBrk="1" fontAlgn="base" hangingPunct="1">
              <a:spcBef>
                <a:spcPct val="0"/>
              </a:spcBef>
              <a:spcAft>
                <a:spcPct val="0"/>
              </a:spcAft>
              <a:buClr>
                <a:schemeClr val="tx2"/>
              </a:buClr>
              <a:buSzPct val="89000"/>
              <a:buFont typeface="Arial" charset="0"/>
              <a:buChar char="-"/>
            </a:pPr>
            <a:r>
              <a:rPr lang="pt-BR"/>
              <a:t>Quinto nível</a:t>
            </a:r>
          </a:p>
        </p:txBody>
      </p:sp>
      <p:sp>
        <p:nvSpPr>
          <p:cNvPr id="9" name="Title Placeholder 8">
            <a:extLst>
              <a:ext uri="{FF2B5EF4-FFF2-40B4-BE49-F238E27FC236}">
                <a16:creationId xmlns:a16="http://schemas.microsoft.com/office/drawing/2014/main" id="{9BCB1BA9-FAC4-0C43-B11C-4BDA5176DF59}"/>
              </a:ext>
            </a:extLst>
          </p:cNvPr>
          <p:cNvSpPr>
            <a:spLocks noGrp="1"/>
          </p:cNvSpPr>
          <p:nvPr>
            <p:ph type="title"/>
          </p:nvPr>
        </p:nvSpPr>
        <p:spPr>
          <a:xfrm>
            <a:off x="233259" y="234001"/>
            <a:ext cx="11731200" cy="307777"/>
          </a:xfrm>
          <a:prstGeom prst="rect">
            <a:avLst/>
          </a:prstGeom>
        </p:spPr>
        <p:txBody>
          <a:bodyPr vert="horz" lIns="0" tIns="0" rIns="0" bIns="0" rtlCol="0" anchor="t" anchorCtr="0">
            <a:spAutoFit/>
          </a:bodyPr>
          <a:lstStyle/>
          <a:p>
            <a:r>
              <a:rPr lang="pt-BR"/>
              <a:t>Click </a:t>
            </a:r>
            <a:r>
              <a:rPr lang="pt-BR" err="1"/>
              <a:t>to</a:t>
            </a:r>
            <a:r>
              <a:rPr lang="pt-BR"/>
              <a:t> </a:t>
            </a:r>
            <a:r>
              <a:rPr lang="pt-BR" err="1"/>
              <a:t>edit</a:t>
            </a:r>
            <a:r>
              <a:rPr lang="pt-BR"/>
              <a:t> Master </a:t>
            </a:r>
            <a:r>
              <a:rPr lang="pt-BR" err="1"/>
              <a:t>title</a:t>
            </a:r>
            <a:r>
              <a:rPr lang="pt-BR"/>
              <a:t> </a:t>
            </a:r>
            <a:r>
              <a:rPr lang="pt-BR" err="1"/>
              <a:t>style</a:t>
            </a:r>
            <a:endParaRPr lang="pt-BR"/>
          </a:p>
        </p:txBody>
      </p:sp>
    </p:spTree>
    <p:extLst>
      <p:ext uri="{BB962C8B-B14F-4D97-AF65-F5344CB8AC3E}">
        <p14:creationId xmlns:p14="http://schemas.microsoft.com/office/powerpoint/2010/main" val="910544199"/>
      </p:ext>
    </p:extLst>
  </p:cSld>
  <p:clrMap bg1="lt1" tx1="dk1" bg2="lt2" tx2="dk2" accent1="accent1" accent2="accent2" accent3="accent3" accent4="accent4" accent5="accent5" accent6="accent6" hlink="hlink" folHlink="folHlink"/>
  <p:sldLayoutIdLst>
    <p:sldLayoutId id="2147483891" r:id="rId1"/>
    <p:sldLayoutId id="2147483892" r:id="rId2"/>
    <p:sldLayoutId id="2147483893" r:id="rId3"/>
    <p:sldLayoutId id="2147483894" r:id="rId4"/>
    <p:sldLayoutId id="2147483895" r:id="rId5"/>
    <p:sldLayoutId id="2147483896" r:id="rId6"/>
    <p:sldLayoutId id="2147483897" r:id="rId7"/>
    <p:sldLayoutId id="2147483898" r:id="rId8"/>
  </p:sldLayoutIdLst>
  <p:txStyles>
    <p:titleStyle>
      <a:lvl1pPr algn="l" defTabSz="914400" rtl="0" eaLnBrk="1" latinLnBrk="0" hangingPunct="1">
        <a:spcBef>
          <a:spcPct val="0"/>
        </a:spcBef>
        <a:buNone/>
        <a:defRPr lang="pt-BR" sz="2000" b="1" kern="1200" baseline="0">
          <a:solidFill>
            <a:schemeClr val="tx2"/>
          </a:solidFill>
          <a:latin typeface="+mn-lt"/>
          <a:ea typeface="+mj-ea"/>
          <a:cs typeface="+mj-cs"/>
        </a:defRPr>
      </a:lvl1pPr>
    </p:titleStyle>
    <p:body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10" name="Object 9" hidden="1"/>
          <p:cNvGraphicFramePr>
            <a:graphicFrameLocks noChangeAspect="1"/>
          </p:cNvGraphicFramePr>
          <p:nvPr>
            <p:custDataLst>
              <p:tags r:id="rId13"/>
            </p:custDataLst>
            <p:extLst>
              <p:ext uri="{D42A27DB-BD31-4B8C-83A1-F6EECF244321}">
                <p14:modId xmlns:p14="http://schemas.microsoft.com/office/powerpoint/2010/main" val="4104873120"/>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Slide do think-cell" r:id="rId15" imgW="270" imgH="270" progId="TCLayout.ActiveDocument.1">
                  <p:embed/>
                </p:oleObj>
              </mc:Choice>
              <mc:Fallback>
                <p:oleObj name="Slide do think-cell" r:id="rId15" imgW="270" imgH="270" progId="TCLayout.ActiveDocument.1">
                  <p:embed/>
                  <p:pic>
                    <p:nvPicPr>
                      <p:cNvPr id="10" name="Object 9" hidden="1"/>
                      <p:cNvPicPr/>
                      <p:nvPr/>
                    </p:nvPicPr>
                    <p:blipFill>
                      <a:blip r:embed="rId16"/>
                      <a:stretch>
                        <a:fillRect/>
                      </a:stretch>
                    </p:blipFill>
                    <p:spPr>
                      <a:xfrm>
                        <a:off x="2118" y="1589"/>
                        <a:ext cx="2116" cy="1587"/>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CE1F764F-59A3-DE41-B802-F70622259DA3}"/>
              </a:ext>
            </a:extLst>
          </p:cNvPr>
          <p:cNvSpPr/>
          <p:nvPr userDrawn="1">
            <p:custDataLst>
              <p:tags r:id="rId14"/>
            </p:custDataLst>
          </p:nvPr>
        </p:nvSpPr>
        <p:spPr>
          <a:xfrm>
            <a:off x="0" y="0"/>
            <a:ext cx="211667" cy="158750"/>
          </a:xfrm>
          <a:prstGeom prst="rect">
            <a:avLst/>
          </a:prstGeom>
          <a:solidFill>
            <a:schemeClr val="accent2"/>
          </a:solidFill>
          <a:ln w="19050">
            <a:solidFill>
              <a:schemeClr val="accent2"/>
            </a:solidFill>
            <a:miter lim="400000"/>
          </a:ln>
          <a:effectLst/>
        </p:spPr>
        <p:txBody>
          <a:bodyPr vert="horz" wrap="none" lIns="0" tIns="0" rIns="0" bIns="0" numCol="1" spcCol="0" rtlCol="0" anchor="ctr" anchorCtr="0">
            <a:noAutofit/>
          </a:bodyPr>
          <a:lstStyle/>
          <a:p>
            <a:pPr marL="0" lvl="0" indent="0" algn="l"/>
            <a:endParaRPr lang="pt-BR" sz="20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9" name="Title Placeholder 8">
            <a:extLst>
              <a:ext uri="{FF2B5EF4-FFF2-40B4-BE49-F238E27FC236}">
                <a16:creationId xmlns:a16="http://schemas.microsoft.com/office/drawing/2014/main" id="{9BCB1BA9-FAC4-0C43-B11C-4BDA5176DF59}"/>
              </a:ext>
            </a:extLst>
          </p:cNvPr>
          <p:cNvSpPr>
            <a:spLocks noGrp="1"/>
          </p:cNvSpPr>
          <p:nvPr>
            <p:ph type="title"/>
          </p:nvPr>
        </p:nvSpPr>
        <p:spPr>
          <a:xfrm>
            <a:off x="233259" y="234001"/>
            <a:ext cx="11731200" cy="307777"/>
          </a:xfrm>
          <a:prstGeom prst="rect">
            <a:avLst/>
          </a:prstGeom>
        </p:spPr>
        <p:txBody>
          <a:bodyPr vert="horz" lIns="0" tIns="0" rIns="0" bIns="0" rtlCol="0" anchor="t" anchorCtr="0">
            <a:spAutoFit/>
          </a:bodyPr>
          <a:lstStyle/>
          <a:p>
            <a:r>
              <a:rPr lang="pt-BR"/>
              <a:t>Click to edit Master title style</a:t>
            </a:r>
          </a:p>
        </p:txBody>
      </p:sp>
    </p:spTree>
    <p:extLst>
      <p:ext uri="{BB962C8B-B14F-4D97-AF65-F5344CB8AC3E}">
        <p14:creationId xmlns:p14="http://schemas.microsoft.com/office/powerpoint/2010/main" val="912807513"/>
      </p:ext>
    </p:extLst>
  </p:cSld>
  <p:clrMap bg1="lt1" tx1="dk1" bg2="lt2" tx2="dk2" accent1="accent1" accent2="accent2" accent3="accent3" accent4="accent4" accent5="accent5" accent6="accent6" hlink="hlink" folHlink="folHlink"/>
  <p:sldLayoutIdLst>
    <p:sldLayoutId id="2147483900" r:id="rId1"/>
    <p:sldLayoutId id="2147483901" r:id="rId2"/>
    <p:sldLayoutId id="2147483902" r:id="rId3"/>
    <p:sldLayoutId id="2147483903" r:id="rId4"/>
    <p:sldLayoutId id="2147483904" r:id="rId5"/>
    <p:sldLayoutId id="2147483905" r:id="rId6"/>
    <p:sldLayoutId id="2147483906" r:id="rId7"/>
    <p:sldLayoutId id="2147483907" r:id="rId8"/>
    <p:sldLayoutId id="2147483908" r:id="rId9"/>
    <p:sldLayoutId id="2147483909" r:id="rId10"/>
    <p:sldLayoutId id="2147483910" r:id="rId11"/>
  </p:sldLayoutIdLst>
  <p:txStyles>
    <p:titleStyle>
      <a:lvl1pPr algn="l" defTabSz="914400" rtl="0" eaLnBrk="1" latinLnBrk="0" hangingPunct="1">
        <a:spcBef>
          <a:spcPct val="0"/>
        </a:spcBef>
        <a:buNone/>
        <a:defRPr lang="pt-BR" sz="2000" b="1" kern="1200" baseline="0">
          <a:solidFill>
            <a:schemeClr val="tx2"/>
          </a:solidFill>
          <a:latin typeface="+mn-lt"/>
          <a:ea typeface="+mj-ea"/>
          <a:cs typeface="+mj-cs"/>
        </a:defRPr>
      </a:lvl1pPr>
    </p:titleStyle>
    <p:bodyStyle>
      <a:lvl1pPr marL="0" indent="0" algn="l" defTabSz="914400" rtl="0" eaLnBrk="1" latinLnBrk="0" hangingPunct="1">
        <a:spcBef>
          <a:spcPct val="20000"/>
        </a:spcBef>
        <a:buClrTx/>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10" name="Object 9" hidden="1"/>
          <p:cNvGraphicFramePr>
            <a:graphicFrameLocks noChangeAspect="1"/>
          </p:cNvGraphicFramePr>
          <p:nvPr>
            <p:custDataLst>
              <p:tags r:id="rId6"/>
            </p:custDataLst>
            <p:extLst>
              <p:ext uri="{D42A27DB-BD31-4B8C-83A1-F6EECF244321}">
                <p14:modId xmlns:p14="http://schemas.microsoft.com/office/powerpoint/2010/main" val="1168702743"/>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Slide do think-cell" r:id="rId8" imgW="270" imgH="270" progId="TCLayout.ActiveDocument.1">
                  <p:embed/>
                </p:oleObj>
              </mc:Choice>
              <mc:Fallback>
                <p:oleObj name="Slide do think-cell" r:id="rId8" imgW="270" imgH="270" progId="TCLayout.ActiveDocument.1">
                  <p:embed/>
                  <p:pic>
                    <p:nvPicPr>
                      <p:cNvPr id="10" name="Object 9" hidden="1"/>
                      <p:cNvPicPr/>
                      <p:nvPr/>
                    </p:nvPicPr>
                    <p:blipFill>
                      <a:blip r:embed="rId9"/>
                      <a:stretch>
                        <a:fillRect/>
                      </a:stretch>
                    </p:blipFill>
                    <p:spPr>
                      <a:xfrm>
                        <a:off x="2118" y="1589"/>
                        <a:ext cx="2116" cy="1587"/>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CE1F764F-59A3-DE41-B802-F70622259DA3}"/>
              </a:ext>
            </a:extLst>
          </p:cNvPr>
          <p:cNvSpPr/>
          <p:nvPr userDrawn="1">
            <p:custDataLst>
              <p:tags r:id="rId7"/>
            </p:custDataLst>
          </p:nvPr>
        </p:nvSpPr>
        <p:spPr>
          <a:xfrm>
            <a:off x="0" y="0"/>
            <a:ext cx="211667" cy="158750"/>
          </a:xfrm>
          <a:prstGeom prst="rect">
            <a:avLst/>
          </a:prstGeom>
          <a:solidFill>
            <a:schemeClr val="accent2"/>
          </a:solidFill>
          <a:ln w="19050">
            <a:solidFill>
              <a:schemeClr val="accent2"/>
            </a:solidFill>
            <a:miter lim="400000"/>
          </a:ln>
          <a:effectLst/>
        </p:spPr>
        <p:txBody>
          <a:bodyPr vert="horz" wrap="none" lIns="0" tIns="0" rIns="0" bIns="0" numCol="1" spcCol="0" rtlCol="0" anchor="ctr" anchorCtr="0">
            <a:noAutofit/>
          </a:bodyPr>
          <a:lstStyle/>
          <a:p>
            <a:pPr marL="0" lvl="0" indent="0" algn="l" rtl="0"/>
            <a:endParaRPr lang="pt-BR" sz="20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3" name="Espaço Reservado para Texto 2"/>
          <p:cNvSpPr>
            <a:spLocks noGrp="1"/>
          </p:cNvSpPr>
          <p:nvPr>
            <p:ph type="body" idx="1"/>
          </p:nvPr>
        </p:nvSpPr>
        <p:spPr>
          <a:xfrm>
            <a:off x="609600" y="1600200"/>
            <a:ext cx="10972800" cy="1107996"/>
          </a:xfrm>
          <a:prstGeom prst="rect">
            <a:avLst/>
          </a:prstGeom>
        </p:spPr>
        <p:txBody>
          <a:bodyPr vert="horz" lIns="0" tIns="0" rIns="0" bIns="0" rtlCol="0">
            <a:spAutoFit/>
          </a:bodyPr>
          <a:lstStyle/>
          <a:p>
            <a:pPr lvl="0"/>
            <a:r>
              <a:rPr lang="pt-BR"/>
              <a:t>Clique para editar o texto mestre</a:t>
            </a:r>
          </a:p>
          <a:p>
            <a:pPr marL="197607" lvl="1" indent="-195987" algn="l" defTabSz="913526" rtl="0" eaLnBrk="1" fontAlgn="base" hangingPunct="1">
              <a:spcBef>
                <a:spcPct val="0"/>
              </a:spcBef>
              <a:spcAft>
                <a:spcPct val="0"/>
              </a:spcAft>
              <a:buClr>
                <a:schemeClr val="tx2"/>
              </a:buClr>
              <a:buSzPct val="125000"/>
              <a:buFont typeface="Arial" charset="0"/>
              <a:buChar char="▪"/>
            </a:pPr>
            <a:r>
              <a:rPr lang="pt-BR"/>
              <a:t>Segundo nível</a:t>
            </a:r>
          </a:p>
          <a:p>
            <a:pPr marL="466481" lvl="2" indent="-267255" algn="l" defTabSz="913526" rtl="0" eaLnBrk="1" fontAlgn="base" hangingPunct="1">
              <a:spcBef>
                <a:spcPct val="0"/>
              </a:spcBef>
              <a:spcAft>
                <a:spcPct val="0"/>
              </a:spcAft>
              <a:buClr>
                <a:schemeClr val="tx2"/>
              </a:buClr>
              <a:buSzPct val="120000"/>
              <a:buFont typeface="Arial" charset="0"/>
              <a:buChar char="–"/>
            </a:pPr>
            <a:r>
              <a:rPr lang="pt-BR"/>
              <a:t>Terceiro nível</a:t>
            </a:r>
          </a:p>
          <a:p>
            <a:pPr marL="626835" lvl="3" indent="-158733" algn="l" defTabSz="913526" rtl="0" eaLnBrk="1" fontAlgn="base" hangingPunct="1">
              <a:spcBef>
                <a:spcPct val="0"/>
              </a:spcBef>
              <a:spcAft>
                <a:spcPct val="0"/>
              </a:spcAft>
              <a:buClr>
                <a:schemeClr val="tx2"/>
              </a:buClr>
              <a:buSzPct val="120000"/>
              <a:buFont typeface="Arial" charset="0"/>
              <a:buChar char="▫"/>
            </a:pPr>
            <a:r>
              <a:rPr lang="pt-BR"/>
              <a:t>Quarto nível</a:t>
            </a:r>
          </a:p>
          <a:p>
            <a:pPr marL="765029" lvl="4" indent="-132818" algn="l" defTabSz="913526" rtl="0" eaLnBrk="1" fontAlgn="base" hangingPunct="1">
              <a:spcBef>
                <a:spcPct val="0"/>
              </a:spcBef>
              <a:spcAft>
                <a:spcPct val="0"/>
              </a:spcAft>
              <a:buClr>
                <a:schemeClr val="tx2"/>
              </a:buClr>
              <a:buSzPct val="89000"/>
              <a:buFont typeface="Arial" charset="0"/>
              <a:buChar char="-"/>
            </a:pPr>
            <a:r>
              <a:rPr lang="pt-BR"/>
              <a:t>Quinto nível</a:t>
            </a:r>
          </a:p>
        </p:txBody>
      </p:sp>
      <p:sp>
        <p:nvSpPr>
          <p:cNvPr id="9" name="Title Placeholder 8">
            <a:extLst>
              <a:ext uri="{FF2B5EF4-FFF2-40B4-BE49-F238E27FC236}">
                <a16:creationId xmlns:a16="http://schemas.microsoft.com/office/drawing/2014/main" id="{9BCB1BA9-FAC4-0C43-B11C-4BDA5176DF59}"/>
              </a:ext>
            </a:extLst>
          </p:cNvPr>
          <p:cNvSpPr>
            <a:spLocks noGrp="1"/>
          </p:cNvSpPr>
          <p:nvPr>
            <p:ph type="title"/>
          </p:nvPr>
        </p:nvSpPr>
        <p:spPr>
          <a:xfrm>
            <a:off x="233259" y="234001"/>
            <a:ext cx="11731200" cy="307777"/>
          </a:xfrm>
          <a:prstGeom prst="rect">
            <a:avLst/>
          </a:prstGeom>
        </p:spPr>
        <p:txBody>
          <a:bodyPr vert="horz" lIns="0" tIns="0" rIns="0" bIns="0" rtlCol="0" anchor="t" anchorCtr="0">
            <a:spAutoFit/>
          </a:bodyPr>
          <a:lstStyle/>
          <a:p>
            <a:r>
              <a:rPr lang="pt-BR"/>
              <a:t>Click to edit Master title style</a:t>
            </a:r>
          </a:p>
        </p:txBody>
      </p:sp>
    </p:spTree>
    <p:extLst>
      <p:ext uri="{BB962C8B-B14F-4D97-AF65-F5344CB8AC3E}">
        <p14:creationId xmlns:p14="http://schemas.microsoft.com/office/powerpoint/2010/main" val="3042558507"/>
      </p:ext>
    </p:extLst>
  </p:cSld>
  <p:clrMap bg1="lt1" tx1="dk1" bg2="lt2" tx2="dk2" accent1="accent1" accent2="accent2" accent3="accent3" accent4="accent4" accent5="accent5" accent6="accent6" hlink="hlink" folHlink="folHlink"/>
  <p:sldLayoutIdLst>
    <p:sldLayoutId id="2147483912" r:id="rId1"/>
    <p:sldLayoutId id="2147483913" r:id="rId2"/>
    <p:sldLayoutId id="2147483914" r:id="rId3"/>
    <p:sldLayoutId id="2147483915" r:id="rId4"/>
  </p:sldLayoutIdLst>
  <p:txStyles>
    <p:titleStyle>
      <a:lvl1pPr algn="l" defTabSz="914400" rtl="0" eaLnBrk="1" latinLnBrk="0" hangingPunct="1">
        <a:spcBef>
          <a:spcPct val="0"/>
        </a:spcBef>
        <a:buNone/>
        <a:defRPr lang="pt-BR" sz="2000" b="1" kern="1200" baseline="0">
          <a:solidFill>
            <a:schemeClr val="tx2"/>
          </a:solidFill>
          <a:latin typeface="+mn-lt"/>
          <a:ea typeface="+mj-ea"/>
          <a:cs typeface="+mj-cs"/>
        </a:defRPr>
      </a:lvl1pPr>
    </p:titleStyle>
    <p:body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8.xml"/><Relationship Id="rId7" Type="http://schemas.openxmlformats.org/officeDocument/2006/relationships/image" Target="../media/image50.png"/><Relationship Id="rId2" Type="http://schemas.openxmlformats.org/officeDocument/2006/relationships/tags" Target="../tags/tag149.xml"/><Relationship Id="rId1" Type="http://schemas.openxmlformats.org/officeDocument/2006/relationships/tags" Target="../tags/tag148.xml"/><Relationship Id="rId6" Type="http://schemas.openxmlformats.org/officeDocument/2006/relationships/image" Target="../media/image49.emf"/><Relationship Id="rId5" Type="http://schemas.openxmlformats.org/officeDocument/2006/relationships/oleObject" Target="../embeddings/oleObject84.bin"/><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slideLayout" Target="../slideLayouts/slideLayout6.xml"/><Relationship Id="rId7" Type="http://schemas.openxmlformats.org/officeDocument/2006/relationships/image" Target="../media/image52.png"/><Relationship Id="rId2" Type="http://schemas.openxmlformats.org/officeDocument/2006/relationships/tags" Target="../tags/tag151.xml"/><Relationship Id="rId1" Type="http://schemas.openxmlformats.org/officeDocument/2006/relationships/tags" Target="../tags/tag150.xml"/><Relationship Id="rId6" Type="http://schemas.openxmlformats.org/officeDocument/2006/relationships/image" Target="../media/image51.emf"/><Relationship Id="rId11" Type="http://schemas.microsoft.com/office/2007/relationships/hdphoto" Target="../media/hdphoto10.wdp"/><Relationship Id="rId5" Type="http://schemas.openxmlformats.org/officeDocument/2006/relationships/oleObject" Target="../embeddings/oleObject85.bin"/><Relationship Id="rId10" Type="http://schemas.openxmlformats.org/officeDocument/2006/relationships/image" Target="../media/image55.png"/><Relationship Id="rId4" Type="http://schemas.openxmlformats.org/officeDocument/2006/relationships/notesSlide" Target="../notesSlides/notesSlide2.xml"/><Relationship Id="rId9" Type="http://schemas.openxmlformats.org/officeDocument/2006/relationships/image" Target="../media/image54.jpeg"/></Relationships>
</file>

<file path=ppt/slides/_rels/slide3.xml.rels><?xml version="1.0" encoding="UTF-8" standalone="yes"?>
<Relationships xmlns="http://schemas.openxmlformats.org/package/2006/relationships"><Relationship Id="rId8" Type="http://schemas.openxmlformats.org/officeDocument/2006/relationships/image" Target="../media/image58.png"/><Relationship Id="rId13" Type="http://schemas.openxmlformats.org/officeDocument/2006/relationships/image" Target="../media/image63.png"/><Relationship Id="rId18" Type="http://schemas.openxmlformats.org/officeDocument/2006/relationships/image" Target="../media/image68.png"/><Relationship Id="rId3" Type="http://schemas.openxmlformats.org/officeDocument/2006/relationships/slideLayout" Target="../slideLayouts/slideLayout6.xml"/><Relationship Id="rId21" Type="http://schemas.openxmlformats.org/officeDocument/2006/relationships/image" Target="../media/image71.png"/><Relationship Id="rId7" Type="http://schemas.openxmlformats.org/officeDocument/2006/relationships/image" Target="../media/image57.png"/><Relationship Id="rId12" Type="http://schemas.openxmlformats.org/officeDocument/2006/relationships/image" Target="../media/image62.jpeg"/><Relationship Id="rId17" Type="http://schemas.openxmlformats.org/officeDocument/2006/relationships/image" Target="../media/image67.png"/><Relationship Id="rId2" Type="http://schemas.openxmlformats.org/officeDocument/2006/relationships/tags" Target="../tags/tag153.xml"/><Relationship Id="rId16" Type="http://schemas.openxmlformats.org/officeDocument/2006/relationships/image" Target="../media/image66.png"/><Relationship Id="rId20" Type="http://schemas.openxmlformats.org/officeDocument/2006/relationships/image" Target="../media/image70.png"/><Relationship Id="rId1" Type="http://schemas.openxmlformats.org/officeDocument/2006/relationships/tags" Target="../tags/tag152.xml"/><Relationship Id="rId6" Type="http://schemas.openxmlformats.org/officeDocument/2006/relationships/image" Target="../media/image56.emf"/><Relationship Id="rId11" Type="http://schemas.openxmlformats.org/officeDocument/2006/relationships/image" Target="../media/image61.jpeg"/><Relationship Id="rId5" Type="http://schemas.openxmlformats.org/officeDocument/2006/relationships/oleObject" Target="../embeddings/oleObject86.bin"/><Relationship Id="rId15" Type="http://schemas.openxmlformats.org/officeDocument/2006/relationships/image" Target="../media/image65.png"/><Relationship Id="rId23" Type="http://schemas.openxmlformats.org/officeDocument/2006/relationships/image" Target="../media/image73.svg"/><Relationship Id="rId10" Type="http://schemas.openxmlformats.org/officeDocument/2006/relationships/image" Target="../media/image60.png"/><Relationship Id="rId19" Type="http://schemas.openxmlformats.org/officeDocument/2006/relationships/image" Target="../media/image69.png"/><Relationship Id="rId4" Type="http://schemas.openxmlformats.org/officeDocument/2006/relationships/notesSlide" Target="../notesSlides/notesSlide3.xml"/><Relationship Id="rId9" Type="http://schemas.openxmlformats.org/officeDocument/2006/relationships/image" Target="../media/image59.png"/><Relationship Id="rId14" Type="http://schemas.openxmlformats.org/officeDocument/2006/relationships/image" Target="../media/image64.png"/><Relationship Id="rId22" Type="http://schemas.openxmlformats.org/officeDocument/2006/relationships/image" Target="../media/image72.png"/></Relationships>
</file>

<file path=ppt/slides/_rels/slide4.xml.rels><?xml version="1.0" encoding="UTF-8" standalone="yes"?>
<Relationships xmlns="http://schemas.openxmlformats.org/package/2006/relationships"><Relationship Id="rId8" Type="http://schemas.openxmlformats.org/officeDocument/2006/relationships/image" Target="../media/image76.jpeg"/><Relationship Id="rId13" Type="http://schemas.openxmlformats.org/officeDocument/2006/relationships/image" Target="../media/image81.png"/><Relationship Id="rId18" Type="http://schemas.openxmlformats.org/officeDocument/2006/relationships/image" Target="../media/image86.png"/><Relationship Id="rId3" Type="http://schemas.openxmlformats.org/officeDocument/2006/relationships/slideLayout" Target="../slideLayouts/slideLayout6.xml"/><Relationship Id="rId21" Type="http://schemas.openxmlformats.org/officeDocument/2006/relationships/image" Target="../media/image89.png"/><Relationship Id="rId7" Type="http://schemas.openxmlformats.org/officeDocument/2006/relationships/image" Target="../media/image75.png"/><Relationship Id="rId12" Type="http://schemas.openxmlformats.org/officeDocument/2006/relationships/image" Target="../media/image80.jpeg"/><Relationship Id="rId17" Type="http://schemas.openxmlformats.org/officeDocument/2006/relationships/image" Target="../media/image85.png"/><Relationship Id="rId2" Type="http://schemas.openxmlformats.org/officeDocument/2006/relationships/tags" Target="../tags/tag155.xml"/><Relationship Id="rId16" Type="http://schemas.openxmlformats.org/officeDocument/2006/relationships/image" Target="../media/image84.png"/><Relationship Id="rId20" Type="http://schemas.openxmlformats.org/officeDocument/2006/relationships/image" Target="../media/image88.png"/><Relationship Id="rId1" Type="http://schemas.openxmlformats.org/officeDocument/2006/relationships/tags" Target="../tags/tag154.xml"/><Relationship Id="rId6" Type="http://schemas.openxmlformats.org/officeDocument/2006/relationships/image" Target="../media/image74.emf"/><Relationship Id="rId11" Type="http://schemas.openxmlformats.org/officeDocument/2006/relationships/image" Target="../media/image79.png"/><Relationship Id="rId5" Type="http://schemas.openxmlformats.org/officeDocument/2006/relationships/oleObject" Target="../embeddings/oleObject87.bin"/><Relationship Id="rId15" Type="http://schemas.openxmlformats.org/officeDocument/2006/relationships/image" Target="../media/image83.png"/><Relationship Id="rId10" Type="http://schemas.openxmlformats.org/officeDocument/2006/relationships/image" Target="../media/image78.png"/><Relationship Id="rId19" Type="http://schemas.openxmlformats.org/officeDocument/2006/relationships/image" Target="../media/image87.jpeg"/><Relationship Id="rId4" Type="http://schemas.openxmlformats.org/officeDocument/2006/relationships/notesSlide" Target="../notesSlides/notesSlide4.xml"/><Relationship Id="rId9" Type="http://schemas.openxmlformats.org/officeDocument/2006/relationships/image" Target="../media/image77.png"/><Relationship Id="rId14" Type="http://schemas.openxmlformats.org/officeDocument/2006/relationships/image" Target="../media/image82.png"/><Relationship Id="rId22" Type="http://schemas.openxmlformats.org/officeDocument/2006/relationships/image" Target="../media/image90.png"/></Relationships>
</file>

<file path=ppt/slides/_rels/slide5.xml.rels><?xml version="1.0" encoding="UTF-8" standalone="yes"?>
<Relationships xmlns="http://schemas.openxmlformats.org/package/2006/relationships"><Relationship Id="rId8" Type="http://schemas.openxmlformats.org/officeDocument/2006/relationships/image" Target="../media/image94.png"/><Relationship Id="rId13" Type="http://schemas.openxmlformats.org/officeDocument/2006/relationships/image" Target="../media/image99.svg"/><Relationship Id="rId18" Type="http://schemas.openxmlformats.org/officeDocument/2006/relationships/image" Target="../media/image104.png"/><Relationship Id="rId3" Type="http://schemas.openxmlformats.org/officeDocument/2006/relationships/notesSlide" Target="../notesSlides/notesSlide5.xml"/><Relationship Id="rId21" Type="http://schemas.openxmlformats.org/officeDocument/2006/relationships/image" Target="../media/image107.png"/><Relationship Id="rId7" Type="http://schemas.openxmlformats.org/officeDocument/2006/relationships/image" Target="../media/image93.svg"/><Relationship Id="rId12" Type="http://schemas.openxmlformats.org/officeDocument/2006/relationships/image" Target="../media/image98.png"/><Relationship Id="rId17" Type="http://schemas.openxmlformats.org/officeDocument/2006/relationships/image" Target="../media/image103.svg"/><Relationship Id="rId2" Type="http://schemas.openxmlformats.org/officeDocument/2006/relationships/slideLayout" Target="../slideLayouts/slideLayout6.xml"/><Relationship Id="rId16" Type="http://schemas.openxmlformats.org/officeDocument/2006/relationships/image" Target="../media/image102.png"/><Relationship Id="rId20" Type="http://schemas.openxmlformats.org/officeDocument/2006/relationships/image" Target="../media/image106.png"/><Relationship Id="rId1" Type="http://schemas.openxmlformats.org/officeDocument/2006/relationships/tags" Target="../tags/tag156.xml"/><Relationship Id="rId6" Type="http://schemas.openxmlformats.org/officeDocument/2006/relationships/image" Target="../media/image92.png"/><Relationship Id="rId11" Type="http://schemas.openxmlformats.org/officeDocument/2006/relationships/image" Target="../media/image97.svg"/><Relationship Id="rId5" Type="http://schemas.openxmlformats.org/officeDocument/2006/relationships/image" Target="../media/image91.emf"/><Relationship Id="rId15" Type="http://schemas.openxmlformats.org/officeDocument/2006/relationships/image" Target="../media/image101.svg"/><Relationship Id="rId10" Type="http://schemas.openxmlformats.org/officeDocument/2006/relationships/image" Target="../media/image96.png"/><Relationship Id="rId19" Type="http://schemas.openxmlformats.org/officeDocument/2006/relationships/image" Target="../media/image105.svg"/><Relationship Id="rId4" Type="http://schemas.openxmlformats.org/officeDocument/2006/relationships/oleObject" Target="../embeddings/oleObject88.bin"/><Relationship Id="rId9" Type="http://schemas.openxmlformats.org/officeDocument/2006/relationships/image" Target="../media/image95.svg"/><Relationship Id="rId14" Type="http://schemas.openxmlformats.org/officeDocument/2006/relationships/image" Target="../media/image100.png"/><Relationship Id="rId22" Type="http://schemas.openxmlformats.org/officeDocument/2006/relationships/image" Target="../media/image108.svg"/></Relationships>
</file>

<file path=ppt/slides/_rels/slide6.xml.rels><?xml version="1.0" encoding="UTF-8" standalone="yes"?>
<Relationships xmlns="http://schemas.openxmlformats.org/package/2006/relationships"><Relationship Id="rId8" Type="http://schemas.openxmlformats.org/officeDocument/2006/relationships/tags" Target="../tags/tag164.xml"/><Relationship Id="rId13" Type="http://schemas.openxmlformats.org/officeDocument/2006/relationships/slide" Target="slide22.xml"/><Relationship Id="rId3" Type="http://schemas.openxmlformats.org/officeDocument/2006/relationships/tags" Target="../tags/tag159.xml"/><Relationship Id="rId7" Type="http://schemas.openxmlformats.org/officeDocument/2006/relationships/tags" Target="../tags/tag163.xml"/><Relationship Id="rId12" Type="http://schemas.openxmlformats.org/officeDocument/2006/relationships/slide" Target="slide20.xml"/><Relationship Id="rId2" Type="http://schemas.openxmlformats.org/officeDocument/2006/relationships/tags" Target="../tags/tag158.xml"/><Relationship Id="rId16" Type="http://schemas.openxmlformats.org/officeDocument/2006/relationships/slide" Target="slide68.xml"/><Relationship Id="rId1" Type="http://schemas.openxmlformats.org/officeDocument/2006/relationships/tags" Target="../tags/tag157.xml"/><Relationship Id="rId6" Type="http://schemas.openxmlformats.org/officeDocument/2006/relationships/tags" Target="../tags/tag162.xml"/><Relationship Id="rId11" Type="http://schemas.openxmlformats.org/officeDocument/2006/relationships/image" Target="../media/image109.emf"/><Relationship Id="rId5" Type="http://schemas.openxmlformats.org/officeDocument/2006/relationships/tags" Target="../tags/tag161.xml"/><Relationship Id="rId15" Type="http://schemas.openxmlformats.org/officeDocument/2006/relationships/slide" Target="slide61.xml"/><Relationship Id="rId10" Type="http://schemas.openxmlformats.org/officeDocument/2006/relationships/oleObject" Target="../embeddings/oleObject89.bin"/><Relationship Id="rId4" Type="http://schemas.openxmlformats.org/officeDocument/2006/relationships/tags" Target="../tags/tag160.xml"/><Relationship Id="rId9" Type="http://schemas.openxmlformats.org/officeDocument/2006/relationships/slideLayout" Target="../slideLayouts/slideLayout2.xml"/><Relationship Id="rId14" Type="http://schemas.openxmlformats.org/officeDocument/2006/relationships/slide" Target="slide55.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4.xml"/><Relationship Id="rId1" Type="http://schemas.openxmlformats.org/officeDocument/2006/relationships/tags" Target="../tags/tag165.xml"/><Relationship Id="rId5" Type="http://schemas.openxmlformats.org/officeDocument/2006/relationships/image" Target="../media/image110.emf"/><Relationship Id="rId4" Type="http://schemas.openxmlformats.org/officeDocument/2006/relationships/oleObject" Target="../embeddings/oleObject90.bin"/></Relationships>
</file>

<file path=ppt/slides/_rels/slide8.xml.rels><?xml version="1.0" encoding="UTF-8" standalone="yes"?>
<Relationships xmlns="http://schemas.openxmlformats.org/package/2006/relationships"><Relationship Id="rId13" Type="http://schemas.openxmlformats.org/officeDocument/2006/relationships/tags" Target="../tags/tag178.xml"/><Relationship Id="rId18" Type="http://schemas.openxmlformats.org/officeDocument/2006/relationships/tags" Target="../tags/tag183.xml"/><Relationship Id="rId26" Type="http://schemas.openxmlformats.org/officeDocument/2006/relationships/tags" Target="../tags/tag191.xml"/><Relationship Id="rId39" Type="http://schemas.openxmlformats.org/officeDocument/2006/relationships/tags" Target="../tags/tag204.xml"/><Relationship Id="rId21" Type="http://schemas.openxmlformats.org/officeDocument/2006/relationships/tags" Target="../tags/tag186.xml"/><Relationship Id="rId34" Type="http://schemas.openxmlformats.org/officeDocument/2006/relationships/tags" Target="../tags/tag199.xml"/><Relationship Id="rId42" Type="http://schemas.openxmlformats.org/officeDocument/2006/relationships/tags" Target="../tags/tag207.xml"/><Relationship Id="rId47" Type="http://schemas.openxmlformats.org/officeDocument/2006/relationships/tags" Target="../tags/tag212.xml"/><Relationship Id="rId50" Type="http://schemas.openxmlformats.org/officeDocument/2006/relationships/slideLayout" Target="../slideLayouts/slideLayout24.xml"/><Relationship Id="rId7" Type="http://schemas.openxmlformats.org/officeDocument/2006/relationships/tags" Target="../tags/tag172.xml"/><Relationship Id="rId2" Type="http://schemas.openxmlformats.org/officeDocument/2006/relationships/tags" Target="../tags/tag167.xml"/><Relationship Id="rId16" Type="http://schemas.openxmlformats.org/officeDocument/2006/relationships/tags" Target="../tags/tag181.xml"/><Relationship Id="rId29" Type="http://schemas.openxmlformats.org/officeDocument/2006/relationships/tags" Target="../tags/tag194.xml"/><Relationship Id="rId11" Type="http://schemas.openxmlformats.org/officeDocument/2006/relationships/tags" Target="../tags/tag176.xml"/><Relationship Id="rId24" Type="http://schemas.openxmlformats.org/officeDocument/2006/relationships/tags" Target="../tags/tag189.xml"/><Relationship Id="rId32" Type="http://schemas.openxmlformats.org/officeDocument/2006/relationships/tags" Target="../tags/tag197.xml"/><Relationship Id="rId37" Type="http://schemas.openxmlformats.org/officeDocument/2006/relationships/tags" Target="../tags/tag202.xml"/><Relationship Id="rId40" Type="http://schemas.openxmlformats.org/officeDocument/2006/relationships/tags" Target="../tags/tag205.xml"/><Relationship Id="rId45" Type="http://schemas.openxmlformats.org/officeDocument/2006/relationships/tags" Target="../tags/tag210.xml"/><Relationship Id="rId53" Type="http://schemas.openxmlformats.org/officeDocument/2006/relationships/chart" Target="../charts/chart1.xml"/><Relationship Id="rId5" Type="http://schemas.openxmlformats.org/officeDocument/2006/relationships/tags" Target="../tags/tag170.xml"/><Relationship Id="rId10" Type="http://schemas.openxmlformats.org/officeDocument/2006/relationships/tags" Target="../tags/tag175.xml"/><Relationship Id="rId19" Type="http://schemas.openxmlformats.org/officeDocument/2006/relationships/tags" Target="../tags/tag184.xml"/><Relationship Id="rId31" Type="http://schemas.openxmlformats.org/officeDocument/2006/relationships/tags" Target="../tags/tag196.xml"/><Relationship Id="rId44" Type="http://schemas.openxmlformats.org/officeDocument/2006/relationships/tags" Target="../tags/tag209.xml"/><Relationship Id="rId52" Type="http://schemas.openxmlformats.org/officeDocument/2006/relationships/image" Target="../media/image37.emf"/><Relationship Id="rId4" Type="http://schemas.openxmlformats.org/officeDocument/2006/relationships/tags" Target="../tags/tag169.xml"/><Relationship Id="rId9" Type="http://schemas.openxmlformats.org/officeDocument/2006/relationships/tags" Target="../tags/tag174.xml"/><Relationship Id="rId14" Type="http://schemas.openxmlformats.org/officeDocument/2006/relationships/tags" Target="../tags/tag179.xml"/><Relationship Id="rId22" Type="http://schemas.openxmlformats.org/officeDocument/2006/relationships/tags" Target="../tags/tag187.xml"/><Relationship Id="rId27" Type="http://schemas.openxmlformats.org/officeDocument/2006/relationships/tags" Target="../tags/tag192.xml"/><Relationship Id="rId30" Type="http://schemas.openxmlformats.org/officeDocument/2006/relationships/tags" Target="../tags/tag195.xml"/><Relationship Id="rId35" Type="http://schemas.openxmlformats.org/officeDocument/2006/relationships/tags" Target="../tags/tag200.xml"/><Relationship Id="rId43" Type="http://schemas.openxmlformats.org/officeDocument/2006/relationships/tags" Target="../tags/tag208.xml"/><Relationship Id="rId48" Type="http://schemas.openxmlformats.org/officeDocument/2006/relationships/tags" Target="../tags/tag213.xml"/><Relationship Id="rId8" Type="http://schemas.openxmlformats.org/officeDocument/2006/relationships/tags" Target="../tags/tag173.xml"/><Relationship Id="rId51" Type="http://schemas.openxmlformats.org/officeDocument/2006/relationships/oleObject" Target="../embeddings/oleObject91.bin"/><Relationship Id="rId3" Type="http://schemas.openxmlformats.org/officeDocument/2006/relationships/tags" Target="../tags/tag168.xml"/><Relationship Id="rId12" Type="http://schemas.openxmlformats.org/officeDocument/2006/relationships/tags" Target="../tags/tag177.xml"/><Relationship Id="rId17" Type="http://schemas.openxmlformats.org/officeDocument/2006/relationships/tags" Target="../tags/tag182.xml"/><Relationship Id="rId25" Type="http://schemas.openxmlformats.org/officeDocument/2006/relationships/tags" Target="../tags/tag190.xml"/><Relationship Id="rId33" Type="http://schemas.openxmlformats.org/officeDocument/2006/relationships/tags" Target="../tags/tag198.xml"/><Relationship Id="rId38" Type="http://schemas.openxmlformats.org/officeDocument/2006/relationships/tags" Target="../tags/tag203.xml"/><Relationship Id="rId46" Type="http://schemas.openxmlformats.org/officeDocument/2006/relationships/tags" Target="../tags/tag211.xml"/><Relationship Id="rId20" Type="http://schemas.openxmlformats.org/officeDocument/2006/relationships/tags" Target="../tags/tag185.xml"/><Relationship Id="rId41" Type="http://schemas.openxmlformats.org/officeDocument/2006/relationships/tags" Target="../tags/tag206.xml"/><Relationship Id="rId54" Type="http://schemas.openxmlformats.org/officeDocument/2006/relationships/chart" Target="../charts/chart2.xml"/><Relationship Id="rId1" Type="http://schemas.openxmlformats.org/officeDocument/2006/relationships/tags" Target="../tags/tag166.xml"/><Relationship Id="rId6" Type="http://schemas.openxmlformats.org/officeDocument/2006/relationships/tags" Target="../tags/tag171.xml"/><Relationship Id="rId15" Type="http://schemas.openxmlformats.org/officeDocument/2006/relationships/tags" Target="../tags/tag180.xml"/><Relationship Id="rId23" Type="http://schemas.openxmlformats.org/officeDocument/2006/relationships/tags" Target="../tags/tag188.xml"/><Relationship Id="rId28" Type="http://schemas.openxmlformats.org/officeDocument/2006/relationships/tags" Target="../tags/tag193.xml"/><Relationship Id="rId36" Type="http://schemas.openxmlformats.org/officeDocument/2006/relationships/tags" Target="../tags/tag201.xml"/><Relationship Id="rId49" Type="http://schemas.openxmlformats.org/officeDocument/2006/relationships/tags" Target="../tags/tag214.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92.bin"/><Relationship Id="rId2" Type="http://schemas.openxmlformats.org/officeDocument/2006/relationships/slideLayout" Target="../slideLayouts/slideLayout24.xml"/><Relationship Id="rId1" Type="http://schemas.openxmlformats.org/officeDocument/2006/relationships/tags" Target="../tags/tag215.xml"/><Relationship Id="rId5" Type="http://schemas.openxmlformats.org/officeDocument/2006/relationships/image" Target="../media/image111.png"/><Relationship Id="rId4" Type="http://schemas.openxmlformats.org/officeDocument/2006/relationships/image" Target="../media/image37.emf"/></Relationships>
</file>

<file path=ppt/slides/_rels/slide10.xml.rels><?xml version="1.0" encoding="UTF-8" standalone="yes"?>
<Relationships xmlns="http://schemas.openxmlformats.org/package/2006/relationships"><Relationship Id="rId8" Type="http://schemas.openxmlformats.org/officeDocument/2006/relationships/tags" Target="../tags/tag223.xml"/><Relationship Id="rId13" Type="http://schemas.openxmlformats.org/officeDocument/2006/relationships/oleObject" Target="../embeddings/oleObject93.bin"/><Relationship Id="rId3" Type="http://schemas.openxmlformats.org/officeDocument/2006/relationships/tags" Target="../tags/tag218.xml"/><Relationship Id="rId7" Type="http://schemas.openxmlformats.org/officeDocument/2006/relationships/tags" Target="../tags/tag222.xml"/><Relationship Id="rId12" Type="http://schemas.openxmlformats.org/officeDocument/2006/relationships/slideLayout" Target="../slideLayouts/slideLayout24.xml"/><Relationship Id="rId2" Type="http://schemas.openxmlformats.org/officeDocument/2006/relationships/tags" Target="../tags/tag217.xml"/><Relationship Id="rId1" Type="http://schemas.openxmlformats.org/officeDocument/2006/relationships/tags" Target="../tags/tag216.xml"/><Relationship Id="rId6" Type="http://schemas.openxmlformats.org/officeDocument/2006/relationships/tags" Target="../tags/tag221.xml"/><Relationship Id="rId11" Type="http://schemas.openxmlformats.org/officeDocument/2006/relationships/tags" Target="../tags/tag226.xml"/><Relationship Id="rId5" Type="http://schemas.openxmlformats.org/officeDocument/2006/relationships/tags" Target="../tags/tag220.xml"/><Relationship Id="rId15" Type="http://schemas.openxmlformats.org/officeDocument/2006/relationships/chart" Target="../charts/chart3.xml"/><Relationship Id="rId10" Type="http://schemas.openxmlformats.org/officeDocument/2006/relationships/tags" Target="../tags/tag225.xml"/><Relationship Id="rId4" Type="http://schemas.openxmlformats.org/officeDocument/2006/relationships/tags" Target="../tags/tag219.xml"/><Relationship Id="rId9" Type="http://schemas.openxmlformats.org/officeDocument/2006/relationships/tags" Target="../tags/tag224.xml"/><Relationship Id="rId14" Type="http://schemas.openxmlformats.org/officeDocument/2006/relationships/image" Target="../media/image37.emf"/></Relationships>
</file>

<file path=ppt/slides/_rels/slide11.xml.rels><?xml version="1.0" encoding="UTF-8" standalone="yes"?>
<Relationships xmlns="http://schemas.openxmlformats.org/package/2006/relationships"><Relationship Id="rId13" Type="http://schemas.openxmlformats.org/officeDocument/2006/relationships/image" Target="../media/image114.png"/><Relationship Id="rId18" Type="http://schemas.microsoft.com/office/2007/relationships/hdphoto" Target="../media/hdphoto11.wdp"/><Relationship Id="rId26" Type="http://schemas.openxmlformats.org/officeDocument/2006/relationships/image" Target="../media/image126.svg"/><Relationship Id="rId39" Type="http://schemas.openxmlformats.org/officeDocument/2006/relationships/image" Target="../media/image139.png"/><Relationship Id="rId21" Type="http://schemas.openxmlformats.org/officeDocument/2006/relationships/image" Target="../media/image121.png"/><Relationship Id="rId34" Type="http://schemas.openxmlformats.org/officeDocument/2006/relationships/image" Target="../media/image134.png"/><Relationship Id="rId42" Type="http://schemas.openxmlformats.org/officeDocument/2006/relationships/image" Target="../media/image142.png"/><Relationship Id="rId7" Type="http://schemas.openxmlformats.org/officeDocument/2006/relationships/notesSlide" Target="../notesSlides/notesSlide7.xml"/><Relationship Id="rId2" Type="http://schemas.openxmlformats.org/officeDocument/2006/relationships/tags" Target="../tags/tag228.xml"/><Relationship Id="rId16" Type="http://schemas.openxmlformats.org/officeDocument/2006/relationships/image" Target="../media/image117.png"/><Relationship Id="rId20" Type="http://schemas.openxmlformats.org/officeDocument/2006/relationships/image" Target="../media/image120.svg"/><Relationship Id="rId29" Type="http://schemas.openxmlformats.org/officeDocument/2006/relationships/image" Target="../media/image129.png"/><Relationship Id="rId41" Type="http://schemas.openxmlformats.org/officeDocument/2006/relationships/image" Target="../media/image141.png"/><Relationship Id="rId1" Type="http://schemas.openxmlformats.org/officeDocument/2006/relationships/tags" Target="../tags/tag227.xml"/><Relationship Id="rId6" Type="http://schemas.openxmlformats.org/officeDocument/2006/relationships/slideLayout" Target="../slideLayouts/slideLayout24.xml"/><Relationship Id="rId11" Type="http://schemas.openxmlformats.org/officeDocument/2006/relationships/image" Target="../media/image112.png"/><Relationship Id="rId24" Type="http://schemas.openxmlformats.org/officeDocument/2006/relationships/image" Target="../media/image124.svg"/><Relationship Id="rId32" Type="http://schemas.openxmlformats.org/officeDocument/2006/relationships/image" Target="../media/image132.svg"/><Relationship Id="rId37" Type="http://schemas.openxmlformats.org/officeDocument/2006/relationships/image" Target="../media/image137.png"/><Relationship Id="rId40" Type="http://schemas.openxmlformats.org/officeDocument/2006/relationships/image" Target="../media/image140.png"/><Relationship Id="rId5" Type="http://schemas.openxmlformats.org/officeDocument/2006/relationships/tags" Target="../tags/tag231.xml"/><Relationship Id="rId15" Type="http://schemas.openxmlformats.org/officeDocument/2006/relationships/image" Target="../media/image116.png"/><Relationship Id="rId23" Type="http://schemas.openxmlformats.org/officeDocument/2006/relationships/image" Target="../media/image123.png"/><Relationship Id="rId28" Type="http://schemas.openxmlformats.org/officeDocument/2006/relationships/image" Target="../media/image128.svg"/><Relationship Id="rId36" Type="http://schemas.openxmlformats.org/officeDocument/2006/relationships/image" Target="../media/image136.png"/><Relationship Id="rId10" Type="http://schemas.openxmlformats.org/officeDocument/2006/relationships/chart" Target="../charts/chart4.xml"/><Relationship Id="rId19" Type="http://schemas.openxmlformats.org/officeDocument/2006/relationships/image" Target="../media/image119.png"/><Relationship Id="rId31" Type="http://schemas.openxmlformats.org/officeDocument/2006/relationships/image" Target="../media/image131.png"/><Relationship Id="rId44" Type="http://schemas.openxmlformats.org/officeDocument/2006/relationships/image" Target="../media/image144.svg"/><Relationship Id="rId4" Type="http://schemas.openxmlformats.org/officeDocument/2006/relationships/tags" Target="../tags/tag230.xml"/><Relationship Id="rId9" Type="http://schemas.openxmlformats.org/officeDocument/2006/relationships/image" Target="../media/image37.emf"/><Relationship Id="rId14" Type="http://schemas.openxmlformats.org/officeDocument/2006/relationships/image" Target="../media/image115.png"/><Relationship Id="rId22" Type="http://schemas.openxmlformats.org/officeDocument/2006/relationships/image" Target="../media/image122.svg"/><Relationship Id="rId27" Type="http://schemas.openxmlformats.org/officeDocument/2006/relationships/image" Target="../media/image127.png"/><Relationship Id="rId30" Type="http://schemas.openxmlformats.org/officeDocument/2006/relationships/image" Target="../media/image130.svg"/><Relationship Id="rId35" Type="http://schemas.openxmlformats.org/officeDocument/2006/relationships/image" Target="../media/image135.png"/><Relationship Id="rId43" Type="http://schemas.openxmlformats.org/officeDocument/2006/relationships/image" Target="../media/image143.png"/><Relationship Id="rId8" Type="http://schemas.openxmlformats.org/officeDocument/2006/relationships/oleObject" Target="../embeddings/oleObject94.bin"/><Relationship Id="rId3" Type="http://schemas.openxmlformats.org/officeDocument/2006/relationships/tags" Target="../tags/tag229.xml"/><Relationship Id="rId12" Type="http://schemas.openxmlformats.org/officeDocument/2006/relationships/image" Target="../media/image113.png"/><Relationship Id="rId17" Type="http://schemas.openxmlformats.org/officeDocument/2006/relationships/image" Target="../media/image118.png"/><Relationship Id="rId25" Type="http://schemas.openxmlformats.org/officeDocument/2006/relationships/image" Target="../media/image125.png"/><Relationship Id="rId33" Type="http://schemas.openxmlformats.org/officeDocument/2006/relationships/image" Target="../media/image133.png"/><Relationship Id="rId38" Type="http://schemas.openxmlformats.org/officeDocument/2006/relationships/image" Target="../media/image138.png"/></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95.bin"/><Relationship Id="rId2" Type="http://schemas.openxmlformats.org/officeDocument/2006/relationships/slideLayout" Target="../slideLayouts/slideLayout24.xml"/><Relationship Id="rId1" Type="http://schemas.openxmlformats.org/officeDocument/2006/relationships/tags" Target="../tags/tag232.xml"/><Relationship Id="rId5" Type="http://schemas.openxmlformats.org/officeDocument/2006/relationships/image" Target="../media/image145.png"/><Relationship Id="rId4" Type="http://schemas.openxmlformats.org/officeDocument/2006/relationships/image" Target="../media/image37.emf"/></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8.xml"/><Relationship Id="rId7" Type="http://schemas.openxmlformats.org/officeDocument/2006/relationships/image" Target="../media/image147.jpeg"/><Relationship Id="rId2" Type="http://schemas.openxmlformats.org/officeDocument/2006/relationships/slideLayout" Target="../slideLayouts/slideLayout24.xml"/><Relationship Id="rId1" Type="http://schemas.openxmlformats.org/officeDocument/2006/relationships/tags" Target="../tags/tag233.xml"/><Relationship Id="rId6" Type="http://schemas.openxmlformats.org/officeDocument/2006/relationships/image" Target="../media/image146.jpeg"/><Relationship Id="rId5" Type="http://schemas.openxmlformats.org/officeDocument/2006/relationships/image" Target="../media/image37.emf"/><Relationship Id="rId4" Type="http://schemas.openxmlformats.org/officeDocument/2006/relationships/oleObject" Target="../embeddings/oleObject96.bin"/></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97.bin"/><Relationship Id="rId13" Type="http://schemas.microsoft.com/office/2007/relationships/hdphoto" Target="../media/hdphoto13.wdp"/><Relationship Id="rId3" Type="http://schemas.openxmlformats.org/officeDocument/2006/relationships/tags" Target="../tags/tag236.xml"/><Relationship Id="rId7" Type="http://schemas.openxmlformats.org/officeDocument/2006/relationships/slideLayout" Target="../slideLayouts/slideLayout24.xml"/><Relationship Id="rId12" Type="http://schemas.openxmlformats.org/officeDocument/2006/relationships/image" Target="../media/image150.png"/><Relationship Id="rId2" Type="http://schemas.openxmlformats.org/officeDocument/2006/relationships/tags" Target="../tags/tag235.xml"/><Relationship Id="rId16" Type="http://schemas.openxmlformats.org/officeDocument/2006/relationships/image" Target="../media/image152.png"/><Relationship Id="rId1" Type="http://schemas.openxmlformats.org/officeDocument/2006/relationships/tags" Target="../tags/tag234.xml"/><Relationship Id="rId6" Type="http://schemas.openxmlformats.org/officeDocument/2006/relationships/tags" Target="../tags/tag239.xml"/><Relationship Id="rId11" Type="http://schemas.microsoft.com/office/2007/relationships/hdphoto" Target="../media/hdphoto12.wdp"/><Relationship Id="rId5" Type="http://schemas.openxmlformats.org/officeDocument/2006/relationships/tags" Target="../tags/tag238.xml"/><Relationship Id="rId15" Type="http://schemas.microsoft.com/office/2007/relationships/hdphoto" Target="../media/hdphoto14.wdp"/><Relationship Id="rId10" Type="http://schemas.openxmlformats.org/officeDocument/2006/relationships/image" Target="../media/image149.png"/><Relationship Id="rId4" Type="http://schemas.openxmlformats.org/officeDocument/2006/relationships/tags" Target="../tags/tag237.xml"/><Relationship Id="rId9" Type="http://schemas.openxmlformats.org/officeDocument/2006/relationships/image" Target="../media/image148.emf"/><Relationship Id="rId14" Type="http://schemas.openxmlformats.org/officeDocument/2006/relationships/image" Target="../media/image151.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4.xml"/><Relationship Id="rId1" Type="http://schemas.openxmlformats.org/officeDocument/2006/relationships/tags" Target="../tags/tag240.xml"/><Relationship Id="rId6" Type="http://schemas.openxmlformats.org/officeDocument/2006/relationships/image" Target="../media/image153.png"/><Relationship Id="rId5" Type="http://schemas.openxmlformats.org/officeDocument/2006/relationships/image" Target="../media/image37.emf"/><Relationship Id="rId4" Type="http://schemas.openxmlformats.org/officeDocument/2006/relationships/oleObject" Target="../embeddings/oleObject98.bin"/></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99.bin"/><Relationship Id="rId2" Type="http://schemas.openxmlformats.org/officeDocument/2006/relationships/slideLayout" Target="../slideLayouts/slideLayout24.xml"/><Relationship Id="rId1" Type="http://schemas.openxmlformats.org/officeDocument/2006/relationships/tags" Target="../tags/tag241.xml"/><Relationship Id="rId4" Type="http://schemas.openxmlformats.org/officeDocument/2006/relationships/image" Target="../media/image37.emf"/></Relationships>
</file>

<file path=ppt/slides/_rels/slide17.xml.rels><?xml version="1.0" encoding="UTF-8" standalone="yes"?>
<Relationships xmlns="http://schemas.openxmlformats.org/package/2006/relationships"><Relationship Id="rId13" Type="http://schemas.openxmlformats.org/officeDocument/2006/relationships/tags" Target="../tags/tag254.xml"/><Relationship Id="rId18" Type="http://schemas.openxmlformats.org/officeDocument/2006/relationships/tags" Target="../tags/tag259.xml"/><Relationship Id="rId26" Type="http://schemas.openxmlformats.org/officeDocument/2006/relationships/tags" Target="../tags/tag267.xml"/><Relationship Id="rId39" Type="http://schemas.openxmlformats.org/officeDocument/2006/relationships/image" Target="../media/image156.png"/><Relationship Id="rId21" Type="http://schemas.openxmlformats.org/officeDocument/2006/relationships/tags" Target="../tags/tag262.xml"/><Relationship Id="rId34" Type="http://schemas.openxmlformats.org/officeDocument/2006/relationships/notesSlide" Target="../notesSlides/notesSlide10.xml"/><Relationship Id="rId42" Type="http://schemas.openxmlformats.org/officeDocument/2006/relationships/image" Target="../media/image159.svg"/><Relationship Id="rId47" Type="http://schemas.openxmlformats.org/officeDocument/2006/relationships/chart" Target="../charts/chart5.xml"/><Relationship Id="rId7" Type="http://schemas.openxmlformats.org/officeDocument/2006/relationships/tags" Target="../tags/tag248.xml"/><Relationship Id="rId2" Type="http://schemas.openxmlformats.org/officeDocument/2006/relationships/tags" Target="../tags/tag243.xml"/><Relationship Id="rId16" Type="http://schemas.openxmlformats.org/officeDocument/2006/relationships/tags" Target="../tags/tag257.xml"/><Relationship Id="rId29" Type="http://schemas.openxmlformats.org/officeDocument/2006/relationships/tags" Target="../tags/tag270.xml"/><Relationship Id="rId1" Type="http://schemas.openxmlformats.org/officeDocument/2006/relationships/tags" Target="../tags/tag242.xml"/><Relationship Id="rId6" Type="http://schemas.openxmlformats.org/officeDocument/2006/relationships/tags" Target="../tags/tag247.xml"/><Relationship Id="rId11" Type="http://schemas.openxmlformats.org/officeDocument/2006/relationships/tags" Target="../tags/tag252.xml"/><Relationship Id="rId24" Type="http://schemas.openxmlformats.org/officeDocument/2006/relationships/tags" Target="../tags/tag265.xml"/><Relationship Id="rId32" Type="http://schemas.openxmlformats.org/officeDocument/2006/relationships/tags" Target="../tags/tag273.xml"/><Relationship Id="rId37" Type="http://schemas.openxmlformats.org/officeDocument/2006/relationships/image" Target="../media/image154.png"/><Relationship Id="rId40" Type="http://schemas.openxmlformats.org/officeDocument/2006/relationships/image" Target="../media/image157.svg"/><Relationship Id="rId45" Type="http://schemas.openxmlformats.org/officeDocument/2006/relationships/image" Target="../media/image162.png"/><Relationship Id="rId5" Type="http://schemas.openxmlformats.org/officeDocument/2006/relationships/tags" Target="../tags/tag246.xml"/><Relationship Id="rId15" Type="http://schemas.openxmlformats.org/officeDocument/2006/relationships/tags" Target="../tags/tag256.xml"/><Relationship Id="rId23" Type="http://schemas.openxmlformats.org/officeDocument/2006/relationships/tags" Target="../tags/tag264.xml"/><Relationship Id="rId28" Type="http://schemas.openxmlformats.org/officeDocument/2006/relationships/tags" Target="../tags/tag269.xml"/><Relationship Id="rId36" Type="http://schemas.openxmlformats.org/officeDocument/2006/relationships/image" Target="../media/image37.emf"/><Relationship Id="rId10" Type="http://schemas.openxmlformats.org/officeDocument/2006/relationships/tags" Target="../tags/tag251.xml"/><Relationship Id="rId19" Type="http://schemas.openxmlformats.org/officeDocument/2006/relationships/tags" Target="../tags/tag260.xml"/><Relationship Id="rId31" Type="http://schemas.openxmlformats.org/officeDocument/2006/relationships/tags" Target="../tags/tag272.xml"/><Relationship Id="rId44" Type="http://schemas.openxmlformats.org/officeDocument/2006/relationships/image" Target="../media/image161.svg"/><Relationship Id="rId4" Type="http://schemas.openxmlformats.org/officeDocument/2006/relationships/tags" Target="../tags/tag245.xml"/><Relationship Id="rId9" Type="http://schemas.openxmlformats.org/officeDocument/2006/relationships/tags" Target="../tags/tag250.xml"/><Relationship Id="rId14" Type="http://schemas.openxmlformats.org/officeDocument/2006/relationships/tags" Target="../tags/tag255.xml"/><Relationship Id="rId22" Type="http://schemas.openxmlformats.org/officeDocument/2006/relationships/tags" Target="../tags/tag263.xml"/><Relationship Id="rId27" Type="http://schemas.openxmlformats.org/officeDocument/2006/relationships/tags" Target="../tags/tag268.xml"/><Relationship Id="rId30" Type="http://schemas.openxmlformats.org/officeDocument/2006/relationships/tags" Target="../tags/tag271.xml"/><Relationship Id="rId35" Type="http://schemas.openxmlformats.org/officeDocument/2006/relationships/oleObject" Target="../embeddings/oleObject100.bin"/><Relationship Id="rId43" Type="http://schemas.openxmlformats.org/officeDocument/2006/relationships/image" Target="../media/image160.png"/><Relationship Id="rId48" Type="http://schemas.openxmlformats.org/officeDocument/2006/relationships/image" Target="../media/image164.png"/><Relationship Id="rId8" Type="http://schemas.openxmlformats.org/officeDocument/2006/relationships/tags" Target="../tags/tag249.xml"/><Relationship Id="rId3" Type="http://schemas.openxmlformats.org/officeDocument/2006/relationships/tags" Target="../tags/tag244.xml"/><Relationship Id="rId12" Type="http://schemas.openxmlformats.org/officeDocument/2006/relationships/tags" Target="../tags/tag253.xml"/><Relationship Id="rId17" Type="http://schemas.openxmlformats.org/officeDocument/2006/relationships/tags" Target="../tags/tag258.xml"/><Relationship Id="rId25" Type="http://schemas.openxmlformats.org/officeDocument/2006/relationships/tags" Target="../tags/tag266.xml"/><Relationship Id="rId33" Type="http://schemas.openxmlformats.org/officeDocument/2006/relationships/slideLayout" Target="../slideLayouts/slideLayout24.xml"/><Relationship Id="rId38" Type="http://schemas.openxmlformats.org/officeDocument/2006/relationships/image" Target="../media/image155.png"/><Relationship Id="rId46" Type="http://schemas.openxmlformats.org/officeDocument/2006/relationships/image" Target="../media/image163.svg"/><Relationship Id="rId20" Type="http://schemas.openxmlformats.org/officeDocument/2006/relationships/tags" Target="../tags/tag261.xml"/><Relationship Id="rId41" Type="http://schemas.openxmlformats.org/officeDocument/2006/relationships/image" Target="../media/image158.png"/></Relationships>
</file>

<file path=ppt/slides/_rels/slide18.xml.rels><?xml version="1.0" encoding="UTF-8" standalone="yes"?>
<Relationships xmlns="http://schemas.openxmlformats.org/package/2006/relationships"><Relationship Id="rId13" Type="http://schemas.openxmlformats.org/officeDocument/2006/relationships/tags" Target="../tags/tag286.xml"/><Relationship Id="rId18" Type="http://schemas.openxmlformats.org/officeDocument/2006/relationships/tags" Target="../tags/tag291.xml"/><Relationship Id="rId26" Type="http://schemas.openxmlformats.org/officeDocument/2006/relationships/tags" Target="../tags/tag299.xml"/><Relationship Id="rId39" Type="http://schemas.openxmlformats.org/officeDocument/2006/relationships/image" Target="../media/image37.emf"/><Relationship Id="rId21" Type="http://schemas.openxmlformats.org/officeDocument/2006/relationships/tags" Target="../tags/tag294.xml"/><Relationship Id="rId34" Type="http://schemas.openxmlformats.org/officeDocument/2006/relationships/tags" Target="../tags/tag307.xml"/><Relationship Id="rId42" Type="http://schemas.openxmlformats.org/officeDocument/2006/relationships/image" Target="../media/image164.png"/><Relationship Id="rId7" Type="http://schemas.openxmlformats.org/officeDocument/2006/relationships/tags" Target="../tags/tag280.xml"/><Relationship Id="rId2" Type="http://schemas.openxmlformats.org/officeDocument/2006/relationships/tags" Target="../tags/tag275.xml"/><Relationship Id="rId16" Type="http://schemas.openxmlformats.org/officeDocument/2006/relationships/tags" Target="../tags/tag289.xml"/><Relationship Id="rId29" Type="http://schemas.openxmlformats.org/officeDocument/2006/relationships/tags" Target="../tags/tag302.xml"/><Relationship Id="rId1" Type="http://schemas.openxmlformats.org/officeDocument/2006/relationships/tags" Target="../tags/tag274.xml"/><Relationship Id="rId6" Type="http://schemas.openxmlformats.org/officeDocument/2006/relationships/tags" Target="../tags/tag279.xml"/><Relationship Id="rId11" Type="http://schemas.openxmlformats.org/officeDocument/2006/relationships/tags" Target="../tags/tag284.xml"/><Relationship Id="rId24" Type="http://schemas.openxmlformats.org/officeDocument/2006/relationships/tags" Target="../tags/tag297.xml"/><Relationship Id="rId32" Type="http://schemas.openxmlformats.org/officeDocument/2006/relationships/tags" Target="../tags/tag305.xml"/><Relationship Id="rId37" Type="http://schemas.openxmlformats.org/officeDocument/2006/relationships/notesSlide" Target="../notesSlides/notesSlide11.xml"/><Relationship Id="rId40" Type="http://schemas.openxmlformats.org/officeDocument/2006/relationships/image" Target="../media/image165.png"/><Relationship Id="rId45" Type="http://schemas.openxmlformats.org/officeDocument/2006/relationships/image" Target="../media/image157.svg"/><Relationship Id="rId5" Type="http://schemas.openxmlformats.org/officeDocument/2006/relationships/tags" Target="../tags/tag278.xml"/><Relationship Id="rId15" Type="http://schemas.openxmlformats.org/officeDocument/2006/relationships/tags" Target="../tags/tag288.xml"/><Relationship Id="rId23" Type="http://schemas.openxmlformats.org/officeDocument/2006/relationships/tags" Target="../tags/tag296.xml"/><Relationship Id="rId28" Type="http://schemas.openxmlformats.org/officeDocument/2006/relationships/tags" Target="../tags/tag301.xml"/><Relationship Id="rId36" Type="http://schemas.openxmlformats.org/officeDocument/2006/relationships/slideLayout" Target="../slideLayouts/slideLayout24.xml"/><Relationship Id="rId10" Type="http://schemas.openxmlformats.org/officeDocument/2006/relationships/tags" Target="../tags/tag283.xml"/><Relationship Id="rId19" Type="http://schemas.openxmlformats.org/officeDocument/2006/relationships/tags" Target="../tags/tag292.xml"/><Relationship Id="rId31" Type="http://schemas.openxmlformats.org/officeDocument/2006/relationships/tags" Target="../tags/tag304.xml"/><Relationship Id="rId44" Type="http://schemas.openxmlformats.org/officeDocument/2006/relationships/image" Target="../media/image156.png"/><Relationship Id="rId4" Type="http://schemas.openxmlformats.org/officeDocument/2006/relationships/tags" Target="../tags/tag277.xml"/><Relationship Id="rId9" Type="http://schemas.openxmlformats.org/officeDocument/2006/relationships/tags" Target="../tags/tag282.xml"/><Relationship Id="rId14" Type="http://schemas.openxmlformats.org/officeDocument/2006/relationships/tags" Target="../tags/tag287.xml"/><Relationship Id="rId22" Type="http://schemas.openxmlformats.org/officeDocument/2006/relationships/tags" Target="../tags/tag295.xml"/><Relationship Id="rId27" Type="http://schemas.openxmlformats.org/officeDocument/2006/relationships/tags" Target="../tags/tag300.xml"/><Relationship Id="rId30" Type="http://schemas.openxmlformats.org/officeDocument/2006/relationships/tags" Target="../tags/tag303.xml"/><Relationship Id="rId35" Type="http://schemas.openxmlformats.org/officeDocument/2006/relationships/tags" Target="../tags/tag308.xml"/><Relationship Id="rId43" Type="http://schemas.openxmlformats.org/officeDocument/2006/relationships/image" Target="../media/image155.png"/><Relationship Id="rId8" Type="http://schemas.openxmlformats.org/officeDocument/2006/relationships/tags" Target="../tags/tag281.xml"/><Relationship Id="rId3" Type="http://schemas.openxmlformats.org/officeDocument/2006/relationships/tags" Target="../tags/tag276.xml"/><Relationship Id="rId12" Type="http://schemas.openxmlformats.org/officeDocument/2006/relationships/tags" Target="../tags/tag285.xml"/><Relationship Id="rId17" Type="http://schemas.openxmlformats.org/officeDocument/2006/relationships/tags" Target="../tags/tag290.xml"/><Relationship Id="rId25" Type="http://schemas.openxmlformats.org/officeDocument/2006/relationships/tags" Target="../tags/tag298.xml"/><Relationship Id="rId33" Type="http://schemas.openxmlformats.org/officeDocument/2006/relationships/tags" Target="../tags/tag306.xml"/><Relationship Id="rId38" Type="http://schemas.openxmlformats.org/officeDocument/2006/relationships/oleObject" Target="../embeddings/oleObject101.bin"/><Relationship Id="rId20" Type="http://schemas.openxmlformats.org/officeDocument/2006/relationships/tags" Target="../tags/tag293.xml"/><Relationship Id="rId41" Type="http://schemas.openxmlformats.org/officeDocument/2006/relationships/chart" Target="../charts/chart6.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102.bin"/><Relationship Id="rId2" Type="http://schemas.openxmlformats.org/officeDocument/2006/relationships/slideLayout" Target="../slideLayouts/slideLayout24.xml"/><Relationship Id="rId1" Type="http://schemas.openxmlformats.org/officeDocument/2006/relationships/tags" Target="../tags/tag309.xml"/><Relationship Id="rId5" Type="http://schemas.openxmlformats.org/officeDocument/2006/relationships/image" Target="../media/image167.jpeg"/><Relationship Id="rId4" Type="http://schemas.openxmlformats.org/officeDocument/2006/relationships/image" Target="../media/image166.emf"/></Relationships>
</file>

<file path=ppt/slides/_rels/slide20.xml.rels><?xml version="1.0" encoding="UTF-8" standalone="yes"?>
<Relationships xmlns="http://schemas.openxmlformats.org/package/2006/relationships"><Relationship Id="rId8" Type="http://schemas.openxmlformats.org/officeDocument/2006/relationships/tags" Target="../tags/tag317.xml"/><Relationship Id="rId13" Type="http://schemas.openxmlformats.org/officeDocument/2006/relationships/slide" Target="slide22.xml"/><Relationship Id="rId3" Type="http://schemas.openxmlformats.org/officeDocument/2006/relationships/tags" Target="../tags/tag312.xml"/><Relationship Id="rId7" Type="http://schemas.openxmlformats.org/officeDocument/2006/relationships/tags" Target="../tags/tag316.xml"/><Relationship Id="rId12" Type="http://schemas.openxmlformats.org/officeDocument/2006/relationships/slide" Target="slide6.xml"/><Relationship Id="rId2" Type="http://schemas.openxmlformats.org/officeDocument/2006/relationships/tags" Target="../tags/tag311.xml"/><Relationship Id="rId16" Type="http://schemas.openxmlformats.org/officeDocument/2006/relationships/slide" Target="slide68.xml"/><Relationship Id="rId1" Type="http://schemas.openxmlformats.org/officeDocument/2006/relationships/tags" Target="../tags/tag310.xml"/><Relationship Id="rId6" Type="http://schemas.openxmlformats.org/officeDocument/2006/relationships/tags" Target="../tags/tag315.xml"/><Relationship Id="rId11" Type="http://schemas.openxmlformats.org/officeDocument/2006/relationships/image" Target="../media/image109.emf"/><Relationship Id="rId5" Type="http://schemas.openxmlformats.org/officeDocument/2006/relationships/tags" Target="../tags/tag314.xml"/><Relationship Id="rId15" Type="http://schemas.openxmlformats.org/officeDocument/2006/relationships/slide" Target="slide61.xml"/><Relationship Id="rId10" Type="http://schemas.openxmlformats.org/officeDocument/2006/relationships/oleObject" Target="../embeddings/oleObject103.bin"/><Relationship Id="rId4" Type="http://schemas.openxmlformats.org/officeDocument/2006/relationships/tags" Target="../tags/tag313.xml"/><Relationship Id="rId9" Type="http://schemas.openxmlformats.org/officeDocument/2006/relationships/slideLayout" Target="../slideLayouts/slideLayout2.xml"/><Relationship Id="rId14" Type="http://schemas.openxmlformats.org/officeDocument/2006/relationships/slide" Target="slide55.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2.xml"/><Relationship Id="rId7" Type="http://schemas.microsoft.com/office/2007/relationships/hdphoto" Target="../media/hdphoto15.wdp"/><Relationship Id="rId2" Type="http://schemas.openxmlformats.org/officeDocument/2006/relationships/slideLayout" Target="../slideLayouts/slideLayout6.xml"/><Relationship Id="rId1" Type="http://schemas.openxmlformats.org/officeDocument/2006/relationships/tags" Target="../tags/tag318.xml"/><Relationship Id="rId6" Type="http://schemas.openxmlformats.org/officeDocument/2006/relationships/image" Target="../media/image168.png"/><Relationship Id="rId5" Type="http://schemas.openxmlformats.org/officeDocument/2006/relationships/image" Target="../media/image110.emf"/><Relationship Id="rId4" Type="http://schemas.openxmlformats.org/officeDocument/2006/relationships/oleObject" Target="../embeddings/oleObject104.bin"/></Relationships>
</file>

<file path=ppt/slides/_rels/slide22.xml.rels><?xml version="1.0" encoding="UTF-8" standalone="yes"?>
<Relationships xmlns="http://schemas.openxmlformats.org/package/2006/relationships"><Relationship Id="rId8" Type="http://schemas.openxmlformats.org/officeDocument/2006/relationships/tags" Target="../tags/tag326.xml"/><Relationship Id="rId13" Type="http://schemas.openxmlformats.org/officeDocument/2006/relationships/slide" Target="slide20.xml"/><Relationship Id="rId3" Type="http://schemas.openxmlformats.org/officeDocument/2006/relationships/tags" Target="../tags/tag321.xml"/><Relationship Id="rId7" Type="http://schemas.openxmlformats.org/officeDocument/2006/relationships/tags" Target="../tags/tag325.xml"/><Relationship Id="rId12" Type="http://schemas.openxmlformats.org/officeDocument/2006/relationships/slide" Target="slide6.xml"/><Relationship Id="rId2" Type="http://schemas.openxmlformats.org/officeDocument/2006/relationships/tags" Target="../tags/tag320.xml"/><Relationship Id="rId16" Type="http://schemas.openxmlformats.org/officeDocument/2006/relationships/slide" Target="slide68.xml"/><Relationship Id="rId1" Type="http://schemas.openxmlformats.org/officeDocument/2006/relationships/tags" Target="../tags/tag319.xml"/><Relationship Id="rId6" Type="http://schemas.openxmlformats.org/officeDocument/2006/relationships/tags" Target="../tags/tag324.xml"/><Relationship Id="rId11" Type="http://schemas.openxmlformats.org/officeDocument/2006/relationships/image" Target="../media/image109.emf"/><Relationship Id="rId5" Type="http://schemas.openxmlformats.org/officeDocument/2006/relationships/tags" Target="../tags/tag323.xml"/><Relationship Id="rId15" Type="http://schemas.openxmlformats.org/officeDocument/2006/relationships/slide" Target="slide61.xml"/><Relationship Id="rId10" Type="http://schemas.openxmlformats.org/officeDocument/2006/relationships/oleObject" Target="../embeddings/oleObject105.bin"/><Relationship Id="rId4" Type="http://schemas.openxmlformats.org/officeDocument/2006/relationships/tags" Target="../tags/tag322.xml"/><Relationship Id="rId9" Type="http://schemas.openxmlformats.org/officeDocument/2006/relationships/slideLayout" Target="../slideLayouts/slideLayout2.xml"/><Relationship Id="rId14" Type="http://schemas.openxmlformats.org/officeDocument/2006/relationships/slide" Target="slide55.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4.xml"/><Relationship Id="rId1" Type="http://schemas.openxmlformats.org/officeDocument/2006/relationships/tags" Target="../tags/tag327.xml"/><Relationship Id="rId5" Type="http://schemas.openxmlformats.org/officeDocument/2006/relationships/image" Target="../media/image74.emf"/><Relationship Id="rId4" Type="http://schemas.openxmlformats.org/officeDocument/2006/relationships/oleObject" Target="../embeddings/oleObject106.bin"/></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4.xml"/><Relationship Id="rId1" Type="http://schemas.openxmlformats.org/officeDocument/2006/relationships/tags" Target="../tags/tag328.xml"/><Relationship Id="rId5" Type="http://schemas.openxmlformats.org/officeDocument/2006/relationships/image" Target="../media/image74.emf"/><Relationship Id="rId4" Type="http://schemas.openxmlformats.org/officeDocument/2006/relationships/oleObject" Target="../embeddings/oleObject107.bin"/></Relationships>
</file>

<file path=ppt/slides/_rels/slide25.xml.rels><?xml version="1.0" encoding="UTF-8" standalone="yes"?>
<Relationships xmlns="http://schemas.openxmlformats.org/package/2006/relationships"><Relationship Id="rId8" Type="http://schemas.microsoft.com/office/2007/relationships/hdphoto" Target="../media/hdphoto16.wdp"/><Relationship Id="rId3" Type="http://schemas.openxmlformats.org/officeDocument/2006/relationships/slideLayout" Target="../slideLayouts/slideLayout24.xml"/><Relationship Id="rId7" Type="http://schemas.openxmlformats.org/officeDocument/2006/relationships/image" Target="../media/image170.png"/><Relationship Id="rId12" Type="http://schemas.openxmlformats.org/officeDocument/2006/relationships/image" Target="../media/image173.svg"/><Relationship Id="rId2" Type="http://schemas.openxmlformats.org/officeDocument/2006/relationships/tags" Target="../tags/tag330.xml"/><Relationship Id="rId1" Type="http://schemas.openxmlformats.org/officeDocument/2006/relationships/tags" Target="../tags/tag329.xml"/><Relationship Id="rId6" Type="http://schemas.openxmlformats.org/officeDocument/2006/relationships/image" Target="../media/image169.emf"/><Relationship Id="rId11" Type="http://schemas.openxmlformats.org/officeDocument/2006/relationships/image" Target="../media/image172.png"/><Relationship Id="rId5" Type="http://schemas.openxmlformats.org/officeDocument/2006/relationships/oleObject" Target="../embeddings/oleObject108.bin"/><Relationship Id="rId10" Type="http://schemas.microsoft.com/office/2007/relationships/hdphoto" Target="../media/hdphoto17.wdp"/><Relationship Id="rId4" Type="http://schemas.openxmlformats.org/officeDocument/2006/relationships/notesSlide" Target="../notesSlides/notesSlide15.xml"/><Relationship Id="rId9" Type="http://schemas.openxmlformats.org/officeDocument/2006/relationships/image" Target="../media/image171.png"/></Relationships>
</file>

<file path=ppt/slides/_rels/slide26.xml.rels><?xml version="1.0" encoding="UTF-8" standalone="yes"?>
<Relationships xmlns="http://schemas.openxmlformats.org/package/2006/relationships"><Relationship Id="rId8" Type="http://schemas.microsoft.com/office/2007/relationships/hdphoto" Target="../media/hdphoto19.wdp"/><Relationship Id="rId3" Type="http://schemas.openxmlformats.org/officeDocument/2006/relationships/oleObject" Target="../embeddings/oleObject109.bin"/><Relationship Id="rId7" Type="http://schemas.openxmlformats.org/officeDocument/2006/relationships/image" Target="../media/image175.png"/><Relationship Id="rId12" Type="http://schemas.microsoft.com/office/2007/relationships/hdphoto" Target="../media/hdphoto21.wdp"/><Relationship Id="rId2" Type="http://schemas.openxmlformats.org/officeDocument/2006/relationships/slideLayout" Target="../slideLayouts/slideLayout24.xml"/><Relationship Id="rId1" Type="http://schemas.openxmlformats.org/officeDocument/2006/relationships/tags" Target="../tags/tag331.xml"/><Relationship Id="rId6" Type="http://schemas.microsoft.com/office/2007/relationships/hdphoto" Target="../media/hdphoto18.wdp"/><Relationship Id="rId11" Type="http://schemas.openxmlformats.org/officeDocument/2006/relationships/image" Target="../media/image177.png"/><Relationship Id="rId5" Type="http://schemas.openxmlformats.org/officeDocument/2006/relationships/image" Target="../media/image174.png"/><Relationship Id="rId10" Type="http://schemas.microsoft.com/office/2007/relationships/hdphoto" Target="../media/hdphoto20.wdp"/><Relationship Id="rId4" Type="http://schemas.openxmlformats.org/officeDocument/2006/relationships/image" Target="../media/image56.emf"/><Relationship Id="rId9" Type="http://schemas.openxmlformats.org/officeDocument/2006/relationships/image" Target="../media/image176.png"/></Relationships>
</file>

<file path=ppt/slides/_rels/slide27.xml.rels><?xml version="1.0" encoding="UTF-8" standalone="yes"?>
<Relationships xmlns="http://schemas.openxmlformats.org/package/2006/relationships"><Relationship Id="rId8" Type="http://schemas.openxmlformats.org/officeDocument/2006/relationships/image" Target="../media/image181.png"/><Relationship Id="rId13" Type="http://schemas.openxmlformats.org/officeDocument/2006/relationships/image" Target="../media/image185.png"/><Relationship Id="rId18" Type="http://schemas.microsoft.com/office/2007/relationships/hdphoto" Target="../media/hdphoto25.wdp"/><Relationship Id="rId3" Type="http://schemas.openxmlformats.org/officeDocument/2006/relationships/oleObject" Target="../embeddings/oleObject110.bin"/><Relationship Id="rId21" Type="http://schemas.openxmlformats.org/officeDocument/2006/relationships/image" Target="../media/image189.png"/><Relationship Id="rId7" Type="http://schemas.openxmlformats.org/officeDocument/2006/relationships/image" Target="../media/image180.png"/><Relationship Id="rId12" Type="http://schemas.microsoft.com/office/2007/relationships/hdphoto" Target="../media/hdphoto22.wdp"/><Relationship Id="rId17" Type="http://schemas.openxmlformats.org/officeDocument/2006/relationships/image" Target="../media/image187.png"/><Relationship Id="rId2" Type="http://schemas.openxmlformats.org/officeDocument/2006/relationships/slideLayout" Target="../slideLayouts/slideLayout24.xml"/><Relationship Id="rId16" Type="http://schemas.microsoft.com/office/2007/relationships/hdphoto" Target="../media/hdphoto24.wdp"/><Relationship Id="rId20" Type="http://schemas.microsoft.com/office/2007/relationships/hdphoto" Target="../media/hdphoto26.wdp"/><Relationship Id="rId1" Type="http://schemas.openxmlformats.org/officeDocument/2006/relationships/tags" Target="../tags/tag332.xml"/><Relationship Id="rId6" Type="http://schemas.openxmlformats.org/officeDocument/2006/relationships/image" Target="../media/image179.png"/><Relationship Id="rId11" Type="http://schemas.openxmlformats.org/officeDocument/2006/relationships/image" Target="../media/image184.png"/><Relationship Id="rId5" Type="http://schemas.openxmlformats.org/officeDocument/2006/relationships/image" Target="../media/image178.png"/><Relationship Id="rId15" Type="http://schemas.openxmlformats.org/officeDocument/2006/relationships/image" Target="../media/image186.png"/><Relationship Id="rId10" Type="http://schemas.openxmlformats.org/officeDocument/2006/relationships/image" Target="../media/image183.png"/><Relationship Id="rId19" Type="http://schemas.openxmlformats.org/officeDocument/2006/relationships/image" Target="../media/image188.png"/><Relationship Id="rId4" Type="http://schemas.openxmlformats.org/officeDocument/2006/relationships/image" Target="../media/image74.emf"/><Relationship Id="rId9" Type="http://schemas.openxmlformats.org/officeDocument/2006/relationships/image" Target="../media/image182.png"/><Relationship Id="rId14" Type="http://schemas.microsoft.com/office/2007/relationships/hdphoto" Target="../media/hdphoto23.wdp"/><Relationship Id="rId22" Type="http://schemas.microsoft.com/office/2007/relationships/hdphoto" Target="../media/hdphoto27.wdp"/></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tags" Target="../tags/tag334.xml"/><Relationship Id="rId1" Type="http://schemas.openxmlformats.org/officeDocument/2006/relationships/tags" Target="../tags/tag333.xml"/><Relationship Id="rId6" Type="http://schemas.openxmlformats.org/officeDocument/2006/relationships/image" Target="../media/image190.jpeg"/><Relationship Id="rId5" Type="http://schemas.openxmlformats.org/officeDocument/2006/relationships/image" Target="../media/image56.emf"/><Relationship Id="rId4" Type="http://schemas.openxmlformats.org/officeDocument/2006/relationships/oleObject" Target="../embeddings/oleObject111.bin"/></Relationships>
</file>

<file path=ppt/slides/_rels/slide29.xml.rels><?xml version="1.0" encoding="UTF-8" standalone="yes"?>
<Relationships xmlns="http://schemas.openxmlformats.org/package/2006/relationships"><Relationship Id="rId8" Type="http://schemas.openxmlformats.org/officeDocument/2006/relationships/image" Target="../media/image194.png"/><Relationship Id="rId13" Type="http://schemas.openxmlformats.org/officeDocument/2006/relationships/image" Target="../media/image197.png"/><Relationship Id="rId18" Type="http://schemas.openxmlformats.org/officeDocument/2006/relationships/image" Target="../media/image200.svg"/><Relationship Id="rId3" Type="http://schemas.openxmlformats.org/officeDocument/2006/relationships/slideLayout" Target="../slideLayouts/slideLayout24.xml"/><Relationship Id="rId7" Type="http://schemas.openxmlformats.org/officeDocument/2006/relationships/image" Target="../media/image193.png"/><Relationship Id="rId12" Type="http://schemas.microsoft.com/office/2007/relationships/hdphoto" Target="../media/hdphoto29.wdp"/><Relationship Id="rId17" Type="http://schemas.openxmlformats.org/officeDocument/2006/relationships/image" Target="../media/image199.png"/><Relationship Id="rId2" Type="http://schemas.openxmlformats.org/officeDocument/2006/relationships/tags" Target="../tags/tag336.xml"/><Relationship Id="rId16" Type="http://schemas.microsoft.com/office/2007/relationships/hdphoto" Target="../media/hdphoto31.wdp"/><Relationship Id="rId1" Type="http://schemas.openxmlformats.org/officeDocument/2006/relationships/tags" Target="../tags/tag335.xml"/><Relationship Id="rId6" Type="http://schemas.openxmlformats.org/officeDocument/2006/relationships/image" Target="../media/image192.png"/><Relationship Id="rId11" Type="http://schemas.openxmlformats.org/officeDocument/2006/relationships/image" Target="../media/image196.png"/><Relationship Id="rId5" Type="http://schemas.openxmlformats.org/officeDocument/2006/relationships/image" Target="../media/image191.emf"/><Relationship Id="rId15" Type="http://schemas.openxmlformats.org/officeDocument/2006/relationships/image" Target="../media/image198.png"/><Relationship Id="rId10" Type="http://schemas.microsoft.com/office/2007/relationships/hdphoto" Target="../media/hdphoto28.wdp"/><Relationship Id="rId4" Type="http://schemas.openxmlformats.org/officeDocument/2006/relationships/oleObject" Target="../embeddings/oleObject112.bin"/><Relationship Id="rId9" Type="http://schemas.openxmlformats.org/officeDocument/2006/relationships/image" Target="../media/image195.png"/><Relationship Id="rId14" Type="http://schemas.microsoft.com/office/2007/relationships/hdphoto" Target="../media/hdphoto30.wdp"/></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113.bin"/><Relationship Id="rId2" Type="http://schemas.openxmlformats.org/officeDocument/2006/relationships/slideLayout" Target="../slideLayouts/slideLayout24.xml"/><Relationship Id="rId1" Type="http://schemas.openxmlformats.org/officeDocument/2006/relationships/tags" Target="../tags/tag337.xml"/><Relationship Id="rId4" Type="http://schemas.openxmlformats.org/officeDocument/2006/relationships/image" Target="../media/image56.emf"/></Relationships>
</file>

<file path=ppt/slides/_rels/slide31.xml.rels><?xml version="1.0" encoding="UTF-8" standalone="yes"?>
<Relationships xmlns="http://schemas.openxmlformats.org/package/2006/relationships"><Relationship Id="rId8" Type="http://schemas.openxmlformats.org/officeDocument/2006/relationships/tags" Target="../tags/tag345.xml"/><Relationship Id="rId13" Type="http://schemas.openxmlformats.org/officeDocument/2006/relationships/image" Target="../media/image1.emf"/><Relationship Id="rId18" Type="http://schemas.openxmlformats.org/officeDocument/2006/relationships/image" Target="../media/image203.png"/><Relationship Id="rId3" Type="http://schemas.openxmlformats.org/officeDocument/2006/relationships/tags" Target="../tags/tag340.xml"/><Relationship Id="rId21" Type="http://schemas.microsoft.com/office/2007/relationships/hdphoto" Target="../media/hdphoto35.wdp"/><Relationship Id="rId7" Type="http://schemas.openxmlformats.org/officeDocument/2006/relationships/tags" Target="../tags/tag344.xml"/><Relationship Id="rId12" Type="http://schemas.openxmlformats.org/officeDocument/2006/relationships/oleObject" Target="../embeddings/oleObject114.bin"/><Relationship Id="rId17" Type="http://schemas.microsoft.com/office/2007/relationships/hdphoto" Target="../media/hdphoto33.wdp"/><Relationship Id="rId2" Type="http://schemas.openxmlformats.org/officeDocument/2006/relationships/tags" Target="../tags/tag339.xml"/><Relationship Id="rId16" Type="http://schemas.openxmlformats.org/officeDocument/2006/relationships/image" Target="../media/image202.png"/><Relationship Id="rId20" Type="http://schemas.openxmlformats.org/officeDocument/2006/relationships/image" Target="../media/image204.png"/><Relationship Id="rId1" Type="http://schemas.openxmlformats.org/officeDocument/2006/relationships/tags" Target="../tags/tag338.xml"/><Relationship Id="rId6" Type="http://schemas.openxmlformats.org/officeDocument/2006/relationships/tags" Target="../tags/tag343.xml"/><Relationship Id="rId11" Type="http://schemas.openxmlformats.org/officeDocument/2006/relationships/notesSlide" Target="../notesSlides/notesSlide16.xml"/><Relationship Id="rId5" Type="http://schemas.openxmlformats.org/officeDocument/2006/relationships/tags" Target="../tags/tag342.xml"/><Relationship Id="rId15" Type="http://schemas.microsoft.com/office/2007/relationships/hdphoto" Target="../media/hdphoto32.wdp"/><Relationship Id="rId23" Type="http://schemas.microsoft.com/office/2007/relationships/hdphoto" Target="../media/hdphoto36.wdp"/><Relationship Id="rId10" Type="http://schemas.openxmlformats.org/officeDocument/2006/relationships/slideLayout" Target="../slideLayouts/slideLayout24.xml"/><Relationship Id="rId19" Type="http://schemas.microsoft.com/office/2007/relationships/hdphoto" Target="../media/hdphoto34.wdp"/><Relationship Id="rId4" Type="http://schemas.openxmlformats.org/officeDocument/2006/relationships/tags" Target="../tags/tag341.xml"/><Relationship Id="rId9" Type="http://schemas.openxmlformats.org/officeDocument/2006/relationships/tags" Target="../tags/tag346.xml"/><Relationship Id="rId14" Type="http://schemas.openxmlformats.org/officeDocument/2006/relationships/image" Target="../media/image201.png"/><Relationship Id="rId22" Type="http://schemas.openxmlformats.org/officeDocument/2006/relationships/image" Target="../media/image205.png"/></Relationships>
</file>

<file path=ppt/slides/_rels/slide32.xml.rels><?xml version="1.0" encoding="UTF-8" standalone="yes"?>
<Relationships xmlns="http://schemas.openxmlformats.org/package/2006/relationships"><Relationship Id="rId8" Type="http://schemas.openxmlformats.org/officeDocument/2006/relationships/image" Target="../media/image209.png"/><Relationship Id="rId13" Type="http://schemas.openxmlformats.org/officeDocument/2006/relationships/image" Target="../media/image214.png"/><Relationship Id="rId3" Type="http://schemas.openxmlformats.org/officeDocument/2006/relationships/oleObject" Target="../embeddings/oleObject115.bin"/><Relationship Id="rId7" Type="http://schemas.openxmlformats.org/officeDocument/2006/relationships/image" Target="../media/image208.png"/><Relationship Id="rId12" Type="http://schemas.openxmlformats.org/officeDocument/2006/relationships/image" Target="../media/image213.jpeg"/><Relationship Id="rId2" Type="http://schemas.openxmlformats.org/officeDocument/2006/relationships/slideLayout" Target="../slideLayouts/slideLayout24.xml"/><Relationship Id="rId1" Type="http://schemas.openxmlformats.org/officeDocument/2006/relationships/tags" Target="../tags/tag347.xml"/><Relationship Id="rId6" Type="http://schemas.openxmlformats.org/officeDocument/2006/relationships/image" Target="../media/image207.png"/><Relationship Id="rId11" Type="http://schemas.openxmlformats.org/officeDocument/2006/relationships/image" Target="../media/image212.png"/><Relationship Id="rId5" Type="http://schemas.openxmlformats.org/officeDocument/2006/relationships/image" Target="../media/image206.png"/><Relationship Id="rId15" Type="http://schemas.microsoft.com/office/2007/relationships/hdphoto" Target="../media/hdphoto37.wdp"/><Relationship Id="rId10" Type="http://schemas.openxmlformats.org/officeDocument/2006/relationships/image" Target="../media/image211.png"/><Relationship Id="rId4" Type="http://schemas.openxmlformats.org/officeDocument/2006/relationships/image" Target="../media/image191.emf"/><Relationship Id="rId9" Type="http://schemas.openxmlformats.org/officeDocument/2006/relationships/image" Target="../media/image210.jpeg"/><Relationship Id="rId14" Type="http://schemas.openxmlformats.org/officeDocument/2006/relationships/image" Target="../media/image215.png"/></Relationships>
</file>

<file path=ppt/slides/_rels/slide33.xml.rels><?xml version="1.0" encoding="UTF-8" standalone="yes"?>
<Relationships xmlns="http://schemas.openxmlformats.org/package/2006/relationships"><Relationship Id="rId8" Type="http://schemas.openxmlformats.org/officeDocument/2006/relationships/image" Target="../media/image219.svg"/><Relationship Id="rId3" Type="http://schemas.openxmlformats.org/officeDocument/2006/relationships/oleObject" Target="../embeddings/oleObject116.bin"/><Relationship Id="rId7" Type="http://schemas.openxmlformats.org/officeDocument/2006/relationships/image" Target="../media/image218.png"/><Relationship Id="rId2" Type="http://schemas.openxmlformats.org/officeDocument/2006/relationships/slideLayout" Target="../slideLayouts/slideLayout79.xml"/><Relationship Id="rId1" Type="http://schemas.openxmlformats.org/officeDocument/2006/relationships/tags" Target="../tags/tag348.xml"/><Relationship Id="rId6" Type="http://schemas.openxmlformats.org/officeDocument/2006/relationships/image" Target="../media/image217.png"/><Relationship Id="rId5" Type="http://schemas.openxmlformats.org/officeDocument/2006/relationships/image" Target="../media/image216.png"/><Relationship Id="rId4" Type="http://schemas.openxmlformats.org/officeDocument/2006/relationships/image" Target="../media/image56.emf"/><Relationship Id="rId9" Type="http://schemas.openxmlformats.org/officeDocument/2006/relationships/image" Target="../media/image220.png"/></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79.xml"/><Relationship Id="rId2" Type="http://schemas.openxmlformats.org/officeDocument/2006/relationships/tags" Target="../tags/tag350.xml"/><Relationship Id="rId1" Type="http://schemas.openxmlformats.org/officeDocument/2006/relationships/tags" Target="../tags/tag349.xml"/><Relationship Id="rId6" Type="http://schemas.openxmlformats.org/officeDocument/2006/relationships/image" Target="../media/image221.emf"/><Relationship Id="rId5" Type="http://schemas.openxmlformats.org/officeDocument/2006/relationships/oleObject" Target="../embeddings/oleObject117.bin"/><Relationship Id="rId4" Type="http://schemas.openxmlformats.org/officeDocument/2006/relationships/notesSlide" Target="../notesSlides/notesSlide17.xml"/></Relationships>
</file>

<file path=ppt/slides/_rels/slide35.xml.rels><?xml version="1.0" encoding="UTF-8" standalone="yes"?>
<Relationships xmlns="http://schemas.openxmlformats.org/package/2006/relationships"><Relationship Id="rId8" Type="http://schemas.openxmlformats.org/officeDocument/2006/relationships/image" Target="../media/image226.png"/><Relationship Id="rId3" Type="http://schemas.openxmlformats.org/officeDocument/2006/relationships/oleObject" Target="../embeddings/oleObject118.bin"/><Relationship Id="rId7" Type="http://schemas.openxmlformats.org/officeDocument/2006/relationships/image" Target="../media/image225.png"/><Relationship Id="rId2" Type="http://schemas.openxmlformats.org/officeDocument/2006/relationships/slideLayout" Target="../slideLayouts/slideLayout79.xml"/><Relationship Id="rId1" Type="http://schemas.openxmlformats.org/officeDocument/2006/relationships/tags" Target="../tags/tag351.xml"/><Relationship Id="rId6" Type="http://schemas.openxmlformats.org/officeDocument/2006/relationships/image" Target="../media/image224.png"/><Relationship Id="rId5" Type="http://schemas.openxmlformats.org/officeDocument/2006/relationships/image" Target="../media/image223.png"/><Relationship Id="rId4" Type="http://schemas.openxmlformats.org/officeDocument/2006/relationships/image" Target="../media/image222.emf"/></Relationships>
</file>

<file path=ppt/slides/_rels/slide36.xml.rels><?xml version="1.0" encoding="UTF-8" standalone="yes"?>
<Relationships xmlns="http://schemas.openxmlformats.org/package/2006/relationships"><Relationship Id="rId13" Type="http://schemas.openxmlformats.org/officeDocument/2006/relationships/tags" Target="../tags/tag364.xml"/><Relationship Id="rId18" Type="http://schemas.openxmlformats.org/officeDocument/2006/relationships/tags" Target="../tags/tag369.xml"/><Relationship Id="rId26" Type="http://schemas.openxmlformats.org/officeDocument/2006/relationships/tags" Target="../tags/tag377.xml"/><Relationship Id="rId39" Type="http://schemas.openxmlformats.org/officeDocument/2006/relationships/tags" Target="../tags/tag390.xml"/><Relationship Id="rId21" Type="http://schemas.openxmlformats.org/officeDocument/2006/relationships/tags" Target="../tags/tag372.xml"/><Relationship Id="rId34" Type="http://schemas.openxmlformats.org/officeDocument/2006/relationships/tags" Target="../tags/tag385.xml"/><Relationship Id="rId42" Type="http://schemas.openxmlformats.org/officeDocument/2006/relationships/tags" Target="../tags/tag393.xml"/><Relationship Id="rId47" Type="http://schemas.openxmlformats.org/officeDocument/2006/relationships/oleObject" Target="../embeddings/oleObject119.bin"/><Relationship Id="rId50" Type="http://schemas.openxmlformats.org/officeDocument/2006/relationships/chart" Target="../charts/chart8.xml"/><Relationship Id="rId7" Type="http://schemas.openxmlformats.org/officeDocument/2006/relationships/tags" Target="../tags/tag358.xml"/><Relationship Id="rId2" Type="http://schemas.openxmlformats.org/officeDocument/2006/relationships/tags" Target="../tags/tag353.xml"/><Relationship Id="rId16" Type="http://schemas.openxmlformats.org/officeDocument/2006/relationships/tags" Target="../tags/tag367.xml"/><Relationship Id="rId29" Type="http://schemas.openxmlformats.org/officeDocument/2006/relationships/tags" Target="../tags/tag380.xml"/><Relationship Id="rId11" Type="http://schemas.openxmlformats.org/officeDocument/2006/relationships/tags" Target="../tags/tag362.xml"/><Relationship Id="rId24" Type="http://schemas.openxmlformats.org/officeDocument/2006/relationships/tags" Target="../tags/tag375.xml"/><Relationship Id="rId32" Type="http://schemas.openxmlformats.org/officeDocument/2006/relationships/tags" Target="../tags/tag383.xml"/><Relationship Id="rId37" Type="http://schemas.openxmlformats.org/officeDocument/2006/relationships/tags" Target="../tags/tag388.xml"/><Relationship Id="rId40" Type="http://schemas.openxmlformats.org/officeDocument/2006/relationships/tags" Target="../tags/tag391.xml"/><Relationship Id="rId45" Type="http://schemas.openxmlformats.org/officeDocument/2006/relationships/tags" Target="../tags/tag396.xml"/><Relationship Id="rId5" Type="http://schemas.openxmlformats.org/officeDocument/2006/relationships/tags" Target="../tags/tag356.xml"/><Relationship Id="rId15" Type="http://schemas.openxmlformats.org/officeDocument/2006/relationships/tags" Target="../tags/tag366.xml"/><Relationship Id="rId23" Type="http://schemas.openxmlformats.org/officeDocument/2006/relationships/tags" Target="../tags/tag374.xml"/><Relationship Id="rId28" Type="http://schemas.openxmlformats.org/officeDocument/2006/relationships/tags" Target="../tags/tag379.xml"/><Relationship Id="rId36" Type="http://schemas.openxmlformats.org/officeDocument/2006/relationships/tags" Target="../tags/tag387.xml"/><Relationship Id="rId49" Type="http://schemas.openxmlformats.org/officeDocument/2006/relationships/chart" Target="../charts/chart7.xml"/><Relationship Id="rId10" Type="http://schemas.openxmlformats.org/officeDocument/2006/relationships/tags" Target="../tags/tag361.xml"/><Relationship Id="rId19" Type="http://schemas.openxmlformats.org/officeDocument/2006/relationships/tags" Target="../tags/tag370.xml"/><Relationship Id="rId31" Type="http://schemas.openxmlformats.org/officeDocument/2006/relationships/tags" Target="../tags/tag382.xml"/><Relationship Id="rId44" Type="http://schemas.openxmlformats.org/officeDocument/2006/relationships/tags" Target="../tags/tag395.xml"/><Relationship Id="rId4" Type="http://schemas.openxmlformats.org/officeDocument/2006/relationships/tags" Target="../tags/tag355.xml"/><Relationship Id="rId9" Type="http://schemas.openxmlformats.org/officeDocument/2006/relationships/tags" Target="../tags/tag360.xml"/><Relationship Id="rId14" Type="http://schemas.openxmlformats.org/officeDocument/2006/relationships/tags" Target="../tags/tag365.xml"/><Relationship Id="rId22" Type="http://schemas.openxmlformats.org/officeDocument/2006/relationships/tags" Target="../tags/tag373.xml"/><Relationship Id="rId27" Type="http://schemas.openxmlformats.org/officeDocument/2006/relationships/tags" Target="../tags/tag378.xml"/><Relationship Id="rId30" Type="http://schemas.openxmlformats.org/officeDocument/2006/relationships/tags" Target="../tags/tag381.xml"/><Relationship Id="rId35" Type="http://schemas.openxmlformats.org/officeDocument/2006/relationships/tags" Target="../tags/tag386.xml"/><Relationship Id="rId43" Type="http://schemas.openxmlformats.org/officeDocument/2006/relationships/tags" Target="../tags/tag394.xml"/><Relationship Id="rId48" Type="http://schemas.openxmlformats.org/officeDocument/2006/relationships/image" Target="../media/image56.emf"/><Relationship Id="rId8" Type="http://schemas.openxmlformats.org/officeDocument/2006/relationships/tags" Target="../tags/tag359.xml"/><Relationship Id="rId3" Type="http://schemas.openxmlformats.org/officeDocument/2006/relationships/tags" Target="../tags/tag354.xml"/><Relationship Id="rId12" Type="http://schemas.openxmlformats.org/officeDocument/2006/relationships/tags" Target="../tags/tag363.xml"/><Relationship Id="rId17" Type="http://schemas.openxmlformats.org/officeDocument/2006/relationships/tags" Target="../tags/tag368.xml"/><Relationship Id="rId25" Type="http://schemas.openxmlformats.org/officeDocument/2006/relationships/tags" Target="../tags/tag376.xml"/><Relationship Id="rId33" Type="http://schemas.openxmlformats.org/officeDocument/2006/relationships/tags" Target="../tags/tag384.xml"/><Relationship Id="rId38" Type="http://schemas.openxmlformats.org/officeDocument/2006/relationships/tags" Target="../tags/tag389.xml"/><Relationship Id="rId46" Type="http://schemas.openxmlformats.org/officeDocument/2006/relationships/slideLayout" Target="../slideLayouts/slideLayout24.xml"/><Relationship Id="rId20" Type="http://schemas.openxmlformats.org/officeDocument/2006/relationships/tags" Target="../tags/tag371.xml"/><Relationship Id="rId41" Type="http://schemas.openxmlformats.org/officeDocument/2006/relationships/tags" Target="../tags/tag392.xml"/><Relationship Id="rId1" Type="http://schemas.openxmlformats.org/officeDocument/2006/relationships/tags" Target="../tags/tag352.xml"/><Relationship Id="rId6" Type="http://schemas.openxmlformats.org/officeDocument/2006/relationships/tags" Target="../tags/tag357.xml"/></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120.bin"/><Relationship Id="rId2" Type="http://schemas.openxmlformats.org/officeDocument/2006/relationships/slideLayout" Target="../slideLayouts/slideLayout24.xml"/><Relationship Id="rId1" Type="http://schemas.openxmlformats.org/officeDocument/2006/relationships/tags" Target="../tags/tag397.xml"/><Relationship Id="rId4" Type="http://schemas.openxmlformats.org/officeDocument/2006/relationships/image" Target="../media/image227.emf"/></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121.bin"/><Relationship Id="rId2" Type="http://schemas.openxmlformats.org/officeDocument/2006/relationships/slideLayout" Target="../slideLayouts/slideLayout24.xml"/><Relationship Id="rId1" Type="http://schemas.openxmlformats.org/officeDocument/2006/relationships/tags" Target="../tags/tag398.xml"/><Relationship Id="rId4" Type="http://schemas.openxmlformats.org/officeDocument/2006/relationships/image" Target="../media/image227.emf"/></Relationships>
</file>

<file path=ppt/slides/_rels/slide39.xml.rels><?xml version="1.0" encoding="UTF-8" standalone="yes"?>
<Relationships xmlns="http://schemas.openxmlformats.org/package/2006/relationships"><Relationship Id="rId8" Type="http://schemas.openxmlformats.org/officeDocument/2006/relationships/image" Target="../media/image228.png"/><Relationship Id="rId13" Type="http://schemas.openxmlformats.org/officeDocument/2006/relationships/image" Target="../media/image233.png"/><Relationship Id="rId3" Type="http://schemas.openxmlformats.org/officeDocument/2006/relationships/tags" Target="../tags/tag401.xml"/><Relationship Id="rId7" Type="http://schemas.openxmlformats.org/officeDocument/2006/relationships/image" Target="../media/image191.emf"/><Relationship Id="rId12" Type="http://schemas.openxmlformats.org/officeDocument/2006/relationships/image" Target="../media/image232.png"/><Relationship Id="rId2" Type="http://schemas.openxmlformats.org/officeDocument/2006/relationships/tags" Target="../tags/tag400.xml"/><Relationship Id="rId1" Type="http://schemas.openxmlformats.org/officeDocument/2006/relationships/tags" Target="../tags/tag399.xml"/><Relationship Id="rId6" Type="http://schemas.openxmlformats.org/officeDocument/2006/relationships/oleObject" Target="../embeddings/oleObject122.bin"/><Relationship Id="rId11" Type="http://schemas.openxmlformats.org/officeDocument/2006/relationships/image" Target="../media/image231.png"/><Relationship Id="rId5" Type="http://schemas.openxmlformats.org/officeDocument/2006/relationships/slideLayout" Target="../slideLayouts/slideLayout24.xml"/><Relationship Id="rId10" Type="http://schemas.openxmlformats.org/officeDocument/2006/relationships/image" Target="../media/image230.png"/><Relationship Id="rId4" Type="http://schemas.openxmlformats.org/officeDocument/2006/relationships/tags" Target="../tags/tag402.xml"/><Relationship Id="rId9" Type="http://schemas.openxmlformats.org/officeDocument/2006/relationships/image" Target="../media/image229.png"/></Relationships>
</file>

<file path=ppt/slides/_rels/slide40.xml.rels><?xml version="1.0" encoding="UTF-8" standalone="yes"?>
<Relationships xmlns="http://schemas.openxmlformats.org/package/2006/relationships"><Relationship Id="rId8" Type="http://schemas.openxmlformats.org/officeDocument/2006/relationships/image" Target="../media/image236.jpeg"/><Relationship Id="rId13" Type="http://schemas.openxmlformats.org/officeDocument/2006/relationships/image" Target="../media/image241.jpeg"/><Relationship Id="rId3" Type="http://schemas.openxmlformats.org/officeDocument/2006/relationships/slideLayout" Target="../slideLayouts/slideLayout24.xml"/><Relationship Id="rId7" Type="http://schemas.openxmlformats.org/officeDocument/2006/relationships/image" Target="../media/image235.jpeg"/><Relationship Id="rId12" Type="http://schemas.openxmlformats.org/officeDocument/2006/relationships/image" Target="../media/image240.jpeg"/><Relationship Id="rId2" Type="http://schemas.openxmlformats.org/officeDocument/2006/relationships/tags" Target="../tags/tag404.xml"/><Relationship Id="rId1" Type="http://schemas.openxmlformats.org/officeDocument/2006/relationships/tags" Target="../tags/tag403.xml"/><Relationship Id="rId6" Type="http://schemas.openxmlformats.org/officeDocument/2006/relationships/image" Target="../media/image234.emf"/><Relationship Id="rId11" Type="http://schemas.openxmlformats.org/officeDocument/2006/relationships/image" Target="../media/image239.jpeg"/><Relationship Id="rId5" Type="http://schemas.openxmlformats.org/officeDocument/2006/relationships/oleObject" Target="../embeddings/oleObject123.bin"/><Relationship Id="rId10" Type="http://schemas.openxmlformats.org/officeDocument/2006/relationships/image" Target="../media/image238.jpeg"/><Relationship Id="rId4" Type="http://schemas.openxmlformats.org/officeDocument/2006/relationships/notesSlide" Target="../notesSlides/notesSlide18.xml"/><Relationship Id="rId9" Type="http://schemas.openxmlformats.org/officeDocument/2006/relationships/image" Target="../media/image237.jpeg"/></Relationships>
</file>

<file path=ppt/slides/_rels/slide41.xml.rels><?xml version="1.0" encoding="UTF-8" standalone="yes"?>
<Relationships xmlns="http://schemas.openxmlformats.org/package/2006/relationships"><Relationship Id="rId8" Type="http://schemas.openxmlformats.org/officeDocument/2006/relationships/image" Target="../media/image245.png"/><Relationship Id="rId3" Type="http://schemas.openxmlformats.org/officeDocument/2006/relationships/oleObject" Target="../embeddings/oleObject124.bin"/><Relationship Id="rId7" Type="http://schemas.openxmlformats.org/officeDocument/2006/relationships/image" Target="../media/image244.png"/><Relationship Id="rId2" Type="http://schemas.openxmlformats.org/officeDocument/2006/relationships/slideLayout" Target="../slideLayouts/slideLayout24.xml"/><Relationship Id="rId1" Type="http://schemas.openxmlformats.org/officeDocument/2006/relationships/tags" Target="../tags/tag405.xml"/><Relationship Id="rId6" Type="http://schemas.openxmlformats.org/officeDocument/2006/relationships/image" Target="../media/image243.png"/><Relationship Id="rId5" Type="http://schemas.openxmlformats.org/officeDocument/2006/relationships/image" Target="../media/image242.png"/><Relationship Id="rId10" Type="http://schemas.openxmlformats.org/officeDocument/2006/relationships/image" Target="../media/image247.png"/><Relationship Id="rId4" Type="http://schemas.openxmlformats.org/officeDocument/2006/relationships/image" Target="../media/image74.emf"/><Relationship Id="rId9" Type="http://schemas.openxmlformats.org/officeDocument/2006/relationships/image" Target="../media/image246.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4.xml"/><Relationship Id="rId1" Type="http://schemas.openxmlformats.org/officeDocument/2006/relationships/tags" Target="../tags/tag406.xml"/><Relationship Id="rId5" Type="http://schemas.openxmlformats.org/officeDocument/2006/relationships/image" Target="../media/image74.emf"/><Relationship Id="rId4" Type="http://schemas.openxmlformats.org/officeDocument/2006/relationships/oleObject" Target="../embeddings/oleObject125.bin"/></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126.bin"/><Relationship Id="rId2" Type="http://schemas.openxmlformats.org/officeDocument/2006/relationships/slideLayout" Target="../slideLayouts/slideLayout37.xml"/><Relationship Id="rId1" Type="http://schemas.openxmlformats.org/officeDocument/2006/relationships/tags" Target="../tags/tag407.xml"/><Relationship Id="rId4" Type="http://schemas.openxmlformats.org/officeDocument/2006/relationships/image" Target="../media/image148.emf"/></Relationships>
</file>

<file path=ppt/slides/_rels/slide44.xml.rels><?xml version="1.0" encoding="UTF-8" standalone="yes"?>
<Relationships xmlns="http://schemas.openxmlformats.org/package/2006/relationships"><Relationship Id="rId8" Type="http://schemas.openxmlformats.org/officeDocument/2006/relationships/oleObject" Target="../embeddings/oleObject127.bin"/><Relationship Id="rId3" Type="http://schemas.openxmlformats.org/officeDocument/2006/relationships/tags" Target="../tags/tag410.xml"/><Relationship Id="rId7" Type="http://schemas.openxmlformats.org/officeDocument/2006/relationships/slideLayout" Target="../slideLayouts/slideLayout37.xml"/><Relationship Id="rId2" Type="http://schemas.openxmlformats.org/officeDocument/2006/relationships/tags" Target="../tags/tag409.xml"/><Relationship Id="rId1" Type="http://schemas.openxmlformats.org/officeDocument/2006/relationships/tags" Target="../tags/tag408.xml"/><Relationship Id="rId6" Type="http://schemas.openxmlformats.org/officeDocument/2006/relationships/tags" Target="../tags/tag413.xml"/><Relationship Id="rId5" Type="http://schemas.openxmlformats.org/officeDocument/2006/relationships/tags" Target="../tags/tag412.xml"/><Relationship Id="rId4" Type="http://schemas.openxmlformats.org/officeDocument/2006/relationships/tags" Target="../tags/tag411.xml"/><Relationship Id="rId9" Type="http://schemas.openxmlformats.org/officeDocument/2006/relationships/image" Target="../media/image248.emf"/></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37.xml"/><Relationship Id="rId2" Type="http://schemas.openxmlformats.org/officeDocument/2006/relationships/tags" Target="../tags/tag415.xml"/><Relationship Id="rId1" Type="http://schemas.openxmlformats.org/officeDocument/2006/relationships/tags" Target="../tags/tag414.xml"/><Relationship Id="rId6" Type="http://schemas.openxmlformats.org/officeDocument/2006/relationships/image" Target="../media/image148.emf"/><Relationship Id="rId5" Type="http://schemas.openxmlformats.org/officeDocument/2006/relationships/oleObject" Target="../embeddings/oleObject128.bin"/><Relationship Id="rId4" Type="http://schemas.openxmlformats.org/officeDocument/2006/relationships/notesSlide" Target="../notesSlides/notesSlide20.xml"/></Relationships>
</file>

<file path=ppt/slides/_rels/slide46.xml.rels><?xml version="1.0" encoding="UTF-8" standalone="yes"?>
<Relationships xmlns="http://schemas.openxmlformats.org/package/2006/relationships"><Relationship Id="rId8" Type="http://schemas.openxmlformats.org/officeDocument/2006/relationships/image" Target="../media/image251.png"/><Relationship Id="rId13" Type="http://schemas.openxmlformats.org/officeDocument/2006/relationships/image" Target="../media/image256.png"/><Relationship Id="rId3" Type="http://schemas.openxmlformats.org/officeDocument/2006/relationships/notesSlide" Target="../notesSlides/notesSlide21.xml"/><Relationship Id="rId7" Type="http://schemas.openxmlformats.org/officeDocument/2006/relationships/image" Target="../media/image250.jpeg"/><Relationship Id="rId12" Type="http://schemas.openxmlformats.org/officeDocument/2006/relationships/image" Target="../media/image255.png"/><Relationship Id="rId17" Type="http://schemas.openxmlformats.org/officeDocument/2006/relationships/image" Target="../media/image260.png"/><Relationship Id="rId2" Type="http://schemas.openxmlformats.org/officeDocument/2006/relationships/slideLayout" Target="../slideLayouts/slideLayout24.xml"/><Relationship Id="rId16" Type="http://schemas.openxmlformats.org/officeDocument/2006/relationships/image" Target="../media/image259.jpeg"/><Relationship Id="rId1" Type="http://schemas.openxmlformats.org/officeDocument/2006/relationships/tags" Target="../tags/tag416.xml"/><Relationship Id="rId6" Type="http://schemas.openxmlformats.org/officeDocument/2006/relationships/image" Target="../media/image249.png"/><Relationship Id="rId11" Type="http://schemas.openxmlformats.org/officeDocument/2006/relationships/image" Target="../media/image254.png"/><Relationship Id="rId5" Type="http://schemas.openxmlformats.org/officeDocument/2006/relationships/image" Target="../media/image56.emf"/><Relationship Id="rId15" Type="http://schemas.openxmlformats.org/officeDocument/2006/relationships/image" Target="../media/image258.jpeg"/><Relationship Id="rId10" Type="http://schemas.openxmlformats.org/officeDocument/2006/relationships/image" Target="../media/image253.png"/><Relationship Id="rId4" Type="http://schemas.openxmlformats.org/officeDocument/2006/relationships/oleObject" Target="../embeddings/oleObject129.bin"/><Relationship Id="rId9" Type="http://schemas.openxmlformats.org/officeDocument/2006/relationships/image" Target="../media/image252.jpeg"/><Relationship Id="rId14" Type="http://schemas.openxmlformats.org/officeDocument/2006/relationships/image" Target="../media/image257.png"/></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tags" Target="../tags/tag418.xml"/><Relationship Id="rId1" Type="http://schemas.openxmlformats.org/officeDocument/2006/relationships/tags" Target="../tags/tag417.xml"/><Relationship Id="rId6" Type="http://schemas.openxmlformats.org/officeDocument/2006/relationships/image" Target="../media/image261.png"/><Relationship Id="rId5" Type="http://schemas.openxmlformats.org/officeDocument/2006/relationships/image" Target="../media/image166.emf"/><Relationship Id="rId4" Type="http://schemas.openxmlformats.org/officeDocument/2006/relationships/oleObject" Target="../embeddings/oleObject130.bin"/></Relationships>
</file>

<file path=ppt/slides/_rels/slide48.xml.rels><?xml version="1.0" encoding="UTF-8" standalone="yes"?>
<Relationships xmlns="http://schemas.openxmlformats.org/package/2006/relationships"><Relationship Id="rId8" Type="http://schemas.openxmlformats.org/officeDocument/2006/relationships/tags" Target="../tags/tag426.xml"/><Relationship Id="rId13" Type="http://schemas.openxmlformats.org/officeDocument/2006/relationships/oleObject" Target="../embeddings/oleObject131.bin"/><Relationship Id="rId3" Type="http://schemas.openxmlformats.org/officeDocument/2006/relationships/tags" Target="../tags/tag421.xml"/><Relationship Id="rId7" Type="http://schemas.openxmlformats.org/officeDocument/2006/relationships/tags" Target="../tags/tag425.xml"/><Relationship Id="rId12" Type="http://schemas.openxmlformats.org/officeDocument/2006/relationships/slideLayout" Target="../slideLayouts/slideLayout24.xml"/><Relationship Id="rId2" Type="http://schemas.openxmlformats.org/officeDocument/2006/relationships/tags" Target="../tags/tag420.xml"/><Relationship Id="rId16" Type="http://schemas.openxmlformats.org/officeDocument/2006/relationships/image" Target="../media/image263.png"/><Relationship Id="rId1" Type="http://schemas.openxmlformats.org/officeDocument/2006/relationships/tags" Target="../tags/tag419.xml"/><Relationship Id="rId6" Type="http://schemas.openxmlformats.org/officeDocument/2006/relationships/tags" Target="../tags/tag424.xml"/><Relationship Id="rId11" Type="http://schemas.openxmlformats.org/officeDocument/2006/relationships/tags" Target="../tags/tag429.xml"/><Relationship Id="rId5" Type="http://schemas.openxmlformats.org/officeDocument/2006/relationships/tags" Target="../tags/tag423.xml"/><Relationship Id="rId15" Type="http://schemas.openxmlformats.org/officeDocument/2006/relationships/image" Target="../media/image262.png"/><Relationship Id="rId10" Type="http://schemas.openxmlformats.org/officeDocument/2006/relationships/tags" Target="../tags/tag428.xml"/><Relationship Id="rId4" Type="http://schemas.openxmlformats.org/officeDocument/2006/relationships/tags" Target="../tags/tag422.xml"/><Relationship Id="rId9" Type="http://schemas.openxmlformats.org/officeDocument/2006/relationships/tags" Target="../tags/tag427.xml"/><Relationship Id="rId14" Type="http://schemas.openxmlformats.org/officeDocument/2006/relationships/image" Target="../media/image227.emf"/></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4.xml"/><Relationship Id="rId1" Type="http://schemas.openxmlformats.org/officeDocument/2006/relationships/tags" Target="../tags/tag430.xml"/><Relationship Id="rId5" Type="http://schemas.openxmlformats.org/officeDocument/2006/relationships/image" Target="../media/image74.emf"/><Relationship Id="rId4" Type="http://schemas.openxmlformats.org/officeDocument/2006/relationships/oleObject" Target="../embeddings/oleObject132.bin"/></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133.bin"/><Relationship Id="rId2" Type="http://schemas.openxmlformats.org/officeDocument/2006/relationships/slideLayout" Target="../slideLayouts/slideLayout24.xml"/><Relationship Id="rId1" Type="http://schemas.openxmlformats.org/officeDocument/2006/relationships/tags" Target="../tags/tag431.xml"/><Relationship Id="rId4" Type="http://schemas.openxmlformats.org/officeDocument/2006/relationships/image" Target="../media/image191.emf"/></Relationships>
</file>

<file path=ppt/slides/_rels/slide51.xml.rels><?xml version="1.0" encoding="UTF-8" standalone="yes"?>
<Relationships xmlns="http://schemas.openxmlformats.org/package/2006/relationships"><Relationship Id="rId8" Type="http://schemas.openxmlformats.org/officeDocument/2006/relationships/tags" Target="../tags/tag439.xml"/><Relationship Id="rId13" Type="http://schemas.openxmlformats.org/officeDocument/2006/relationships/image" Target="../media/image264.png"/><Relationship Id="rId18" Type="http://schemas.openxmlformats.org/officeDocument/2006/relationships/image" Target="../media/image269.png"/><Relationship Id="rId3" Type="http://schemas.openxmlformats.org/officeDocument/2006/relationships/tags" Target="../tags/tag434.xml"/><Relationship Id="rId7" Type="http://schemas.openxmlformats.org/officeDocument/2006/relationships/tags" Target="../tags/tag438.xml"/><Relationship Id="rId12" Type="http://schemas.openxmlformats.org/officeDocument/2006/relationships/image" Target="../media/image166.emf"/><Relationship Id="rId17" Type="http://schemas.openxmlformats.org/officeDocument/2006/relationships/image" Target="../media/image268.png"/><Relationship Id="rId2" Type="http://schemas.openxmlformats.org/officeDocument/2006/relationships/tags" Target="../tags/tag433.xml"/><Relationship Id="rId16" Type="http://schemas.openxmlformats.org/officeDocument/2006/relationships/image" Target="../media/image267.png"/><Relationship Id="rId20" Type="http://schemas.openxmlformats.org/officeDocument/2006/relationships/image" Target="../media/image271.png"/><Relationship Id="rId1" Type="http://schemas.openxmlformats.org/officeDocument/2006/relationships/tags" Target="../tags/tag432.xml"/><Relationship Id="rId6" Type="http://schemas.openxmlformats.org/officeDocument/2006/relationships/tags" Target="../tags/tag437.xml"/><Relationship Id="rId11" Type="http://schemas.openxmlformats.org/officeDocument/2006/relationships/oleObject" Target="../embeddings/oleObject134.bin"/><Relationship Id="rId5" Type="http://schemas.openxmlformats.org/officeDocument/2006/relationships/tags" Target="../tags/tag436.xml"/><Relationship Id="rId15" Type="http://schemas.openxmlformats.org/officeDocument/2006/relationships/image" Target="../media/image266.png"/><Relationship Id="rId10" Type="http://schemas.openxmlformats.org/officeDocument/2006/relationships/notesSlide" Target="../notesSlides/notesSlide23.xml"/><Relationship Id="rId19" Type="http://schemas.openxmlformats.org/officeDocument/2006/relationships/image" Target="../media/image270.png"/><Relationship Id="rId4" Type="http://schemas.openxmlformats.org/officeDocument/2006/relationships/tags" Target="../tags/tag435.xml"/><Relationship Id="rId9" Type="http://schemas.openxmlformats.org/officeDocument/2006/relationships/slideLayout" Target="../slideLayouts/slideLayout24.xml"/><Relationship Id="rId14" Type="http://schemas.openxmlformats.org/officeDocument/2006/relationships/image" Target="../media/image265.png"/></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4.xml"/><Relationship Id="rId1" Type="http://schemas.openxmlformats.org/officeDocument/2006/relationships/tags" Target="../tags/tag440.xml"/><Relationship Id="rId5" Type="http://schemas.openxmlformats.org/officeDocument/2006/relationships/image" Target="../media/image74.emf"/><Relationship Id="rId4" Type="http://schemas.openxmlformats.org/officeDocument/2006/relationships/oleObject" Target="../embeddings/oleObject135.bin"/></Relationships>
</file>

<file path=ppt/slides/_rels/slide53.xml.rels><?xml version="1.0" encoding="UTF-8" standalone="yes"?>
<Relationships xmlns="http://schemas.openxmlformats.org/package/2006/relationships"><Relationship Id="rId8" Type="http://schemas.openxmlformats.org/officeDocument/2006/relationships/oleObject" Target="../embeddings/oleObject136.bin"/><Relationship Id="rId3" Type="http://schemas.openxmlformats.org/officeDocument/2006/relationships/tags" Target="../tags/tag443.xml"/><Relationship Id="rId7" Type="http://schemas.openxmlformats.org/officeDocument/2006/relationships/notesSlide" Target="../notesSlides/notesSlide25.xml"/><Relationship Id="rId2" Type="http://schemas.openxmlformats.org/officeDocument/2006/relationships/tags" Target="../tags/tag442.xml"/><Relationship Id="rId1" Type="http://schemas.openxmlformats.org/officeDocument/2006/relationships/tags" Target="../tags/tag441.xml"/><Relationship Id="rId6" Type="http://schemas.openxmlformats.org/officeDocument/2006/relationships/slideLayout" Target="../slideLayouts/slideLayout24.xml"/><Relationship Id="rId5" Type="http://schemas.openxmlformats.org/officeDocument/2006/relationships/tags" Target="../tags/tag445.xml"/><Relationship Id="rId4" Type="http://schemas.openxmlformats.org/officeDocument/2006/relationships/tags" Target="../tags/tag444.xml"/><Relationship Id="rId9" Type="http://schemas.openxmlformats.org/officeDocument/2006/relationships/image" Target="../media/image166.emf"/></Relationships>
</file>

<file path=ppt/slides/_rels/slide54.xml.rels><?xml version="1.0" encoding="UTF-8" standalone="yes"?>
<Relationships xmlns="http://schemas.openxmlformats.org/package/2006/relationships"><Relationship Id="rId3" Type="http://schemas.openxmlformats.org/officeDocument/2006/relationships/slideLayout" Target="../slideLayouts/slideLayout69.xml"/><Relationship Id="rId2" Type="http://schemas.openxmlformats.org/officeDocument/2006/relationships/tags" Target="../tags/tag447.xml"/><Relationship Id="rId1" Type="http://schemas.openxmlformats.org/officeDocument/2006/relationships/tags" Target="../tags/tag446.xml"/><Relationship Id="rId6" Type="http://schemas.openxmlformats.org/officeDocument/2006/relationships/image" Target="../media/image227.emf"/><Relationship Id="rId5" Type="http://schemas.openxmlformats.org/officeDocument/2006/relationships/oleObject" Target="../embeddings/oleObject137.bin"/><Relationship Id="rId4" Type="http://schemas.openxmlformats.org/officeDocument/2006/relationships/notesSlide" Target="../notesSlides/notesSlide26.xml"/></Relationships>
</file>

<file path=ppt/slides/_rels/slide55.xml.rels><?xml version="1.0" encoding="UTF-8" standalone="yes"?>
<Relationships xmlns="http://schemas.openxmlformats.org/package/2006/relationships"><Relationship Id="rId8" Type="http://schemas.openxmlformats.org/officeDocument/2006/relationships/tags" Target="../tags/tag455.xml"/><Relationship Id="rId13" Type="http://schemas.openxmlformats.org/officeDocument/2006/relationships/slide" Target="slide20.xml"/><Relationship Id="rId3" Type="http://schemas.openxmlformats.org/officeDocument/2006/relationships/tags" Target="../tags/tag450.xml"/><Relationship Id="rId7" Type="http://schemas.openxmlformats.org/officeDocument/2006/relationships/tags" Target="../tags/tag454.xml"/><Relationship Id="rId12" Type="http://schemas.openxmlformats.org/officeDocument/2006/relationships/slide" Target="slide6.xml"/><Relationship Id="rId2" Type="http://schemas.openxmlformats.org/officeDocument/2006/relationships/tags" Target="../tags/tag449.xml"/><Relationship Id="rId16" Type="http://schemas.openxmlformats.org/officeDocument/2006/relationships/slide" Target="slide68.xml"/><Relationship Id="rId1" Type="http://schemas.openxmlformats.org/officeDocument/2006/relationships/tags" Target="../tags/tag448.xml"/><Relationship Id="rId6" Type="http://schemas.openxmlformats.org/officeDocument/2006/relationships/tags" Target="../tags/tag453.xml"/><Relationship Id="rId11" Type="http://schemas.openxmlformats.org/officeDocument/2006/relationships/image" Target="../media/image109.emf"/><Relationship Id="rId5" Type="http://schemas.openxmlformats.org/officeDocument/2006/relationships/tags" Target="../tags/tag452.xml"/><Relationship Id="rId15" Type="http://schemas.openxmlformats.org/officeDocument/2006/relationships/slide" Target="slide61.xml"/><Relationship Id="rId10" Type="http://schemas.openxmlformats.org/officeDocument/2006/relationships/oleObject" Target="../embeddings/oleObject138.bin"/><Relationship Id="rId4" Type="http://schemas.openxmlformats.org/officeDocument/2006/relationships/tags" Target="../tags/tag451.xml"/><Relationship Id="rId9" Type="http://schemas.openxmlformats.org/officeDocument/2006/relationships/slideLayout" Target="../slideLayouts/slideLayout2.xml"/><Relationship Id="rId14" Type="http://schemas.openxmlformats.org/officeDocument/2006/relationships/slide" Target="slide22.xml"/></Relationships>
</file>

<file path=ppt/slides/_rels/slide56.xml.rels><?xml version="1.0" encoding="UTF-8" standalone="yes"?>
<Relationships xmlns="http://schemas.openxmlformats.org/package/2006/relationships"><Relationship Id="rId8" Type="http://schemas.openxmlformats.org/officeDocument/2006/relationships/image" Target="../media/image272.png"/><Relationship Id="rId13" Type="http://schemas.openxmlformats.org/officeDocument/2006/relationships/image" Target="../media/image277.png"/><Relationship Id="rId3" Type="http://schemas.openxmlformats.org/officeDocument/2006/relationships/slideLayout" Target="../slideLayouts/slideLayout13.xml"/><Relationship Id="rId7" Type="http://schemas.openxmlformats.org/officeDocument/2006/relationships/image" Target="../media/image249.png"/><Relationship Id="rId12" Type="http://schemas.openxmlformats.org/officeDocument/2006/relationships/image" Target="../media/image276.png"/><Relationship Id="rId2" Type="http://schemas.openxmlformats.org/officeDocument/2006/relationships/tags" Target="../tags/tag457.xml"/><Relationship Id="rId1" Type="http://schemas.openxmlformats.org/officeDocument/2006/relationships/tags" Target="../tags/tag456.xml"/><Relationship Id="rId6" Type="http://schemas.openxmlformats.org/officeDocument/2006/relationships/image" Target="../media/image56.emf"/><Relationship Id="rId11" Type="http://schemas.openxmlformats.org/officeDocument/2006/relationships/image" Target="../media/image275.png"/><Relationship Id="rId5" Type="http://schemas.openxmlformats.org/officeDocument/2006/relationships/oleObject" Target="../embeddings/oleObject139.bin"/><Relationship Id="rId10" Type="http://schemas.openxmlformats.org/officeDocument/2006/relationships/image" Target="../media/image274.png"/><Relationship Id="rId4" Type="http://schemas.openxmlformats.org/officeDocument/2006/relationships/notesSlide" Target="../notesSlides/notesSlide27.xml"/><Relationship Id="rId9" Type="http://schemas.openxmlformats.org/officeDocument/2006/relationships/image" Target="../media/image273.png"/><Relationship Id="rId14" Type="http://schemas.openxmlformats.org/officeDocument/2006/relationships/image" Target="../media/image278.png"/></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459.xml"/><Relationship Id="rId1" Type="http://schemas.openxmlformats.org/officeDocument/2006/relationships/tags" Target="../tags/tag458.xml"/><Relationship Id="rId6" Type="http://schemas.openxmlformats.org/officeDocument/2006/relationships/image" Target="../media/image280.jpeg"/><Relationship Id="rId5" Type="http://schemas.openxmlformats.org/officeDocument/2006/relationships/image" Target="../media/image279.emf"/><Relationship Id="rId4" Type="http://schemas.openxmlformats.org/officeDocument/2006/relationships/oleObject" Target="../embeddings/oleObject140.bin"/></Relationships>
</file>

<file path=ppt/slides/_rels/slide58.xml.rels><?xml version="1.0" encoding="UTF-8" standalone="yes"?>
<Relationships xmlns="http://schemas.openxmlformats.org/package/2006/relationships"><Relationship Id="rId3" Type="http://schemas.openxmlformats.org/officeDocument/2006/relationships/oleObject" Target="../embeddings/oleObject141.bin"/><Relationship Id="rId2" Type="http://schemas.openxmlformats.org/officeDocument/2006/relationships/slideLayout" Target="../slideLayouts/slideLayout10.xml"/><Relationship Id="rId1" Type="http://schemas.openxmlformats.org/officeDocument/2006/relationships/tags" Target="../tags/tag460.xml"/><Relationship Id="rId5" Type="http://schemas.openxmlformats.org/officeDocument/2006/relationships/image" Target="../media/image281.jpeg"/><Relationship Id="rId4" Type="http://schemas.openxmlformats.org/officeDocument/2006/relationships/image" Target="../media/image37.emf"/></Relationships>
</file>

<file path=ppt/slides/_rels/slide59.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462.xml"/><Relationship Id="rId1" Type="http://schemas.openxmlformats.org/officeDocument/2006/relationships/tags" Target="../tags/tag461.xml"/><Relationship Id="rId6" Type="http://schemas.openxmlformats.org/officeDocument/2006/relationships/image" Target="../media/image282.jpeg"/><Relationship Id="rId5" Type="http://schemas.openxmlformats.org/officeDocument/2006/relationships/image" Target="../media/image279.emf"/><Relationship Id="rId4" Type="http://schemas.openxmlformats.org/officeDocument/2006/relationships/oleObject" Target="../embeddings/oleObject142.bin"/></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464.xml"/><Relationship Id="rId1" Type="http://schemas.openxmlformats.org/officeDocument/2006/relationships/tags" Target="../tags/tag463.xml"/><Relationship Id="rId6" Type="http://schemas.openxmlformats.org/officeDocument/2006/relationships/image" Target="../media/image283.jpeg"/><Relationship Id="rId5" Type="http://schemas.openxmlformats.org/officeDocument/2006/relationships/image" Target="../media/image279.emf"/><Relationship Id="rId4" Type="http://schemas.openxmlformats.org/officeDocument/2006/relationships/oleObject" Target="../embeddings/oleObject143.bin"/></Relationships>
</file>

<file path=ppt/slides/_rels/slide61.xml.rels><?xml version="1.0" encoding="UTF-8" standalone="yes"?>
<Relationships xmlns="http://schemas.openxmlformats.org/package/2006/relationships"><Relationship Id="rId8" Type="http://schemas.openxmlformats.org/officeDocument/2006/relationships/tags" Target="../tags/tag472.xml"/><Relationship Id="rId13" Type="http://schemas.openxmlformats.org/officeDocument/2006/relationships/slide" Target="slide20.xml"/><Relationship Id="rId3" Type="http://schemas.openxmlformats.org/officeDocument/2006/relationships/tags" Target="../tags/tag467.xml"/><Relationship Id="rId7" Type="http://schemas.openxmlformats.org/officeDocument/2006/relationships/tags" Target="../tags/tag471.xml"/><Relationship Id="rId12" Type="http://schemas.openxmlformats.org/officeDocument/2006/relationships/slide" Target="slide6.xml"/><Relationship Id="rId2" Type="http://schemas.openxmlformats.org/officeDocument/2006/relationships/tags" Target="../tags/tag466.xml"/><Relationship Id="rId16" Type="http://schemas.openxmlformats.org/officeDocument/2006/relationships/slide" Target="slide68.xml"/><Relationship Id="rId1" Type="http://schemas.openxmlformats.org/officeDocument/2006/relationships/tags" Target="../tags/tag465.xml"/><Relationship Id="rId6" Type="http://schemas.openxmlformats.org/officeDocument/2006/relationships/tags" Target="../tags/tag470.xml"/><Relationship Id="rId11" Type="http://schemas.openxmlformats.org/officeDocument/2006/relationships/image" Target="../media/image109.emf"/><Relationship Id="rId5" Type="http://schemas.openxmlformats.org/officeDocument/2006/relationships/tags" Target="../tags/tag469.xml"/><Relationship Id="rId15" Type="http://schemas.openxmlformats.org/officeDocument/2006/relationships/slide" Target="slide55.xml"/><Relationship Id="rId10" Type="http://schemas.openxmlformats.org/officeDocument/2006/relationships/oleObject" Target="../embeddings/oleObject144.bin"/><Relationship Id="rId4" Type="http://schemas.openxmlformats.org/officeDocument/2006/relationships/tags" Target="../tags/tag468.xml"/><Relationship Id="rId9" Type="http://schemas.openxmlformats.org/officeDocument/2006/relationships/slideLayout" Target="../slideLayouts/slideLayout2.xml"/><Relationship Id="rId14" Type="http://schemas.openxmlformats.org/officeDocument/2006/relationships/slide" Target="slide22.xml"/></Relationships>
</file>

<file path=ppt/slides/_rels/slide62.xml.rels><?xml version="1.0" encoding="UTF-8" standalone="yes"?>
<Relationships xmlns="http://schemas.openxmlformats.org/package/2006/relationships"><Relationship Id="rId3" Type="http://schemas.openxmlformats.org/officeDocument/2006/relationships/slideLayout" Target="../slideLayouts/slideLayout66.xml"/><Relationship Id="rId7" Type="http://schemas.openxmlformats.org/officeDocument/2006/relationships/image" Target="../media/image284.png"/><Relationship Id="rId2" Type="http://schemas.openxmlformats.org/officeDocument/2006/relationships/tags" Target="../tags/tag474.xml"/><Relationship Id="rId1" Type="http://schemas.openxmlformats.org/officeDocument/2006/relationships/tags" Target="../tags/tag473.xml"/><Relationship Id="rId6" Type="http://schemas.openxmlformats.org/officeDocument/2006/relationships/image" Target="../media/image166.emf"/><Relationship Id="rId5" Type="http://schemas.openxmlformats.org/officeDocument/2006/relationships/oleObject" Target="../embeddings/oleObject145.bin"/><Relationship Id="rId4" Type="http://schemas.openxmlformats.org/officeDocument/2006/relationships/notesSlide" Target="../notesSlides/notesSlide28.xml"/></Relationships>
</file>

<file path=ppt/slides/_rels/slide63.xml.rels><?xml version="1.0" encoding="UTF-8" standalone="yes"?>
<Relationships xmlns="http://schemas.openxmlformats.org/package/2006/relationships"><Relationship Id="rId8" Type="http://schemas.openxmlformats.org/officeDocument/2006/relationships/image" Target="../media/image286.png"/><Relationship Id="rId3" Type="http://schemas.openxmlformats.org/officeDocument/2006/relationships/slideLayout" Target="../slideLayouts/slideLayout66.xml"/><Relationship Id="rId7" Type="http://schemas.openxmlformats.org/officeDocument/2006/relationships/image" Target="../media/image285.png"/><Relationship Id="rId2" Type="http://schemas.openxmlformats.org/officeDocument/2006/relationships/tags" Target="../tags/tag476.xml"/><Relationship Id="rId1" Type="http://schemas.openxmlformats.org/officeDocument/2006/relationships/tags" Target="../tags/tag475.xml"/><Relationship Id="rId6" Type="http://schemas.openxmlformats.org/officeDocument/2006/relationships/image" Target="../media/image166.emf"/><Relationship Id="rId5" Type="http://schemas.openxmlformats.org/officeDocument/2006/relationships/oleObject" Target="../embeddings/oleObject146.bin"/><Relationship Id="rId4" Type="http://schemas.openxmlformats.org/officeDocument/2006/relationships/notesSlide" Target="../notesSlides/notesSlide29.xml"/></Relationships>
</file>

<file path=ppt/slides/_rels/slide64.xml.rels><?xml version="1.0" encoding="UTF-8" standalone="yes"?>
<Relationships xmlns="http://schemas.openxmlformats.org/package/2006/relationships"><Relationship Id="rId8" Type="http://schemas.openxmlformats.org/officeDocument/2006/relationships/image" Target="../media/image288.png"/><Relationship Id="rId3" Type="http://schemas.openxmlformats.org/officeDocument/2006/relationships/slideLayout" Target="../slideLayouts/slideLayout6.xml"/><Relationship Id="rId7" Type="http://schemas.openxmlformats.org/officeDocument/2006/relationships/image" Target="../media/image287.png"/><Relationship Id="rId2" Type="http://schemas.openxmlformats.org/officeDocument/2006/relationships/tags" Target="../tags/tag478.xml"/><Relationship Id="rId1" Type="http://schemas.openxmlformats.org/officeDocument/2006/relationships/tags" Target="../tags/tag477.xml"/><Relationship Id="rId6" Type="http://schemas.openxmlformats.org/officeDocument/2006/relationships/image" Target="../media/image166.emf"/><Relationship Id="rId5" Type="http://schemas.openxmlformats.org/officeDocument/2006/relationships/oleObject" Target="../embeddings/oleObject147.bin"/><Relationship Id="rId10" Type="http://schemas.openxmlformats.org/officeDocument/2006/relationships/image" Target="../media/image290.png"/><Relationship Id="rId4" Type="http://schemas.openxmlformats.org/officeDocument/2006/relationships/notesSlide" Target="../notesSlides/notesSlide30.xml"/><Relationship Id="rId9" Type="http://schemas.openxmlformats.org/officeDocument/2006/relationships/image" Target="../media/image289.png"/></Relationships>
</file>

<file path=ppt/slides/_rels/slide65.xml.rels><?xml version="1.0" encoding="UTF-8" standalone="yes"?>
<Relationships xmlns="http://schemas.openxmlformats.org/package/2006/relationships"><Relationship Id="rId8" Type="http://schemas.openxmlformats.org/officeDocument/2006/relationships/image" Target="../media/image293.png"/><Relationship Id="rId13" Type="http://schemas.microsoft.com/office/2007/relationships/hdphoto" Target="../media/hdphoto40.wdp"/><Relationship Id="rId3" Type="http://schemas.openxmlformats.org/officeDocument/2006/relationships/oleObject" Target="../embeddings/oleObject148.bin"/><Relationship Id="rId7" Type="http://schemas.microsoft.com/office/2007/relationships/hdphoto" Target="../media/hdphoto38.wdp"/><Relationship Id="rId12" Type="http://schemas.openxmlformats.org/officeDocument/2006/relationships/image" Target="../media/image296.png"/><Relationship Id="rId17" Type="http://schemas.microsoft.com/office/2007/relationships/hdphoto" Target="../media/hdphoto42.wdp"/><Relationship Id="rId2" Type="http://schemas.openxmlformats.org/officeDocument/2006/relationships/slideLayout" Target="../slideLayouts/slideLayout39.xml"/><Relationship Id="rId16" Type="http://schemas.openxmlformats.org/officeDocument/2006/relationships/image" Target="../media/image298.png"/><Relationship Id="rId1" Type="http://schemas.openxmlformats.org/officeDocument/2006/relationships/tags" Target="../tags/tag479.xml"/><Relationship Id="rId6" Type="http://schemas.openxmlformats.org/officeDocument/2006/relationships/image" Target="../media/image292.png"/><Relationship Id="rId11" Type="http://schemas.openxmlformats.org/officeDocument/2006/relationships/image" Target="../media/image295.png"/><Relationship Id="rId5" Type="http://schemas.openxmlformats.org/officeDocument/2006/relationships/image" Target="../media/image291.png"/><Relationship Id="rId15" Type="http://schemas.microsoft.com/office/2007/relationships/hdphoto" Target="../media/hdphoto41.wdp"/><Relationship Id="rId10" Type="http://schemas.openxmlformats.org/officeDocument/2006/relationships/image" Target="../media/image294.png"/><Relationship Id="rId4" Type="http://schemas.openxmlformats.org/officeDocument/2006/relationships/image" Target="../media/image56.emf"/><Relationship Id="rId9" Type="http://schemas.microsoft.com/office/2007/relationships/hdphoto" Target="../media/hdphoto39.wdp"/><Relationship Id="rId14" Type="http://schemas.openxmlformats.org/officeDocument/2006/relationships/image" Target="../media/image297.png"/></Relationships>
</file>

<file path=ppt/slides/_rels/slide66.xml.rels><?xml version="1.0" encoding="UTF-8" standalone="yes"?>
<Relationships xmlns="http://schemas.openxmlformats.org/package/2006/relationships"><Relationship Id="rId8" Type="http://schemas.openxmlformats.org/officeDocument/2006/relationships/image" Target="../media/image300.png"/><Relationship Id="rId13" Type="http://schemas.openxmlformats.org/officeDocument/2006/relationships/image" Target="../media/image291.png"/><Relationship Id="rId3" Type="http://schemas.openxmlformats.org/officeDocument/2006/relationships/oleObject" Target="../embeddings/oleObject149.bin"/><Relationship Id="rId7" Type="http://schemas.microsoft.com/office/2007/relationships/hdphoto" Target="../media/hdphoto43.wdp"/><Relationship Id="rId12" Type="http://schemas.microsoft.com/office/2007/relationships/hdphoto" Target="../media/hdphoto38.wdp"/><Relationship Id="rId2" Type="http://schemas.openxmlformats.org/officeDocument/2006/relationships/slideLayout" Target="../slideLayouts/slideLayout39.xml"/><Relationship Id="rId1" Type="http://schemas.openxmlformats.org/officeDocument/2006/relationships/tags" Target="../tags/tag480.xml"/><Relationship Id="rId6" Type="http://schemas.openxmlformats.org/officeDocument/2006/relationships/image" Target="../media/image299.png"/><Relationship Id="rId11" Type="http://schemas.openxmlformats.org/officeDocument/2006/relationships/image" Target="../media/image292.png"/><Relationship Id="rId5" Type="http://schemas.openxmlformats.org/officeDocument/2006/relationships/image" Target="../media/image295.png"/><Relationship Id="rId10" Type="http://schemas.openxmlformats.org/officeDocument/2006/relationships/image" Target="../media/image301.png"/><Relationship Id="rId4" Type="http://schemas.openxmlformats.org/officeDocument/2006/relationships/image" Target="../media/image56.emf"/><Relationship Id="rId9" Type="http://schemas.microsoft.com/office/2007/relationships/hdphoto" Target="../media/hdphoto44.wdp"/></Relationships>
</file>

<file path=ppt/slides/_rels/slide67.xml.rels><?xml version="1.0" encoding="UTF-8" standalone="yes"?>
<Relationships xmlns="http://schemas.openxmlformats.org/package/2006/relationships"><Relationship Id="rId8" Type="http://schemas.openxmlformats.org/officeDocument/2006/relationships/image" Target="../media/image303.png"/><Relationship Id="rId13" Type="http://schemas.openxmlformats.org/officeDocument/2006/relationships/image" Target="../media/image308.png"/><Relationship Id="rId3" Type="http://schemas.openxmlformats.org/officeDocument/2006/relationships/slideLayout" Target="../slideLayouts/slideLayout39.xml"/><Relationship Id="rId7" Type="http://schemas.openxmlformats.org/officeDocument/2006/relationships/image" Target="../media/image302.jpeg"/><Relationship Id="rId12" Type="http://schemas.openxmlformats.org/officeDocument/2006/relationships/image" Target="../media/image307.png"/><Relationship Id="rId2" Type="http://schemas.openxmlformats.org/officeDocument/2006/relationships/tags" Target="../tags/tag482.xml"/><Relationship Id="rId1" Type="http://schemas.openxmlformats.org/officeDocument/2006/relationships/tags" Target="../tags/tag481.xml"/><Relationship Id="rId6" Type="http://schemas.openxmlformats.org/officeDocument/2006/relationships/image" Target="../media/image56.emf"/><Relationship Id="rId11" Type="http://schemas.openxmlformats.org/officeDocument/2006/relationships/image" Target="../media/image306.png"/><Relationship Id="rId5" Type="http://schemas.openxmlformats.org/officeDocument/2006/relationships/oleObject" Target="../embeddings/oleObject150.bin"/><Relationship Id="rId10" Type="http://schemas.openxmlformats.org/officeDocument/2006/relationships/image" Target="../media/image305.png"/><Relationship Id="rId4" Type="http://schemas.openxmlformats.org/officeDocument/2006/relationships/notesSlide" Target="../notesSlides/notesSlide31.xml"/><Relationship Id="rId9" Type="http://schemas.openxmlformats.org/officeDocument/2006/relationships/image" Target="../media/image304.png"/><Relationship Id="rId14" Type="http://schemas.openxmlformats.org/officeDocument/2006/relationships/image" Target="../media/image309.png"/></Relationships>
</file>

<file path=ppt/slides/_rels/slide68.xml.rels><?xml version="1.0" encoding="UTF-8" standalone="yes"?>
<Relationships xmlns="http://schemas.openxmlformats.org/package/2006/relationships"><Relationship Id="rId8" Type="http://schemas.openxmlformats.org/officeDocument/2006/relationships/tags" Target="../tags/tag490.xml"/><Relationship Id="rId13" Type="http://schemas.openxmlformats.org/officeDocument/2006/relationships/slide" Target="slide20.xml"/><Relationship Id="rId3" Type="http://schemas.openxmlformats.org/officeDocument/2006/relationships/tags" Target="../tags/tag485.xml"/><Relationship Id="rId7" Type="http://schemas.openxmlformats.org/officeDocument/2006/relationships/tags" Target="../tags/tag489.xml"/><Relationship Id="rId12" Type="http://schemas.openxmlformats.org/officeDocument/2006/relationships/slide" Target="slide6.xml"/><Relationship Id="rId2" Type="http://schemas.openxmlformats.org/officeDocument/2006/relationships/tags" Target="../tags/tag484.xml"/><Relationship Id="rId16" Type="http://schemas.openxmlformats.org/officeDocument/2006/relationships/slide" Target="slide61.xml"/><Relationship Id="rId1" Type="http://schemas.openxmlformats.org/officeDocument/2006/relationships/tags" Target="../tags/tag483.xml"/><Relationship Id="rId6" Type="http://schemas.openxmlformats.org/officeDocument/2006/relationships/tags" Target="../tags/tag488.xml"/><Relationship Id="rId11" Type="http://schemas.openxmlformats.org/officeDocument/2006/relationships/image" Target="../media/image109.emf"/><Relationship Id="rId5" Type="http://schemas.openxmlformats.org/officeDocument/2006/relationships/tags" Target="../tags/tag487.xml"/><Relationship Id="rId15" Type="http://schemas.openxmlformats.org/officeDocument/2006/relationships/slide" Target="slide55.xml"/><Relationship Id="rId10" Type="http://schemas.openxmlformats.org/officeDocument/2006/relationships/oleObject" Target="../embeddings/oleObject151.bin"/><Relationship Id="rId4" Type="http://schemas.openxmlformats.org/officeDocument/2006/relationships/tags" Target="../tags/tag486.xml"/><Relationship Id="rId9" Type="http://schemas.openxmlformats.org/officeDocument/2006/relationships/slideLayout" Target="../slideLayouts/slideLayout2.xml"/><Relationship Id="rId14" Type="http://schemas.openxmlformats.org/officeDocument/2006/relationships/slide" Target="slide22.xml"/></Relationships>
</file>

<file path=ppt/slides/_rels/slide69.xml.rels><?xml version="1.0" encoding="UTF-8" standalone="yes"?>
<Relationships xmlns="http://schemas.openxmlformats.org/package/2006/relationships"><Relationship Id="rId8" Type="http://schemas.openxmlformats.org/officeDocument/2006/relationships/image" Target="../media/image58.png"/><Relationship Id="rId13" Type="http://schemas.openxmlformats.org/officeDocument/2006/relationships/image" Target="../media/image63.png"/><Relationship Id="rId18" Type="http://schemas.openxmlformats.org/officeDocument/2006/relationships/image" Target="../media/image68.png"/><Relationship Id="rId3" Type="http://schemas.openxmlformats.org/officeDocument/2006/relationships/slideLayout" Target="../slideLayouts/slideLayout39.xml"/><Relationship Id="rId21" Type="http://schemas.openxmlformats.org/officeDocument/2006/relationships/image" Target="../media/image71.png"/><Relationship Id="rId7" Type="http://schemas.openxmlformats.org/officeDocument/2006/relationships/image" Target="../media/image57.png"/><Relationship Id="rId12" Type="http://schemas.openxmlformats.org/officeDocument/2006/relationships/image" Target="../media/image62.jpeg"/><Relationship Id="rId17" Type="http://schemas.openxmlformats.org/officeDocument/2006/relationships/image" Target="../media/image67.png"/><Relationship Id="rId2" Type="http://schemas.openxmlformats.org/officeDocument/2006/relationships/tags" Target="../tags/tag492.xml"/><Relationship Id="rId16" Type="http://schemas.openxmlformats.org/officeDocument/2006/relationships/image" Target="../media/image66.png"/><Relationship Id="rId20" Type="http://schemas.openxmlformats.org/officeDocument/2006/relationships/image" Target="../media/image70.png"/><Relationship Id="rId1" Type="http://schemas.openxmlformats.org/officeDocument/2006/relationships/tags" Target="../tags/tag491.xml"/><Relationship Id="rId6" Type="http://schemas.openxmlformats.org/officeDocument/2006/relationships/image" Target="../media/image56.emf"/><Relationship Id="rId11" Type="http://schemas.openxmlformats.org/officeDocument/2006/relationships/image" Target="../media/image61.jpeg"/><Relationship Id="rId5" Type="http://schemas.openxmlformats.org/officeDocument/2006/relationships/oleObject" Target="../embeddings/oleObject86.bin"/><Relationship Id="rId15" Type="http://schemas.openxmlformats.org/officeDocument/2006/relationships/image" Target="../media/image65.png"/><Relationship Id="rId23" Type="http://schemas.openxmlformats.org/officeDocument/2006/relationships/image" Target="../media/image73.svg"/><Relationship Id="rId10" Type="http://schemas.openxmlformats.org/officeDocument/2006/relationships/image" Target="../media/image60.png"/><Relationship Id="rId19" Type="http://schemas.openxmlformats.org/officeDocument/2006/relationships/image" Target="../media/image69.png"/><Relationship Id="rId4" Type="http://schemas.openxmlformats.org/officeDocument/2006/relationships/notesSlide" Target="../notesSlides/notesSlide32.xml"/><Relationship Id="rId9" Type="http://schemas.openxmlformats.org/officeDocument/2006/relationships/image" Target="../media/image59.png"/><Relationship Id="rId14" Type="http://schemas.openxmlformats.org/officeDocument/2006/relationships/image" Target="../media/image64.png"/><Relationship Id="rId22" Type="http://schemas.openxmlformats.org/officeDocument/2006/relationships/image" Target="../media/image72.png"/></Relationships>
</file>

<file path=ppt/slides/_rels/slide70.xml.rels><?xml version="1.0" encoding="UTF-8" standalone="yes"?>
<Relationships xmlns="http://schemas.openxmlformats.org/package/2006/relationships"><Relationship Id="rId8" Type="http://schemas.openxmlformats.org/officeDocument/2006/relationships/image" Target="../media/image76.jpeg"/><Relationship Id="rId13" Type="http://schemas.openxmlformats.org/officeDocument/2006/relationships/image" Target="../media/image81.png"/><Relationship Id="rId18" Type="http://schemas.openxmlformats.org/officeDocument/2006/relationships/image" Target="../media/image86.png"/><Relationship Id="rId3" Type="http://schemas.openxmlformats.org/officeDocument/2006/relationships/slideLayout" Target="../slideLayouts/slideLayout39.xml"/><Relationship Id="rId21" Type="http://schemas.openxmlformats.org/officeDocument/2006/relationships/image" Target="../media/image89.png"/><Relationship Id="rId7" Type="http://schemas.openxmlformats.org/officeDocument/2006/relationships/image" Target="../media/image75.png"/><Relationship Id="rId12" Type="http://schemas.openxmlformats.org/officeDocument/2006/relationships/image" Target="../media/image80.jpeg"/><Relationship Id="rId17" Type="http://schemas.openxmlformats.org/officeDocument/2006/relationships/image" Target="../media/image85.png"/><Relationship Id="rId2" Type="http://schemas.openxmlformats.org/officeDocument/2006/relationships/tags" Target="../tags/tag494.xml"/><Relationship Id="rId16" Type="http://schemas.openxmlformats.org/officeDocument/2006/relationships/image" Target="../media/image84.png"/><Relationship Id="rId20" Type="http://schemas.openxmlformats.org/officeDocument/2006/relationships/image" Target="../media/image88.png"/><Relationship Id="rId1" Type="http://schemas.openxmlformats.org/officeDocument/2006/relationships/tags" Target="../tags/tag493.xml"/><Relationship Id="rId6" Type="http://schemas.openxmlformats.org/officeDocument/2006/relationships/image" Target="../media/image74.emf"/><Relationship Id="rId11" Type="http://schemas.openxmlformats.org/officeDocument/2006/relationships/image" Target="../media/image79.png"/><Relationship Id="rId5" Type="http://schemas.openxmlformats.org/officeDocument/2006/relationships/oleObject" Target="../embeddings/oleObject87.bin"/><Relationship Id="rId15" Type="http://schemas.openxmlformats.org/officeDocument/2006/relationships/image" Target="../media/image83.png"/><Relationship Id="rId10" Type="http://schemas.openxmlformats.org/officeDocument/2006/relationships/image" Target="../media/image78.png"/><Relationship Id="rId19" Type="http://schemas.openxmlformats.org/officeDocument/2006/relationships/image" Target="../media/image87.jpeg"/><Relationship Id="rId4" Type="http://schemas.openxmlformats.org/officeDocument/2006/relationships/notesSlide" Target="../notesSlides/notesSlide33.xml"/><Relationship Id="rId9" Type="http://schemas.openxmlformats.org/officeDocument/2006/relationships/image" Target="../media/image77.png"/><Relationship Id="rId14" Type="http://schemas.openxmlformats.org/officeDocument/2006/relationships/image" Target="../media/image82.png"/><Relationship Id="rId22" Type="http://schemas.openxmlformats.org/officeDocument/2006/relationships/image" Target="../media/image90.png"/></Relationships>
</file>

<file path=ppt/slides/_rels/slide71.xml.rels><?xml version="1.0" encoding="UTF-8" standalone="yes"?>
<Relationships xmlns="http://schemas.openxmlformats.org/package/2006/relationships"><Relationship Id="rId8" Type="http://schemas.openxmlformats.org/officeDocument/2006/relationships/tags" Target="../tags/tag502.xml"/><Relationship Id="rId13" Type="http://schemas.openxmlformats.org/officeDocument/2006/relationships/tags" Target="../tags/tag507.xml"/><Relationship Id="rId18" Type="http://schemas.openxmlformats.org/officeDocument/2006/relationships/tags" Target="../tags/tag512.xml"/><Relationship Id="rId26" Type="http://schemas.openxmlformats.org/officeDocument/2006/relationships/chart" Target="../charts/chart9.xml"/><Relationship Id="rId3" Type="http://schemas.openxmlformats.org/officeDocument/2006/relationships/tags" Target="../tags/tag497.xml"/><Relationship Id="rId21" Type="http://schemas.openxmlformats.org/officeDocument/2006/relationships/tags" Target="../tags/tag515.xml"/><Relationship Id="rId7" Type="http://schemas.openxmlformats.org/officeDocument/2006/relationships/tags" Target="../tags/tag501.xml"/><Relationship Id="rId12" Type="http://schemas.openxmlformats.org/officeDocument/2006/relationships/tags" Target="../tags/tag506.xml"/><Relationship Id="rId17" Type="http://schemas.openxmlformats.org/officeDocument/2006/relationships/tags" Target="../tags/tag511.xml"/><Relationship Id="rId25" Type="http://schemas.openxmlformats.org/officeDocument/2006/relationships/image" Target="../media/image6.emf"/><Relationship Id="rId2" Type="http://schemas.openxmlformats.org/officeDocument/2006/relationships/tags" Target="../tags/tag496.xml"/><Relationship Id="rId16" Type="http://schemas.openxmlformats.org/officeDocument/2006/relationships/tags" Target="../tags/tag510.xml"/><Relationship Id="rId20" Type="http://schemas.openxmlformats.org/officeDocument/2006/relationships/tags" Target="../tags/tag514.xml"/><Relationship Id="rId1" Type="http://schemas.openxmlformats.org/officeDocument/2006/relationships/tags" Target="../tags/tag495.xml"/><Relationship Id="rId6" Type="http://schemas.openxmlformats.org/officeDocument/2006/relationships/tags" Target="../tags/tag500.xml"/><Relationship Id="rId11" Type="http://schemas.openxmlformats.org/officeDocument/2006/relationships/tags" Target="../tags/tag505.xml"/><Relationship Id="rId24" Type="http://schemas.openxmlformats.org/officeDocument/2006/relationships/oleObject" Target="../embeddings/oleObject152.bin"/><Relationship Id="rId5" Type="http://schemas.openxmlformats.org/officeDocument/2006/relationships/tags" Target="../tags/tag499.xml"/><Relationship Id="rId15" Type="http://schemas.openxmlformats.org/officeDocument/2006/relationships/tags" Target="../tags/tag509.xml"/><Relationship Id="rId23" Type="http://schemas.openxmlformats.org/officeDocument/2006/relationships/notesSlide" Target="../notesSlides/notesSlide34.xml"/><Relationship Id="rId10" Type="http://schemas.openxmlformats.org/officeDocument/2006/relationships/tags" Target="../tags/tag504.xml"/><Relationship Id="rId19" Type="http://schemas.openxmlformats.org/officeDocument/2006/relationships/tags" Target="../tags/tag513.xml"/><Relationship Id="rId4" Type="http://schemas.openxmlformats.org/officeDocument/2006/relationships/tags" Target="../tags/tag498.xml"/><Relationship Id="rId9" Type="http://schemas.openxmlformats.org/officeDocument/2006/relationships/tags" Target="../tags/tag503.xml"/><Relationship Id="rId14" Type="http://schemas.openxmlformats.org/officeDocument/2006/relationships/tags" Target="../tags/tag508.xml"/><Relationship Id="rId22" Type="http://schemas.openxmlformats.org/officeDocument/2006/relationships/slideLayout" Target="../slideLayouts/slideLayout39.xml"/></Relationships>
</file>

<file path=ppt/slides/_rels/slide72.xml.rels><?xml version="1.0" encoding="UTF-8" standalone="yes"?>
<Relationships xmlns="http://schemas.openxmlformats.org/package/2006/relationships"><Relationship Id="rId8" Type="http://schemas.openxmlformats.org/officeDocument/2006/relationships/image" Target="../media/image311.png"/><Relationship Id="rId3" Type="http://schemas.openxmlformats.org/officeDocument/2006/relationships/slideLayout" Target="../slideLayouts/slideLayout39.xml"/><Relationship Id="rId7" Type="http://schemas.openxmlformats.org/officeDocument/2006/relationships/image" Target="../media/image310.png"/><Relationship Id="rId12" Type="http://schemas.openxmlformats.org/officeDocument/2006/relationships/image" Target="../media/image315.png"/><Relationship Id="rId2" Type="http://schemas.openxmlformats.org/officeDocument/2006/relationships/tags" Target="../tags/tag517.xml"/><Relationship Id="rId1" Type="http://schemas.openxmlformats.org/officeDocument/2006/relationships/tags" Target="../tags/tag516.xml"/><Relationship Id="rId6" Type="http://schemas.openxmlformats.org/officeDocument/2006/relationships/image" Target="../media/image56.emf"/><Relationship Id="rId11" Type="http://schemas.openxmlformats.org/officeDocument/2006/relationships/image" Target="../media/image314.png"/><Relationship Id="rId5" Type="http://schemas.openxmlformats.org/officeDocument/2006/relationships/oleObject" Target="../embeddings/oleObject153.bin"/><Relationship Id="rId10" Type="http://schemas.openxmlformats.org/officeDocument/2006/relationships/image" Target="../media/image313.png"/><Relationship Id="rId4" Type="http://schemas.openxmlformats.org/officeDocument/2006/relationships/notesSlide" Target="../notesSlides/notesSlide35.xml"/><Relationship Id="rId9" Type="http://schemas.openxmlformats.org/officeDocument/2006/relationships/image" Target="../media/image312.png"/></Relationships>
</file>

<file path=ppt/slides/_rels/slide73.xml.rels><?xml version="1.0" encoding="UTF-8" standalone="yes"?>
<Relationships xmlns="http://schemas.openxmlformats.org/package/2006/relationships"><Relationship Id="rId8" Type="http://schemas.openxmlformats.org/officeDocument/2006/relationships/image" Target="../media/image94.png"/><Relationship Id="rId13" Type="http://schemas.openxmlformats.org/officeDocument/2006/relationships/image" Target="../media/image99.svg"/><Relationship Id="rId18" Type="http://schemas.openxmlformats.org/officeDocument/2006/relationships/image" Target="../media/image104.png"/><Relationship Id="rId3" Type="http://schemas.openxmlformats.org/officeDocument/2006/relationships/notesSlide" Target="../notesSlides/notesSlide36.xml"/><Relationship Id="rId21" Type="http://schemas.openxmlformats.org/officeDocument/2006/relationships/image" Target="../media/image107.png"/><Relationship Id="rId7" Type="http://schemas.openxmlformats.org/officeDocument/2006/relationships/image" Target="../media/image93.svg"/><Relationship Id="rId12" Type="http://schemas.openxmlformats.org/officeDocument/2006/relationships/image" Target="../media/image98.png"/><Relationship Id="rId17" Type="http://schemas.openxmlformats.org/officeDocument/2006/relationships/image" Target="../media/image103.svg"/><Relationship Id="rId2" Type="http://schemas.openxmlformats.org/officeDocument/2006/relationships/slideLayout" Target="../slideLayouts/slideLayout39.xml"/><Relationship Id="rId16" Type="http://schemas.openxmlformats.org/officeDocument/2006/relationships/image" Target="../media/image102.png"/><Relationship Id="rId20" Type="http://schemas.openxmlformats.org/officeDocument/2006/relationships/image" Target="../media/image106.png"/><Relationship Id="rId1" Type="http://schemas.openxmlformats.org/officeDocument/2006/relationships/tags" Target="../tags/tag518.xml"/><Relationship Id="rId6" Type="http://schemas.openxmlformats.org/officeDocument/2006/relationships/image" Target="../media/image92.png"/><Relationship Id="rId11" Type="http://schemas.openxmlformats.org/officeDocument/2006/relationships/image" Target="../media/image97.svg"/><Relationship Id="rId5" Type="http://schemas.openxmlformats.org/officeDocument/2006/relationships/image" Target="../media/image91.emf"/><Relationship Id="rId15" Type="http://schemas.openxmlformats.org/officeDocument/2006/relationships/image" Target="../media/image101.svg"/><Relationship Id="rId10" Type="http://schemas.openxmlformats.org/officeDocument/2006/relationships/image" Target="../media/image96.png"/><Relationship Id="rId19" Type="http://schemas.openxmlformats.org/officeDocument/2006/relationships/image" Target="../media/image105.svg"/><Relationship Id="rId4" Type="http://schemas.openxmlformats.org/officeDocument/2006/relationships/oleObject" Target="../embeddings/oleObject88.bin"/><Relationship Id="rId9" Type="http://schemas.openxmlformats.org/officeDocument/2006/relationships/image" Target="../media/image95.svg"/><Relationship Id="rId14" Type="http://schemas.openxmlformats.org/officeDocument/2006/relationships/image" Target="../media/image100.png"/><Relationship Id="rId22" Type="http://schemas.openxmlformats.org/officeDocument/2006/relationships/image" Target="../media/image108.svg"/></Relationships>
</file>

<file path=ppt/slides/_rels/slide74.xml.rels><?xml version="1.0" encoding="UTF-8" standalone="yes"?>
<Relationships xmlns="http://schemas.openxmlformats.org/package/2006/relationships"><Relationship Id="rId13" Type="http://schemas.openxmlformats.org/officeDocument/2006/relationships/image" Target="../media/image324.svg"/><Relationship Id="rId18" Type="http://schemas.openxmlformats.org/officeDocument/2006/relationships/image" Target="../media/image329.png"/><Relationship Id="rId26" Type="http://schemas.openxmlformats.org/officeDocument/2006/relationships/image" Target="../media/image337.png"/><Relationship Id="rId21" Type="http://schemas.openxmlformats.org/officeDocument/2006/relationships/image" Target="../media/image332.svg"/><Relationship Id="rId34" Type="http://schemas.openxmlformats.org/officeDocument/2006/relationships/image" Target="../media/image345.png"/><Relationship Id="rId7" Type="http://schemas.openxmlformats.org/officeDocument/2006/relationships/image" Target="../media/image318.png"/><Relationship Id="rId12" Type="http://schemas.openxmlformats.org/officeDocument/2006/relationships/image" Target="../media/image323.png"/><Relationship Id="rId17" Type="http://schemas.openxmlformats.org/officeDocument/2006/relationships/image" Target="../media/image328.svg"/><Relationship Id="rId25" Type="http://schemas.openxmlformats.org/officeDocument/2006/relationships/image" Target="../media/image336.svg"/><Relationship Id="rId33" Type="http://schemas.openxmlformats.org/officeDocument/2006/relationships/image" Target="../media/image344.svg"/><Relationship Id="rId2" Type="http://schemas.openxmlformats.org/officeDocument/2006/relationships/slideLayout" Target="../slideLayouts/slideLayout39.xml"/><Relationship Id="rId16" Type="http://schemas.openxmlformats.org/officeDocument/2006/relationships/image" Target="../media/image327.png"/><Relationship Id="rId20" Type="http://schemas.openxmlformats.org/officeDocument/2006/relationships/image" Target="../media/image331.png"/><Relationship Id="rId29" Type="http://schemas.openxmlformats.org/officeDocument/2006/relationships/image" Target="../media/image340.svg"/><Relationship Id="rId1" Type="http://schemas.openxmlformats.org/officeDocument/2006/relationships/tags" Target="../tags/tag519.xml"/><Relationship Id="rId6" Type="http://schemas.openxmlformats.org/officeDocument/2006/relationships/image" Target="../media/image317.svg"/><Relationship Id="rId11" Type="http://schemas.openxmlformats.org/officeDocument/2006/relationships/image" Target="../media/image322.svg"/><Relationship Id="rId24" Type="http://schemas.openxmlformats.org/officeDocument/2006/relationships/image" Target="../media/image335.png"/><Relationship Id="rId32" Type="http://schemas.openxmlformats.org/officeDocument/2006/relationships/image" Target="../media/image343.png"/><Relationship Id="rId37" Type="http://schemas.openxmlformats.org/officeDocument/2006/relationships/image" Target="../media/image348.svg"/><Relationship Id="rId5" Type="http://schemas.openxmlformats.org/officeDocument/2006/relationships/image" Target="../media/image316.png"/><Relationship Id="rId15" Type="http://schemas.openxmlformats.org/officeDocument/2006/relationships/image" Target="../media/image326.svg"/><Relationship Id="rId23" Type="http://schemas.openxmlformats.org/officeDocument/2006/relationships/image" Target="../media/image334.svg"/><Relationship Id="rId28" Type="http://schemas.openxmlformats.org/officeDocument/2006/relationships/image" Target="../media/image339.png"/><Relationship Id="rId36" Type="http://schemas.openxmlformats.org/officeDocument/2006/relationships/image" Target="../media/image347.png"/><Relationship Id="rId10" Type="http://schemas.openxmlformats.org/officeDocument/2006/relationships/image" Target="../media/image321.png"/><Relationship Id="rId19" Type="http://schemas.openxmlformats.org/officeDocument/2006/relationships/image" Target="../media/image330.svg"/><Relationship Id="rId31" Type="http://schemas.openxmlformats.org/officeDocument/2006/relationships/image" Target="../media/image342.svg"/><Relationship Id="rId4" Type="http://schemas.openxmlformats.org/officeDocument/2006/relationships/image" Target="../media/image166.emf"/><Relationship Id="rId9" Type="http://schemas.openxmlformats.org/officeDocument/2006/relationships/image" Target="../media/image320.svg"/><Relationship Id="rId14" Type="http://schemas.openxmlformats.org/officeDocument/2006/relationships/image" Target="../media/image325.png"/><Relationship Id="rId22" Type="http://schemas.openxmlformats.org/officeDocument/2006/relationships/image" Target="../media/image333.png"/><Relationship Id="rId27" Type="http://schemas.openxmlformats.org/officeDocument/2006/relationships/image" Target="../media/image338.svg"/><Relationship Id="rId30" Type="http://schemas.openxmlformats.org/officeDocument/2006/relationships/image" Target="../media/image341.png"/><Relationship Id="rId35" Type="http://schemas.openxmlformats.org/officeDocument/2006/relationships/image" Target="../media/image346.svg"/><Relationship Id="rId8" Type="http://schemas.openxmlformats.org/officeDocument/2006/relationships/image" Target="../media/image319.png"/><Relationship Id="rId3" Type="http://schemas.openxmlformats.org/officeDocument/2006/relationships/oleObject" Target="../embeddings/oleObject154.bin"/></Relationships>
</file>

<file path=ppt/slides/_rels/slide75.xml.rels><?xml version="1.0" encoding="UTF-8" standalone="yes"?>
<Relationships xmlns="http://schemas.openxmlformats.org/package/2006/relationships"><Relationship Id="rId8" Type="http://schemas.openxmlformats.org/officeDocument/2006/relationships/image" Target="../media/image350.png"/><Relationship Id="rId13" Type="http://schemas.openxmlformats.org/officeDocument/2006/relationships/image" Target="../media/image355.png"/><Relationship Id="rId18" Type="http://schemas.openxmlformats.org/officeDocument/2006/relationships/image" Target="../media/image359.png"/><Relationship Id="rId3" Type="http://schemas.openxmlformats.org/officeDocument/2006/relationships/slideLayout" Target="../slideLayouts/slideLayout39.xml"/><Relationship Id="rId7" Type="http://schemas.openxmlformats.org/officeDocument/2006/relationships/image" Target="../media/image349.png"/><Relationship Id="rId12" Type="http://schemas.openxmlformats.org/officeDocument/2006/relationships/image" Target="../media/image354.svg"/><Relationship Id="rId17" Type="http://schemas.openxmlformats.org/officeDocument/2006/relationships/image" Target="../media/image249.png"/><Relationship Id="rId2" Type="http://schemas.openxmlformats.org/officeDocument/2006/relationships/tags" Target="../tags/tag521.xml"/><Relationship Id="rId16" Type="http://schemas.openxmlformats.org/officeDocument/2006/relationships/image" Target="../media/image358.svg"/><Relationship Id="rId1" Type="http://schemas.openxmlformats.org/officeDocument/2006/relationships/tags" Target="../tags/tag520.xml"/><Relationship Id="rId6" Type="http://schemas.openxmlformats.org/officeDocument/2006/relationships/image" Target="../media/image166.emf"/><Relationship Id="rId11" Type="http://schemas.openxmlformats.org/officeDocument/2006/relationships/image" Target="../media/image353.png"/><Relationship Id="rId5" Type="http://schemas.openxmlformats.org/officeDocument/2006/relationships/oleObject" Target="../embeddings/oleObject155.bin"/><Relationship Id="rId15" Type="http://schemas.openxmlformats.org/officeDocument/2006/relationships/image" Target="../media/image357.png"/><Relationship Id="rId10" Type="http://schemas.openxmlformats.org/officeDocument/2006/relationships/image" Target="../media/image352.png"/><Relationship Id="rId19" Type="http://schemas.openxmlformats.org/officeDocument/2006/relationships/image" Target="../media/image360.svg"/><Relationship Id="rId4" Type="http://schemas.openxmlformats.org/officeDocument/2006/relationships/notesSlide" Target="../notesSlides/notesSlide37.xml"/><Relationship Id="rId9" Type="http://schemas.openxmlformats.org/officeDocument/2006/relationships/image" Target="../media/image351.svg"/><Relationship Id="rId14" Type="http://schemas.openxmlformats.org/officeDocument/2006/relationships/image" Target="../media/image356.sv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to 3" hidden="1">
            <a:extLst>
              <a:ext uri="{FF2B5EF4-FFF2-40B4-BE49-F238E27FC236}">
                <a16:creationId xmlns:a16="http://schemas.microsoft.com/office/drawing/2014/main" id="{9CB241CC-E357-4031-A2AC-524FBC93402D}"/>
              </a:ext>
            </a:extLst>
          </p:cNvPr>
          <p:cNvGraphicFramePr>
            <a:graphicFrameLocks noChangeAspect="1"/>
          </p:cNvGraphicFramePr>
          <p:nvPr>
            <p:custDataLst>
              <p:tags r:id="rId1"/>
            </p:custDataLst>
            <p:extLst>
              <p:ext uri="{D42A27DB-BD31-4B8C-83A1-F6EECF244321}">
                <p14:modId xmlns:p14="http://schemas.microsoft.com/office/powerpoint/2010/main" val="3950923664"/>
              </p:ext>
            </p:extLst>
          </p:nvPr>
        </p:nvGraphicFramePr>
        <p:xfrm>
          <a:off x="1525588" y="1588"/>
          <a:ext cx="1588" cy="1588"/>
        </p:xfrm>
        <a:graphic>
          <a:graphicData uri="http://schemas.openxmlformats.org/presentationml/2006/ole">
            <mc:AlternateContent xmlns:mc="http://schemas.openxmlformats.org/markup-compatibility/2006">
              <mc:Choice xmlns:v="urn:schemas-microsoft-com:vml" Requires="v">
                <p:oleObj name="Slide do think-cell" r:id="rId5" imgW="421" imgH="420" progId="TCLayout.ActiveDocument.1">
                  <p:embed/>
                </p:oleObj>
              </mc:Choice>
              <mc:Fallback>
                <p:oleObj name="Slide do think-cell" r:id="rId5" imgW="421" imgH="420" progId="TCLayout.ActiveDocument.1">
                  <p:embed/>
                  <p:pic>
                    <p:nvPicPr>
                      <p:cNvPr id="4" name="Objeto 3" hidden="1">
                        <a:extLst>
                          <a:ext uri="{FF2B5EF4-FFF2-40B4-BE49-F238E27FC236}">
                            <a16:creationId xmlns:a16="http://schemas.microsoft.com/office/drawing/2014/main" id="{9CB241CC-E357-4031-A2AC-524FBC93402D}"/>
                          </a:ext>
                        </a:extLst>
                      </p:cNvPr>
                      <p:cNvPicPr/>
                      <p:nvPr/>
                    </p:nvPicPr>
                    <p:blipFill>
                      <a:blip r:embed="rId6"/>
                      <a:stretch>
                        <a:fillRect/>
                      </a:stretch>
                    </p:blipFill>
                    <p:spPr>
                      <a:xfrm>
                        <a:off x="1525588" y="1588"/>
                        <a:ext cx="1588" cy="1588"/>
                      </a:xfrm>
                      <a:prstGeom prst="rect">
                        <a:avLst/>
                      </a:prstGeom>
                    </p:spPr>
                  </p:pic>
                </p:oleObj>
              </mc:Fallback>
            </mc:AlternateContent>
          </a:graphicData>
        </a:graphic>
      </p:graphicFrame>
      <p:sp>
        <p:nvSpPr>
          <p:cNvPr id="5" name="Retângulo 4" hidden="1">
            <a:extLst>
              <a:ext uri="{FF2B5EF4-FFF2-40B4-BE49-F238E27FC236}">
                <a16:creationId xmlns:a16="http://schemas.microsoft.com/office/drawing/2014/main" id="{0C25668B-61B2-49D5-AE03-2D7DE07D037C}"/>
              </a:ext>
            </a:extLst>
          </p:cNvPr>
          <p:cNvSpPr/>
          <p:nvPr>
            <p:custDataLst>
              <p:tags r:id="rId2"/>
            </p:custDataLst>
          </p:nvPr>
        </p:nvSpPr>
        <p:spPr>
          <a:xfrm>
            <a:off x="1524000" y="0"/>
            <a:ext cx="158750" cy="158750"/>
          </a:xfrm>
          <a:prstGeom prst="rect">
            <a:avLst/>
          </a:prstGeom>
          <a:solidFill>
            <a:schemeClr val="accent2"/>
          </a:solidFill>
          <a:ln w="19050">
            <a:solidFill>
              <a:schemeClr val="accent2"/>
            </a:solidFill>
            <a:miter lim="400000"/>
          </a:ln>
          <a:effectLst/>
        </p:spPr>
        <p:txBody>
          <a:bodyPr vert="horz" wrap="none" lIns="0" tIns="0" rIns="0" bIns="0" numCol="1" spcCol="0" rtlCol="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tabLst/>
              <a:defRPr/>
            </a:pPr>
            <a:endParaRPr kumimoji="0" lang="pt-BR" sz="2000" b="1" i="0" u="none" strike="noStrike" kern="1200" cap="none" spc="0" normalizeH="0" baseline="0" noProof="0">
              <a:ln>
                <a:noFill/>
              </a:ln>
              <a:solidFill>
                <a:prstClr val="white"/>
              </a:solidFill>
              <a:effectLst/>
              <a:uLnTx/>
              <a:uFillTx/>
              <a:latin typeface="Arial" panose="020B0604020202020204" pitchFamily="34" charset="0"/>
              <a:ea typeface="+mn-ea"/>
              <a:cs typeface="+mn-cs"/>
              <a:sym typeface="Arial" panose="020B0604020202020204" pitchFamily="34" charset="0"/>
            </a:endParaRPr>
          </a:p>
        </p:txBody>
      </p:sp>
      <p:sp>
        <p:nvSpPr>
          <p:cNvPr id="3" name="Subtítulo 2">
            <a:extLst>
              <a:ext uri="{FF2B5EF4-FFF2-40B4-BE49-F238E27FC236}">
                <a16:creationId xmlns:a16="http://schemas.microsoft.com/office/drawing/2014/main" id="{0DA737D9-9BB0-4CD7-AA6E-585782BD2771}"/>
              </a:ext>
            </a:extLst>
          </p:cNvPr>
          <p:cNvSpPr>
            <a:spLocks noGrp="1"/>
          </p:cNvSpPr>
          <p:nvPr>
            <p:ph type="subTitle" idx="1"/>
          </p:nvPr>
        </p:nvSpPr>
        <p:spPr/>
        <p:txBody>
          <a:bodyPr/>
          <a:lstStyle/>
          <a:p>
            <a:r>
              <a:rPr lang="pt-BR"/>
              <a:t>Proposta técnica</a:t>
            </a:r>
          </a:p>
        </p:txBody>
      </p:sp>
      <p:sp>
        <p:nvSpPr>
          <p:cNvPr id="6" name="Text Placeholder 5">
            <a:extLst>
              <a:ext uri="{FF2B5EF4-FFF2-40B4-BE49-F238E27FC236}">
                <a16:creationId xmlns:a16="http://schemas.microsoft.com/office/drawing/2014/main" id="{239F1A40-575B-48F0-9142-B036959BB0F6}"/>
              </a:ext>
            </a:extLst>
          </p:cNvPr>
          <p:cNvSpPr>
            <a:spLocks noGrp="1"/>
          </p:cNvSpPr>
          <p:nvPr>
            <p:ph type="body" sz="quarter" idx="11"/>
          </p:nvPr>
        </p:nvSpPr>
        <p:spPr/>
        <p:txBody>
          <a:bodyPr/>
          <a:lstStyle/>
          <a:p>
            <a:r>
              <a:rPr lang="pt-BR"/>
              <a:t>São Paulo, 29 de maio de 2024</a:t>
            </a:r>
          </a:p>
        </p:txBody>
      </p:sp>
      <p:sp>
        <p:nvSpPr>
          <p:cNvPr id="13" name="Title 1">
            <a:extLst>
              <a:ext uri="{FF2B5EF4-FFF2-40B4-BE49-F238E27FC236}">
                <a16:creationId xmlns:a16="http://schemas.microsoft.com/office/drawing/2014/main" id="{00949F91-7F27-5EDE-6497-2DB45B150296}"/>
              </a:ext>
            </a:extLst>
          </p:cNvPr>
          <p:cNvSpPr>
            <a:spLocks noGrp="1"/>
          </p:cNvSpPr>
          <p:nvPr>
            <p:ph type="title"/>
          </p:nvPr>
        </p:nvSpPr>
        <p:spPr>
          <a:xfrm>
            <a:off x="493376" y="2376726"/>
            <a:ext cx="5184000" cy="861774"/>
          </a:xfrm>
        </p:spPr>
        <p:txBody>
          <a:bodyPr vert="horz"/>
          <a:lstStyle/>
          <a:p>
            <a:r>
              <a:rPr lang="pt-BR" sz="2800"/>
              <a:t>Criação de estratégia de acesso à mercado vencedora</a:t>
            </a:r>
            <a:endParaRPr lang="pt-BR" sz="2600"/>
          </a:p>
        </p:txBody>
      </p:sp>
      <p:pic>
        <p:nvPicPr>
          <p:cNvPr id="2" name="Imagem 1">
            <a:extLst>
              <a:ext uri="{FF2B5EF4-FFF2-40B4-BE49-F238E27FC236}">
                <a16:creationId xmlns:a16="http://schemas.microsoft.com/office/drawing/2014/main" id="{A72A8966-4E49-C856-6648-09DF8858AC13}"/>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495300" y="666363"/>
            <a:ext cx="2042609" cy="1044000"/>
          </a:xfrm>
          <a:prstGeom prst="rect">
            <a:avLst/>
          </a:prstGeom>
        </p:spPr>
      </p:pic>
    </p:spTree>
    <p:extLst>
      <p:ext uri="{BB962C8B-B14F-4D97-AF65-F5344CB8AC3E}">
        <p14:creationId xmlns:p14="http://schemas.microsoft.com/office/powerpoint/2010/main" val="24470124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2816A75F-5E03-4E4F-B94F-2158FA3886A9}"/>
              </a:ext>
            </a:extLst>
          </p:cNvPr>
          <p:cNvGraphicFramePr>
            <a:graphicFrameLocks noChangeAspect="1"/>
          </p:cNvGraphicFramePr>
          <p:nvPr>
            <p:custDataLst>
              <p:tags r:id="rId1"/>
            </p:custDataLst>
            <p:extLst>
              <p:ext uri="{D42A27DB-BD31-4B8C-83A1-F6EECF244321}">
                <p14:modId xmlns:p14="http://schemas.microsoft.com/office/powerpoint/2010/main" val="270892905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Slide do think-cell" r:id="rId5" imgW="395" imgH="396" progId="TCLayout.ActiveDocument.1">
                  <p:embed/>
                </p:oleObj>
              </mc:Choice>
              <mc:Fallback>
                <p:oleObj name="Slide do think-cell" r:id="rId5" imgW="395" imgH="396" progId="TCLayout.ActiveDocument.1">
                  <p:embed/>
                  <p:pic>
                    <p:nvPicPr>
                      <p:cNvPr id="5" name="Object 4" hidden="1">
                        <a:extLst>
                          <a:ext uri="{FF2B5EF4-FFF2-40B4-BE49-F238E27FC236}">
                            <a16:creationId xmlns:a16="http://schemas.microsoft.com/office/drawing/2014/main" id="{2816A75F-5E03-4E4F-B94F-2158FA3886A9}"/>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8935147A-D4C7-44F4-95CA-6C0D6F71913D}"/>
              </a:ext>
            </a:extLst>
          </p:cNvPr>
          <p:cNvSpPr/>
          <p:nvPr>
            <p:custDataLst>
              <p:tags r:id="rId2"/>
            </p:custDataLst>
          </p:nvPr>
        </p:nvSpPr>
        <p:spPr>
          <a:xfrm>
            <a:off x="0" y="0"/>
            <a:ext cx="158750" cy="158750"/>
          </a:xfrm>
          <a:prstGeom prst="rect">
            <a:avLst/>
          </a:prstGeom>
          <a:solidFill>
            <a:schemeClr val="accent2"/>
          </a:solidFill>
          <a:ln w="19050">
            <a:solidFill>
              <a:schemeClr val="accent2"/>
            </a:solidFill>
            <a:miter lim="400000"/>
          </a:ln>
          <a:effectLst/>
        </p:spPr>
        <p:txBody>
          <a:bodyPr wrap="none" lIns="0" tIns="0" rIns="0" bIns="0" numCol="1" spcCol="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2000" b="1" i="0" u="none" strike="noStrike" kern="1200" cap="none" spc="0" normalizeH="0" baseline="0" noProof="0">
              <a:ln>
                <a:noFill/>
              </a:ln>
              <a:solidFill>
                <a:prstClr val="white"/>
              </a:solidFill>
              <a:effectLst/>
              <a:uLnTx/>
              <a:uFillTx/>
              <a:latin typeface="Arial" panose="020B0604020202020204" pitchFamily="34" charset="0"/>
              <a:ea typeface="+mn-ea"/>
              <a:cs typeface="+mn-cs"/>
              <a:sym typeface="Arial" panose="020B0604020202020204" pitchFamily="34" charset="0"/>
            </a:endParaRPr>
          </a:p>
        </p:txBody>
      </p:sp>
      <p:sp>
        <p:nvSpPr>
          <p:cNvPr id="2" name="Text Placeholder 1">
            <a:extLst>
              <a:ext uri="{FF2B5EF4-FFF2-40B4-BE49-F238E27FC236}">
                <a16:creationId xmlns:a16="http://schemas.microsoft.com/office/drawing/2014/main" id="{73C5E1A1-82EE-43BB-8666-DF502C6573DF}"/>
              </a:ext>
            </a:extLst>
          </p:cNvPr>
          <p:cNvSpPr>
            <a:spLocks noGrp="1"/>
          </p:cNvSpPr>
          <p:nvPr>
            <p:ph type="body" sz="quarter" idx="14"/>
          </p:nvPr>
        </p:nvSpPr>
        <p:spPr/>
        <p:txBody>
          <a:bodyPr/>
          <a:lstStyle/>
          <a:p>
            <a:r>
              <a:rPr lang="pt-BR"/>
              <a:t>Fonte: Mirow &amp; Co.</a:t>
            </a:r>
          </a:p>
        </p:txBody>
      </p:sp>
      <p:sp>
        <p:nvSpPr>
          <p:cNvPr id="3" name="Title 2">
            <a:extLst>
              <a:ext uri="{FF2B5EF4-FFF2-40B4-BE49-F238E27FC236}">
                <a16:creationId xmlns:a16="http://schemas.microsoft.com/office/drawing/2014/main" id="{342CB911-7C58-4178-A4F8-043E4719A1AC}"/>
              </a:ext>
            </a:extLst>
          </p:cNvPr>
          <p:cNvSpPr>
            <a:spLocks noGrp="1"/>
          </p:cNvSpPr>
          <p:nvPr>
            <p:ph type="title"/>
          </p:nvPr>
        </p:nvSpPr>
        <p:spPr/>
        <p:txBody>
          <a:bodyPr vert="horz"/>
          <a:lstStyle/>
          <a:p>
            <a:r>
              <a:rPr lang="pt-BR"/>
              <a:t>Nossos contatos para agronegócio</a:t>
            </a:r>
          </a:p>
        </p:txBody>
      </p:sp>
      <p:grpSp>
        <p:nvGrpSpPr>
          <p:cNvPr id="9" name="Agrupar 8">
            <a:extLst>
              <a:ext uri="{FF2B5EF4-FFF2-40B4-BE49-F238E27FC236}">
                <a16:creationId xmlns:a16="http://schemas.microsoft.com/office/drawing/2014/main" id="{E983B9B9-6333-697E-833F-616B5B442327}"/>
              </a:ext>
            </a:extLst>
          </p:cNvPr>
          <p:cNvGrpSpPr/>
          <p:nvPr/>
        </p:nvGrpSpPr>
        <p:grpSpPr>
          <a:xfrm>
            <a:off x="6197600" y="1231900"/>
            <a:ext cx="2808000" cy="4104000"/>
            <a:chOff x="3182345" y="1231900"/>
            <a:chExt cx="2808000" cy="4104000"/>
          </a:xfrm>
        </p:grpSpPr>
        <p:pic>
          <p:nvPicPr>
            <p:cNvPr id="17" name="Imagem 16" descr="Homem de terno e gravata posando para foto&#10;&#10;Descrição gerada automaticamente">
              <a:extLst>
                <a:ext uri="{FF2B5EF4-FFF2-40B4-BE49-F238E27FC236}">
                  <a16:creationId xmlns:a16="http://schemas.microsoft.com/office/drawing/2014/main" id="{436702F5-A2D7-D9E4-87BC-608E9A766D81}"/>
                </a:ext>
              </a:extLst>
            </p:cNvPr>
            <p:cNvPicPr>
              <a:picLocks noChangeAspect="1"/>
            </p:cNvPicPr>
            <p:nvPr/>
          </p:nvPicPr>
          <p:blipFill rotWithShape="1">
            <a:blip r:embed="rId7" cstate="email">
              <a:extLst>
                <a:ext uri="{28A0092B-C50C-407E-A947-70E740481C1C}">
                  <a14:useLocalDpi xmlns:a14="http://schemas.microsoft.com/office/drawing/2010/main"/>
                </a:ext>
              </a:extLst>
            </a:blip>
            <a:srcRect/>
            <a:stretch/>
          </p:blipFill>
          <p:spPr>
            <a:xfrm>
              <a:off x="3488346" y="1482952"/>
              <a:ext cx="2195999" cy="2196000"/>
            </a:xfrm>
            <a:prstGeom prst="rect">
              <a:avLst/>
            </a:prstGeom>
            <a:noFill/>
            <a:ln w="88900" cap="sq">
              <a:noFill/>
              <a:miter lim="800000"/>
            </a:ln>
            <a:effectLst/>
          </p:spPr>
        </p:pic>
        <p:sp>
          <p:nvSpPr>
            <p:cNvPr id="24" name="Rectangle 9">
              <a:extLst>
                <a:ext uri="{FF2B5EF4-FFF2-40B4-BE49-F238E27FC236}">
                  <a16:creationId xmlns:a16="http://schemas.microsoft.com/office/drawing/2014/main" id="{C4F08492-44E1-A466-CAA0-EDCCD7AC2501}"/>
                </a:ext>
              </a:extLst>
            </p:cNvPr>
            <p:cNvSpPr/>
            <p:nvPr/>
          </p:nvSpPr>
          <p:spPr bwMode="auto">
            <a:xfrm>
              <a:off x="3182345" y="1231900"/>
              <a:ext cx="2808000" cy="4104000"/>
            </a:xfrm>
            <a:prstGeom prst="rect">
              <a:avLst/>
            </a:prstGeom>
            <a:noFill/>
            <a:ln w="12700">
              <a:solidFill>
                <a:schemeClr val="tx2"/>
              </a:solidFill>
              <a:miter lim="400000"/>
            </a:ln>
            <a:effectLst/>
          </p:spPr>
          <p:txBody>
            <a:bodyPr lIns="108000" tIns="72000" rIns="108000" bIns="72000" rtlCol="0" anchor="ctr"/>
            <a:lstStyle/>
            <a:p>
              <a:pPr marL="457200" marR="0" lvl="1"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srgbClr val="071C25"/>
                </a:solidFill>
                <a:effectLst/>
                <a:uLnTx/>
                <a:uFillTx/>
                <a:latin typeface="Arial"/>
                <a:ea typeface="+mn-ea"/>
                <a:cs typeface="+mn-cs"/>
              </a:endParaRPr>
            </a:p>
          </p:txBody>
        </p:sp>
        <p:sp>
          <p:nvSpPr>
            <p:cNvPr id="25" name="Rectangle 9">
              <a:extLst>
                <a:ext uri="{FF2B5EF4-FFF2-40B4-BE49-F238E27FC236}">
                  <a16:creationId xmlns:a16="http://schemas.microsoft.com/office/drawing/2014/main" id="{0AE41E71-9EEA-4785-D7BE-90275D82C659}"/>
                </a:ext>
              </a:extLst>
            </p:cNvPr>
            <p:cNvSpPr/>
            <p:nvPr/>
          </p:nvSpPr>
          <p:spPr bwMode="auto">
            <a:xfrm>
              <a:off x="3182345" y="3679900"/>
              <a:ext cx="2808000" cy="1656000"/>
            </a:xfrm>
            <a:prstGeom prst="rect">
              <a:avLst/>
            </a:prstGeom>
            <a:solidFill>
              <a:schemeClr val="tx2"/>
            </a:solidFill>
            <a:ln w="19050" cap="flat" cmpd="sng" algn="ctr">
              <a:solidFill>
                <a:schemeClr val="tx2"/>
              </a:solidFill>
              <a:prstDash val="solid"/>
              <a:round/>
              <a:headEnd type="none" w="med" len="med"/>
              <a:tailEnd type="none" w="med" len="med"/>
            </a:ln>
            <a:effectLst/>
          </p:spPr>
          <p:txBody>
            <a:bodyPr vert="horz" wrap="none" lIns="162000" tIns="162000" rIns="91440" bIns="45720" numCol="1" rtlCol="0" anchor="t" anchorCtr="0" compatLnSpc="1">
              <a:prstTxWarp prst="textNoShape">
                <a:avLst/>
              </a:prstTxWarp>
            </a:bodyPr>
            <a:lstStyle/>
            <a:p>
              <a:pPr marL="0" marR="0" lvl="1" indent="0" algn="l" defTabSz="914400" rtl="0" eaLnBrk="1" fontAlgn="auto" latinLnBrk="0" hangingPunct="1">
                <a:lnSpc>
                  <a:spcPct val="100000"/>
                </a:lnSpc>
                <a:spcBef>
                  <a:spcPts val="600"/>
                </a:spcBef>
                <a:spcAft>
                  <a:spcPts val="0"/>
                </a:spcAft>
                <a:buClr>
                  <a:srgbClr val="073E87"/>
                </a:buClr>
                <a:buSzTx/>
                <a:buFontTx/>
                <a:buNone/>
                <a:tabLst/>
                <a:defRPr/>
              </a:pPr>
              <a:endParaRPr kumimoji="0" lang="pt-BR" sz="1400" b="0" i="0" u="none" strike="noStrike" kern="0" cap="none" spc="0" normalizeH="0" baseline="0" noProof="0">
                <a:ln>
                  <a:noFill/>
                </a:ln>
                <a:solidFill>
                  <a:prstClr val="white"/>
                </a:solidFill>
                <a:effectLst/>
                <a:uLnTx/>
                <a:uFillTx/>
                <a:latin typeface="Arial"/>
                <a:ea typeface="+mn-ea"/>
                <a:cs typeface="+mn-cs"/>
              </a:endParaRPr>
            </a:p>
          </p:txBody>
        </p:sp>
        <p:sp>
          <p:nvSpPr>
            <p:cNvPr id="26" name="Content Placeholder 2">
              <a:extLst>
                <a:ext uri="{FF2B5EF4-FFF2-40B4-BE49-F238E27FC236}">
                  <a16:creationId xmlns:a16="http://schemas.microsoft.com/office/drawing/2014/main" id="{476FDC50-B0FD-511B-CD2E-535E0CB7AFAD}"/>
                </a:ext>
              </a:extLst>
            </p:cNvPr>
            <p:cNvSpPr txBox="1">
              <a:spLocks/>
            </p:cNvSpPr>
            <p:nvPr/>
          </p:nvSpPr>
          <p:spPr bwMode="auto">
            <a:xfrm>
              <a:off x="3290345" y="3853677"/>
              <a:ext cx="2592000" cy="507831"/>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marL="195263" indent="-195263" algn="l" rtl="0" eaLnBrk="1" fontAlgn="base" hangingPunct="1">
                <a:spcBef>
                  <a:spcPts val="0"/>
                </a:spcBef>
                <a:spcAft>
                  <a:spcPts val="600"/>
                </a:spcAft>
                <a:buClr>
                  <a:schemeClr val="tx2"/>
                </a:buClr>
                <a:buFont typeface="Wingdings" panose="05000000000000000000" pitchFamily="2" charset="2"/>
                <a:buChar char="§"/>
                <a:defRPr sz="1400">
                  <a:solidFill>
                    <a:schemeClr val="tx1"/>
                  </a:solidFill>
                  <a:latin typeface="+mn-lt"/>
                  <a:ea typeface="+mn-ea"/>
                  <a:cs typeface="+mn-cs"/>
                </a:defRPr>
              </a:lvl1pPr>
              <a:lvl2pPr marL="404813" indent="-207963" algn="l" rtl="0" eaLnBrk="1" fontAlgn="base" hangingPunct="1">
                <a:spcBef>
                  <a:spcPts val="0"/>
                </a:spcBef>
                <a:spcAft>
                  <a:spcPts val="600"/>
                </a:spcAft>
                <a:buClr>
                  <a:schemeClr val="tx2"/>
                </a:buClr>
                <a:buChar char="–"/>
                <a:defRPr sz="1400">
                  <a:solidFill>
                    <a:schemeClr val="tx1"/>
                  </a:solidFill>
                  <a:latin typeface="+mn-lt"/>
                </a:defRPr>
              </a:lvl2pPr>
              <a:lvl3pPr marL="587375" indent="-180975" algn="l" rtl="0" eaLnBrk="1" fontAlgn="base" hangingPunct="1">
                <a:spcBef>
                  <a:spcPct val="20000"/>
                </a:spcBef>
                <a:spcAft>
                  <a:spcPct val="0"/>
                </a:spcAft>
                <a:buClr>
                  <a:schemeClr val="tx2"/>
                </a:buClr>
                <a:buChar char="•"/>
                <a:defRPr sz="1600">
                  <a:solidFill>
                    <a:schemeClr val="tx1"/>
                  </a:solidFill>
                  <a:latin typeface="+mn-lt"/>
                </a:defRPr>
              </a:lvl3pPr>
              <a:lvl4pPr marL="815975" indent="-227013" algn="l" rtl="0" eaLnBrk="1" fontAlgn="base" hangingPunct="1">
                <a:spcBef>
                  <a:spcPct val="20000"/>
                </a:spcBef>
                <a:spcAft>
                  <a:spcPct val="0"/>
                </a:spcAft>
                <a:buClr>
                  <a:schemeClr val="tx2"/>
                </a:buClr>
                <a:buChar char="–"/>
                <a:defRPr sz="1600">
                  <a:solidFill>
                    <a:schemeClr val="tx1"/>
                  </a:solidFill>
                  <a:latin typeface="+mn-lt"/>
                </a:defRPr>
              </a:lvl4pPr>
              <a:lvl5pPr marL="968375" indent="-150813" algn="l" rtl="0" eaLnBrk="1" fontAlgn="base" hangingPunct="1">
                <a:spcBef>
                  <a:spcPct val="20000"/>
                </a:spcBef>
                <a:spcAft>
                  <a:spcPct val="0"/>
                </a:spcAft>
                <a:buClr>
                  <a:schemeClr val="tx2"/>
                </a:buClr>
                <a:buChar char="»"/>
                <a:defRPr sz="1600">
                  <a:solidFill>
                    <a:schemeClr val="tx1"/>
                  </a:solidFill>
                  <a:latin typeface="+mn-lt"/>
                </a:defRPr>
              </a:lvl5pPr>
              <a:lvl6pPr marL="1425575" indent="-150813" algn="l" rtl="0" eaLnBrk="1" fontAlgn="base" hangingPunct="1">
                <a:spcBef>
                  <a:spcPct val="20000"/>
                </a:spcBef>
                <a:spcAft>
                  <a:spcPct val="0"/>
                </a:spcAft>
                <a:buChar char="»"/>
                <a:defRPr sz="1000">
                  <a:solidFill>
                    <a:schemeClr val="tx1"/>
                  </a:solidFill>
                  <a:latin typeface="+mn-lt"/>
                </a:defRPr>
              </a:lvl6pPr>
              <a:lvl7pPr marL="1882775" indent="-150813" algn="l" rtl="0" eaLnBrk="1" fontAlgn="base" hangingPunct="1">
                <a:spcBef>
                  <a:spcPct val="20000"/>
                </a:spcBef>
                <a:spcAft>
                  <a:spcPct val="0"/>
                </a:spcAft>
                <a:buChar char="»"/>
                <a:defRPr sz="1000">
                  <a:solidFill>
                    <a:schemeClr val="tx1"/>
                  </a:solidFill>
                  <a:latin typeface="+mn-lt"/>
                </a:defRPr>
              </a:lvl7pPr>
              <a:lvl8pPr marL="2339975" indent="-150813" algn="l" rtl="0" eaLnBrk="1" fontAlgn="base" hangingPunct="1">
                <a:spcBef>
                  <a:spcPct val="20000"/>
                </a:spcBef>
                <a:spcAft>
                  <a:spcPct val="0"/>
                </a:spcAft>
                <a:buChar char="»"/>
                <a:defRPr sz="1000">
                  <a:solidFill>
                    <a:schemeClr val="tx1"/>
                  </a:solidFill>
                  <a:latin typeface="+mn-lt"/>
                </a:defRPr>
              </a:lvl8pPr>
              <a:lvl9pPr marL="2797175" indent="-150813" algn="l" rtl="0" eaLnBrk="1" fontAlgn="base" hangingPunct="1">
                <a:spcBef>
                  <a:spcPct val="20000"/>
                </a:spcBef>
                <a:spcAft>
                  <a:spcPct val="0"/>
                </a:spcAft>
                <a:buChar char="»"/>
                <a:defRPr sz="1000">
                  <a:solidFill>
                    <a:schemeClr val="tx1"/>
                  </a:solidFill>
                  <a:latin typeface="+mn-lt"/>
                </a:defRPr>
              </a:lvl9pPr>
            </a:lstStyle>
            <a:p>
              <a:pPr marL="0" marR="0" lvl="1" indent="0" algn="l" defTabSz="913235" rtl="0" eaLnBrk="1" fontAlgn="base" latinLnBrk="0" hangingPunct="1">
                <a:lnSpc>
                  <a:spcPct val="100000"/>
                </a:lnSpc>
                <a:spcBef>
                  <a:spcPts val="600"/>
                </a:spcBef>
                <a:spcAft>
                  <a:spcPts val="0"/>
                </a:spcAft>
                <a:buClr>
                  <a:srgbClr val="073E87"/>
                </a:buClr>
                <a:buSzPct val="100000"/>
                <a:buFontTx/>
                <a:buNone/>
                <a:tabLst/>
                <a:defRPr/>
              </a:pPr>
              <a:r>
                <a:rPr kumimoji="0" lang="pt-BR" sz="1400" b="1" i="0" u="none" strike="noStrike" kern="0" cap="none" spc="0" normalizeH="0" baseline="0" noProof="0">
                  <a:ln>
                    <a:noFill/>
                  </a:ln>
                  <a:solidFill>
                    <a:prstClr val="white"/>
                  </a:solidFill>
                  <a:effectLst/>
                  <a:uLnTx/>
                  <a:uFillTx/>
                  <a:latin typeface="Arial"/>
                  <a:ea typeface="+mn-ea"/>
                  <a:cs typeface="Arial"/>
                </a:rPr>
                <a:t>Lucas Santiago</a:t>
              </a:r>
            </a:p>
            <a:p>
              <a:pPr marL="0" marR="0" lvl="1" indent="0" algn="l" defTabSz="913235" rtl="0" eaLnBrk="1" fontAlgn="base" latinLnBrk="0" hangingPunct="1">
                <a:lnSpc>
                  <a:spcPct val="100000"/>
                </a:lnSpc>
                <a:spcBef>
                  <a:spcPts val="600"/>
                </a:spcBef>
                <a:spcAft>
                  <a:spcPts val="0"/>
                </a:spcAft>
                <a:buClr>
                  <a:srgbClr val="073E87"/>
                </a:buClr>
                <a:buSzPct val="100000"/>
                <a:buFontTx/>
                <a:buNone/>
                <a:tabLst/>
                <a:defRPr/>
              </a:pPr>
              <a:r>
                <a:rPr kumimoji="0" lang="pt-BR" sz="1400" b="0" i="1" u="none" strike="noStrike" kern="0" cap="none" spc="0" normalizeH="0" baseline="0" noProof="0" err="1">
                  <a:ln>
                    <a:noFill/>
                  </a:ln>
                  <a:solidFill>
                    <a:prstClr val="white"/>
                  </a:solidFill>
                  <a:effectLst/>
                  <a:uLnTx/>
                  <a:uFillTx/>
                  <a:latin typeface="Arial"/>
                  <a:ea typeface="+mn-ea"/>
                  <a:cs typeface="Arial"/>
                </a:rPr>
                <a:t>Associate</a:t>
              </a:r>
              <a:r>
                <a:rPr kumimoji="0" lang="pt-BR" sz="1400" b="0" i="1" u="none" strike="noStrike" kern="0" cap="none" spc="0" normalizeH="0" baseline="0" noProof="0">
                  <a:ln>
                    <a:noFill/>
                  </a:ln>
                  <a:solidFill>
                    <a:prstClr val="white"/>
                  </a:solidFill>
                  <a:effectLst/>
                  <a:uLnTx/>
                  <a:uFillTx/>
                  <a:latin typeface="Arial"/>
                  <a:ea typeface="+mn-ea"/>
                  <a:cs typeface="Arial"/>
                </a:rPr>
                <a:t> </a:t>
              </a:r>
              <a:r>
                <a:rPr kumimoji="0" lang="pt-BR" sz="1400" b="0" i="1" u="none" strike="noStrike" kern="0" cap="none" spc="0" normalizeH="0" baseline="0" noProof="0" err="1">
                  <a:ln>
                    <a:noFill/>
                  </a:ln>
                  <a:solidFill>
                    <a:prstClr val="white"/>
                  </a:solidFill>
                  <a:effectLst/>
                  <a:uLnTx/>
                  <a:uFillTx/>
                  <a:latin typeface="Arial"/>
                  <a:ea typeface="+mn-ea"/>
                  <a:cs typeface="Arial"/>
                </a:rPr>
                <a:t>Partner</a:t>
              </a:r>
              <a:endParaRPr kumimoji="0" lang="pt-BR" sz="1400" b="0" i="0" u="none" strike="noStrike" kern="0" cap="none" spc="0" normalizeH="0" baseline="0" noProof="0">
                <a:ln>
                  <a:noFill/>
                </a:ln>
                <a:solidFill>
                  <a:prstClr val="white"/>
                </a:solidFill>
                <a:effectLst/>
                <a:uLnTx/>
                <a:uFillTx/>
                <a:latin typeface="Arial"/>
                <a:ea typeface="+mn-ea"/>
                <a:cs typeface="Arial"/>
              </a:endParaRPr>
            </a:p>
          </p:txBody>
        </p:sp>
        <p:sp>
          <p:nvSpPr>
            <p:cNvPr id="27" name="Content Placeholder 2">
              <a:extLst>
                <a:ext uri="{FF2B5EF4-FFF2-40B4-BE49-F238E27FC236}">
                  <a16:creationId xmlns:a16="http://schemas.microsoft.com/office/drawing/2014/main" id="{FBD00DCA-47D2-2370-D3F6-95BDF20A677B}"/>
                </a:ext>
              </a:extLst>
            </p:cNvPr>
            <p:cNvSpPr txBox="1">
              <a:spLocks/>
            </p:cNvSpPr>
            <p:nvPr/>
          </p:nvSpPr>
          <p:spPr bwMode="auto">
            <a:xfrm>
              <a:off x="3290345" y="4673862"/>
              <a:ext cx="2592000" cy="446276"/>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marL="195263" indent="-195263" algn="l" rtl="0" eaLnBrk="1" fontAlgn="base" hangingPunct="1">
                <a:spcBef>
                  <a:spcPts val="0"/>
                </a:spcBef>
                <a:spcAft>
                  <a:spcPts val="600"/>
                </a:spcAft>
                <a:buClr>
                  <a:schemeClr val="tx2"/>
                </a:buClr>
                <a:buFont typeface="Wingdings" panose="05000000000000000000" pitchFamily="2" charset="2"/>
                <a:buChar char="§"/>
                <a:defRPr sz="1400">
                  <a:solidFill>
                    <a:schemeClr val="tx1"/>
                  </a:solidFill>
                  <a:latin typeface="+mn-lt"/>
                  <a:ea typeface="+mn-ea"/>
                  <a:cs typeface="+mn-cs"/>
                </a:defRPr>
              </a:lvl1pPr>
              <a:lvl2pPr marL="404813" indent="-207963" algn="l" rtl="0" eaLnBrk="1" fontAlgn="base" hangingPunct="1">
                <a:spcBef>
                  <a:spcPts val="0"/>
                </a:spcBef>
                <a:spcAft>
                  <a:spcPts val="600"/>
                </a:spcAft>
                <a:buClr>
                  <a:schemeClr val="tx2"/>
                </a:buClr>
                <a:buChar char="–"/>
                <a:defRPr sz="1400">
                  <a:solidFill>
                    <a:schemeClr val="tx1"/>
                  </a:solidFill>
                  <a:latin typeface="+mn-lt"/>
                </a:defRPr>
              </a:lvl2pPr>
              <a:lvl3pPr marL="587375" indent="-180975" algn="l" rtl="0" eaLnBrk="1" fontAlgn="base" hangingPunct="1">
                <a:spcBef>
                  <a:spcPct val="20000"/>
                </a:spcBef>
                <a:spcAft>
                  <a:spcPct val="0"/>
                </a:spcAft>
                <a:buClr>
                  <a:schemeClr val="tx2"/>
                </a:buClr>
                <a:buChar char="•"/>
                <a:defRPr sz="1600">
                  <a:solidFill>
                    <a:schemeClr val="tx1"/>
                  </a:solidFill>
                  <a:latin typeface="+mn-lt"/>
                </a:defRPr>
              </a:lvl3pPr>
              <a:lvl4pPr marL="815975" indent="-227013" algn="l" rtl="0" eaLnBrk="1" fontAlgn="base" hangingPunct="1">
                <a:spcBef>
                  <a:spcPct val="20000"/>
                </a:spcBef>
                <a:spcAft>
                  <a:spcPct val="0"/>
                </a:spcAft>
                <a:buClr>
                  <a:schemeClr val="tx2"/>
                </a:buClr>
                <a:buChar char="–"/>
                <a:defRPr sz="1600">
                  <a:solidFill>
                    <a:schemeClr val="tx1"/>
                  </a:solidFill>
                  <a:latin typeface="+mn-lt"/>
                </a:defRPr>
              </a:lvl4pPr>
              <a:lvl5pPr marL="968375" indent="-150813" algn="l" rtl="0" eaLnBrk="1" fontAlgn="base" hangingPunct="1">
                <a:spcBef>
                  <a:spcPct val="20000"/>
                </a:spcBef>
                <a:spcAft>
                  <a:spcPct val="0"/>
                </a:spcAft>
                <a:buClr>
                  <a:schemeClr val="tx2"/>
                </a:buClr>
                <a:buChar char="»"/>
                <a:defRPr sz="1600">
                  <a:solidFill>
                    <a:schemeClr val="tx1"/>
                  </a:solidFill>
                  <a:latin typeface="+mn-lt"/>
                </a:defRPr>
              </a:lvl5pPr>
              <a:lvl6pPr marL="1425575" indent="-150813" algn="l" rtl="0" eaLnBrk="1" fontAlgn="base" hangingPunct="1">
                <a:spcBef>
                  <a:spcPct val="20000"/>
                </a:spcBef>
                <a:spcAft>
                  <a:spcPct val="0"/>
                </a:spcAft>
                <a:buChar char="»"/>
                <a:defRPr sz="1000">
                  <a:solidFill>
                    <a:schemeClr val="tx1"/>
                  </a:solidFill>
                  <a:latin typeface="+mn-lt"/>
                </a:defRPr>
              </a:lvl6pPr>
              <a:lvl7pPr marL="1882775" indent="-150813" algn="l" rtl="0" eaLnBrk="1" fontAlgn="base" hangingPunct="1">
                <a:spcBef>
                  <a:spcPct val="20000"/>
                </a:spcBef>
                <a:spcAft>
                  <a:spcPct val="0"/>
                </a:spcAft>
                <a:buChar char="»"/>
                <a:defRPr sz="1000">
                  <a:solidFill>
                    <a:schemeClr val="tx1"/>
                  </a:solidFill>
                  <a:latin typeface="+mn-lt"/>
                </a:defRPr>
              </a:lvl7pPr>
              <a:lvl8pPr marL="2339975" indent="-150813" algn="l" rtl="0" eaLnBrk="1" fontAlgn="base" hangingPunct="1">
                <a:spcBef>
                  <a:spcPct val="20000"/>
                </a:spcBef>
                <a:spcAft>
                  <a:spcPct val="0"/>
                </a:spcAft>
                <a:buChar char="»"/>
                <a:defRPr sz="1000">
                  <a:solidFill>
                    <a:schemeClr val="tx1"/>
                  </a:solidFill>
                  <a:latin typeface="+mn-lt"/>
                </a:defRPr>
              </a:lvl8pPr>
              <a:lvl9pPr marL="2797175" indent="-150813" algn="l" rtl="0" eaLnBrk="1" fontAlgn="base" hangingPunct="1">
                <a:spcBef>
                  <a:spcPct val="20000"/>
                </a:spcBef>
                <a:spcAft>
                  <a:spcPct val="0"/>
                </a:spcAft>
                <a:buChar char="»"/>
                <a:defRPr sz="1000">
                  <a:solidFill>
                    <a:schemeClr val="tx1"/>
                  </a:solidFill>
                  <a:latin typeface="+mn-lt"/>
                </a:defRPr>
              </a:lvl9pPr>
            </a:lstStyle>
            <a:p>
              <a:pPr marL="0" marR="0" lvl="1" indent="0" algn="l" defTabSz="913235" rtl="0" eaLnBrk="1" fontAlgn="base" latinLnBrk="0" hangingPunct="1">
                <a:lnSpc>
                  <a:spcPct val="100000"/>
                </a:lnSpc>
                <a:spcBef>
                  <a:spcPts val="600"/>
                </a:spcBef>
                <a:spcAft>
                  <a:spcPts val="0"/>
                </a:spcAft>
                <a:buClr>
                  <a:srgbClr val="073E87"/>
                </a:buClr>
                <a:buSzPct val="100000"/>
                <a:buFontTx/>
                <a:buNone/>
                <a:tabLst/>
                <a:defRPr/>
              </a:pPr>
              <a:r>
                <a:rPr kumimoji="0" lang="pt-BR" sz="1200" b="0" i="0" u="none" strike="noStrike" kern="0" cap="none" spc="0" normalizeH="0" baseline="0" noProof="0">
                  <a:ln>
                    <a:noFill/>
                  </a:ln>
                  <a:solidFill>
                    <a:prstClr val="white"/>
                  </a:solidFill>
                  <a:effectLst/>
                  <a:uLnTx/>
                  <a:uFillTx/>
                  <a:latin typeface="Arial"/>
                  <a:ea typeface="+mn-ea"/>
                  <a:cs typeface="Arial"/>
                </a:rPr>
                <a:t>+55 (11) 99203-5120</a:t>
              </a:r>
            </a:p>
            <a:p>
              <a:pPr marL="0" marR="0" lvl="1" indent="0" algn="l" defTabSz="913235" rtl="0" eaLnBrk="1" fontAlgn="base" latinLnBrk="0" hangingPunct="1">
                <a:lnSpc>
                  <a:spcPct val="100000"/>
                </a:lnSpc>
                <a:spcBef>
                  <a:spcPts val="600"/>
                </a:spcBef>
                <a:spcAft>
                  <a:spcPts val="0"/>
                </a:spcAft>
                <a:buClr>
                  <a:srgbClr val="073E87"/>
                </a:buClr>
                <a:buSzPct val="100000"/>
                <a:buFontTx/>
                <a:buNone/>
                <a:tabLst/>
                <a:defRPr/>
              </a:pPr>
              <a:r>
                <a:rPr kumimoji="0" lang="pt-BR" sz="1200" b="0" i="0" u="none" strike="noStrike" kern="0" cap="none" spc="0" normalizeH="0" baseline="0" noProof="0">
                  <a:ln>
                    <a:noFill/>
                  </a:ln>
                  <a:solidFill>
                    <a:prstClr val="white"/>
                  </a:solidFill>
                  <a:effectLst/>
                  <a:uLnTx/>
                  <a:uFillTx/>
                  <a:latin typeface="Arial"/>
                  <a:ea typeface="+mn-ea"/>
                  <a:cs typeface="Arial"/>
                </a:rPr>
                <a:t>lucas.santiago@mirow.com.br</a:t>
              </a:r>
            </a:p>
          </p:txBody>
        </p:sp>
      </p:grpSp>
      <p:grpSp>
        <p:nvGrpSpPr>
          <p:cNvPr id="10" name="Agrupar 9">
            <a:extLst>
              <a:ext uri="{FF2B5EF4-FFF2-40B4-BE49-F238E27FC236}">
                <a16:creationId xmlns:a16="http://schemas.microsoft.com/office/drawing/2014/main" id="{C05E1892-06FA-F860-ED2B-97A41368572D}"/>
              </a:ext>
            </a:extLst>
          </p:cNvPr>
          <p:cNvGrpSpPr/>
          <p:nvPr/>
        </p:nvGrpSpPr>
        <p:grpSpPr>
          <a:xfrm>
            <a:off x="163034" y="1231900"/>
            <a:ext cx="2808000" cy="4104000"/>
            <a:chOff x="163034" y="1231900"/>
            <a:chExt cx="2808000" cy="4104000"/>
          </a:xfrm>
        </p:grpSpPr>
        <p:pic>
          <p:nvPicPr>
            <p:cNvPr id="18" name="Picture 15">
              <a:extLst>
                <a:ext uri="{FF2B5EF4-FFF2-40B4-BE49-F238E27FC236}">
                  <a16:creationId xmlns:a16="http://schemas.microsoft.com/office/drawing/2014/main" id="{8C38ADB2-4EA0-398B-67AB-FC85BD108A15}"/>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459385" y="1482952"/>
              <a:ext cx="2215298" cy="2196000"/>
            </a:xfrm>
            <a:prstGeom prst="rect">
              <a:avLst/>
            </a:prstGeom>
            <a:solidFill>
              <a:srgbClr val="FFFFFF">
                <a:shade val="85000"/>
              </a:srgbClr>
            </a:solidFill>
            <a:ln w="88900" cap="sq">
              <a:noFill/>
              <a:miter lim="800000"/>
            </a:ln>
            <a:effectLst/>
          </p:spPr>
        </p:pic>
        <p:sp>
          <p:nvSpPr>
            <p:cNvPr id="28" name="Rectangle 9">
              <a:extLst>
                <a:ext uri="{FF2B5EF4-FFF2-40B4-BE49-F238E27FC236}">
                  <a16:creationId xmlns:a16="http://schemas.microsoft.com/office/drawing/2014/main" id="{2DC57B2B-1E8F-B618-7B31-E0409242AB44}"/>
                </a:ext>
              </a:extLst>
            </p:cNvPr>
            <p:cNvSpPr/>
            <p:nvPr/>
          </p:nvSpPr>
          <p:spPr bwMode="auto">
            <a:xfrm>
              <a:off x="163034" y="1231900"/>
              <a:ext cx="2808000" cy="4104000"/>
            </a:xfrm>
            <a:prstGeom prst="rect">
              <a:avLst/>
            </a:prstGeom>
            <a:noFill/>
            <a:ln w="12700">
              <a:solidFill>
                <a:schemeClr val="tx2"/>
              </a:solidFill>
              <a:miter lim="400000"/>
            </a:ln>
            <a:effectLst/>
          </p:spPr>
          <p:txBody>
            <a:bodyPr lIns="108000" tIns="72000" rIns="108000" bIns="72000" rtlCol="0" anchor="ctr"/>
            <a:lstStyle/>
            <a:p>
              <a:pPr marL="457200" marR="0" lvl="1"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srgbClr val="071C25"/>
                </a:solidFill>
                <a:effectLst/>
                <a:uLnTx/>
                <a:uFillTx/>
                <a:latin typeface="Arial"/>
                <a:ea typeface="+mn-ea"/>
                <a:cs typeface="+mn-cs"/>
              </a:endParaRPr>
            </a:p>
          </p:txBody>
        </p:sp>
        <p:sp>
          <p:nvSpPr>
            <p:cNvPr id="29" name="Rectangle 9">
              <a:extLst>
                <a:ext uri="{FF2B5EF4-FFF2-40B4-BE49-F238E27FC236}">
                  <a16:creationId xmlns:a16="http://schemas.microsoft.com/office/drawing/2014/main" id="{170ACA1A-B816-1CC5-58AB-6B225875F254}"/>
                </a:ext>
              </a:extLst>
            </p:cNvPr>
            <p:cNvSpPr/>
            <p:nvPr/>
          </p:nvSpPr>
          <p:spPr bwMode="auto">
            <a:xfrm>
              <a:off x="163034" y="3679900"/>
              <a:ext cx="2808000" cy="1656000"/>
            </a:xfrm>
            <a:prstGeom prst="rect">
              <a:avLst/>
            </a:prstGeom>
            <a:solidFill>
              <a:schemeClr val="tx2"/>
            </a:solidFill>
            <a:ln w="19050" cap="flat" cmpd="sng" algn="ctr">
              <a:solidFill>
                <a:schemeClr val="tx2"/>
              </a:solidFill>
              <a:prstDash val="solid"/>
              <a:round/>
              <a:headEnd type="none" w="med" len="med"/>
              <a:tailEnd type="none" w="med" len="med"/>
            </a:ln>
            <a:effectLst/>
          </p:spPr>
          <p:txBody>
            <a:bodyPr vert="horz" wrap="none" lIns="162000" tIns="162000" rIns="91440" bIns="45720" numCol="1" rtlCol="0" anchor="t" anchorCtr="0" compatLnSpc="1">
              <a:prstTxWarp prst="textNoShape">
                <a:avLst/>
              </a:prstTxWarp>
            </a:bodyPr>
            <a:lstStyle/>
            <a:p>
              <a:pPr marL="0" marR="0" lvl="1" indent="0" algn="l" defTabSz="914400" rtl="0" eaLnBrk="1" fontAlgn="auto" latinLnBrk="0" hangingPunct="1">
                <a:lnSpc>
                  <a:spcPct val="100000"/>
                </a:lnSpc>
                <a:spcBef>
                  <a:spcPts val="600"/>
                </a:spcBef>
                <a:spcAft>
                  <a:spcPts val="0"/>
                </a:spcAft>
                <a:buClr>
                  <a:srgbClr val="073E87"/>
                </a:buClr>
                <a:buSzTx/>
                <a:buFontTx/>
                <a:buNone/>
                <a:tabLst/>
                <a:defRPr/>
              </a:pPr>
              <a:endParaRPr kumimoji="0" lang="pt-BR" sz="1400" b="0" i="0" u="none" strike="noStrike" kern="0" cap="none" spc="0" normalizeH="0" baseline="0" noProof="0">
                <a:ln>
                  <a:noFill/>
                </a:ln>
                <a:solidFill>
                  <a:prstClr val="white"/>
                </a:solidFill>
                <a:effectLst/>
                <a:uLnTx/>
                <a:uFillTx/>
                <a:latin typeface="Arial"/>
                <a:ea typeface="+mn-ea"/>
                <a:cs typeface="+mn-cs"/>
              </a:endParaRPr>
            </a:p>
          </p:txBody>
        </p:sp>
        <p:sp>
          <p:nvSpPr>
            <p:cNvPr id="30" name="Content Placeholder 2">
              <a:extLst>
                <a:ext uri="{FF2B5EF4-FFF2-40B4-BE49-F238E27FC236}">
                  <a16:creationId xmlns:a16="http://schemas.microsoft.com/office/drawing/2014/main" id="{DA23489C-816E-DEEA-DB48-860264994079}"/>
                </a:ext>
              </a:extLst>
            </p:cNvPr>
            <p:cNvSpPr txBox="1">
              <a:spLocks/>
            </p:cNvSpPr>
            <p:nvPr/>
          </p:nvSpPr>
          <p:spPr bwMode="auto">
            <a:xfrm>
              <a:off x="271034" y="3853677"/>
              <a:ext cx="2592000" cy="507831"/>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marL="195263" indent="-195263" algn="l" rtl="0" eaLnBrk="1" fontAlgn="base" hangingPunct="1">
                <a:spcBef>
                  <a:spcPts val="0"/>
                </a:spcBef>
                <a:spcAft>
                  <a:spcPts val="600"/>
                </a:spcAft>
                <a:buClr>
                  <a:schemeClr val="tx2"/>
                </a:buClr>
                <a:buFont typeface="Wingdings" panose="05000000000000000000" pitchFamily="2" charset="2"/>
                <a:buChar char="§"/>
                <a:defRPr sz="1400">
                  <a:solidFill>
                    <a:schemeClr val="tx1"/>
                  </a:solidFill>
                  <a:latin typeface="+mn-lt"/>
                  <a:ea typeface="+mn-ea"/>
                  <a:cs typeface="+mn-cs"/>
                </a:defRPr>
              </a:lvl1pPr>
              <a:lvl2pPr marL="404813" indent="-207963" algn="l" rtl="0" eaLnBrk="1" fontAlgn="base" hangingPunct="1">
                <a:spcBef>
                  <a:spcPts val="0"/>
                </a:spcBef>
                <a:spcAft>
                  <a:spcPts val="600"/>
                </a:spcAft>
                <a:buClr>
                  <a:schemeClr val="tx2"/>
                </a:buClr>
                <a:buChar char="–"/>
                <a:defRPr sz="1400">
                  <a:solidFill>
                    <a:schemeClr val="tx1"/>
                  </a:solidFill>
                  <a:latin typeface="+mn-lt"/>
                </a:defRPr>
              </a:lvl2pPr>
              <a:lvl3pPr marL="587375" indent="-180975" algn="l" rtl="0" eaLnBrk="1" fontAlgn="base" hangingPunct="1">
                <a:spcBef>
                  <a:spcPct val="20000"/>
                </a:spcBef>
                <a:spcAft>
                  <a:spcPct val="0"/>
                </a:spcAft>
                <a:buClr>
                  <a:schemeClr val="tx2"/>
                </a:buClr>
                <a:buChar char="•"/>
                <a:defRPr sz="1600">
                  <a:solidFill>
                    <a:schemeClr val="tx1"/>
                  </a:solidFill>
                  <a:latin typeface="+mn-lt"/>
                </a:defRPr>
              </a:lvl3pPr>
              <a:lvl4pPr marL="815975" indent="-227013" algn="l" rtl="0" eaLnBrk="1" fontAlgn="base" hangingPunct="1">
                <a:spcBef>
                  <a:spcPct val="20000"/>
                </a:spcBef>
                <a:spcAft>
                  <a:spcPct val="0"/>
                </a:spcAft>
                <a:buClr>
                  <a:schemeClr val="tx2"/>
                </a:buClr>
                <a:buChar char="–"/>
                <a:defRPr sz="1600">
                  <a:solidFill>
                    <a:schemeClr val="tx1"/>
                  </a:solidFill>
                  <a:latin typeface="+mn-lt"/>
                </a:defRPr>
              </a:lvl4pPr>
              <a:lvl5pPr marL="968375" indent="-150813" algn="l" rtl="0" eaLnBrk="1" fontAlgn="base" hangingPunct="1">
                <a:spcBef>
                  <a:spcPct val="20000"/>
                </a:spcBef>
                <a:spcAft>
                  <a:spcPct val="0"/>
                </a:spcAft>
                <a:buClr>
                  <a:schemeClr val="tx2"/>
                </a:buClr>
                <a:buChar char="»"/>
                <a:defRPr sz="1600">
                  <a:solidFill>
                    <a:schemeClr val="tx1"/>
                  </a:solidFill>
                  <a:latin typeface="+mn-lt"/>
                </a:defRPr>
              </a:lvl5pPr>
              <a:lvl6pPr marL="1425575" indent="-150813" algn="l" rtl="0" eaLnBrk="1" fontAlgn="base" hangingPunct="1">
                <a:spcBef>
                  <a:spcPct val="20000"/>
                </a:spcBef>
                <a:spcAft>
                  <a:spcPct val="0"/>
                </a:spcAft>
                <a:buChar char="»"/>
                <a:defRPr sz="1000">
                  <a:solidFill>
                    <a:schemeClr val="tx1"/>
                  </a:solidFill>
                  <a:latin typeface="+mn-lt"/>
                </a:defRPr>
              </a:lvl6pPr>
              <a:lvl7pPr marL="1882775" indent="-150813" algn="l" rtl="0" eaLnBrk="1" fontAlgn="base" hangingPunct="1">
                <a:spcBef>
                  <a:spcPct val="20000"/>
                </a:spcBef>
                <a:spcAft>
                  <a:spcPct val="0"/>
                </a:spcAft>
                <a:buChar char="»"/>
                <a:defRPr sz="1000">
                  <a:solidFill>
                    <a:schemeClr val="tx1"/>
                  </a:solidFill>
                  <a:latin typeface="+mn-lt"/>
                </a:defRPr>
              </a:lvl7pPr>
              <a:lvl8pPr marL="2339975" indent="-150813" algn="l" rtl="0" eaLnBrk="1" fontAlgn="base" hangingPunct="1">
                <a:spcBef>
                  <a:spcPct val="20000"/>
                </a:spcBef>
                <a:spcAft>
                  <a:spcPct val="0"/>
                </a:spcAft>
                <a:buChar char="»"/>
                <a:defRPr sz="1000">
                  <a:solidFill>
                    <a:schemeClr val="tx1"/>
                  </a:solidFill>
                  <a:latin typeface="+mn-lt"/>
                </a:defRPr>
              </a:lvl8pPr>
              <a:lvl9pPr marL="2797175" indent="-150813" algn="l" rtl="0" eaLnBrk="1" fontAlgn="base" hangingPunct="1">
                <a:spcBef>
                  <a:spcPct val="20000"/>
                </a:spcBef>
                <a:spcAft>
                  <a:spcPct val="0"/>
                </a:spcAft>
                <a:buChar char="»"/>
                <a:defRPr sz="1000">
                  <a:solidFill>
                    <a:schemeClr val="tx1"/>
                  </a:solidFill>
                  <a:latin typeface="+mn-lt"/>
                </a:defRPr>
              </a:lvl9pPr>
            </a:lstStyle>
            <a:p>
              <a:pPr marL="0" marR="0" lvl="1" indent="0" algn="l" defTabSz="913235" rtl="0" eaLnBrk="1" fontAlgn="base" latinLnBrk="0" hangingPunct="1">
                <a:lnSpc>
                  <a:spcPct val="100000"/>
                </a:lnSpc>
                <a:spcBef>
                  <a:spcPts val="600"/>
                </a:spcBef>
                <a:spcAft>
                  <a:spcPts val="0"/>
                </a:spcAft>
                <a:buClr>
                  <a:srgbClr val="073E87"/>
                </a:buClr>
                <a:buSzPct val="100000"/>
                <a:buFontTx/>
                <a:buNone/>
                <a:tabLst/>
                <a:defRPr/>
              </a:pPr>
              <a:r>
                <a:rPr kumimoji="0" lang="pt-BR" sz="1400" b="1" i="0" u="none" strike="noStrike" kern="0" cap="none" spc="0" normalizeH="0" baseline="0" noProof="0">
                  <a:ln>
                    <a:noFill/>
                  </a:ln>
                  <a:solidFill>
                    <a:prstClr val="white"/>
                  </a:solidFill>
                  <a:effectLst/>
                  <a:uLnTx/>
                  <a:uFillTx/>
                  <a:latin typeface="Arial"/>
                  <a:ea typeface="+mn-ea"/>
                  <a:cs typeface="Arial"/>
                </a:rPr>
                <a:t>Andreas Mirow</a:t>
              </a:r>
              <a:endParaRPr kumimoji="0" lang="pt-BR" sz="1400" b="0" i="0" u="none" strike="noStrike" kern="0" cap="none" spc="0" normalizeH="0" baseline="0" noProof="0">
                <a:ln>
                  <a:noFill/>
                </a:ln>
                <a:solidFill>
                  <a:prstClr val="white"/>
                </a:solidFill>
                <a:effectLst/>
                <a:uLnTx/>
                <a:uFillTx/>
                <a:latin typeface="Arial"/>
                <a:ea typeface="+mn-ea"/>
                <a:cs typeface="Arial"/>
              </a:endParaRPr>
            </a:p>
            <a:p>
              <a:pPr marL="0" marR="0" lvl="1" indent="0" algn="l" defTabSz="913235" rtl="0" eaLnBrk="1" fontAlgn="base" latinLnBrk="0" hangingPunct="1">
                <a:lnSpc>
                  <a:spcPct val="100000"/>
                </a:lnSpc>
                <a:spcBef>
                  <a:spcPts val="600"/>
                </a:spcBef>
                <a:spcAft>
                  <a:spcPts val="0"/>
                </a:spcAft>
                <a:buClr>
                  <a:srgbClr val="073E87"/>
                </a:buClr>
                <a:buSzPct val="100000"/>
                <a:buFontTx/>
                <a:buNone/>
                <a:tabLst/>
                <a:defRPr/>
              </a:pPr>
              <a:r>
                <a:rPr kumimoji="0" lang="pt-BR" sz="1400" b="0" i="1" u="none" strike="noStrike" kern="0" cap="none" spc="0" normalizeH="0" baseline="0" noProof="0" err="1">
                  <a:ln>
                    <a:noFill/>
                  </a:ln>
                  <a:solidFill>
                    <a:prstClr val="white"/>
                  </a:solidFill>
                  <a:effectLst/>
                  <a:uLnTx/>
                  <a:uFillTx/>
                  <a:latin typeface="Arial"/>
                  <a:ea typeface="+mn-ea"/>
                  <a:cs typeface="Arial"/>
                </a:rPr>
                <a:t>Managing</a:t>
              </a:r>
              <a:r>
                <a:rPr kumimoji="0" lang="pt-BR" sz="1400" b="0" i="1" u="none" strike="noStrike" kern="0" cap="none" spc="0" normalizeH="0" baseline="0" noProof="0">
                  <a:ln>
                    <a:noFill/>
                  </a:ln>
                  <a:solidFill>
                    <a:prstClr val="white"/>
                  </a:solidFill>
                  <a:effectLst/>
                  <a:uLnTx/>
                  <a:uFillTx/>
                  <a:latin typeface="Arial"/>
                  <a:ea typeface="+mn-ea"/>
                  <a:cs typeface="Arial"/>
                </a:rPr>
                <a:t> </a:t>
              </a:r>
              <a:r>
                <a:rPr kumimoji="0" lang="pt-BR" sz="1400" b="0" i="1" u="none" strike="noStrike" kern="0" cap="none" spc="0" normalizeH="0" baseline="0" noProof="0" err="1">
                  <a:ln>
                    <a:noFill/>
                  </a:ln>
                  <a:solidFill>
                    <a:prstClr val="white"/>
                  </a:solidFill>
                  <a:effectLst/>
                  <a:uLnTx/>
                  <a:uFillTx/>
                  <a:latin typeface="Arial"/>
                  <a:ea typeface="+mn-ea"/>
                  <a:cs typeface="Arial"/>
                </a:rPr>
                <a:t>Partner</a:t>
              </a:r>
              <a:endParaRPr kumimoji="0" lang="pt-BR" sz="1400" b="0" i="0" u="none" strike="noStrike" kern="0" cap="none" spc="0" normalizeH="0" baseline="0" noProof="0">
                <a:ln>
                  <a:noFill/>
                </a:ln>
                <a:solidFill>
                  <a:prstClr val="white"/>
                </a:solidFill>
                <a:effectLst/>
                <a:uLnTx/>
                <a:uFillTx/>
                <a:latin typeface="Arial"/>
                <a:ea typeface="+mn-ea"/>
                <a:cs typeface="Arial"/>
              </a:endParaRPr>
            </a:p>
          </p:txBody>
        </p:sp>
        <p:sp>
          <p:nvSpPr>
            <p:cNvPr id="31" name="Content Placeholder 2">
              <a:extLst>
                <a:ext uri="{FF2B5EF4-FFF2-40B4-BE49-F238E27FC236}">
                  <a16:creationId xmlns:a16="http://schemas.microsoft.com/office/drawing/2014/main" id="{BCA6FC4E-B436-8F57-3AD4-94829A18EB81}"/>
                </a:ext>
              </a:extLst>
            </p:cNvPr>
            <p:cNvSpPr txBox="1">
              <a:spLocks/>
            </p:cNvSpPr>
            <p:nvPr/>
          </p:nvSpPr>
          <p:spPr bwMode="auto">
            <a:xfrm>
              <a:off x="271034" y="4673862"/>
              <a:ext cx="2592000" cy="446276"/>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marL="195263" indent="-195263" algn="l" rtl="0" eaLnBrk="1" fontAlgn="base" hangingPunct="1">
                <a:spcBef>
                  <a:spcPts val="0"/>
                </a:spcBef>
                <a:spcAft>
                  <a:spcPts val="600"/>
                </a:spcAft>
                <a:buClr>
                  <a:schemeClr val="tx2"/>
                </a:buClr>
                <a:buFont typeface="Wingdings" panose="05000000000000000000" pitchFamily="2" charset="2"/>
                <a:buChar char="§"/>
                <a:defRPr sz="1400">
                  <a:solidFill>
                    <a:schemeClr val="tx1"/>
                  </a:solidFill>
                  <a:latin typeface="+mn-lt"/>
                  <a:ea typeface="+mn-ea"/>
                  <a:cs typeface="+mn-cs"/>
                </a:defRPr>
              </a:lvl1pPr>
              <a:lvl2pPr marL="404813" indent="-207963" algn="l" rtl="0" eaLnBrk="1" fontAlgn="base" hangingPunct="1">
                <a:spcBef>
                  <a:spcPts val="0"/>
                </a:spcBef>
                <a:spcAft>
                  <a:spcPts val="600"/>
                </a:spcAft>
                <a:buClr>
                  <a:schemeClr val="tx2"/>
                </a:buClr>
                <a:buChar char="–"/>
                <a:defRPr sz="1400">
                  <a:solidFill>
                    <a:schemeClr val="tx1"/>
                  </a:solidFill>
                  <a:latin typeface="+mn-lt"/>
                </a:defRPr>
              </a:lvl2pPr>
              <a:lvl3pPr marL="587375" indent="-180975" algn="l" rtl="0" eaLnBrk="1" fontAlgn="base" hangingPunct="1">
                <a:spcBef>
                  <a:spcPct val="20000"/>
                </a:spcBef>
                <a:spcAft>
                  <a:spcPct val="0"/>
                </a:spcAft>
                <a:buClr>
                  <a:schemeClr val="tx2"/>
                </a:buClr>
                <a:buChar char="•"/>
                <a:defRPr sz="1600">
                  <a:solidFill>
                    <a:schemeClr val="tx1"/>
                  </a:solidFill>
                  <a:latin typeface="+mn-lt"/>
                </a:defRPr>
              </a:lvl3pPr>
              <a:lvl4pPr marL="815975" indent="-227013" algn="l" rtl="0" eaLnBrk="1" fontAlgn="base" hangingPunct="1">
                <a:spcBef>
                  <a:spcPct val="20000"/>
                </a:spcBef>
                <a:spcAft>
                  <a:spcPct val="0"/>
                </a:spcAft>
                <a:buClr>
                  <a:schemeClr val="tx2"/>
                </a:buClr>
                <a:buChar char="–"/>
                <a:defRPr sz="1600">
                  <a:solidFill>
                    <a:schemeClr val="tx1"/>
                  </a:solidFill>
                  <a:latin typeface="+mn-lt"/>
                </a:defRPr>
              </a:lvl4pPr>
              <a:lvl5pPr marL="968375" indent="-150813" algn="l" rtl="0" eaLnBrk="1" fontAlgn="base" hangingPunct="1">
                <a:spcBef>
                  <a:spcPct val="20000"/>
                </a:spcBef>
                <a:spcAft>
                  <a:spcPct val="0"/>
                </a:spcAft>
                <a:buClr>
                  <a:schemeClr val="tx2"/>
                </a:buClr>
                <a:buChar char="»"/>
                <a:defRPr sz="1600">
                  <a:solidFill>
                    <a:schemeClr val="tx1"/>
                  </a:solidFill>
                  <a:latin typeface="+mn-lt"/>
                </a:defRPr>
              </a:lvl5pPr>
              <a:lvl6pPr marL="1425575" indent="-150813" algn="l" rtl="0" eaLnBrk="1" fontAlgn="base" hangingPunct="1">
                <a:spcBef>
                  <a:spcPct val="20000"/>
                </a:spcBef>
                <a:spcAft>
                  <a:spcPct val="0"/>
                </a:spcAft>
                <a:buChar char="»"/>
                <a:defRPr sz="1000">
                  <a:solidFill>
                    <a:schemeClr val="tx1"/>
                  </a:solidFill>
                  <a:latin typeface="+mn-lt"/>
                </a:defRPr>
              </a:lvl6pPr>
              <a:lvl7pPr marL="1882775" indent="-150813" algn="l" rtl="0" eaLnBrk="1" fontAlgn="base" hangingPunct="1">
                <a:spcBef>
                  <a:spcPct val="20000"/>
                </a:spcBef>
                <a:spcAft>
                  <a:spcPct val="0"/>
                </a:spcAft>
                <a:buChar char="»"/>
                <a:defRPr sz="1000">
                  <a:solidFill>
                    <a:schemeClr val="tx1"/>
                  </a:solidFill>
                  <a:latin typeface="+mn-lt"/>
                </a:defRPr>
              </a:lvl7pPr>
              <a:lvl8pPr marL="2339975" indent="-150813" algn="l" rtl="0" eaLnBrk="1" fontAlgn="base" hangingPunct="1">
                <a:spcBef>
                  <a:spcPct val="20000"/>
                </a:spcBef>
                <a:spcAft>
                  <a:spcPct val="0"/>
                </a:spcAft>
                <a:buChar char="»"/>
                <a:defRPr sz="1000">
                  <a:solidFill>
                    <a:schemeClr val="tx1"/>
                  </a:solidFill>
                  <a:latin typeface="+mn-lt"/>
                </a:defRPr>
              </a:lvl8pPr>
              <a:lvl9pPr marL="2797175" indent="-150813" algn="l" rtl="0" eaLnBrk="1" fontAlgn="base" hangingPunct="1">
                <a:spcBef>
                  <a:spcPct val="20000"/>
                </a:spcBef>
                <a:spcAft>
                  <a:spcPct val="0"/>
                </a:spcAft>
                <a:buChar char="»"/>
                <a:defRPr sz="1000">
                  <a:solidFill>
                    <a:schemeClr val="tx1"/>
                  </a:solidFill>
                  <a:latin typeface="+mn-lt"/>
                </a:defRPr>
              </a:lvl9pPr>
            </a:lstStyle>
            <a:p>
              <a:pPr marL="0" marR="0" lvl="1" indent="0" algn="l" defTabSz="913235" rtl="0" eaLnBrk="1" fontAlgn="base" latinLnBrk="0" hangingPunct="1">
                <a:lnSpc>
                  <a:spcPct val="100000"/>
                </a:lnSpc>
                <a:spcBef>
                  <a:spcPts val="600"/>
                </a:spcBef>
                <a:spcAft>
                  <a:spcPts val="0"/>
                </a:spcAft>
                <a:buClr>
                  <a:srgbClr val="073E87"/>
                </a:buClr>
                <a:buSzPct val="100000"/>
                <a:buFontTx/>
                <a:buNone/>
                <a:tabLst/>
                <a:defRPr/>
              </a:pPr>
              <a:r>
                <a:rPr kumimoji="0" lang="pt-BR" sz="1200" b="0" i="0" u="none" strike="noStrike" kern="0" cap="none" spc="0" normalizeH="0" baseline="0" noProof="0">
                  <a:ln>
                    <a:noFill/>
                  </a:ln>
                  <a:solidFill>
                    <a:prstClr val="white"/>
                  </a:solidFill>
                  <a:effectLst/>
                  <a:uLnTx/>
                  <a:uFillTx/>
                  <a:latin typeface="Arial"/>
                  <a:ea typeface="+mn-ea"/>
                  <a:cs typeface="Arial"/>
                </a:rPr>
                <a:t>+55 (21) 99994-7429</a:t>
              </a:r>
            </a:p>
            <a:p>
              <a:pPr marL="0" marR="0" lvl="1" indent="0" algn="l" defTabSz="913235" rtl="0" eaLnBrk="1" fontAlgn="base" latinLnBrk="0" hangingPunct="1">
                <a:lnSpc>
                  <a:spcPct val="100000"/>
                </a:lnSpc>
                <a:spcBef>
                  <a:spcPts val="600"/>
                </a:spcBef>
                <a:spcAft>
                  <a:spcPts val="0"/>
                </a:spcAft>
                <a:buClr>
                  <a:srgbClr val="073E87"/>
                </a:buClr>
                <a:buSzPct val="100000"/>
                <a:buFontTx/>
                <a:buNone/>
                <a:tabLst/>
                <a:defRPr/>
              </a:pPr>
              <a:r>
                <a:rPr kumimoji="0" lang="pt-BR" sz="1200" b="0" i="0" u="none" strike="noStrike" kern="0" cap="none" spc="0" normalizeH="0" baseline="0" noProof="0">
                  <a:ln>
                    <a:noFill/>
                  </a:ln>
                  <a:solidFill>
                    <a:prstClr val="white"/>
                  </a:solidFill>
                  <a:effectLst/>
                  <a:uLnTx/>
                  <a:uFillTx/>
                  <a:latin typeface="Arial"/>
                  <a:ea typeface="+mn-ea"/>
                  <a:cs typeface="Arial"/>
                </a:rPr>
                <a:t>andreas.mirow@mirow.com.br</a:t>
              </a:r>
            </a:p>
          </p:txBody>
        </p:sp>
      </p:grpSp>
      <p:grpSp>
        <p:nvGrpSpPr>
          <p:cNvPr id="8" name="Agrupar 7">
            <a:extLst>
              <a:ext uri="{FF2B5EF4-FFF2-40B4-BE49-F238E27FC236}">
                <a16:creationId xmlns:a16="http://schemas.microsoft.com/office/drawing/2014/main" id="{09B914E7-AEA4-5BC9-621E-AA49D4F687D5}"/>
              </a:ext>
            </a:extLst>
          </p:cNvPr>
          <p:cNvGrpSpPr/>
          <p:nvPr/>
        </p:nvGrpSpPr>
        <p:grpSpPr>
          <a:xfrm>
            <a:off x="9220200" y="1231900"/>
            <a:ext cx="2808000" cy="4104000"/>
            <a:chOff x="6201656" y="1231900"/>
            <a:chExt cx="2808000" cy="4104000"/>
          </a:xfrm>
        </p:grpSpPr>
        <p:pic>
          <p:nvPicPr>
            <p:cNvPr id="23" name="Picture 8">
              <a:extLst>
                <a:ext uri="{FF2B5EF4-FFF2-40B4-BE49-F238E27FC236}">
                  <a16:creationId xmlns:a16="http://schemas.microsoft.com/office/drawing/2014/main" id="{2B8DE5F9-4D4F-7C86-9A45-2F507324174A}"/>
                </a:ext>
              </a:extLst>
            </p:cNvPr>
            <p:cNvPicPr>
              <a:picLocks noChangeAspect="1"/>
            </p:cNvPicPr>
            <p:nvPr/>
          </p:nvPicPr>
          <p:blipFill rotWithShape="1">
            <a:blip r:embed="rId9" cstate="email">
              <a:extLst>
                <a:ext uri="{28A0092B-C50C-407E-A947-70E740481C1C}">
                  <a14:useLocalDpi xmlns:a14="http://schemas.microsoft.com/office/drawing/2010/main"/>
                </a:ext>
              </a:extLst>
            </a:blip>
            <a:srcRect/>
            <a:stretch/>
          </p:blipFill>
          <p:spPr>
            <a:xfrm>
              <a:off x="6507657" y="1482952"/>
              <a:ext cx="2195999" cy="2196000"/>
            </a:xfrm>
            <a:prstGeom prst="rect">
              <a:avLst/>
            </a:prstGeom>
            <a:noFill/>
            <a:ln w="88900" cap="sq">
              <a:noFill/>
              <a:miter lim="800000"/>
            </a:ln>
            <a:effectLst/>
          </p:spPr>
        </p:pic>
        <p:sp>
          <p:nvSpPr>
            <p:cNvPr id="32" name="Rectangle 9">
              <a:extLst>
                <a:ext uri="{FF2B5EF4-FFF2-40B4-BE49-F238E27FC236}">
                  <a16:creationId xmlns:a16="http://schemas.microsoft.com/office/drawing/2014/main" id="{694A0474-15D8-EE44-BB44-577B18710AB0}"/>
                </a:ext>
              </a:extLst>
            </p:cNvPr>
            <p:cNvSpPr/>
            <p:nvPr/>
          </p:nvSpPr>
          <p:spPr bwMode="auto">
            <a:xfrm>
              <a:off x="6201656" y="1231900"/>
              <a:ext cx="2808000" cy="4104000"/>
            </a:xfrm>
            <a:prstGeom prst="rect">
              <a:avLst/>
            </a:prstGeom>
            <a:noFill/>
            <a:ln w="12700">
              <a:solidFill>
                <a:schemeClr val="tx2"/>
              </a:solidFill>
              <a:miter lim="400000"/>
            </a:ln>
            <a:effectLst/>
          </p:spPr>
          <p:txBody>
            <a:bodyPr lIns="108000" tIns="72000" rIns="108000" bIns="72000" rtlCol="0" anchor="ctr"/>
            <a:lstStyle/>
            <a:p>
              <a:pPr marL="457200" marR="0" lvl="1"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srgbClr val="071C25"/>
                </a:solidFill>
                <a:effectLst/>
                <a:uLnTx/>
                <a:uFillTx/>
                <a:latin typeface="Arial"/>
                <a:ea typeface="+mn-ea"/>
                <a:cs typeface="+mn-cs"/>
              </a:endParaRPr>
            </a:p>
          </p:txBody>
        </p:sp>
        <p:sp>
          <p:nvSpPr>
            <p:cNvPr id="33" name="Rectangle 9">
              <a:extLst>
                <a:ext uri="{FF2B5EF4-FFF2-40B4-BE49-F238E27FC236}">
                  <a16:creationId xmlns:a16="http://schemas.microsoft.com/office/drawing/2014/main" id="{F576F398-2AC3-2A8B-2022-6B59C74DCAB4}"/>
                </a:ext>
              </a:extLst>
            </p:cNvPr>
            <p:cNvSpPr/>
            <p:nvPr/>
          </p:nvSpPr>
          <p:spPr bwMode="auto">
            <a:xfrm>
              <a:off x="6201656" y="3679900"/>
              <a:ext cx="2808000" cy="1656000"/>
            </a:xfrm>
            <a:prstGeom prst="rect">
              <a:avLst/>
            </a:prstGeom>
            <a:solidFill>
              <a:schemeClr val="tx2"/>
            </a:solidFill>
            <a:ln w="19050" cap="flat" cmpd="sng" algn="ctr">
              <a:solidFill>
                <a:schemeClr val="tx2"/>
              </a:solidFill>
              <a:prstDash val="solid"/>
              <a:round/>
              <a:headEnd type="none" w="med" len="med"/>
              <a:tailEnd type="none" w="med" len="med"/>
            </a:ln>
            <a:effectLst/>
          </p:spPr>
          <p:txBody>
            <a:bodyPr vert="horz" wrap="none" lIns="162000" tIns="162000" rIns="91440" bIns="45720" numCol="1" rtlCol="0" anchor="t" anchorCtr="0" compatLnSpc="1">
              <a:prstTxWarp prst="textNoShape">
                <a:avLst/>
              </a:prstTxWarp>
            </a:bodyPr>
            <a:lstStyle/>
            <a:p>
              <a:pPr marL="0" marR="0" lvl="1" indent="0" algn="l" defTabSz="914400" rtl="0" eaLnBrk="1" fontAlgn="auto" latinLnBrk="0" hangingPunct="1">
                <a:lnSpc>
                  <a:spcPct val="100000"/>
                </a:lnSpc>
                <a:spcBef>
                  <a:spcPts val="600"/>
                </a:spcBef>
                <a:spcAft>
                  <a:spcPts val="0"/>
                </a:spcAft>
                <a:buClr>
                  <a:srgbClr val="073E87"/>
                </a:buClr>
                <a:buSzTx/>
                <a:buFontTx/>
                <a:buNone/>
                <a:tabLst/>
                <a:defRPr/>
              </a:pPr>
              <a:endParaRPr kumimoji="0" lang="pt-BR" sz="1400" b="0" i="0" u="none" strike="noStrike" kern="0" cap="none" spc="0" normalizeH="0" baseline="0" noProof="0">
                <a:ln>
                  <a:noFill/>
                </a:ln>
                <a:solidFill>
                  <a:prstClr val="white"/>
                </a:solidFill>
                <a:effectLst/>
                <a:uLnTx/>
                <a:uFillTx/>
                <a:latin typeface="Arial"/>
                <a:ea typeface="+mn-ea"/>
                <a:cs typeface="+mn-cs"/>
              </a:endParaRPr>
            </a:p>
          </p:txBody>
        </p:sp>
        <p:sp>
          <p:nvSpPr>
            <p:cNvPr id="34" name="Content Placeholder 2">
              <a:extLst>
                <a:ext uri="{FF2B5EF4-FFF2-40B4-BE49-F238E27FC236}">
                  <a16:creationId xmlns:a16="http://schemas.microsoft.com/office/drawing/2014/main" id="{D294FB2D-EC1A-8F73-6167-5E702B8EE60B}"/>
                </a:ext>
              </a:extLst>
            </p:cNvPr>
            <p:cNvSpPr txBox="1">
              <a:spLocks/>
            </p:cNvSpPr>
            <p:nvPr/>
          </p:nvSpPr>
          <p:spPr bwMode="auto">
            <a:xfrm>
              <a:off x="6309656" y="3853677"/>
              <a:ext cx="2592000" cy="507831"/>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marL="195263" indent="-195263" algn="l" rtl="0" eaLnBrk="1" fontAlgn="base" hangingPunct="1">
                <a:spcBef>
                  <a:spcPts val="0"/>
                </a:spcBef>
                <a:spcAft>
                  <a:spcPts val="600"/>
                </a:spcAft>
                <a:buClr>
                  <a:schemeClr val="tx2"/>
                </a:buClr>
                <a:buFont typeface="Wingdings" panose="05000000000000000000" pitchFamily="2" charset="2"/>
                <a:buChar char="§"/>
                <a:defRPr sz="1400">
                  <a:solidFill>
                    <a:schemeClr val="tx1"/>
                  </a:solidFill>
                  <a:latin typeface="+mn-lt"/>
                  <a:ea typeface="+mn-ea"/>
                  <a:cs typeface="+mn-cs"/>
                </a:defRPr>
              </a:lvl1pPr>
              <a:lvl2pPr marL="404813" indent="-207963" algn="l" rtl="0" eaLnBrk="1" fontAlgn="base" hangingPunct="1">
                <a:spcBef>
                  <a:spcPts val="0"/>
                </a:spcBef>
                <a:spcAft>
                  <a:spcPts val="600"/>
                </a:spcAft>
                <a:buClr>
                  <a:schemeClr val="tx2"/>
                </a:buClr>
                <a:buChar char="–"/>
                <a:defRPr sz="1400">
                  <a:solidFill>
                    <a:schemeClr val="tx1"/>
                  </a:solidFill>
                  <a:latin typeface="+mn-lt"/>
                </a:defRPr>
              </a:lvl2pPr>
              <a:lvl3pPr marL="587375" indent="-180975" algn="l" rtl="0" eaLnBrk="1" fontAlgn="base" hangingPunct="1">
                <a:spcBef>
                  <a:spcPct val="20000"/>
                </a:spcBef>
                <a:spcAft>
                  <a:spcPct val="0"/>
                </a:spcAft>
                <a:buClr>
                  <a:schemeClr val="tx2"/>
                </a:buClr>
                <a:buChar char="•"/>
                <a:defRPr sz="1600">
                  <a:solidFill>
                    <a:schemeClr val="tx1"/>
                  </a:solidFill>
                  <a:latin typeface="+mn-lt"/>
                </a:defRPr>
              </a:lvl3pPr>
              <a:lvl4pPr marL="815975" indent="-227013" algn="l" rtl="0" eaLnBrk="1" fontAlgn="base" hangingPunct="1">
                <a:spcBef>
                  <a:spcPct val="20000"/>
                </a:spcBef>
                <a:spcAft>
                  <a:spcPct val="0"/>
                </a:spcAft>
                <a:buClr>
                  <a:schemeClr val="tx2"/>
                </a:buClr>
                <a:buChar char="–"/>
                <a:defRPr sz="1600">
                  <a:solidFill>
                    <a:schemeClr val="tx1"/>
                  </a:solidFill>
                  <a:latin typeface="+mn-lt"/>
                </a:defRPr>
              </a:lvl4pPr>
              <a:lvl5pPr marL="968375" indent="-150813" algn="l" rtl="0" eaLnBrk="1" fontAlgn="base" hangingPunct="1">
                <a:spcBef>
                  <a:spcPct val="20000"/>
                </a:spcBef>
                <a:spcAft>
                  <a:spcPct val="0"/>
                </a:spcAft>
                <a:buClr>
                  <a:schemeClr val="tx2"/>
                </a:buClr>
                <a:buChar char="»"/>
                <a:defRPr sz="1600">
                  <a:solidFill>
                    <a:schemeClr val="tx1"/>
                  </a:solidFill>
                  <a:latin typeface="+mn-lt"/>
                </a:defRPr>
              </a:lvl5pPr>
              <a:lvl6pPr marL="1425575" indent="-150813" algn="l" rtl="0" eaLnBrk="1" fontAlgn="base" hangingPunct="1">
                <a:spcBef>
                  <a:spcPct val="20000"/>
                </a:spcBef>
                <a:spcAft>
                  <a:spcPct val="0"/>
                </a:spcAft>
                <a:buChar char="»"/>
                <a:defRPr sz="1000">
                  <a:solidFill>
                    <a:schemeClr val="tx1"/>
                  </a:solidFill>
                  <a:latin typeface="+mn-lt"/>
                </a:defRPr>
              </a:lvl6pPr>
              <a:lvl7pPr marL="1882775" indent="-150813" algn="l" rtl="0" eaLnBrk="1" fontAlgn="base" hangingPunct="1">
                <a:spcBef>
                  <a:spcPct val="20000"/>
                </a:spcBef>
                <a:spcAft>
                  <a:spcPct val="0"/>
                </a:spcAft>
                <a:buChar char="»"/>
                <a:defRPr sz="1000">
                  <a:solidFill>
                    <a:schemeClr val="tx1"/>
                  </a:solidFill>
                  <a:latin typeface="+mn-lt"/>
                </a:defRPr>
              </a:lvl7pPr>
              <a:lvl8pPr marL="2339975" indent="-150813" algn="l" rtl="0" eaLnBrk="1" fontAlgn="base" hangingPunct="1">
                <a:spcBef>
                  <a:spcPct val="20000"/>
                </a:spcBef>
                <a:spcAft>
                  <a:spcPct val="0"/>
                </a:spcAft>
                <a:buChar char="»"/>
                <a:defRPr sz="1000">
                  <a:solidFill>
                    <a:schemeClr val="tx1"/>
                  </a:solidFill>
                  <a:latin typeface="+mn-lt"/>
                </a:defRPr>
              </a:lvl8pPr>
              <a:lvl9pPr marL="2797175" indent="-150813" algn="l" rtl="0" eaLnBrk="1" fontAlgn="base" hangingPunct="1">
                <a:spcBef>
                  <a:spcPct val="20000"/>
                </a:spcBef>
                <a:spcAft>
                  <a:spcPct val="0"/>
                </a:spcAft>
                <a:buChar char="»"/>
                <a:defRPr sz="1000">
                  <a:solidFill>
                    <a:schemeClr val="tx1"/>
                  </a:solidFill>
                  <a:latin typeface="+mn-lt"/>
                </a:defRPr>
              </a:lvl9pPr>
            </a:lstStyle>
            <a:p>
              <a:pPr marL="0" marR="0" lvl="1" indent="0" algn="l" defTabSz="913235" rtl="0" eaLnBrk="1" fontAlgn="base" latinLnBrk="0" hangingPunct="1">
                <a:lnSpc>
                  <a:spcPct val="100000"/>
                </a:lnSpc>
                <a:spcBef>
                  <a:spcPts val="600"/>
                </a:spcBef>
                <a:spcAft>
                  <a:spcPts val="0"/>
                </a:spcAft>
                <a:buClr>
                  <a:srgbClr val="073E87"/>
                </a:buClr>
                <a:buSzPct val="100000"/>
                <a:buFontTx/>
                <a:buNone/>
                <a:tabLst/>
                <a:defRPr/>
              </a:pPr>
              <a:r>
                <a:rPr kumimoji="0" lang="pt-BR" sz="1400" b="1" i="0" u="none" strike="noStrike" kern="0" cap="none" spc="0" normalizeH="0" baseline="0" noProof="0">
                  <a:ln>
                    <a:noFill/>
                  </a:ln>
                  <a:solidFill>
                    <a:prstClr val="white"/>
                  </a:solidFill>
                  <a:effectLst/>
                  <a:uLnTx/>
                  <a:uFillTx/>
                  <a:latin typeface="Arial"/>
                  <a:ea typeface="+mn-ea"/>
                  <a:cs typeface="Arial"/>
                </a:rPr>
                <a:t>Fernando Fabbris</a:t>
              </a:r>
            </a:p>
            <a:p>
              <a:pPr marL="0" marR="0" lvl="1" indent="0" algn="l" defTabSz="913235" rtl="0" eaLnBrk="1" fontAlgn="base" latinLnBrk="0" hangingPunct="1">
                <a:lnSpc>
                  <a:spcPct val="100000"/>
                </a:lnSpc>
                <a:spcBef>
                  <a:spcPts val="600"/>
                </a:spcBef>
                <a:spcAft>
                  <a:spcPts val="0"/>
                </a:spcAft>
                <a:buClr>
                  <a:srgbClr val="073E87"/>
                </a:buClr>
                <a:buSzPct val="100000"/>
                <a:buFontTx/>
                <a:buNone/>
                <a:tabLst/>
                <a:defRPr/>
              </a:pPr>
              <a:r>
                <a:rPr kumimoji="0" lang="pt-BR" sz="1400" b="0" i="1" u="none" strike="noStrike" kern="0" cap="none" spc="0" normalizeH="0" baseline="0" noProof="0" err="1">
                  <a:ln>
                    <a:noFill/>
                  </a:ln>
                  <a:solidFill>
                    <a:prstClr val="white"/>
                  </a:solidFill>
                  <a:effectLst/>
                  <a:uLnTx/>
                  <a:uFillTx/>
                  <a:latin typeface="Arial"/>
                  <a:ea typeface="+mn-ea"/>
                  <a:cs typeface="Arial"/>
                </a:rPr>
                <a:t>Associate</a:t>
              </a:r>
              <a:r>
                <a:rPr kumimoji="0" lang="pt-BR" sz="1400" b="0" i="1" u="none" strike="noStrike" kern="0" cap="none" spc="0" normalizeH="0" baseline="0" noProof="0">
                  <a:ln>
                    <a:noFill/>
                  </a:ln>
                  <a:solidFill>
                    <a:prstClr val="white"/>
                  </a:solidFill>
                  <a:effectLst/>
                  <a:uLnTx/>
                  <a:uFillTx/>
                  <a:latin typeface="Arial"/>
                  <a:ea typeface="+mn-ea"/>
                  <a:cs typeface="Arial"/>
                </a:rPr>
                <a:t> </a:t>
              </a:r>
              <a:r>
                <a:rPr kumimoji="0" lang="pt-BR" sz="1400" b="0" i="1" u="none" strike="noStrike" kern="0" cap="none" spc="0" normalizeH="0" baseline="0" noProof="0" err="1">
                  <a:ln>
                    <a:noFill/>
                  </a:ln>
                  <a:solidFill>
                    <a:prstClr val="white"/>
                  </a:solidFill>
                  <a:effectLst/>
                  <a:uLnTx/>
                  <a:uFillTx/>
                  <a:latin typeface="Arial"/>
                  <a:ea typeface="+mn-ea"/>
                  <a:cs typeface="Arial"/>
                </a:rPr>
                <a:t>Partner</a:t>
              </a:r>
              <a:endParaRPr kumimoji="0" lang="pt-BR" sz="1400" b="0" i="0" u="none" strike="noStrike" kern="0" cap="none" spc="0" normalizeH="0" baseline="0" noProof="0">
                <a:ln>
                  <a:noFill/>
                </a:ln>
                <a:solidFill>
                  <a:prstClr val="white"/>
                </a:solidFill>
                <a:effectLst/>
                <a:uLnTx/>
                <a:uFillTx/>
                <a:latin typeface="Arial"/>
                <a:ea typeface="+mn-ea"/>
                <a:cs typeface="Arial"/>
              </a:endParaRPr>
            </a:p>
          </p:txBody>
        </p:sp>
        <p:sp>
          <p:nvSpPr>
            <p:cNvPr id="35" name="Content Placeholder 2">
              <a:extLst>
                <a:ext uri="{FF2B5EF4-FFF2-40B4-BE49-F238E27FC236}">
                  <a16:creationId xmlns:a16="http://schemas.microsoft.com/office/drawing/2014/main" id="{3A54D3FC-3D7C-BB00-A39B-3F069323BBF0}"/>
                </a:ext>
              </a:extLst>
            </p:cNvPr>
            <p:cNvSpPr txBox="1">
              <a:spLocks/>
            </p:cNvSpPr>
            <p:nvPr/>
          </p:nvSpPr>
          <p:spPr bwMode="auto">
            <a:xfrm>
              <a:off x="6309656" y="4673862"/>
              <a:ext cx="2592000" cy="446276"/>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marL="195263" indent="-195263" algn="l" rtl="0" eaLnBrk="1" fontAlgn="base" hangingPunct="1">
                <a:spcBef>
                  <a:spcPts val="0"/>
                </a:spcBef>
                <a:spcAft>
                  <a:spcPts val="600"/>
                </a:spcAft>
                <a:buClr>
                  <a:schemeClr val="tx2"/>
                </a:buClr>
                <a:buFont typeface="Wingdings" panose="05000000000000000000" pitchFamily="2" charset="2"/>
                <a:buChar char="§"/>
                <a:defRPr sz="1400">
                  <a:solidFill>
                    <a:schemeClr val="tx1"/>
                  </a:solidFill>
                  <a:latin typeface="+mn-lt"/>
                  <a:ea typeface="+mn-ea"/>
                  <a:cs typeface="+mn-cs"/>
                </a:defRPr>
              </a:lvl1pPr>
              <a:lvl2pPr marL="404813" indent="-207963" algn="l" rtl="0" eaLnBrk="1" fontAlgn="base" hangingPunct="1">
                <a:spcBef>
                  <a:spcPts val="0"/>
                </a:spcBef>
                <a:spcAft>
                  <a:spcPts val="600"/>
                </a:spcAft>
                <a:buClr>
                  <a:schemeClr val="tx2"/>
                </a:buClr>
                <a:buChar char="–"/>
                <a:defRPr sz="1400">
                  <a:solidFill>
                    <a:schemeClr val="tx1"/>
                  </a:solidFill>
                  <a:latin typeface="+mn-lt"/>
                </a:defRPr>
              </a:lvl2pPr>
              <a:lvl3pPr marL="587375" indent="-180975" algn="l" rtl="0" eaLnBrk="1" fontAlgn="base" hangingPunct="1">
                <a:spcBef>
                  <a:spcPct val="20000"/>
                </a:spcBef>
                <a:spcAft>
                  <a:spcPct val="0"/>
                </a:spcAft>
                <a:buClr>
                  <a:schemeClr val="tx2"/>
                </a:buClr>
                <a:buChar char="•"/>
                <a:defRPr sz="1600">
                  <a:solidFill>
                    <a:schemeClr val="tx1"/>
                  </a:solidFill>
                  <a:latin typeface="+mn-lt"/>
                </a:defRPr>
              </a:lvl3pPr>
              <a:lvl4pPr marL="815975" indent="-227013" algn="l" rtl="0" eaLnBrk="1" fontAlgn="base" hangingPunct="1">
                <a:spcBef>
                  <a:spcPct val="20000"/>
                </a:spcBef>
                <a:spcAft>
                  <a:spcPct val="0"/>
                </a:spcAft>
                <a:buClr>
                  <a:schemeClr val="tx2"/>
                </a:buClr>
                <a:buChar char="–"/>
                <a:defRPr sz="1600">
                  <a:solidFill>
                    <a:schemeClr val="tx1"/>
                  </a:solidFill>
                  <a:latin typeface="+mn-lt"/>
                </a:defRPr>
              </a:lvl4pPr>
              <a:lvl5pPr marL="968375" indent="-150813" algn="l" rtl="0" eaLnBrk="1" fontAlgn="base" hangingPunct="1">
                <a:spcBef>
                  <a:spcPct val="20000"/>
                </a:spcBef>
                <a:spcAft>
                  <a:spcPct val="0"/>
                </a:spcAft>
                <a:buClr>
                  <a:schemeClr val="tx2"/>
                </a:buClr>
                <a:buChar char="»"/>
                <a:defRPr sz="1600">
                  <a:solidFill>
                    <a:schemeClr val="tx1"/>
                  </a:solidFill>
                  <a:latin typeface="+mn-lt"/>
                </a:defRPr>
              </a:lvl5pPr>
              <a:lvl6pPr marL="1425575" indent="-150813" algn="l" rtl="0" eaLnBrk="1" fontAlgn="base" hangingPunct="1">
                <a:spcBef>
                  <a:spcPct val="20000"/>
                </a:spcBef>
                <a:spcAft>
                  <a:spcPct val="0"/>
                </a:spcAft>
                <a:buChar char="»"/>
                <a:defRPr sz="1000">
                  <a:solidFill>
                    <a:schemeClr val="tx1"/>
                  </a:solidFill>
                  <a:latin typeface="+mn-lt"/>
                </a:defRPr>
              </a:lvl6pPr>
              <a:lvl7pPr marL="1882775" indent="-150813" algn="l" rtl="0" eaLnBrk="1" fontAlgn="base" hangingPunct="1">
                <a:spcBef>
                  <a:spcPct val="20000"/>
                </a:spcBef>
                <a:spcAft>
                  <a:spcPct val="0"/>
                </a:spcAft>
                <a:buChar char="»"/>
                <a:defRPr sz="1000">
                  <a:solidFill>
                    <a:schemeClr val="tx1"/>
                  </a:solidFill>
                  <a:latin typeface="+mn-lt"/>
                </a:defRPr>
              </a:lvl7pPr>
              <a:lvl8pPr marL="2339975" indent="-150813" algn="l" rtl="0" eaLnBrk="1" fontAlgn="base" hangingPunct="1">
                <a:spcBef>
                  <a:spcPct val="20000"/>
                </a:spcBef>
                <a:spcAft>
                  <a:spcPct val="0"/>
                </a:spcAft>
                <a:buChar char="»"/>
                <a:defRPr sz="1000">
                  <a:solidFill>
                    <a:schemeClr val="tx1"/>
                  </a:solidFill>
                  <a:latin typeface="+mn-lt"/>
                </a:defRPr>
              </a:lvl8pPr>
              <a:lvl9pPr marL="2797175" indent="-150813" algn="l" rtl="0" eaLnBrk="1" fontAlgn="base" hangingPunct="1">
                <a:spcBef>
                  <a:spcPct val="20000"/>
                </a:spcBef>
                <a:spcAft>
                  <a:spcPct val="0"/>
                </a:spcAft>
                <a:buChar char="»"/>
                <a:defRPr sz="1000">
                  <a:solidFill>
                    <a:schemeClr val="tx1"/>
                  </a:solidFill>
                  <a:latin typeface="+mn-lt"/>
                </a:defRPr>
              </a:lvl9pPr>
            </a:lstStyle>
            <a:p>
              <a:pPr marL="0" marR="0" lvl="1" indent="0" algn="l" defTabSz="913235" rtl="0" eaLnBrk="1" fontAlgn="base" latinLnBrk="0" hangingPunct="1">
                <a:lnSpc>
                  <a:spcPct val="100000"/>
                </a:lnSpc>
                <a:spcBef>
                  <a:spcPts val="600"/>
                </a:spcBef>
                <a:spcAft>
                  <a:spcPts val="0"/>
                </a:spcAft>
                <a:buClr>
                  <a:srgbClr val="073E87"/>
                </a:buClr>
                <a:buSzPct val="100000"/>
                <a:buFontTx/>
                <a:buNone/>
                <a:tabLst/>
                <a:defRPr/>
              </a:pPr>
              <a:r>
                <a:rPr kumimoji="0" lang="pt-BR" sz="1200" b="0" i="0" u="none" strike="noStrike" kern="0" cap="none" spc="0" normalizeH="0" baseline="0" noProof="0">
                  <a:ln>
                    <a:noFill/>
                  </a:ln>
                  <a:solidFill>
                    <a:prstClr val="white"/>
                  </a:solidFill>
                  <a:effectLst/>
                  <a:uLnTx/>
                  <a:uFillTx/>
                  <a:latin typeface="Arial"/>
                  <a:ea typeface="+mn-ea"/>
                  <a:cs typeface="Arial"/>
                </a:rPr>
                <a:t>+55 (11) 97274-3704</a:t>
              </a:r>
            </a:p>
            <a:p>
              <a:pPr marL="0" marR="0" lvl="1" indent="0" algn="l" defTabSz="913235" rtl="0" eaLnBrk="1" fontAlgn="base" latinLnBrk="0" hangingPunct="1">
                <a:lnSpc>
                  <a:spcPct val="100000"/>
                </a:lnSpc>
                <a:spcBef>
                  <a:spcPts val="600"/>
                </a:spcBef>
                <a:spcAft>
                  <a:spcPts val="0"/>
                </a:spcAft>
                <a:buClr>
                  <a:srgbClr val="073E87"/>
                </a:buClr>
                <a:buSzPct val="100000"/>
                <a:buFontTx/>
                <a:buNone/>
                <a:tabLst/>
                <a:defRPr/>
              </a:pPr>
              <a:r>
                <a:rPr kumimoji="0" lang="pt-BR" sz="1200" b="0" i="0" u="none" strike="noStrike" kern="0" cap="none" spc="0" normalizeH="0" baseline="0" noProof="0">
                  <a:ln>
                    <a:noFill/>
                  </a:ln>
                  <a:solidFill>
                    <a:prstClr val="white"/>
                  </a:solidFill>
                  <a:effectLst/>
                  <a:uLnTx/>
                  <a:uFillTx/>
                  <a:latin typeface="Arial"/>
                  <a:ea typeface="+mn-ea"/>
                  <a:cs typeface="Arial"/>
                </a:rPr>
                <a:t>fernando.fabbris@mirow.com.br</a:t>
              </a:r>
            </a:p>
          </p:txBody>
        </p:sp>
      </p:grpSp>
      <p:grpSp>
        <p:nvGrpSpPr>
          <p:cNvPr id="6" name="Agrupar 5">
            <a:extLst>
              <a:ext uri="{FF2B5EF4-FFF2-40B4-BE49-F238E27FC236}">
                <a16:creationId xmlns:a16="http://schemas.microsoft.com/office/drawing/2014/main" id="{55F4F34F-680A-2852-1536-C68FDEBE5F13}"/>
              </a:ext>
            </a:extLst>
          </p:cNvPr>
          <p:cNvGrpSpPr/>
          <p:nvPr/>
        </p:nvGrpSpPr>
        <p:grpSpPr>
          <a:xfrm>
            <a:off x="3187700" y="1231900"/>
            <a:ext cx="2808000" cy="4104000"/>
            <a:chOff x="9220966" y="1231900"/>
            <a:chExt cx="2808000" cy="4104000"/>
          </a:xfrm>
        </p:grpSpPr>
        <p:pic>
          <p:nvPicPr>
            <p:cNvPr id="7" name="Picture 3" descr="A person in a suit&#10;&#10;Description automatically generated">
              <a:extLst>
                <a:ext uri="{FF2B5EF4-FFF2-40B4-BE49-F238E27FC236}">
                  <a16:creationId xmlns:a16="http://schemas.microsoft.com/office/drawing/2014/main" id="{17E5D1EB-7B02-A576-BECD-EBF964F6E8C1}"/>
                </a:ext>
              </a:extLst>
            </p:cNvPr>
            <p:cNvPicPr>
              <a:picLocks noChangeAspect="1"/>
            </p:cNvPicPr>
            <p:nvPr/>
          </p:nvPicPr>
          <p:blipFill rotWithShape="1">
            <a:blip r:embed="rId10" cstate="email">
              <a:extLst>
                <a:ext uri="{BEBA8EAE-BF5A-486C-A8C5-ECC9F3942E4B}">
                  <a14:imgProps xmlns:a14="http://schemas.microsoft.com/office/drawing/2010/main">
                    <a14:imgLayer r:embed="rId11">
                      <a14:imgEffect>
                        <a14:backgroundRemoval t="7965" b="100000" l="3704" r="100000">
                          <a14:foregroundMark x1="44239" y1="8142" x2="44239" y2="8142"/>
                          <a14:foregroundMark x1="58230" y1="81416" x2="58230" y2="81416"/>
                          <a14:foregroundMark x1="50412" y1="87080" x2="50412" y2="87080"/>
                          <a14:foregroundMark x1="46708" y1="90265" x2="74280" y2="89381"/>
                          <a14:foregroundMark x1="74280" y1="89381" x2="69959" y2="87965"/>
                          <a14:foregroundMark x1="73868" y1="79823" x2="50823" y2="95752"/>
                          <a14:foregroundMark x1="50823" y1="95752" x2="22840" y2="95752"/>
                          <a14:foregroundMark x1="22840" y1="95752" x2="28189" y2="83540"/>
                          <a14:foregroundMark x1="5556" y1="93628" x2="8848" y2="99823"/>
                          <a14:foregroundMark x1="68107" y1="90442" x2="83951" y2="99823"/>
                          <a14:foregroundMark x1="68107" y1="90442" x2="24280" y2="94159"/>
                          <a14:foregroundMark x1="24280" y1="94159" x2="40123" y2="99823"/>
                          <a14:foregroundMark x1="99794" y1="94690" x2="92593" y2="99823"/>
                          <a14:foregroundMark x1="0" y1="99646" x2="412" y2="99823"/>
                          <a14:foregroundMark x1="3292" y1="92212" x2="3498" y2="99823"/>
                        </a14:backgroundRemoval>
                      </a14:imgEffect>
                    </a14:imgLayer>
                  </a14:imgProps>
                </a:ext>
                <a:ext uri="{28A0092B-C50C-407E-A947-70E740481C1C}">
                  <a14:useLocalDpi xmlns:a14="http://schemas.microsoft.com/office/drawing/2010/main"/>
                </a:ext>
              </a:extLst>
            </a:blip>
            <a:srcRect/>
            <a:stretch/>
          </p:blipFill>
          <p:spPr>
            <a:xfrm>
              <a:off x="9680550" y="1482952"/>
              <a:ext cx="1888833" cy="2196000"/>
            </a:xfrm>
            <a:prstGeom prst="rect">
              <a:avLst/>
            </a:prstGeom>
          </p:spPr>
        </p:pic>
        <p:sp>
          <p:nvSpPr>
            <p:cNvPr id="37" name="Retângulo 36">
              <a:extLst>
                <a:ext uri="{FF2B5EF4-FFF2-40B4-BE49-F238E27FC236}">
                  <a16:creationId xmlns:a16="http://schemas.microsoft.com/office/drawing/2014/main" id="{860AEAFB-B21F-EE86-3D8D-90307B76B316}"/>
                </a:ext>
              </a:extLst>
            </p:cNvPr>
            <p:cNvSpPr/>
            <p:nvPr/>
          </p:nvSpPr>
          <p:spPr>
            <a:xfrm>
              <a:off x="9220966" y="3679900"/>
              <a:ext cx="2808000" cy="1656000"/>
            </a:xfrm>
            <a:prstGeom prst="rect">
              <a:avLst/>
            </a:prstGeom>
            <a:solidFill>
              <a:schemeClr val="tx2"/>
            </a:solidFill>
            <a:ln w="12700">
              <a:solidFill>
                <a:schemeClr val="tx2"/>
              </a:solidFill>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prstClr val="white"/>
                </a:solidFill>
                <a:effectLst/>
                <a:uLnTx/>
                <a:uFillTx/>
                <a:latin typeface="Arial"/>
                <a:ea typeface="+mn-ea"/>
                <a:cs typeface="+mn-cs"/>
              </a:endParaRPr>
            </a:p>
          </p:txBody>
        </p:sp>
        <p:sp>
          <p:nvSpPr>
            <p:cNvPr id="38" name="CaixaDeTexto 37">
              <a:extLst>
                <a:ext uri="{FF2B5EF4-FFF2-40B4-BE49-F238E27FC236}">
                  <a16:creationId xmlns:a16="http://schemas.microsoft.com/office/drawing/2014/main" id="{9078616E-11A1-C779-6E2B-0BBA05D7E8A0}"/>
                </a:ext>
              </a:extLst>
            </p:cNvPr>
            <p:cNvSpPr txBox="1"/>
            <p:nvPr/>
          </p:nvSpPr>
          <p:spPr bwMode="auto">
            <a:xfrm>
              <a:off x="9328966" y="3853677"/>
              <a:ext cx="2592000" cy="507831"/>
            </a:xfrm>
            <a:prstGeom prst="rect">
              <a:avLst/>
            </a:prstGeom>
            <a:noFill/>
            <a:ln w="9525">
              <a:noFill/>
              <a:miter lim="800000"/>
              <a:headEnd/>
              <a:tailEnd/>
            </a:ln>
          </p:spPr>
          <p:txBody>
            <a:bodyPr vert="horz" wrap="square" lIns="0" tIns="0" rIns="0" bIns="0" numCol="1" rtlCol="0" anchor="ctr" anchorCtr="0" compatLnSpc="1">
              <a:prstTxWarp prst="textNoShape">
                <a:avLst/>
              </a:prstTxWarp>
              <a:spAutoFit/>
            </a:bodyPr>
            <a:lstStyle>
              <a:defPPr>
                <a:defRPr lang="pt-BR"/>
              </a:defPPr>
              <a:lvl1pPr marR="0" lvl="0" indent="0" fontAlgn="auto">
                <a:lnSpc>
                  <a:spcPct val="100000"/>
                </a:lnSpc>
                <a:spcBef>
                  <a:spcPts val="200"/>
                </a:spcBef>
                <a:spcAft>
                  <a:spcPts val="0"/>
                </a:spcAft>
                <a:buClrTx/>
                <a:buSzTx/>
                <a:buFontTx/>
                <a:buNone/>
                <a:tabLst/>
                <a:defRPr kumimoji="0" sz="1200" b="0" i="0" u="none" strike="noStrike" cap="none" spc="0" normalizeH="0" baseline="0">
                  <a:ln>
                    <a:noFill/>
                  </a:ln>
                  <a:solidFill>
                    <a:prstClr val="white"/>
                  </a:solidFill>
                  <a:effectLst/>
                  <a:uLnTx/>
                  <a:uFillTx/>
                  <a:latin typeface="Arial"/>
                </a:defRPr>
              </a:lvl1pPr>
            </a:lstStyle>
            <a:p>
              <a:pPr marL="0" marR="0" lvl="0" indent="0" algn="l" defTabSz="914400" rtl="0" eaLnBrk="1" fontAlgn="auto" latinLnBrk="0" hangingPunct="1">
                <a:lnSpc>
                  <a:spcPct val="100000"/>
                </a:lnSpc>
                <a:spcBef>
                  <a:spcPts val="300"/>
                </a:spcBef>
                <a:spcAft>
                  <a:spcPts val="0"/>
                </a:spcAft>
                <a:buClrTx/>
                <a:buSzTx/>
                <a:buFontTx/>
                <a:buNone/>
                <a:tabLst/>
                <a:defRPr/>
              </a:pPr>
              <a:r>
                <a:rPr kumimoji="0" lang="pt-BR" sz="1400" b="1" i="0" u="none" strike="noStrike" kern="1200" cap="none" spc="0" normalizeH="0" baseline="0" noProof="0" dirty="0">
                  <a:ln>
                    <a:noFill/>
                  </a:ln>
                  <a:solidFill>
                    <a:prstClr val="white"/>
                  </a:solidFill>
                  <a:effectLst/>
                  <a:uLnTx/>
                  <a:uFillTx/>
                  <a:latin typeface="Arial"/>
                  <a:ea typeface="+mn-ea"/>
                  <a:cs typeface="+mn-cs"/>
                </a:rPr>
                <a:t>Marcelo </a:t>
              </a:r>
              <a:r>
                <a:rPr kumimoji="0" lang="pt-BR" sz="1400" b="1" i="0" u="none" strike="noStrike" kern="1200" cap="none" spc="0" normalizeH="0" baseline="0" noProof="0" dirty="0" err="1">
                  <a:ln>
                    <a:noFill/>
                  </a:ln>
                  <a:solidFill>
                    <a:prstClr val="white"/>
                  </a:solidFill>
                  <a:effectLst/>
                  <a:uLnTx/>
                  <a:uFillTx/>
                  <a:latin typeface="Arial"/>
                  <a:ea typeface="+mn-ea"/>
                  <a:cs typeface="+mn-cs"/>
                </a:rPr>
                <a:t>Massarente</a:t>
              </a:r>
              <a:endParaRPr kumimoji="0" lang="pt-BR" sz="1400" b="1" i="0" u="none" strike="noStrike" kern="1200" cap="none" spc="0" normalizeH="0" baseline="0" noProof="0" dirty="0">
                <a:ln>
                  <a:noFill/>
                </a:ln>
                <a:solidFill>
                  <a:prstClr val="white"/>
                </a:solidFill>
                <a:effectLst/>
                <a:uLnTx/>
                <a:uFillTx/>
                <a:latin typeface="Arial"/>
                <a:ea typeface="+mn-ea"/>
                <a:cs typeface="+mn-cs"/>
              </a:endParaRPr>
            </a:p>
            <a:p>
              <a:pPr marL="0" marR="0" lvl="1" indent="0" algn="l" defTabSz="913235" rtl="0" eaLnBrk="1" fontAlgn="base" latinLnBrk="0" hangingPunct="1">
                <a:lnSpc>
                  <a:spcPct val="100000"/>
                </a:lnSpc>
                <a:spcBef>
                  <a:spcPts val="600"/>
                </a:spcBef>
                <a:spcAft>
                  <a:spcPts val="0"/>
                </a:spcAft>
                <a:buClr>
                  <a:srgbClr val="073E87"/>
                </a:buClr>
                <a:buSzPct val="100000"/>
                <a:buFontTx/>
                <a:buNone/>
                <a:tabLst/>
                <a:defRPr/>
              </a:pPr>
              <a:r>
                <a:rPr kumimoji="0" lang="pt-BR" sz="1400" b="0" i="1" u="none" strike="noStrike" kern="0" cap="none" spc="0" normalizeH="0" baseline="0" noProof="0" dirty="0" err="1">
                  <a:ln>
                    <a:noFill/>
                  </a:ln>
                  <a:solidFill>
                    <a:prstClr val="white"/>
                  </a:solidFill>
                  <a:effectLst/>
                  <a:uLnTx/>
                  <a:uFillTx/>
                  <a:latin typeface="Arial"/>
                  <a:ea typeface="+mn-ea"/>
                  <a:cs typeface="Arial"/>
                </a:rPr>
                <a:t>Partner</a:t>
              </a:r>
              <a:r>
                <a:rPr kumimoji="0" lang="pt-BR" sz="1400" b="0" i="1" u="none" strike="noStrike" kern="0" cap="none" spc="0" normalizeH="0" baseline="0" noProof="0" dirty="0">
                  <a:ln>
                    <a:noFill/>
                  </a:ln>
                  <a:solidFill>
                    <a:prstClr val="white"/>
                  </a:solidFill>
                  <a:effectLst/>
                  <a:uLnTx/>
                  <a:uFillTx/>
                  <a:latin typeface="Arial"/>
                  <a:ea typeface="+mn-ea"/>
                  <a:cs typeface="Arial"/>
                </a:rPr>
                <a:t> </a:t>
              </a:r>
              <a:endParaRPr kumimoji="0" lang="pt-BR" sz="1400" b="0" i="0" u="none" strike="noStrike" kern="0" cap="none" spc="0" normalizeH="0" baseline="0" noProof="0" dirty="0">
                <a:ln>
                  <a:noFill/>
                </a:ln>
                <a:solidFill>
                  <a:prstClr val="white"/>
                </a:solidFill>
                <a:effectLst/>
                <a:uLnTx/>
                <a:uFillTx/>
                <a:latin typeface="Arial"/>
                <a:ea typeface="+mn-ea"/>
                <a:cs typeface="Arial"/>
              </a:endParaRPr>
            </a:p>
          </p:txBody>
        </p:sp>
        <p:sp>
          <p:nvSpPr>
            <p:cNvPr id="39" name="CaixaDeTexto 38">
              <a:extLst>
                <a:ext uri="{FF2B5EF4-FFF2-40B4-BE49-F238E27FC236}">
                  <a16:creationId xmlns:a16="http://schemas.microsoft.com/office/drawing/2014/main" id="{D193C3A7-10AD-7A9E-FECD-042ABD388896}"/>
                </a:ext>
              </a:extLst>
            </p:cNvPr>
            <p:cNvSpPr txBox="1"/>
            <p:nvPr/>
          </p:nvSpPr>
          <p:spPr bwMode="auto">
            <a:xfrm>
              <a:off x="9328966" y="4685403"/>
              <a:ext cx="2592000" cy="446276"/>
            </a:xfrm>
            <a:prstGeom prst="rect">
              <a:avLst/>
            </a:prstGeom>
            <a:noFill/>
            <a:ln w="9525">
              <a:noFill/>
              <a:miter lim="800000"/>
              <a:headEnd/>
              <a:tailEnd/>
            </a:ln>
          </p:spPr>
          <p:txBody>
            <a:bodyPr vert="horz" wrap="square" lIns="0" tIns="0" rIns="0" bIns="0" numCol="1" rtlCol="0" anchor="ctr" anchorCtr="0" compatLnSpc="1">
              <a:prstTxWarp prst="textNoShape">
                <a:avLst/>
              </a:prstTxWarp>
              <a:spAutoFit/>
            </a:bodyPr>
            <a:lstStyle>
              <a:defPPr>
                <a:defRPr lang="pt-BR"/>
              </a:defPPr>
              <a:lvl1pPr marR="0" lvl="0" indent="0" fontAlgn="auto">
                <a:lnSpc>
                  <a:spcPct val="100000"/>
                </a:lnSpc>
                <a:spcBef>
                  <a:spcPts val="200"/>
                </a:spcBef>
                <a:spcAft>
                  <a:spcPts val="0"/>
                </a:spcAft>
                <a:buClrTx/>
                <a:buSzTx/>
                <a:buFontTx/>
                <a:buNone/>
                <a:tabLst/>
                <a:defRPr kumimoji="0" sz="1200" b="0" i="0" u="none" strike="noStrike" cap="none" spc="0" normalizeH="0" baseline="0">
                  <a:ln>
                    <a:noFill/>
                  </a:ln>
                  <a:solidFill>
                    <a:prstClr val="white"/>
                  </a:solidFill>
                  <a:effectLst/>
                  <a:uLnTx/>
                  <a:uFillTx/>
                  <a:latin typeface="Arial"/>
                </a:defRPr>
              </a:lvl1pPr>
            </a:lstStyle>
            <a:p>
              <a:pPr marL="0" marR="0" lvl="1" indent="0" algn="l" defTabSz="913235" rtl="0" eaLnBrk="1" fontAlgn="base" latinLnBrk="0" hangingPunct="1">
                <a:lnSpc>
                  <a:spcPct val="100000"/>
                </a:lnSpc>
                <a:spcBef>
                  <a:spcPts val="600"/>
                </a:spcBef>
                <a:spcAft>
                  <a:spcPts val="0"/>
                </a:spcAft>
                <a:buClr>
                  <a:srgbClr val="073E87"/>
                </a:buClr>
                <a:buSzPct val="100000"/>
                <a:buFontTx/>
                <a:buNone/>
                <a:tabLst/>
                <a:defRPr/>
              </a:pPr>
              <a:r>
                <a:rPr kumimoji="0" lang="pt-BR" sz="1200" b="0" i="0" u="none" strike="noStrike" kern="0" cap="none" spc="0" normalizeH="0" baseline="0" noProof="0">
                  <a:ln>
                    <a:noFill/>
                  </a:ln>
                  <a:solidFill>
                    <a:prstClr val="white"/>
                  </a:solidFill>
                  <a:effectLst/>
                  <a:uLnTx/>
                  <a:uFillTx/>
                  <a:latin typeface="Arial"/>
                  <a:ea typeface="+mn-ea"/>
                  <a:cs typeface="Arial"/>
                </a:rPr>
                <a:t>+55 (11) 97300-3878</a:t>
              </a:r>
              <a:endParaRPr kumimoji="0" lang="en-US" sz="1200" b="0" i="0" u="none" strike="noStrike" kern="0" cap="none" spc="0" normalizeH="0" baseline="0" noProof="0">
                <a:ln>
                  <a:noFill/>
                </a:ln>
                <a:solidFill>
                  <a:prstClr val="white"/>
                </a:solidFill>
                <a:effectLst/>
                <a:uLnTx/>
                <a:uFillTx/>
                <a:latin typeface="Arial"/>
                <a:ea typeface="+mn-ea"/>
                <a:cs typeface="Arial"/>
              </a:endParaRPr>
            </a:p>
            <a:p>
              <a:pPr marL="0" marR="0" lvl="1" indent="0" algn="l" defTabSz="913235" rtl="0" eaLnBrk="1" fontAlgn="base" latinLnBrk="0" hangingPunct="1">
                <a:lnSpc>
                  <a:spcPct val="100000"/>
                </a:lnSpc>
                <a:spcBef>
                  <a:spcPts val="600"/>
                </a:spcBef>
                <a:spcAft>
                  <a:spcPts val="0"/>
                </a:spcAft>
                <a:buClr>
                  <a:srgbClr val="073E87"/>
                </a:buClr>
                <a:buSzPct val="100000"/>
                <a:buFontTx/>
                <a:buNone/>
                <a:tabLst/>
                <a:defRPr/>
              </a:pPr>
              <a:r>
                <a:rPr kumimoji="0" lang="pt-BR" sz="1200" b="0" i="0" u="none" strike="noStrike" kern="0" cap="none" spc="0" normalizeH="0" baseline="0" noProof="0">
                  <a:ln>
                    <a:noFill/>
                  </a:ln>
                  <a:solidFill>
                    <a:prstClr val="white"/>
                  </a:solidFill>
                  <a:effectLst/>
                  <a:uLnTx/>
                  <a:uFillTx/>
                  <a:latin typeface="Arial"/>
                  <a:ea typeface="+mn-ea"/>
                  <a:cs typeface="Arial"/>
                </a:rPr>
                <a:t>marcelo.massarente@mirow.com.br </a:t>
              </a:r>
            </a:p>
          </p:txBody>
        </p:sp>
        <p:sp>
          <p:nvSpPr>
            <p:cNvPr id="41" name="Rectangle 9">
              <a:extLst>
                <a:ext uri="{FF2B5EF4-FFF2-40B4-BE49-F238E27FC236}">
                  <a16:creationId xmlns:a16="http://schemas.microsoft.com/office/drawing/2014/main" id="{507FADAE-02A9-3422-E3A5-ADBD315B7AD5}"/>
                </a:ext>
              </a:extLst>
            </p:cNvPr>
            <p:cNvSpPr/>
            <p:nvPr/>
          </p:nvSpPr>
          <p:spPr bwMode="auto">
            <a:xfrm>
              <a:off x="9220966" y="1231900"/>
              <a:ext cx="2808000" cy="4104000"/>
            </a:xfrm>
            <a:prstGeom prst="rect">
              <a:avLst/>
            </a:prstGeom>
            <a:noFill/>
            <a:ln w="12700">
              <a:solidFill>
                <a:schemeClr val="tx2"/>
              </a:solidFill>
              <a:miter lim="400000"/>
            </a:ln>
            <a:effectLst/>
          </p:spPr>
          <p:txBody>
            <a:bodyPr lIns="108000" tIns="72000" rIns="108000" bIns="72000" rtlCol="0" anchor="ctr"/>
            <a:lstStyle/>
            <a:p>
              <a:pPr marL="457200" marR="0" lvl="1"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srgbClr val="071C25"/>
                </a:solidFill>
                <a:effectLst/>
                <a:uLnTx/>
                <a:uFillTx/>
                <a:latin typeface="Arial"/>
                <a:ea typeface="+mn-ea"/>
                <a:cs typeface="+mn-cs"/>
              </a:endParaRPr>
            </a:p>
          </p:txBody>
        </p:sp>
      </p:grpSp>
    </p:spTree>
    <p:extLst>
      <p:ext uri="{BB962C8B-B14F-4D97-AF65-F5344CB8AC3E}">
        <p14:creationId xmlns:p14="http://schemas.microsoft.com/office/powerpoint/2010/main" val="26283853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to 4" hidden="1">
            <a:extLst>
              <a:ext uri="{FF2B5EF4-FFF2-40B4-BE49-F238E27FC236}">
                <a16:creationId xmlns:a16="http://schemas.microsoft.com/office/drawing/2014/main" id="{A677A37F-12D8-4D93-9E97-C4381886DB4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Slide do think-cell" r:id="rId5" imgW="395" imgH="394" progId="TCLayout.ActiveDocument.1">
                  <p:embed/>
                </p:oleObj>
              </mc:Choice>
              <mc:Fallback>
                <p:oleObj name="Slide do think-cell" r:id="rId5" imgW="395" imgH="394" progId="TCLayout.ActiveDocument.1">
                  <p:embed/>
                  <p:pic>
                    <p:nvPicPr>
                      <p:cNvPr id="5" name="Objeto 4" hidden="1">
                        <a:extLst>
                          <a:ext uri="{FF2B5EF4-FFF2-40B4-BE49-F238E27FC236}">
                            <a16:creationId xmlns:a16="http://schemas.microsoft.com/office/drawing/2014/main" id="{A677A37F-12D8-4D93-9E97-C4381886DB4D}"/>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 name="Retângulo 3" hidden="1">
            <a:extLst>
              <a:ext uri="{FF2B5EF4-FFF2-40B4-BE49-F238E27FC236}">
                <a16:creationId xmlns:a16="http://schemas.microsoft.com/office/drawing/2014/main" id="{7894076F-8C6B-402D-AEB8-5EB308F46D42}"/>
              </a:ext>
            </a:extLst>
          </p:cNvPr>
          <p:cNvSpPr/>
          <p:nvPr>
            <p:custDataLst>
              <p:tags r:id="rId2"/>
            </p:custDataLst>
          </p:nvPr>
        </p:nvSpPr>
        <p:spPr>
          <a:xfrm>
            <a:off x="0" y="0"/>
            <a:ext cx="158750" cy="158750"/>
          </a:xfrm>
          <a:prstGeom prst="rect">
            <a:avLst/>
          </a:prstGeom>
          <a:solidFill>
            <a:schemeClr val="accent2"/>
          </a:solidFill>
          <a:ln w="19050">
            <a:solidFill>
              <a:schemeClr val="accent2"/>
            </a:solidFill>
            <a:miter lim="400000"/>
          </a:ln>
          <a:effectLst/>
        </p:spPr>
        <p:txBody>
          <a:bodyPr wrap="none" lIns="0" tIns="0" rIns="0" bIns="0" numCol="1" spcCol="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2000" b="1" i="0" u="none" strike="noStrike" kern="1200" cap="none" spc="0" normalizeH="0" baseline="0" noProof="0">
              <a:ln>
                <a:noFill/>
              </a:ln>
              <a:solidFill>
                <a:prstClr val="white"/>
              </a:solidFill>
              <a:effectLst/>
              <a:uLnTx/>
              <a:uFillTx/>
              <a:latin typeface="Arial" panose="020B0604020202020204" pitchFamily="34" charset="0"/>
              <a:ea typeface="+mn-ea"/>
              <a:cs typeface="+mn-cs"/>
              <a:sym typeface="Arial" panose="020B0604020202020204" pitchFamily="34" charset="0"/>
            </a:endParaRPr>
          </a:p>
        </p:txBody>
      </p:sp>
      <p:sp>
        <p:nvSpPr>
          <p:cNvPr id="2" name="Espaço Reservado para Texto 1">
            <a:extLst>
              <a:ext uri="{FF2B5EF4-FFF2-40B4-BE49-F238E27FC236}">
                <a16:creationId xmlns:a16="http://schemas.microsoft.com/office/drawing/2014/main" id="{8AE9C9D6-8C1E-4FFD-BDA3-2FB4BE8AC360}"/>
              </a:ext>
            </a:extLst>
          </p:cNvPr>
          <p:cNvSpPr>
            <a:spLocks noGrp="1"/>
          </p:cNvSpPr>
          <p:nvPr>
            <p:ph type="body" sz="quarter" idx="14"/>
          </p:nvPr>
        </p:nvSpPr>
        <p:spPr/>
        <p:txBody>
          <a:bodyPr/>
          <a:lstStyle/>
          <a:p>
            <a:r>
              <a:rPr lang="pt-BR"/>
              <a:t>Fonte: Mirow &amp; Co.</a:t>
            </a:r>
          </a:p>
        </p:txBody>
      </p:sp>
      <p:sp>
        <p:nvSpPr>
          <p:cNvPr id="3" name="Título 2">
            <a:extLst>
              <a:ext uri="{FF2B5EF4-FFF2-40B4-BE49-F238E27FC236}">
                <a16:creationId xmlns:a16="http://schemas.microsoft.com/office/drawing/2014/main" id="{75DDC4FC-0157-45FC-84A9-7663EDF709ED}"/>
              </a:ext>
            </a:extLst>
          </p:cNvPr>
          <p:cNvSpPr>
            <a:spLocks noGrp="1"/>
          </p:cNvSpPr>
          <p:nvPr>
            <p:ph type="title"/>
          </p:nvPr>
        </p:nvSpPr>
        <p:spPr/>
        <p:txBody>
          <a:bodyPr vert="horz"/>
          <a:lstStyle/>
          <a:p>
            <a:r>
              <a:rPr lang="pt-BR"/>
              <a:t>Quem somos</a:t>
            </a:r>
          </a:p>
        </p:txBody>
      </p:sp>
      <p:sp>
        <p:nvSpPr>
          <p:cNvPr id="6" name="Retângulo 5">
            <a:extLst>
              <a:ext uri="{FF2B5EF4-FFF2-40B4-BE49-F238E27FC236}">
                <a16:creationId xmlns:a16="http://schemas.microsoft.com/office/drawing/2014/main" id="{FA0C6C63-6CF5-49EC-B1BC-AE0EFDFDF634}"/>
              </a:ext>
            </a:extLst>
          </p:cNvPr>
          <p:cNvSpPr/>
          <p:nvPr/>
        </p:nvSpPr>
        <p:spPr>
          <a:xfrm>
            <a:off x="-7526" y="770635"/>
            <a:ext cx="804112" cy="5563904"/>
          </a:xfrm>
          <a:prstGeom prst="rect">
            <a:avLst/>
          </a:prstGeom>
          <a:solidFill>
            <a:schemeClr val="tx2"/>
          </a:solidFill>
          <a:ln w="19050">
            <a:noFill/>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200" b="0" i="0" u="none" strike="noStrike" kern="1200" cap="none" spc="0" normalizeH="0" baseline="0" noProof="0">
              <a:ln>
                <a:noFill/>
              </a:ln>
              <a:solidFill>
                <a:srgbClr val="FFFFFF"/>
              </a:solidFill>
              <a:effectLst/>
              <a:uLnTx/>
              <a:uFillTx/>
              <a:latin typeface="Arial"/>
              <a:ea typeface="+mn-ea"/>
              <a:cs typeface="+mn-cs"/>
            </a:endParaRPr>
          </a:p>
        </p:txBody>
      </p:sp>
      <p:grpSp>
        <p:nvGrpSpPr>
          <p:cNvPr id="58" name="Group 57">
            <a:extLst>
              <a:ext uri="{FF2B5EF4-FFF2-40B4-BE49-F238E27FC236}">
                <a16:creationId xmlns:a16="http://schemas.microsoft.com/office/drawing/2014/main" id="{D5FD8F64-ABA0-4368-AA54-F1124E0D6102}"/>
              </a:ext>
            </a:extLst>
          </p:cNvPr>
          <p:cNvGrpSpPr/>
          <p:nvPr/>
        </p:nvGrpSpPr>
        <p:grpSpPr>
          <a:xfrm>
            <a:off x="313546" y="1100887"/>
            <a:ext cx="4330171" cy="1077218"/>
            <a:chOff x="313546" y="994223"/>
            <a:chExt cx="4330171" cy="1077218"/>
          </a:xfrm>
        </p:grpSpPr>
        <p:grpSp>
          <p:nvGrpSpPr>
            <p:cNvPr id="17" name="Agrupar 16">
              <a:extLst>
                <a:ext uri="{FF2B5EF4-FFF2-40B4-BE49-F238E27FC236}">
                  <a16:creationId xmlns:a16="http://schemas.microsoft.com/office/drawing/2014/main" id="{D0A45C31-BE93-49B1-91E6-EBDC2D871A42}"/>
                </a:ext>
              </a:extLst>
            </p:cNvPr>
            <p:cNvGrpSpPr/>
            <p:nvPr/>
          </p:nvGrpSpPr>
          <p:grpSpPr>
            <a:xfrm>
              <a:off x="313546" y="994223"/>
              <a:ext cx="966080" cy="966080"/>
              <a:chOff x="672906" y="1144695"/>
              <a:chExt cx="1260000" cy="1260000"/>
            </a:xfrm>
          </p:grpSpPr>
          <p:sp>
            <p:nvSpPr>
              <p:cNvPr id="9" name="Elipse 8">
                <a:extLst>
                  <a:ext uri="{FF2B5EF4-FFF2-40B4-BE49-F238E27FC236}">
                    <a16:creationId xmlns:a16="http://schemas.microsoft.com/office/drawing/2014/main" id="{1F02975B-A938-45E8-A420-F734A3847C1A}"/>
                  </a:ext>
                </a:extLst>
              </p:cNvPr>
              <p:cNvSpPr/>
              <p:nvPr/>
            </p:nvSpPr>
            <p:spPr>
              <a:xfrm>
                <a:off x="672906" y="1144695"/>
                <a:ext cx="1260000" cy="1260000"/>
              </a:xfrm>
              <a:prstGeom prst="ellipse">
                <a:avLst/>
              </a:prstGeom>
              <a:solidFill>
                <a:schemeClr val="tx2"/>
              </a:solidFill>
              <a:ln w="38100">
                <a:solidFill>
                  <a:schemeClr val="bg2"/>
                </a:solidFill>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200" b="0" i="0" u="none" strike="noStrike" kern="1200" cap="none" spc="0" normalizeH="0" baseline="0" noProof="0">
                  <a:ln>
                    <a:noFill/>
                  </a:ln>
                  <a:solidFill>
                    <a:srgbClr val="FFFFFF"/>
                  </a:solidFill>
                  <a:effectLst/>
                  <a:uLnTx/>
                  <a:uFillTx/>
                  <a:latin typeface="Arial"/>
                  <a:ea typeface="+mn-ea"/>
                  <a:cs typeface="+mn-cs"/>
                </a:endParaRPr>
              </a:p>
            </p:txBody>
          </p:sp>
          <p:pic>
            <p:nvPicPr>
              <p:cNvPr id="10" name="Imagem 9">
                <a:extLst>
                  <a:ext uri="{FF2B5EF4-FFF2-40B4-BE49-F238E27FC236}">
                    <a16:creationId xmlns:a16="http://schemas.microsoft.com/office/drawing/2014/main" id="{298FFD09-403B-4974-ACF1-BE82756CC7E0}"/>
                  </a:ext>
                </a:extLst>
              </p:cNvPr>
              <p:cNvPicPr>
                <a:picLocks noChangeAspect="1"/>
              </p:cNvPicPr>
              <p:nvPr/>
            </p:nvPicPr>
            <p:blipFill>
              <a:blip r:embed="rId7" cstate="email">
                <a:lum bright="70000" contrast="-70000"/>
                <a:extLst>
                  <a:ext uri="{28A0092B-C50C-407E-A947-70E740481C1C}">
                    <a14:useLocalDpi xmlns:a14="http://schemas.microsoft.com/office/drawing/2010/main"/>
                  </a:ext>
                </a:extLst>
              </a:blip>
              <a:stretch>
                <a:fillRect/>
              </a:stretch>
            </p:blipFill>
            <p:spPr>
              <a:xfrm>
                <a:off x="816906" y="1288695"/>
                <a:ext cx="972000" cy="972000"/>
              </a:xfrm>
              <a:prstGeom prst="rect">
                <a:avLst/>
              </a:prstGeom>
            </p:spPr>
          </p:pic>
        </p:grpSp>
        <p:sp>
          <p:nvSpPr>
            <p:cNvPr id="13" name="Retângulo 41">
              <a:extLst>
                <a:ext uri="{FF2B5EF4-FFF2-40B4-BE49-F238E27FC236}">
                  <a16:creationId xmlns:a16="http://schemas.microsoft.com/office/drawing/2014/main" id="{B75576C5-5922-4D2A-A4E1-CECA73453714}"/>
                </a:ext>
              </a:extLst>
            </p:cNvPr>
            <p:cNvSpPr>
              <a:spLocks/>
            </p:cNvSpPr>
            <p:nvPr/>
          </p:nvSpPr>
          <p:spPr>
            <a:xfrm>
              <a:off x="1390036" y="994223"/>
              <a:ext cx="3253681" cy="1077218"/>
            </a:xfrm>
            <a:prstGeom prst="rect">
              <a:avLst/>
            </a:prstGeom>
          </p:spPr>
          <p:txBody>
            <a:bodyPr wrap="square" lIns="0" tIns="0" rIns="0" bIns="0" anchor="t" anchorCtr="0">
              <a:spAutoFit/>
            </a:bodyPr>
            <a:lstStyle/>
            <a:p>
              <a:pPr marL="0" marR="0" lvl="0" indent="0" algn="l" defTabSz="914400" rtl="0" eaLnBrk="1" fontAlgn="auto" latinLnBrk="0" hangingPunct="1">
                <a:lnSpc>
                  <a:spcPct val="100000"/>
                </a:lnSpc>
                <a:spcBef>
                  <a:spcPts val="0"/>
                </a:spcBef>
                <a:spcAft>
                  <a:spcPts val="1200"/>
                </a:spcAft>
                <a:buClr>
                  <a:srgbClr val="7AB5D3"/>
                </a:buClr>
                <a:buSzTx/>
                <a:buFontTx/>
                <a:buNone/>
                <a:tabLst/>
                <a:defRPr/>
              </a:pPr>
              <a:r>
                <a:rPr kumimoji="0" lang="pt-BR" sz="1200" b="0" i="0" u="none" strike="noStrike" kern="1200" cap="none" spc="0" normalizeH="0" baseline="0" noProof="0">
                  <a:ln>
                    <a:noFill/>
                  </a:ln>
                  <a:solidFill>
                    <a:srgbClr val="071C25"/>
                  </a:solidFill>
                  <a:effectLst/>
                  <a:uLnTx/>
                  <a:uFillTx/>
                  <a:latin typeface="Arial"/>
                  <a:ea typeface="+mn-ea"/>
                  <a:cs typeface="+mn-cs"/>
                </a:rPr>
                <a:t>Somos uma </a:t>
              </a:r>
              <a:r>
                <a:rPr kumimoji="0" lang="pt-BR" sz="1200" b="1" i="0" u="none" strike="noStrike" kern="1200" cap="none" spc="0" normalizeH="0" baseline="0" noProof="0">
                  <a:ln>
                    <a:noFill/>
                  </a:ln>
                  <a:solidFill>
                    <a:srgbClr val="071C25"/>
                  </a:solidFill>
                  <a:effectLst/>
                  <a:uLnTx/>
                  <a:uFillTx/>
                  <a:latin typeface="Arial"/>
                  <a:ea typeface="+mn-ea"/>
                  <a:cs typeface="+mn-cs"/>
                </a:rPr>
                <a:t>consultoria estratégica que apoia seus clientes na resolução dos principais desafios da alta gestão</a:t>
              </a:r>
              <a:endParaRPr kumimoji="0" lang="pt-BR" sz="1200" b="0" i="0" u="none" strike="noStrike" kern="1200" cap="none" spc="0" normalizeH="0" baseline="0" noProof="0">
                <a:ln>
                  <a:noFill/>
                </a:ln>
                <a:solidFill>
                  <a:srgbClr val="071C25"/>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1200"/>
                </a:spcAft>
                <a:buClr>
                  <a:srgbClr val="7AB5D3"/>
                </a:buClr>
                <a:buSzTx/>
                <a:buFontTx/>
                <a:buNone/>
                <a:tabLst/>
                <a:defRPr/>
              </a:pPr>
              <a:r>
                <a:rPr kumimoji="0" lang="pt-BR" sz="1200" b="0" i="0" u="none" strike="noStrike" kern="1200" cap="none" spc="0" normalizeH="0" baseline="0" noProof="0">
                  <a:ln>
                    <a:noFill/>
                  </a:ln>
                  <a:solidFill>
                    <a:srgbClr val="071C25"/>
                  </a:solidFill>
                  <a:effectLst/>
                  <a:uLnTx/>
                  <a:uFillTx/>
                  <a:latin typeface="Arial"/>
                  <a:ea typeface="+mn-ea"/>
                  <a:cs typeface="+mn-cs"/>
                </a:rPr>
                <a:t>Nossos clientes são grandes empresas líderes dos seus segmentos, na maioria multinacionais</a:t>
              </a:r>
            </a:p>
          </p:txBody>
        </p:sp>
      </p:grpSp>
      <p:grpSp>
        <p:nvGrpSpPr>
          <p:cNvPr id="57" name="Group 56">
            <a:extLst>
              <a:ext uri="{FF2B5EF4-FFF2-40B4-BE49-F238E27FC236}">
                <a16:creationId xmlns:a16="http://schemas.microsoft.com/office/drawing/2014/main" id="{1E080B48-B8AB-4864-BC6C-1260C78E9235}"/>
              </a:ext>
            </a:extLst>
          </p:cNvPr>
          <p:cNvGrpSpPr/>
          <p:nvPr/>
        </p:nvGrpSpPr>
        <p:grpSpPr>
          <a:xfrm>
            <a:off x="313546" y="2644646"/>
            <a:ext cx="4330171" cy="1446550"/>
            <a:chOff x="313546" y="2614927"/>
            <a:chExt cx="4330171" cy="1446550"/>
          </a:xfrm>
        </p:grpSpPr>
        <p:grpSp>
          <p:nvGrpSpPr>
            <p:cNvPr id="18" name="Agrupar 17">
              <a:extLst>
                <a:ext uri="{FF2B5EF4-FFF2-40B4-BE49-F238E27FC236}">
                  <a16:creationId xmlns:a16="http://schemas.microsoft.com/office/drawing/2014/main" id="{448E5B35-5E58-49F8-B67A-3754175E3DC8}"/>
                </a:ext>
              </a:extLst>
            </p:cNvPr>
            <p:cNvGrpSpPr/>
            <p:nvPr/>
          </p:nvGrpSpPr>
          <p:grpSpPr>
            <a:xfrm>
              <a:off x="313546" y="2614927"/>
              <a:ext cx="966080" cy="966080"/>
              <a:chOff x="719031" y="2885516"/>
              <a:chExt cx="1260000" cy="1260000"/>
            </a:xfrm>
          </p:grpSpPr>
          <p:sp>
            <p:nvSpPr>
              <p:cNvPr id="7" name="Elipse 6">
                <a:extLst>
                  <a:ext uri="{FF2B5EF4-FFF2-40B4-BE49-F238E27FC236}">
                    <a16:creationId xmlns:a16="http://schemas.microsoft.com/office/drawing/2014/main" id="{CD7A66BD-E74C-486C-84A8-230FDC56F435}"/>
                  </a:ext>
                </a:extLst>
              </p:cNvPr>
              <p:cNvSpPr/>
              <p:nvPr/>
            </p:nvSpPr>
            <p:spPr>
              <a:xfrm>
                <a:off x="719031" y="2885516"/>
                <a:ext cx="1260000" cy="1260000"/>
              </a:xfrm>
              <a:prstGeom prst="ellipse">
                <a:avLst/>
              </a:prstGeom>
              <a:solidFill>
                <a:schemeClr val="tx2"/>
              </a:solidFill>
              <a:ln w="38100">
                <a:solidFill>
                  <a:schemeClr val="bg2"/>
                </a:solidFill>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200" b="0" i="0" u="none" strike="noStrike" kern="1200" cap="none" spc="0" normalizeH="0" baseline="0" noProof="0">
                  <a:ln>
                    <a:noFill/>
                  </a:ln>
                  <a:solidFill>
                    <a:srgbClr val="FFFFFF"/>
                  </a:solidFill>
                  <a:effectLst/>
                  <a:uLnTx/>
                  <a:uFillTx/>
                  <a:latin typeface="Arial"/>
                  <a:ea typeface="+mn-ea"/>
                  <a:cs typeface="+mn-cs"/>
                </a:endParaRPr>
              </a:p>
            </p:txBody>
          </p:sp>
          <p:pic>
            <p:nvPicPr>
              <p:cNvPr id="8" name="Imagem 7">
                <a:extLst>
                  <a:ext uri="{FF2B5EF4-FFF2-40B4-BE49-F238E27FC236}">
                    <a16:creationId xmlns:a16="http://schemas.microsoft.com/office/drawing/2014/main" id="{EBD0308C-FA9F-4AE1-9599-FCBE3C34B5E1}"/>
                  </a:ext>
                </a:extLst>
              </p:cNvPr>
              <p:cNvPicPr>
                <a:picLocks noChangeAspect="1"/>
              </p:cNvPicPr>
              <p:nvPr/>
            </p:nvPicPr>
            <p:blipFill>
              <a:blip r:embed="rId8" cstate="email">
                <a:lum bright="70000" contrast="-70000"/>
                <a:extLst>
                  <a:ext uri="{28A0092B-C50C-407E-A947-70E740481C1C}">
                    <a14:useLocalDpi xmlns:a14="http://schemas.microsoft.com/office/drawing/2010/main"/>
                  </a:ext>
                </a:extLst>
              </a:blip>
              <a:stretch>
                <a:fillRect/>
              </a:stretch>
            </p:blipFill>
            <p:spPr>
              <a:xfrm>
                <a:off x="931590" y="3098075"/>
                <a:ext cx="834882" cy="834882"/>
              </a:xfrm>
              <a:prstGeom prst="rect">
                <a:avLst/>
              </a:prstGeom>
            </p:spPr>
          </p:pic>
        </p:grpSp>
        <p:sp>
          <p:nvSpPr>
            <p:cNvPr id="14" name="Retângulo 41">
              <a:extLst>
                <a:ext uri="{FF2B5EF4-FFF2-40B4-BE49-F238E27FC236}">
                  <a16:creationId xmlns:a16="http://schemas.microsoft.com/office/drawing/2014/main" id="{33B60633-31EA-47C4-BCEA-0B3222180447}"/>
                </a:ext>
              </a:extLst>
            </p:cNvPr>
            <p:cNvSpPr>
              <a:spLocks/>
            </p:cNvSpPr>
            <p:nvPr/>
          </p:nvSpPr>
          <p:spPr>
            <a:xfrm>
              <a:off x="1390036" y="2614927"/>
              <a:ext cx="3253681" cy="1446550"/>
            </a:xfrm>
            <a:prstGeom prst="rect">
              <a:avLst/>
            </a:prstGeom>
          </p:spPr>
          <p:txBody>
            <a:bodyPr wrap="square" lIns="0" tIns="0" rIns="0" bIns="0" anchor="t" anchorCtr="0">
              <a:spAutoFit/>
            </a:bodyPr>
            <a:lstStyle/>
            <a:p>
              <a:pPr marL="0" marR="0" lvl="0" indent="0" algn="l" defTabSz="914400" rtl="0" eaLnBrk="1" fontAlgn="auto" latinLnBrk="0" hangingPunct="1">
                <a:lnSpc>
                  <a:spcPct val="100000"/>
                </a:lnSpc>
                <a:spcBef>
                  <a:spcPts val="0"/>
                </a:spcBef>
                <a:spcAft>
                  <a:spcPts val="1200"/>
                </a:spcAft>
                <a:buClr>
                  <a:srgbClr val="7AB5D3"/>
                </a:buClr>
                <a:buSzTx/>
                <a:buFontTx/>
                <a:buNone/>
                <a:tabLst/>
                <a:defRPr/>
              </a:pPr>
              <a:r>
                <a:rPr kumimoji="0" lang="pt-BR" sz="1200" b="0" i="0" u="none" strike="noStrike" kern="1200" cap="none" spc="0" normalizeH="0" baseline="0" noProof="0">
                  <a:ln>
                    <a:noFill/>
                  </a:ln>
                  <a:solidFill>
                    <a:srgbClr val="071C25"/>
                  </a:solidFill>
                  <a:effectLst/>
                  <a:uLnTx/>
                  <a:uFillTx/>
                  <a:latin typeface="Arial"/>
                  <a:ea typeface="+mn-ea"/>
                  <a:cs typeface="+mn-cs"/>
                </a:rPr>
                <a:t>Fundada em 2013, a Mirow &amp; Co. entregou trabalhos bem-sucedidos para clientes das mais diversas indústrias</a:t>
              </a:r>
            </a:p>
            <a:p>
              <a:pPr marL="0" marR="0" lvl="0" indent="0" algn="l" defTabSz="914400" rtl="0" eaLnBrk="1" fontAlgn="auto" latinLnBrk="0" hangingPunct="1">
                <a:lnSpc>
                  <a:spcPct val="100000"/>
                </a:lnSpc>
                <a:spcBef>
                  <a:spcPts val="0"/>
                </a:spcBef>
                <a:spcAft>
                  <a:spcPts val="1200"/>
                </a:spcAft>
                <a:buClr>
                  <a:srgbClr val="7AB5D3"/>
                </a:buClr>
                <a:buSzTx/>
                <a:buFontTx/>
                <a:buNone/>
                <a:tabLst/>
                <a:defRPr/>
              </a:pPr>
              <a:r>
                <a:rPr kumimoji="0" lang="pt-BR" sz="1200" b="1" i="0" u="none" strike="noStrike" kern="1200" cap="none" spc="0" normalizeH="0" baseline="0" noProof="0">
                  <a:ln>
                    <a:noFill/>
                  </a:ln>
                  <a:solidFill>
                    <a:srgbClr val="071C25"/>
                  </a:solidFill>
                  <a:effectLst/>
                  <a:uLnTx/>
                  <a:uFillTx/>
                  <a:latin typeface="Arial"/>
                  <a:ea typeface="+mn-ea"/>
                  <a:cs typeface="+mn-cs"/>
                </a:rPr>
                <a:t>Mais de 90% dos nossos clientes nos contrataram para projetos adicionais depois de terem concluído um primeiro trabalho conosco</a:t>
              </a:r>
            </a:p>
          </p:txBody>
        </p:sp>
      </p:grpSp>
      <p:grpSp>
        <p:nvGrpSpPr>
          <p:cNvPr id="56" name="Group 55">
            <a:extLst>
              <a:ext uri="{FF2B5EF4-FFF2-40B4-BE49-F238E27FC236}">
                <a16:creationId xmlns:a16="http://schemas.microsoft.com/office/drawing/2014/main" id="{975C2EE5-6376-4B75-9789-4B8169322475}"/>
              </a:ext>
            </a:extLst>
          </p:cNvPr>
          <p:cNvGrpSpPr/>
          <p:nvPr/>
        </p:nvGrpSpPr>
        <p:grpSpPr>
          <a:xfrm>
            <a:off x="313546" y="4557738"/>
            <a:ext cx="4330172" cy="1446550"/>
            <a:chOff x="313546" y="4451074"/>
            <a:chExt cx="4330172" cy="1446550"/>
          </a:xfrm>
        </p:grpSpPr>
        <p:grpSp>
          <p:nvGrpSpPr>
            <p:cNvPr id="19" name="Agrupar 18">
              <a:extLst>
                <a:ext uri="{FF2B5EF4-FFF2-40B4-BE49-F238E27FC236}">
                  <a16:creationId xmlns:a16="http://schemas.microsoft.com/office/drawing/2014/main" id="{7241DE9A-A5E8-43BF-83E7-3A9735D91327}"/>
                </a:ext>
              </a:extLst>
            </p:cNvPr>
            <p:cNvGrpSpPr/>
            <p:nvPr/>
          </p:nvGrpSpPr>
          <p:grpSpPr>
            <a:xfrm>
              <a:off x="313546" y="4451074"/>
              <a:ext cx="966080" cy="966080"/>
              <a:chOff x="9276734" y="3852198"/>
              <a:chExt cx="1260000" cy="1260000"/>
            </a:xfrm>
          </p:grpSpPr>
          <p:sp>
            <p:nvSpPr>
              <p:cNvPr id="11" name="Elipse 10">
                <a:extLst>
                  <a:ext uri="{FF2B5EF4-FFF2-40B4-BE49-F238E27FC236}">
                    <a16:creationId xmlns:a16="http://schemas.microsoft.com/office/drawing/2014/main" id="{00EF3D20-8376-4D8B-92D3-267F19F5E692}"/>
                  </a:ext>
                </a:extLst>
              </p:cNvPr>
              <p:cNvSpPr/>
              <p:nvPr/>
            </p:nvSpPr>
            <p:spPr>
              <a:xfrm>
                <a:off x="9276734" y="3852198"/>
                <a:ext cx="1260000" cy="1260000"/>
              </a:xfrm>
              <a:prstGeom prst="ellipse">
                <a:avLst/>
              </a:prstGeom>
              <a:solidFill>
                <a:schemeClr val="tx2"/>
              </a:solidFill>
              <a:ln w="38100">
                <a:solidFill>
                  <a:schemeClr val="bg2"/>
                </a:solidFill>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200" b="0" i="0" u="none" strike="noStrike" kern="1200" cap="none" spc="0" normalizeH="0" baseline="0" noProof="0">
                  <a:ln>
                    <a:noFill/>
                  </a:ln>
                  <a:solidFill>
                    <a:srgbClr val="FFFFFF"/>
                  </a:solidFill>
                  <a:effectLst/>
                  <a:uLnTx/>
                  <a:uFillTx/>
                  <a:latin typeface="Arial"/>
                  <a:ea typeface="+mn-ea"/>
                  <a:cs typeface="+mn-cs"/>
                </a:endParaRPr>
              </a:p>
            </p:txBody>
          </p:sp>
          <p:pic>
            <p:nvPicPr>
              <p:cNvPr id="12" name="Imagem 11">
                <a:extLst>
                  <a:ext uri="{FF2B5EF4-FFF2-40B4-BE49-F238E27FC236}">
                    <a16:creationId xmlns:a16="http://schemas.microsoft.com/office/drawing/2014/main" id="{CC02D8ED-4AFC-4B56-B1A2-B1F26E076498}"/>
                  </a:ext>
                </a:extLst>
              </p:cNvPr>
              <p:cNvPicPr>
                <a:picLocks noChangeAspect="1"/>
              </p:cNvPicPr>
              <p:nvPr/>
            </p:nvPicPr>
            <p:blipFill>
              <a:blip r:embed="rId9" cstate="email">
                <a:lum bright="70000" contrast="-70000"/>
                <a:extLst>
                  <a:ext uri="{28A0092B-C50C-407E-A947-70E740481C1C}">
                    <a14:useLocalDpi xmlns:a14="http://schemas.microsoft.com/office/drawing/2010/main"/>
                  </a:ext>
                </a:extLst>
              </a:blip>
              <a:stretch>
                <a:fillRect/>
              </a:stretch>
            </p:blipFill>
            <p:spPr>
              <a:xfrm>
                <a:off x="9504678" y="4080142"/>
                <a:ext cx="804112" cy="804112"/>
              </a:xfrm>
              <a:prstGeom prst="rect">
                <a:avLst/>
              </a:prstGeom>
            </p:spPr>
          </p:pic>
        </p:grpSp>
        <p:sp>
          <p:nvSpPr>
            <p:cNvPr id="15" name="Retângulo 41">
              <a:extLst>
                <a:ext uri="{FF2B5EF4-FFF2-40B4-BE49-F238E27FC236}">
                  <a16:creationId xmlns:a16="http://schemas.microsoft.com/office/drawing/2014/main" id="{179EC241-B8BF-46A9-B14E-8050122B0BB0}"/>
                </a:ext>
              </a:extLst>
            </p:cNvPr>
            <p:cNvSpPr>
              <a:spLocks/>
            </p:cNvSpPr>
            <p:nvPr/>
          </p:nvSpPr>
          <p:spPr>
            <a:xfrm>
              <a:off x="1390037" y="4451074"/>
              <a:ext cx="3253681" cy="1446550"/>
            </a:xfrm>
            <a:prstGeom prst="rect">
              <a:avLst/>
            </a:prstGeom>
          </p:spPr>
          <p:txBody>
            <a:bodyPr wrap="square" lIns="0" tIns="0" rIns="0" bIns="0" anchor="t" anchorCtr="0">
              <a:spAutoFit/>
            </a:bodyPr>
            <a:lstStyle/>
            <a:p>
              <a:pPr marL="0" marR="0" lvl="0" indent="0" algn="l" defTabSz="914400" rtl="0" eaLnBrk="1" fontAlgn="auto" latinLnBrk="0" hangingPunct="1">
                <a:lnSpc>
                  <a:spcPct val="100000"/>
                </a:lnSpc>
                <a:spcBef>
                  <a:spcPts val="0"/>
                </a:spcBef>
                <a:spcAft>
                  <a:spcPts val="1200"/>
                </a:spcAft>
                <a:buClr>
                  <a:srgbClr val="7AB5D3"/>
                </a:buClr>
                <a:buSzTx/>
                <a:buFontTx/>
                <a:buNone/>
                <a:tabLst/>
                <a:defRPr/>
              </a:pPr>
              <a:r>
                <a:rPr kumimoji="0" lang="pt-BR" sz="1200" b="1" i="0" u="none" strike="noStrike" kern="1200" cap="none" spc="0" normalizeH="0" baseline="0" noProof="0">
                  <a:ln>
                    <a:noFill/>
                  </a:ln>
                  <a:solidFill>
                    <a:srgbClr val="071C25"/>
                  </a:solidFill>
                  <a:effectLst/>
                  <a:uLnTx/>
                  <a:uFillTx/>
                  <a:latin typeface="Arial"/>
                  <a:ea typeface="+mn-ea"/>
                  <a:cs typeface="+mn-cs"/>
                </a:rPr>
                <a:t>Nosso time conta com profissionais de rica vivência, tanto em consultoria estratégica quanto em destacados cargos executivos de vários setores</a:t>
              </a:r>
            </a:p>
            <a:p>
              <a:pPr marL="0" marR="0" lvl="0" indent="0" algn="l" defTabSz="914400" rtl="0" eaLnBrk="1" fontAlgn="auto" latinLnBrk="0" hangingPunct="1">
                <a:lnSpc>
                  <a:spcPct val="100000"/>
                </a:lnSpc>
                <a:spcBef>
                  <a:spcPts val="0"/>
                </a:spcBef>
                <a:spcAft>
                  <a:spcPts val="1200"/>
                </a:spcAft>
                <a:buClr>
                  <a:srgbClr val="7AB5D3"/>
                </a:buClr>
                <a:buSzTx/>
                <a:buFontTx/>
                <a:buNone/>
                <a:tabLst/>
                <a:defRPr/>
              </a:pPr>
              <a:r>
                <a:rPr kumimoji="0" lang="pt-BR" sz="1200" b="0" i="0" u="none" strike="noStrike" kern="1200" cap="none" spc="0" normalizeH="0" baseline="0" noProof="0">
                  <a:ln>
                    <a:noFill/>
                  </a:ln>
                  <a:solidFill>
                    <a:srgbClr val="071C25"/>
                  </a:solidFill>
                  <a:effectLst/>
                  <a:uLnTx/>
                  <a:uFillTx/>
                  <a:latin typeface="Arial"/>
                  <a:ea typeface="+mn-ea"/>
                  <a:cs typeface="+mn-cs"/>
                </a:rPr>
                <a:t>Conseguimos aliar capacidade crítica e analítica com a empatia de quem já vivenciou o ambiente empresarial na prática</a:t>
              </a:r>
            </a:p>
          </p:txBody>
        </p:sp>
      </p:grpSp>
      <p:sp>
        <p:nvSpPr>
          <p:cNvPr id="44" name="Rectangle 34">
            <a:extLst>
              <a:ext uri="{FF2B5EF4-FFF2-40B4-BE49-F238E27FC236}">
                <a16:creationId xmlns:a16="http://schemas.microsoft.com/office/drawing/2014/main" id="{F2A4FE3B-C01E-4B9A-B270-C07129A4A0AB}"/>
              </a:ext>
            </a:extLst>
          </p:cNvPr>
          <p:cNvSpPr/>
          <p:nvPr/>
        </p:nvSpPr>
        <p:spPr>
          <a:xfrm>
            <a:off x="4894263" y="844395"/>
            <a:ext cx="7297738" cy="3217082"/>
          </a:xfrm>
          <a:prstGeom prst="rect">
            <a:avLst/>
          </a:prstGeom>
          <a:solidFill>
            <a:schemeClr val="bg1">
              <a:lumMod val="9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200" b="0" i="0" u="none" strike="noStrike" kern="1200" cap="none" spc="0" normalizeH="0" baseline="0" noProof="0">
              <a:ln>
                <a:noFill/>
              </a:ln>
              <a:solidFill>
                <a:srgbClr val="2E3D85"/>
              </a:solidFill>
              <a:effectLst/>
              <a:uLnTx/>
              <a:uFillTx/>
              <a:latin typeface="Arial"/>
              <a:ea typeface="+mn-ea"/>
              <a:cs typeface="+mn-cs"/>
            </a:endParaRPr>
          </a:p>
        </p:txBody>
      </p:sp>
      <p:sp>
        <p:nvSpPr>
          <p:cNvPr id="48" name="Rectangle 34">
            <a:extLst>
              <a:ext uri="{FF2B5EF4-FFF2-40B4-BE49-F238E27FC236}">
                <a16:creationId xmlns:a16="http://schemas.microsoft.com/office/drawing/2014/main" id="{672C8B49-F970-4511-8527-57E6E80A2D0B}"/>
              </a:ext>
            </a:extLst>
          </p:cNvPr>
          <p:cNvSpPr/>
          <p:nvPr/>
        </p:nvSpPr>
        <p:spPr>
          <a:xfrm>
            <a:off x="4894263" y="4144973"/>
            <a:ext cx="7297123" cy="2134069"/>
          </a:xfrm>
          <a:prstGeom prst="rect">
            <a:avLst/>
          </a:prstGeom>
          <a:solidFill>
            <a:schemeClr val="bg1">
              <a:lumMod val="9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200" b="0" i="0" u="none" strike="noStrike" kern="1200" cap="none" spc="0" normalizeH="0" baseline="0" noProof="0">
              <a:ln>
                <a:noFill/>
              </a:ln>
              <a:solidFill>
                <a:srgbClr val="2E3D85"/>
              </a:solidFill>
              <a:effectLst/>
              <a:uLnTx/>
              <a:uFillTx/>
              <a:latin typeface="Arial"/>
              <a:ea typeface="+mn-ea"/>
              <a:cs typeface="+mn-cs"/>
            </a:endParaRPr>
          </a:p>
        </p:txBody>
      </p:sp>
      <p:pic>
        <p:nvPicPr>
          <p:cNvPr id="22" name="Picture 10">
            <a:extLst>
              <a:ext uri="{FF2B5EF4-FFF2-40B4-BE49-F238E27FC236}">
                <a16:creationId xmlns:a16="http://schemas.microsoft.com/office/drawing/2014/main" id="{1382CEB8-DAF6-4577-8568-4FEB3E9ADF9B}"/>
              </a:ext>
            </a:extLst>
          </p:cNvPr>
          <p:cNvPicPr>
            <a:picLocks/>
          </p:cNvPicPr>
          <p:nvPr/>
        </p:nvPicPr>
        <p:blipFill rotWithShape="1">
          <a:blip r:embed="rId10" cstate="email">
            <a:duotone>
              <a:srgbClr val="D2D2D2">
                <a:shade val="45000"/>
                <a:satMod val="135000"/>
              </a:srgbClr>
              <a:prstClr val="white"/>
            </a:duotone>
            <a:alphaModFix/>
            <a:extLst>
              <a:ext uri="{28A0092B-C50C-407E-A947-70E740481C1C}">
                <a14:useLocalDpi xmlns:a14="http://schemas.microsoft.com/office/drawing/2010/main"/>
              </a:ext>
            </a:extLst>
          </a:blip>
          <a:srcRect/>
          <a:stretch/>
        </p:blipFill>
        <p:spPr>
          <a:xfrm>
            <a:off x="5024363" y="1283336"/>
            <a:ext cx="7037538" cy="2753243"/>
          </a:xfrm>
          <a:prstGeom prst="rect">
            <a:avLst/>
          </a:prstGeom>
        </p:spPr>
      </p:pic>
      <p:sp>
        <p:nvSpPr>
          <p:cNvPr id="23" name="Elipse 339">
            <a:extLst>
              <a:ext uri="{FF2B5EF4-FFF2-40B4-BE49-F238E27FC236}">
                <a16:creationId xmlns:a16="http://schemas.microsoft.com/office/drawing/2014/main" id="{D4D2AC30-F9D1-438A-B1D5-BE519F671730}"/>
              </a:ext>
            </a:extLst>
          </p:cNvPr>
          <p:cNvSpPr/>
          <p:nvPr/>
        </p:nvSpPr>
        <p:spPr>
          <a:xfrm>
            <a:off x="9261729" y="1811099"/>
            <a:ext cx="111144" cy="111144"/>
          </a:xfrm>
          <a:prstGeom prst="ellipse">
            <a:avLst/>
          </a:prstGeom>
          <a:solidFill>
            <a:schemeClr val="bg1"/>
          </a:solidFill>
          <a:ln w="952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pt-BR" sz="1200" b="1" i="0" u="none" strike="noStrike" kern="0" cap="none" spc="0" normalizeH="0" baseline="0" noProof="0">
              <a:ln>
                <a:noFill/>
              </a:ln>
              <a:solidFill>
                <a:srgbClr val="073E87"/>
              </a:solidFill>
              <a:effectLst/>
              <a:uLnTx/>
              <a:uFillTx/>
              <a:latin typeface="Arial"/>
              <a:ea typeface="+mn-ea"/>
              <a:cs typeface="+mn-cs"/>
            </a:endParaRPr>
          </a:p>
        </p:txBody>
      </p:sp>
      <p:sp>
        <p:nvSpPr>
          <p:cNvPr id="24" name="Rectangle 6">
            <a:extLst>
              <a:ext uri="{FF2B5EF4-FFF2-40B4-BE49-F238E27FC236}">
                <a16:creationId xmlns:a16="http://schemas.microsoft.com/office/drawing/2014/main" id="{6BCC0098-8B04-4BDB-8A76-64B34E97D879}"/>
              </a:ext>
            </a:extLst>
          </p:cNvPr>
          <p:cNvSpPr>
            <a:spLocks noChangeArrowheads="1"/>
          </p:cNvSpPr>
          <p:nvPr/>
        </p:nvSpPr>
        <p:spPr bwMode="gray">
          <a:xfrm>
            <a:off x="9300216" y="2003546"/>
            <a:ext cx="580287" cy="1523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defTabSz="895350">
              <a:buClr>
                <a:schemeClr val="tx2"/>
              </a:buClr>
              <a:defRPr sz="1600">
                <a:solidFill>
                  <a:schemeClr val="tx1"/>
                </a:solidFill>
                <a:latin typeface="Arial" charset="0"/>
              </a:defRPr>
            </a:lvl1pPr>
            <a:lvl2pPr marL="193675" indent="-192088" defTabSz="895350">
              <a:buClr>
                <a:schemeClr val="tx2"/>
              </a:buClr>
              <a:buSzPct val="125000"/>
              <a:buFont typeface="Arial" charset="0"/>
              <a:buChar char="▪"/>
              <a:defRPr sz="1600">
                <a:solidFill>
                  <a:schemeClr val="tx1"/>
                </a:solidFill>
                <a:latin typeface="Arial" charset="0"/>
              </a:defRPr>
            </a:lvl2pPr>
            <a:lvl3pPr marL="457200" indent="-261938" defTabSz="895350">
              <a:buClr>
                <a:schemeClr val="tx2"/>
              </a:buClr>
              <a:buSzPct val="120000"/>
              <a:buFont typeface="Arial" charset="0"/>
              <a:buChar char="–"/>
              <a:defRPr sz="1600">
                <a:solidFill>
                  <a:schemeClr val="tx1"/>
                </a:solidFill>
                <a:latin typeface="Arial" charset="0"/>
              </a:defRPr>
            </a:lvl3pPr>
            <a:lvl4pPr marL="614363" indent="-155575" defTabSz="895350">
              <a:buClr>
                <a:schemeClr val="tx2"/>
              </a:buClr>
              <a:buSzPct val="120000"/>
              <a:buFont typeface="Arial" charset="0"/>
              <a:buChar char="▫"/>
              <a:defRPr sz="1600">
                <a:solidFill>
                  <a:schemeClr val="tx1"/>
                </a:solidFill>
                <a:latin typeface="Arial" charset="0"/>
              </a:defRPr>
            </a:lvl4pPr>
            <a:lvl5pPr marL="746125" indent="-130175" defTabSz="895350">
              <a:buClr>
                <a:schemeClr val="tx2"/>
              </a:buClr>
              <a:buSzPct val="89000"/>
              <a:buFont typeface="Arial" charset="0"/>
              <a:buChar char="-"/>
              <a:defRPr sz="1600">
                <a:solidFill>
                  <a:schemeClr val="tx1"/>
                </a:solidFill>
                <a:latin typeface="Arial" charset="0"/>
              </a:defRPr>
            </a:lvl5pPr>
            <a:lvl6pPr marL="1203325" indent="-130175" defTabSz="895350" fontAlgn="base">
              <a:spcBef>
                <a:spcPct val="0"/>
              </a:spcBef>
              <a:spcAft>
                <a:spcPct val="0"/>
              </a:spcAft>
              <a:buClr>
                <a:schemeClr val="tx2"/>
              </a:buClr>
              <a:buSzPct val="89000"/>
              <a:buFont typeface="Arial" charset="0"/>
              <a:buChar char="-"/>
              <a:defRPr sz="1600">
                <a:solidFill>
                  <a:schemeClr val="tx1"/>
                </a:solidFill>
                <a:latin typeface="Arial" charset="0"/>
              </a:defRPr>
            </a:lvl6pPr>
            <a:lvl7pPr marL="1660525" indent="-130175" defTabSz="895350" fontAlgn="base">
              <a:spcBef>
                <a:spcPct val="0"/>
              </a:spcBef>
              <a:spcAft>
                <a:spcPct val="0"/>
              </a:spcAft>
              <a:buClr>
                <a:schemeClr val="tx2"/>
              </a:buClr>
              <a:buSzPct val="89000"/>
              <a:buFont typeface="Arial" charset="0"/>
              <a:buChar char="-"/>
              <a:defRPr sz="1600">
                <a:solidFill>
                  <a:schemeClr val="tx1"/>
                </a:solidFill>
                <a:latin typeface="Arial" charset="0"/>
              </a:defRPr>
            </a:lvl7pPr>
            <a:lvl8pPr marL="2117725" indent="-130175" defTabSz="895350" fontAlgn="base">
              <a:spcBef>
                <a:spcPct val="0"/>
              </a:spcBef>
              <a:spcAft>
                <a:spcPct val="0"/>
              </a:spcAft>
              <a:buClr>
                <a:schemeClr val="tx2"/>
              </a:buClr>
              <a:buSzPct val="89000"/>
              <a:buFont typeface="Arial" charset="0"/>
              <a:buChar char="-"/>
              <a:defRPr sz="1600">
                <a:solidFill>
                  <a:schemeClr val="tx1"/>
                </a:solidFill>
                <a:latin typeface="Arial" charset="0"/>
              </a:defRPr>
            </a:lvl8pPr>
            <a:lvl9pPr marL="2574925" indent="-130175" defTabSz="895350" fontAlgn="base">
              <a:spcBef>
                <a:spcPct val="0"/>
              </a:spcBef>
              <a:spcAft>
                <a:spcPct val="0"/>
              </a:spcAft>
              <a:buClr>
                <a:schemeClr val="tx2"/>
              </a:buClr>
              <a:buSzPct val="89000"/>
              <a:buFont typeface="Arial" charset="0"/>
              <a:buChar char="-"/>
              <a:defRPr sz="1600">
                <a:solidFill>
                  <a:schemeClr val="tx1"/>
                </a:solidFill>
                <a:latin typeface="Arial" charset="0"/>
              </a:defRPr>
            </a:lvl9pPr>
          </a:lstStyle>
          <a:p>
            <a:pPr marL="0" marR="0" lvl="0" indent="0" algn="l" defTabSz="895350" rtl="0" eaLnBrk="1" fontAlgn="base" latinLnBrk="0" hangingPunct="1">
              <a:lnSpc>
                <a:spcPct val="90000"/>
              </a:lnSpc>
              <a:spcBef>
                <a:spcPct val="10000"/>
              </a:spcBef>
              <a:spcAft>
                <a:spcPct val="0"/>
              </a:spcAft>
              <a:buClrTx/>
              <a:buSzTx/>
              <a:buFontTx/>
              <a:buNone/>
              <a:tabLst/>
              <a:defRPr/>
            </a:pPr>
            <a:r>
              <a:rPr kumimoji="0" lang="pt-BR" altLang="pt-BR" sz="1100" b="1" i="0" u="none" strike="noStrike" kern="0" cap="none" spc="0" normalizeH="0" baseline="0" noProof="0">
                <a:ln>
                  <a:noFill/>
                </a:ln>
                <a:solidFill>
                  <a:srgbClr val="071C25"/>
                </a:solidFill>
                <a:effectLst/>
                <a:uLnTx/>
                <a:uFillTx/>
                <a:latin typeface="Arial"/>
                <a:ea typeface="+mn-ea"/>
                <a:cs typeface="Arial" charset="0"/>
              </a:rPr>
              <a:t>Munique</a:t>
            </a:r>
            <a:endParaRPr kumimoji="0" lang="pt-BR" altLang="pt-BR" sz="1100" b="0" i="0" u="none" strike="noStrike" kern="0" cap="none" spc="0" normalizeH="0" baseline="0" noProof="0">
              <a:ln>
                <a:noFill/>
              </a:ln>
              <a:solidFill>
                <a:srgbClr val="071C25"/>
              </a:solidFill>
              <a:effectLst/>
              <a:uLnTx/>
              <a:uFillTx/>
              <a:latin typeface="Arial"/>
              <a:ea typeface="+mn-ea"/>
              <a:cs typeface="Arial" charset="0"/>
            </a:endParaRPr>
          </a:p>
        </p:txBody>
      </p:sp>
      <p:sp>
        <p:nvSpPr>
          <p:cNvPr id="29" name="Elipse 306">
            <a:extLst>
              <a:ext uri="{FF2B5EF4-FFF2-40B4-BE49-F238E27FC236}">
                <a16:creationId xmlns:a16="http://schemas.microsoft.com/office/drawing/2014/main" id="{BE8A5C09-07B1-49B6-B123-388C574B48E7}"/>
              </a:ext>
            </a:extLst>
          </p:cNvPr>
          <p:cNvSpPr/>
          <p:nvPr/>
        </p:nvSpPr>
        <p:spPr>
          <a:xfrm>
            <a:off x="8043678" y="3654158"/>
            <a:ext cx="111144" cy="111144"/>
          </a:xfrm>
          <a:prstGeom prst="ellipse">
            <a:avLst/>
          </a:prstGeom>
          <a:solidFill>
            <a:schemeClr val="tx2"/>
          </a:solidFill>
          <a:ln w="9525">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pt-BR" sz="1200" b="1" i="0" u="none" strike="noStrike" kern="0" cap="none" spc="0" normalizeH="0" baseline="0" noProof="0">
              <a:ln>
                <a:noFill/>
              </a:ln>
              <a:solidFill>
                <a:srgbClr val="073E87"/>
              </a:solidFill>
              <a:effectLst/>
              <a:uLnTx/>
              <a:uFillTx/>
              <a:latin typeface="Arial"/>
              <a:ea typeface="+mn-ea"/>
              <a:cs typeface="+mn-cs"/>
            </a:endParaRPr>
          </a:p>
        </p:txBody>
      </p:sp>
      <p:sp>
        <p:nvSpPr>
          <p:cNvPr id="30" name="Rectangle 6">
            <a:extLst>
              <a:ext uri="{FF2B5EF4-FFF2-40B4-BE49-F238E27FC236}">
                <a16:creationId xmlns:a16="http://schemas.microsoft.com/office/drawing/2014/main" id="{36D2947A-660C-4FA1-95F9-A1CACDD70E8F}"/>
              </a:ext>
            </a:extLst>
          </p:cNvPr>
          <p:cNvSpPr>
            <a:spLocks noChangeArrowheads="1"/>
          </p:cNvSpPr>
          <p:nvPr/>
        </p:nvSpPr>
        <p:spPr bwMode="gray">
          <a:xfrm>
            <a:off x="8187571" y="3550682"/>
            <a:ext cx="971420" cy="1523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marL="0" marR="0" lvl="0" indent="0" algn="l" defTabSz="895350" rtl="0" eaLnBrk="1" fontAlgn="base" latinLnBrk="0" hangingPunct="1">
              <a:lnSpc>
                <a:spcPct val="90000"/>
              </a:lnSpc>
              <a:spcBef>
                <a:spcPct val="10000"/>
              </a:spcBef>
              <a:spcAft>
                <a:spcPct val="0"/>
              </a:spcAft>
              <a:buClrTx/>
              <a:buSzTx/>
              <a:buFontTx/>
              <a:buNone/>
              <a:tabLst/>
              <a:defRPr/>
            </a:pPr>
            <a:r>
              <a:rPr kumimoji="0" lang="pt-BR" altLang="pt-BR" sz="1100" b="1" i="0" u="none" strike="noStrike" kern="0" cap="none" spc="0" normalizeH="0" baseline="0" noProof="0">
                <a:ln>
                  <a:noFill/>
                </a:ln>
                <a:solidFill>
                  <a:srgbClr val="071C25"/>
                </a:solidFill>
                <a:effectLst/>
                <a:uLnTx/>
                <a:uFillTx/>
                <a:latin typeface="Arial"/>
                <a:ea typeface="+mn-ea"/>
                <a:cs typeface="Arial" charset="0"/>
              </a:rPr>
              <a:t>Rio de Janeiro</a:t>
            </a:r>
          </a:p>
        </p:txBody>
      </p:sp>
      <p:sp>
        <p:nvSpPr>
          <p:cNvPr id="31" name="Elipse 306">
            <a:extLst>
              <a:ext uri="{FF2B5EF4-FFF2-40B4-BE49-F238E27FC236}">
                <a16:creationId xmlns:a16="http://schemas.microsoft.com/office/drawing/2014/main" id="{78B35C0C-AF04-4725-BD61-1ECCCC3564A0}"/>
              </a:ext>
            </a:extLst>
          </p:cNvPr>
          <p:cNvSpPr/>
          <p:nvPr/>
        </p:nvSpPr>
        <p:spPr>
          <a:xfrm>
            <a:off x="7921803" y="3726986"/>
            <a:ext cx="111144" cy="111144"/>
          </a:xfrm>
          <a:prstGeom prst="ellipse">
            <a:avLst/>
          </a:prstGeom>
          <a:solidFill>
            <a:schemeClr val="tx2"/>
          </a:solidFill>
          <a:ln w="9525">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pt-BR" sz="1200" b="1" i="0" u="none" strike="noStrike" kern="0" cap="none" spc="0" normalizeH="0" baseline="0" noProof="0">
              <a:ln>
                <a:noFill/>
              </a:ln>
              <a:solidFill>
                <a:srgbClr val="073E87"/>
              </a:solidFill>
              <a:effectLst/>
              <a:uLnTx/>
              <a:uFillTx/>
              <a:latin typeface="Arial"/>
              <a:ea typeface="+mn-ea"/>
              <a:cs typeface="+mn-cs"/>
            </a:endParaRPr>
          </a:p>
        </p:txBody>
      </p:sp>
      <p:sp>
        <p:nvSpPr>
          <p:cNvPr id="32" name="Rectangle 6">
            <a:extLst>
              <a:ext uri="{FF2B5EF4-FFF2-40B4-BE49-F238E27FC236}">
                <a16:creationId xmlns:a16="http://schemas.microsoft.com/office/drawing/2014/main" id="{B4A37B7F-2BC3-4E4C-A15C-5B7D17CE01E9}"/>
              </a:ext>
            </a:extLst>
          </p:cNvPr>
          <p:cNvSpPr>
            <a:spLocks noChangeArrowheads="1"/>
          </p:cNvSpPr>
          <p:nvPr/>
        </p:nvSpPr>
        <p:spPr bwMode="gray">
          <a:xfrm>
            <a:off x="8019820" y="3847501"/>
            <a:ext cx="682879" cy="1523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marL="0" marR="0" lvl="0" indent="0" algn="l" defTabSz="895350" rtl="0" eaLnBrk="1" fontAlgn="base" latinLnBrk="0" hangingPunct="1">
              <a:lnSpc>
                <a:spcPct val="90000"/>
              </a:lnSpc>
              <a:spcBef>
                <a:spcPct val="10000"/>
              </a:spcBef>
              <a:spcAft>
                <a:spcPct val="0"/>
              </a:spcAft>
              <a:buClrTx/>
              <a:buSzTx/>
              <a:buFontTx/>
              <a:buNone/>
              <a:tabLst/>
              <a:defRPr/>
            </a:pPr>
            <a:r>
              <a:rPr kumimoji="0" lang="pt-BR" altLang="pt-BR" sz="1100" b="1" i="0" u="none" strike="noStrike" kern="0" cap="none" spc="0" normalizeH="0" baseline="0" noProof="0">
                <a:ln>
                  <a:noFill/>
                </a:ln>
                <a:solidFill>
                  <a:srgbClr val="071C25"/>
                </a:solidFill>
                <a:effectLst/>
                <a:uLnTx/>
                <a:uFillTx/>
                <a:latin typeface="Arial"/>
                <a:ea typeface="+mn-ea"/>
                <a:cs typeface="Arial" charset="0"/>
              </a:rPr>
              <a:t>São Paulo</a:t>
            </a:r>
          </a:p>
        </p:txBody>
      </p:sp>
      <p:sp>
        <p:nvSpPr>
          <p:cNvPr id="33" name="Retângulo 41">
            <a:extLst>
              <a:ext uri="{FF2B5EF4-FFF2-40B4-BE49-F238E27FC236}">
                <a16:creationId xmlns:a16="http://schemas.microsoft.com/office/drawing/2014/main" id="{F72D6F5E-0BBD-4355-83C9-273A25121902}"/>
              </a:ext>
            </a:extLst>
          </p:cNvPr>
          <p:cNvSpPr>
            <a:spLocks/>
          </p:cNvSpPr>
          <p:nvPr/>
        </p:nvSpPr>
        <p:spPr>
          <a:xfrm>
            <a:off x="5081070" y="1368245"/>
            <a:ext cx="2726015" cy="1107996"/>
          </a:xfrm>
          <a:prstGeom prst="rect">
            <a:avLst/>
          </a:prstGeom>
        </p:spPr>
        <p:txBody>
          <a:bodyPr wrap="square" lIns="0" tIns="0" rIns="0" bIns="0" anchor="t" anchorCtr="0">
            <a:spAutoFit/>
          </a:bodyPr>
          <a:lstStyle/>
          <a:p>
            <a:pPr marL="0" marR="0" lvl="0" indent="0" algn="l" defTabSz="914400" rtl="0" eaLnBrk="1" fontAlgn="auto" latinLnBrk="0" hangingPunct="1">
              <a:lnSpc>
                <a:spcPct val="100000"/>
              </a:lnSpc>
              <a:spcBef>
                <a:spcPts val="0"/>
              </a:spcBef>
              <a:spcAft>
                <a:spcPts val="1200"/>
              </a:spcAft>
              <a:buClr>
                <a:srgbClr val="7AB5D3"/>
              </a:buClr>
              <a:buSzTx/>
              <a:buFontTx/>
              <a:buNone/>
              <a:tabLst/>
              <a:defRPr/>
            </a:pPr>
            <a:r>
              <a:rPr kumimoji="0" lang="pt-BR" sz="1200" b="1" i="1" u="none" strike="noStrike" kern="1200" cap="none" spc="0" normalizeH="0" baseline="0" noProof="0">
                <a:ln>
                  <a:noFill/>
                </a:ln>
                <a:solidFill>
                  <a:srgbClr val="071C25"/>
                </a:solidFill>
                <a:effectLst/>
                <a:uLnTx/>
                <a:uFillTx/>
                <a:latin typeface="Arial"/>
                <a:ea typeface="+mn-ea"/>
                <a:cs typeface="+mn-cs"/>
              </a:rPr>
              <a:t>Nossa equipe conta com 50+ consultores e 8 sócios em nossos escritórios de São Paulo e Rio de Janeiro, além disso, possuímos parcerias com as melhores consultorias ao redor do Mundo</a:t>
            </a:r>
            <a:endParaRPr kumimoji="0" lang="pt-BR" sz="1200" b="1" i="1" u="none" strike="noStrike" kern="1200" cap="none" spc="0" normalizeH="0" baseline="0" noProof="0">
              <a:ln>
                <a:noFill/>
              </a:ln>
              <a:solidFill>
                <a:srgbClr val="071C25"/>
              </a:solidFill>
              <a:effectLst/>
              <a:highlight>
                <a:srgbClr val="FFFF00"/>
              </a:highlight>
              <a:uLnTx/>
              <a:uFillTx/>
              <a:latin typeface="Arial"/>
              <a:ea typeface="+mn-ea"/>
              <a:cs typeface="+mn-cs"/>
            </a:endParaRPr>
          </a:p>
        </p:txBody>
      </p:sp>
      <p:grpSp>
        <p:nvGrpSpPr>
          <p:cNvPr id="54" name="Group 53">
            <a:extLst>
              <a:ext uri="{FF2B5EF4-FFF2-40B4-BE49-F238E27FC236}">
                <a16:creationId xmlns:a16="http://schemas.microsoft.com/office/drawing/2014/main" id="{91B6546F-59C4-45FE-A8F0-32690A067664}"/>
              </a:ext>
            </a:extLst>
          </p:cNvPr>
          <p:cNvGrpSpPr/>
          <p:nvPr/>
        </p:nvGrpSpPr>
        <p:grpSpPr>
          <a:xfrm>
            <a:off x="9028891" y="994263"/>
            <a:ext cx="2988241" cy="138516"/>
            <a:chOff x="8814826" y="970513"/>
            <a:chExt cx="2988241" cy="138516"/>
          </a:xfrm>
        </p:grpSpPr>
        <p:sp>
          <p:nvSpPr>
            <p:cNvPr id="34" name="Elipse 339">
              <a:extLst>
                <a:ext uri="{FF2B5EF4-FFF2-40B4-BE49-F238E27FC236}">
                  <a16:creationId xmlns:a16="http://schemas.microsoft.com/office/drawing/2014/main" id="{2E9541A2-424A-4AD7-8767-682F793ACB9F}"/>
                </a:ext>
              </a:extLst>
            </p:cNvPr>
            <p:cNvSpPr/>
            <p:nvPr/>
          </p:nvSpPr>
          <p:spPr>
            <a:xfrm>
              <a:off x="8814826" y="984190"/>
              <a:ext cx="111144" cy="111144"/>
            </a:xfrm>
            <a:prstGeom prst="ellipse">
              <a:avLst/>
            </a:prstGeom>
            <a:solidFill>
              <a:schemeClr val="tx2"/>
            </a:solidFill>
            <a:ln w="952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pt-BR" sz="1000" b="1" i="0" u="none" strike="noStrike" kern="0" cap="none" spc="0" normalizeH="0" baseline="0" noProof="0">
                <a:ln>
                  <a:noFill/>
                </a:ln>
                <a:solidFill>
                  <a:srgbClr val="073E87"/>
                </a:solidFill>
                <a:effectLst/>
                <a:uLnTx/>
                <a:uFillTx/>
                <a:latin typeface="Arial"/>
                <a:ea typeface="+mn-ea"/>
                <a:cs typeface="+mn-cs"/>
              </a:endParaRPr>
            </a:p>
          </p:txBody>
        </p:sp>
        <p:sp>
          <p:nvSpPr>
            <p:cNvPr id="35" name="Rectangle 6">
              <a:extLst>
                <a:ext uri="{FF2B5EF4-FFF2-40B4-BE49-F238E27FC236}">
                  <a16:creationId xmlns:a16="http://schemas.microsoft.com/office/drawing/2014/main" id="{9C7F3EFD-C6B3-47F8-BC9E-88A79958D49C}"/>
                </a:ext>
              </a:extLst>
            </p:cNvPr>
            <p:cNvSpPr>
              <a:spLocks noChangeArrowheads="1"/>
            </p:cNvSpPr>
            <p:nvPr/>
          </p:nvSpPr>
          <p:spPr bwMode="gray">
            <a:xfrm>
              <a:off x="9008688" y="970513"/>
              <a:ext cx="1365758" cy="138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defTabSz="895350">
                <a:buClr>
                  <a:schemeClr val="tx2"/>
                </a:buClr>
                <a:defRPr sz="1600">
                  <a:solidFill>
                    <a:schemeClr val="tx1"/>
                  </a:solidFill>
                  <a:latin typeface="Arial" charset="0"/>
                </a:defRPr>
              </a:lvl1pPr>
              <a:lvl2pPr marL="193675" indent="-192088" defTabSz="895350">
                <a:buClr>
                  <a:schemeClr val="tx2"/>
                </a:buClr>
                <a:buSzPct val="125000"/>
                <a:buFont typeface="Arial" charset="0"/>
                <a:buChar char="▪"/>
                <a:defRPr sz="1600">
                  <a:solidFill>
                    <a:schemeClr val="tx1"/>
                  </a:solidFill>
                  <a:latin typeface="Arial" charset="0"/>
                </a:defRPr>
              </a:lvl2pPr>
              <a:lvl3pPr marL="457200" indent="-261938" defTabSz="895350">
                <a:buClr>
                  <a:schemeClr val="tx2"/>
                </a:buClr>
                <a:buSzPct val="120000"/>
                <a:buFont typeface="Arial" charset="0"/>
                <a:buChar char="–"/>
                <a:defRPr sz="1600">
                  <a:solidFill>
                    <a:schemeClr val="tx1"/>
                  </a:solidFill>
                  <a:latin typeface="Arial" charset="0"/>
                </a:defRPr>
              </a:lvl3pPr>
              <a:lvl4pPr marL="614363" indent="-155575" defTabSz="895350">
                <a:buClr>
                  <a:schemeClr val="tx2"/>
                </a:buClr>
                <a:buSzPct val="120000"/>
                <a:buFont typeface="Arial" charset="0"/>
                <a:buChar char="▫"/>
                <a:defRPr sz="1600">
                  <a:solidFill>
                    <a:schemeClr val="tx1"/>
                  </a:solidFill>
                  <a:latin typeface="Arial" charset="0"/>
                </a:defRPr>
              </a:lvl4pPr>
              <a:lvl5pPr marL="746125" indent="-130175" defTabSz="895350">
                <a:buClr>
                  <a:schemeClr val="tx2"/>
                </a:buClr>
                <a:buSzPct val="89000"/>
                <a:buFont typeface="Arial" charset="0"/>
                <a:buChar char="-"/>
                <a:defRPr sz="1600">
                  <a:solidFill>
                    <a:schemeClr val="tx1"/>
                  </a:solidFill>
                  <a:latin typeface="Arial" charset="0"/>
                </a:defRPr>
              </a:lvl5pPr>
              <a:lvl6pPr marL="1203325" indent="-130175" defTabSz="895350" fontAlgn="base">
                <a:spcBef>
                  <a:spcPct val="0"/>
                </a:spcBef>
                <a:spcAft>
                  <a:spcPct val="0"/>
                </a:spcAft>
                <a:buClr>
                  <a:schemeClr val="tx2"/>
                </a:buClr>
                <a:buSzPct val="89000"/>
                <a:buFont typeface="Arial" charset="0"/>
                <a:buChar char="-"/>
                <a:defRPr sz="1600">
                  <a:solidFill>
                    <a:schemeClr val="tx1"/>
                  </a:solidFill>
                  <a:latin typeface="Arial" charset="0"/>
                </a:defRPr>
              </a:lvl6pPr>
              <a:lvl7pPr marL="1660525" indent="-130175" defTabSz="895350" fontAlgn="base">
                <a:spcBef>
                  <a:spcPct val="0"/>
                </a:spcBef>
                <a:spcAft>
                  <a:spcPct val="0"/>
                </a:spcAft>
                <a:buClr>
                  <a:schemeClr val="tx2"/>
                </a:buClr>
                <a:buSzPct val="89000"/>
                <a:buFont typeface="Arial" charset="0"/>
                <a:buChar char="-"/>
                <a:defRPr sz="1600">
                  <a:solidFill>
                    <a:schemeClr val="tx1"/>
                  </a:solidFill>
                  <a:latin typeface="Arial" charset="0"/>
                </a:defRPr>
              </a:lvl7pPr>
              <a:lvl8pPr marL="2117725" indent="-130175" defTabSz="895350" fontAlgn="base">
                <a:spcBef>
                  <a:spcPct val="0"/>
                </a:spcBef>
                <a:spcAft>
                  <a:spcPct val="0"/>
                </a:spcAft>
                <a:buClr>
                  <a:schemeClr val="tx2"/>
                </a:buClr>
                <a:buSzPct val="89000"/>
                <a:buFont typeface="Arial" charset="0"/>
                <a:buChar char="-"/>
                <a:defRPr sz="1600">
                  <a:solidFill>
                    <a:schemeClr val="tx1"/>
                  </a:solidFill>
                  <a:latin typeface="Arial" charset="0"/>
                </a:defRPr>
              </a:lvl8pPr>
              <a:lvl9pPr marL="2574925" indent="-130175" defTabSz="895350" fontAlgn="base">
                <a:spcBef>
                  <a:spcPct val="0"/>
                </a:spcBef>
                <a:spcAft>
                  <a:spcPct val="0"/>
                </a:spcAft>
                <a:buClr>
                  <a:schemeClr val="tx2"/>
                </a:buClr>
                <a:buSzPct val="89000"/>
                <a:buFont typeface="Arial" charset="0"/>
                <a:buChar char="-"/>
                <a:defRPr sz="1600">
                  <a:solidFill>
                    <a:schemeClr val="tx1"/>
                  </a:solidFill>
                  <a:latin typeface="Arial" charset="0"/>
                </a:defRPr>
              </a:lvl9pPr>
            </a:lstStyle>
            <a:p>
              <a:pPr marL="0" marR="0" lvl="0" indent="0" algn="l" defTabSz="895350" rtl="0" eaLnBrk="1" fontAlgn="base" latinLnBrk="0" hangingPunct="1">
                <a:lnSpc>
                  <a:spcPct val="90000"/>
                </a:lnSpc>
                <a:spcBef>
                  <a:spcPct val="10000"/>
                </a:spcBef>
                <a:spcAft>
                  <a:spcPct val="0"/>
                </a:spcAft>
                <a:buClrTx/>
                <a:buSzTx/>
                <a:buFontTx/>
                <a:buNone/>
                <a:tabLst/>
                <a:defRPr/>
              </a:pPr>
              <a:r>
                <a:rPr kumimoji="0" lang="pt-BR" altLang="pt-BR" sz="1000" b="0" i="0" u="none" strike="noStrike" kern="0" cap="none" spc="0" normalizeH="0" baseline="0" noProof="0">
                  <a:ln>
                    <a:noFill/>
                  </a:ln>
                  <a:solidFill>
                    <a:srgbClr val="000000"/>
                  </a:solidFill>
                  <a:effectLst/>
                  <a:uLnTx/>
                  <a:uFillTx/>
                  <a:latin typeface="Arial"/>
                  <a:ea typeface="+mn-ea"/>
                  <a:cs typeface="Arial" charset="0"/>
                </a:rPr>
                <a:t>Escritórios Mirow &amp; Co. </a:t>
              </a:r>
            </a:p>
          </p:txBody>
        </p:sp>
        <p:sp>
          <p:nvSpPr>
            <p:cNvPr id="36" name="Elipse 339">
              <a:extLst>
                <a:ext uri="{FF2B5EF4-FFF2-40B4-BE49-F238E27FC236}">
                  <a16:creationId xmlns:a16="http://schemas.microsoft.com/office/drawing/2014/main" id="{F5137E57-C4D5-4A01-AC89-08C1432E1669}"/>
                </a:ext>
              </a:extLst>
            </p:cNvPr>
            <p:cNvSpPr/>
            <p:nvPr/>
          </p:nvSpPr>
          <p:spPr>
            <a:xfrm>
              <a:off x="10450233" y="984207"/>
              <a:ext cx="111144" cy="111144"/>
            </a:xfrm>
            <a:prstGeom prst="ellipse">
              <a:avLst/>
            </a:prstGeom>
            <a:solidFill>
              <a:schemeClr val="bg1"/>
            </a:solidFill>
            <a:ln w="952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pt-BR" sz="1000" b="1" i="0" u="none" strike="noStrike" kern="0" cap="none" spc="0" normalizeH="0" baseline="0" noProof="0">
                <a:ln>
                  <a:noFill/>
                </a:ln>
                <a:solidFill>
                  <a:srgbClr val="073E87"/>
                </a:solidFill>
                <a:effectLst/>
                <a:uLnTx/>
                <a:uFillTx/>
                <a:latin typeface="Arial"/>
                <a:ea typeface="+mn-ea"/>
                <a:cs typeface="+mn-cs"/>
              </a:endParaRPr>
            </a:p>
          </p:txBody>
        </p:sp>
        <p:sp>
          <p:nvSpPr>
            <p:cNvPr id="37" name="Rectangle 6">
              <a:extLst>
                <a:ext uri="{FF2B5EF4-FFF2-40B4-BE49-F238E27FC236}">
                  <a16:creationId xmlns:a16="http://schemas.microsoft.com/office/drawing/2014/main" id="{FA95AF30-288D-4BF1-9DF5-F49D16E320EA}"/>
                </a:ext>
              </a:extLst>
            </p:cNvPr>
            <p:cNvSpPr>
              <a:spLocks noChangeArrowheads="1"/>
            </p:cNvSpPr>
            <p:nvPr/>
          </p:nvSpPr>
          <p:spPr bwMode="gray">
            <a:xfrm>
              <a:off x="10644095" y="970530"/>
              <a:ext cx="1158972" cy="138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defTabSz="895350">
                <a:buClr>
                  <a:schemeClr val="tx2"/>
                </a:buClr>
                <a:defRPr sz="1600">
                  <a:solidFill>
                    <a:schemeClr val="tx1"/>
                  </a:solidFill>
                  <a:latin typeface="Arial" charset="0"/>
                </a:defRPr>
              </a:lvl1pPr>
              <a:lvl2pPr marL="193675" indent="-192088" defTabSz="895350">
                <a:buClr>
                  <a:schemeClr val="tx2"/>
                </a:buClr>
                <a:buSzPct val="125000"/>
                <a:buFont typeface="Arial" charset="0"/>
                <a:buChar char="▪"/>
                <a:defRPr sz="1600">
                  <a:solidFill>
                    <a:schemeClr val="tx1"/>
                  </a:solidFill>
                  <a:latin typeface="Arial" charset="0"/>
                </a:defRPr>
              </a:lvl2pPr>
              <a:lvl3pPr marL="457200" indent="-261938" defTabSz="895350">
                <a:buClr>
                  <a:schemeClr val="tx2"/>
                </a:buClr>
                <a:buSzPct val="120000"/>
                <a:buFont typeface="Arial" charset="0"/>
                <a:buChar char="–"/>
                <a:defRPr sz="1600">
                  <a:solidFill>
                    <a:schemeClr val="tx1"/>
                  </a:solidFill>
                  <a:latin typeface="Arial" charset="0"/>
                </a:defRPr>
              </a:lvl3pPr>
              <a:lvl4pPr marL="614363" indent="-155575" defTabSz="895350">
                <a:buClr>
                  <a:schemeClr val="tx2"/>
                </a:buClr>
                <a:buSzPct val="120000"/>
                <a:buFont typeface="Arial" charset="0"/>
                <a:buChar char="▫"/>
                <a:defRPr sz="1600">
                  <a:solidFill>
                    <a:schemeClr val="tx1"/>
                  </a:solidFill>
                  <a:latin typeface="Arial" charset="0"/>
                </a:defRPr>
              </a:lvl4pPr>
              <a:lvl5pPr marL="746125" indent="-130175" defTabSz="895350">
                <a:buClr>
                  <a:schemeClr val="tx2"/>
                </a:buClr>
                <a:buSzPct val="89000"/>
                <a:buFont typeface="Arial" charset="0"/>
                <a:buChar char="-"/>
                <a:defRPr sz="1600">
                  <a:solidFill>
                    <a:schemeClr val="tx1"/>
                  </a:solidFill>
                  <a:latin typeface="Arial" charset="0"/>
                </a:defRPr>
              </a:lvl5pPr>
              <a:lvl6pPr marL="1203325" indent="-130175" defTabSz="895350" fontAlgn="base">
                <a:spcBef>
                  <a:spcPct val="0"/>
                </a:spcBef>
                <a:spcAft>
                  <a:spcPct val="0"/>
                </a:spcAft>
                <a:buClr>
                  <a:schemeClr val="tx2"/>
                </a:buClr>
                <a:buSzPct val="89000"/>
                <a:buFont typeface="Arial" charset="0"/>
                <a:buChar char="-"/>
                <a:defRPr sz="1600">
                  <a:solidFill>
                    <a:schemeClr val="tx1"/>
                  </a:solidFill>
                  <a:latin typeface="Arial" charset="0"/>
                </a:defRPr>
              </a:lvl6pPr>
              <a:lvl7pPr marL="1660525" indent="-130175" defTabSz="895350" fontAlgn="base">
                <a:spcBef>
                  <a:spcPct val="0"/>
                </a:spcBef>
                <a:spcAft>
                  <a:spcPct val="0"/>
                </a:spcAft>
                <a:buClr>
                  <a:schemeClr val="tx2"/>
                </a:buClr>
                <a:buSzPct val="89000"/>
                <a:buFont typeface="Arial" charset="0"/>
                <a:buChar char="-"/>
                <a:defRPr sz="1600">
                  <a:solidFill>
                    <a:schemeClr val="tx1"/>
                  </a:solidFill>
                  <a:latin typeface="Arial" charset="0"/>
                </a:defRPr>
              </a:lvl7pPr>
              <a:lvl8pPr marL="2117725" indent="-130175" defTabSz="895350" fontAlgn="base">
                <a:spcBef>
                  <a:spcPct val="0"/>
                </a:spcBef>
                <a:spcAft>
                  <a:spcPct val="0"/>
                </a:spcAft>
                <a:buClr>
                  <a:schemeClr val="tx2"/>
                </a:buClr>
                <a:buSzPct val="89000"/>
                <a:buFont typeface="Arial" charset="0"/>
                <a:buChar char="-"/>
                <a:defRPr sz="1600">
                  <a:solidFill>
                    <a:schemeClr val="tx1"/>
                  </a:solidFill>
                  <a:latin typeface="Arial" charset="0"/>
                </a:defRPr>
              </a:lvl8pPr>
              <a:lvl9pPr marL="2574925" indent="-130175" defTabSz="895350" fontAlgn="base">
                <a:spcBef>
                  <a:spcPct val="0"/>
                </a:spcBef>
                <a:spcAft>
                  <a:spcPct val="0"/>
                </a:spcAft>
                <a:buClr>
                  <a:schemeClr val="tx2"/>
                </a:buClr>
                <a:buSzPct val="89000"/>
                <a:buFont typeface="Arial" charset="0"/>
                <a:buChar char="-"/>
                <a:defRPr sz="1600">
                  <a:solidFill>
                    <a:schemeClr val="tx1"/>
                  </a:solidFill>
                  <a:latin typeface="Arial" charset="0"/>
                </a:defRPr>
              </a:lvl9pPr>
            </a:lstStyle>
            <a:p>
              <a:pPr marL="0" marR="0" lvl="0" indent="0" algn="l" defTabSz="895350" rtl="0" eaLnBrk="1" fontAlgn="base" latinLnBrk="0" hangingPunct="1">
                <a:lnSpc>
                  <a:spcPct val="90000"/>
                </a:lnSpc>
                <a:spcBef>
                  <a:spcPct val="10000"/>
                </a:spcBef>
                <a:spcAft>
                  <a:spcPct val="0"/>
                </a:spcAft>
                <a:buClrTx/>
                <a:buSzTx/>
                <a:buFontTx/>
                <a:buNone/>
                <a:tabLst/>
                <a:defRPr/>
              </a:pPr>
              <a:r>
                <a:rPr kumimoji="0" lang="pt-BR" altLang="pt-BR" sz="1000" b="0" i="0" u="none" strike="noStrike" kern="0" cap="none" spc="0" normalizeH="0" baseline="0" noProof="0">
                  <a:ln>
                    <a:noFill/>
                  </a:ln>
                  <a:solidFill>
                    <a:srgbClr val="000000"/>
                  </a:solidFill>
                  <a:effectLst/>
                  <a:uLnTx/>
                  <a:uFillTx/>
                  <a:latin typeface="Arial"/>
                  <a:ea typeface="+mn-ea"/>
                  <a:cs typeface="Arial" charset="0"/>
                </a:rPr>
                <a:t>Escritórios parceiros</a:t>
              </a:r>
            </a:p>
          </p:txBody>
        </p:sp>
      </p:grpSp>
      <p:pic>
        <p:nvPicPr>
          <p:cNvPr id="38" name="Picture 12">
            <a:extLst>
              <a:ext uri="{FF2B5EF4-FFF2-40B4-BE49-F238E27FC236}">
                <a16:creationId xmlns:a16="http://schemas.microsoft.com/office/drawing/2014/main" id="{FB695D31-9F23-4901-B194-340E4AEFE793}"/>
              </a:ext>
            </a:extLst>
          </p:cNvPr>
          <p:cNvPicPr>
            <a:picLocks noChangeAspect="1"/>
          </p:cNvPicPr>
          <p:nvPr/>
        </p:nvPicPr>
        <p:blipFill rotWithShape="1">
          <a:blip r:embed="rId11" cstate="email">
            <a:extLst>
              <a:ext uri="{28A0092B-C50C-407E-A947-70E740481C1C}">
                <a14:useLocalDpi xmlns:a14="http://schemas.microsoft.com/office/drawing/2010/main"/>
              </a:ext>
            </a:extLst>
          </a:blip>
          <a:srcRect/>
          <a:stretch/>
        </p:blipFill>
        <p:spPr>
          <a:xfrm>
            <a:off x="10387006" y="4677572"/>
            <a:ext cx="1359811" cy="1367408"/>
          </a:xfrm>
          <a:prstGeom prst="ellipse">
            <a:avLst/>
          </a:prstGeom>
        </p:spPr>
      </p:pic>
      <p:grpSp>
        <p:nvGrpSpPr>
          <p:cNvPr id="39" name="Group 27">
            <a:extLst>
              <a:ext uri="{FF2B5EF4-FFF2-40B4-BE49-F238E27FC236}">
                <a16:creationId xmlns:a16="http://schemas.microsoft.com/office/drawing/2014/main" id="{964D919B-565A-40DD-8824-78CE75A35674}"/>
              </a:ext>
            </a:extLst>
          </p:cNvPr>
          <p:cNvGrpSpPr/>
          <p:nvPr/>
        </p:nvGrpSpPr>
        <p:grpSpPr>
          <a:xfrm>
            <a:off x="6806053" y="4675414"/>
            <a:ext cx="1259010" cy="1370767"/>
            <a:chOff x="1060581" y="1058794"/>
            <a:chExt cx="1836000" cy="1998974"/>
          </a:xfrm>
        </p:grpSpPr>
        <p:pic>
          <p:nvPicPr>
            <p:cNvPr id="40" name="Picture 4" descr="https://images.consultingmag.com/contrib/content/uploads/sites/364/2018/02/72Watch-300x152.jpg">
              <a:extLst>
                <a:ext uri="{FF2B5EF4-FFF2-40B4-BE49-F238E27FC236}">
                  <a16:creationId xmlns:a16="http://schemas.microsoft.com/office/drawing/2014/main" id="{3BD02327-AB1D-4FD5-B597-B12733EC16C4}"/>
                </a:ext>
              </a:extLst>
            </p:cNvPr>
            <p:cNvPicPr>
              <a:picLocks noChangeAspect="1" noChangeArrowheads="1"/>
            </p:cNvPicPr>
            <p:nvPr/>
          </p:nvPicPr>
          <p:blipFill>
            <a:blip r:embed="rId12" cstate="email">
              <a:extLst>
                <a:ext uri="{28A0092B-C50C-407E-A947-70E740481C1C}">
                  <a14:useLocalDpi xmlns:a14="http://schemas.microsoft.com/office/drawing/2010/main"/>
                </a:ext>
              </a:extLst>
            </a:blip>
            <a:srcRect/>
            <a:stretch>
              <a:fillRect/>
            </a:stretch>
          </p:blipFill>
          <p:spPr bwMode="auto">
            <a:xfrm>
              <a:off x="1060581" y="1058794"/>
              <a:ext cx="1836000" cy="932807"/>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2">
              <a:extLst>
                <a:ext uri="{FF2B5EF4-FFF2-40B4-BE49-F238E27FC236}">
                  <a16:creationId xmlns:a16="http://schemas.microsoft.com/office/drawing/2014/main" id="{C4C986E2-080D-4E88-BD8E-E0D297D6D66B}"/>
                </a:ext>
              </a:extLst>
            </p:cNvPr>
            <p:cNvPicPr>
              <a:picLocks noChangeAspect="1" noChangeArrowheads="1"/>
            </p:cNvPicPr>
            <p:nvPr/>
          </p:nvPicPr>
          <p:blipFill rotWithShape="1">
            <a:blip r:embed="rId13" cstate="email">
              <a:extLst>
                <a:ext uri="{28A0092B-C50C-407E-A947-70E740481C1C}">
                  <a14:useLocalDpi xmlns:a14="http://schemas.microsoft.com/office/drawing/2010/main"/>
                </a:ext>
              </a:extLst>
            </a:blip>
            <a:srcRect/>
            <a:stretch/>
          </p:blipFill>
          <p:spPr bwMode="auto">
            <a:xfrm>
              <a:off x="1060581" y="2196962"/>
              <a:ext cx="1836000" cy="860806"/>
            </a:xfrm>
            <a:prstGeom prst="rect">
              <a:avLst/>
            </a:prstGeom>
            <a:noFill/>
            <a:extLst>
              <a:ext uri="{909E8E84-426E-40DD-AFC4-6F175D3DCCD1}">
                <a14:hiddenFill xmlns:a14="http://schemas.microsoft.com/office/drawing/2010/main">
                  <a:solidFill>
                    <a:srgbClr val="FFFFFF"/>
                  </a:solidFill>
                </a14:hiddenFill>
              </a:ext>
            </a:extLst>
          </p:spPr>
        </p:pic>
      </p:grpSp>
      <p:sp>
        <p:nvSpPr>
          <p:cNvPr id="43" name="Retângulo 41">
            <a:extLst>
              <a:ext uri="{FF2B5EF4-FFF2-40B4-BE49-F238E27FC236}">
                <a16:creationId xmlns:a16="http://schemas.microsoft.com/office/drawing/2014/main" id="{2545383A-4551-4308-9FE7-C0EA59C1CBE7}"/>
              </a:ext>
            </a:extLst>
          </p:cNvPr>
          <p:cNvSpPr>
            <a:spLocks/>
          </p:cNvSpPr>
          <p:nvPr/>
        </p:nvSpPr>
        <p:spPr>
          <a:xfrm>
            <a:off x="5069132" y="4677506"/>
            <a:ext cx="1486077" cy="923330"/>
          </a:xfrm>
          <a:prstGeom prst="rect">
            <a:avLst/>
          </a:prstGeom>
        </p:spPr>
        <p:txBody>
          <a:bodyPr wrap="square" lIns="0" tIns="0" rIns="0" bIns="0" anchor="t" anchorCtr="0">
            <a:spAutoFit/>
          </a:bodyPr>
          <a:lstStyle/>
          <a:p>
            <a:pPr marL="0" marR="0" lvl="0" indent="0" algn="l" defTabSz="914400" rtl="0" eaLnBrk="1" fontAlgn="auto" latinLnBrk="0" hangingPunct="1">
              <a:lnSpc>
                <a:spcPct val="100000"/>
              </a:lnSpc>
              <a:spcBef>
                <a:spcPts val="0"/>
              </a:spcBef>
              <a:spcAft>
                <a:spcPts val="1200"/>
              </a:spcAft>
              <a:buClr>
                <a:srgbClr val="7AB5D3"/>
              </a:buClr>
              <a:buSzTx/>
              <a:buFontTx/>
              <a:buNone/>
              <a:tabLst/>
              <a:defRPr/>
            </a:pPr>
            <a:r>
              <a:rPr kumimoji="0" lang="pt-BR" sz="1200" b="1" i="1" u="none" strike="noStrike" kern="1200" cap="none" spc="0" normalizeH="0" baseline="0" noProof="0">
                <a:ln>
                  <a:noFill/>
                </a:ln>
                <a:solidFill>
                  <a:srgbClr val="071C25"/>
                </a:solidFill>
                <a:effectLst/>
                <a:uLnTx/>
                <a:uFillTx/>
                <a:latin typeface="Arial"/>
                <a:ea typeface="+mn-ea"/>
                <a:cs typeface="+mn-cs"/>
              </a:rPr>
              <a:t>Nosso mérito é reconhecido por premiações desde 2018, no Brasil e no exterior </a:t>
            </a:r>
          </a:p>
        </p:txBody>
      </p:sp>
      <p:grpSp>
        <p:nvGrpSpPr>
          <p:cNvPr id="45" name="Group 11">
            <a:extLst>
              <a:ext uri="{FF2B5EF4-FFF2-40B4-BE49-F238E27FC236}">
                <a16:creationId xmlns:a16="http://schemas.microsoft.com/office/drawing/2014/main" id="{A40CCDFC-D54B-4A52-8B83-FE7CF3090A08}"/>
              </a:ext>
            </a:extLst>
          </p:cNvPr>
          <p:cNvGrpSpPr/>
          <p:nvPr/>
        </p:nvGrpSpPr>
        <p:grpSpPr>
          <a:xfrm>
            <a:off x="5069132" y="982952"/>
            <a:ext cx="6948000" cy="221018"/>
            <a:chOff x="240076" y="756005"/>
            <a:chExt cx="4960938" cy="191305"/>
          </a:xfrm>
          <a:noFill/>
        </p:grpSpPr>
        <p:sp>
          <p:nvSpPr>
            <p:cNvPr id="46" name="Rechteck 51">
              <a:extLst>
                <a:ext uri="{FF2B5EF4-FFF2-40B4-BE49-F238E27FC236}">
                  <a16:creationId xmlns:a16="http://schemas.microsoft.com/office/drawing/2014/main" id="{F8FEF28D-AD2C-481A-B69B-52FE399AA5E8}"/>
                </a:ext>
              </a:extLst>
            </p:cNvPr>
            <p:cNvSpPr>
              <a:spLocks/>
            </p:cNvSpPr>
            <p:nvPr/>
          </p:nvSpPr>
          <p:spPr>
            <a:xfrm>
              <a:off x="240076" y="756005"/>
              <a:ext cx="4960938" cy="191305"/>
            </a:xfrm>
            <a:prstGeom prst="rect">
              <a:avLst/>
            </a:prstGeom>
            <a:grpFill/>
          </p:spPr>
          <p:txBody>
            <a:bodyPr wrap="square" lIns="0" tIns="0" rIns="0" bIns="36000" anchor="b" anchorCtr="0">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pt-BR" sz="1200" b="1" i="0" u="none" strike="noStrike" kern="0" cap="none" spc="-20" normalizeH="0" baseline="0" noProof="0">
                  <a:ln>
                    <a:noFill/>
                  </a:ln>
                  <a:solidFill>
                    <a:srgbClr val="020E66"/>
                  </a:solidFill>
                  <a:effectLst/>
                  <a:uLnTx/>
                  <a:uFillTx/>
                  <a:latin typeface="Arial" panose="020B0604020202020204" pitchFamily="34" charset="0"/>
                  <a:ea typeface="Arial" charset="0"/>
                  <a:cs typeface="Arial" panose="020B0604020202020204" pitchFamily="34" charset="0"/>
                </a:rPr>
                <a:t>Nosso alcance</a:t>
              </a:r>
            </a:p>
          </p:txBody>
        </p:sp>
        <p:cxnSp>
          <p:nvCxnSpPr>
            <p:cNvPr id="47" name="Conector reto 39">
              <a:extLst>
                <a:ext uri="{FF2B5EF4-FFF2-40B4-BE49-F238E27FC236}">
                  <a16:creationId xmlns:a16="http://schemas.microsoft.com/office/drawing/2014/main" id="{362EBEEA-8367-4953-9C8F-DCD27A177F59}"/>
                </a:ext>
              </a:extLst>
            </p:cNvPr>
            <p:cNvCxnSpPr>
              <a:cxnSpLocks/>
            </p:cNvCxnSpPr>
            <p:nvPr/>
          </p:nvCxnSpPr>
          <p:spPr>
            <a:xfrm>
              <a:off x="240076" y="947309"/>
              <a:ext cx="4960938"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9" name="Group 11">
            <a:extLst>
              <a:ext uri="{FF2B5EF4-FFF2-40B4-BE49-F238E27FC236}">
                <a16:creationId xmlns:a16="http://schemas.microsoft.com/office/drawing/2014/main" id="{E9EABBA5-438F-450E-8096-DCD766DC3C94}"/>
              </a:ext>
            </a:extLst>
          </p:cNvPr>
          <p:cNvGrpSpPr/>
          <p:nvPr/>
        </p:nvGrpSpPr>
        <p:grpSpPr>
          <a:xfrm>
            <a:off x="5069132" y="4293904"/>
            <a:ext cx="6948000" cy="221018"/>
            <a:chOff x="240076" y="756005"/>
            <a:chExt cx="4960938" cy="191305"/>
          </a:xfrm>
          <a:noFill/>
        </p:grpSpPr>
        <p:sp>
          <p:nvSpPr>
            <p:cNvPr id="50" name="Rechteck 51">
              <a:extLst>
                <a:ext uri="{FF2B5EF4-FFF2-40B4-BE49-F238E27FC236}">
                  <a16:creationId xmlns:a16="http://schemas.microsoft.com/office/drawing/2014/main" id="{71A2FCF8-B249-45C0-92BE-3D048E573D67}"/>
                </a:ext>
              </a:extLst>
            </p:cNvPr>
            <p:cNvSpPr>
              <a:spLocks/>
            </p:cNvSpPr>
            <p:nvPr/>
          </p:nvSpPr>
          <p:spPr>
            <a:xfrm>
              <a:off x="240076" y="756005"/>
              <a:ext cx="4960938" cy="191305"/>
            </a:xfrm>
            <a:prstGeom prst="rect">
              <a:avLst/>
            </a:prstGeom>
            <a:grpFill/>
          </p:spPr>
          <p:txBody>
            <a:bodyPr wrap="square" lIns="0" tIns="0" rIns="0" bIns="36000" anchor="b" anchorCtr="0">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pt-BR" sz="1200" b="1" i="0" u="none" strike="noStrike" kern="0" cap="none" spc="-20" normalizeH="0" baseline="0" noProof="0">
                  <a:ln>
                    <a:noFill/>
                  </a:ln>
                  <a:solidFill>
                    <a:srgbClr val="020E66"/>
                  </a:solidFill>
                  <a:effectLst/>
                  <a:uLnTx/>
                  <a:uFillTx/>
                  <a:latin typeface="Arial" panose="020B0604020202020204" pitchFamily="34" charset="0"/>
                  <a:ea typeface="Arial" charset="0"/>
                  <a:cs typeface="Arial" panose="020B0604020202020204" pitchFamily="34" charset="0"/>
                </a:rPr>
                <a:t>Nossas premiações</a:t>
              </a:r>
            </a:p>
          </p:txBody>
        </p:sp>
        <p:cxnSp>
          <p:nvCxnSpPr>
            <p:cNvPr id="51" name="Conector reto 39">
              <a:extLst>
                <a:ext uri="{FF2B5EF4-FFF2-40B4-BE49-F238E27FC236}">
                  <a16:creationId xmlns:a16="http://schemas.microsoft.com/office/drawing/2014/main" id="{22EB8206-BBBB-4300-9CFA-B906B9250342}"/>
                </a:ext>
              </a:extLst>
            </p:cNvPr>
            <p:cNvCxnSpPr>
              <a:cxnSpLocks/>
            </p:cNvCxnSpPr>
            <p:nvPr/>
          </p:nvCxnSpPr>
          <p:spPr>
            <a:xfrm>
              <a:off x="240076" y="947309"/>
              <a:ext cx="4960938"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59" name="Imagem 58" descr="Código QR&#10;&#10;Descrição gerada automaticamente">
            <a:extLst>
              <a:ext uri="{FF2B5EF4-FFF2-40B4-BE49-F238E27FC236}">
                <a16:creationId xmlns:a16="http://schemas.microsoft.com/office/drawing/2014/main" id="{BFF3A7F0-6AD1-4FDF-9DEA-381C3E16F0DC}"/>
              </a:ext>
            </a:extLst>
          </p:cNvPr>
          <p:cNvPicPr>
            <a:picLocks noChangeAspect="1"/>
          </p:cNvPicPr>
          <p:nvPr/>
        </p:nvPicPr>
        <p:blipFill>
          <a:blip r:embed="rId14" cstate="email">
            <a:extLst>
              <a:ext uri="{28A0092B-C50C-407E-A947-70E740481C1C}">
                <a14:useLocalDpi xmlns:a14="http://schemas.microsoft.com/office/drawing/2010/main"/>
              </a:ext>
            </a:extLst>
          </a:blip>
          <a:stretch>
            <a:fillRect/>
          </a:stretch>
        </p:blipFill>
        <p:spPr>
          <a:xfrm>
            <a:off x="8317090" y="4672400"/>
            <a:ext cx="1819371" cy="1398043"/>
          </a:xfrm>
          <a:prstGeom prst="rect">
            <a:avLst/>
          </a:prstGeom>
        </p:spPr>
      </p:pic>
      <p:sp>
        <p:nvSpPr>
          <p:cNvPr id="62" name="Elipse 339">
            <a:extLst>
              <a:ext uri="{FF2B5EF4-FFF2-40B4-BE49-F238E27FC236}">
                <a16:creationId xmlns:a16="http://schemas.microsoft.com/office/drawing/2014/main" id="{C39EAE15-1066-460E-AB7C-3EEDDD9DC5F2}"/>
              </a:ext>
            </a:extLst>
          </p:cNvPr>
          <p:cNvSpPr/>
          <p:nvPr/>
        </p:nvSpPr>
        <p:spPr>
          <a:xfrm>
            <a:off x="8917747" y="1697669"/>
            <a:ext cx="111144" cy="111144"/>
          </a:xfrm>
          <a:prstGeom prst="ellipse">
            <a:avLst/>
          </a:prstGeom>
          <a:solidFill>
            <a:schemeClr val="bg1"/>
          </a:solidFill>
          <a:ln w="952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pt-BR" sz="1200" b="1" i="0" u="none" strike="noStrike" kern="0" cap="none" spc="0" normalizeH="0" baseline="0" noProof="0">
              <a:ln>
                <a:noFill/>
              </a:ln>
              <a:solidFill>
                <a:srgbClr val="073E87"/>
              </a:solidFill>
              <a:effectLst/>
              <a:uLnTx/>
              <a:uFillTx/>
              <a:latin typeface="Arial"/>
              <a:ea typeface="+mn-ea"/>
              <a:cs typeface="+mn-cs"/>
            </a:endParaRPr>
          </a:p>
        </p:txBody>
      </p:sp>
      <p:pic>
        <p:nvPicPr>
          <p:cNvPr id="63" name="Picture 6">
            <a:extLst>
              <a:ext uri="{FF2B5EF4-FFF2-40B4-BE49-F238E27FC236}">
                <a16:creationId xmlns:a16="http://schemas.microsoft.com/office/drawing/2014/main" id="{CD016B4E-8BE2-43F5-952C-2757089AF6FD}"/>
              </a:ext>
            </a:extLst>
          </p:cNvPr>
          <p:cNvPicPr>
            <a:picLocks noChangeAspect="1"/>
          </p:cNvPicPr>
          <p:nvPr/>
        </p:nvPicPr>
        <p:blipFill>
          <a:blip r:embed="rId15" cstate="email">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9300216" y="2171095"/>
            <a:ext cx="987660" cy="353790"/>
          </a:xfrm>
          <a:prstGeom prst="rect">
            <a:avLst/>
          </a:prstGeom>
        </p:spPr>
      </p:pic>
      <p:pic>
        <p:nvPicPr>
          <p:cNvPr id="64" name="Picture 10" descr="PSE Consulting">
            <a:extLst>
              <a:ext uri="{FF2B5EF4-FFF2-40B4-BE49-F238E27FC236}">
                <a16:creationId xmlns:a16="http://schemas.microsoft.com/office/drawing/2014/main" id="{8C30C51A-678D-44F7-9423-7F92B28A14B1}"/>
              </a:ext>
            </a:extLst>
          </p:cNvPr>
          <p:cNvPicPr>
            <a:picLocks noChangeAspect="1" noChangeArrowheads="1"/>
          </p:cNvPicPr>
          <p:nvPr/>
        </p:nvPicPr>
        <p:blipFill>
          <a:blip r:embed="rId16" cstate="email">
            <a:extLst>
              <a:ext uri="{28A0092B-C50C-407E-A947-70E740481C1C}">
                <a14:useLocalDpi xmlns:a14="http://schemas.microsoft.com/office/drawing/2010/main"/>
              </a:ext>
            </a:extLst>
          </a:blip>
          <a:srcRect/>
          <a:stretch>
            <a:fillRect/>
          </a:stretch>
        </p:blipFill>
        <p:spPr bwMode="auto">
          <a:xfrm>
            <a:off x="8092987" y="1763984"/>
            <a:ext cx="708447" cy="187206"/>
          </a:xfrm>
          <a:prstGeom prst="rect">
            <a:avLst/>
          </a:prstGeom>
          <a:noFill/>
          <a:extLst>
            <a:ext uri="{909E8E84-426E-40DD-AFC4-6F175D3DCCD1}">
              <a14:hiddenFill xmlns:a14="http://schemas.microsoft.com/office/drawing/2010/main">
                <a:solidFill>
                  <a:srgbClr val="FFFFFF"/>
                </a:solidFill>
              </a14:hiddenFill>
            </a:ext>
          </a:extLst>
        </p:spPr>
      </p:pic>
      <p:sp>
        <p:nvSpPr>
          <p:cNvPr id="61" name="Rectangle 6">
            <a:extLst>
              <a:ext uri="{FF2B5EF4-FFF2-40B4-BE49-F238E27FC236}">
                <a16:creationId xmlns:a16="http://schemas.microsoft.com/office/drawing/2014/main" id="{04F36DFD-92FE-4494-BF07-4882D82FC52E}"/>
              </a:ext>
            </a:extLst>
          </p:cNvPr>
          <p:cNvSpPr>
            <a:spLocks noChangeArrowheads="1"/>
          </p:cNvSpPr>
          <p:nvPr/>
        </p:nvSpPr>
        <p:spPr bwMode="gray">
          <a:xfrm>
            <a:off x="8263901" y="1583927"/>
            <a:ext cx="557845" cy="1523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defTabSz="895350">
              <a:buClr>
                <a:schemeClr val="tx2"/>
              </a:buClr>
              <a:defRPr sz="1600">
                <a:solidFill>
                  <a:schemeClr val="tx1"/>
                </a:solidFill>
                <a:latin typeface="Arial" charset="0"/>
              </a:defRPr>
            </a:lvl1pPr>
            <a:lvl2pPr marL="193675" indent="-192088" defTabSz="895350">
              <a:buClr>
                <a:schemeClr val="tx2"/>
              </a:buClr>
              <a:buSzPct val="125000"/>
              <a:buFont typeface="Arial" charset="0"/>
              <a:buChar char="▪"/>
              <a:defRPr sz="1600">
                <a:solidFill>
                  <a:schemeClr val="tx1"/>
                </a:solidFill>
                <a:latin typeface="Arial" charset="0"/>
              </a:defRPr>
            </a:lvl2pPr>
            <a:lvl3pPr marL="457200" indent="-261938" defTabSz="895350">
              <a:buClr>
                <a:schemeClr val="tx2"/>
              </a:buClr>
              <a:buSzPct val="120000"/>
              <a:buFont typeface="Arial" charset="0"/>
              <a:buChar char="–"/>
              <a:defRPr sz="1600">
                <a:solidFill>
                  <a:schemeClr val="tx1"/>
                </a:solidFill>
                <a:latin typeface="Arial" charset="0"/>
              </a:defRPr>
            </a:lvl3pPr>
            <a:lvl4pPr marL="614363" indent="-155575" defTabSz="895350">
              <a:buClr>
                <a:schemeClr val="tx2"/>
              </a:buClr>
              <a:buSzPct val="120000"/>
              <a:buFont typeface="Arial" charset="0"/>
              <a:buChar char="▫"/>
              <a:defRPr sz="1600">
                <a:solidFill>
                  <a:schemeClr val="tx1"/>
                </a:solidFill>
                <a:latin typeface="Arial" charset="0"/>
              </a:defRPr>
            </a:lvl4pPr>
            <a:lvl5pPr marL="746125" indent="-130175" defTabSz="895350">
              <a:buClr>
                <a:schemeClr val="tx2"/>
              </a:buClr>
              <a:buSzPct val="89000"/>
              <a:buFont typeface="Arial" charset="0"/>
              <a:buChar char="-"/>
              <a:defRPr sz="1600">
                <a:solidFill>
                  <a:schemeClr val="tx1"/>
                </a:solidFill>
                <a:latin typeface="Arial" charset="0"/>
              </a:defRPr>
            </a:lvl5pPr>
            <a:lvl6pPr marL="1203325" indent="-130175" defTabSz="895350" fontAlgn="base">
              <a:spcBef>
                <a:spcPct val="0"/>
              </a:spcBef>
              <a:spcAft>
                <a:spcPct val="0"/>
              </a:spcAft>
              <a:buClr>
                <a:schemeClr val="tx2"/>
              </a:buClr>
              <a:buSzPct val="89000"/>
              <a:buFont typeface="Arial" charset="0"/>
              <a:buChar char="-"/>
              <a:defRPr sz="1600">
                <a:solidFill>
                  <a:schemeClr val="tx1"/>
                </a:solidFill>
                <a:latin typeface="Arial" charset="0"/>
              </a:defRPr>
            </a:lvl6pPr>
            <a:lvl7pPr marL="1660525" indent="-130175" defTabSz="895350" fontAlgn="base">
              <a:spcBef>
                <a:spcPct val="0"/>
              </a:spcBef>
              <a:spcAft>
                <a:spcPct val="0"/>
              </a:spcAft>
              <a:buClr>
                <a:schemeClr val="tx2"/>
              </a:buClr>
              <a:buSzPct val="89000"/>
              <a:buFont typeface="Arial" charset="0"/>
              <a:buChar char="-"/>
              <a:defRPr sz="1600">
                <a:solidFill>
                  <a:schemeClr val="tx1"/>
                </a:solidFill>
                <a:latin typeface="Arial" charset="0"/>
              </a:defRPr>
            </a:lvl7pPr>
            <a:lvl8pPr marL="2117725" indent="-130175" defTabSz="895350" fontAlgn="base">
              <a:spcBef>
                <a:spcPct val="0"/>
              </a:spcBef>
              <a:spcAft>
                <a:spcPct val="0"/>
              </a:spcAft>
              <a:buClr>
                <a:schemeClr val="tx2"/>
              </a:buClr>
              <a:buSzPct val="89000"/>
              <a:buFont typeface="Arial" charset="0"/>
              <a:buChar char="-"/>
              <a:defRPr sz="1600">
                <a:solidFill>
                  <a:schemeClr val="tx1"/>
                </a:solidFill>
                <a:latin typeface="Arial" charset="0"/>
              </a:defRPr>
            </a:lvl8pPr>
            <a:lvl9pPr marL="2574925" indent="-130175" defTabSz="895350" fontAlgn="base">
              <a:spcBef>
                <a:spcPct val="0"/>
              </a:spcBef>
              <a:spcAft>
                <a:spcPct val="0"/>
              </a:spcAft>
              <a:buClr>
                <a:schemeClr val="tx2"/>
              </a:buClr>
              <a:buSzPct val="89000"/>
              <a:buFont typeface="Arial" charset="0"/>
              <a:buChar char="-"/>
              <a:defRPr sz="1600">
                <a:solidFill>
                  <a:schemeClr val="tx1"/>
                </a:solidFill>
                <a:latin typeface="Arial" charset="0"/>
              </a:defRPr>
            </a:lvl9pPr>
          </a:lstStyle>
          <a:p>
            <a:pPr marL="0" marR="0" lvl="0" indent="0" algn="l" defTabSz="895350" rtl="0" eaLnBrk="1" fontAlgn="base" latinLnBrk="0" hangingPunct="1">
              <a:lnSpc>
                <a:spcPct val="90000"/>
              </a:lnSpc>
              <a:spcBef>
                <a:spcPct val="10000"/>
              </a:spcBef>
              <a:spcAft>
                <a:spcPct val="0"/>
              </a:spcAft>
              <a:buClrTx/>
              <a:buSzTx/>
              <a:buFontTx/>
              <a:buNone/>
              <a:tabLst/>
              <a:defRPr/>
            </a:pPr>
            <a:r>
              <a:rPr kumimoji="0" lang="pt-BR" altLang="pt-BR" sz="1100" b="1" i="0" u="none" strike="noStrike" kern="0" cap="none" spc="0" normalizeH="0" baseline="0" noProof="0">
                <a:ln>
                  <a:noFill/>
                </a:ln>
                <a:solidFill>
                  <a:srgbClr val="071C25"/>
                </a:solidFill>
                <a:effectLst/>
                <a:uLnTx/>
                <a:uFillTx/>
                <a:latin typeface="Arial"/>
                <a:ea typeface="+mn-ea"/>
                <a:cs typeface="Arial" charset="0"/>
              </a:rPr>
              <a:t>Londres</a:t>
            </a:r>
            <a:endParaRPr kumimoji="0" lang="pt-BR" altLang="pt-BR" sz="1100" b="0" i="0" u="none" strike="noStrike" kern="0" cap="none" spc="0" normalizeH="0" baseline="0" noProof="0">
              <a:ln>
                <a:noFill/>
              </a:ln>
              <a:solidFill>
                <a:srgbClr val="071C25"/>
              </a:solidFill>
              <a:effectLst/>
              <a:uLnTx/>
              <a:uFillTx/>
              <a:latin typeface="Arial"/>
              <a:ea typeface="+mn-ea"/>
              <a:cs typeface="Arial" charset="0"/>
            </a:endParaRPr>
          </a:p>
        </p:txBody>
      </p:sp>
      <p:pic>
        <p:nvPicPr>
          <p:cNvPr id="12292" name="Picture 4" descr="Virtus Partners | Consultoría de Alta Dirección">
            <a:extLst>
              <a:ext uri="{FF2B5EF4-FFF2-40B4-BE49-F238E27FC236}">
                <a16:creationId xmlns:a16="http://schemas.microsoft.com/office/drawing/2014/main" id="{CE8073EA-BCFE-4F3F-ABB4-E92CAFA319CC}"/>
              </a:ext>
            </a:extLst>
          </p:cNvPr>
          <p:cNvPicPr>
            <a:picLocks noChangeAspect="1" noChangeArrowheads="1"/>
          </p:cNvPicPr>
          <p:nvPr/>
        </p:nvPicPr>
        <p:blipFill>
          <a:blip r:embed="rId17" cstate="email">
            <a:extLst>
              <a:ext uri="{28A0092B-C50C-407E-A947-70E740481C1C}">
                <a14:useLocalDpi xmlns:a14="http://schemas.microsoft.com/office/drawing/2010/main"/>
              </a:ext>
            </a:extLst>
          </a:blip>
          <a:srcRect/>
          <a:stretch>
            <a:fillRect/>
          </a:stretch>
        </p:blipFill>
        <p:spPr bwMode="auto">
          <a:xfrm>
            <a:off x="6978446" y="3476952"/>
            <a:ext cx="210774" cy="210774"/>
          </a:xfrm>
          <a:prstGeom prst="rect">
            <a:avLst/>
          </a:prstGeom>
          <a:noFill/>
          <a:extLst>
            <a:ext uri="{909E8E84-426E-40DD-AFC4-6F175D3DCCD1}">
              <a14:hiddenFill xmlns:a14="http://schemas.microsoft.com/office/drawing/2010/main">
                <a:solidFill>
                  <a:srgbClr val="FFFFFF"/>
                </a:solidFill>
              </a14:hiddenFill>
            </a:ext>
          </a:extLst>
        </p:spPr>
      </p:pic>
      <p:sp>
        <p:nvSpPr>
          <p:cNvPr id="66" name="Elipse 339">
            <a:extLst>
              <a:ext uri="{FF2B5EF4-FFF2-40B4-BE49-F238E27FC236}">
                <a16:creationId xmlns:a16="http://schemas.microsoft.com/office/drawing/2014/main" id="{80AA56A3-753B-4010-A184-09A48E8D1CF0}"/>
              </a:ext>
            </a:extLst>
          </p:cNvPr>
          <p:cNvSpPr/>
          <p:nvPr/>
        </p:nvSpPr>
        <p:spPr>
          <a:xfrm>
            <a:off x="7250394" y="3764367"/>
            <a:ext cx="111144" cy="111144"/>
          </a:xfrm>
          <a:prstGeom prst="ellipse">
            <a:avLst/>
          </a:prstGeom>
          <a:solidFill>
            <a:schemeClr val="bg1"/>
          </a:solidFill>
          <a:ln w="952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pt-BR" sz="1200" b="1" i="0" u="none" strike="noStrike" kern="0" cap="none" spc="0" normalizeH="0" baseline="0" noProof="0">
              <a:ln>
                <a:noFill/>
              </a:ln>
              <a:solidFill>
                <a:srgbClr val="073E87"/>
              </a:solidFill>
              <a:effectLst/>
              <a:uLnTx/>
              <a:uFillTx/>
              <a:latin typeface="Arial"/>
              <a:ea typeface="+mn-ea"/>
              <a:cs typeface="+mn-cs"/>
            </a:endParaRPr>
          </a:p>
        </p:txBody>
      </p:sp>
      <p:sp>
        <p:nvSpPr>
          <p:cNvPr id="67" name="Rectangle 6">
            <a:extLst>
              <a:ext uri="{FF2B5EF4-FFF2-40B4-BE49-F238E27FC236}">
                <a16:creationId xmlns:a16="http://schemas.microsoft.com/office/drawing/2014/main" id="{626F688B-F6EE-4AAF-A354-7C4B37F2C172}"/>
              </a:ext>
            </a:extLst>
          </p:cNvPr>
          <p:cNvSpPr>
            <a:spLocks noChangeArrowheads="1"/>
          </p:cNvSpPr>
          <p:nvPr/>
        </p:nvSpPr>
        <p:spPr bwMode="gray">
          <a:xfrm>
            <a:off x="6614770" y="3723162"/>
            <a:ext cx="596317" cy="1523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defTabSz="895350">
              <a:buClr>
                <a:schemeClr val="tx2"/>
              </a:buClr>
              <a:defRPr sz="1600">
                <a:solidFill>
                  <a:schemeClr val="tx1"/>
                </a:solidFill>
                <a:latin typeface="Arial" charset="0"/>
              </a:defRPr>
            </a:lvl1pPr>
            <a:lvl2pPr marL="193675" indent="-192088" defTabSz="895350">
              <a:buClr>
                <a:schemeClr val="tx2"/>
              </a:buClr>
              <a:buSzPct val="125000"/>
              <a:buFont typeface="Arial" charset="0"/>
              <a:buChar char="▪"/>
              <a:defRPr sz="1600">
                <a:solidFill>
                  <a:schemeClr val="tx1"/>
                </a:solidFill>
                <a:latin typeface="Arial" charset="0"/>
              </a:defRPr>
            </a:lvl2pPr>
            <a:lvl3pPr marL="457200" indent="-261938" defTabSz="895350">
              <a:buClr>
                <a:schemeClr val="tx2"/>
              </a:buClr>
              <a:buSzPct val="120000"/>
              <a:buFont typeface="Arial" charset="0"/>
              <a:buChar char="–"/>
              <a:defRPr sz="1600">
                <a:solidFill>
                  <a:schemeClr val="tx1"/>
                </a:solidFill>
                <a:latin typeface="Arial" charset="0"/>
              </a:defRPr>
            </a:lvl3pPr>
            <a:lvl4pPr marL="614363" indent="-155575" defTabSz="895350">
              <a:buClr>
                <a:schemeClr val="tx2"/>
              </a:buClr>
              <a:buSzPct val="120000"/>
              <a:buFont typeface="Arial" charset="0"/>
              <a:buChar char="▫"/>
              <a:defRPr sz="1600">
                <a:solidFill>
                  <a:schemeClr val="tx1"/>
                </a:solidFill>
                <a:latin typeface="Arial" charset="0"/>
              </a:defRPr>
            </a:lvl4pPr>
            <a:lvl5pPr marL="746125" indent="-130175" defTabSz="895350">
              <a:buClr>
                <a:schemeClr val="tx2"/>
              </a:buClr>
              <a:buSzPct val="89000"/>
              <a:buFont typeface="Arial" charset="0"/>
              <a:buChar char="-"/>
              <a:defRPr sz="1600">
                <a:solidFill>
                  <a:schemeClr val="tx1"/>
                </a:solidFill>
                <a:latin typeface="Arial" charset="0"/>
              </a:defRPr>
            </a:lvl5pPr>
            <a:lvl6pPr marL="1203325" indent="-130175" defTabSz="895350" fontAlgn="base">
              <a:spcBef>
                <a:spcPct val="0"/>
              </a:spcBef>
              <a:spcAft>
                <a:spcPct val="0"/>
              </a:spcAft>
              <a:buClr>
                <a:schemeClr val="tx2"/>
              </a:buClr>
              <a:buSzPct val="89000"/>
              <a:buFont typeface="Arial" charset="0"/>
              <a:buChar char="-"/>
              <a:defRPr sz="1600">
                <a:solidFill>
                  <a:schemeClr val="tx1"/>
                </a:solidFill>
                <a:latin typeface="Arial" charset="0"/>
              </a:defRPr>
            </a:lvl6pPr>
            <a:lvl7pPr marL="1660525" indent="-130175" defTabSz="895350" fontAlgn="base">
              <a:spcBef>
                <a:spcPct val="0"/>
              </a:spcBef>
              <a:spcAft>
                <a:spcPct val="0"/>
              </a:spcAft>
              <a:buClr>
                <a:schemeClr val="tx2"/>
              </a:buClr>
              <a:buSzPct val="89000"/>
              <a:buFont typeface="Arial" charset="0"/>
              <a:buChar char="-"/>
              <a:defRPr sz="1600">
                <a:solidFill>
                  <a:schemeClr val="tx1"/>
                </a:solidFill>
                <a:latin typeface="Arial" charset="0"/>
              </a:defRPr>
            </a:lvl7pPr>
            <a:lvl8pPr marL="2117725" indent="-130175" defTabSz="895350" fontAlgn="base">
              <a:spcBef>
                <a:spcPct val="0"/>
              </a:spcBef>
              <a:spcAft>
                <a:spcPct val="0"/>
              </a:spcAft>
              <a:buClr>
                <a:schemeClr val="tx2"/>
              </a:buClr>
              <a:buSzPct val="89000"/>
              <a:buFont typeface="Arial" charset="0"/>
              <a:buChar char="-"/>
              <a:defRPr sz="1600">
                <a:solidFill>
                  <a:schemeClr val="tx1"/>
                </a:solidFill>
                <a:latin typeface="Arial" charset="0"/>
              </a:defRPr>
            </a:lvl8pPr>
            <a:lvl9pPr marL="2574925" indent="-130175" defTabSz="895350" fontAlgn="base">
              <a:spcBef>
                <a:spcPct val="0"/>
              </a:spcBef>
              <a:spcAft>
                <a:spcPct val="0"/>
              </a:spcAft>
              <a:buClr>
                <a:schemeClr val="tx2"/>
              </a:buClr>
              <a:buSzPct val="89000"/>
              <a:buFont typeface="Arial" charset="0"/>
              <a:buChar char="-"/>
              <a:defRPr sz="1600">
                <a:solidFill>
                  <a:schemeClr val="tx1"/>
                </a:solidFill>
                <a:latin typeface="Arial" charset="0"/>
              </a:defRPr>
            </a:lvl9pPr>
          </a:lstStyle>
          <a:p>
            <a:pPr marL="0" marR="0" lvl="0" indent="0" algn="l" defTabSz="895350" rtl="0" eaLnBrk="1" fontAlgn="base" latinLnBrk="0" hangingPunct="1">
              <a:lnSpc>
                <a:spcPct val="90000"/>
              </a:lnSpc>
              <a:spcBef>
                <a:spcPct val="10000"/>
              </a:spcBef>
              <a:spcAft>
                <a:spcPct val="0"/>
              </a:spcAft>
              <a:buClrTx/>
              <a:buSzTx/>
              <a:buFontTx/>
              <a:buNone/>
              <a:tabLst/>
              <a:defRPr/>
            </a:pPr>
            <a:r>
              <a:rPr kumimoji="0" lang="pt-BR" altLang="pt-BR" sz="1100" b="1" i="0" u="none" strike="noStrike" kern="0" cap="none" spc="0" normalizeH="0" baseline="0" noProof="0">
                <a:ln>
                  <a:noFill/>
                </a:ln>
                <a:solidFill>
                  <a:srgbClr val="071C25"/>
                </a:solidFill>
                <a:effectLst/>
                <a:uLnTx/>
                <a:uFillTx/>
                <a:latin typeface="Arial"/>
                <a:ea typeface="+mn-ea"/>
                <a:cs typeface="Arial" charset="0"/>
              </a:rPr>
              <a:t>Santiago</a:t>
            </a:r>
            <a:endParaRPr kumimoji="0" lang="pt-BR" altLang="pt-BR" sz="1100" b="0" i="0" u="none" strike="noStrike" kern="0" cap="none" spc="0" normalizeH="0" baseline="0" noProof="0">
              <a:ln>
                <a:noFill/>
              </a:ln>
              <a:solidFill>
                <a:srgbClr val="071C25"/>
              </a:solidFill>
              <a:effectLst/>
              <a:uLnTx/>
              <a:uFillTx/>
              <a:latin typeface="Arial"/>
              <a:ea typeface="+mn-ea"/>
              <a:cs typeface="Arial" charset="0"/>
            </a:endParaRPr>
          </a:p>
        </p:txBody>
      </p:sp>
      <p:pic>
        <p:nvPicPr>
          <p:cNvPr id="68" name="Picture 6" descr="Homepage - Batten &amp; Company – die führende strategische Unternehmensberatung">
            <a:extLst>
              <a:ext uri="{FF2B5EF4-FFF2-40B4-BE49-F238E27FC236}">
                <a16:creationId xmlns:a16="http://schemas.microsoft.com/office/drawing/2014/main" id="{00EF190B-1742-4236-B996-4AED8BD65D9D}"/>
              </a:ext>
            </a:extLst>
          </p:cNvPr>
          <p:cNvPicPr>
            <a:picLocks noChangeAspect="1" noChangeArrowheads="1"/>
          </p:cNvPicPr>
          <p:nvPr/>
        </p:nvPicPr>
        <p:blipFill rotWithShape="1">
          <a:blip r:embed="rId18" cstate="email">
            <a:extLst>
              <a:ext uri="{28A0092B-C50C-407E-A947-70E740481C1C}">
                <a14:useLocalDpi xmlns:a14="http://schemas.microsoft.com/office/drawing/2010/main"/>
              </a:ext>
            </a:extLst>
          </a:blip>
          <a:srcRect t="8479" r="17468" b="37592"/>
          <a:stretch/>
        </p:blipFill>
        <p:spPr bwMode="auto">
          <a:xfrm>
            <a:off x="9243630" y="1542160"/>
            <a:ext cx="1001413" cy="122178"/>
          </a:xfrm>
          <a:prstGeom prst="rect">
            <a:avLst/>
          </a:prstGeom>
          <a:noFill/>
          <a:extLst>
            <a:ext uri="{909E8E84-426E-40DD-AFC4-6F175D3DCCD1}">
              <a14:hiddenFill xmlns:a14="http://schemas.microsoft.com/office/drawing/2010/main">
                <a:solidFill>
                  <a:srgbClr val="FFFFFF"/>
                </a:solidFill>
              </a14:hiddenFill>
            </a:ext>
          </a:extLst>
        </p:spPr>
      </p:pic>
      <p:sp>
        <p:nvSpPr>
          <p:cNvPr id="69" name="CaixaDeTexto 68">
            <a:extLst>
              <a:ext uri="{FF2B5EF4-FFF2-40B4-BE49-F238E27FC236}">
                <a16:creationId xmlns:a16="http://schemas.microsoft.com/office/drawing/2014/main" id="{46C3E5DD-9F90-416E-9158-05C38D630CA8}"/>
              </a:ext>
            </a:extLst>
          </p:cNvPr>
          <p:cNvSpPr txBox="1"/>
          <p:nvPr/>
        </p:nvSpPr>
        <p:spPr bwMode="auto">
          <a:xfrm>
            <a:off x="9188409" y="1323251"/>
            <a:ext cx="913612" cy="261610"/>
          </a:xfrm>
          <a:prstGeom prst="rect">
            <a:avLst/>
          </a:prstGeom>
          <a:noFill/>
          <a:ln w="9525">
            <a:noFill/>
            <a:miter lim="800000"/>
            <a:headEnd/>
            <a:tailEnd/>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100" b="1" i="0" u="none" strike="noStrike" kern="1200" cap="none" spc="0" normalizeH="0" baseline="0" noProof="0">
                <a:ln>
                  <a:noFill/>
                </a:ln>
                <a:solidFill>
                  <a:srgbClr val="071C25"/>
                </a:solidFill>
                <a:effectLst/>
                <a:uLnTx/>
                <a:uFillTx/>
                <a:latin typeface="Arial"/>
                <a:ea typeface="+mn-ea"/>
                <a:cs typeface="+mn-cs"/>
              </a:rPr>
              <a:t>Düsseldorf</a:t>
            </a:r>
          </a:p>
        </p:txBody>
      </p:sp>
      <p:sp>
        <p:nvSpPr>
          <p:cNvPr id="70" name="Elipse 339">
            <a:extLst>
              <a:ext uri="{FF2B5EF4-FFF2-40B4-BE49-F238E27FC236}">
                <a16:creationId xmlns:a16="http://schemas.microsoft.com/office/drawing/2014/main" id="{3A38657E-28F1-485A-ABEC-6B8A60580875}"/>
              </a:ext>
            </a:extLst>
          </p:cNvPr>
          <p:cNvSpPr/>
          <p:nvPr/>
        </p:nvSpPr>
        <p:spPr>
          <a:xfrm>
            <a:off x="9158991" y="1693182"/>
            <a:ext cx="111144" cy="111144"/>
          </a:xfrm>
          <a:prstGeom prst="ellipse">
            <a:avLst/>
          </a:prstGeom>
          <a:solidFill>
            <a:schemeClr val="bg1"/>
          </a:solidFill>
          <a:ln w="952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pt-BR" sz="1200" b="1" i="0" u="none" strike="noStrike" kern="0" cap="none" spc="0" normalizeH="0" baseline="0" noProof="0">
              <a:ln>
                <a:noFill/>
              </a:ln>
              <a:solidFill>
                <a:srgbClr val="073E87"/>
              </a:solidFill>
              <a:effectLst/>
              <a:uLnTx/>
              <a:uFillTx/>
              <a:latin typeface="Arial"/>
              <a:ea typeface="+mn-ea"/>
              <a:cs typeface="+mn-cs"/>
            </a:endParaRPr>
          </a:p>
        </p:txBody>
      </p:sp>
      <p:pic>
        <p:nvPicPr>
          <p:cNvPr id="25" name="Imagem 24">
            <a:extLst>
              <a:ext uri="{FF2B5EF4-FFF2-40B4-BE49-F238E27FC236}">
                <a16:creationId xmlns:a16="http://schemas.microsoft.com/office/drawing/2014/main" id="{71C8158D-417E-4AF0-B366-85C8DE14571F}"/>
              </a:ext>
            </a:extLst>
          </p:cNvPr>
          <p:cNvPicPr>
            <a:picLocks noChangeAspect="1"/>
          </p:cNvPicPr>
          <p:nvPr/>
        </p:nvPicPr>
        <p:blipFill rotWithShape="1">
          <a:blip r:embed="rId19" cstate="email">
            <a:extLst>
              <a:ext uri="{28A0092B-C50C-407E-A947-70E740481C1C}">
                <a14:useLocalDpi xmlns:a14="http://schemas.microsoft.com/office/drawing/2010/main"/>
              </a:ext>
            </a:extLst>
          </a:blip>
          <a:srcRect/>
          <a:stretch/>
        </p:blipFill>
        <p:spPr>
          <a:xfrm>
            <a:off x="7741989" y="3433016"/>
            <a:ext cx="280103" cy="281861"/>
          </a:xfrm>
          <a:prstGeom prst="rect">
            <a:avLst/>
          </a:prstGeom>
        </p:spPr>
      </p:pic>
      <p:grpSp>
        <p:nvGrpSpPr>
          <p:cNvPr id="42" name="Agrupar 41">
            <a:extLst>
              <a:ext uri="{FF2B5EF4-FFF2-40B4-BE49-F238E27FC236}">
                <a16:creationId xmlns:a16="http://schemas.microsoft.com/office/drawing/2014/main" id="{815E6E18-250E-4C00-83E8-89CF1406423B}"/>
              </a:ext>
            </a:extLst>
          </p:cNvPr>
          <p:cNvGrpSpPr/>
          <p:nvPr/>
        </p:nvGrpSpPr>
        <p:grpSpPr>
          <a:xfrm>
            <a:off x="9355788" y="2563918"/>
            <a:ext cx="729148" cy="201363"/>
            <a:chOff x="9217343" y="2576220"/>
            <a:chExt cx="729148" cy="201363"/>
          </a:xfrm>
        </p:grpSpPr>
        <p:sp>
          <p:nvSpPr>
            <p:cNvPr id="26" name="Retângulo 25">
              <a:extLst>
                <a:ext uri="{FF2B5EF4-FFF2-40B4-BE49-F238E27FC236}">
                  <a16:creationId xmlns:a16="http://schemas.microsoft.com/office/drawing/2014/main" id="{0964A271-3D0E-4C1C-AB33-9C607FC8B6F0}"/>
                </a:ext>
              </a:extLst>
            </p:cNvPr>
            <p:cNvSpPr/>
            <p:nvPr/>
          </p:nvSpPr>
          <p:spPr>
            <a:xfrm>
              <a:off x="9217343" y="2576220"/>
              <a:ext cx="729148" cy="186289"/>
            </a:xfrm>
            <a:prstGeom prst="rect">
              <a:avLst/>
            </a:prstGeom>
            <a:solidFill>
              <a:schemeClr val="tx1"/>
            </a:solidFill>
            <a:ln w="19050">
              <a:solidFill>
                <a:schemeClr val="tx1"/>
              </a:solidFill>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400" b="0" i="0" u="none" strike="noStrike" kern="1200" cap="none" spc="0" normalizeH="0" baseline="0" noProof="0">
                <a:ln>
                  <a:noFill/>
                </a:ln>
                <a:solidFill>
                  <a:prstClr val="white"/>
                </a:solidFill>
                <a:effectLst/>
                <a:uLnTx/>
                <a:uFillTx/>
                <a:latin typeface="Arial"/>
                <a:ea typeface="+mn-ea"/>
                <a:cs typeface="+mn-cs"/>
              </a:endParaRPr>
            </a:p>
          </p:txBody>
        </p:sp>
        <p:pic>
          <p:nvPicPr>
            <p:cNvPr id="12296" name="Picture 8">
              <a:extLst>
                <a:ext uri="{FF2B5EF4-FFF2-40B4-BE49-F238E27FC236}">
                  <a16:creationId xmlns:a16="http://schemas.microsoft.com/office/drawing/2014/main" id="{26C6FE00-67AF-46E2-9DB3-AFC99310E37D}"/>
                </a:ext>
              </a:extLst>
            </p:cNvPr>
            <p:cNvPicPr>
              <a:picLocks noChangeAspect="1" noChangeArrowheads="1"/>
            </p:cNvPicPr>
            <p:nvPr/>
          </p:nvPicPr>
          <p:blipFill>
            <a:blip r:embed="rId20" cstate="email">
              <a:extLst>
                <a:ext uri="{28A0092B-C50C-407E-A947-70E740481C1C}">
                  <a14:useLocalDpi xmlns:a14="http://schemas.microsoft.com/office/drawing/2010/main"/>
                </a:ext>
              </a:extLst>
            </a:blip>
            <a:srcRect/>
            <a:stretch>
              <a:fillRect/>
            </a:stretch>
          </p:blipFill>
          <p:spPr bwMode="auto">
            <a:xfrm>
              <a:off x="9231320" y="2597904"/>
              <a:ext cx="708447" cy="179679"/>
            </a:xfrm>
            <a:prstGeom prst="rect">
              <a:avLst/>
            </a:prstGeom>
            <a:noFill/>
            <a:extLst>
              <a:ext uri="{909E8E84-426E-40DD-AFC4-6F175D3DCCD1}">
                <a14:hiddenFill xmlns:a14="http://schemas.microsoft.com/office/drawing/2010/main">
                  <a:solidFill>
                    <a:srgbClr val="FFFFFF"/>
                  </a:solidFill>
                </a14:hiddenFill>
              </a:ext>
            </a:extLst>
          </p:spPr>
        </p:pic>
      </p:grpSp>
      <p:pic>
        <p:nvPicPr>
          <p:cNvPr id="12298" name="Picture 10" descr="Undconsorten - Crunchbase Company Profile &amp; Funding">
            <a:extLst>
              <a:ext uri="{FF2B5EF4-FFF2-40B4-BE49-F238E27FC236}">
                <a16:creationId xmlns:a16="http://schemas.microsoft.com/office/drawing/2014/main" id="{46C21640-F3D7-4539-8AE3-1C3D18E0F3C7}"/>
              </a:ext>
            </a:extLst>
          </p:cNvPr>
          <p:cNvPicPr>
            <a:picLocks noChangeAspect="1" noChangeArrowheads="1"/>
          </p:cNvPicPr>
          <p:nvPr/>
        </p:nvPicPr>
        <p:blipFill rotWithShape="1">
          <a:blip r:embed="rId21" cstate="email">
            <a:extLst>
              <a:ext uri="{28A0092B-C50C-407E-A947-70E740481C1C}">
                <a14:useLocalDpi xmlns:a14="http://schemas.microsoft.com/office/drawing/2010/main"/>
              </a:ext>
            </a:extLst>
          </a:blip>
          <a:srcRect l="15763" t="42675" r="17304" b="41426"/>
          <a:stretch/>
        </p:blipFill>
        <p:spPr bwMode="auto">
          <a:xfrm>
            <a:off x="9300216" y="2800490"/>
            <a:ext cx="789918" cy="187626"/>
          </a:xfrm>
          <a:prstGeom prst="rect">
            <a:avLst/>
          </a:prstGeom>
          <a:noFill/>
          <a:extLst>
            <a:ext uri="{909E8E84-426E-40DD-AFC4-6F175D3DCCD1}">
              <a14:hiddenFill xmlns:a14="http://schemas.microsoft.com/office/drawing/2010/main">
                <a:solidFill>
                  <a:srgbClr val="FFFFFF"/>
                </a:solidFill>
              </a14:hiddenFill>
            </a:ext>
          </a:extLst>
        </p:spPr>
      </p:pic>
      <p:pic>
        <p:nvPicPr>
          <p:cNvPr id="11264" name="Gráfico 11263">
            <a:extLst>
              <a:ext uri="{FF2B5EF4-FFF2-40B4-BE49-F238E27FC236}">
                <a16:creationId xmlns:a16="http://schemas.microsoft.com/office/drawing/2014/main" id="{6254C442-C387-4E1C-8CE1-D8211549C979}"/>
              </a:ext>
            </a:extLst>
          </p:cNvPr>
          <p:cNvPicPr>
            <a:picLocks noChangeAspect="1"/>
          </p:cNvPicPr>
          <p:nvPr/>
        </p:nvPicPr>
        <p:blipFill>
          <a:blip r:embed="rId22" cstate="email">
            <a:extLst>
              <a:ext uri="{28A0092B-C50C-407E-A947-70E740481C1C}">
                <a14:useLocalDpi xmlns:a14="http://schemas.microsoft.com/office/drawing/2010/main"/>
              </a:ext>
              <a:ext uri="{96DAC541-7B7A-43D3-8B79-37D633B846F1}">
                <asvg:svgBlip xmlns:asvg="http://schemas.microsoft.com/office/drawing/2016/SVG/main" r:embed="rId23"/>
              </a:ext>
            </a:extLst>
          </a:blip>
          <a:stretch>
            <a:fillRect/>
          </a:stretch>
        </p:blipFill>
        <p:spPr>
          <a:xfrm>
            <a:off x="8092987" y="2004729"/>
            <a:ext cx="491016" cy="167478"/>
          </a:xfrm>
          <a:prstGeom prst="rect">
            <a:avLst/>
          </a:prstGeom>
        </p:spPr>
      </p:pic>
    </p:spTree>
    <p:extLst>
      <p:ext uri="{BB962C8B-B14F-4D97-AF65-F5344CB8AC3E}">
        <p14:creationId xmlns:p14="http://schemas.microsoft.com/office/powerpoint/2010/main" val="39700822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to 12" hidden="1">
            <a:extLst>
              <a:ext uri="{FF2B5EF4-FFF2-40B4-BE49-F238E27FC236}">
                <a16:creationId xmlns:a16="http://schemas.microsoft.com/office/drawing/2014/main" id="{4713972D-8CA1-4ED4-8CFF-8697CF723311}"/>
              </a:ext>
            </a:extLst>
          </p:cNvPr>
          <p:cNvGraphicFramePr>
            <a:graphicFrameLocks noChangeAspect="1"/>
          </p:cNvGraphicFramePr>
          <p:nvPr>
            <p:custDataLst>
              <p:tags r:id="rId1"/>
            </p:custDataLst>
          </p:nvPr>
        </p:nvGraphicFramePr>
        <p:xfrm>
          <a:off x="1525588" y="1588"/>
          <a:ext cx="1588" cy="1588"/>
        </p:xfrm>
        <a:graphic>
          <a:graphicData uri="http://schemas.openxmlformats.org/presentationml/2006/ole">
            <mc:AlternateContent xmlns:mc="http://schemas.openxmlformats.org/markup-compatibility/2006">
              <mc:Choice xmlns:v="urn:schemas-microsoft-com:vml" Requires="v">
                <p:oleObj name="Slide do think-cell" r:id="rId5" imgW="473" imgH="476" progId="TCLayout.ActiveDocument.1">
                  <p:embed/>
                </p:oleObj>
              </mc:Choice>
              <mc:Fallback>
                <p:oleObj name="Slide do think-cell" r:id="rId5" imgW="473" imgH="476" progId="TCLayout.ActiveDocument.1">
                  <p:embed/>
                  <p:pic>
                    <p:nvPicPr>
                      <p:cNvPr id="13" name="Objeto 12" hidden="1">
                        <a:extLst>
                          <a:ext uri="{FF2B5EF4-FFF2-40B4-BE49-F238E27FC236}">
                            <a16:creationId xmlns:a16="http://schemas.microsoft.com/office/drawing/2014/main" id="{4713972D-8CA1-4ED4-8CFF-8697CF723311}"/>
                          </a:ext>
                        </a:extLst>
                      </p:cNvPr>
                      <p:cNvPicPr/>
                      <p:nvPr/>
                    </p:nvPicPr>
                    <p:blipFill>
                      <a:blip r:embed="rId6"/>
                      <a:stretch>
                        <a:fillRect/>
                      </a:stretch>
                    </p:blipFill>
                    <p:spPr>
                      <a:xfrm>
                        <a:off x="1525588" y="1588"/>
                        <a:ext cx="1588" cy="1588"/>
                      </a:xfrm>
                      <a:prstGeom prst="rect">
                        <a:avLst/>
                      </a:prstGeom>
                    </p:spPr>
                  </p:pic>
                </p:oleObj>
              </mc:Fallback>
            </mc:AlternateContent>
          </a:graphicData>
        </a:graphic>
      </p:graphicFrame>
      <p:sp>
        <p:nvSpPr>
          <p:cNvPr id="12" name="Retângulo 11" hidden="1">
            <a:extLst>
              <a:ext uri="{FF2B5EF4-FFF2-40B4-BE49-F238E27FC236}">
                <a16:creationId xmlns:a16="http://schemas.microsoft.com/office/drawing/2014/main" id="{8D827B2E-4746-41C4-B6FB-E2A914CE718C}"/>
              </a:ext>
            </a:extLst>
          </p:cNvPr>
          <p:cNvSpPr/>
          <p:nvPr>
            <p:custDataLst>
              <p:tags r:id="rId2"/>
            </p:custDataLst>
          </p:nvPr>
        </p:nvSpPr>
        <p:spPr>
          <a:xfrm>
            <a:off x="1524000" y="0"/>
            <a:ext cx="158750" cy="158750"/>
          </a:xfrm>
          <a:prstGeom prst="rect">
            <a:avLst/>
          </a:prstGeom>
          <a:solidFill>
            <a:schemeClr val="accent1"/>
          </a:solid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vert="horz" wrap="none" lIns="0" tIns="0" rIns="0" bIns="0" numCol="1" spcCol="0" rtlCol="0" anchor="ctr" anchorCtr="0">
            <a:noAutofit/>
          </a:bodyPr>
          <a:lstStyle/>
          <a:p>
            <a:pPr marL="0" marR="0" lvl="0" indent="0" algn="ctr" defTabSz="914400" rtl="0" eaLnBrk="1" fontAlgn="auto" latinLnBrk="0" hangingPunct="1">
              <a:lnSpc>
                <a:spcPct val="100000"/>
              </a:lnSpc>
              <a:spcBef>
                <a:spcPct val="0"/>
              </a:spcBef>
              <a:spcAft>
                <a:spcPct val="0"/>
              </a:spcAft>
              <a:buClrTx/>
              <a:buSzTx/>
              <a:buFontTx/>
              <a:buNone/>
              <a:tabLst/>
              <a:defRPr/>
            </a:pPr>
            <a:endParaRPr kumimoji="0" lang="pt-PT" sz="2400" b="1" i="0" u="none" strike="noStrike" kern="1200" cap="none" spc="0" normalizeH="0" baseline="0" noProof="0" err="1">
              <a:ln>
                <a:noFill/>
              </a:ln>
              <a:solidFill>
                <a:srgbClr val="073E87"/>
              </a:solidFill>
              <a:effectLst/>
              <a:uLnTx/>
              <a:uFillTx/>
              <a:latin typeface="Arial" panose="020B0604020202020204" pitchFamily="34" charset="0"/>
              <a:ea typeface="+mn-ea"/>
              <a:cs typeface="+mn-cs"/>
              <a:sym typeface="Arial" panose="020B0604020202020204" pitchFamily="34" charset="0"/>
            </a:endParaRPr>
          </a:p>
        </p:txBody>
      </p:sp>
      <p:sp>
        <p:nvSpPr>
          <p:cNvPr id="3" name="Espaço Reservado para Texto 2"/>
          <p:cNvSpPr>
            <a:spLocks noGrp="1"/>
          </p:cNvSpPr>
          <p:nvPr>
            <p:ph type="body" sz="quarter" idx="14"/>
          </p:nvPr>
        </p:nvSpPr>
        <p:spPr/>
        <p:txBody>
          <a:bodyPr/>
          <a:lstStyle/>
          <a:p>
            <a:r>
              <a:rPr lang="en-US"/>
              <a:t>Fonte: Mirow &amp; Co.</a:t>
            </a:r>
          </a:p>
        </p:txBody>
      </p:sp>
      <p:sp>
        <p:nvSpPr>
          <p:cNvPr id="2" name="Título 1"/>
          <p:cNvSpPr>
            <a:spLocks noGrp="1"/>
          </p:cNvSpPr>
          <p:nvPr>
            <p:ph type="title"/>
          </p:nvPr>
        </p:nvSpPr>
        <p:spPr/>
        <p:txBody>
          <a:bodyPr vert="horz"/>
          <a:lstStyle/>
          <a:p>
            <a:r>
              <a:rPr lang="pt-PT"/>
              <a:t>Nossos c</a:t>
            </a:r>
            <a:r>
              <a:rPr lang="pt-PT" sz="2000"/>
              <a:t>lientes – exemplos</a:t>
            </a:r>
            <a:endParaRPr lang="en-US" sz="2000"/>
          </a:p>
        </p:txBody>
      </p:sp>
      <p:sp>
        <p:nvSpPr>
          <p:cNvPr id="63" name="Rectangle 62">
            <a:extLst>
              <a:ext uri="{FF2B5EF4-FFF2-40B4-BE49-F238E27FC236}">
                <a16:creationId xmlns:a16="http://schemas.microsoft.com/office/drawing/2014/main" id="{BE82D59B-9328-438C-B7DC-FF0E2020122E}"/>
              </a:ext>
            </a:extLst>
          </p:cNvPr>
          <p:cNvSpPr>
            <a:spLocks/>
          </p:cNvSpPr>
          <p:nvPr/>
        </p:nvSpPr>
        <p:spPr>
          <a:xfrm>
            <a:off x="0" y="914401"/>
            <a:ext cx="12192000" cy="5270500"/>
          </a:xfrm>
          <a:prstGeom prst="rect">
            <a:avLst/>
          </a:prstGeom>
          <a:solidFill>
            <a:schemeClr val="accent3"/>
          </a:solidFill>
          <a:ln w="19050">
            <a:noFill/>
            <a:miter lim="400000"/>
          </a:ln>
          <a:effectLst/>
        </p:spPr>
        <p:txBody>
          <a:bodyPr lIns="108000" tIns="72000" rIns="108000" bIns="7200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a:ea typeface="+mn-ea"/>
              <a:cs typeface="+mn-cs"/>
            </a:endParaRPr>
          </a:p>
        </p:txBody>
      </p:sp>
      <p:sp>
        <p:nvSpPr>
          <p:cNvPr id="64" name="Oval 63">
            <a:extLst>
              <a:ext uri="{FF2B5EF4-FFF2-40B4-BE49-F238E27FC236}">
                <a16:creationId xmlns:a16="http://schemas.microsoft.com/office/drawing/2014/main" id="{BFE70FAA-C293-4559-8077-C81BA74BE99E}"/>
              </a:ext>
            </a:extLst>
          </p:cNvPr>
          <p:cNvSpPr/>
          <p:nvPr/>
        </p:nvSpPr>
        <p:spPr>
          <a:xfrm>
            <a:off x="239027" y="1142022"/>
            <a:ext cx="1588336" cy="1588336"/>
          </a:xfrm>
          <a:prstGeom prst="ellipse">
            <a:avLst/>
          </a:prstGeom>
          <a:solidFill>
            <a:schemeClr val="bg1"/>
          </a:solidFill>
          <a:ln w="19050">
            <a:solidFill>
              <a:schemeClr val="tx2"/>
            </a:solidFill>
            <a:prstDash val="dash"/>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a:ea typeface="+mn-ea"/>
              <a:cs typeface="+mn-cs"/>
            </a:endParaRPr>
          </a:p>
        </p:txBody>
      </p:sp>
      <p:sp>
        <p:nvSpPr>
          <p:cNvPr id="65" name="Oval 64">
            <a:extLst>
              <a:ext uri="{FF2B5EF4-FFF2-40B4-BE49-F238E27FC236}">
                <a16:creationId xmlns:a16="http://schemas.microsoft.com/office/drawing/2014/main" id="{9D867DAE-DB4C-490D-A6C2-79A34C4D90DB}"/>
              </a:ext>
            </a:extLst>
          </p:cNvPr>
          <p:cNvSpPr/>
          <p:nvPr/>
        </p:nvSpPr>
        <p:spPr>
          <a:xfrm>
            <a:off x="3132059" y="1142022"/>
            <a:ext cx="1588336" cy="1588336"/>
          </a:xfrm>
          <a:prstGeom prst="ellipse">
            <a:avLst/>
          </a:prstGeom>
          <a:solidFill>
            <a:schemeClr val="bg1"/>
          </a:solidFill>
          <a:ln w="19050">
            <a:solidFill>
              <a:schemeClr val="tx2"/>
            </a:solidFill>
            <a:prstDash val="dash"/>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a:ea typeface="+mn-ea"/>
              <a:cs typeface="+mn-cs"/>
            </a:endParaRPr>
          </a:p>
        </p:txBody>
      </p:sp>
      <p:sp>
        <p:nvSpPr>
          <p:cNvPr id="66" name="Oval 65">
            <a:extLst>
              <a:ext uri="{FF2B5EF4-FFF2-40B4-BE49-F238E27FC236}">
                <a16:creationId xmlns:a16="http://schemas.microsoft.com/office/drawing/2014/main" id="{C60E8188-85E1-471F-A3B4-F5183EFE8821}"/>
              </a:ext>
            </a:extLst>
          </p:cNvPr>
          <p:cNvSpPr/>
          <p:nvPr/>
        </p:nvSpPr>
        <p:spPr>
          <a:xfrm>
            <a:off x="6025091" y="1142022"/>
            <a:ext cx="1588336" cy="1588336"/>
          </a:xfrm>
          <a:prstGeom prst="ellipse">
            <a:avLst/>
          </a:prstGeom>
          <a:solidFill>
            <a:schemeClr val="bg1"/>
          </a:solidFill>
          <a:ln w="19050">
            <a:solidFill>
              <a:schemeClr val="tx2"/>
            </a:solidFill>
            <a:prstDash val="dash"/>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a:ea typeface="+mn-ea"/>
              <a:cs typeface="+mn-cs"/>
            </a:endParaRPr>
          </a:p>
        </p:txBody>
      </p:sp>
      <p:sp>
        <p:nvSpPr>
          <p:cNvPr id="69" name="Oval 68">
            <a:extLst>
              <a:ext uri="{FF2B5EF4-FFF2-40B4-BE49-F238E27FC236}">
                <a16:creationId xmlns:a16="http://schemas.microsoft.com/office/drawing/2014/main" id="{745CBFFC-9422-4A43-869C-1C1B2B7AC355}"/>
              </a:ext>
            </a:extLst>
          </p:cNvPr>
          <p:cNvSpPr/>
          <p:nvPr/>
        </p:nvSpPr>
        <p:spPr>
          <a:xfrm>
            <a:off x="8918123" y="1142022"/>
            <a:ext cx="1588336" cy="1588336"/>
          </a:xfrm>
          <a:prstGeom prst="ellipse">
            <a:avLst/>
          </a:prstGeom>
          <a:solidFill>
            <a:schemeClr val="bg1"/>
          </a:solidFill>
          <a:ln w="19050">
            <a:solidFill>
              <a:schemeClr val="tx2"/>
            </a:solidFill>
            <a:prstDash val="dash"/>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a:ea typeface="+mn-ea"/>
              <a:cs typeface="+mn-cs"/>
            </a:endParaRPr>
          </a:p>
        </p:txBody>
      </p:sp>
      <p:sp>
        <p:nvSpPr>
          <p:cNvPr id="107" name="Oval 106">
            <a:extLst>
              <a:ext uri="{FF2B5EF4-FFF2-40B4-BE49-F238E27FC236}">
                <a16:creationId xmlns:a16="http://schemas.microsoft.com/office/drawing/2014/main" id="{61A1616F-4FD5-4585-BC49-346B0DD8A590}"/>
              </a:ext>
            </a:extLst>
          </p:cNvPr>
          <p:cNvSpPr/>
          <p:nvPr/>
        </p:nvSpPr>
        <p:spPr>
          <a:xfrm>
            <a:off x="1685543" y="2217663"/>
            <a:ext cx="1588336" cy="1588336"/>
          </a:xfrm>
          <a:prstGeom prst="ellipse">
            <a:avLst/>
          </a:prstGeom>
          <a:solidFill>
            <a:schemeClr val="bg1"/>
          </a:solidFill>
          <a:ln w="19050">
            <a:solidFill>
              <a:schemeClr val="tx2"/>
            </a:solidFill>
            <a:prstDash val="dash"/>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a:ea typeface="+mn-ea"/>
              <a:cs typeface="+mn-cs"/>
            </a:endParaRPr>
          </a:p>
        </p:txBody>
      </p:sp>
      <p:sp>
        <p:nvSpPr>
          <p:cNvPr id="108" name="Oval 107">
            <a:extLst>
              <a:ext uri="{FF2B5EF4-FFF2-40B4-BE49-F238E27FC236}">
                <a16:creationId xmlns:a16="http://schemas.microsoft.com/office/drawing/2014/main" id="{D9A967E0-63D0-4E12-880F-01D05196E1A4}"/>
              </a:ext>
            </a:extLst>
          </p:cNvPr>
          <p:cNvSpPr/>
          <p:nvPr/>
        </p:nvSpPr>
        <p:spPr>
          <a:xfrm>
            <a:off x="4578575" y="2217663"/>
            <a:ext cx="1588336" cy="1588336"/>
          </a:xfrm>
          <a:prstGeom prst="ellipse">
            <a:avLst/>
          </a:prstGeom>
          <a:solidFill>
            <a:schemeClr val="bg1"/>
          </a:solidFill>
          <a:ln w="19050">
            <a:solidFill>
              <a:schemeClr val="tx2"/>
            </a:solidFill>
            <a:prstDash val="dash"/>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a:ea typeface="+mn-ea"/>
              <a:cs typeface="+mn-cs"/>
            </a:endParaRPr>
          </a:p>
        </p:txBody>
      </p:sp>
      <p:sp>
        <p:nvSpPr>
          <p:cNvPr id="109" name="Oval 108">
            <a:extLst>
              <a:ext uri="{FF2B5EF4-FFF2-40B4-BE49-F238E27FC236}">
                <a16:creationId xmlns:a16="http://schemas.microsoft.com/office/drawing/2014/main" id="{07491520-9E03-4888-888B-B11814AFFC18}"/>
              </a:ext>
            </a:extLst>
          </p:cNvPr>
          <p:cNvSpPr/>
          <p:nvPr/>
        </p:nvSpPr>
        <p:spPr>
          <a:xfrm>
            <a:off x="7490685" y="2217663"/>
            <a:ext cx="1588336" cy="1588336"/>
          </a:xfrm>
          <a:prstGeom prst="ellipse">
            <a:avLst/>
          </a:prstGeom>
          <a:solidFill>
            <a:schemeClr val="bg1"/>
          </a:solidFill>
          <a:ln w="19050">
            <a:solidFill>
              <a:schemeClr val="tx2"/>
            </a:solidFill>
            <a:prstDash val="dash"/>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a:ea typeface="+mn-ea"/>
              <a:cs typeface="+mn-cs"/>
            </a:endParaRPr>
          </a:p>
        </p:txBody>
      </p:sp>
      <p:sp>
        <p:nvSpPr>
          <p:cNvPr id="110" name="Oval 109">
            <a:extLst>
              <a:ext uri="{FF2B5EF4-FFF2-40B4-BE49-F238E27FC236}">
                <a16:creationId xmlns:a16="http://schemas.microsoft.com/office/drawing/2014/main" id="{44511ADE-CCC5-499B-B9B9-0B870822F138}"/>
              </a:ext>
            </a:extLst>
          </p:cNvPr>
          <p:cNvSpPr/>
          <p:nvPr/>
        </p:nvSpPr>
        <p:spPr>
          <a:xfrm>
            <a:off x="10364637" y="2217663"/>
            <a:ext cx="1588336" cy="1588336"/>
          </a:xfrm>
          <a:prstGeom prst="ellipse">
            <a:avLst/>
          </a:prstGeom>
          <a:solidFill>
            <a:schemeClr val="bg1"/>
          </a:solidFill>
          <a:ln w="19050">
            <a:noFill/>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a:ea typeface="+mn-ea"/>
              <a:cs typeface="+mn-cs"/>
            </a:endParaRPr>
          </a:p>
        </p:txBody>
      </p:sp>
      <p:sp>
        <p:nvSpPr>
          <p:cNvPr id="111" name="Oval 110">
            <a:extLst>
              <a:ext uri="{FF2B5EF4-FFF2-40B4-BE49-F238E27FC236}">
                <a16:creationId xmlns:a16="http://schemas.microsoft.com/office/drawing/2014/main" id="{D37F2883-7E1E-4473-B4AD-00ACF062A17B}"/>
              </a:ext>
            </a:extLst>
          </p:cNvPr>
          <p:cNvSpPr/>
          <p:nvPr/>
        </p:nvSpPr>
        <p:spPr>
          <a:xfrm>
            <a:off x="239027" y="3293303"/>
            <a:ext cx="1588336" cy="1588336"/>
          </a:xfrm>
          <a:prstGeom prst="ellipse">
            <a:avLst/>
          </a:prstGeom>
          <a:solidFill>
            <a:schemeClr val="bg1"/>
          </a:solidFill>
          <a:ln w="19050">
            <a:noFill/>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a:ea typeface="+mn-ea"/>
              <a:cs typeface="+mn-cs"/>
            </a:endParaRPr>
          </a:p>
        </p:txBody>
      </p:sp>
      <p:sp>
        <p:nvSpPr>
          <p:cNvPr id="112" name="Oval 111">
            <a:extLst>
              <a:ext uri="{FF2B5EF4-FFF2-40B4-BE49-F238E27FC236}">
                <a16:creationId xmlns:a16="http://schemas.microsoft.com/office/drawing/2014/main" id="{9904ED76-2CF8-43C0-A463-8F3A6CB43986}"/>
              </a:ext>
            </a:extLst>
          </p:cNvPr>
          <p:cNvSpPr/>
          <p:nvPr/>
        </p:nvSpPr>
        <p:spPr>
          <a:xfrm>
            <a:off x="3123483" y="3293303"/>
            <a:ext cx="1588336" cy="1588336"/>
          </a:xfrm>
          <a:prstGeom prst="ellipse">
            <a:avLst/>
          </a:prstGeom>
          <a:solidFill>
            <a:schemeClr val="bg1"/>
          </a:solidFill>
          <a:ln w="19050">
            <a:noFill/>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a:ea typeface="+mn-ea"/>
              <a:cs typeface="+mn-cs"/>
            </a:endParaRPr>
          </a:p>
        </p:txBody>
      </p:sp>
      <p:sp>
        <p:nvSpPr>
          <p:cNvPr id="114" name="Oval 113">
            <a:extLst>
              <a:ext uri="{FF2B5EF4-FFF2-40B4-BE49-F238E27FC236}">
                <a16:creationId xmlns:a16="http://schemas.microsoft.com/office/drawing/2014/main" id="{1A2D72EF-48A8-4CB4-B2AB-80A4E4591C28}"/>
              </a:ext>
            </a:extLst>
          </p:cNvPr>
          <p:cNvSpPr/>
          <p:nvPr/>
        </p:nvSpPr>
        <p:spPr>
          <a:xfrm>
            <a:off x="8922407" y="3293303"/>
            <a:ext cx="1588336" cy="1588336"/>
          </a:xfrm>
          <a:prstGeom prst="ellipse">
            <a:avLst/>
          </a:prstGeom>
          <a:solidFill>
            <a:schemeClr val="bg1"/>
          </a:solidFill>
          <a:ln w="19050">
            <a:noFill/>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a:ea typeface="+mn-ea"/>
              <a:cs typeface="+mn-cs"/>
            </a:endParaRPr>
          </a:p>
        </p:txBody>
      </p:sp>
      <p:pic>
        <p:nvPicPr>
          <p:cNvPr id="128" name="Picture 4" descr="Suzano removed 11.75 million tons of CO2e from the atmosphere in 2019">
            <a:extLst>
              <a:ext uri="{FF2B5EF4-FFF2-40B4-BE49-F238E27FC236}">
                <a16:creationId xmlns:a16="http://schemas.microsoft.com/office/drawing/2014/main" id="{565DA027-C0DE-48D7-8374-A2925A56D087}"/>
              </a:ext>
            </a:extLst>
          </p:cNvPr>
          <p:cNvPicPr>
            <a:picLocks noChangeAspect="1" noChangeArrowheads="1"/>
          </p:cNvPicPr>
          <p:nvPr/>
        </p:nvPicPr>
        <p:blipFill>
          <a:blip r:embed="rId7" cstate="email">
            <a:extLst>
              <a:ext uri="{28A0092B-C50C-407E-A947-70E740481C1C}">
                <a14:useLocalDpi xmlns:a14="http://schemas.microsoft.com/office/drawing/2010/main"/>
              </a:ext>
            </a:extLst>
          </a:blip>
          <a:srcRect/>
          <a:stretch>
            <a:fillRect/>
          </a:stretch>
        </p:blipFill>
        <p:spPr bwMode="auto">
          <a:xfrm>
            <a:off x="10505409" y="2637923"/>
            <a:ext cx="1306792" cy="747817"/>
          </a:xfrm>
          <a:prstGeom prst="rect">
            <a:avLst/>
          </a:prstGeom>
          <a:noFill/>
          <a:extLst>
            <a:ext uri="{909E8E84-426E-40DD-AFC4-6F175D3DCCD1}">
              <a14:hiddenFill xmlns:a14="http://schemas.microsoft.com/office/drawing/2010/main">
                <a:solidFill>
                  <a:srgbClr val="FFFFFF"/>
                </a:solidFill>
              </a14:hiddenFill>
            </a:ext>
          </a:extLst>
        </p:spPr>
      </p:pic>
      <p:sp>
        <p:nvSpPr>
          <p:cNvPr id="113" name="Oval 112">
            <a:extLst>
              <a:ext uri="{FF2B5EF4-FFF2-40B4-BE49-F238E27FC236}">
                <a16:creationId xmlns:a16="http://schemas.microsoft.com/office/drawing/2014/main" id="{AB0AED36-3DC2-4E9E-9F72-E904FE93A42F}"/>
              </a:ext>
            </a:extLst>
          </p:cNvPr>
          <p:cNvSpPr/>
          <p:nvPr/>
        </p:nvSpPr>
        <p:spPr>
          <a:xfrm>
            <a:off x="6037951" y="3293303"/>
            <a:ext cx="1588336" cy="1588336"/>
          </a:xfrm>
          <a:prstGeom prst="ellipse">
            <a:avLst/>
          </a:prstGeom>
          <a:solidFill>
            <a:schemeClr val="bg1"/>
          </a:solidFill>
          <a:ln w="19050">
            <a:noFill/>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a:ln>
                <a:noFill/>
              </a:ln>
              <a:solidFill>
                <a:prstClr val="white"/>
              </a:solidFill>
              <a:effectLst/>
              <a:uLnTx/>
              <a:uFillTx/>
              <a:latin typeface="Arial"/>
              <a:ea typeface="+mn-ea"/>
              <a:cs typeface="+mn-cs"/>
            </a:endParaRPr>
          </a:p>
        </p:txBody>
      </p:sp>
      <p:sp>
        <p:nvSpPr>
          <p:cNvPr id="115" name="Oval 114">
            <a:extLst>
              <a:ext uri="{FF2B5EF4-FFF2-40B4-BE49-F238E27FC236}">
                <a16:creationId xmlns:a16="http://schemas.microsoft.com/office/drawing/2014/main" id="{6D4C70A8-F15F-48E3-9743-8984AF155B28}"/>
              </a:ext>
            </a:extLst>
          </p:cNvPr>
          <p:cNvSpPr/>
          <p:nvPr/>
        </p:nvSpPr>
        <p:spPr>
          <a:xfrm>
            <a:off x="1681255" y="4368945"/>
            <a:ext cx="1588336" cy="1588336"/>
          </a:xfrm>
          <a:prstGeom prst="ellipse">
            <a:avLst/>
          </a:prstGeom>
          <a:solidFill>
            <a:schemeClr val="bg1"/>
          </a:solidFill>
          <a:ln w="19050">
            <a:noFill/>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a:ea typeface="+mn-ea"/>
              <a:cs typeface="+mn-cs"/>
            </a:endParaRPr>
          </a:p>
        </p:txBody>
      </p:sp>
      <p:sp>
        <p:nvSpPr>
          <p:cNvPr id="116" name="Oval 115">
            <a:extLst>
              <a:ext uri="{FF2B5EF4-FFF2-40B4-BE49-F238E27FC236}">
                <a16:creationId xmlns:a16="http://schemas.microsoft.com/office/drawing/2014/main" id="{6D369601-35AC-4776-BEF1-325690C54365}"/>
              </a:ext>
            </a:extLst>
          </p:cNvPr>
          <p:cNvSpPr/>
          <p:nvPr/>
        </p:nvSpPr>
        <p:spPr>
          <a:xfrm>
            <a:off x="4580717" y="4368945"/>
            <a:ext cx="1588336" cy="1588336"/>
          </a:xfrm>
          <a:prstGeom prst="ellipse">
            <a:avLst/>
          </a:prstGeom>
          <a:solidFill>
            <a:schemeClr val="bg1"/>
          </a:solidFill>
          <a:ln w="19050">
            <a:noFill/>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a:ea typeface="+mn-ea"/>
              <a:cs typeface="+mn-cs"/>
            </a:endParaRPr>
          </a:p>
        </p:txBody>
      </p:sp>
      <p:sp>
        <p:nvSpPr>
          <p:cNvPr id="117" name="Oval 116">
            <a:extLst>
              <a:ext uri="{FF2B5EF4-FFF2-40B4-BE49-F238E27FC236}">
                <a16:creationId xmlns:a16="http://schemas.microsoft.com/office/drawing/2014/main" id="{AA798201-92BE-4E5B-83BF-0925B0B2D44F}"/>
              </a:ext>
            </a:extLst>
          </p:cNvPr>
          <p:cNvSpPr/>
          <p:nvPr/>
        </p:nvSpPr>
        <p:spPr>
          <a:xfrm>
            <a:off x="7480179" y="4368945"/>
            <a:ext cx="1588336" cy="1588336"/>
          </a:xfrm>
          <a:prstGeom prst="ellipse">
            <a:avLst/>
          </a:prstGeom>
          <a:solidFill>
            <a:schemeClr val="bg1"/>
          </a:solidFill>
          <a:ln w="19050">
            <a:noFill/>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a:ea typeface="+mn-ea"/>
              <a:cs typeface="+mn-cs"/>
            </a:endParaRPr>
          </a:p>
        </p:txBody>
      </p:sp>
      <p:sp>
        <p:nvSpPr>
          <p:cNvPr id="118" name="Oval 117">
            <a:extLst>
              <a:ext uri="{FF2B5EF4-FFF2-40B4-BE49-F238E27FC236}">
                <a16:creationId xmlns:a16="http://schemas.microsoft.com/office/drawing/2014/main" id="{E9D9EA54-3E8A-43DC-9536-CC0A23FE5304}"/>
              </a:ext>
            </a:extLst>
          </p:cNvPr>
          <p:cNvSpPr/>
          <p:nvPr/>
        </p:nvSpPr>
        <p:spPr>
          <a:xfrm>
            <a:off x="10364637" y="4368945"/>
            <a:ext cx="1588336" cy="1588336"/>
          </a:xfrm>
          <a:prstGeom prst="ellipse">
            <a:avLst/>
          </a:prstGeom>
          <a:solidFill>
            <a:schemeClr val="bg1"/>
          </a:solidFill>
          <a:ln w="19050">
            <a:noFill/>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a:ea typeface="+mn-ea"/>
              <a:cs typeface="+mn-cs"/>
            </a:endParaRPr>
          </a:p>
        </p:txBody>
      </p:sp>
      <p:pic>
        <p:nvPicPr>
          <p:cNvPr id="59" name="Picture 1037" descr="Santos Brasil - Wikipedia">
            <a:extLst>
              <a:ext uri="{FF2B5EF4-FFF2-40B4-BE49-F238E27FC236}">
                <a16:creationId xmlns:a16="http://schemas.microsoft.com/office/drawing/2014/main" id="{7850910B-26EB-4560-815E-FA0E3F1CE691}"/>
              </a:ext>
            </a:extLst>
          </p:cNvPr>
          <p:cNvPicPr>
            <a:picLocks noChangeAspect="1" noChangeArrowheads="1"/>
          </p:cNvPicPr>
          <p:nvPr/>
        </p:nvPicPr>
        <p:blipFill>
          <a:blip r:embed="rId8" cstate="email">
            <a:extLst>
              <a:ext uri="{28A0092B-C50C-407E-A947-70E740481C1C}">
                <a14:useLocalDpi xmlns:a14="http://schemas.microsoft.com/office/drawing/2010/main"/>
              </a:ext>
            </a:extLst>
          </a:blip>
          <a:srcRect/>
          <a:stretch>
            <a:fillRect/>
          </a:stretch>
        </p:blipFill>
        <p:spPr bwMode="auto">
          <a:xfrm>
            <a:off x="419311" y="3622910"/>
            <a:ext cx="1227769" cy="929122"/>
          </a:xfrm>
          <a:prstGeom prst="rect">
            <a:avLst/>
          </a:prstGeom>
          <a:noFill/>
          <a:extLst>
            <a:ext uri="{909E8E84-426E-40DD-AFC4-6F175D3DCCD1}">
              <a14:hiddenFill xmlns:a14="http://schemas.microsoft.com/office/drawing/2010/main">
                <a:solidFill>
                  <a:srgbClr val="FFFFFF"/>
                </a:solidFill>
              </a14:hiddenFill>
            </a:ext>
          </a:extLst>
        </p:spPr>
      </p:pic>
      <p:pic>
        <p:nvPicPr>
          <p:cNvPr id="16" name="Imagem 15">
            <a:extLst>
              <a:ext uri="{FF2B5EF4-FFF2-40B4-BE49-F238E27FC236}">
                <a16:creationId xmlns:a16="http://schemas.microsoft.com/office/drawing/2014/main" id="{1D074BCB-D15F-4457-9424-C08222830122}"/>
              </a:ext>
            </a:extLst>
          </p:cNvPr>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3499485" y="1509448"/>
            <a:ext cx="853485" cy="853485"/>
          </a:xfrm>
          <a:prstGeom prst="rect">
            <a:avLst/>
          </a:prstGeom>
        </p:spPr>
      </p:pic>
      <p:sp>
        <p:nvSpPr>
          <p:cNvPr id="5" name="Rectangle 4" hidden="1">
            <a:extLst>
              <a:ext uri="{FF2B5EF4-FFF2-40B4-BE49-F238E27FC236}">
                <a16:creationId xmlns:a16="http://schemas.microsoft.com/office/drawing/2014/main" id="{8DBBB137-F93C-426A-9A58-4C842D28D9E7}"/>
              </a:ext>
            </a:extLst>
          </p:cNvPr>
          <p:cNvSpPr/>
          <p:nvPr/>
        </p:nvSpPr>
        <p:spPr>
          <a:xfrm>
            <a:off x="0" y="0"/>
            <a:ext cx="158750" cy="158750"/>
          </a:xfrm>
          <a:prstGeom prst="rect">
            <a:avLst/>
          </a:prstGeom>
          <a:solidFill>
            <a:schemeClr val="accent2"/>
          </a:solidFill>
          <a:ln w="19050">
            <a:solidFill>
              <a:schemeClr val="accent2"/>
            </a:solidFill>
            <a:miter lim="400000"/>
          </a:ln>
          <a:effectLst/>
        </p:spPr>
        <p:txBody>
          <a:bodyPr wrap="none" lIns="0" tIns="0" rIns="0" bIns="0" numCol="1" spcCol="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PT" sz="2000" b="1"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pic>
        <p:nvPicPr>
          <p:cNvPr id="6" name="Imagem 5">
            <a:extLst>
              <a:ext uri="{FF2B5EF4-FFF2-40B4-BE49-F238E27FC236}">
                <a16:creationId xmlns:a16="http://schemas.microsoft.com/office/drawing/2014/main" id="{C81A91F8-8708-4E4B-8E6C-8F7CE9AEA914}"/>
              </a:ext>
            </a:extLst>
          </p:cNvPr>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4837224" y="4625452"/>
            <a:ext cx="1075323" cy="1075323"/>
          </a:xfrm>
          <a:prstGeom prst="rect">
            <a:avLst/>
          </a:prstGeom>
        </p:spPr>
      </p:pic>
      <p:pic>
        <p:nvPicPr>
          <p:cNvPr id="137" name="Picture 68">
            <a:extLst>
              <a:ext uri="{FF2B5EF4-FFF2-40B4-BE49-F238E27FC236}">
                <a16:creationId xmlns:a16="http://schemas.microsoft.com/office/drawing/2014/main" id="{67367C68-9134-485B-8058-346AD8F6F301}"/>
              </a:ext>
            </a:extLst>
          </p:cNvPr>
          <p:cNvPicPr>
            <a:picLocks noChangeAspect="1"/>
          </p:cNvPicPr>
          <p:nvPr/>
        </p:nvPicPr>
        <p:blipFill rotWithShape="1">
          <a:blip r:embed="rId11" cstate="screen">
            <a:extLst>
              <a:ext uri="{28A0092B-C50C-407E-A947-70E740481C1C}">
                <a14:useLocalDpi xmlns:a14="http://schemas.microsoft.com/office/drawing/2010/main"/>
              </a:ext>
            </a:extLst>
          </a:blip>
          <a:srcRect t="-4062" b="-4062"/>
          <a:stretch/>
        </p:blipFill>
        <p:spPr>
          <a:xfrm>
            <a:off x="9198509" y="3570177"/>
            <a:ext cx="1036133" cy="1034588"/>
          </a:xfrm>
          <a:prstGeom prst="ellipse">
            <a:avLst/>
          </a:prstGeom>
          <a:solidFill>
            <a:srgbClr val="FDDA00"/>
          </a:solidFill>
        </p:spPr>
      </p:pic>
      <p:pic>
        <p:nvPicPr>
          <p:cNvPr id="1026" name="Picture 2" descr="São Martinho convoca acionistas para discutir sobre cisão da Usina Santa  Luiza">
            <a:extLst>
              <a:ext uri="{FF2B5EF4-FFF2-40B4-BE49-F238E27FC236}">
                <a16:creationId xmlns:a16="http://schemas.microsoft.com/office/drawing/2014/main" id="{383BF53F-6D2E-F0AA-BC8D-706EA6F8E1BE}"/>
              </a:ext>
            </a:extLst>
          </p:cNvPr>
          <p:cNvPicPr>
            <a:picLocks noChangeAspect="1" noChangeArrowheads="1"/>
          </p:cNvPicPr>
          <p:nvPr/>
        </p:nvPicPr>
        <p:blipFill rotWithShape="1">
          <a:blip r:embed="rId12" cstate="email">
            <a:clrChange>
              <a:clrFrom>
                <a:srgbClr val="FBFBF9"/>
              </a:clrFrom>
              <a:clrTo>
                <a:srgbClr val="FBFBF9">
                  <a:alpha val="0"/>
                </a:srgbClr>
              </a:clrTo>
            </a:clrChange>
            <a:extLst>
              <a:ext uri="{28A0092B-C50C-407E-A947-70E740481C1C}">
                <a14:useLocalDpi xmlns:a14="http://schemas.microsoft.com/office/drawing/2010/main"/>
              </a:ext>
            </a:extLst>
          </a:blip>
          <a:srcRect/>
          <a:stretch/>
        </p:blipFill>
        <p:spPr bwMode="auto">
          <a:xfrm>
            <a:off x="355151" y="1557067"/>
            <a:ext cx="1356089" cy="758247"/>
          </a:xfrm>
          <a:prstGeom prst="rect">
            <a:avLst/>
          </a:prstGeom>
          <a:noFill/>
          <a:extLst>
            <a:ext uri="{909E8E84-426E-40DD-AFC4-6F175D3DCCD1}">
              <a14:hiddenFill xmlns:a14="http://schemas.microsoft.com/office/drawing/2010/main">
                <a:solidFill>
                  <a:srgbClr val="FFFFFF"/>
                </a:solidFill>
              </a14:hiddenFill>
            </a:ext>
          </a:extLst>
        </p:spPr>
      </p:pic>
      <p:pic>
        <p:nvPicPr>
          <p:cNvPr id="11" name="Imagem 10">
            <a:extLst>
              <a:ext uri="{FF2B5EF4-FFF2-40B4-BE49-F238E27FC236}">
                <a16:creationId xmlns:a16="http://schemas.microsoft.com/office/drawing/2014/main" id="{D96A5069-C41D-3A8C-71BA-98CDA354CB73}"/>
              </a:ext>
            </a:extLst>
          </p:cNvPr>
          <p:cNvPicPr>
            <a:picLocks noChangeAspect="1"/>
          </p:cNvPicPr>
          <p:nvPr/>
        </p:nvPicPr>
        <p:blipFill>
          <a:blip r:embed="rId13" cstate="email">
            <a:extLst>
              <a:ext uri="{28A0092B-C50C-407E-A947-70E740481C1C}">
                <a14:useLocalDpi xmlns:a14="http://schemas.microsoft.com/office/drawing/2010/main"/>
              </a:ext>
            </a:extLst>
          </a:blip>
          <a:stretch>
            <a:fillRect/>
          </a:stretch>
        </p:blipFill>
        <p:spPr>
          <a:xfrm>
            <a:off x="6099259" y="1817279"/>
            <a:ext cx="1440000" cy="237823"/>
          </a:xfrm>
          <a:prstGeom prst="rect">
            <a:avLst/>
          </a:prstGeom>
        </p:spPr>
      </p:pic>
      <p:pic>
        <p:nvPicPr>
          <p:cNvPr id="131" name="Picture 14" descr="Cement sector – RETROFEED">
            <a:extLst>
              <a:ext uri="{FF2B5EF4-FFF2-40B4-BE49-F238E27FC236}">
                <a16:creationId xmlns:a16="http://schemas.microsoft.com/office/drawing/2014/main" id="{BD8CF32E-AFB6-4CAD-A82E-C5B418286E00}"/>
              </a:ext>
            </a:extLst>
          </p:cNvPr>
          <p:cNvPicPr>
            <a:picLocks noChangeAspect="1" noChangeArrowheads="1"/>
          </p:cNvPicPr>
          <p:nvPr/>
        </p:nvPicPr>
        <p:blipFill>
          <a:blip r:embed="rId14" cstate="email">
            <a:extLst>
              <a:ext uri="{28A0092B-C50C-407E-A947-70E740481C1C}">
                <a14:useLocalDpi xmlns:a14="http://schemas.microsoft.com/office/drawing/2010/main"/>
              </a:ext>
            </a:extLst>
          </a:blip>
          <a:srcRect/>
          <a:stretch>
            <a:fillRect/>
          </a:stretch>
        </p:blipFill>
        <p:spPr bwMode="auto">
          <a:xfrm>
            <a:off x="10651489" y="4676089"/>
            <a:ext cx="1014633" cy="974049"/>
          </a:xfrm>
          <a:prstGeom prst="rect">
            <a:avLst/>
          </a:prstGeom>
          <a:noFill/>
          <a:extLst>
            <a:ext uri="{909E8E84-426E-40DD-AFC4-6F175D3DCCD1}">
              <a14:hiddenFill xmlns:a14="http://schemas.microsoft.com/office/drawing/2010/main">
                <a:solidFill>
                  <a:srgbClr val="FFFFFF"/>
                </a:solidFill>
              </a14:hiddenFill>
            </a:ext>
          </a:extLst>
        </p:spPr>
      </p:pic>
      <p:pic>
        <p:nvPicPr>
          <p:cNvPr id="8" name="Imagem 7">
            <a:extLst>
              <a:ext uri="{FF2B5EF4-FFF2-40B4-BE49-F238E27FC236}">
                <a16:creationId xmlns:a16="http://schemas.microsoft.com/office/drawing/2014/main" id="{FED2E902-FB7B-CDE2-0E59-79D207481609}"/>
              </a:ext>
            </a:extLst>
          </p:cNvPr>
          <p:cNvPicPr>
            <a:picLocks noChangeAspect="1"/>
          </p:cNvPicPr>
          <p:nvPr/>
        </p:nvPicPr>
        <p:blipFill>
          <a:blip r:embed="rId15" cstate="email">
            <a:extLst>
              <a:ext uri="{28A0092B-C50C-407E-A947-70E740481C1C}">
                <a14:useLocalDpi xmlns:a14="http://schemas.microsoft.com/office/drawing/2010/main"/>
              </a:ext>
            </a:extLst>
          </a:blip>
          <a:stretch>
            <a:fillRect/>
          </a:stretch>
        </p:blipFill>
        <p:spPr>
          <a:xfrm>
            <a:off x="9010291" y="1721786"/>
            <a:ext cx="1404000" cy="428808"/>
          </a:xfrm>
          <a:prstGeom prst="rect">
            <a:avLst/>
          </a:prstGeom>
        </p:spPr>
      </p:pic>
      <p:pic>
        <p:nvPicPr>
          <p:cNvPr id="17" name="Imagem 16">
            <a:extLst>
              <a:ext uri="{FF2B5EF4-FFF2-40B4-BE49-F238E27FC236}">
                <a16:creationId xmlns:a16="http://schemas.microsoft.com/office/drawing/2014/main" id="{720DE552-EB97-A9CB-7DAF-EE7CCFFC389D}"/>
              </a:ext>
            </a:extLst>
          </p:cNvPr>
          <p:cNvPicPr>
            <a:picLocks noChangeAspect="1"/>
          </p:cNvPicPr>
          <p:nvPr/>
        </p:nvPicPr>
        <p:blipFill>
          <a:blip r:embed="rId16" cstate="email">
            <a:extLst>
              <a:ext uri="{28A0092B-C50C-407E-A947-70E740481C1C}">
                <a14:useLocalDpi xmlns:a14="http://schemas.microsoft.com/office/drawing/2010/main"/>
              </a:ext>
            </a:extLst>
          </a:blip>
          <a:stretch>
            <a:fillRect/>
          </a:stretch>
        </p:blipFill>
        <p:spPr>
          <a:xfrm>
            <a:off x="7564853" y="2698419"/>
            <a:ext cx="1440000" cy="626824"/>
          </a:xfrm>
          <a:prstGeom prst="rect">
            <a:avLst/>
          </a:prstGeom>
        </p:spPr>
      </p:pic>
      <p:pic>
        <p:nvPicPr>
          <p:cNvPr id="9" name="Imagem 8">
            <a:extLst>
              <a:ext uri="{FF2B5EF4-FFF2-40B4-BE49-F238E27FC236}">
                <a16:creationId xmlns:a16="http://schemas.microsoft.com/office/drawing/2014/main" id="{B0F69CD6-71A1-9347-725D-50C4C540CE37}"/>
              </a:ext>
            </a:extLst>
          </p:cNvPr>
          <p:cNvPicPr>
            <a:picLocks noChangeAspect="1"/>
          </p:cNvPicPr>
          <p:nvPr/>
        </p:nvPicPr>
        <p:blipFill>
          <a:blip r:embed="rId17" cstate="email">
            <a:extLst>
              <a:ext uri="{28A0092B-C50C-407E-A947-70E740481C1C}">
                <a14:useLocalDpi xmlns:a14="http://schemas.microsoft.com/office/drawing/2010/main"/>
              </a:ext>
            </a:extLst>
          </a:blip>
          <a:stretch>
            <a:fillRect/>
          </a:stretch>
        </p:blipFill>
        <p:spPr>
          <a:xfrm>
            <a:off x="2065203" y="2493223"/>
            <a:ext cx="829017" cy="1037217"/>
          </a:xfrm>
          <a:prstGeom prst="rect">
            <a:avLst/>
          </a:prstGeom>
        </p:spPr>
      </p:pic>
      <p:pic>
        <p:nvPicPr>
          <p:cNvPr id="14" name="Picture 18" descr="Resultado de imagem para logo mercedes">
            <a:extLst>
              <a:ext uri="{FF2B5EF4-FFF2-40B4-BE49-F238E27FC236}">
                <a16:creationId xmlns:a16="http://schemas.microsoft.com/office/drawing/2014/main" id="{6B1E1ABA-1659-2E1D-0C64-5162328FCDAA}"/>
              </a:ext>
            </a:extLst>
          </p:cNvPr>
          <p:cNvPicPr>
            <a:picLocks noChangeAspect="1" noChangeArrowheads="1"/>
          </p:cNvPicPr>
          <p:nvPr/>
        </p:nvPicPr>
        <p:blipFill>
          <a:blip r:embed="rId18" cstate="email">
            <a:extLst>
              <a:ext uri="{28A0092B-C50C-407E-A947-70E740481C1C}">
                <a14:useLocalDpi xmlns:a14="http://schemas.microsoft.com/office/drawing/2010/main"/>
              </a:ext>
            </a:extLst>
          </a:blip>
          <a:srcRect/>
          <a:stretch>
            <a:fillRect/>
          </a:stretch>
        </p:blipFill>
        <p:spPr bwMode="auto">
          <a:xfrm>
            <a:off x="1959797" y="4647487"/>
            <a:ext cx="1031252" cy="1031252"/>
          </a:xfrm>
          <a:prstGeom prst="rect">
            <a:avLst/>
          </a:prstGeom>
          <a:noFill/>
          <a:extLst>
            <a:ext uri="{909E8E84-426E-40dd-AFC4-6F175D3DCCD1}">
              <a14:hiddenFill xmlns:a14="http://schemas.microsoft.com/office/drawing/2010/main" xmlns="">
                <a:solidFill>
                  <a:srgbClr val="FFFFFF"/>
                </a:solidFill>
              </a14:hiddenFill>
            </a:ext>
          </a:extLst>
        </p:spPr>
      </p:pic>
      <p:pic>
        <p:nvPicPr>
          <p:cNvPr id="15" name="Picture 183" descr="Pátria compra sua primeira fazenda | Brasilagro">
            <a:extLst>
              <a:ext uri="{FF2B5EF4-FFF2-40B4-BE49-F238E27FC236}">
                <a16:creationId xmlns:a16="http://schemas.microsoft.com/office/drawing/2014/main" id="{398D98F1-260F-EC14-C54A-75C385A7631A}"/>
              </a:ext>
            </a:extLst>
          </p:cNvPr>
          <p:cNvPicPr>
            <a:picLocks noChangeAspect="1" noChangeArrowheads="1"/>
          </p:cNvPicPr>
          <p:nvPr/>
        </p:nvPicPr>
        <p:blipFill rotWithShape="1">
          <a:blip r:embed="rId19"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bwMode="auto">
          <a:xfrm>
            <a:off x="7573217" y="4915549"/>
            <a:ext cx="1402260" cy="495128"/>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41" descr="Resultado de imagem para logo Energisa">
            <a:extLst>
              <a:ext uri="{FF2B5EF4-FFF2-40B4-BE49-F238E27FC236}">
                <a16:creationId xmlns:a16="http://schemas.microsoft.com/office/drawing/2014/main" id="{D0F70CFC-85D9-A0E0-6053-3C86E9DBDCAC}"/>
              </a:ext>
            </a:extLst>
          </p:cNvPr>
          <p:cNvPicPr>
            <a:picLocks noChangeAspect="1" noChangeArrowheads="1"/>
          </p:cNvPicPr>
          <p:nvPr/>
        </p:nvPicPr>
        <p:blipFill rotWithShape="1">
          <a:blip r:embed="rId20" cstate="email">
            <a:extLst>
              <a:ext uri="{28A0092B-C50C-407E-A947-70E740481C1C}">
                <a14:useLocalDpi xmlns:a14="http://schemas.microsoft.com/office/drawing/2010/main"/>
              </a:ext>
            </a:extLst>
          </a:blip>
          <a:srcRect/>
          <a:stretch/>
        </p:blipFill>
        <p:spPr bwMode="auto">
          <a:xfrm>
            <a:off x="3324024" y="3888930"/>
            <a:ext cx="1187255" cy="397083"/>
          </a:xfrm>
          <a:prstGeom prst="rect">
            <a:avLst/>
          </a:prstGeom>
          <a:noFill/>
          <a:extLst>
            <a:ext uri="{909E8E84-426E-40dd-AFC4-6F175D3DCCD1}">
              <a14:hiddenFill xmlns:a14="http://schemas.microsoft.com/office/drawing/2010/main" xmlns="">
                <a:solidFill>
                  <a:srgbClr val="FFFFFF"/>
                </a:solidFill>
              </a14:hiddenFill>
            </a:ext>
          </a:extLst>
        </p:spPr>
      </p:pic>
      <p:pic>
        <p:nvPicPr>
          <p:cNvPr id="20" name="Picture 8" descr="Radar do Mercado: S&amp;P Global sobre rating de Eneva (ENEV3)">
            <a:extLst>
              <a:ext uri="{FF2B5EF4-FFF2-40B4-BE49-F238E27FC236}">
                <a16:creationId xmlns:a16="http://schemas.microsoft.com/office/drawing/2014/main" id="{C6C0E9C3-6CCF-9992-5D1E-84E214D6D33C}"/>
              </a:ext>
            </a:extLst>
          </p:cNvPr>
          <p:cNvPicPr>
            <a:picLocks noChangeAspect="1" noChangeArrowheads="1"/>
          </p:cNvPicPr>
          <p:nvPr/>
        </p:nvPicPr>
        <p:blipFill>
          <a:blip r:embed="rId21" cstate="email">
            <a:extLst>
              <a:ext uri="{28A0092B-C50C-407E-A947-70E740481C1C}">
                <a14:useLocalDpi xmlns:a14="http://schemas.microsoft.com/office/drawing/2010/main"/>
              </a:ext>
            </a:extLst>
          </a:blip>
          <a:srcRect/>
          <a:stretch>
            <a:fillRect/>
          </a:stretch>
        </p:blipFill>
        <p:spPr bwMode="auto">
          <a:xfrm>
            <a:off x="6030929" y="3727000"/>
            <a:ext cx="1623390" cy="720943"/>
          </a:xfrm>
          <a:prstGeom prst="rect">
            <a:avLst/>
          </a:prstGeom>
          <a:noFill/>
          <a:extLst>
            <a:ext uri="{909E8E84-426E-40DD-AFC4-6F175D3DCCD1}">
              <a14:hiddenFill xmlns:a14="http://schemas.microsoft.com/office/drawing/2010/main">
                <a:solidFill>
                  <a:srgbClr val="FFFFFF"/>
                </a:solidFill>
              </a14:hiddenFill>
            </a:ext>
          </a:extLst>
        </p:spPr>
      </p:pic>
      <p:pic>
        <p:nvPicPr>
          <p:cNvPr id="4" name="Imagem 3">
            <a:extLst>
              <a:ext uri="{FF2B5EF4-FFF2-40B4-BE49-F238E27FC236}">
                <a16:creationId xmlns:a16="http://schemas.microsoft.com/office/drawing/2014/main" id="{C03CCAD4-D0E0-F623-E403-7ACCC6810531}"/>
              </a:ext>
            </a:extLst>
          </p:cNvPr>
          <p:cNvPicPr>
            <a:picLocks noChangeAspect="1"/>
          </p:cNvPicPr>
          <p:nvPr/>
        </p:nvPicPr>
        <p:blipFill>
          <a:blip r:embed="rId22" cstate="email">
            <a:extLst>
              <a:ext uri="{28A0092B-C50C-407E-A947-70E740481C1C}">
                <a14:useLocalDpi xmlns:a14="http://schemas.microsoft.com/office/drawing/2010/main"/>
              </a:ext>
            </a:extLst>
          </a:blip>
          <a:stretch>
            <a:fillRect/>
          </a:stretch>
        </p:blipFill>
        <p:spPr>
          <a:xfrm>
            <a:off x="4814743" y="2453831"/>
            <a:ext cx="1116000" cy="1116000"/>
          </a:xfrm>
          <a:prstGeom prst="rect">
            <a:avLst/>
          </a:prstGeom>
        </p:spPr>
      </p:pic>
      <p:sp>
        <p:nvSpPr>
          <p:cNvPr id="22" name="Oval 68">
            <a:extLst>
              <a:ext uri="{FF2B5EF4-FFF2-40B4-BE49-F238E27FC236}">
                <a16:creationId xmlns:a16="http://schemas.microsoft.com/office/drawing/2014/main" id="{66737F2B-64F5-8D7A-CF7F-E194A7C72024}"/>
              </a:ext>
            </a:extLst>
          </p:cNvPr>
          <p:cNvSpPr/>
          <p:nvPr/>
        </p:nvSpPr>
        <p:spPr>
          <a:xfrm>
            <a:off x="9790732" y="280712"/>
            <a:ext cx="288000" cy="196707"/>
          </a:xfrm>
          <a:prstGeom prst="ellipse">
            <a:avLst/>
          </a:prstGeom>
          <a:solidFill>
            <a:schemeClr val="bg1"/>
          </a:solidFill>
          <a:ln w="19050">
            <a:solidFill>
              <a:schemeClr val="tx2"/>
            </a:solidFill>
            <a:prstDash val="dash"/>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a:ea typeface="+mn-ea"/>
              <a:cs typeface="+mn-cs"/>
            </a:endParaRPr>
          </a:p>
        </p:txBody>
      </p:sp>
      <p:sp>
        <p:nvSpPr>
          <p:cNvPr id="23" name="CaixaDeTexto 22">
            <a:extLst>
              <a:ext uri="{FF2B5EF4-FFF2-40B4-BE49-F238E27FC236}">
                <a16:creationId xmlns:a16="http://schemas.microsoft.com/office/drawing/2014/main" id="{C079DBD0-675C-4F5C-F1D8-76B24DDAAFE6}"/>
              </a:ext>
            </a:extLst>
          </p:cNvPr>
          <p:cNvSpPr txBox="1"/>
          <p:nvPr/>
        </p:nvSpPr>
        <p:spPr bwMode="auto">
          <a:xfrm>
            <a:off x="10164459" y="286732"/>
            <a:ext cx="1800000" cy="184666"/>
          </a:xfrm>
          <a:prstGeom prst="rect">
            <a:avLst/>
          </a:prstGeom>
          <a:noFill/>
          <a:ln w="9525">
            <a:noFill/>
            <a:miter lim="800000"/>
            <a:headEnd/>
            <a:tailEnd/>
          </a:ln>
        </p:spPr>
        <p:txBody>
          <a:bodyPr vert="horz" wrap="square" lIns="0" tIns="0" rIns="0" bIns="0" numCol="1" rtlCol="0" anchor="t" anchorCtr="0" compatLnSpc="1">
            <a:prstTxWarp prst="textNoShape">
              <a:avLst/>
            </a:prstTxWarp>
            <a:spAutoFit/>
          </a:bodyPr>
          <a:lstStyle/>
          <a:p>
            <a:pPr>
              <a:spcBef>
                <a:spcPts val="0"/>
              </a:spcBef>
              <a:spcAft>
                <a:spcPts val="600"/>
              </a:spcAft>
            </a:pPr>
            <a:r>
              <a:rPr lang="pt-BR" sz="1200" kern="0"/>
              <a:t>Clientes em agroindústria</a:t>
            </a:r>
          </a:p>
        </p:txBody>
      </p:sp>
    </p:spTree>
    <p:extLst>
      <p:ext uri="{BB962C8B-B14F-4D97-AF65-F5344CB8AC3E}">
        <p14:creationId xmlns:p14="http://schemas.microsoft.com/office/powerpoint/2010/main" val="20020493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to 3" hidden="1">
            <a:extLst>
              <a:ext uri="{FF2B5EF4-FFF2-40B4-BE49-F238E27FC236}">
                <a16:creationId xmlns:a16="http://schemas.microsoft.com/office/drawing/2014/main" id="{CC279575-0567-444B-A07E-74AC743B8D9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Slide do think-cell" r:id="rId4" imgW="347" imgH="348" progId="TCLayout.ActiveDocument.1">
                  <p:embed/>
                </p:oleObj>
              </mc:Choice>
              <mc:Fallback>
                <p:oleObj name="Slide do think-cell" r:id="rId4" imgW="347" imgH="348" progId="TCLayout.ActiveDocument.1">
                  <p:embed/>
                  <p:pic>
                    <p:nvPicPr>
                      <p:cNvPr id="4" name="Objeto 3" hidden="1">
                        <a:extLst>
                          <a:ext uri="{FF2B5EF4-FFF2-40B4-BE49-F238E27FC236}">
                            <a16:creationId xmlns:a16="http://schemas.microsoft.com/office/drawing/2014/main" id="{CC279575-0567-444B-A07E-74AC743B8D9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1" name="Arrow: Pentagon 41">
            <a:extLst>
              <a:ext uri="{FF2B5EF4-FFF2-40B4-BE49-F238E27FC236}">
                <a16:creationId xmlns:a16="http://schemas.microsoft.com/office/drawing/2014/main" id="{52950626-180B-47F9-883A-7B40CAB41A60}"/>
              </a:ext>
            </a:extLst>
          </p:cNvPr>
          <p:cNvSpPr>
            <a:spLocks/>
          </p:cNvSpPr>
          <p:nvPr/>
        </p:nvSpPr>
        <p:spPr>
          <a:xfrm rot="10800000" flipH="1" flipV="1">
            <a:off x="3439951" y="3000691"/>
            <a:ext cx="1230850" cy="1171264"/>
          </a:xfrm>
          <a:prstGeom prst="homePlate">
            <a:avLst>
              <a:gd name="adj" fmla="val 16479"/>
            </a:avLst>
          </a:prstGeom>
          <a:solidFill>
            <a:schemeClr val="tx2"/>
          </a:solidFill>
          <a:ln>
            <a:solidFill>
              <a:schemeClr val="tx2"/>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73505" tIns="173505" rIns="173505" bIns="173505" numCol="1" spcCol="1270" anchor="ctr" anchorCtr="0">
            <a:noAutofit/>
          </a:bodyPr>
          <a:lstStyle/>
          <a:p>
            <a:pPr marL="0" marR="0" lvl="0" indent="0" algn="ctr" defTabSz="1511300" eaLnBrk="1" fontAlgn="auto" latinLnBrk="0" hangingPunct="1">
              <a:lnSpc>
                <a:spcPct val="90000"/>
              </a:lnSpc>
              <a:spcBef>
                <a:spcPct val="0"/>
              </a:spcBef>
              <a:spcAft>
                <a:spcPct val="35000"/>
              </a:spcAft>
              <a:buClrTx/>
              <a:buSzTx/>
              <a:buFontTx/>
              <a:buNone/>
              <a:tabLst/>
              <a:defRPr/>
            </a:pPr>
            <a:endParaRPr kumimoji="0" lang="pt-BR" sz="1600" b="0" i="0" u="none" strike="noStrike" kern="1200" cap="none" spc="0" normalizeH="0" baseline="0" noProof="0">
              <a:ln>
                <a:noFill/>
              </a:ln>
              <a:solidFill>
                <a:prstClr val="white"/>
              </a:solidFill>
              <a:effectLst/>
              <a:uLnTx/>
              <a:uFillTx/>
              <a:latin typeface="Arial"/>
              <a:ea typeface="+mn-ea"/>
              <a:cs typeface="+mn-cs"/>
            </a:endParaRPr>
          </a:p>
        </p:txBody>
      </p:sp>
      <p:sp>
        <p:nvSpPr>
          <p:cNvPr id="23" name="Rectangle 15">
            <a:extLst>
              <a:ext uri="{FF2B5EF4-FFF2-40B4-BE49-F238E27FC236}">
                <a16:creationId xmlns:a16="http://schemas.microsoft.com/office/drawing/2014/main" id="{799076B0-6CA4-4A6C-B9A1-8AD2BD33EB89}"/>
              </a:ext>
            </a:extLst>
          </p:cNvPr>
          <p:cNvSpPr>
            <a:spLocks noChangeArrowheads="1"/>
          </p:cNvSpPr>
          <p:nvPr/>
        </p:nvSpPr>
        <p:spPr bwMode="gray">
          <a:xfrm>
            <a:off x="1046551" y="3241288"/>
            <a:ext cx="2189702" cy="738664"/>
          </a:xfrm>
          <a:prstGeom prst="rect">
            <a:avLst/>
          </a:prstGeom>
          <a:noFill/>
          <a:ln w="9525" algn="ctr">
            <a:noFill/>
            <a:round/>
            <a:headEnd/>
            <a:tailEnd/>
          </a:ln>
          <a:effectLst/>
        </p:spPr>
        <p:txBody>
          <a:bodyPr vert="horz" wrap="none" lIns="0" tIns="0" rIns="0" bIns="0" numCol="1" anchor="ctr" anchorCtr="0" compatLnSpc="1">
            <a:prstTxWarp prst="textNoShape">
              <a:avLst/>
            </a:prstTxWarp>
            <a:spAutoFit/>
          </a:bodyPr>
          <a:lstStyle/>
          <a:p>
            <a:pPr marL="0" marR="0" lvl="0" indent="0" algn="r" defTabSz="914400" eaLnBrk="0" fontAlgn="auto" latinLnBrk="0" hangingPunct="0">
              <a:lnSpc>
                <a:spcPct val="100000"/>
              </a:lnSpc>
              <a:spcBef>
                <a:spcPts val="0"/>
              </a:spcBef>
              <a:spcAft>
                <a:spcPts val="0"/>
              </a:spcAft>
              <a:buClr>
                <a:srgbClr val="B1C7E1"/>
              </a:buClr>
              <a:buSzPct val="90000"/>
              <a:buFontTx/>
              <a:buNone/>
              <a:tabLst/>
              <a:defRPr/>
            </a:pPr>
            <a:r>
              <a:rPr kumimoji="0" lang="pt-BR" sz="1600" b="1" i="0" u="none" strike="noStrike" kern="1200" cap="none" spc="0" normalizeH="0" baseline="0" noProof="0">
                <a:ln>
                  <a:noFill/>
                </a:ln>
                <a:solidFill>
                  <a:srgbClr val="020E66"/>
                </a:solidFill>
                <a:effectLst/>
                <a:uLnTx/>
                <a:uFillTx/>
                <a:latin typeface="Arial"/>
                <a:ea typeface="+mn-ea"/>
                <a:cs typeface="Arial" pitchFamily="34" charset="0"/>
              </a:rPr>
              <a:t>Transformação:</a:t>
            </a:r>
          </a:p>
          <a:p>
            <a:pPr marL="0" marR="0" lvl="0" indent="0" algn="r" defTabSz="914400" eaLnBrk="0" fontAlgn="auto" latinLnBrk="0" hangingPunct="0">
              <a:lnSpc>
                <a:spcPct val="100000"/>
              </a:lnSpc>
              <a:spcBef>
                <a:spcPts val="0"/>
              </a:spcBef>
              <a:spcAft>
                <a:spcPts val="0"/>
              </a:spcAft>
              <a:buClr>
                <a:srgbClr val="B1C7E1"/>
              </a:buClr>
              <a:buSzPct val="90000"/>
              <a:buFontTx/>
              <a:buNone/>
              <a:tabLst/>
              <a:defRPr/>
            </a:pPr>
            <a:r>
              <a:rPr kumimoji="0" lang="pt-BR" sz="1600" b="1" i="1" u="none" strike="noStrike" kern="1200" cap="none" spc="0" normalizeH="0" baseline="0" noProof="0">
                <a:ln>
                  <a:noFill/>
                </a:ln>
                <a:solidFill>
                  <a:srgbClr val="020E66"/>
                </a:solidFill>
                <a:effectLst/>
                <a:uLnTx/>
                <a:uFillTx/>
                <a:latin typeface="Arial"/>
                <a:ea typeface="+mn-ea"/>
                <a:cs typeface="Arial" pitchFamily="34" charset="0"/>
              </a:rPr>
              <a:t>Turnaround,</a:t>
            </a:r>
            <a:endParaRPr kumimoji="0" lang="pt-BR" sz="1600" b="1" i="0" u="none" strike="noStrike" kern="1200" cap="none" spc="0" normalizeH="0" baseline="0" noProof="0">
              <a:ln>
                <a:noFill/>
              </a:ln>
              <a:solidFill>
                <a:srgbClr val="020E66"/>
              </a:solidFill>
              <a:effectLst/>
              <a:uLnTx/>
              <a:uFillTx/>
              <a:latin typeface="Arial"/>
              <a:ea typeface="+mn-ea"/>
              <a:cs typeface="Arial" pitchFamily="34" charset="0"/>
            </a:endParaRPr>
          </a:p>
          <a:p>
            <a:pPr marL="0" marR="0" lvl="0" indent="0" algn="r" defTabSz="914400" eaLnBrk="0" fontAlgn="auto" latinLnBrk="0" hangingPunct="0">
              <a:lnSpc>
                <a:spcPct val="100000"/>
              </a:lnSpc>
              <a:spcBef>
                <a:spcPts val="0"/>
              </a:spcBef>
              <a:spcAft>
                <a:spcPts val="0"/>
              </a:spcAft>
              <a:buClr>
                <a:srgbClr val="B1C7E1"/>
              </a:buClr>
              <a:buSzPct val="90000"/>
              <a:buFontTx/>
              <a:buNone/>
              <a:tabLst/>
              <a:defRPr/>
            </a:pPr>
            <a:r>
              <a:rPr kumimoji="0" lang="pt-BR" sz="1600" b="1" i="0" u="none" strike="noStrike" kern="1200" cap="none" spc="0" normalizeH="0" baseline="0" noProof="0">
                <a:ln>
                  <a:noFill/>
                </a:ln>
                <a:solidFill>
                  <a:srgbClr val="020E66"/>
                </a:solidFill>
                <a:effectLst/>
                <a:uLnTx/>
                <a:uFillTx/>
                <a:latin typeface="Arial"/>
                <a:ea typeface="+mn-ea"/>
                <a:cs typeface="Arial" pitchFamily="34" charset="0"/>
              </a:rPr>
              <a:t>implementação e </a:t>
            </a:r>
            <a:r>
              <a:rPr kumimoji="0" lang="pt-BR" sz="1600" b="1" i="1" u="none" strike="noStrike" kern="1200" cap="none" spc="0" normalizeH="0" baseline="0" noProof="0">
                <a:ln>
                  <a:noFill/>
                </a:ln>
                <a:solidFill>
                  <a:srgbClr val="020E66"/>
                </a:solidFill>
                <a:effectLst/>
                <a:uLnTx/>
                <a:uFillTx/>
                <a:latin typeface="Arial"/>
                <a:ea typeface="+mn-ea"/>
                <a:cs typeface="Arial" pitchFamily="34" charset="0"/>
              </a:rPr>
              <a:t>M&amp;A</a:t>
            </a:r>
          </a:p>
        </p:txBody>
      </p:sp>
      <p:pic>
        <p:nvPicPr>
          <p:cNvPr id="30" name="Gráfico 29">
            <a:extLst>
              <a:ext uri="{FF2B5EF4-FFF2-40B4-BE49-F238E27FC236}">
                <a16:creationId xmlns:a16="http://schemas.microsoft.com/office/drawing/2014/main" id="{BE08B913-F546-432C-A63F-9799DAEBE490}"/>
              </a:ext>
            </a:extLst>
          </p:cNvPr>
          <p:cNvPicPr>
            <a:picLocks noChangeAspect="1"/>
          </p:cNvPicPr>
          <p:nvPr/>
        </p:nvPicPr>
        <p:blipFill rotWithShape="1">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rcRect b="31408"/>
          <a:stretch/>
        </p:blipFill>
        <p:spPr>
          <a:xfrm>
            <a:off x="3635448" y="3291727"/>
            <a:ext cx="756000" cy="518551"/>
          </a:xfrm>
          <a:prstGeom prst="rect">
            <a:avLst/>
          </a:prstGeom>
        </p:spPr>
      </p:pic>
      <p:sp>
        <p:nvSpPr>
          <p:cNvPr id="2" name="Espaço Reservado para Texto 1">
            <a:extLst>
              <a:ext uri="{FF2B5EF4-FFF2-40B4-BE49-F238E27FC236}">
                <a16:creationId xmlns:a16="http://schemas.microsoft.com/office/drawing/2014/main" id="{FF32AF68-E2C5-4249-98E1-9477C214D421}"/>
              </a:ext>
            </a:extLst>
          </p:cNvPr>
          <p:cNvSpPr>
            <a:spLocks noGrp="1"/>
          </p:cNvSpPr>
          <p:nvPr>
            <p:ph type="body" sz="quarter" idx="14"/>
          </p:nvPr>
        </p:nvSpPr>
        <p:spPr/>
        <p:txBody>
          <a:bodyPr/>
          <a:lstStyle/>
          <a:p>
            <a:r>
              <a:rPr lang="pt-BR"/>
              <a:t>Fonte: Mirow &amp; Co.</a:t>
            </a:r>
          </a:p>
        </p:txBody>
      </p:sp>
      <p:sp>
        <p:nvSpPr>
          <p:cNvPr id="3" name="Título 2">
            <a:extLst>
              <a:ext uri="{FF2B5EF4-FFF2-40B4-BE49-F238E27FC236}">
                <a16:creationId xmlns:a16="http://schemas.microsoft.com/office/drawing/2014/main" id="{42EFD524-1F41-4628-95BF-73865ECD2BF8}"/>
              </a:ext>
            </a:extLst>
          </p:cNvPr>
          <p:cNvSpPr>
            <a:spLocks noGrp="1"/>
          </p:cNvSpPr>
          <p:nvPr>
            <p:ph type="title"/>
          </p:nvPr>
        </p:nvSpPr>
        <p:spPr/>
        <p:txBody>
          <a:bodyPr vert="horz"/>
          <a:lstStyle/>
          <a:p>
            <a:r>
              <a:rPr lang="pt-BR"/>
              <a:t>Nossas principais áreas de atuação</a:t>
            </a:r>
          </a:p>
        </p:txBody>
      </p:sp>
      <p:sp>
        <p:nvSpPr>
          <p:cNvPr id="14" name="Ellipse 7">
            <a:extLst>
              <a:ext uri="{FF2B5EF4-FFF2-40B4-BE49-F238E27FC236}">
                <a16:creationId xmlns:a16="http://schemas.microsoft.com/office/drawing/2014/main" id="{9100D6FA-CB0B-416C-AF7B-E08725A68239}"/>
              </a:ext>
            </a:extLst>
          </p:cNvPr>
          <p:cNvSpPr/>
          <p:nvPr/>
        </p:nvSpPr>
        <p:spPr bwMode="auto">
          <a:xfrm>
            <a:off x="3750964" y="1148874"/>
            <a:ext cx="4584868" cy="467451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pt-BR" sz="1600" b="0" i="0" u="none" strike="noStrike" kern="0" cap="none" spc="0" normalizeH="0" baseline="0" noProof="0">
              <a:ln>
                <a:noFill/>
              </a:ln>
              <a:solidFill>
                <a:srgbClr val="000000"/>
              </a:solidFill>
              <a:effectLst/>
              <a:uLnTx/>
              <a:uFillTx/>
              <a:latin typeface="Arial" pitchFamily="34" charset="0"/>
              <a:ea typeface="+mn-ea"/>
              <a:cs typeface="Arial" pitchFamily="34" charset="0"/>
            </a:endParaRPr>
          </a:p>
        </p:txBody>
      </p:sp>
      <p:sp>
        <p:nvSpPr>
          <p:cNvPr id="16" name="Ellipse 8">
            <a:extLst>
              <a:ext uri="{FF2B5EF4-FFF2-40B4-BE49-F238E27FC236}">
                <a16:creationId xmlns:a16="http://schemas.microsoft.com/office/drawing/2014/main" id="{551231DC-CD09-468E-8BD9-566FA607D302}"/>
              </a:ext>
            </a:extLst>
          </p:cNvPr>
          <p:cNvSpPr/>
          <p:nvPr/>
        </p:nvSpPr>
        <p:spPr bwMode="auto">
          <a:xfrm rot="21438153">
            <a:off x="3710429" y="1054339"/>
            <a:ext cx="4584866" cy="4819879"/>
          </a:xfrm>
          <a:prstGeom prst="ellipse">
            <a:avLst/>
          </a:prstGeom>
          <a:noFill/>
          <a:ln w="9525">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pt-BR" sz="1600" b="0" i="0" u="none" strike="noStrike" kern="0" cap="none" spc="0" normalizeH="0" baseline="0" noProof="0">
              <a:ln>
                <a:noFill/>
              </a:ln>
              <a:solidFill>
                <a:srgbClr val="000000"/>
              </a:solidFill>
              <a:effectLst/>
              <a:uLnTx/>
              <a:uFillTx/>
              <a:latin typeface="Arial" pitchFamily="34" charset="0"/>
              <a:ea typeface="+mn-ea"/>
              <a:cs typeface="Arial" pitchFamily="34" charset="0"/>
            </a:endParaRPr>
          </a:p>
        </p:txBody>
      </p:sp>
      <p:sp>
        <p:nvSpPr>
          <p:cNvPr id="17" name="Ellipse 7">
            <a:extLst>
              <a:ext uri="{FF2B5EF4-FFF2-40B4-BE49-F238E27FC236}">
                <a16:creationId xmlns:a16="http://schemas.microsoft.com/office/drawing/2014/main" id="{5DFF4EDC-2199-4F2B-B0EA-D4BB8D6420B9}"/>
              </a:ext>
            </a:extLst>
          </p:cNvPr>
          <p:cNvSpPr/>
          <p:nvPr/>
        </p:nvSpPr>
        <p:spPr bwMode="auto">
          <a:xfrm>
            <a:off x="3591706" y="1130701"/>
            <a:ext cx="4638687" cy="4674508"/>
          </a:xfrm>
          <a:prstGeom prst="ellipse">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pt-BR" sz="1600" b="0" i="0" u="none" strike="noStrike" kern="0" cap="none" spc="0" normalizeH="0" baseline="0" noProof="0">
              <a:ln>
                <a:noFill/>
              </a:ln>
              <a:solidFill>
                <a:srgbClr val="000000"/>
              </a:solidFill>
              <a:effectLst/>
              <a:uLnTx/>
              <a:uFillTx/>
              <a:latin typeface="Arial" pitchFamily="34" charset="0"/>
              <a:ea typeface="+mn-ea"/>
              <a:cs typeface="Arial" pitchFamily="34" charset="0"/>
            </a:endParaRPr>
          </a:p>
        </p:txBody>
      </p:sp>
      <p:sp>
        <p:nvSpPr>
          <p:cNvPr id="7" name="Arrow: Pentagon 41">
            <a:extLst>
              <a:ext uri="{FF2B5EF4-FFF2-40B4-BE49-F238E27FC236}">
                <a16:creationId xmlns:a16="http://schemas.microsoft.com/office/drawing/2014/main" id="{20E15C72-52DB-4C3D-8229-5253194B2ED3}"/>
              </a:ext>
            </a:extLst>
          </p:cNvPr>
          <p:cNvSpPr>
            <a:spLocks/>
          </p:cNvSpPr>
          <p:nvPr/>
        </p:nvSpPr>
        <p:spPr>
          <a:xfrm rot="2661900">
            <a:off x="4007687" y="1566070"/>
            <a:ext cx="1230850" cy="1171264"/>
          </a:xfrm>
          <a:prstGeom prst="homePlate">
            <a:avLst>
              <a:gd name="adj" fmla="val 16479"/>
            </a:avLst>
          </a:prstGeom>
          <a:solidFill>
            <a:schemeClr val="tx2"/>
          </a:solidFill>
          <a:ln>
            <a:solidFill>
              <a:schemeClr val="tx2"/>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73505" tIns="173505" rIns="173505" bIns="173505" numCol="1" spcCol="1270" anchor="ctr" anchorCtr="0">
            <a:noAutofit/>
          </a:bodyPr>
          <a:lstStyle/>
          <a:p>
            <a:pPr marL="0" marR="0" lvl="0" indent="0" algn="ctr" defTabSz="1511300" eaLnBrk="1" fontAlgn="auto" latinLnBrk="0" hangingPunct="1">
              <a:lnSpc>
                <a:spcPct val="90000"/>
              </a:lnSpc>
              <a:spcBef>
                <a:spcPct val="0"/>
              </a:spcBef>
              <a:spcAft>
                <a:spcPct val="35000"/>
              </a:spcAft>
              <a:buClrTx/>
              <a:buSzTx/>
              <a:buFontTx/>
              <a:buNone/>
              <a:tabLst/>
              <a:defRPr/>
            </a:pPr>
            <a:endParaRPr kumimoji="0" lang="pt-BR" sz="1600" b="0" i="0" u="none" strike="noStrike" kern="1200" cap="none" spc="0" normalizeH="0" baseline="0" noProof="0">
              <a:ln>
                <a:noFill/>
              </a:ln>
              <a:solidFill>
                <a:prstClr val="white"/>
              </a:solidFill>
              <a:effectLst/>
              <a:uLnTx/>
              <a:uFillTx/>
              <a:latin typeface="Arial"/>
              <a:ea typeface="+mn-ea"/>
              <a:cs typeface="+mn-cs"/>
            </a:endParaRPr>
          </a:p>
        </p:txBody>
      </p:sp>
      <p:sp>
        <p:nvSpPr>
          <p:cNvPr id="8" name="Arrow: Pentagon 41">
            <a:extLst>
              <a:ext uri="{FF2B5EF4-FFF2-40B4-BE49-F238E27FC236}">
                <a16:creationId xmlns:a16="http://schemas.microsoft.com/office/drawing/2014/main" id="{AB473D5A-3202-484D-82DD-DC4DEA43FF13}"/>
              </a:ext>
            </a:extLst>
          </p:cNvPr>
          <p:cNvSpPr>
            <a:spLocks/>
          </p:cNvSpPr>
          <p:nvPr/>
        </p:nvSpPr>
        <p:spPr>
          <a:xfrm rot="18938100" flipH="1">
            <a:off x="6947247" y="1566069"/>
            <a:ext cx="1230850" cy="1171264"/>
          </a:xfrm>
          <a:prstGeom prst="homePlate">
            <a:avLst>
              <a:gd name="adj" fmla="val 16479"/>
            </a:avLst>
          </a:prstGeom>
          <a:solidFill>
            <a:schemeClr val="tx2"/>
          </a:solidFill>
          <a:ln>
            <a:solidFill>
              <a:schemeClr val="tx2"/>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73505" tIns="173505" rIns="173505" bIns="173505" numCol="1" spcCol="1270" anchor="ctr" anchorCtr="0">
            <a:noAutofit/>
          </a:bodyPr>
          <a:lstStyle/>
          <a:p>
            <a:pPr marL="0" marR="0" lvl="0" indent="0" algn="ctr" defTabSz="1511300" eaLnBrk="1" fontAlgn="auto" latinLnBrk="0" hangingPunct="1">
              <a:lnSpc>
                <a:spcPct val="90000"/>
              </a:lnSpc>
              <a:spcBef>
                <a:spcPct val="0"/>
              </a:spcBef>
              <a:spcAft>
                <a:spcPct val="35000"/>
              </a:spcAft>
              <a:buClrTx/>
              <a:buSzTx/>
              <a:buFontTx/>
              <a:buNone/>
              <a:tabLst/>
              <a:defRPr/>
            </a:pPr>
            <a:endParaRPr kumimoji="0" lang="pt-BR" sz="1600" b="0" i="0" u="none" strike="noStrike" kern="1200" cap="none" spc="0" normalizeH="0" baseline="0" noProof="0">
              <a:ln>
                <a:noFill/>
              </a:ln>
              <a:solidFill>
                <a:prstClr val="white"/>
              </a:solidFill>
              <a:effectLst/>
              <a:uLnTx/>
              <a:uFillTx/>
              <a:latin typeface="Arial"/>
              <a:ea typeface="+mn-ea"/>
              <a:cs typeface="+mn-cs"/>
            </a:endParaRPr>
          </a:p>
        </p:txBody>
      </p:sp>
      <p:sp>
        <p:nvSpPr>
          <p:cNvPr id="9" name="Arrow: Pentagon 41">
            <a:extLst>
              <a:ext uri="{FF2B5EF4-FFF2-40B4-BE49-F238E27FC236}">
                <a16:creationId xmlns:a16="http://schemas.microsoft.com/office/drawing/2014/main" id="{8937E582-B2C4-4C3B-AEBA-C702FEBBAC0F}"/>
              </a:ext>
            </a:extLst>
          </p:cNvPr>
          <p:cNvSpPr>
            <a:spLocks/>
          </p:cNvSpPr>
          <p:nvPr/>
        </p:nvSpPr>
        <p:spPr>
          <a:xfrm rot="2661900" flipH="1" flipV="1">
            <a:off x="6947247" y="4400926"/>
            <a:ext cx="1230850" cy="1171264"/>
          </a:xfrm>
          <a:prstGeom prst="homePlate">
            <a:avLst>
              <a:gd name="adj" fmla="val 16479"/>
            </a:avLst>
          </a:prstGeom>
          <a:solidFill>
            <a:schemeClr val="tx2"/>
          </a:solidFill>
          <a:ln>
            <a:solidFill>
              <a:schemeClr val="tx2"/>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73505" tIns="173505" rIns="173505" bIns="173505" numCol="1" spcCol="1270" anchor="ctr" anchorCtr="0">
            <a:noAutofit/>
          </a:bodyPr>
          <a:lstStyle/>
          <a:p>
            <a:pPr marL="0" marR="0" lvl="0" indent="0" algn="ctr" defTabSz="1511300" eaLnBrk="1" fontAlgn="auto" latinLnBrk="0" hangingPunct="1">
              <a:lnSpc>
                <a:spcPct val="90000"/>
              </a:lnSpc>
              <a:spcBef>
                <a:spcPct val="0"/>
              </a:spcBef>
              <a:spcAft>
                <a:spcPct val="35000"/>
              </a:spcAft>
              <a:buClrTx/>
              <a:buSzTx/>
              <a:buFontTx/>
              <a:buNone/>
              <a:tabLst/>
              <a:defRPr/>
            </a:pPr>
            <a:endParaRPr kumimoji="0" lang="pt-BR" sz="1600" b="0" i="0" u="none" strike="noStrike" kern="1200" cap="none" spc="0" normalizeH="0" baseline="0" noProof="0">
              <a:ln>
                <a:noFill/>
              </a:ln>
              <a:solidFill>
                <a:prstClr val="white"/>
              </a:solidFill>
              <a:effectLst/>
              <a:uLnTx/>
              <a:uFillTx/>
              <a:latin typeface="Arial"/>
              <a:ea typeface="+mn-ea"/>
              <a:cs typeface="+mn-cs"/>
            </a:endParaRPr>
          </a:p>
        </p:txBody>
      </p:sp>
      <p:sp>
        <p:nvSpPr>
          <p:cNvPr id="10" name="Arrow: Pentagon 41">
            <a:extLst>
              <a:ext uri="{FF2B5EF4-FFF2-40B4-BE49-F238E27FC236}">
                <a16:creationId xmlns:a16="http://schemas.microsoft.com/office/drawing/2014/main" id="{B37E7373-01CC-41B4-ABBB-C54A613EE339}"/>
              </a:ext>
            </a:extLst>
          </p:cNvPr>
          <p:cNvSpPr>
            <a:spLocks/>
          </p:cNvSpPr>
          <p:nvPr/>
        </p:nvSpPr>
        <p:spPr>
          <a:xfrm rot="8061900" flipH="1" flipV="1">
            <a:off x="4013436" y="4400459"/>
            <a:ext cx="1230850" cy="1171264"/>
          </a:xfrm>
          <a:prstGeom prst="homePlate">
            <a:avLst>
              <a:gd name="adj" fmla="val 16479"/>
            </a:avLst>
          </a:prstGeom>
          <a:solidFill>
            <a:schemeClr val="tx2"/>
          </a:solidFill>
          <a:ln>
            <a:solidFill>
              <a:schemeClr val="tx2"/>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73505" tIns="173505" rIns="173505" bIns="173505" numCol="1" spcCol="1270" anchor="ctr" anchorCtr="0">
            <a:noAutofit/>
          </a:bodyPr>
          <a:lstStyle/>
          <a:p>
            <a:pPr marL="0" marR="0" lvl="0" indent="0" algn="ctr" defTabSz="1511300" eaLnBrk="1" fontAlgn="auto" latinLnBrk="0" hangingPunct="1">
              <a:lnSpc>
                <a:spcPct val="90000"/>
              </a:lnSpc>
              <a:spcBef>
                <a:spcPct val="0"/>
              </a:spcBef>
              <a:spcAft>
                <a:spcPct val="35000"/>
              </a:spcAft>
              <a:buClrTx/>
              <a:buSzTx/>
              <a:buFontTx/>
              <a:buNone/>
              <a:tabLst/>
              <a:defRPr/>
            </a:pPr>
            <a:endParaRPr kumimoji="0" lang="pt-BR" sz="1600" b="0" i="0" u="none" strike="noStrike" kern="1200" cap="none" spc="0" normalizeH="0" baseline="0" noProof="0">
              <a:ln>
                <a:noFill/>
              </a:ln>
              <a:solidFill>
                <a:prstClr val="white"/>
              </a:solidFill>
              <a:effectLst/>
              <a:uLnTx/>
              <a:uFillTx/>
              <a:latin typeface="Arial"/>
              <a:ea typeface="+mn-ea"/>
              <a:cs typeface="+mn-cs"/>
            </a:endParaRPr>
          </a:p>
        </p:txBody>
      </p:sp>
      <p:sp>
        <p:nvSpPr>
          <p:cNvPr id="13" name="Arrow: Pentagon 41">
            <a:extLst>
              <a:ext uri="{FF2B5EF4-FFF2-40B4-BE49-F238E27FC236}">
                <a16:creationId xmlns:a16="http://schemas.microsoft.com/office/drawing/2014/main" id="{B62E3DC9-BA7B-40E6-9899-13E23B1E8725}"/>
              </a:ext>
            </a:extLst>
          </p:cNvPr>
          <p:cNvSpPr>
            <a:spLocks/>
          </p:cNvSpPr>
          <p:nvPr/>
        </p:nvSpPr>
        <p:spPr>
          <a:xfrm rot="5400000" flipH="1" flipV="1">
            <a:off x="5466450" y="5000225"/>
            <a:ext cx="1230850" cy="1171264"/>
          </a:xfrm>
          <a:prstGeom prst="homePlate">
            <a:avLst>
              <a:gd name="adj" fmla="val 16479"/>
            </a:avLst>
          </a:prstGeom>
          <a:solidFill>
            <a:schemeClr val="tx2"/>
          </a:solidFill>
          <a:ln>
            <a:solidFill>
              <a:schemeClr val="tx2"/>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73505" tIns="173505" rIns="173505" bIns="173505" numCol="1" spcCol="1270" anchor="ctr" anchorCtr="0">
            <a:noAutofit/>
          </a:bodyPr>
          <a:lstStyle/>
          <a:p>
            <a:pPr marL="0" marR="0" lvl="0" indent="0" algn="ctr" defTabSz="1511300" eaLnBrk="1" fontAlgn="auto" latinLnBrk="0" hangingPunct="1">
              <a:lnSpc>
                <a:spcPct val="90000"/>
              </a:lnSpc>
              <a:spcBef>
                <a:spcPct val="0"/>
              </a:spcBef>
              <a:spcAft>
                <a:spcPct val="35000"/>
              </a:spcAft>
              <a:buClrTx/>
              <a:buSzTx/>
              <a:buFontTx/>
              <a:buNone/>
              <a:tabLst/>
              <a:defRPr/>
            </a:pPr>
            <a:endParaRPr kumimoji="0" lang="pt-BR" sz="1600" b="0" i="0" u="none" strike="noStrike" kern="1200" cap="none" spc="0" normalizeH="0" baseline="0" noProof="0">
              <a:ln>
                <a:noFill/>
              </a:ln>
              <a:solidFill>
                <a:prstClr val="white"/>
              </a:solidFill>
              <a:effectLst/>
              <a:uLnTx/>
              <a:uFillTx/>
              <a:latin typeface="Arial"/>
              <a:ea typeface="+mn-ea"/>
              <a:cs typeface="+mn-cs"/>
            </a:endParaRPr>
          </a:p>
        </p:txBody>
      </p:sp>
      <p:sp>
        <p:nvSpPr>
          <p:cNvPr id="21" name="Rectangle 16">
            <a:extLst>
              <a:ext uri="{FF2B5EF4-FFF2-40B4-BE49-F238E27FC236}">
                <a16:creationId xmlns:a16="http://schemas.microsoft.com/office/drawing/2014/main" id="{A4EBC339-0986-49CC-A510-644ED5B070AC}"/>
              </a:ext>
            </a:extLst>
          </p:cNvPr>
          <p:cNvSpPr>
            <a:spLocks noChangeArrowheads="1"/>
          </p:cNvSpPr>
          <p:nvPr/>
        </p:nvSpPr>
        <p:spPr bwMode="gray">
          <a:xfrm>
            <a:off x="2856163" y="5379621"/>
            <a:ext cx="1240669" cy="492443"/>
          </a:xfrm>
          <a:prstGeom prst="rect">
            <a:avLst/>
          </a:prstGeom>
          <a:noFill/>
          <a:ln w="9525" algn="ctr">
            <a:noFill/>
            <a:round/>
            <a:headEnd/>
            <a:tailEnd/>
          </a:ln>
          <a:effectLst/>
        </p:spPr>
        <p:txBody>
          <a:bodyPr vert="horz" wrap="square" lIns="0" tIns="0" rIns="0" bIns="0" numCol="1" anchor="ctr" anchorCtr="0" compatLnSpc="1">
            <a:prstTxWarp prst="textNoShape">
              <a:avLst/>
            </a:prstTxWarp>
            <a:spAutoFit/>
          </a:bodyPr>
          <a:lstStyle/>
          <a:p>
            <a:pPr marL="0" marR="0" lvl="0" indent="0" algn="ctr" defTabSz="914400" eaLnBrk="0" fontAlgn="auto" latinLnBrk="0" hangingPunct="0">
              <a:lnSpc>
                <a:spcPct val="100000"/>
              </a:lnSpc>
              <a:spcBef>
                <a:spcPts val="0"/>
              </a:spcBef>
              <a:spcAft>
                <a:spcPts val="0"/>
              </a:spcAft>
              <a:buClr>
                <a:srgbClr val="B1C7E1"/>
              </a:buClr>
              <a:buSzPct val="90000"/>
              <a:buFont typeface="Wingdings" pitchFamily="2" charset="2"/>
              <a:buNone/>
              <a:tabLst/>
              <a:defRPr/>
            </a:pPr>
            <a:r>
              <a:rPr kumimoji="0" lang="pt-BR" sz="1600" b="1" i="0" u="none" strike="noStrike" kern="1200" cap="none" spc="0" normalizeH="0" baseline="0" noProof="0">
                <a:ln>
                  <a:noFill/>
                </a:ln>
                <a:solidFill>
                  <a:srgbClr val="020E66"/>
                </a:solidFill>
                <a:effectLst/>
                <a:uLnTx/>
                <a:uFillTx/>
                <a:latin typeface="Arial"/>
                <a:ea typeface="+mn-ea"/>
                <a:cs typeface="Arial" pitchFamily="34" charset="0"/>
              </a:rPr>
              <a:t>Pessoas e</a:t>
            </a:r>
          </a:p>
          <a:p>
            <a:pPr marL="0" marR="0" lvl="0" indent="0" algn="ctr" defTabSz="914400" eaLnBrk="0" fontAlgn="auto" latinLnBrk="0" hangingPunct="0">
              <a:lnSpc>
                <a:spcPct val="100000"/>
              </a:lnSpc>
              <a:spcBef>
                <a:spcPts val="0"/>
              </a:spcBef>
              <a:spcAft>
                <a:spcPts val="0"/>
              </a:spcAft>
              <a:buClr>
                <a:srgbClr val="B1C7E1"/>
              </a:buClr>
              <a:buSzPct val="90000"/>
              <a:buFont typeface="Wingdings" pitchFamily="2" charset="2"/>
              <a:buNone/>
              <a:tabLst/>
              <a:defRPr/>
            </a:pPr>
            <a:r>
              <a:rPr kumimoji="0" lang="pt-BR" sz="1600" b="1" i="0" u="none" strike="noStrike" kern="1200" cap="none" spc="0" normalizeH="0" baseline="0" noProof="0">
                <a:ln>
                  <a:noFill/>
                </a:ln>
                <a:solidFill>
                  <a:srgbClr val="020E66"/>
                </a:solidFill>
                <a:effectLst/>
                <a:uLnTx/>
                <a:uFillTx/>
                <a:latin typeface="Arial"/>
                <a:ea typeface="+mn-ea"/>
                <a:cs typeface="Arial" pitchFamily="34" charset="0"/>
              </a:rPr>
              <a:t>organização</a:t>
            </a:r>
          </a:p>
        </p:txBody>
      </p:sp>
      <p:sp>
        <p:nvSpPr>
          <p:cNvPr id="24" name="Rectangle 15">
            <a:extLst>
              <a:ext uri="{FF2B5EF4-FFF2-40B4-BE49-F238E27FC236}">
                <a16:creationId xmlns:a16="http://schemas.microsoft.com/office/drawing/2014/main" id="{0E612258-AA5A-466F-A3EE-FE0766772AB8}"/>
              </a:ext>
            </a:extLst>
          </p:cNvPr>
          <p:cNvSpPr>
            <a:spLocks noChangeArrowheads="1"/>
          </p:cNvSpPr>
          <p:nvPr/>
        </p:nvSpPr>
        <p:spPr bwMode="gray">
          <a:xfrm>
            <a:off x="8196759" y="1465737"/>
            <a:ext cx="888064" cy="246221"/>
          </a:xfrm>
          <a:prstGeom prst="rect">
            <a:avLst/>
          </a:prstGeom>
          <a:noFill/>
          <a:ln w="9525" algn="ctr">
            <a:noFill/>
            <a:round/>
            <a:headEnd/>
            <a:tailEnd/>
          </a:ln>
          <a:effectLst/>
        </p:spPr>
        <p:txBody>
          <a:bodyPr vert="horz" wrap="none" lIns="0" tIns="0" rIns="0" bIns="0" numCol="1" anchor="ctr" anchorCtr="0" compatLnSpc="1">
            <a:prstTxWarp prst="textNoShape">
              <a:avLst/>
            </a:prstTxWarp>
            <a:spAutoFit/>
          </a:bodyPr>
          <a:lstStyle/>
          <a:p>
            <a:pPr marL="0" marR="0" lvl="0" indent="0" algn="ctr" defTabSz="914400" eaLnBrk="0" fontAlgn="auto" latinLnBrk="0" hangingPunct="0">
              <a:lnSpc>
                <a:spcPct val="100000"/>
              </a:lnSpc>
              <a:spcBef>
                <a:spcPts val="0"/>
              </a:spcBef>
              <a:spcAft>
                <a:spcPts val="0"/>
              </a:spcAft>
              <a:buClr>
                <a:srgbClr val="B1C7E1"/>
              </a:buClr>
              <a:buSzPct val="90000"/>
              <a:buFontTx/>
              <a:buNone/>
              <a:tabLst/>
              <a:defRPr/>
            </a:pPr>
            <a:r>
              <a:rPr kumimoji="0" lang="pt-BR" sz="1600" b="1" i="0" u="none" strike="noStrike" kern="1200" cap="none" spc="0" normalizeH="0" baseline="0" noProof="0">
                <a:ln>
                  <a:noFill/>
                </a:ln>
                <a:solidFill>
                  <a:srgbClr val="020E66"/>
                </a:solidFill>
                <a:effectLst/>
                <a:uLnTx/>
                <a:uFillTx/>
                <a:latin typeface="Arial"/>
                <a:ea typeface="+mn-ea"/>
                <a:cs typeface="Arial" pitchFamily="34" charset="0"/>
              </a:rPr>
              <a:t>Inovação</a:t>
            </a:r>
          </a:p>
        </p:txBody>
      </p:sp>
      <p:sp>
        <p:nvSpPr>
          <p:cNvPr id="25" name="Rectangle 15">
            <a:extLst>
              <a:ext uri="{FF2B5EF4-FFF2-40B4-BE49-F238E27FC236}">
                <a16:creationId xmlns:a16="http://schemas.microsoft.com/office/drawing/2014/main" id="{11E7B82E-867D-480A-BAE2-2FF713C548D4}"/>
              </a:ext>
            </a:extLst>
          </p:cNvPr>
          <p:cNvSpPr>
            <a:spLocks noChangeArrowheads="1"/>
          </p:cNvSpPr>
          <p:nvPr/>
        </p:nvSpPr>
        <p:spPr bwMode="gray">
          <a:xfrm>
            <a:off x="8208322" y="5427528"/>
            <a:ext cx="1059585" cy="246221"/>
          </a:xfrm>
          <a:prstGeom prst="rect">
            <a:avLst/>
          </a:prstGeom>
          <a:noFill/>
          <a:ln w="9525" algn="ctr">
            <a:noFill/>
            <a:round/>
            <a:headEnd/>
            <a:tailEnd/>
          </a:ln>
          <a:effectLst/>
        </p:spPr>
        <p:txBody>
          <a:bodyPr vert="horz" wrap="none" lIns="0" tIns="0" rIns="0" bIns="0" numCol="1" anchor="ctr" anchorCtr="0" compatLnSpc="1">
            <a:prstTxWarp prst="textNoShape">
              <a:avLst/>
            </a:prstTxWarp>
            <a:spAutoFit/>
          </a:bodyPr>
          <a:lstStyle/>
          <a:p>
            <a:pPr marL="0" marR="0" lvl="0" indent="0" algn="ctr" defTabSz="914400" eaLnBrk="0" fontAlgn="auto" latinLnBrk="0" hangingPunct="0">
              <a:lnSpc>
                <a:spcPct val="100000"/>
              </a:lnSpc>
              <a:spcBef>
                <a:spcPts val="0"/>
              </a:spcBef>
              <a:spcAft>
                <a:spcPts val="0"/>
              </a:spcAft>
              <a:buClr>
                <a:srgbClr val="B1C7E1"/>
              </a:buClr>
              <a:buSzPct val="90000"/>
              <a:buFont typeface="Wingdings" pitchFamily="2" charset="2"/>
              <a:buNone/>
              <a:tabLst/>
              <a:defRPr/>
            </a:pPr>
            <a:r>
              <a:rPr kumimoji="0" lang="pt-BR" sz="1600" b="1" i="0" u="none" strike="noStrike" kern="1200" cap="none" spc="0" normalizeH="0" baseline="0" noProof="0">
                <a:ln>
                  <a:noFill/>
                </a:ln>
                <a:solidFill>
                  <a:srgbClr val="020E66"/>
                </a:solidFill>
                <a:effectLst/>
                <a:uLnTx/>
                <a:uFillTx/>
                <a:latin typeface="Arial"/>
                <a:ea typeface="+mn-ea"/>
                <a:cs typeface="Arial" pitchFamily="34" charset="0"/>
              </a:rPr>
              <a:t>Operações</a:t>
            </a:r>
          </a:p>
        </p:txBody>
      </p:sp>
      <p:sp>
        <p:nvSpPr>
          <p:cNvPr id="27" name="Rectangle 16">
            <a:extLst>
              <a:ext uri="{FF2B5EF4-FFF2-40B4-BE49-F238E27FC236}">
                <a16:creationId xmlns:a16="http://schemas.microsoft.com/office/drawing/2014/main" id="{7DCD078D-8F70-4740-876A-4EB86D478648}"/>
              </a:ext>
            </a:extLst>
          </p:cNvPr>
          <p:cNvSpPr>
            <a:spLocks noChangeArrowheads="1"/>
          </p:cNvSpPr>
          <p:nvPr/>
        </p:nvSpPr>
        <p:spPr bwMode="gray">
          <a:xfrm>
            <a:off x="5744870" y="6277595"/>
            <a:ext cx="726919" cy="246221"/>
          </a:xfrm>
          <a:prstGeom prst="rect">
            <a:avLst/>
          </a:prstGeom>
          <a:noFill/>
          <a:ln w="9525" algn="ctr">
            <a:noFill/>
            <a:round/>
            <a:headEnd/>
            <a:tailEnd/>
          </a:ln>
          <a:effectLst/>
        </p:spPr>
        <p:txBody>
          <a:bodyPr vert="horz" wrap="square" lIns="0" tIns="0" rIns="0" bIns="0" numCol="1" anchor="ctr" anchorCtr="0" compatLnSpc="1">
            <a:prstTxWarp prst="textNoShape">
              <a:avLst/>
            </a:prstTxWarp>
            <a:spAutoFit/>
          </a:bodyPr>
          <a:lstStyle/>
          <a:p>
            <a:pPr marL="0" marR="0" lvl="0" indent="0" algn="ctr" defTabSz="914400" eaLnBrk="0" fontAlgn="auto" latinLnBrk="0" hangingPunct="0">
              <a:lnSpc>
                <a:spcPct val="100000"/>
              </a:lnSpc>
              <a:spcBef>
                <a:spcPts val="0"/>
              </a:spcBef>
              <a:spcAft>
                <a:spcPts val="0"/>
              </a:spcAft>
              <a:buClr>
                <a:srgbClr val="B1C7E1"/>
              </a:buClr>
              <a:buSzPct val="90000"/>
              <a:buFont typeface="Wingdings" pitchFamily="2" charset="2"/>
              <a:buNone/>
              <a:tabLst/>
              <a:defRPr/>
            </a:pPr>
            <a:r>
              <a:rPr kumimoji="0" lang="pt-BR" sz="1600" b="1" i="0" u="none" strike="noStrike" kern="1200" cap="none" spc="0" normalizeH="0" baseline="0" noProof="0">
                <a:ln>
                  <a:noFill/>
                </a:ln>
                <a:solidFill>
                  <a:srgbClr val="020E66"/>
                </a:solidFill>
                <a:effectLst/>
                <a:uLnTx/>
                <a:uFillTx/>
                <a:latin typeface="Arial"/>
                <a:ea typeface="+mn-ea"/>
                <a:cs typeface="Arial" pitchFamily="34" charset="0"/>
              </a:rPr>
              <a:t>Digital</a:t>
            </a:r>
          </a:p>
        </p:txBody>
      </p:sp>
      <p:sp>
        <p:nvSpPr>
          <p:cNvPr id="28" name="Rectangle 13">
            <a:extLst>
              <a:ext uri="{FF2B5EF4-FFF2-40B4-BE49-F238E27FC236}">
                <a16:creationId xmlns:a16="http://schemas.microsoft.com/office/drawing/2014/main" id="{FBC8631A-3CE7-45E4-BCD4-103C16991367}"/>
              </a:ext>
            </a:extLst>
          </p:cNvPr>
          <p:cNvSpPr>
            <a:spLocks noChangeArrowheads="1"/>
          </p:cNvSpPr>
          <p:nvPr/>
        </p:nvSpPr>
        <p:spPr bwMode="gray">
          <a:xfrm>
            <a:off x="1416440" y="1364033"/>
            <a:ext cx="2413956" cy="492443"/>
          </a:xfrm>
          <a:prstGeom prst="rect">
            <a:avLst/>
          </a:prstGeom>
          <a:noFill/>
          <a:ln w="9525" algn="ctr">
            <a:noFill/>
            <a:round/>
            <a:headEnd/>
            <a:tailEnd/>
          </a:ln>
          <a:effectLst/>
        </p:spPr>
        <p:txBody>
          <a:bodyPr vert="horz" wrap="square" lIns="0" tIns="0" rIns="0" bIns="0" numCol="1" anchor="ctr" anchorCtr="0" compatLnSpc="1">
            <a:prstTxWarp prst="textNoShape">
              <a:avLst/>
            </a:prstTxWarp>
            <a:spAutoFit/>
          </a:bodyPr>
          <a:lstStyle/>
          <a:p>
            <a:pPr marL="0" marR="0" lvl="0" indent="0" algn="r" defTabSz="914400" eaLnBrk="0" fontAlgn="auto" latinLnBrk="0" hangingPunct="0">
              <a:lnSpc>
                <a:spcPct val="100000"/>
              </a:lnSpc>
              <a:spcBef>
                <a:spcPts val="0"/>
              </a:spcBef>
              <a:spcAft>
                <a:spcPts val="0"/>
              </a:spcAft>
              <a:buClr>
                <a:srgbClr val="B1C7E1"/>
              </a:buClr>
              <a:buSzPct val="90000"/>
              <a:buFontTx/>
              <a:buNone/>
              <a:tabLst/>
              <a:defRPr/>
            </a:pPr>
            <a:r>
              <a:rPr kumimoji="0" lang="pt-BR" sz="1600" b="1" i="0" u="none" strike="noStrike" kern="1200" cap="none" spc="0" normalizeH="0" baseline="0" noProof="0">
                <a:ln>
                  <a:noFill/>
                </a:ln>
                <a:solidFill>
                  <a:srgbClr val="020E66"/>
                </a:solidFill>
                <a:effectLst/>
                <a:uLnTx/>
                <a:uFillTx/>
                <a:latin typeface="Arial"/>
                <a:ea typeface="+mn-ea"/>
                <a:cs typeface="Arial" pitchFamily="34" charset="0"/>
              </a:rPr>
              <a:t>Adaptação climática e sustentabilidade</a:t>
            </a:r>
          </a:p>
        </p:txBody>
      </p:sp>
      <p:pic>
        <p:nvPicPr>
          <p:cNvPr id="33" name="Gráfico 32">
            <a:extLst>
              <a:ext uri="{FF2B5EF4-FFF2-40B4-BE49-F238E27FC236}">
                <a16:creationId xmlns:a16="http://schemas.microsoft.com/office/drawing/2014/main" id="{C42249BD-D488-4B84-88F6-7743CAC28A97}"/>
              </a:ext>
            </a:extLst>
          </p:cNvPr>
          <p:cNvPicPr>
            <a:picLocks noChangeAspect="1"/>
          </p:cNvPicPr>
          <p:nvPr/>
        </p:nvPicPr>
        <p:blipFill rotWithShape="1">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rcRect l="-293" t="-20978" r="293" b="20978"/>
          <a:stretch/>
        </p:blipFill>
        <p:spPr>
          <a:xfrm>
            <a:off x="4213402" y="4570632"/>
            <a:ext cx="830918" cy="830918"/>
          </a:xfrm>
          <a:prstGeom prst="rect">
            <a:avLst/>
          </a:prstGeom>
        </p:spPr>
      </p:pic>
      <p:pic>
        <p:nvPicPr>
          <p:cNvPr id="35" name="Gráfico 34">
            <a:extLst>
              <a:ext uri="{FF2B5EF4-FFF2-40B4-BE49-F238E27FC236}">
                <a16:creationId xmlns:a16="http://schemas.microsoft.com/office/drawing/2014/main" id="{7FBFB1D2-41A8-4533-92AB-0A87E1BEC40A}"/>
              </a:ext>
            </a:extLst>
          </p:cNvPr>
          <p:cNvPicPr>
            <a:picLocks noChangeAspect="1"/>
          </p:cNvPicPr>
          <p:nvPr/>
        </p:nvPicPr>
        <p:blipFill rotWithShape="1">
          <a:blip r:embed="rId10" cstate="email">
            <a:extLst>
              <a:ext uri="{28A0092B-C50C-407E-A947-70E740481C1C}">
                <a14:useLocalDpi xmlns:a14="http://schemas.microsoft.com/office/drawing/2010/main"/>
              </a:ext>
              <a:ext uri="{96DAC541-7B7A-43D3-8B79-37D633B846F1}">
                <asvg:svgBlip xmlns:asvg="http://schemas.microsoft.com/office/drawing/2016/SVG/main" r:embed="rId11"/>
              </a:ext>
            </a:extLst>
          </a:blip>
          <a:srcRect b="18119"/>
          <a:stretch/>
        </p:blipFill>
        <p:spPr>
          <a:xfrm>
            <a:off x="5718000" y="5361756"/>
            <a:ext cx="756000" cy="619018"/>
          </a:xfrm>
          <a:prstGeom prst="rect">
            <a:avLst/>
          </a:prstGeom>
        </p:spPr>
      </p:pic>
      <p:pic>
        <p:nvPicPr>
          <p:cNvPr id="42" name="Gráfico 41">
            <a:extLst>
              <a:ext uri="{FF2B5EF4-FFF2-40B4-BE49-F238E27FC236}">
                <a16:creationId xmlns:a16="http://schemas.microsoft.com/office/drawing/2014/main" id="{E31E8E52-5E68-4DF2-AB6B-B6A00F4CA0FF}"/>
              </a:ext>
            </a:extLst>
          </p:cNvPr>
          <p:cNvPicPr>
            <a:picLocks noChangeAspect="1"/>
          </p:cNvPicPr>
          <p:nvPr/>
        </p:nvPicPr>
        <p:blipFill rotWithShape="1">
          <a:blip r:embed="rId12" cstate="email">
            <a:extLst>
              <a:ext uri="{28A0092B-C50C-407E-A947-70E740481C1C}">
                <a14:useLocalDpi xmlns:a14="http://schemas.microsoft.com/office/drawing/2010/main"/>
              </a:ext>
              <a:ext uri="{96DAC541-7B7A-43D3-8B79-37D633B846F1}">
                <asvg:svgBlip xmlns:asvg="http://schemas.microsoft.com/office/drawing/2016/SVG/main" r:embed="rId13"/>
              </a:ext>
            </a:extLst>
          </a:blip>
          <a:srcRect b="21610"/>
          <a:stretch/>
        </p:blipFill>
        <p:spPr>
          <a:xfrm>
            <a:off x="4096832" y="1751531"/>
            <a:ext cx="936909" cy="734441"/>
          </a:xfrm>
          <a:prstGeom prst="rect">
            <a:avLst/>
          </a:prstGeom>
        </p:spPr>
      </p:pic>
      <p:pic>
        <p:nvPicPr>
          <p:cNvPr id="46" name="Gráfico 45">
            <a:extLst>
              <a:ext uri="{FF2B5EF4-FFF2-40B4-BE49-F238E27FC236}">
                <a16:creationId xmlns:a16="http://schemas.microsoft.com/office/drawing/2014/main" id="{8848749E-69AC-4693-8218-8667BA3FDC0B}"/>
              </a:ext>
            </a:extLst>
          </p:cNvPr>
          <p:cNvPicPr>
            <a:picLocks noChangeAspect="1"/>
          </p:cNvPicPr>
          <p:nvPr/>
        </p:nvPicPr>
        <p:blipFill rotWithShape="1">
          <a:blip r:embed="rId14" cstate="email">
            <a:extLst>
              <a:ext uri="{28A0092B-C50C-407E-A947-70E740481C1C}">
                <a14:useLocalDpi xmlns:a14="http://schemas.microsoft.com/office/drawing/2010/main"/>
              </a:ext>
              <a:ext uri="{96DAC541-7B7A-43D3-8B79-37D633B846F1}">
                <asvg:svgBlip xmlns:asvg="http://schemas.microsoft.com/office/drawing/2016/SVG/main" r:embed="rId15"/>
              </a:ext>
            </a:extLst>
          </a:blip>
          <a:srcRect b="21400"/>
          <a:stretch/>
        </p:blipFill>
        <p:spPr>
          <a:xfrm>
            <a:off x="7218636" y="1805457"/>
            <a:ext cx="776008" cy="609947"/>
          </a:xfrm>
          <a:prstGeom prst="rect">
            <a:avLst/>
          </a:prstGeom>
        </p:spPr>
      </p:pic>
      <p:pic>
        <p:nvPicPr>
          <p:cNvPr id="49" name="Gráfico 48">
            <a:extLst>
              <a:ext uri="{FF2B5EF4-FFF2-40B4-BE49-F238E27FC236}">
                <a16:creationId xmlns:a16="http://schemas.microsoft.com/office/drawing/2014/main" id="{02E76A2A-B97C-459A-9449-90E03EB1A9DF}"/>
              </a:ext>
            </a:extLst>
          </p:cNvPr>
          <p:cNvPicPr>
            <a:picLocks noChangeAspect="1"/>
          </p:cNvPicPr>
          <p:nvPr/>
        </p:nvPicPr>
        <p:blipFill rotWithShape="1">
          <a:blip r:embed="rId16" cstate="email">
            <a:extLst>
              <a:ext uri="{28A0092B-C50C-407E-A947-70E740481C1C}">
                <a14:useLocalDpi xmlns:a14="http://schemas.microsoft.com/office/drawing/2010/main"/>
              </a:ext>
              <a:ext uri="{96DAC541-7B7A-43D3-8B79-37D633B846F1}">
                <asvg:svgBlip xmlns:asvg="http://schemas.microsoft.com/office/drawing/2016/SVG/main" r:embed="rId17"/>
              </a:ext>
            </a:extLst>
          </a:blip>
          <a:srcRect b="16329"/>
          <a:stretch/>
        </p:blipFill>
        <p:spPr>
          <a:xfrm>
            <a:off x="7199501" y="4682689"/>
            <a:ext cx="726343" cy="607738"/>
          </a:xfrm>
          <a:prstGeom prst="rect">
            <a:avLst/>
          </a:prstGeom>
        </p:spPr>
      </p:pic>
      <p:sp>
        <p:nvSpPr>
          <p:cNvPr id="5" name="Retângulo 4">
            <a:extLst>
              <a:ext uri="{FF2B5EF4-FFF2-40B4-BE49-F238E27FC236}">
                <a16:creationId xmlns:a16="http://schemas.microsoft.com/office/drawing/2014/main" id="{784DC4E1-233C-40F8-B4D6-9C4C893618F3}"/>
              </a:ext>
            </a:extLst>
          </p:cNvPr>
          <p:cNvSpPr/>
          <p:nvPr/>
        </p:nvSpPr>
        <p:spPr>
          <a:xfrm>
            <a:off x="0" y="525730"/>
            <a:ext cx="12192000" cy="5998007"/>
          </a:xfrm>
          <a:prstGeom prst="rect">
            <a:avLst/>
          </a:prstGeom>
          <a:solidFill>
            <a:schemeClr val="bg1">
              <a:alpha val="75000"/>
            </a:schemeClr>
          </a:solidFill>
          <a:ln w="12700">
            <a:noFill/>
            <a:miter lim="400000"/>
          </a:ln>
          <a:effectLst/>
        </p:spPr>
        <p:txBody>
          <a:bodyPr lIns="108000" tIns="72000" rIns="108000" bIns="72000" rtlCol="0" anchor="ctr"/>
          <a:lstStyle/>
          <a:p>
            <a:pPr algn="l"/>
            <a:endParaRPr lang="pt-BR" sz="1400" err="1">
              <a:solidFill>
                <a:schemeClr val="bg1"/>
              </a:solidFill>
            </a:endParaRPr>
          </a:p>
        </p:txBody>
      </p:sp>
      <p:sp>
        <p:nvSpPr>
          <p:cNvPr id="12" name="Arrow: Pentagon 41">
            <a:extLst>
              <a:ext uri="{FF2B5EF4-FFF2-40B4-BE49-F238E27FC236}">
                <a16:creationId xmlns:a16="http://schemas.microsoft.com/office/drawing/2014/main" id="{0F9F952B-91A0-4F65-9EE2-7D066B5FC6BA}"/>
              </a:ext>
            </a:extLst>
          </p:cNvPr>
          <p:cNvSpPr>
            <a:spLocks/>
          </p:cNvSpPr>
          <p:nvPr/>
        </p:nvSpPr>
        <p:spPr>
          <a:xfrm rot="16200000" flipH="1" flipV="1">
            <a:off x="5480575" y="950645"/>
            <a:ext cx="1230850" cy="1171264"/>
          </a:xfrm>
          <a:prstGeom prst="homePlate">
            <a:avLst>
              <a:gd name="adj" fmla="val 16479"/>
            </a:avLst>
          </a:prstGeom>
          <a:solidFill>
            <a:schemeClr val="tx2"/>
          </a:solidFill>
          <a:ln>
            <a:solidFill>
              <a:schemeClr val="tx2"/>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73505" tIns="173505" rIns="173505" bIns="173505" numCol="1" spcCol="1270" anchor="ctr" anchorCtr="0">
            <a:noAutofit/>
          </a:bodyPr>
          <a:lstStyle/>
          <a:p>
            <a:pPr marL="0" marR="0" lvl="0" indent="0" algn="ctr" defTabSz="1511300" eaLnBrk="1" fontAlgn="auto" latinLnBrk="0" hangingPunct="1">
              <a:lnSpc>
                <a:spcPct val="90000"/>
              </a:lnSpc>
              <a:spcBef>
                <a:spcPct val="0"/>
              </a:spcBef>
              <a:spcAft>
                <a:spcPct val="35000"/>
              </a:spcAft>
              <a:buClrTx/>
              <a:buSzTx/>
              <a:buFontTx/>
              <a:buNone/>
              <a:tabLst/>
              <a:defRPr/>
            </a:pPr>
            <a:endParaRPr kumimoji="0" lang="pt-BR" sz="1600" b="0" i="0" u="none" strike="noStrike" kern="1200" cap="none" spc="0" normalizeH="0" baseline="0" noProof="0">
              <a:ln>
                <a:noFill/>
              </a:ln>
              <a:solidFill>
                <a:prstClr val="white"/>
              </a:solidFill>
              <a:effectLst/>
              <a:uLnTx/>
              <a:uFillTx/>
              <a:latin typeface="Arial"/>
              <a:ea typeface="+mn-ea"/>
              <a:cs typeface="+mn-cs"/>
            </a:endParaRPr>
          </a:p>
        </p:txBody>
      </p:sp>
      <p:sp>
        <p:nvSpPr>
          <p:cNvPr id="22" name="Rectangle 13">
            <a:extLst>
              <a:ext uri="{FF2B5EF4-FFF2-40B4-BE49-F238E27FC236}">
                <a16:creationId xmlns:a16="http://schemas.microsoft.com/office/drawing/2014/main" id="{8701427B-1EDF-4B14-8AF0-C939DAF0CFF5}"/>
              </a:ext>
            </a:extLst>
          </p:cNvPr>
          <p:cNvSpPr>
            <a:spLocks noChangeArrowheads="1"/>
          </p:cNvSpPr>
          <p:nvPr/>
        </p:nvSpPr>
        <p:spPr bwMode="gray">
          <a:xfrm>
            <a:off x="5547268" y="536421"/>
            <a:ext cx="992259" cy="246221"/>
          </a:xfrm>
          <a:prstGeom prst="rect">
            <a:avLst/>
          </a:prstGeom>
          <a:noFill/>
          <a:ln w="9525" algn="ctr">
            <a:noFill/>
            <a:round/>
            <a:headEnd/>
            <a:tailEnd/>
          </a:ln>
          <a:effectLst/>
        </p:spPr>
        <p:txBody>
          <a:bodyPr vert="horz" wrap="none" lIns="0" tIns="0" rIns="0" bIns="0" numCol="1" anchor="ctr" anchorCtr="0" compatLnSpc="1">
            <a:prstTxWarp prst="textNoShape">
              <a:avLst/>
            </a:prstTxWarp>
            <a:spAutoFit/>
          </a:bodyPr>
          <a:lstStyle/>
          <a:p>
            <a:pPr marL="0" marR="0" lvl="0" indent="0" algn="ctr" defTabSz="914400" eaLnBrk="0" fontAlgn="auto" latinLnBrk="0" hangingPunct="0">
              <a:lnSpc>
                <a:spcPct val="100000"/>
              </a:lnSpc>
              <a:spcBef>
                <a:spcPts val="0"/>
              </a:spcBef>
              <a:spcAft>
                <a:spcPts val="0"/>
              </a:spcAft>
              <a:buClr>
                <a:srgbClr val="B1C7E1"/>
              </a:buClr>
              <a:buSzPct val="90000"/>
              <a:buFontTx/>
              <a:buNone/>
              <a:tabLst/>
              <a:defRPr/>
            </a:pPr>
            <a:r>
              <a:rPr kumimoji="0" lang="pt-BR" sz="1600" b="1" i="0" u="none" strike="noStrike" kern="1200" cap="none" spc="0" normalizeH="0" baseline="0" noProof="0">
                <a:ln>
                  <a:noFill/>
                </a:ln>
                <a:solidFill>
                  <a:srgbClr val="020E66"/>
                </a:solidFill>
                <a:effectLst/>
                <a:uLnTx/>
                <a:uFillTx/>
                <a:latin typeface="Arial"/>
                <a:ea typeface="+mn-ea"/>
                <a:cs typeface="Arial" pitchFamily="34" charset="0"/>
              </a:rPr>
              <a:t>Estratégia</a:t>
            </a:r>
          </a:p>
        </p:txBody>
      </p:sp>
      <p:pic>
        <p:nvPicPr>
          <p:cNvPr id="29" name="Gráfico 28">
            <a:extLst>
              <a:ext uri="{FF2B5EF4-FFF2-40B4-BE49-F238E27FC236}">
                <a16:creationId xmlns:a16="http://schemas.microsoft.com/office/drawing/2014/main" id="{3A2F86EE-0C5F-47D2-AB08-10223FDD2330}"/>
              </a:ext>
            </a:extLst>
          </p:cNvPr>
          <p:cNvPicPr>
            <a:picLocks noChangeAspect="1"/>
          </p:cNvPicPr>
          <p:nvPr/>
        </p:nvPicPr>
        <p:blipFill>
          <a:blip r:embed="rId18" cstate="email">
            <a:extLst>
              <a:ext uri="{28A0092B-C50C-407E-A947-70E740481C1C}">
                <a14:useLocalDpi xmlns:a14="http://schemas.microsoft.com/office/drawing/2010/main"/>
              </a:ext>
              <a:ext uri="{96DAC541-7B7A-43D3-8B79-37D633B846F1}">
                <asvg:svgBlip xmlns:asvg="http://schemas.microsoft.com/office/drawing/2016/SVG/main" r:embed="rId19"/>
              </a:ext>
            </a:extLst>
          </a:blip>
          <a:stretch>
            <a:fillRect/>
          </a:stretch>
        </p:blipFill>
        <p:spPr>
          <a:xfrm>
            <a:off x="5718000" y="1203961"/>
            <a:ext cx="756000" cy="756000"/>
          </a:xfrm>
          <a:prstGeom prst="rect">
            <a:avLst/>
          </a:prstGeom>
        </p:spPr>
      </p:pic>
      <p:sp>
        <p:nvSpPr>
          <p:cNvPr id="18" name="Oval 3">
            <a:extLst>
              <a:ext uri="{FF2B5EF4-FFF2-40B4-BE49-F238E27FC236}">
                <a16:creationId xmlns:a16="http://schemas.microsoft.com/office/drawing/2014/main" id="{C6BE6DD8-1015-4A38-98B0-8ED2C23CF07F}"/>
              </a:ext>
            </a:extLst>
          </p:cNvPr>
          <p:cNvSpPr/>
          <p:nvPr/>
        </p:nvSpPr>
        <p:spPr>
          <a:xfrm>
            <a:off x="4898106" y="2371546"/>
            <a:ext cx="2401249" cy="2449514"/>
          </a:xfrm>
          <a:prstGeom prst="ellipse">
            <a:avLst/>
          </a:prstGeom>
          <a:noFill/>
          <a:ln w="603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pt-BR" sz="1600" b="0" i="0" u="none" strike="noStrike" kern="1200" cap="none" spc="0" normalizeH="0" baseline="0" noProof="0">
              <a:ln>
                <a:noFill/>
              </a:ln>
              <a:solidFill>
                <a:prstClr val="white"/>
              </a:solidFill>
              <a:effectLst/>
              <a:uLnTx/>
              <a:uFillTx/>
              <a:latin typeface="Arial"/>
              <a:ea typeface="+mn-ea"/>
              <a:cs typeface="+mn-cs"/>
            </a:endParaRPr>
          </a:p>
        </p:txBody>
      </p:sp>
      <p:pic>
        <p:nvPicPr>
          <p:cNvPr id="20" name="Imagem 19">
            <a:extLst>
              <a:ext uri="{FF2B5EF4-FFF2-40B4-BE49-F238E27FC236}">
                <a16:creationId xmlns:a16="http://schemas.microsoft.com/office/drawing/2014/main" id="{416B57FA-0030-494A-8D1E-5AEC8DE6A1F8}"/>
              </a:ext>
            </a:extLst>
          </p:cNvPr>
          <p:cNvPicPr>
            <a:picLocks noChangeAspect="1"/>
          </p:cNvPicPr>
          <p:nvPr/>
        </p:nvPicPr>
        <p:blipFill>
          <a:blip r:embed="rId20" cstate="email">
            <a:extLst>
              <a:ext uri="{28A0092B-C50C-407E-A947-70E740481C1C}">
                <a14:useLocalDpi xmlns:a14="http://schemas.microsoft.com/office/drawing/2010/main"/>
              </a:ext>
            </a:extLst>
          </a:blip>
          <a:stretch>
            <a:fillRect/>
          </a:stretch>
        </p:blipFill>
        <p:spPr>
          <a:xfrm>
            <a:off x="5098545" y="3497969"/>
            <a:ext cx="2019570" cy="228272"/>
          </a:xfrm>
          <a:prstGeom prst="rect">
            <a:avLst/>
          </a:prstGeom>
        </p:spPr>
      </p:pic>
      <p:sp>
        <p:nvSpPr>
          <p:cNvPr id="15" name="Arrow: Pentagon 41">
            <a:extLst>
              <a:ext uri="{FF2B5EF4-FFF2-40B4-BE49-F238E27FC236}">
                <a16:creationId xmlns:a16="http://schemas.microsoft.com/office/drawing/2014/main" id="{A3888DD6-02CC-4172-95B4-BE408ADC6DE4}"/>
              </a:ext>
            </a:extLst>
          </p:cNvPr>
          <p:cNvSpPr>
            <a:spLocks/>
          </p:cNvSpPr>
          <p:nvPr/>
        </p:nvSpPr>
        <p:spPr>
          <a:xfrm flipH="1" flipV="1">
            <a:off x="7521200" y="2965370"/>
            <a:ext cx="1230850" cy="1171264"/>
          </a:xfrm>
          <a:prstGeom prst="homePlate">
            <a:avLst>
              <a:gd name="adj" fmla="val 16479"/>
            </a:avLst>
          </a:prstGeom>
          <a:solidFill>
            <a:schemeClr val="tx2"/>
          </a:solidFill>
          <a:ln>
            <a:solidFill>
              <a:schemeClr val="tx2"/>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73505" tIns="173505" rIns="173505" bIns="173505" numCol="1" spcCol="1270" anchor="ctr" anchorCtr="0">
            <a:noAutofit/>
          </a:bodyPr>
          <a:lstStyle/>
          <a:p>
            <a:pPr marL="0" marR="0" lvl="0" indent="0" algn="ctr" defTabSz="1511300" eaLnBrk="1" fontAlgn="auto" latinLnBrk="0" hangingPunct="1">
              <a:lnSpc>
                <a:spcPct val="90000"/>
              </a:lnSpc>
              <a:spcBef>
                <a:spcPct val="0"/>
              </a:spcBef>
              <a:spcAft>
                <a:spcPct val="35000"/>
              </a:spcAft>
              <a:buClrTx/>
              <a:buSzTx/>
              <a:buFontTx/>
              <a:buNone/>
              <a:tabLst/>
              <a:defRPr/>
            </a:pPr>
            <a:endParaRPr kumimoji="0" lang="pt-BR" sz="1600" b="0" i="0" u="none" strike="noStrike" kern="1200" cap="none" spc="0" normalizeH="0" baseline="0" noProof="0">
              <a:ln>
                <a:noFill/>
              </a:ln>
              <a:solidFill>
                <a:prstClr val="white"/>
              </a:solidFill>
              <a:effectLst/>
              <a:uLnTx/>
              <a:uFillTx/>
              <a:latin typeface="Arial"/>
              <a:ea typeface="+mn-ea"/>
              <a:cs typeface="+mn-cs"/>
            </a:endParaRPr>
          </a:p>
        </p:txBody>
      </p:sp>
      <p:sp>
        <p:nvSpPr>
          <p:cNvPr id="26" name="Rectangle 15">
            <a:extLst>
              <a:ext uri="{FF2B5EF4-FFF2-40B4-BE49-F238E27FC236}">
                <a16:creationId xmlns:a16="http://schemas.microsoft.com/office/drawing/2014/main" id="{51B22D42-AFB8-48FB-B402-0512D87C0030}"/>
              </a:ext>
            </a:extLst>
          </p:cNvPr>
          <p:cNvSpPr>
            <a:spLocks noChangeArrowheads="1"/>
          </p:cNvSpPr>
          <p:nvPr/>
        </p:nvSpPr>
        <p:spPr bwMode="gray">
          <a:xfrm>
            <a:off x="8950975" y="3251747"/>
            <a:ext cx="1619033" cy="492443"/>
          </a:xfrm>
          <a:prstGeom prst="rect">
            <a:avLst/>
          </a:prstGeom>
          <a:noFill/>
          <a:ln w="9525" algn="ctr">
            <a:noFill/>
            <a:round/>
            <a:headEnd/>
            <a:tailEnd/>
          </a:ln>
          <a:effectLst/>
        </p:spPr>
        <p:txBody>
          <a:bodyPr vert="horz" wrap="none" lIns="0" tIns="0" rIns="0" bIns="0" numCol="1" anchor="ctr" anchorCtr="0" compatLnSpc="1">
            <a:prstTxWarp prst="textNoShape">
              <a:avLst/>
            </a:prstTxWarp>
            <a:spAutoFit/>
          </a:bodyPr>
          <a:lstStyle/>
          <a:p>
            <a:pPr marL="0" marR="0" lvl="0" indent="0" algn="l" defTabSz="914400" eaLnBrk="0" fontAlgn="auto" latinLnBrk="0" hangingPunct="0">
              <a:lnSpc>
                <a:spcPct val="100000"/>
              </a:lnSpc>
              <a:spcBef>
                <a:spcPts val="0"/>
              </a:spcBef>
              <a:spcAft>
                <a:spcPts val="0"/>
              </a:spcAft>
              <a:buClr>
                <a:srgbClr val="B1C7E1"/>
              </a:buClr>
              <a:buSzPct val="90000"/>
              <a:buFontTx/>
              <a:buNone/>
              <a:tabLst/>
              <a:defRPr/>
            </a:pPr>
            <a:r>
              <a:rPr kumimoji="0" lang="pt-BR" sz="1600" b="1" i="1" u="none" strike="noStrike" kern="1200" cap="none" spc="0" normalizeH="0" baseline="0" noProof="0">
                <a:ln>
                  <a:noFill/>
                </a:ln>
                <a:solidFill>
                  <a:srgbClr val="020E66"/>
                </a:solidFill>
                <a:effectLst/>
                <a:uLnTx/>
                <a:uFillTx/>
                <a:latin typeface="Arial"/>
                <a:ea typeface="+mn-ea"/>
                <a:cs typeface="Arial" pitchFamily="34" charset="0"/>
              </a:rPr>
              <a:t>Marketing, </a:t>
            </a:r>
            <a:br>
              <a:rPr kumimoji="0" lang="pt-BR" sz="1600" b="1" i="0" u="none" strike="noStrike" kern="1200" cap="none" spc="0" normalizeH="0" baseline="0" noProof="0">
                <a:ln>
                  <a:noFill/>
                </a:ln>
                <a:solidFill>
                  <a:srgbClr val="020E66"/>
                </a:solidFill>
                <a:effectLst/>
                <a:uLnTx/>
                <a:uFillTx/>
                <a:latin typeface="Arial"/>
                <a:ea typeface="+mn-ea"/>
                <a:cs typeface="Arial" pitchFamily="34" charset="0"/>
              </a:rPr>
            </a:br>
            <a:r>
              <a:rPr kumimoji="0" lang="pt-BR" sz="1600" b="1" i="0" u="none" strike="noStrike" kern="1200" cap="none" spc="0" normalizeH="0" baseline="0" noProof="0">
                <a:ln>
                  <a:noFill/>
                </a:ln>
                <a:solidFill>
                  <a:srgbClr val="020E66"/>
                </a:solidFill>
                <a:effectLst/>
                <a:uLnTx/>
                <a:uFillTx/>
                <a:latin typeface="Arial"/>
                <a:ea typeface="+mn-ea"/>
                <a:cs typeface="Arial" pitchFamily="34" charset="0"/>
              </a:rPr>
              <a:t>vendas e </a:t>
            </a:r>
            <a:r>
              <a:rPr kumimoji="0" lang="pt-BR" sz="1600" b="1" i="1" u="none" strike="noStrike" kern="1200" cap="none" spc="0" normalizeH="0" baseline="0" noProof="0" err="1">
                <a:ln>
                  <a:noFill/>
                </a:ln>
                <a:solidFill>
                  <a:srgbClr val="020E66"/>
                </a:solidFill>
                <a:effectLst/>
                <a:uLnTx/>
                <a:uFillTx/>
                <a:latin typeface="Arial"/>
                <a:ea typeface="+mn-ea"/>
                <a:cs typeface="Arial" pitchFamily="34" charset="0"/>
              </a:rPr>
              <a:t>pricing</a:t>
            </a:r>
            <a:endParaRPr kumimoji="0" lang="pt-BR" sz="1600" b="1" i="1" u="none" strike="noStrike" kern="1200" cap="none" spc="0" normalizeH="0" baseline="0" noProof="0">
              <a:ln>
                <a:noFill/>
              </a:ln>
              <a:solidFill>
                <a:srgbClr val="020E66"/>
              </a:solidFill>
              <a:effectLst/>
              <a:uLnTx/>
              <a:uFillTx/>
              <a:latin typeface="Arial"/>
              <a:ea typeface="+mn-ea"/>
              <a:cs typeface="Arial" pitchFamily="34" charset="0"/>
            </a:endParaRPr>
          </a:p>
        </p:txBody>
      </p:sp>
      <p:pic>
        <p:nvPicPr>
          <p:cNvPr id="32" name="Gráfico 31">
            <a:extLst>
              <a:ext uri="{FF2B5EF4-FFF2-40B4-BE49-F238E27FC236}">
                <a16:creationId xmlns:a16="http://schemas.microsoft.com/office/drawing/2014/main" id="{42447B04-8AB2-4DCE-8F63-55EA4D0A272E}"/>
              </a:ext>
            </a:extLst>
          </p:cNvPr>
          <p:cNvPicPr>
            <a:picLocks noChangeAspect="1"/>
          </p:cNvPicPr>
          <p:nvPr/>
        </p:nvPicPr>
        <p:blipFill rotWithShape="1">
          <a:blip r:embed="rId21" cstate="email">
            <a:extLst>
              <a:ext uri="{28A0092B-C50C-407E-A947-70E740481C1C}">
                <a14:useLocalDpi xmlns:a14="http://schemas.microsoft.com/office/drawing/2010/main"/>
              </a:ext>
              <a:ext uri="{96DAC541-7B7A-43D3-8B79-37D633B846F1}">
                <asvg:svgBlip xmlns:asvg="http://schemas.microsoft.com/office/drawing/2016/SVG/main" r:embed="rId22"/>
              </a:ext>
            </a:extLst>
          </a:blip>
          <a:srcRect b="23107"/>
          <a:stretch/>
        </p:blipFill>
        <p:spPr>
          <a:xfrm>
            <a:off x="7875844" y="3300693"/>
            <a:ext cx="651057" cy="500619"/>
          </a:xfrm>
          <a:prstGeom prst="rect">
            <a:avLst/>
          </a:prstGeom>
        </p:spPr>
      </p:pic>
    </p:spTree>
    <p:extLst>
      <p:ext uri="{BB962C8B-B14F-4D97-AF65-F5344CB8AC3E}">
        <p14:creationId xmlns:p14="http://schemas.microsoft.com/office/powerpoint/2010/main" val="24659616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3B56177-346F-FB44-80A2-02B5AEAE49B0}"/>
              </a:ext>
            </a:extLst>
          </p:cNvPr>
          <p:cNvGraphicFramePr>
            <a:graphicFrameLocks noChangeAspect="1"/>
          </p:cNvGraphicFramePr>
          <p:nvPr>
            <p:custDataLst>
              <p:tags r:id="rId1"/>
            </p:custDataLst>
            <p:extLst>
              <p:ext uri="{D42A27DB-BD31-4B8C-83A1-F6EECF244321}">
                <p14:modId xmlns:p14="http://schemas.microsoft.com/office/powerpoint/2010/main" val="2910927394"/>
              </p:ext>
            </p:extLst>
          </p:nvPr>
        </p:nvGraphicFramePr>
        <p:xfrm>
          <a:off x="2668192" y="858442"/>
          <a:ext cx="1190" cy="1190"/>
        </p:xfrm>
        <a:graphic>
          <a:graphicData uri="http://schemas.openxmlformats.org/presentationml/2006/ole">
            <mc:AlternateContent xmlns:mc="http://schemas.openxmlformats.org/markup-compatibility/2006">
              <mc:Choice xmlns:v="urn:schemas-microsoft-com:vml" Requires="v">
                <p:oleObj name="Slide do think-cell" r:id="rId10" imgW="7772400" imgH="10058400" progId="TCLayout.ActiveDocument.1">
                  <p:embed/>
                </p:oleObj>
              </mc:Choice>
              <mc:Fallback>
                <p:oleObj name="Slide do think-cell" r:id="rId10" imgW="7772400" imgH="10058400" progId="TCLayout.ActiveDocument.1">
                  <p:embed/>
                  <p:pic>
                    <p:nvPicPr>
                      <p:cNvPr id="6" name="Object 5" hidden="1">
                        <a:extLst>
                          <a:ext uri="{FF2B5EF4-FFF2-40B4-BE49-F238E27FC236}">
                            <a16:creationId xmlns:a16="http://schemas.microsoft.com/office/drawing/2014/main" id="{43B56177-346F-FB44-80A2-02B5AEAE49B0}"/>
                          </a:ext>
                        </a:extLst>
                      </p:cNvPr>
                      <p:cNvPicPr/>
                      <p:nvPr/>
                    </p:nvPicPr>
                    <p:blipFill>
                      <a:blip r:embed="rId11"/>
                      <a:stretch>
                        <a:fillRect/>
                      </a:stretch>
                    </p:blipFill>
                    <p:spPr>
                      <a:xfrm>
                        <a:off x="2668192" y="858442"/>
                        <a:ext cx="1190" cy="1190"/>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9F2EBF85-1C20-284D-BDDE-1A2D6D1524F9}"/>
              </a:ext>
            </a:extLst>
          </p:cNvPr>
          <p:cNvSpPr/>
          <p:nvPr>
            <p:custDataLst>
              <p:tags r:id="rId2"/>
            </p:custDataLst>
          </p:nvPr>
        </p:nvSpPr>
        <p:spPr>
          <a:xfrm>
            <a:off x="2667001" y="857251"/>
            <a:ext cx="119063" cy="119063"/>
          </a:xfrm>
          <a:prstGeom prst="rect">
            <a:avLst/>
          </a:prstGeom>
          <a:solidFill>
            <a:schemeClr val="accent2"/>
          </a:solidFill>
          <a:ln w="19050">
            <a:solidFill>
              <a:schemeClr val="accent2"/>
            </a:solidFill>
            <a:miter lim="400000"/>
          </a:ln>
          <a:effectLst/>
        </p:spPr>
        <p:txBody>
          <a:bodyPr vert="horz" wrap="none" lIns="0" tIns="0" rIns="0" bIns="0" numCol="1" spcCol="0" rtlCol="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tabLst/>
              <a:defRPr/>
            </a:pPr>
            <a:endParaRPr kumimoji="0" lang="pt-BR" sz="1600" b="0" i="0" u="none" strike="noStrike" kern="1200" cap="none" spc="0" normalizeH="0" baseline="0" noProof="0">
              <a:ln>
                <a:noFill/>
              </a:ln>
              <a:solidFill>
                <a:prstClr val="white"/>
              </a:solidFill>
              <a:effectLst/>
              <a:uLnTx/>
              <a:uFillTx/>
              <a:latin typeface="Arial" panose="020B0604020202020204" pitchFamily="34" charset="0"/>
              <a:ea typeface="+mn-ea"/>
              <a:cs typeface="+mn-cs"/>
              <a:sym typeface="Arial" panose="020B0604020202020204" pitchFamily="34" charset="0"/>
            </a:endParaRPr>
          </a:p>
        </p:txBody>
      </p:sp>
      <p:sp>
        <p:nvSpPr>
          <p:cNvPr id="3" name="Text Placeholder 2">
            <a:extLst>
              <a:ext uri="{FF2B5EF4-FFF2-40B4-BE49-F238E27FC236}">
                <a16:creationId xmlns:a16="http://schemas.microsoft.com/office/drawing/2014/main" id="{1C48DBD0-AE9E-41A7-91AB-D46EA3DB4687}"/>
              </a:ext>
            </a:extLst>
          </p:cNvPr>
          <p:cNvSpPr>
            <a:spLocks noGrp="1"/>
          </p:cNvSpPr>
          <p:nvPr>
            <p:ph type="body" sz="quarter" idx="17"/>
          </p:nvPr>
        </p:nvSpPr>
        <p:spPr/>
        <p:txBody>
          <a:bodyPr/>
          <a:lstStyle/>
          <a:p>
            <a:fld id="{562DD639-DDC9-4FFA-80B9-F82DF9179033}" type="datetime'Agenda'">
              <a:rPr lang="pt-BR" altLang="en-US" smtClean="0"/>
              <a:pPr/>
              <a:t>Agenda</a:t>
            </a:fld>
            <a:endParaRPr lang="pt-BR"/>
          </a:p>
        </p:txBody>
      </p:sp>
      <p:sp>
        <p:nvSpPr>
          <p:cNvPr id="31" name="Espaço Reservado para Texto 2">
            <a:extLst>
              <a:ext uri="{FF2B5EF4-FFF2-40B4-BE49-F238E27FC236}">
                <a16:creationId xmlns:a16="http://schemas.microsoft.com/office/drawing/2014/main" id="{4CA492C4-03A5-6D35-4CA2-97256BB3E235}"/>
              </a:ext>
            </a:extLst>
          </p:cNvPr>
          <p:cNvSpPr txBox="1">
            <a:spLocks/>
          </p:cNvSpPr>
          <p:nvPr>
            <p:custDataLst>
              <p:tags r:id="rId3"/>
            </p:custDataLst>
          </p:nvPr>
        </p:nvSpPr>
        <p:spPr bwMode="auto">
          <a:xfrm>
            <a:off x="3062288" y="2573338"/>
            <a:ext cx="9129713" cy="596900"/>
          </a:xfrm>
          <a:prstGeom prst="rect">
            <a:avLst/>
          </a:prstGeom>
          <a:solidFill>
            <a:schemeClr val="accent2"/>
          </a:solidFill>
          <a:ln w="6350">
            <a:noFill/>
          </a:ln>
          <a:extLst>
            <a:ext uri="{91240B29-F687-4f45-9708-019B960494DF}">
              <a14:hiddenLine xmlns:a14="http://schemas.microsoft.com/office/drawing/2010/main" xmlns="" w="6350">
                <a:solidFill>
                  <a:schemeClr val="tx1"/>
                </a:solidFill>
              </a14:hiddenLine>
            </a:ext>
          </a:extLst>
        </p:spPr>
        <p:txBody>
          <a:bodyPr vert="horz" wrap="none" lIns="92075" tIns="161925" rIns="0" bIns="160338" numCol="1" spcCol="0" rtlCol="0" anchor="ctr" anchorCtr="0">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4625"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pt-BR" sz="1800" b="1" i="0" u="none" strike="noStrike" kern="1200" cap="none" spc="0" normalizeH="0" baseline="0" noProof="0">
                <a:ln>
                  <a:noFill/>
                </a:ln>
                <a:solidFill>
                  <a:schemeClr val="bg1"/>
                </a:solidFill>
                <a:effectLst/>
                <a:uLnTx/>
                <a:uFillTx/>
                <a:latin typeface="Arial"/>
                <a:ea typeface="+mn-ea"/>
                <a:cs typeface="+mn-cs"/>
              </a:rPr>
              <a:t>Nosso entendimento do contexto</a:t>
            </a:r>
          </a:p>
        </p:txBody>
      </p:sp>
      <p:sp>
        <p:nvSpPr>
          <p:cNvPr id="24" name="Espaço Reservado para Texto 2">
            <a:hlinkClick r:id="rId12" action="ppaction://hlinksldjump"/>
            <a:extLst>
              <a:ext uri="{FF2B5EF4-FFF2-40B4-BE49-F238E27FC236}">
                <a16:creationId xmlns:a16="http://schemas.microsoft.com/office/drawing/2014/main" id="{BE947761-975D-F2FF-8BA0-DA5B40039D8E}"/>
              </a:ext>
            </a:extLst>
          </p:cNvPr>
          <p:cNvSpPr txBox="1">
            <a:spLocks/>
          </p:cNvSpPr>
          <p:nvPr>
            <p:custDataLst>
              <p:tags r:id="rId4"/>
            </p:custDataLst>
          </p:nvPr>
        </p:nvSpPr>
        <p:spPr bwMode="auto">
          <a:xfrm>
            <a:off x="3062288" y="3170238"/>
            <a:ext cx="9129713" cy="566738"/>
          </a:xfrm>
          <a:prstGeom prst="rect">
            <a:avLst/>
          </a:prstGeom>
          <a:noFill/>
          <a:ln w="6350">
            <a:noFill/>
          </a:ln>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xmlns="" w="6350">
                <a:solidFill>
                  <a:schemeClr val="tx1"/>
                </a:solidFill>
              </a14:hiddenLine>
            </a:ext>
          </a:extLst>
        </p:spPr>
        <p:txBody>
          <a:bodyPr vert="horz" wrap="none" lIns="92075" tIns="161925" rIns="0" bIns="160338" numCol="1" spcCol="0" rtlCol="0" anchor="ctr" anchorCtr="0">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4625"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pt-BR" sz="1600" i="0" u="none" strike="noStrike" kern="1200" cap="none" spc="0" normalizeH="0" baseline="0" noProof="0">
                <a:ln>
                  <a:noFill/>
                </a:ln>
                <a:solidFill>
                  <a:schemeClr val="bg1"/>
                </a:solidFill>
                <a:effectLst/>
                <a:uLnTx/>
                <a:uFillTx/>
                <a:latin typeface="Arial"/>
                <a:ea typeface="+mn-ea"/>
                <a:cs typeface="+mn-cs"/>
              </a:rPr>
              <a:t>Objetivos e produtos finais</a:t>
            </a:r>
          </a:p>
        </p:txBody>
      </p:sp>
      <p:sp>
        <p:nvSpPr>
          <p:cNvPr id="7" name="Espaço Reservado para Texto 2">
            <a:hlinkClick r:id="rId13" action="ppaction://hlinksldjump"/>
            <a:extLst>
              <a:ext uri="{FF2B5EF4-FFF2-40B4-BE49-F238E27FC236}">
                <a16:creationId xmlns:a16="http://schemas.microsoft.com/office/drawing/2014/main" id="{34658961-5C57-6D67-EAE5-8137F84A90CC}"/>
              </a:ext>
            </a:extLst>
          </p:cNvPr>
          <p:cNvSpPr txBox="1">
            <a:spLocks/>
          </p:cNvSpPr>
          <p:nvPr>
            <p:custDataLst>
              <p:tags r:id="rId5"/>
            </p:custDataLst>
          </p:nvPr>
        </p:nvSpPr>
        <p:spPr bwMode="auto">
          <a:xfrm>
            <a:off x="3062288" y="3736976"/>
            <a:ext cx="9129713" cy="568325"/>
          </a:xfrm>
          <a:prstGeom prst="rect">
            <a:avLst/>
          </a:prstGeom>
          <a:noFill/>
          <a:ln w="6350">
            <a:noFill/>
          </a:ln>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xmlns="" w="6350">
                <a:solidFill>
                  <a:schemeClr val="tx1"/>
                </a:solidFill>
              </a14:hiddenLine>
            </a:ext>
          </a:extLst>
        </p:spPr>
        <p:txBody>
          <a:bodyPr vert="horz" wrap="none" lIns="92075" tIns="161925" rIns="0" bIns="161925" numCol="1" spcCol="0" rtlCol="0" anchor="ctr" anchorCtr="0">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4625"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pt-BR" altLang="en-US" sz="1600" i="0" u="none" strike="noStrike" kern="1200" cap="none" spc="0" normalizeH="0" baseline="0" noProof="0">
                <a:ln>
                  <a:noFill/>
                </a:ln>
                <a:solidFill>
                  <a:schemeClr val="bg1"/>
                </a:solidFill>
                <a:effectLst/>
                <a:uLnTx/>
                <a:uFillTx/>
                <a:latin typeface="Arial"/>
                <a:ea typeface="+mn-ea"/>
                <a:cs typeface="+mn-cs"/>
              </a:rPr>
              <a:t>Abordagem metodológica</a:t>
            </a:r>
            <a:endParaRPr kumimoji="0" lang="pt-BR" sz="1600" i="0" u="none" strike="noStrike" kern="1200" cap="none" spc="0" normalizeH="0" baseline="0" noProof="0">
              <a:ln>
                <a:noFill/>
              </a:ln>
              <a:solidFill>
                <a:schemeClr val="bg1"/>
              </a:solidFill>
              <a:effectLst/>
              <a:uLnTx/>
              <a:uFillTx/>
              <a:latin typeface="Arial"/>
              <a:ea typeface="+mn-ea"/>
              <a:cs typeface="+mn-cs"/>
            </a:endParaRPr>
          </a:p>
        </p:txBody>
      </p:sp>
      <p:sp>
        <p:nvSpPr>
          <p:cNvPr id="33" name="Espaço Reservado para Texto 2">
            <a:hlinkClick r:id="rId14" action="ppaction://hlinksldjump"/>
            <a:extLst>
              <a:ext uri="{FF2B5EF4-FFF2-40B4-BE49-F238E27FC236}">
                <a16:creationId xmlns:a16="http://schemas.microsoft.com/office/drawing/2014/main" id="{B33BF0AC-DE35-4A6C-3FAA-4F5CD6342025}"/>
              </a:ext>
            </a:extLst>
          </p:cNvPr>
          <p:cNvSpPr txBox="1">
            <a:spLocks/>
          </p:cNvSpPr>
          <p:nvPr>
            <p:custDataLst>
              <p:tags r:id="rId6"/>
            </p:custDataLst>
          </p:nvPr>
        </p:nvSpPr>
        <p:spPr bwMode="auto">
          <a:xfrm>
            <a:off x="3062288" y="4305300"/>
            <a:ext cx="9129713" cy="566738"/>
          </a:xfrm>
          <a:prstGeom prst="rect">
            <a:avLst/>
          </a:prstGeom>
          <a:noFill/>
          <a:ln w="6350">
            <a:noFill/>
          </a:ln>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xmlns="" w="6350">
                <a:solidFill>
                  <a:schemeClr val="tx1"/>
                </a:solidFill>
              </a14:hiddenLine>
            </a:ext>
          </a:extLst>
        </p:spPr>
        <p:txBody>
          <a:bodyPr vert="horz" wrap="none" lIns="92075" tIns="160338" rIns="0" bIns="161925" numCol="1" spcCol="0" rtlCol="0" anchor="ctr" anchorCtr="0">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4625"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pt-BR" altLang="en-US" sz="1600" i="0" u="none" strike="noStrike" kern="1200" cap="none" spc="0" normalizeH="0" baseline="0" noProof="0">
                <a:ln>
                  <a:noFill/>
                </a:ln>
                <a:solidFill>
                  <a:schemeClr val="bg1"/>
                </a:solidFill>
                <a:effectLst/>
                <a:uLnTx/>
                <a:uFillTx/>
                <a:latin typeface="Arial"/>
                <a:ea typeface="+mn-ea"/>
                <a:cs typeface="+mn-cs"/>
              </a:rPr>
              <a:t>Organização do projeto</a:t>
            </a:r>
            <a:endParaRPr kumimoji="0" lang="pt-BR" sz="1600" i="0" u="none" strike="noStrike" kern="1200" cap="none" spc="0" normalizeH="0" baseline="0" noProof="0">
              <a:ln>
                <a:noFill/>
              </a:ln>
              <a:solidFill>
                <a:schemeClr val="bg1"/>
              </a:solidFill>
              <a:effectLst/>
              <a:uLnTx/>
              <a:uFillTx/>
              <a:latin typeface="Arial"/>
              <a:ea typeface="+mn-ea"/>
              <a:cs typeface="+mn-cs"/>
            </a:endParaRPr>
          </a:p>
        </p:txBody>
      </p:sp>
      <p:sp>
        <p:nvSpPr>
          <p:cNvPr id="22" name="Espaço Reservado para Texto 2">
            <a:hlinkClick r:id="rId15" action="ppaction://hlinksldjump"/>
            <a:extLst>
              <a:ext uri="{FF2B5EF4-FFF2-40B4-BE49-F238E27FC236}">
                <a16:creationId xmlns:a16="http://schemas.microsoft.com/office/drawing/2014/main" id="{39A4FBE6-4B92-CE5D-8ACD-F50B7769F4D9}"/>
              </a:ext>
            </a:extLst>
          </p:cNvPr>
          <p:cNvSpPr txBox="1">
            <a:spLocks/>
          </p:cNvSpPr>
          <p:nvPr>
            <p:custDataLst>
              <p:tags r:id="rId7"/>
            </p:custDataLst>
          </p:nvPr>
        </p:nvSpPr>
        <p:spPr bwMode="auto">
          <a:xfrm>
            <a:off x="3062288" y="4872037"/>
            <a:ext cx="9129713" cy="566738"/>
          </a:xfrm>
          <a:prstGeom prst="rect">
            <a:avLst/>
          </a:prstGeom>
          <a:noFill/>
          <a:ln w="6350">
            <a:noFill/>
          </a:ln>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xmlns="" w="6350">
                <a:solidFill>
                  <a:schemeClr val="tx1"/>
                </a:solidFill>
              </a14:hiddenLine>
            </a:ext>
          </a:extLst>
        </p:spPr>
        <p:txBody>
          <a:bodyPr vert="horz" wrap="none" lIns="92075" tIns="160338" rIns="0" bIns="161925" numCol="1" spcCol="0" rtlCol="0" anchor="ctr" anchorCtr="0">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4625"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pt-BR" altLang="en-US" sz="1600" i="0" u="none" strike="noStrike" kern="1200" cap="none" spc="0" normalizeH="0" baseline="0" noProof="0">
                <a:ln>
                  <a:noFill/>
                </a:ln>
                <a:solidFill>
                  <a:schemeClr val="bg1"/>
                </a:solidFill>
                <a:effectLst/>
                <a:uLnTx/>
                <a:uFillTx/>
                <a:latin typeface="Arial"/>
                <a:ea typeface="+mn-ea"/>
                <a:cs typeface="+mn-cs"/>
              </a:rPr>
              <a:t>Estudos de caso em agronegócio</a:t>
            </a:r>
            <a:endParaRPr kumimoji="0" lang="pt-BR" sz="1600" i="0" u="none" strike="noStrike" kern="1200" cap="none" spc="0" normalizeH="0" baseline="0" noProof="0">
              <a:ln>
                <a:noFill/>
              </a:ln>
              <a:solidFill>
                <a:schemeClr val="bg1"/>
              </a:solidFill>
              <a:effectLst/>
              <a:uLnTx/>
              <a:uFillTx/>
              <a:latin typeface="Arial"/>
              <a:ea typeface="+mn-ea"/>
              <a:cs typeface="+mn-cs"/>
            </a:endParaRPr>
          </a:p>
        </p:txBody>
      </p:sp>
      <p:sp>
        <p:nvSpPr>
          <p:cNvPr id="10" name="Espaço Reservado para Texto 2">
            <a:hlinkClick r:id="rId16" action="ppaction://hlinksldjump"/>
            <a:extLst>
              <a:ext uri="{FF2B5EF4-FFF2-40B4-BE49-F238E27FC236}">
                <a16:creationId xmlns:a16="http://schemas.microsoft.com/office/drawing/2014/main" id="{C8FB45CA-EDDC-FDFF-C2BE-D13B2850B9B8}"/>
              </a:ext>
            </a:extLst>
          </p:cNvPr>
          <p:cNvSpPr txBox="1">
            <a:spLocks/>
          </p:cNvSpPr>
          <p:nvPr>
            <p:custDataLst>
              <p:tags r:id="rId8"/>
            </p:custDataLst>
          </p:nvPr>
        </p:nvSpPr>
        <p:spPr bwMode="auto">
          <a:xfrm>
            <a:off x="3062288" y="5438775"/>
            <a:ext cx="9129713" cy="566738"/>
          </a:xfrm>
          <a:prstGeom prst="rect">
            <a:avLst/>
          </a:prstGeom>
          <a:noFill/>
          <a:ln w="6350">
            <a:noFill/>
          </a:ln>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xmlns="" w="6350">
                <a:solidFill>
                  <a:schemeClr val="tx1"/>
                </a:solidFill>
              </a14:hiddenLine>
            </a:ext>
          </a:extLst>
        </p:spPr>
        <p:txBody>
          <a:bodyPr vert="horz" wrap="none" lIns="92075" tIns="160338" rIns="0" bIns="161925" numCol="1" spcCol="0" rtlCol="0" anchor="ctr" anchorCtr="0">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4625"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pt-BR" altLang="en-US" sz="1600" i="0" u="none" strike="noStrike" kern="1200" cap="none" spc="0" normalizeH="0" baseline="0" noProof="0">
                <a:ln>
                  <a:noFill/>
                </a:ln>
                <a:solidFill>
                  <a:schemeClr val="bg1"/>
                </a:solidFill>
                <a:effectLst/>
                <a:uLnTx/>
                <a:uFillTx/>
                <a:latin typeface="Arial"/>
                <a:ea typeface="+mn-ea"/>
                <a:cs typeface="+mn-cs"/>
              </a:rPr>
              <a:t>Qualificações Mirow &amp; Co.</a:t>
            </a:r>
            <a:endParaRPr kumimoji="0" lang="pt-BR" sz="1600" i="0" u="none" strike="noStrike" kern="1200" cap="none" spc="0" normalizeH="0" baseline="0" noProof="0">
              <a:ln>
                <a:noFill/>
              </a:ln>
              <a:solidFill>
                <a:schemeClr val="bg1"/>
              </a:solidFill>
              <a:effectLst/>
              <a:uLnTx/>
              <a:uFillTx/>
              <a:latin typeface="Arial"/>
              <a:ea typeface="+mn-ea"/>
              <a:cs typeface="+mn-cs"/>
            </a:endParaRPr>
          </a:p>
        </p:txBody>
      </p:sp>
    </p:spTree>
    <p:extLst>
      <p:ext uri="{BB962C8B-B14F-4D97-AF65-F5344CB8AC3E}">
        <p14:creationId xmlns:p14="http://schemas.microsoft.com/office/powerpoint/2010/main" val="12807414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15" name="Objeto 14" hidden="1">
            <a:extLst>
              <a:ext uri="{FF2B5EF4-FFF2-40B4-BE49-F238E27FC236}">
                <a16:creationId xmlns:a16="http://schemas.microsoft.com/office/drawing/2014/main" id="{D655E987-6499-4940-84BC-108020218138}"/>
              </a:ext>
            </a:extLst>
          </p:cNvPr>
          <p:cNvGraphicFramePr>
            <a:graphicFrameLocks noChangeAspect="1"/>
          </p:cNvGraphicFramePr>
          <p:nvPr>
            <p:custDataLst>
              <p:tags r:id="rId1"/>
            </p:custDataLst>
            <p:extLst>
              <p:ext uri="{D42A27DB-BD31-4B8C-83A1-F6EECF244321}">
                <p14:modId xmlns:p14="http://schemas.microsoft.com/office/powerpoint/2010/main" val="243936326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Slide do think-cell" r:id="rId4" imgW="378" imgH="379" progId="TCLayout.ActiveDocument.1">
                  <p:embed/>
                </p:oleObj>
              </mc:Choice>
              <mc:Fallback>
                <p:oleObj name="Slide do think-cell" r:id="rId4" imgW="378" imgH="379" progId="TCLayout.ActiveDocument.1">
                  <p:embed/>
                  <p:pic>
                    <p:nvPicPr>
                      <p:cNvPr id="15" name="Objeto 14" hidden="1">
                        <a:extLst>
                          <a:ext uri="{FF2B5EF4-FFF2-40B4-BE49-F238E27FC236}">
                            <a16:creationId xmlns:a16="http://schemas.microsoft.com/office/drawing/2014/main" id="{D655E987-6499-4940-84BC-10802021813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24">
            <a:extLst>
              <a:ext uri="{FF2B5EF4-FFF2-40B4-BE49-F238E27FC236}">
                <a16:creationId xmlns:a16="http://schemas.microsoft.com/office/drawing/2014/main" id="{DEC25B5B-9776-4ACA-B1E3-42D78549B8F4}"/>
              </a:ext>
            </a:extLst>
          </p:cNvPr>
          <p:cNvSpPr/>
          <p:nvPr/>
        </p:nvSpPr>
        <p:spPr>
          <a:xfrm>
            <a:off x="478972" y="736172"/>
            <a:ext cx="11485488" cy="5580000"/>
          </a:xfrm>
          <a:prstGeom prst="rect">
            <a:avLst/>
          </a:prstGeom>
          <a:noFill/>
          <a:ln w="12700">
            <a:solidFill>
              <a:schemeClr val="accent4"/>
            </a:solid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3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7" name="Pentagon 3">
            <a:extLst>
              <a:ext uri="{FF2B5EF4-FFF2-40B4-BE49-F238E27FC236}">
                <a16:creationId xmlns:a16="http://schemas.microsoft.com/office/drawing/2014/main" id="{C9C0122E-AB5A-454C-902A-3B54EA917692}"/>
              </a:ext>
            </a:extLst>
          </p:cNvPr>
          <p:cNvSpPr/>
          <p:nvPr/>
        </p:nvSpPr>
        <p:spPr>
          <a:xfrm>
            <a:off x="0" y="841107"/>
            <a:ext cx="2919845" cy="150840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lIns="144000" rIns="144000" anchor="ctr" anchorCtr="0"/>
          <a:lstStyle/>
          <a:p>
            <a:pPr marL="144000" marR="0" lvl="0" indent="0" algn="l" defTabSz="895350" rtl="0" eaLnBrk="1" fontAlgn="auto" latinLnBrk="0" hangingPunct="1">
              <a:lnSpc>
                <a:spcPct val="100000"/>
              </a:lnSpc>
              <a:spcBef>
                <a:spcPts val="0"/>
              </a:spcBef>
              <a:spcAft>
                <a:spcPts val="0"/>
              </a:spcAft>
              <a:buClr>
                <a:srgbClr val="020E66"/>
              </a:buClr>
              <a:buSzTx/>
              <a:buFontTx/>
              <a:buNone/>
              <a:tabLst/>
              <a:defRPr/>
            </a:pPr>
            <a:r>
              <a:rPr kumimoji="0" lang="pt-BR" sz="1400" b="1" i="0" u="none" strike="noStrike" kern="1200" cap="none" spc="0" normalizeH="0" baseline="0" noProof="0">
                <a:ln>
                  <a:noFill/>
                </a:ln>
                <a:solidFill>
                  <a:prstClr val="white"/>
                </a:solidFill>
                <a:effectLst/>
                <a:uLnTx/>
                <a:uFillTx/>
                <a:latin typeface="Arial"/>
                <a:ea typeface="ＭＳ Ｐゴシック" charset="0"/>
                <a:cs typeface="Arial" panose="020B0604020202020204" pitchFamily="34" charset="0"/>
              </a:rPr>
              <a:t>Morro Verde é empresa brasileira de fertilizantes, cujo principal diferencial é sua oferta de fosfato natural reativo</a:t>
            </a:r>
          </a:p>
        </p:txBody>
      </p:sp>
      <p:sp>
        <p:nvSpPr>
          <p:cNvPr id="8" name="Rectangle 3">
            <a:extLst>
              <a:ext uri="{FF2B5EF4-FFF2-40B4-BE49-F238E27FC236}">
                <a16:creationId xmlns:a16="http://schemas.microsoft.com/office/drawing/2014/main" id="{613589A9-0D96-4B3B-BAB0-9662F6A1B147}"/>
              </a:ext>
            </a:extLst>
          </p:cNvPr>
          <p:cNvSpPr txBox="1">
            <a:spLocks/>
          </p:cNvSpPr>
          <p:nvPr/>
        </p:nvSpPr>
        <p:spPr>
          <a:xfrm>
            <a:off x="3075710" y="841107"/>
            <a:ext cx="8784000" cy="1508400"/>
          </a:xfrm>
          <a:prstGeom prst="rect">
            <a:avLst/>
          </a:prstGeom>
        </p:spPr>
        <p:txBody>
          <a:bodyPr vert="horz" wrap="square" lIns="0" tIns="0" rIns="0" bIns="0" rtlCol="0" anchor="ctr">
            <a:spAutoFit/>
          </a:bodyPr>
          <a:lstStyle>
            <a:lvl1pPr lvl="0" indent="0">
              <a:spcBef>
                <a:spcPct val="20000"/>
              </a:spcBef>
              <a:buFont typeface="Arial" pitchFamily="34" charset="0"/>
              <a:buNone/>
              <a:defRPr sz="1600"/>
            </a:lvl1pPr>
            <a:lvl2pPr marL="197607" lvl="1" indent="-195987" defTabSz="913526" fontAlgn="base">
              <a:spcBef>
                <a:spcPct val="0"/>
              </a:spcBef>
              <a:spcAft>
                <a:spcPct val="0"/>
              </a:spcAft>
              <a:buClr>
                <a:schemeClr val="tx2"/>
              </a:buClr>
              <a:buSzPct val="125000"/>
              <a:buFont typeface="Arial" charset="0"/>
              <a:buChar char="▪"/>
              <a:defRPr lang="pt-BR" sz="1600" baseline="0" dirty="0" smtClean="0"/>
            </a:lvl2pPr>
            <a:lvl3pPr marL="466481" lvl="2" indent="-267255" defTabSz="913526" fontAlgn="base">
              <a:spcBef>
                <a:spcPct val="0"/>
              </a:spcBef>
              <a:spcAft>
                <a:spcPct val="0"/>
              </a:spcAft>
              <a:buClr>
                <a:schemeClr val="tx2"/>
              </a:buClr>
              <a:buSzPct val="120000"/>
              <a:buFont typeface="Arial" charset="0"/>
              <a:buChar char="–"/>
              <a:defRPr lang="pt-BR" sz="1600" baseline="0" dirty="0" smtClean="0"/>
            </a:lvl3pPr>
            <a:lvl4pPr marL="626835" lvl="3" indent="-158733" defTabSz="913526" fontAlgn="base">
              <a:spcBef>
                <a:spcPct val="0"/>
              </a:spcBef>
              <a:spcAft>
                <a:spcPct val="0"/>
              </a:spcAft>
              <a:buClr>
                <a:schemeClr val="tx2"/>
              </a:buClr>
              <a:buSzPct val="120000"/>
              <a:buFont typeface="Arial" charset="0"/>
              <a:buChar char="▫"/>
              <a:defRPr lang="pt-BR" sz="1600" baseline="0" dirty="0" smtClean="0"/>
            </a:lvl4pPr>
            <a:lvl5pPr marL="765029" lvl="4" indent="-132818" defTabSz="913526" fontAlgn="base">
              <a:spcBef>
                <a:spcPct val="0"/>
              </a:spcBef>
              <a:spcAft>
                <a:spcPct val="0"/>
              </a:spcAft>
              <a:buClr>
                <a:schemeClr val="tx2"/>
              </a:buClr>
              <a:buSzPct val="89000"/>
              <a:buFont typeface="Arial" charset="0"/>
              <a:buChar char="-"/>
              <a:defRPr lang="pt-BR" sz="1600" baseline="0" dirty="0"/>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lvl="1">
              <a:spcBef>
                <a:spcPts val="0"/>
              </a:spcBef>
              <a:spcAft>
                <a:spcPts val="0"/>
              </a:spcAft>
              <a:buClrTx/>
              <a:defRPr/>
            </a:pPr>
            <a:r>
              <a:rPr kumimoji="0" lang="pt-BR" sz="1400" b="1" i="0" u="none" strike="noStrike" kern="1200" cap="none" spc="0" normalizeH="0" baseline="0" noProof="0" dirty="0">
                <a:ln>
                  <a:noFill/>
                </a:ln>
                <a:solidFill>
                  <a:srgbClr val="071C25"/>
                </a:solidFill>
                <a:effectLst/>
                <a:uLnTx/>
                <a:uFillTx/>
                <a:latin typeface="Arial"/>
                <a:ea typeface="+mn-ea"/>
                <a:cs typeface="Arial" panose="020B0604020202020204" pitchFamily="34" charset="0"/>
              </a:rPr>
              <a:t>Mercado de fertilizantes teve crescimento expressivo </a:t>
            </a:r>
            <a:r>
              <a:rPr kumimoji="0" lang="pt-BR" sz="1400" i="0" u="none" strike="noStrike" kern="1200" cap="none" spc="0" normalizeH="0" baseline="0" noProof="0" dirty="0">
                <a:ln>
                  <a:noFill/>
                </a:ln>
                <a:solidFill>
                  <a:srgbClr val="071C25"/>
                </a:solidFill>
                <a:effectLst/>
                <a:uLnTx/>
                <a:uFillTx/>
                <a:latin typeface="Arial"/>
                <a:ea typeface="+mn-ea"/>
                <a:cs typeface="Arial" panose="020B0604020202020204" pitchFamily="34" charset="0"/>
              </a:rPr>
              <a:t>nos últimos anos, porém importação de fertilizantes segue ganhando relevância no mix</a:t>
            </a:r>
          </a:p>
          <a:p>
            <a:pPr lvl="1">
              <a:spcBef>
                <a:spcPts val="0"/>
              </a:spcBef>
              <a:spcAft>
                <a:spcPts val="0"/>
              </a:spcAft>
              <a:buClrTx/>
              <a:defRPr/>
            </a:pPr>
            <a:r>
              <a:rPr lang="pt-BR" sz="1400" dirty="0">
                <a:solidFill>
                  <a:srgbClr val="071C25"/>
                </a:solidFill>
                <a:latin typeface="Arial"/>
                <a:cs typeface="Arial" panose="020B0604020202020204" pitchFamily="34" charset="0"/>
              </a:rPr>
              <a:t>Consumo de </a:t>
            </a:r>
            <a:r>
              <a:rPr lang="pt-BR" sz="1400" b="1" dirty="0">
                <a:solidFill>
                  <a:srgbClr val="071C25"/>
                </a:solidFill>
                <a:latin typeface="Arial"/>
                <a:cs typeface="Arial" panose="020B0604020202020204" pitchFamily="34" charset="0"/>
              </a:rPr>
              <a:t>fertilizantes fosfatados também cresce</a:t>
            </a:r>
            <a:r>
              <a:rPr lang="pt-BR" sz="1400" dirty="0">
                <a:solidFill>
                  <a:srgbClr val="071C25"/>
                </a:solidFill>
                <a:latin typeface="Arial"/>
                <a:cs typeface="Arial" panose="020B0604020202020204" pitchFamily="34" charset="0"/>
              </a:rPr>
              <a:t>, com produção nacional representando 45% das entregas – Mosaic, </a:t>
            </a:r>
            <a:r>
              <a:rPr lang="pt-BR" sz="1400" dirty="0" err="1">
                <a:solidFill>
                  <a:srgbClr val="071C25"/>
                </a:solidFill>
                <a:latin typeface="Arial"/>
                <a:cs typeface="Arial" panose="020B0604020202020204" pitchFamily="34" charset="0"/>
              </a:rPr>
              <a:t>Eurochem</a:t>
            </a:r>
            <a:r>
              <a:rPr lang="pt-BR" sz="1400" dirty="0">
                <a:solidFill>
                  <a:srgbClr val="071C25"/>
                </a:solidFill>
                <a:latin typeface="Arial"/>
                <a:cs typeface="Arial" panose="020B0604020202020204" pitchFamily="34" charset="0"/>
              </a:rPr>
              <a:t> e Yara, seguidos pela Morro Verde, são os maiores produtores locais</a:t>
            </a:r>
          </a:p>
          <a:p>
            <a:pPr marL="197607" marR="0" lvl="1" indent="-195987" algn="l" defTabSz="913526" rtl="0" eaLnBrk="1" fontAlgn="base" latinLnBrk="0" hangingPunct="1">
              <a:lnSpc>
                <a:spcPct val="100000"/>
              </a:lnSpc>
              <a:spcBef>
                <a:spcPts val="0"/>
              </a:spcBef>
              <a:spcAft>
                <a:spcPts val="0"/>
              </a:spcAft>
              <a:buClrTx/>
              <a:buSzPct val="125000"/>
              <a:buFont typeface="Arial" charset="0"/>
              <a:buChar char="▪"/>
              <a:tabLst/>
              <a:defRPr/>
            </a:pPr>
            <a:r>
              <a:rPr kumimoji="0" lang="pt-BR" sz="1400" b="1" i="0" u="none" strike="noStrike" kern="1200" cap="none" spc="0" normalizeH="0" baseline="0" noProof="0" dirty="0">
                <a:ln>
                  <a:noFill/>
                </a:ln>
                <a:solidFill>
                  <a:srgbClr val="071C25"/>
                </a:solidFill>
                <a:effectLst/>
                <a:uLnTx/>
                <a:uFillTx/>
                <a:latin typeface="Arial"/>
                <a:ea typeface="+mn-ea"/>
                <a:cs typeface="Arial" panose="020B0604020202020204" pitchFamily="34" charset="0"/>
              </a:rPr>
              <a:t>Morro Verde </a:t>
            </a:r>
            <a:r>
              <a:rPr kumimoji="0" lang="pt-BR" sz="1400" i="0" u="none" strike="noStrike" kern="1200" cap="none" spc="0" normalizeH="0" baseline="0" noProof="0" dirty="0">
                <a:ln>
                  <a:noFill/>
                </a:ln>
                <a:solidFill>
                  <a:srgbClr val="071C25"/>
                </a:solidFill>
                <a:effectLst/>
                <a:uLnTx/>
                <a:uFillTx/>
                <a:latin typeface="Arial"/>
                <a:ea typeface="+mn-ea"/>
                <a:cs typeface="Arial" panose="020B0604020202020204" pitchFamily="34" charset="0"/>
              </a:rPr>
              <a:t>é empresa brasileira com foco em </a:t>
            </a:r>
            <a:r>
              <a:rPr kumimoji="0" lang="pt-BR" sz="1400" b="1" i="0" u="none" strike="noStrike" kern="1200" cap="none" spc="0" normalizeH="0" baseline="0" noProof="0" dirty="0">
                <a:ln>
                  <a:noFill/>
                </a:ln>
                <a:solidFill>
                  <a:srgbClr val="071C25"/>
                </a:solidFill>
                <a:effectLst/>
                <a:uLnTx/>
                <a:uFillTx/>
                <a:latin typeface="Arial"/>
                <a:ea typeface="+mn-ea"/>
                <a:cs typeface="Arial" panose="020B0604020202020204" pitchFamily="34" charset="0"/>
              </a:rPr>
              <a:t>fertilizantes fosfatados, controlada pela Ore Investments </a:t>
            </a:r>
          </a:p>
          <a:p>
            <a:pPr marL="197607" marR="0" lvl="1" indent="-195987" algn="l" defTabSz="913526" rtl="0" eaLnBrk="1" fontAlgn="base" latinLnBrk="0" hangingPunct="1">
              <a:lnSpc>
                <a:spcPct val="100000"/>
              </a:lnSpc>
              <a:spcBef>
                <a:spcPts val="0"/>
              </a:spcBef>
              <a:spcAft>
                <a:spcPts val="0"/>
              </a:spcAft>
              <a:buClrTx/>
              <a:buSzPct val="125000"/>
              <a:buFont typeface="Arial" charset="0"/>
              <a:buChar char="▪"/>
              <a:tabLst/>
              <a:defRPr/>
            </a:pPr>
            <a:r>
              <a:rPr lang="pt-BR" sz="1400" dirty="0">
                <a:solidFill>
                  <a:srgbClr val="071C25"/>
                </a:solidFill>
                <a:latin typeface="Arial"/>
                <a:cs typeface="Arial" panose="020B0604020202020204" pitchFamily="34" charset="0"/>
              </a:rPr>
              <a:t>Seu </a:t>
            </a:r>
            <a:r>
              <a:rPr lang="pt-BR" sz="1400" b="1" dirty="0">
                <a:solidFill>
                  <a:srgbClr val="071C25"/>
                </a:solidFill>
                <a:latin typeface="Arial"/>
                <a:cs typeface="Arial" panose="020B0604020202020204" pitchFamily="34" charset="0"/>
              </a:rPr>
              <a:t>principal diferencial </a:t>
            </a:r>
            <a:r>
              <a:rPr lang="pt-BR" sz="1400" dirty="0">
                <a:solidFill>
                  <a:srgbClr val="071C25"/>
                </a:solidFill>
                <a:latin typeface="Arial"/>
                <a:cs typeface="Arial" panose="020B0604020202020204" pitchFamily="34" charset="0"/>
              </a:rPr>
              <a:t>de produto é o </a:t>
            </a:r>
            <a:r>
              <a:rPr lang="pt-BR" sz="1400" b="1" dirty="0">
                <a:solidFill>
                  <a:srgbClr val="071C25"/>
                </a:solidFill>
                <a:latin typeface="Arial"/>
                <a:cs typeface="Arial" panose="020B0604020202020204" pitchFamily="34" charset="0"/>
              </a:rPr>
              <a:t>fosfato natural reativo</a:t>
            </a:r>
            <a:r>
              <a:rPr lang="pt-BR" sz="1400" dirty="0">
                <a:solidFill>
                  <a:srgbClr val="071C25"/>
                </a:solidFill>
                <a:latin typeface="Arial"/>
                <a:cs typeface="Arial" panose="020B0604020202020204" pitchFamily="34" charset="0"/>
              </a:rPr>
              <a:t>, que possui diversas </a:t>
            </a:r>
            <a:r>
              <a:rPr lang="pt-BR" sz="1400" b="1" dirty="0">
                <a:solidFill>
                  <a:srgbClr val="071C25"/>
                </a:solidFill>
                <a:latin typeface="Arial"/>
                <a:cs typeface="Arial" panose="020B0604020202020204" pitchFamily="34" charset="0"/>
              </a:rPr>
              <a:t>vantagens técnicas </a:t>
            </a:r>
            <a:r>
              <a:rPr lang="pt-BR" sz="1400" i="1" dirty="0">
                <a:solidFill>
                  <a:srgbClr val="071C25"/>
                </a:solidFill>
                <a:latin typeface="Arial"/>
                <a:cs typeface="Arial" panose="020B0604020202020204" pitchFamily="34" charset="0"/>
              </a:rPr>
              <a:t>vs. </a:t>
            </a:r>
            <a:r>
              <a:rPr lang="pt-BR" sz="1400" dirty="0">
                <a:solidFill>
                  <a:srgbClr val="071C25"/>
                </a:solidFill>
                <a:latin typeface="Arial"/>
                <a:cs typeface="Arial" panose="020B0604020202020204" pitchFamily="34" charset="0"/>
              </a:rPr>
              <a:t>demais produtos fosfatados </a:t>
            </a:r>
            <a:r>
              <a:rPr lang="pt-BR" sz="1400" b="1" dirty="0">
                <a:solidFill>
                  <a:srgbClr val="071C25"/>
                </a:solidFill>
                <a:latin typeface="Arial"/>
                <a:cs typeface="Arial" panose="020B0604020202020204" pitchFamily="34" charset="0"/>
              </a:rPr>
              <a:t>em determinadas culturas</a:t>
            </a:r>
            <a:endParaRPr lang="pt-BR" sz="1400" dirty="0">
              <a:solidFill>
                <a:srgbClr val="071C25"/>
              </a:solidFill>
              <a:latin typeface="Arial"/>
              <a:cs typeface="Arial" panose="020B0604020202020204" pitchFamily="34" charset="0"/>
            </a:endParaRPr>
          </a:p>
        </p:txBody>
      </p:sp>
      <p:sp>
        <p:nvSpPr>
          <p:cNvPr id="10" name="Pentagon 53">
            <a:extLst>
              <a:ext uri="{FF2B5EF4-FFF2-40B4-BE49-F238E27FC236}">
                <a16:creationId xmlns:a16="http://schemas.microsoft.com/office/drawing/2014/main" id="{613B7144-2FA0-4622-B30E-05B61D319C34}"/>
              </a:ext>
            </a:extLst>
          </p:cNvPr>
          <p:cNvSpPr/>
          <p:nvPr/>
        </p:nvSpPr>
        <p:spPr>
          <a:xfrm>
            <a:off x="0" y="5458510"/>
            <a:ext cx="2919845" cy="752727"/>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lIns="144000" rIns="144000" anchor="ctr" anchorCtr="0"/>
          <a:lstStyle/>
          <a:p>
            <a:pPr marL="144000" marR="0" lvl="0" indent="0" algn="l" defTabSz="895350" rtl="0" eaLnBrk="1" fontAlgn="auto" latinLnBrk="0" hangingPunct="1">
              <a:lnSpc>
                <a:spcPct val="100000"/>
              </a:lnSpc>
              <a:spcBef>
                <a:spcPts val="0"/>
              </a:spcBef>
              <a:spcAft>
                <a:spcPts val="0"/>
              </a:spcAft>
              <a:buClr>
                <a:srgbClr val="020E66"/>
              </a:buClr>
              <a:buSzTx/>
              <a:buFontTx/>
              <a:buNone/>
              <a:tabLst/>
              <a:defRPr/>
            </a:pPr>
            <a:r>
              <a:rPr kumimoji="0" lang="pt-BR" sz="1400" b="1" i="0" u="none" strike="noStrike" kern="1200" cap="none" spc="0" normalizeH="0" baseline="0" noProof="0">
                <a:ln>
                  <a:noFill/>
                </a:ln>
                <a:solidFill>
                  <a:prstClr val="white"/>
                </a:solidFill>
                <a:effectLst/>
                <a:uLnTx/>
                <a:uFillTx/>
                <a:latin typeface="Arial"/>
                <a:ea typeface="ＭＳ Ｐゴシック" charset="0"/>
                <a:cs typeface="Arial" panose="020B0604020202020204" pitchFamily="34" charset="0"/>
              </a:rPr>
              <a:t>Para rever este modelo de acesso, a Morro Verde busca apoio externo</a:t>
            </a:r>
          </a:p>
        </p:txBody>
      </p:sp>
      <p:sp>
        <p:nvSpPr>
          <p:cNvPr id="11" name="Rectangle 3">
            <a:extLst>
              <a:ext uri="{FF2B5EF4-FFF2-40B4-BE49-F238E27FC236}">
                <a16:creationId xmlns:a16="http://schemas.microsoft.com/office/drawing/2014/main" id="{D76B44BD-EB79-4748-8254-29DC89234EA9}"/>
              </a:ext>
            </a:extLst>
          </p:cNvPr>
          <p:cNvSpPr txBox="1">
            <a:spLocks/>
          </p:cNvSpPr>
          <p:nvPr/>
        </p:nvSpPr>
        <p:spPr>
          <a:xfrm>
            <a:off x="3075710" y="5458510"/>
            <a:ext cx="8784000" cy="752727"/>
          </a:xfrm>
          <a:prstGeom prst="rect">
            <a:avLst/>
          </a:prstGeom>
        </p:spPr>
        <p:txBody>
          <a:bodyPr vert="horz" wrap="square" lIns="0" tIns="0" rIns="0" bIns="0" rtlCol="0" anchor="ctr">
            <a:noAutofit/>
          </a:bodyPr>
          <a:lstStyle>
            <a:defPPr>
              <a:defRPr lang="pt-BR"/>
            </a:defPPr>
            <a:lvl1pPr lvl="0" indent="0">
              <a:spcBef>
                <a:spcPct val="20000"/>
              </a:spcBef>
              <a:buFont typeface="Arial" pitchFamily="34" charset="0"/>
              <a:buNone/>
              <a:defRPr sz="1600"/>
            </a:lvl1pPr>
            <a:lvl2pPr marL="197607" lvl="1" indent="-195987" defTabSz="913526" fontAlgn="base">
              <a:spcBef>
                <a:spcPts val="0"/>
              </a:spcBef>
              <a:spcAft>
                <a:spcPts val="600"/>
              </a:spcAft>
              <a:buClr>
                <a:schemeClr val="tx2"/>
              </a:buClr>
              <a:buSzPct val="125000"/>
              <a:buFont typeface="Arial" charset="0"/>
              <a:buChar char="▪"/>
              <a:defRPr sz="1500" baseline="0">
                <a:cs typeface="Arial" panose="020B0604020202020204" pitchFamily="34" charset="0"/>
              </a:defRPr>
            </a:lvl2pPr>
            <a:lvl3pPr marL="466481" lvl="2" indent="-267255" defTabSz="913526" fontAlgn="base">
              <a:spcBef>
                <a:spcPct val="0"/>
              </a:spcBef>
              <a:spcAft>
                <a:spcPct val="0"/>
              </a:spcAft>
              <a:buClr>
                <a:schemeClr val="tx2"/>
              </a:buClr>
              <a:buSzPct val="120000"/>
              <a:buFont typeface="Arial" charset="0"/>
              <a:buChar char="–"/>
              <a:defRPr sz="1600" baseline="0"/>
            </a:lvl3pPr>
            <a:lvl4pPr marL="626835" lvl="3" indent="-158733" defTabSz="913526" fontAlgn="base">
              <a:spcBef>
                <a:spcPct val="0"/>
              </a:spcBef>
              <a:spcAft>
                <a:spcPct val="0"/>
              </a:spcAft>
              <a:buClr>
                <a:schemeClr val="tx2"/>
              </a:buClr>
              <a:buSzPct val="120000"/>
              <a:buFont typeface="Arial" charset="0"/>
              <a:buChar char="▫"/>
              <a:defRPr sz="1600" baseline="0"/>
            </a:lvl4pPr>
            <a:lvl5pPr marL="765029" lvl="4" indent="-132818" defTabSz="913526" fontAlgn="base">
              <a:spcBef>
                <a:spcPct val="0"/>
              </a:spcBef>
              <a:spcAft>
                <a:spcPct val="0"/>
              </a:spcAft>
              <a:buClr>
                <a:schemeClr val="tx2"/>
              </a:buClr>
              <a:buSzPct val="89000"/>
              <a:buFont typeface="Arial" charset="0"/>
              <a:buChar char="-"/>
              <a:defRPr sz="1600" baseline="0"/>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marL="198000" marR="0" lvl="1" indent="-198000" algn="l" defTabSz="913526" rtl="0" eaLnBrk="1" fontAlgn="base" latinLnBrk="0" hangingPunct="1">
              <a:lnSpc>
                <a:spcPct val="100000"/>
              </a:lnSpc>
              <a:spcBef>
                <a:spcPts val="0"/>
              </a:spcBef>
              <a:spcAft>
                <a:spcPts val="0"/>
              </a:spcAft>
              <a:buClr>
                <a:srgbClr val="071C25"/>
              </a:buClr>
              <a:buSzPct val="100000"/>
              <a:buFont typeface="Wingdings" panose="05000000000000000000" pitchFamily="2" charset="2"/>
              <a:buChar char="§"/>
              <a:tabLst/>
              <a:defRPr/>
            </a:pPr>
            <a:r>
              <a:rPr kumimoji="0" lang="pt-BR" sz="1400" b="0" i="0" u="none" strike="noStrike" kern="1200" cap="none" spc="0" normalizeH="0" baseline="0" noProof="0">
                <a:ln>
                  <a:noFill/>
                </a:ln>
                <a:solidFill>
                  <a:srgbClr val="071C25"/>
                </a:solidFill>
                <a:effectLst/>
                <a:uLnTx/>
                <a:uFillTx/>
                <a:latin typeface="Arial"/>
                <a:ea typeface="+mn-ea"/>
                <a:cs typeface="Arial" panose="020B0604020202020204" pitchFamily="34" charset="0"/>
              </a:rPr>
              <a:t>A Mirow &amp; Co. oferece uma </a:t>
            </a:r>
            <a:r>
              <a:rPr kumimoji="0" lang="pt-BR" sz="1400" b="1" i="0" u="none" strike="noStrike" kern="1200" cap="none" spc="0" normalizeH="0" baseline="0" noProof="0">
                <a:ln>
                  <a:noFill/>
                </a:ln>
                <a:solidFill>
                  <a:srgbClr val="071C25"/>
                </a:solidFill>
                <a:effectLst/>
                <a:uLnTx/>
                <a:uFillTx/>
                <a:latin typeface="Arial"/>
                <a:ea typeface="+mn-ea"/>
                <a:cs typeface="Arial" panose="020B0604020202020204" pitchFamily="34" charset="0"/>
              </a:rPr>
              <a:t>proposta de valor única </a:t>
            </a:r>
            <a:r>
              <a:rPr kumimoji="0" lang="pt-BR" sz="1400" b="0" i="0" u="none" strike="noStrike" kern="1200" cap="none" spc="0" normalizeH="0" baseline="0" noProof="0">
                <a:ln>
                  <a:noFill/>
                </a:ln>
                <a:solidFill>
                  <a:srgbClr val="071C25"/>
                </a:solidFill>
                <a:effectLst/>
                <a:uLnTx/>
                <a:uFillTx/>
                <a:latin typeface="Arial"/>
                <a:ea typeface="+mn-ea"/>
                <a:cs typeface="Arial" panose="020B0604020202020204" pitchFamily="34" charset="0"/>
              </a:rPr>
              <a:t>para apoiar a Morro Verde, incluindo extensa experiência em projetos de </a:t>
            </a:r>
            <a:r>
              <a:rPr kumimoji="0" lang="pt-BR" sz="1400" b="1" i="0" u="none" strike="noStrike" kern="1200" cap="none" spc="0" normalizeH="0" baseline="0" noProof="0">
                <a:ln>
                  <a:noFill/>
                </a:ln>
                <a:solidFill>
                  <a:srgbClr val="071C25"/>
                </a:solidFill>
                <a:effectLst/>
                <a:uLnTx/>
                <a:uFillTx/>
                <a:latin typeface="Arial"/>
                <a:ea typeface="+mn-ea"/>
                <a:cs typeface="Arial" panose="020B0604020202020204" pitchFamily="34" charset="0"/>
              </a:rPr>
              <a:t>acesso à mercado e precificação em agronegócio</a:t>
            </a:r>
          </a:p>
          <a:p>
            <a:pPr marL="198000" marR="0" lvl="1" indent="-198000" algn="l" defTabSz="913526" rtl="0" eaLnBrk="1" fontAlgn="base" latinLnBrk="0" hangingPunct="1">
              <a:lnSpc>
                <a:spcPct val="100000"/>
              </a:lnSpc>
              <a:spcBef>
                <a:spcPts val="0"/>
              </a:spcBef>
              <a:spcAft>
                <a:spcPts val="0"/>
              </a:spcAft>
              <a:buClr>
                <a:srgbClr val="071C25"/>
              </a:buClr>
              <a:buSzPct val="100000"/>
              <a:buFont typeface="Wingdings" panose="05000000000000000000" pitchFamily="2" charset="2"/>
              <a:buChar char="§"/>
              <a:tabLst/>
              <a:defRPr/>
            </a:pPr>
            <a:r>
              <a:rPr kumimoji="0" lang="pt-BR" sz="1400" b="0" i="0" u="none" strike="noStrike" kern="1200" cap="none" spc="0" normalizeH="0" baseline="0" noProof="0">
                <a:ln>
                  <a:noFill/>
                </a:ln>
                <a:solidFill>
                  <a:srgbClr val="071C25"/>
                </a:solidFill>
                <a:effectLst/>
                <a:uLnTx/>
                <a:uFillTx/>
                <a:latin typeface="Arial"/>
                <a:ea typeface="+mn-ea"/>
                <a:cs typeface="Arial" panose="020B0604020202020204" pitchFamily="34" charset="0"/>
              </a:rPr>
              <a:t>Para esse desafio, a Morro Verde está considerando o </a:t>
            </a:r>
            <a:r>
              <a:rPr kumimoji="0" lang="pt-BR" sz="1400" b="1" i="0" u="none" strike="noStrike" kern="1200" cap="none" spc="0" normalizeH="0" baseline="0" noProof="0">
                <a:ln>
                  <a:noFill/>
                </a:ln>
                <a:solidFill>
                  <a:srgbClr val="071C25"/>
                </a:solidFill>
                <a:effectLst/>
                <a:uLnTx/>
                <a:uFillTx/>
                <a:latin typeface="Arial"/>
                <a:ea typeface="+mn-ea"/>
                <a:cs typeface="Arial" panose="020B0604020202020204" pitchFamily="34" charset="0"/>
              </a:rPr>
              <a:t>apoio da Mirow &amp; Co.</a:t>
            </a:r>
          </a:p>
        </p:txBody>
      </p:sp>
      <p:sp>
        <p:nvSpPr>
          <p:cNvPr id="13" name="Pentagon 3">
            <a:extLst>
              <a:ext uri="{FF2B5EF4-FFF2-40B4-BE49-F238E27FC236}">
                <a16:creationId xmlns:a16="http://schemas.microsoft.com/office/drawing/2014/main" id="{08E04F18-5A32-4209-AC1E-2EE9190E60F7}"/>
              </a:ext>
            </a:extLst>
          </p:cNvPr>
          <p:cNvSpPr/>
          <p:nvPr/>
        </p:nvSpPr>
        <p:spPr>
          <a:xfrm>
            <a:off x="0" y="2595261"/>
            <a:ext cx="2919845" cy="261720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lIns="144000" rIns="144000" anchor="ctr" anchorCtr="0"/>
          <a:lstStyle/>
          <a:p>
            <a:pPr marL="144000" marR="0" lvl="0" indent="0" algn="l" defTabSz="895350" rtl="0" eaLnBrk="1" fontAlgn="auto" latinLnBrk="0" hangingPunct="1">
              <a:lnSpc>
                <a:spcPct val="100000"/>
              </a:lnSpc>
              <a:spcBef>
                <a:spcPts val="0"/>
              </a:spcBef>
              <a:spcAft>
                <a:spcPts val="0"/>
              </a:spcAft>
              <a:buClr>
                <a:srgbClr val="020E66"/>
              </a:buClr>
              <a:buSzTx/>
              <a:buFontTx/>
              <a:buNone/>
              <a:tabLst/>
              <a:defRPr/>
            </a:pPr>
            <a:r>
              <a:rPr kumimoji="0" lang="pt-BR" sz="1400" b="1" i="0" u="none" strike="noStrike" kern="1200" cap="none" spc="0" normalizeH="0" baseline="0" noProof="0">
                <a:ln>
                  <a:noFill/>
                </a:ln>
                <a:solidFill>
                  <a:prstClr val="white"/>
                </a:solidFill>
                <a:effectLst/>
                <a:uLnTx/>
                <a:uFillTx/>
                <a:latin typeface="Arial"/>
                <a:ea typeface="ＭＳ Ｐゴシック" charset="0"/>
                <a:cs typeface="Arial" panose="020B0604020202020204" pitchFamily="34" charset="0"/>
              </a:rPr>
              <a:t>Mercado de fertilizantes enfrenta desafios, com elevados estoques trazendo necessidade de reavaliar modelo de acesso à mercado, e potencialmente, preços</a:t>
            </a:r>
          </a:p>
        </p:txBody>
      </p:sp>
      <p:sp>
        <p:nvSpPr>
          <p:cNvPr id="14" name="Rectangle 3">
            <a:extLst>
              <a:ext uri="{FF2B5EF4-FFF2-40B4-BE49-F238E27FC236}">
                <a16:creationId xmlns:a16="http://schemas.microsoft.com/office/drawing/2014/main" id="{1AC22FD6-D1DB-4967-B0D6-70A0F33A0258}"/>
              </a:ext>
            </a:extLst>
          </p:cNvPr>
          <p:cNvSpPr txBox="1">
            <a:spLocks/>
          </p:cNvSpPr>
          <p:nvPr/>
        </p:nvSpPr>
        <p:spPr>
          <a:xfrm>
            <a:off x="3075710" y="2595261"/>
            <a:ext cx="8784000" cy="2617200"/>
          </a:xfrm>
          <a:prstGeom prst="rect">
            <a:avLst/>
          </a:prstGeom>
        </p:spPr>
        <p:txBody>
          <a:bodyPr vert="horz" wrap="square" lIns="0" tIns="0" rIns="0" bIns="0" rtlCol="0" anchor="ctr">
            <a:noAutofit/>
          </a:bodyPr>
          <a:lstStyle>
            <a:lvl1pPr lvl="0" indent="0">
              <a:spcBef>
                <a:spcPct val="20000"/>
              </a:spcBef>
              <a:buFont typeface="Arial" pitchFamily="34" charset="0"/>
              <a:buNone/>
              <a:defRPr sz="1600"/>
            </a:lvl1pPr>
            <a:lvl2pPr marL="197607" lvl="1" indent="-195987" defTabSz="913526" fontAlgn="base">
              <a:spcBef>
                <a:spcPct val="0"/>
              </a:spcBef>
              <a:spcAft>
                <a:spcPct val="0"/>
              </a:spcAft>
              <a:buClr>
                <a:schemeClr val="tx2"/>
              </a:buClr>
              <a:buSzPct val="125000"/>
              <a:buFont typeface="Arial" charset="0"/>
              <a:buChar char="▪"/>
              <a:defRPr lang="pt-BR" sz="1600" baseline="0" dirty="0" smtClean="0"/>
            </a:lvl2pPr>
            <a:lvl3pPr marL="466481" lvl="2" indent="-267255" defTabSz="913526" fontAlgn="base">
              <a:spcBef>
                <a:spcPct val="0"/>
              </a:spcBef>
              <a:spcAft>
                <a:spcPct val="0"/>
              </a:spcAft>
              <a:buClr>
                <a:schemeClr val="tx2"/>
              </a:buClr>
              <a:buSzPct val="120000"/>
              <a:buFont typeface="Arial" charset="0"/>
              <a:buChar char="–"/>
              <a:defRPr lang="pt-BR" sz="1600" baseline="0" dirty="0" smtClean="0"/>
            </a:lvl3pPr>
            <a:lvl4pPr marL="626835" lvl="3" indent="-158733" defTabSz="913526" fontAlgn="base">
              <a:spcBef>
                <a:spcPct val="0"/>
              </a:spcBef>
              <a:spcAft>
                <a:spcPct val="0"/>
              </a:spcAft>
              <a:buClr>
                <a:schemeClr val="tx2"/>
              </a:buClr>
              <a:buSzPct val="120000"/>
              <a:buFont typeface="Arial" charset="0"/>
              <a:buChar char="▫"/>
              <a:defRPr lang="pt-BR" sz="1600" baseline="0" dirty="0" smtClean="0"/>
            </a:lvl4pPr>
            <a:lvl5pPr marL="765029" lvl="4" indent="-132818" defTabSz="913526" fontAlgn="base">
              <a:spcBef>
                <a:spcPct val="0"/>
              </a:spcBef>
              <a:spcAft>
                <a:spcPct val="0"/>
              </a:spcAft>
              <a:buClr>
                <a:schemeClr val="tx2"/>
              </a:buClr>
              <a:buSzPct val="89000"/>
              <a:buFont typeface="Arial" charset="0"/>
              <a:buChar char="-"/>
              <a:defRPr lang="pt-BR" sz="1600" baseline="0" dirty="0"/>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marL="197607" marR="0" lvl="1" indent="-195987" algn="l" defTabSz="913526" rtl="0" eaLnBrk="1" fontAlgn="base" latinLnBrk="0" hangingPunct="1">
              <a:lnSpc>
                <a:spcPct val="100000"/>
              </a:lnSpc>
              <a:spcBef>
                <a:spcPts val="0"/>
              </a:spcBef>
              <a:spcAft>
                <a:spcPts val="0"/>
              </a:spcAft>
              <a:buClrTx/>
              <a:buSzPct val="125000"/>
              <a:buFont typeface="Arial" charset="0"/>
              <a:buChar char="▪"/>
              <a:tabLst/>
              <a:defRPr/>
            </a:pPr>
            <a:r>
              <a:rPr lang="pt-BR" sz="1400" b="1" dirty="0">
                <a:solidFill>
                  <a:srgbClr val="071C25"/>
                </a:solidFill>
                <a:latin typeface="Arial"/>
                <a:cs typeface="Arial" panose="020B0604020202020204" pitchFamily="34" charset="0"/>
              </a:rPr>
              <a:t>Situação de mercado é desafiadora</a:t>
            </a:r>
          </a:p>
          <a:p>
            <a:pPr marL="446088" marR="0" lvl="1" indent="-176213" algn="l" defTabSz="913526" rtl="0" eaLnBrk="1" fontAlgn="base" latinLnBrk="0" hangingPunct="1">
              <a:lnSpc>
                <a:spcPct val="100000"/>
              </a:lnSpc>
              <a:spcBef>
                <a:spcPts val="0"/>
              </a:spcBef>
              <a:spcAft>
                <a:spcPts val="0"/>
              </a:spcAft>
              <a:buClrTx/>
              <a:buSzPct val="125000"/>
              <a:buFont typeface="Arial" panose="020B0604020202020204" pitchFamily="34" charset="0"/>
              <a:buChar char="−"/>
              <a:tabLst/>
              <a:defRPr/>
            </a:pPr>
            <a:r>
              <a:rPr lang="pt-BR" sz="1400" b="1" dirty="0">
                <a:solidFill>
                  <a:srgbClr val="071C25"/>
                </a:solidFill>
                <a:latin typeface="Arial"/>
                <a:cs typeface="Arial" panose="020B0604020202020204" pitchFamily="34" charset="0"/>
              </a:rPr>
              <a:t>Importação de fertilizantes </a:t>
            </a:r>
            <a:r>
              <a:rPr lang="pt-BR" sz="1400" dirty="0">
                <a:solidFill>
                  <a:srgbClr val="071C25"/>
                </a:solidFill>
                <a:latin typeface="Arial"/>
                <a:cs typeface="Arial" panose="020B0604020202020204" pitchFamily="34" charset="0"/>
              </a:rPr>
              <a:t>teve </a:t>
            </a:r>
            <a:r>
              <a:rPr lang="pt-BR" sz="1400" b="1" dirty="0">
                <a:solidFill>
                  <a:srgbClr val="071C25"/>
                </a:solidFill>
                <a:latin typeface="Arial"/>
                <a:cs typeface="Arial" panose="020B0604020202020204" pitchFamily="34" charset="0"/>
              </a:rPr>
              <a:t>aumento </a:t>
            </a:r>
            <a:r>
              <a:rPr lang="pt-BR" sz="1400" dirty="0">
                <a:solidFill>
                  <a:srgbClr val="071C25"/>
                </a:solidFill>
                <a:latin typeface="Arial"/>
                <a:cs typeface="Arial" panose="020B0604020202020204" pitchFamily="34" charset="0"/>
              </a:rPr>
              <a:t>expressivo desde 2017, e hoje representa mais de </a:t>
            </a:r>
            <a:r>
              <a:rPr lang="pt-BR" sz="1400" b="1" dirty="0">
                <a:solidFill>
                  <a:srgbClr val="071C25"/>
                </a:solidFill>
                <a:latin typeface="Arial"/>
                <a:cs typeface="Arial" panose="020B0604020202020204" pitchFamily="34" charset="0"/>
              </a:rPr>
              <a:t>85% no mix entregue </a:t>
            </a:r>
            <a:r>
              <a:rPr lang="pt-BR" sz="1400" dirty="0">
                <a:solidFill>
                  <a:srgbClr val="071C25"/>
                </a:solidFill>
                <a:latin typeface="Arial"/>
                <a:cs typeface="Arial" panose="020B0604020202020204" pitchFamily="34" charset="0"/>
              </a:rPr>
              <a:t>no mercado brasileiro</a:t>
            </a:r>
          </a:p>
          <a:p>
            <a:pPr marL="446088" marR="0" lvl="1" indent="-176213" algn="l" defTabSz="913526" rtl="0" eaLnBrk="1" fontAlgn="base" latinLnBrk="0" hangingPunct="1">
              <a:lnSpc>
                <a:spcPct val="100000"/>
              </a:lnSpc>
              <a:spcBef>
                <a:spcPts val="0"/>
              </a:spcBef>
              <a:spcAft>
                <a:spcPts val="0"/>
              </a:spcAft>
              <a:buClrTx/>
              <a:buSzPct val="125000"/>
              <a:buFont typeface="Arial" panose="020B0604020202020204" pitchFamily="34" charset="0"/>
              <a:buChar char="−"/>
              <a:tabLst/>
              <a:defRPr/>
            </a:pPr>
            <a:r>
              <a:rPr lang="pt-BR" sz="1400" dirty="0">
                <a:solidFill>
                  <a:srgbClr val="071C25"/>
                </a:solidFill>
                <a:latin typeface="Arial"/>
                <a:cs typeface="Arial" panose="020B0604020202020204" pitchFamily="34" charset="0"/>
              </a:rPr>
              <a:t>Mercado opera com </a:t>
            </a:r>
            <a:r>
              <a:rPr lang="pt-BR" sz="1400" b="1" dirty="0">
                <a:solidFill>
                  <a:srgbClr val="071C25"/>
                </a:solidFill>
                <a:latin typeface="Arial"/>
                <a:cs typeface="Arial" panose="020B0604020202020204" pitchFamily="34" charset="0"/>
              </a:rPr>
              <a:t>estoques elevados </a:t>
            </a:r>
            <a:r>
              <a:rPr lang="pt-BR" sz="1400" dirty="0">
                <a:solidFill>
                  <a:srgbClr val="071C25"/>
                </a:solidFill>
                <a:latin typeface="Arial"/>
                <a:cs typeface="Arial" panose="020B0604020202020204" pitchFamily="34" charset="0"/>
              </a:rPr>
              <a:t>de fertilizantes</a:t>
            </a:r>
          </a:p>
          <a:p>
            <a:pPr marL="446088" marR="0" lvl="1" indent="-176213" algn="l" defTabSz="913526" rtl="0" eaLnBrk="1" fontAlgn="base" latinLnBrk="0" hangingPunct="1">
              <a:lnSpc>
                <a:spcPct val="100000"/>
              </a:lnSpc>
              <a:spcBef>
                <a:spcPts val="0"/>
              </a:spcBef>
              <a:spcAft>
                <a:spcPts val="0"/>
              </a:spcAft>
              <a:buClrTx/>
              <a:buSzPct val="125000"/>
              <a:buFont typeface="Arial" panose="020B0604020202020204" pitchFamily="34" charset="0"/>
              <a:buChar char="−"/>
              <a:tabLst/>
              <a:defRPr/>
            </a:pPr>
            <a:r>
              <a:rPr kumimoji="0" lang="pt-BR" sz="1400" i="0" u="none" strike="noStrike" kern="1200" cap="none" spc="0" normalizeH="0" baseline="0" noProof="0" dirty="0">
                <a:ln>
                  <a:noFill/>
                </a:ln>
                <a:solidFill>
                  <a:srgbClr val="071C25"/>
                </a:solidFill>
                <a:effectLst/>
                <a:uLnTx/>
                <a:uFillTx/>
                <a:latin typeface="Arial"/>
                <a:ea typeface="+mn-ea"/>
                <a:cs typeface="Arial" panose="020B0604020202020204" pitchFamily="34" charset="0"/>
              </a:rPr>
              <a:t>Por fim, </a:t>
            </a:r>
            <a:r>
              <a:rPr kumimoji="0" lang="pt-BR" sz="1400" b="1" i="0" u="none" strike="noStrike" kern="1200" cap="none" spc="0" normalizeH="0" baseline="0" noProof="0" dirty="0">
                <a:ln>
                  <a:noFill/>
                </a:ln>
                <a:solidFill>
                  <a:srgbClr val="071C25"/>
                </a:solidFill>
                <a:effectLst/>
                <a:uLnTx/>
                <a:uFillTx/>
                <a:latin typeface="Arial"/>
                <a:ea typeface="+mn-ea"/>
                <a:cs typeface="Arial" panose="020B0604020202020204" pitchFamily="34" charset="0"/>
              </a:rPr>
              <a:t>diferença cambial </a:t>
            </a:r>
            <a:r>
              <a:rPr kumimoji="0" lang="pt-BR" sz="1400" i="0" u="none" strike="noStrike" kern="1200" cap="none" spc="0" normalizeH="0" baseline="0" noProof="0" dirty="0">
                <a:ln>
                  <a:noFill/>
                </a:ln>
                <a:solidFill>
                  <a:srgbClr val="071C25"/>
                </a:solidFill>
                <a:effectLst/>
                <a:uLnTx/>
                <a:uFillTx/>
                <a:latin typeface="Arial"/>
                <a:ea typeface="+mn-ea"/>
                <a:cs typeface="Arial" panose="020B0604020202020204" pitchFamily="34" charset="0"/>
              </a:rPr>
              <a:t>na compra dos fertilizantes </a:t>
            </a:r>
            <a:r>
              <a:rPr kumimoji="0" lang="pt-BR" sz="1400" i="1" u="none" strike="noStrike" kern="1200" cap="none" spc="0" normalizeH="0" baseline="0" noProof="0" dirty="0">
                <a:ln>
                  <a:noFill/>
                </a:ln>
                <a:solidFill>
                  <a:srgbClr val="071C25"/>
                </a:solidFill>
                <a:effectLst/>
                <a:uLnTx/>
                <a:uFillTx/>
                <a:latin typeface="Arial"/>
                <a:ea typeface="+mn-ea"/>
                <a:cs typeface="Arial" panose="020B0604020202020204" pitchFamily="34" charset="0"/>
              </a:rPr>
              <a:t>vs. </a:t>
            </a:r>
            <a:r>
              <a:rPr kumimoji="0" lang="pt-BR" sz="1400" i="0" u="none" strike="noStrike" kern="1200" cap="none" spc="0" normalizeH="0" baseline="0" noProof="0" dirty="0">
                <a:ln>
                  <a:noFill/>
                </a:ln>
                <a:solidFill>
                  <a:srgbClr val="071C25"/>
                </a:solidFill>
                <a:effectLst/>
                <a:uLnTx/>
                <a:uFillTx/>
                <a:latin typeface="Arial"/>
                <a:ea typeface="+mn-ea"/>
                <a:cs typeface="Arial" panose="020B0604020202020204" pitchFamily="34" charset="0"/>
              </a:rPr>
              <a:t>venda reduz rentabilidade das empresas do setor </a:t>
            </a:r>
          </a:p>
          <a:p>
            <a:pPr lvl="1">
              <a:spcBef>
                <a:spcPts val="0"/>
              </a:spcBef>
              <a:spcAft>
                <a:spcPts val="0"/>
              </a:spcAft>
              <a:buClrTx/>
              <a:defRPr/>
            </a:pPr>
            <a:r>
              <a:rPr lang="pt-BR" sz="1400" dirty="0">
                <a:solidFill>
                  <a:srgbClr val="071C25"/>
                </a:solidFill>
                <a:latin typeface="Arial"/>
                <a:cs typeface="Arial" panose="020B0604020202020204" pitchFamily="34" charset="0"/>
              </a:rPr>
              <a:t>Morro Verde vê espaço, neste mercado, de reavaliar seu </a:t>
            </a:r>
            <a:r>
              <a:rPr lang="pt-BR" sz="1400" b="1" dirty="0">
                <a:solidFill>
                  <a:srgbClr val="071C25"/>
                </a:solidFill>
                <a:latin typeface="Arial"/>
                <a:cs typeface="Arial" panose="020B0604020202020204" pitchFamily="34" charset="0"/>
              </a:rPr>
              <a:t>modelo de acesso </a:t>
            </a:r>
            <a:r>
              <a:rPr lang="pt-BR" sz="1400" dirty="0">
                <a:solidFill>
                  <a:srgbClr val="071C25"/>
                </a:solidFill>
                <a:latin typeface="Arial"/>
                <a:cs typeface="Arial" panose="020B0604020202020204" pitchFamily="34" charset="0"/>
              </a:rPr>
              <a:t>em função da </a:t>
            </a:r>
            <a:r>
              <a:rPr lang="pt-BR" sz="1400" b="1" dirty="0">
                <a:solidFill>
                  <a:srgbClr val="071C25"/>
                </a:solidFill>
                <a:latin typeface="Arial"/>
                <a:cs typeface="Arial" panose="020B0604020202020204" pitchFamily="34" charset="0"/>
              </a:rPr>
              <a:t>nova perspectiva no mercado de fertilizantes fosfatados</a:t>
            </a:r>
            <a:r>
              <a:rPr lang="pt-BR" sz="1400" dirty="0">
                <a:solidFill>
                  <a:srgbClr val="071C25"/>
                </a:solidFill>
                <a:latin typeface="Arial"/>
                <a:cs typeface="Arial" panose="020B0604020202020204" pitchFamily="34" charset="0"/>
              </a:rPr>
              <a:t>, bem como identificar oportunidades </a:t>
            </a:r>
            <a:r>
              <a:rPr lang="pt-BR" sz="1400" i="1" dirty="0" err="1">
                <a:solidFill>
                  <a:srgbClr val="071C25"/>
                </a:solidFill>
                <a:latin typeface="Arial"/>
                <a:cs typeface="Arial" panose="020B0604020202020204" pitchFamily="34" charset="0"/>
              </a:rPr>
              <a:t>quick</a:t>
            </a:r>
            <a:r>
              <a:rPr lang="pt-BR" sz="1400" i="1" dirty="0">
                <a:solidFill>
                  <a:srgbClr val="071C25"/>
                </a:solidFill>
                <a:latin typeface="Arial"/>
                <a:cs typeface="Arial" panose="020B0604020202020204" pitchFamily="34" charset="0"/>
              </a:rPr>
              <a:t> </a:t>
            </a:r>
            <a:r>
              <a:rPr lang="pt-BR" sz="1400" i="1" dirty="0" err="1">
                <a:solidFill>
                  <a:srgbClr val="071C25"/>
                </a:solidFill>
                <a:latin typeface="Arial"/>
                <a:cs typeface="Arial" panose="020B0604020202020204" pitchFamily="34" charset="0"/>
              </a:rPr>
              <a:t>wins</a:t>
            </a:r>
            <a:r>
              <a:rPr lang="pt-BR" sz="1400" i="1" dirty="0">
                <a:solidFill>
                  <a:srgbClr val="071C25"/>
                </a:solidFill>
                <a:latin typeface="Arial"/>
                <a:cs typeface="Arial" panose="020B0604020202020204" pitchFamily="34" charset="0"/>
              </a:rPr>
              <a:t> </a:t>
            </a:r>
            <a:r>
              <a:rPr lang="pt-BR" sz="1400" dirty="0">
                <a:solidFill>
                  <a:srgbClr val="071C25"/>
                </a:solidFill>
                <a:latin typeface="Arial"/>
                <a:cs typeface="Arial" panose="020B0604020202020204" pitchFamily="34" charset="0"/>
              </a:rPr>
              <a:t>em precificação</a:t>
            </a:r>
          </a:p>
          <a:p>
            <a:pPr lvl="1">
              <a:spcBef>
                <a:spcPts val="0"/>
              </a:spcBef>
              <a:spcAft>
                <a:spcPts val="0"/>
              </a:spcAft>
              <a:buClrTx/>
              <a:defRPr/>
            </a:pPr>
            <a:r>
              <a:rPr kumimoji="0" lang="pt-BR" sz="1400" i="0" u="none" strike="noStrike" kern="1200" cap="none" spc="0" normalizeH="0" baseline="0" noProof="0" dirty="0">
                <a:ln>
                  <a:noFill/>
                </a:ln>
                <a:solidFill>
                  <a:srgbClr val="071C25"/>
                </a:solidFill>
                <a:effectLst/>
                <a:uLnTx/>
                <a:uFillTx/>
                <a:latin typeface="Arial"/>
                <a:ea typeface="+mn-ea"/>
                <a:cs typeface="Arial" panose="020B0604020202020204" pitchFamily="34" charset="0"/>
              </a:rPr>
              <a:t>Em especial, empresa busca </a:t>
            </a:r>
            <a:r>
              <a:rPr kumimoji="0" lang="pt-BR" sz="1400" b="1" i="0" u="none" strike="noStrike" kern="1200" cap="none" spc="0" normalizeH="0" baseline="0" noProof="0" dirty="0">
                <a:ln>
                  <a:noFill/>
                </a:ln>
                <a:solidFill>
                  <a:srgbClr val="071C25"/>
                </a:solidFill>
                <a:effectLst/>
                <a:uLnTx/>
                <a:uFillTx/>
                <a:latin typeface="Arial"/>
                <a:ea typeface="+mn-ea"/>
                <a:cs typeface="Arial" panose="020B0604020202020204" pitchFamily="34" charset="0"/>
              </a:rPr>
              <a:t>foco em clientes e culturas dentro da zona de influência da mina de Pratápolis</a:t>
            </a:r>
            <a:r>
              <a:rPr kumimoji="0" lang="pt-BR" sz="1400" i="0" u="none" strike="noStrike" kern="1200" cap="none" spc="0" normalizeH="0" baseline="0" noProof="0" dirty="0">
                <a:ln>
                  <a:noFill/>
                </a:ln>
                <a:solidFill>
                  <a:srgbClr val="071C25"/>
                </a:solidFill>
                <a:effectLst/>
                <a:uLnTx/>
                <a:uFillTx/>
                <a:latin typeface="Arial"/>
                <a:ea typeface="+mn-ea"/>
                <a:cs typeface="Arial" panose="020B0604020202020204" pitchFamily="34" charset="0"/>
              </a:rPr>
              <a:t> –</a:t>
            </a:r>
            <a:r>
              <a:rPr lang="pt-BR" sz="1400" dirty="0">
                <a:solidFill>
                  <a:srgbClr val="071C25"/>
                </a:solidFill>
                <a:latin typeface="Arial"/>
                <a:cs typeface="Arial" panose="020B0604020202020204" pitchFamily="34" charset="0"/>
              </a:rPr>
              <a:t> para tanto </a:t>
            </a:r>
            <a:r>
              <a:rPr lang="pt-BR" sz="1400" b="1" dirty="0">
                <a:solidFill>
                  <a:srgbClr val="071C25"/>
                </a:solidFill>
                <a:latin typeface="Arial"/>
                <a:cs typeface="Arial" panose="020B0604020202020204" pitchFamily="34" charset="0"/>
              </a:rPr>
              <a:t>definição clara de canais por segmento de agricultor e cultura </a:t>
            </a:r>
            <a:r>
              <a:rPr lang="pt-BR" sz="1400" dirty="0">
                <a:solidFill>
                  <a:srgbClr val="071C25"/>
                </a:solidFill>
                <a:latin typeface="Arial"/>
                <a:cs typeface="Arial" panose="020B0604020202020204" pitchFamily="34" charset="0"/>
              </a:rPr>
              <a:t>será chave na </a:t>
            </a:r>
            <a:r>
              <a:rPr lang="pt-BR" sz="1400" b="1" dirty="0">
                <a:solidFill>
                  <a:srgbClr val="071C25"/>
                </a:solidFill>
                <a:latin typeface="Arial"/>
                <a:cs typeface="Arial" panose="020B0604020202020204" pitchFamily="34" charset="0"/>
              </a:rPr>
              <a:t>estratégia de crescimento e rentabilização </a:t>
            </a:r>
            <a:r>
              <a:rPr lang="pt-BR" sz="1400" dirty="0">
                <a:solidFill>
                  <a:srgbClr val="071C25"/>
                </a:solidFill>
                <a:latin typeface="Arial"/>
                <a:cs typeface="Arial" panose="020B0604020202020204" pitchFamily="34" charset="0"/>
              </a:rPr>
              <a:t>da Morro Verde</a:t>
            </a:r>
            <a:endParaRPr kumimoji="0" lang="pt-BR" sz="1400" i="0" u="none" strike="noStrike" kern="1200" cap="none" spc="0" normalizeH="0" baseline="0" noProof="0" dirty="0">
              <a:ln>
                <a:noFill/>
              </a:ln>
              <a:solidFill>
                <a:srgbClr val="071C25"/>
              </a:solidFill>
              <a:effectLst/>
              <a:uLnTx/>
              <a:uFillTx/>
              <a:latin typeface="Arial"/>
              <a:ea typeface="+mn-ea"/>
              <a:cs typeface="Arial" panose="020B0604020202020204" pitchFamily="34" charset="0"/>
            </a:endParaRPr>
          </a:p>
        </p:txBody>
      </p:sp>
      <p:cxnSp>
        <p:nvCxnSpPr>
          <p:cNvPr id="19" name="Conector reto 18">
            <a:extLst>
              <a:ext uri="{FF2B5EF4-FFF2-40B4-BE49-F238E27FC236}">
                <a16:creationId xmlns:a16="http://schemas.microsoft.com/office/drawing/2014/main" id="{BD65599F-D2D8-47C4-85AF-8ED62F39ABDA}"/>
              </a:ext>
            </a:extLst>
          </p:cNvPr>
          <p:cNvCxnSpPr>
            <a:cxnSpLocks/>
          </p:cNvCxnSpPr>
          <p:nvPr/>
        </p:nvCxnSpPr>
        <p:spPr>
          <a:xfrm>
            <a:off x="771710" y="2472237"/>
            <a:ext cx="11088000" cy="0"/>
          </a:xfrm>
          <a:prstGeom prst="line">
            <a:avLst/>
          </a:prstGeom>
          <a:ln w="12700">
            <a:solidFill>
              <a:schemeClr val="accent4"/>
            </a:solidFill>
            <a:prstDash val="dash"/>
          </a:ln>
        </p:spPr>
        <p:style>
          <a:lnRef idx="1">
            <a:schemeClr val="accent1"/>
          </a:lnRef>
          <a:fillRef idx="0">
            <a:schemeClr val="accent1"/>
          </a:fillRef>
          <a:effectRef idx="0">
            <a:schemeClr val="accent1"/>
          </a:effectRef>
          <a:fontRef idx="minor">
            <a:schemeClr val="tx1"/>
          </a:fontRef>
        </p:style>
      </p:cxnSp>
      <p:cxnSp>
        <p:nvCxnSpPr>
          <p:cNvPr id="12" name="Conector reto 11">
            <a:extLst>
              <a:ext uri="{FF2B5EF4-FFF2-40B4-BE49-F238E27FC236}">
                <a16:creationId xmlns:a16="http://schemas.microsoft.com/office/drawing/2014/main" id="{57DCA6CE-D896-C4CE-806E-EB7C736353A0}"/>
              </a:ext>
            </a:extLst>
          </p:cNvPr>
          <p:cNvCxnSpPr>
            <a:cxnSpLocks/>
          </p:cNvCxnSpPr>
          <p:nvPr/>
        </p:nvCxnSpPr>
        <p:spPr>
          <a:xfrm>
            <a:off x="771710" y="5335485"/>
            <a:ext cx="11088000" cy="0"/>
          </a:xfrm>
          <a:prstGeom prst="line">
            <a:avLst/>
          </a:prstGeom>
          <a:ln w="12700">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4" name="Espaço Reservado para Texto 3">
            <a:extLst>
              <a:ext uri="{FF2B5EF4-FFF2-40B4-BE49-F238E27FC236}">
                <a16:creationId xmlns:a16="http://schemas.microsoft.com/office/drawing/2014/main" id="{1EDB3608-222A-4DFD-9F01-13EEB3D312DB}"/>
              </a:ext>
            </a:extLst>
          </p:cNvPr>
          <p:cNvSpPr>
            <a:spLocks noGrp="1"/>
          </p:cNvSpPr>
          <p:nvPr>
            <p:ph type="body" sz="quarter" idx="14"/>
          </p:nvPr>
        </p:nvSpPr>
        <p:spPr/>
        <p:txBody>
          <a:bodyPr/>
          <a:lstStyle/>
          <a:p>
            <a:r>
              <a:rPr lang="pt-BR"/>
              <a:t>Fonte: Mirow &amp; Co.</a:t>
            </a:r>
          </a:p>
        </p:txBody>
      </p:sp>
      <p:sp>
        <p:nvSpPr>
          <p:cNvPr id="3" name="Título 2">
            <a:extLst>
              <a:ext uri="{FF2B5EF4-FFF2-40B4-BE49-F238E27FC236}">
                <a16:creationId xmlns:a16="http://schemas.microsoft.com/office/drawing/2014/main" id="{81DB31BA-E6E4-4ABA-8262-87170D98506E}"/>
              </a:ext>
            </a:extLst>
          </p:cNvPr>
          <p:cNvSpPr>
            <a:spLocks noGrp="1"/>
          </p:cNvSpPr>
          <p:nvPr>
            <p:ph type="title"/>
          </p:nvPr>
        </p:nvSpPr>
        <p:spPr/>
        <p:txBody>
          <a:bodyPr vert="horz"/>
          <a:lstStyle/>
          <a:p>
            <a:r>
              <a:rPr lang="pt-BR"/>
              <a:t>Nosso entendimento do contexto atual</a:t>
            </a:r>
          </a:p>
        </p:txBody>
      </p:sp>
      <p:grpSp>
        <p:nvGrpSpPr>
          <p:cNvPr id="16" name="Group 37">
            <a:extLst>
              <a:ext uri="{FF2B5EF4-FFF2-40B4-BE49-F238E27FC236}">
                <a16:creationId xmlns:a16="http://schemas.microsoft.com/office/drawing/2014/main" id="{C70A964D-CDEF-C92F-992A-73E227FED229}"/>
              </a:ext>
            </a:extLst>
          </p:cNvPr>
          <p:cNvGrpSpPr/>
          <p:nvPr/>
        </p:nvGrpSpPr>
        <p:grpSpPr>
          <a:xfrm>
            <a:off x="10611969" y="324175"/>
            <a:ext cx="1338123" cy="212366"/>
            <a:chOff x="7402652" y="285750"/>
            <a:chExt cx="1338123" cy="212366"/>
          </a:xfrm>
        </p:grpSpPr>
        <p:sp>
          <p:nvSpPr>
            <p:cNvPr id="17" name="StickerRectangle">
              <a:extLst>
                <a:ext uri="{FF2B5EF4-FFF2-40B4-BE49-F238E27FC236}">
                  <a16:creationId xmlns:a16="http://schemas.microsoft.com/office/drawing/2014/main" id="{C7776E2C-E361-3EDA-655D-EDD8855BB6A3}"/>
                </a:ext>
              </a:extLst>
            </p:cNvPr>
            <p:cNvSpPr>
              <a:spLocks noChangeArrowheads="1"/>
            </p:cNvSpPr>
            <p:nvPr/>
          </p:nvSpPr>
          <p:spPr bwMode="auto">
            <a:xfrm>
              <a:off x="7402652" y="285750"/>
              <a:ext cx="1338123" cy="212366"/>
            </a:xfrm>
            <a:prstGeom prst="leftRightArrow">
              <a:avLst>
                <a:gd name="adj1" fmla="val 100000"/>
                <a:gd name="adj2"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 tIns="0" rIns="0" bIns="27432">
              <a:spAutoFit/>
            </a:bodyPr>
            <a:lstStyle/>
            <a:p>
              <a:pPr marL="0" marR="0" lvl="0" indent="0" algn="r" defTabSz="895350" rtl="0" eaLnBrk="1" fontAlgn="auto" latinLnBrk="0" hangingPunct="1">
                <a:lnSpc>
                  <a:spcPct val="100000"/>
                </a:lnSpc>
                <a:spcBef>
                  <a:spcPts val="0"/>
                </a:spcBef>
                <a:spcAft>
                  <a:spcPts val="0"/>
                </a:spcAft>
                <a:buClr>
                  <a:srgbClr val="020E66"/>
                </a:buClr>
                <a:buSzTx/>
                <a:buFontTx/>
                <a:buNone/>
                <a:tabLst/>
                <a:defRPr/>
              </a:pPr>
              <a:r>
                <a:rPr kumimoji="0" lang="pt-BR" sz="1200" b="0" i="0" u="none" strike="noStrike" kern="1200" cap="none" spc="0" normalizeH="0" baseline="0" noProof="0">
                  <a:ln>
                    <a:noFill/>
                  </a:ln>
                  <a:solidFill>
                    <a:srgbClr val="808080"/>
                  </a:solidFill>
                  <a:effectLst/>
                  <a:uLnTx/>
                  <a:uFillTx/>
                  <a:latin typeface="Arial"/>
                  <a:ea typeface="+mn-ea"/>
                  <a:cs typeface="+mn-cs"/>
                </a:rPr>
                <a:t>PARA VALIDAÇÃO</a:t>
              </a:r>
            </a:p>
          </p:txBody>
        </p:sp>
        <p:cxnSp>
          <p:nvCxnSpPr>
            <p:cNvPr id="18" name="AutoShape 31">
              <a:extLst>
                <a:ext uri="{FF2B5EF4-FFF2-40B4-BE49-F238E27FC236}">
                  <a16:creationId xmlns:a16="http://schemas.microsoft.com/office/drawing/2014/main" id="{A703E542-0BB2-20E1-259E-097C92FD2D39}"/>
                </a:ext>
              </a:extLst>
            </p:cNvPr>
            <p:cNvCxnSpPr>
              <a:cxnSpLocks noChangeShapeType="1"/>
              <a:stCxn id="17" idx="2"/>
              <a:endCxn id="17" idx="4"/>
            </p:cNvCxnSpPr>
            <p:nvPr/>
          </p:nvCxnSpPr>
          <p:spPr bwMode="auto">
            <a:xfrm>
              <a:off x="7402652" y="285750"/>
              <a:ext cx="0" cy="212366"/>
            </a:xfrm>
            <a:prstGeom prst="straightConnector1">
              <a:avLst/>
            </a:prstGeom>
            <a:noFill/>
            <a:ln w="9525">
              <a:solidFill>
                <a:srgbClr val="808080"/>
              </a:solidFill>
              <a:round/>
              <a:headEnd/>
              <a:tailEnd/>
            </a:ln>
            <a:extLst>
              <a:ext uri="{909E8E84-426E-40DD-AFC4-6F175D3DCCD1}">
                <a14:hiddenFill xmlns:a14="http://schemas.microsoft.com/office/drawing/2010/main">
                  <a:noFill/>
                </a14:hiddenFill>
              </a:ext>
            </a:extLst>
          </p:spPr>
        </p:cxnSp>
        <p:cxnSp>
          <p:nvCxnSpPr>
            <p:cNvPr id="21" name="AutoShape 32">
              <a:extLst>
                <a:ext uri="{FF2B5EF4-FFF2-40B4-BE49-F238E27FC236}">
                  <a16:creationId xmlns:a16="http://schemas.microsoft.com/office/drawing/2014/main" id="{6B170AF3-8323-D914-061E-B3EB21EB0724}"/>
                </a:ext>
              </a:extLst>
            </p:cNvPr>
            <p:cNvCxnSpPr>
              <a:cxnSpLocks noChangeShapeType="1"/>
              <a:stCxn id="17" idx="4"/>
              <a:endCxn id="17" idx="6"/>
            </p:cNvCxnSpPr>
            <p:nvPr/>
          </p:nvCxnSpPr>
          <p:spPr bwMode="auto">
            <a:xfrm>
              <a:off x="7402652" y="498116"/>
              <a:ext cx="1338123" cy="0"/>
            </a:xfrm>
            <a:prstGeom prst="straightConnector1">
              <a:avLst/>
            </a:prstGeom>
            <a:noFill/>
            <a:ln w="25400">
              <a:solidFill>
                <a:srgbClr val="808080"/>
              </a:solidFill>
              <a:round/>
              <a:headEnd/>
              <a:tailEn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3133361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think-cell data - do not delete" hidden="1">
            <a:extLst>
              <a:ext uri="{FF2B5EF4-FFF2-40B4-BE49-F238E27FC236}">
                <a16:creationId xmlns:a16="http://schemas.microsoft.com/office/drawing/2014/main" id="{84675E67-4C55-E9AE-90D8-EE2E2352C825}"/>
              </a:ext>
            </a:extLst>
          </p:cNvPr>
          <p:cNvGraphicFramePr>
            <a:graphicFrameLocks noChangeAspect="1"/>
          </p:cNvGraphicFramePr>
          <p:nvPr>
            <p:custDataLst>
              <p:tags r:id="rId1"/>
            </p:custDataLst>
            <p:extLst>
              <p:ext uri="{D42A27DB-BD31-4B8C-83A1-F6EECF244321}">
                <p14:modId xmlns:p14="http://schemas.microsoft.com/office/powerpoint/2010/main" val="366761778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Slide do think-cell" r:id="rId51" imgW="425" imgH="424" progId="TCLayout.ActiveDocument.1">
                  <p:embed/>
                </p:oleObj>
              </mc:Choice>
              <mc:Fallback>
                <p:oleObj name="Slide do think-cell" r:id="rId51" imgW="425" imgH="424" progId="TCLayout.ActiveDocument.1">
                  <p:embed/>
                  <p:pic>
                    <p:nvPicPr>
                      <p:cNvPr id="15" name="think-cell data - do not delete" hidden="1">
                        <a:extLst>
                          <a:ext uri="{FF2B5EF4-FFF2-40B4-BE49-F238E27FC236}">
                            <a16:creationId xmlns:a16="http://schemas.microsoft.com/office/drawing/2014/main" id="{84675E67-4C55-E9AE-90D8-EE2E2352C825}"/>
                          </a:ext>
                        </a:extLst>
                      </p:cNvPr>
                      <p:cNvPicPr/>
                      <p:nvPr/>
                    </p:nvPicPr>
                    <p:blipFill>
                      <a:blip r:embed="rId52"/>
                      <a:stretch>
                        <a:fillRect/>
                      </a:stretch>
                    </p:blipFill>
                    <p:spPr>
                      <a:xfrm>
                        <a:off x="1588" y="1588"/>
                        <a:ext cx="1588" cy="1588"/>
                      </a:xfrm>
                      <a:prstGeom prst="rect">
                        <a:avLst/>
                      </a:prstGeom>
                    </p:spPr>
                  </p:pic>
                </p:oleObj>
              </mc:Fallback>
            </mc:AlternateContent>
          </a:graphicData>
        </a:graphic>
      </p:graphicFrame>
      <p:sp>
        <p:nvSpPr>
          <p:cNvPr id="11" name="Rectángulo 10">
            <a:extLst>
              <a:ext uri="{FF2B5EF4-FFF2-40B4-BE49-F238E27FC236}">
                <a16:creationId xmlns:a16="http://schemas.microsoft.com/office/drawing/2014/main" id="{3DFE75F4-45FD-AE9F-0C0D-CC48355C90BD}"/>
              </a:ext>
            </a:extLst>
          </p:cNvPr>
          <p:cNvSpPr/>
          <p:nvPr/>
        </p:nvSpPr>
        <p:spPr>
          <a:xfrm>
            <a:off x="478972" y="955965"/>
            <a:ext cx="5733703" cy="5353396"/>
          </a:xfrm>
          <a:prstGeom prst="rect">
            <a:avLst/>
          </a:prstGeom>
          <a:noFill/>
          <a:ln w="12700">
            <a:solidFill>
              <a:schemeClr val="accent4"/>
            </a:solidFill>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300" b="0" i="0" u="none" strike="noStrike" kern="1200" cap="none" spc="0" normalizeH="0" baseline="0" noProof="0" err="1">
              <a:ln>
                <a:noFill/>
              </a:ln>
              <a:solidFill>
                <a:prstClr val="white"/>
              </a:solidFill>
              <a:effectLst/>
              <a:uLnTx/>
              <a:uFillTx/>
              <a:latin typeface="Arial"/>
              <a:ea typeface="+mn-ea"/>
              <a:cs typeface="+mn-cs"/>
            </a:endParaRPr>
          </a:p>
        </p:txBody>
      </p:sp>
      <p:sp>
        <p:nvSpPr>
          <p:cNvPr id="12" name="Rectángulo 11">
            <a:extLst>
              <a:ext uri="{FF2B5EF4-FFF2-40B4-BE49-F238E27FC236}">
                <a16:creationId xmlns:a16="http://schemas.microsoft.com/office/drawing/2014/main" id="{69D2CFF1-427F-A7CD-028A-A711E8C59022}"/>
              </a:ext>
            </a:extLst>
          </p:cNvPr>
          <p:cNvSpPr/>
          <p:nvPr/>
        </p:nvSpPr>
        <p:spPr>
          <a:xfrm>
            <a:off x="6347173" y="955965"/>
            <a:ext cx="5733703" cy="5353396"/>
          </a:xfrm>
          <a:prstGeom prst="rect">
            <a:avLst/>
          </a:prstGeom>
          <a:noFill/>
          <a:ln w="12700">
            <a:solidFill>
              <a:schemeClr val="accent4"/>
            </a:solidFill>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300" b="0" i="0" u="none" strike="noStrike" kern="1200" cap="none" spc="0" normalizeH="0" baseline="0" noProof="0" err="1">
              <a:ln>
                <a:noFill/>
              </a:ln>
              <a:solidFill>
                <a:prstClr val="white"/>
              </a:solidFill>
              <a:effectLst/>
              <a:uLnTx/>
              <a:uFillTx/>
              <a:latin typeface="Arial"/>
              <a:ea typeface="+mn-ea"/>
              <a:cs typeface="+mn-cs"/>
            </a:endParaRPr>
          </a:p>
        </p:txBody>
      </p:sp>
      <p:sp>
        <p:nvSpPr>
          <p:cNvPr id="2" name="Espaço Reservado para Texto 1">
            <a:extLst>
              <a:ext uri="{FF2B5EF4-FFF2-40B4-BE49-F238E27FC236}">
                <a16:creationId xmlns:a16="http://schemas.microsoft.com/office/drawing/2014/main" id="{8CBCBDFE-7F94-8AEC-ECC5-FC5D05237687}"/>
              </a:ext>
            </a:extLst>
          </p:cNvPr>
          <p:cNvSpPr>
            <a:spLocks noGrp="1"/>
          </p:cNvSpPr>
          <p:nvPr>
            <p:ph type="body" sz="quarter" idx="14"/>
          </p:nvPr>
        </p:nvSpPr>
        <p:spPr>
          <a:xfrm>
            <a:off x="233257" y="6390355"/>
            <a:ext cx="9696000" cy="276999"/>
          </a:xfrm>
        </p:spPr>
        <p:txBody>
          <a:bodyPr/>
          <a:lstStyle/>
          <a:p>
            <a:r>
              <a:rPr lang="pt-BR"/>
              <a:t>1.  Valores de entrega de fertilizantes fosfatados disponíveis até 2021</a:t>
            </a:r>
          </a:p>
          <a:p>
            <a:r>
              <a:rPr lang="pt-BR"/>
              <a:t>Fonte: ANDA, Mirow &amp; Co.</a:t>
            </a:r>
          </a:p>
        </p:txBody>
      </p:sp>
      <p:sp>
        <p:nvSpPr>
          <p:cNvPr id="3" name="Título 2">
            <a:extLst>
              <a:ext uri="{FF2B5EF4-FFF2-40B4-BE49-F238E27FC236}">
                <a16:creationId xmlns:a16="http://schemas.microsoft.com/office/drawing/2014/main" id="{547D96AF-D915-1694-CD9D-34C869A90747}"/>
              </a:ext>
            </a:extLst>
          </p:cNvPr>
          <p:cNvSpPr>
            <a:spLocks noGrp="1"/>
          </p:cNvSpPr>
          <p:nvPr>
            <p:ph type="title"/>
          </p:nvPr>
        </p:nvSpPr>
        <p:spPr>
          <a:xfrm>
            <a:off x="478971" y="225177"/>
            <a:ext cx="11485488" cy="615553"/>
          </a:xfrm>
        </p:spPr>
        <p:txBody>
          <a:bodyPr vert="horz"/>
          <a:lstStyle/>
          <a:p>
            <a:r>
              <a:rPr lang="pt-BR"/>
              <a:t>Consumo de fertilizantes no Brasil teve crescimento expressivo nos últimos anos, com importação ganhando ainda mais relevância no mix </a:t>
            </a:r>
          </a:p>
        </p:txBody>
      </p:sp>
      <p:graphicFrame>
        <p:nvGraphicFramePr>
          <p:cNvPr id="29" name="Chart 3">
            <a:extLst>
              <a:ext uri="{FF2B5EF4-FFF2-40B4-BE49-F238E27FC236}">
                <a16:creationId xmlns:a16="http://schemas.microsoft.com/office/drawing/2014/main" id="{48D818D6-16C3-C6AC-5B3F-F30A5C4283C7}"/>
              </a:ext>
            </a:extLst>
          </p:cNvPr>
          <p:cNvGraphicFramePr/>
          <p:nvPr>
            <p:custDataLst>
              <p:tags r:id="rId2"/>
            </p:custDataLst>
            <p:extLst>
              <p:ext uri="{D42A27DB-BD31-4B8C-83A1-F6EECF244321}">
                <p14:modId xmlns:p14="http://schemas.microsoft.com/office/powerpoint/2010/main" val="1853314202"/>
              </p:ext>
            </p:extLst>
          </p:nvPr>
        </p:nvGraphicFramePr>
        <p:xfrm>
          <a:off x="574675" y="2649538"/>
          <a:ext cx="5503863" cy="3384550"/>
        </p:xfrm>
        <a:graphic>
          <a:graphicData uri="http://schemas.openxmlformats.org/drawingml/2006/chart">
            <c:chart xmlns:c="http://schemas.openxmlformats.org/drawingml/2006/chart" xmlns:r="http://schemas.openxmlformats.org/officeDocument/2006/relationships" r:id="rId53"/>
          </a:graphicData>
        </a:graphic>
      </p:graphicFrame>
      <p:cxnSp>
        <p:nvCxnSpPr>
          <p:cNvPr id="127" name="Conector reto 126">
            <a:extLst>
              <a:ext uri="{FF2B5EF4-FFF2-40B4-BE49-F238E27FC236}">
                <a16:creationId xmlns:a16="http://schemas.microsoft.com/office/drawing/2014/main" id="{84F3B639-7DB3-D4CB-4B1E-FA2A76156489}"/>
              </a:ext>
            </a:extLst>
          </p:cNvPr>
          <p:cNvCxnSpPr/>
          <p:nvPr>
            <p:custDataLst>
              <p:tags r:id="rId3"/>
            </p:custDataLst>
          </p:nvPr>
        </p:nvCxnSpPr>
        <p:spPr bwMode="auto">
          <a:xfrm>
            <a:off x="1101725" y="2338388"/>
            <a:ext cx="2632075" cy="0"/>
          </a:xfrm>
          <a:prstGeom prst="line">
            <a:avLst/>
          </a:prstGeom>
          <a:ln w="12700"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6" name="Conector reto 125">
            <a:extLst>
              <a:ext uri="{FF2B5EF4-FFF2-40B4-BE49-F238E27FC236}">
                <a16:creationId xmlns:a16="http://schemas.microsoft.com/office/drawing/2014/main" id="{C50D2B16-566F-7CFA-657A-BA01EC4E980D}"/>
              </a:ext>
            </a:extLst>
          </p:cNvPr>
          <p:cNvCxnSpPr/>
          <p:nvPr>
            <p:custDataLst>
              <p:tags r:id="rId4"/>
            </p:custDataLst>
          </p:nvPr>
        </p:nvCxnSpPr>
        <p:spPr bwMode="auto">
          <a:xfrm flipV="1">
            <a:off x="1101725" y="2338388"/>
            <a:ext cx="0" cy="879475"/>
          </a:xfrm>
          <a:prstGeom prst="line">
            <a:avLst/>
          </a:prstGeom>
          <a:ln w="12700"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2" name="Conector reto 191">
            <a:extLst>
              <a:ext uri="{FF2B5EF4-FFF2-40B4-BE49-F238E27FC236}">
                <a16:creationId xmlns:a16="http://schemas.microsoft.com/office/drawing/2014/main" id="{D9229D8C-56C7-FD31-4DB4-E6773A20C25E}"/>
              </a:ext>
            </a:extLst>
          </p:cNvPr>
          <p:cNvCxnSpPr/>
          <p:nvPr>
            <p:custDataLst>
              <p:tags r:id="rId5"/>
            </p:custDataLst>
          </p:nvPr>
        </p:nvCxnSpPr>
        <p:spPr bwMode="auto">
          <a:xfrm>
            <a:off x="3733800" y="2338388"/>
            <a:ext cx="0" cy="152400"/>
          </a:xfrm>
          <a:prstGeom prst="line">
            <a:avLst/>
          </a:prstGeom>
          <a:ln w="12700" cap="flat" cmpd="sng" algn="ctr">
            <a:solidFill>
              <a:schemeClr val="tx1"/>
            </a:solidFill>
            <a:prstDash val="solid"/>
            <a:round/>
            <a:headEnd type="none" w="med" len="med"/>
            <a:tailEnd type="triangle" w="med" len="med"/>
          </a:ln>
          <a:effectLst/>
        </p:spPr>
        <p:style>
          <a:lnRef idx="1">
            <a:schemeClr val="dk1"/>
          </a:lnRef>
          <a:fillRef idx="0">
            <a:schemeClr val="dk1"/>
          </a:fillRef>
          <a:effectRef idx="0">
            <a:schemeClr val="dk1"/>
          </a:effectRef>
          <a:fontRef idx="minor">
            <a:schemeClr val="tx1"/>
          </a:fontRef>
        </p:style>
      </p:cxnSp>
      <p:cxnSp>
        <p:nvCxnSpPr>
          <p:cNvPr id="211" name="Conector reto 210">
            <a:extLst>
              <a:ext uri="{FF2B5EF4-FFF2-40B4-BE49-F238E27FC236}">
                <a16:creationId xmlns:a16="http://schemas.microsoft.com/office/drawing/2014/main" id="{3BF69DAF-2397-EDB0-D64F-C5303CB421E9}"/>
              </a:ext>
            </a:extLst>
          </p:cNvPr>
          <p:cNvCxnSpPr/>
          <p:nvPr>
            <p:custDataLst>
              <p:tags r:id="rId6"/>
            </p:custDataLst>
          </p:nvPr>
        </p:nvCxnSpPr>
        <p:spPr bwMode="auto">
          <a:xfrm>
            <a:off x="3810000" y="2311400"/>
            <a:ext cx="812800" cy="0"/>
          </a:xfrm>
          <a:prstGeom prst="line">
            <a:avLst/>
          </a:prstGeom>
          <a:ln w="12700"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12" name="Conector reto 211">
            <a:extLst>
              <a:ext uri="{FF2B5EF4-FFF2-40B4-BE49-F238E27FC236}">
                <a16:creationId xmlns:a16="http://schemas.microsoft.com/office/drawing/2014/main" id="{C51F531B-4C0B-1CDE-1850-DD4A16E43A24}"/>
              </a:ext>
            </a:extLst>
          </p:cNvPr>
          <p:cNvCxnSpPr/>
          <p:nvPr>
            <p:custDataLst>
              <p:tags r:id="rId7"/>
            </p:custDataLst>
          </p:nvPr>
        </p:nvCxnSpPr>
        <p:spPr bwMode="auto">
          <a:xfrm>
            <a:off x="4622800" y="2311400"/>
            <a:ext cx="0" cy="514350"/>
          </a:xfrm>
          <a:prstGeom prst="line">
            <a:avLst/>
          </a:prstGeom>
          <a:ln w="12700" cap="flat" cmpd="sng" algn="ctr">
            <a:solidFill>
              <a:schemeClr val="tx1"/>
            </a:solidFill>
            <a:prstDash val="solid"/>
            <a:round/>
            <a:headEnd type="none" w="med" len="med"/>
            <a:tailEnd type="triangle" w="med" len="med"/>
          </a:ln>
          <a:effectLst/>
        </p:spPr>
        <p:style>
          <a:lnRef idx="1">
            <a:schemeClr val="dk1"/>
          </a:lnRef>
          <a:fillRef idx="0">
            <a:schemeClr val="dk1"/>
          </a:fillRef>
          <a:effectRef idx="0">
            <a:schemeClr val="dk1"/>
          </a:effectRef>
          <a:fontRef idx="minor">
            <a:schemeClr val="tx1"/>
          </a:fontRef>
        </p:style>
      </p:cxnSp>
      <p:cxnSp>
        <p:nvCxnSpPr>
          <p:cNvPr id="210" name="Conector reto 209">
            <a:extLst>
              <a:ext uri="{FF2B5EF4-FFF2-40B4-BE49-F238E27FC236}">
                <a16:creationId xmlns:a16="http://schemas.microsoft.com/office/drawing/2014/main" id="{A92ED7B3-5AE5-D6AF-81A6-422E8F54DD14}"/>
              </a:ext>
            </a:extLst>
          </p:cNvPr>
          <p:cNvCxnSpPr/>
          <p:nvPr>
            <p:custDataLst>
              <p:tags r:id="rId8"/>
            </p:custDataLst>
          </p:nvPr>
        </p:nvCxnSpPr>
        <p:spPr bwMode="auto">
          <a:xfrm flipV="1">
            <a:off x="3810000" y="2311400"/>
            <a:ext cx="0" cy="179388"/>
          </a:xfrm>
          <a:prstGeom prst="line">
            <a:avLst/>
          </a:prstGeom>
          <a:ln w="12700"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20" name="Conector reto 219">
            <a:extLst>
              <a:ext uri="{FF2B5EF4-FFF2-40B4-BE49-F238E27FC236}">
                <a16:creationId xmlns:a16="http://schemas.microsoft.com/office/drawing/2014/main" id="{0A9722CA-C7C6-B73F-5EA8-F82CEF094424}"/>
              </a:ext>
            </a:extLst>
          </p:cNvPr>
          <p:cNvCxnSpPr/>
          <p:nvPr>
            <p:custDataLst>
              <p:tags r:id="rId9"/>
            </p:custDataLst>
          </p:nvPr>
        </p:nvCxnSpPr>
        <p:spPr bwMode="auto">
          <a:xfrm flipV="1">
            <a:off x="4699000" y="2312988"/>
            <a:ext cx="0" cy="512763"/>
          </a:xfrm>
          <a:prstGeom prst="line">
            <a:avLst/>
          </a:prstGeom>
          <a:ln w="12700"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21" name="Conector reto 220">
            <a:extLst>
              <a:ext uri="{FF2B5EF4-FFF2-40B4-BE49-F238E27FC236}">
                <a16:creationId xmlns:a16="http://schemas.microsoft.com/office/drawing/2014/main" id="{BBDC8F4E-CBAE-42B5-A911-7E123AADA68E}"/>
              </a:ext>
            </a:extLst>
          </p:cNvPr>
          <p:cNvCxnSpPr/>
          <p:nvPr>
            <p:custDataLst>
              <p:tags r:id="rId10"/>
            </p:custDataLst>
          </p:nvPr>
        </p:nvCxnSpPr>
        <p:spPr bwMode="auto">
          <a:xfrm>
            <a:off x="4698999" y="2312988"/>
            <a:ext cx="852488" cy="0"/>
          </a:xfrm>
          <a:prstGeom prst="line">
            <a:avLst/>
          </a:prstGeom>
          <a:ln w="12700"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22" name="Conector reto 221">
            <a:extLst>
              <a:ext uri="{FF2B5EF4-FFF2-40B4-BE49-F238E27FC236}">
                <a16:creationId xmlns:a16="http://schemas.microsoft.com/office/drawing/2014/main" id="{829FC846-4CEE-3D18-754E-2271B897559B}"/>
              </a:ext>
            </a:extLst>
          </p:cNvPr>
          <p:cNvCxnSpPr/>
          <p:nvPr>
            <p:custDataLst>
              <p:tags r:id="rId11"/>
            </p:custDataLst>
          </p:nvPr>
        </p:nvCxnSpPr>
        <p:spPr bwMode="auto">
          <a:xfrm>
            <a:off x="5551488" y="2312988"/>
            <a:ext cx="0" cy="179388"/>
          </a:xfrm>
          <a:prstGeom prst="line">
            <a:avLst/>
          </a:prstGeom>
          <a:ln w="12700" cap="flat" cmpd="sng" algn="ctr">
            <a:solidFill>
              <a:schemeClr val="tx1"/>
            </a:solidFill>
            <a:prstDash val="solid"/>
            <a:round/>
            <a:headEnd type="none" w="med" len="med"/>
            <a:tailEnd type="triangle" w="med" len="med"/>
          </a:ln>
          <a:effectLst/>
        </p:spPr>
        <p:style>
          <a:lnRef idx="1">
            <a:schemeClr val="dk1"/>
          </a:lnRef>
          <a:fillRef idx="0">
            <a:schemeClr val="dk1"/>
          </a:fillRef>
          <a:effectRef idx="0">
            <a:schemeClr val="dk1"/>
          </a:effectRef>
          <a:fontRef idx="minor">
            <a:schemeClr val="tx1"/>
          </a:fontRef>
        </p:style>
      </p:cxnSp>
      <p:sp>
        <p:nvSpPr>
          <p:cNvPr id="62" name="Espaço Reservado para Texto 2">
            <a:extLst>
              <a:ext uri="{FF2B5EF4-FFF2-40B4-BE49-F238E27FC236}">
                <a16:creationId xmlns:a16="http://schemas.microsoft.com/office/drawing/2014/main" id="{65C9B447-8074-CD70-1C59-9BB76C464B1B}"/>
              </a:ext>
            </a:extLst>
          </p:cNvPr>
          <p:cNvSpPr>
            <a:spLocks noGrp="1"/>
          </p:cNvSpPr>
          <p:nvPr>
            <p:custDataLst>
              <p:tags r:id="rId12"/>
            </p:custDataLst>
          </p:nvPr>
        </p:nvSpPr>
        <p:spPr bwMode="gray">
          <a:xfrm>
            <a:off x="917575" y="4791075"/>
            <a:ext cx="369888" cy="198438"/>
          </a:xfrm>
          <a:prstGeom prst="rect">
            <a:avLst/>
          </a:prstGeom>
          <a:noFill/>
          <a:ln>
            <a:noFill/>
          </a:ln>
          <a:effectLst/>
          <a:extLst>
            <a:ext uri="{909E8E84-426E-40DD-AFC4-6F175D3DCCD1}">
              <a14:hiddenFill xmlns:a14="http://schemas.microsoft.com/office/drawing/2010/main">
                <a:solidFill>
                  <a:schemeClr val="accent2"/>
                </a:solidFill>
              </a14:hiddenFill>
            </a:ext>
          </a:extLst>
        </p:spPr>
        <p:txBody>
          <a:bodyPr vert="horz" wrap="none" lIns="23813" tIns="0" rIns="23813" bIns="0" rtlCol="0" anchor="ctr">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lgn="ctr">
              <a:spcBef>
                <a:spcPct val="0"/>
              </a:spcBef>
              <a:spcAft>
                <a:spcPct val="0"/>
              </a:spcAft>
            </a:pPr>
            <a:fld id="{F161A317-E547-42D8-BC66-A1C91F87E75E}" type="datetime'''''''''3''''''''''''0'',''''''''''''''''''''''''''2'''">
              <a:rPr lang="pt-BR" altLang="en-US" sz="1300" smtClean="0">
                <a:solidFill>
                  <a:schemeClr val="bg1"/>
                </a:solidFill>
                <a:effectLst/>
              </a:rPr>
              <a:pPr lvl="0" algn="ctr">
                <a:spcBef>
                  <a:spcPct val="0"/>
                </a:spcBef>
                <a:spcAft>
                  <a:spcPct val="0"/>
                </a:spcAft>
              </a:pPr>
              <a:t>30,2</a:t>
            </a:fld>
            <a:endParaRPr lang="pt-BR" sz="1300">
              <a:solidFill>
                <a:schemeClr val="bg1"/>
              </a:solidFill>
            </a:endParaRPr>
          </a:p>
        </p:txBody>
      </p:sp>
      <p:sp>
        <p:nvSpPr>
          <p:cNvPr id="6" name="Retângulo 5">
            <a:extLst>
              <a:ext uri="{FF2B5EF4-FFF2-40B4-BE49-F238E27FC236}">
                <a16:creationId xmlns:a16="http://schemas.microsoft.com/office/drawing/2014/main" id="{57E70BF5-BE4F-510A-095E-15C113DCBFFE}"/>
              </a:ext>
            </a:extLst>
          </p:cNvPr>
          <p:cNvSpPr/>
          <p:nvPr>
            <p:custDataLst>
              <p:tags r:id="rId13"/>
            </p:custDataLst>
          </p:nvPr>
        </p:nvSpPr>
        <p:spPr bwMode="auto">
          <a:xfrm>
            <a:off x="911225" y="6007100"/>
            <a:ext cx="381000" cy="198438"/>
          </a:xfrm>
          <a:prstGeom prst="rect">
            <a:avLst/>
          </a:prstGeom>
          <a:noFill/>
          <a:ln w="12700" cap="flat" cmpd="sng" algn="ctr">
            <a:noFill/>
            <a:prstDash val="solid"/>
            <a:miter lim="400000"/>
            <a:headEnd type="none" w="med" len="med"/>
            <a:tailEnd type="none" w="med" len="med"/>
          </a:ln>
          <a:effectLst/>
          <a:extLst>
            <a:ext uri="{909E8E84-426E-40DD-AFC4-6F175D3DCCD1}">
              <a14:hiddenFill xmlns:a14="http://schemas.microsoft.com/office/drawing/2010/main">
                <a:solidFill>
                  <a:scrgbClr r="0" g="0" b="0"/>
                </a:solidFill>
              </a14:hiddenFill>
            </a:ext>
            <a:ext uri="{91240B29-F687-4F45-9708-019B960494DF}">
              <a14:hiddenLine xmlns:a14="http://schemas.microsoft.com/office/drawing/2010/main" w="12700" cap="flat" cmpd="sng" algn="ctr">
                <a:solidFill>
                  <a:schemeClr val="accent4"/>
                </a:solidFill>
                <a:prstDash val="solid"/>
                <a:miter lim="400000"/>
                <a:headEnd type="none" w="med" len="med"/>
                <a:tailEnd type="none" w="med" len="med"/>
              </a14:hiddenLine>
            </a:ext>
          </a:extLst>
        </p:spPr>
        <p:txBody>
          <a:bodyPr vert="horz" wrap="none" lIns="0" tIns="0" rIns="0" bIns="0" rtlCol="0" anchor="t"/>
          <a:lstStyle/>
          <a:p>
            <a:pPr marL="0" marR="0" lvl="0" indent="0" algn="ctr" defTabSz="914400" rtl="0" eaLnBrk="1" fontAlgn="auto" latinLnBrk="0" hangingPunct="1">
              <a:lnSpc>
                <a:spcPct val="100000"/>
              </a:lnSpc>
              <a:spcBef>
                <a:spcPct val="0"/>
              </a:spcBef>
              <a:spcAft>
                <a:spcPct val="0"/>
              </a:spcAft>
              <a:buClrTx/>
              <a:buSzTx/>
              <a:buFontTx/>
              <a:buNone/>
              <a:tabLst/>
              <a:defRPr/>
            </a:pPr>
            <a:fld id="{0F49704C-9169-4E9E-9987-6D65495375F2}" type="datetime'2''''''''''''''''''''''''''''''''018'''''''''''''''">
              <a:rPr kumimoji="0" lang="pt-BR" altLang="en-US" sz="1300" b="0" i="0" u="none" strike="noStrike" kern="1200" cap="none" spc="0" normalizeH="0" baseline="0" noProof="0" smtClean="0">
                <a:ln>
                  <a:noFill/>
                </a:ln>
                <a:solidFill>
                  <a:srgbClr val="071C25"/>
                </a:solidFill>
                <a:effectLst/>
                <a:uLnTx/>
                <a:uFillTx/>
                <a:latin typeface="Arial"/>
                <a:ea typeface="+mn-ea"/>
                <a:cs typeface="+mn-cs"/>
              </a:rPr>
              <a:pPr marL="0" marR="0" lvl="0" indent="0" algn="ctr" defTabSz="914400" rtl="0" eaLnBrk="1" fontAlgn="auto" latinLnBrk="0" hangingPunct="1">
                <a:lnSpc>
                  <a:spcPct val="100000"/>
                </a:lnSpc>
                <a:spcBef>
                  <a:spcPct val="0"/>
                </a:spcBef>
                <a:spcAft>
                  <a:spcPct val="0"/>
                </a:spcAft>
                <a:buClrTx/>
                <a:buSzTx/>
                <a:buFontTx/>
                <a:buNone/>
                <a:tabLst/>
                <a:defRPr/>
              </a:pPr>
              <a:t>2018</a:t>
            </a:fld>
            <a:endParaRPr kumimoji="0" lang="pt-BR" sz="1300" b="0" i="0" u="none" strike="noStrike" kern="1200" cap="none" spc="0" normalizeH="0" baseline="0" noProof="0" err="1">
              <a:ln>
                <a:noFill/>
              </a:ln>
              <a:solidFill>
                <a:srgbClr val="071C25"/>
              </a:solidFill>
              <a:effectLst/>
              <a:uLnTx/>
              <a:uFillTx/>
              <a:latin typeface="Arial"/>
              <a:ea typeface="+mn-ea"/>
              <a:cs typeface="+mn-cs"/>
            </a:endParaRPr>
          </a:p>
        </p:txBody>
      </p:sp>
      <p:sp>
        <p:nvSpPr>
          <p:cNvPr id="77" name="Espaço Reservado para Texto 2">
            <a:extLst>
              <a:ext uri="{FF2B5EF4-FFF2-40B4-BE49-F238E27FC236}">
                <a16:creationId xmlns:a16="http://schemas.microsoft.com/office/drawing/2014/main" id="{47FC1569-FADB-BED7-9D8D-1692B5AF9014}"/>
              </a:ext>
            </a:extLst>
          </p:cNvPr>
          <p:cNvSpPr>
            <a:spLocks noGrp="1"/>
          </p:cNvSpPr>
          <p:nvPr>
            <p:custDataLst>
              <p:tags r:id="rId14"/>
            </p:custDataLst>
          </p:nvPr>
        </p:nvSpPr>
        <p:spPr bwMode="gray">
          <a:xfrm>
            <a:off x="1854200" y="3498850"/>
            <a:ext cx="277813" cy="198438"/>
          </a:xfrm>
          <a:prstGeom prst="rect">
            <a:avLst/>
          </a:prstGeom>
          <a:noFill/>
          <a:ln>
            <a:noFill/>
          </a:ln>
          <a:effectLst/>
          <a:extLst>
            <a:ext uri="{909E8E84-426E-40DD-AFC4-6F175D3DCCD1}">
              <a14:hiddenFill xmlns:a14="http://schemas.microsoft.com/office/drawing/2010/main">
                <a:solidFill>
                  <a:schemeClr val="accent2"/>
                </a:solidFill>
              </a14:hiddenFill>
            </a:ext>
          </a:extLst>
        </p:spPr>
        <p:txBody>
          <a:bodyPr vert="horz" wrap="none" lIns="23813" tIns="0" rIns="23813" bIns="0" rtlCol="0" anchor="ctr">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lgn="ctr">
              <a:spcBef>
                <a:spcPct val="0"/>
              </a:spcBef>
              <a:spcAft>
                <a:spcPct val="0"/>
              </a:spcAft>
            </a:pPr>
            <a:fld id="{401E2ED7-0FFE-4F81-B34F-BC98CFB52F08}" type="datetime'''''''''5'''''''''''''''''''''',''''''''''4'''''''''">
              <a:rPr lang="pt-BR" altLang="en-US" sz="1300" smtClean="0"/>
              <a:pPr lvl="0" algn="ctr">
                <a:spcBef>
                  <a:spcPct val="0"/>
                </a:spcBef>
                <a:spcAft>
                  <a:spcPct val="0"/>
                </a:spcAft>
              </a:pPr>
              <a:t>5,4</a:t>
            </a:fld>
            <a:endParaRPr lang="pt-BR" sz="1300"/>
          </a:p>
        </p:txBody>
      </p:sp>
      <p:sp>
        <p:nvSpPr>
          <p:cNvPr id="65" name="Espaço Reservado para Texto 2">
            <a:extLst>
              <a:ext uri="{FF2B5EF4-FFF2-40B4-BE49-F238E27FC236}">
                <a16:creationId xmlns:a16="http://schemas.microsoft.com/office/drawing/2014/main" id="{495C6D73-0C5F-A731-FE9E-CA56ACBACDDA}"/>
              </a:ext>
            </a:extLst>
          </p:cNvPr>
          <p:cNvSpPr>
            <a:spLocks noGrp="1"/>
          </p:cNvSpPr>
          <p:nvPr>
            <p:custDataLst>
              <p:tags r:id="rId15"/>
            </p:custDataLst>
          </p:nvPr>
        </p:nvSpPr>
        <p:spPr bwMode="gray">
          <a:xfrm>
            <a:off x="1808163" y="4772025"/>
            <a:ext cx="369888" cy="198438"/>
          </a:xfrm>
          <a:prstGeom prst="rect">
            <a:avLst/>
          </a:prstGeom>
          <a:noFill/>
          <a:ln>
            <a:noFill/>
          </a:ln>
          <a:effectLst/>
          <a:extLst>
            <a:ext uri="{909E8E84-426E-40DD-AFC4-6F175D3DCCD1}">
              <a14:hiddenFill xmlns:a14="http://schemas.microsoft.com/office/drawing/2010/main">
                <a:solidFill>
                  <a:schemeClr val="accent2"/>
                </a:solidFill>
              </a14:hiddenFill>
            </a:ext>
          </a:extLst>
        </p:spPr>
        <p:txBody>
          <a:bodyPr vert="horz" wrap="none" lIns="23813" tIns="0" rIns="23813" bIns="0" rtlCol="0" anchor="ctr">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lgn="ctr">
              <a:spcBef>
                <a:spcPct val="0"/>
              </a:spcBef>
              <a:spcAft>
                <a:spcPct val="0"/>
              </a:spcAft>
            </a:pPr>
            <a:fld id="{5BB9AEFD-002B-4036-BDA8-FBD1C91247CD}" type="datetime'''''''''''''''''''''''''''''''''''''3''0'',8'''''''''">
              <a:rPr lang="pt-BR" altLang="en-US" sz="1300" smtClean="0">
                <a:solidFill>
                  <a:schemeClr val="bg1"/>
                </a:solidFill>
              </a:rPr>
              <a:pPr lvl="0" algn="ctr">
                <a:spcBef>
                  <a:spcPct val="0"/>
                </a:spcBef>
                <a:spcAft>
                  <a:spcPct val="0"/>
                </a:spcAft>
              </a:pPr>
              <a:t>30,8</a:t>
            </a:fld>
            <a:endParaRPr lang="pt-BR" sz="1300">
              <a:solidFill>
                <a:schemeClr val="bg1"/>
              </a:solidFill>
            </a:endParaRPr>
          </a:p>
        </p:txBody>
      </p:sp>
      <p:sp>
        <p:nvSpPr>
          <p:cNvPr id="7" name="Retângulo 6">
            <a:extLst>
              <a:ext uri="{FF2B5EF4-FFF2-40B4-BE49-F238E27FC236}">
                <a16:creationId xmlns:a16="http://schemas.microsoft.com/office/drawing/2014/main" id="{00AA11D8-79AB-12D0-68BE-5B656E1BAF2C}"/>
              </a:ext>
            </a:extLst>
          </p:cNvPr>
          <p:cNvSpPr/>
          <p:nvPr>
            <p:custDataLst>
              <p:tags r:id="rId16"/>
            </p:custDataLst>
          </p:nvPr>
        </p:nvSpPr>
        <p:spPr bwMode="auto">
          <a:xfrm>
            <a:off x="1801813" y="6007100"/>
            <a:ext cx="381000" cy="198438"/>
          </a:xfrm>
          <a:prstGeom prst="rect">
            <a:avLst/>
          </a:prstGeom>
          <a:noFill/>
          <a:ln w="12700" cap="flat" cmpd="sng" algn="ctr">
            <a:noFill/>
            <a:prstDash val="solid"/>
            <a:miter lim="400000"/>
            <a:headEnd type="none" w="med" len="med"/>
            <a:tailEnd type="none" w="med" len="med"/>
          </a:ln>
          <a:effectLst/>
          <a:extLst>
            <a:ext uri="{909E8E84-426E-40DD-AFC4-6F175D3DCCD1}">
              <a14:hiddenFill xmlns:a14="http://schemas.microsoft.com/office/drawing/2010/main">
                <a:solidFill>
                  <a:scrgbClr r="0" g="0" b="0"/>
                </a:solidFill>
              </a14:hiddenFill>
            </a:ext>
            <a:ext uri="{91240B29-F687-4F45-9708-019B960494DF}">
              <a14:hiddenLine xmlns:a14="http://schemas.microsoft.com/office/drawing/2010/main" w="12700" cap="flat" cmpd="sng" algn="ctr">
                <a:solidFill>
                  <a:schemeClr val="accent4"/>
                </a:solidFill>
                <a:prstDash val="solid"/>
                <a:miter lim="400000"/>
                <a:headEnd type="none" w="med" len="med"/>
                <a:tailEnd type="none" w="med" len="med"/>
              </a14:hiddenLine>
            </a:ext>
          </a:extLst>
        </p:spPr>
        <p:txBody>
          <a:bodyPr vert="horz" wrap="none" lIns="0" tIns="0" rIns="0" bIns="0" rtlCol="0" anchor="t"/>
          <a:lstStyle/>
          <a:p>
            <a:pPr marL="0" marR="0" lvl="0" indent="0" algn="ctr" defTabSz="914400" rtl="0" eaLnBrk="1" fontAlgn="auto" latinLnBrk="0" hangingPunct="1">
              <a:lnSpc>
                <a:spcPct val="100000"/>
              </a:lnSpc>
              <a:spcBef>
                <a:spcPct val="0"/>
              </a:spcBef>
              <a:spcAft>
                <a:spcPct val="0"/>
              </a:spcAft>
              <a:buClrTx/>
              <a:buSzTx/>
              <a:buFontTx/>
              <a:buNone/>
              <a:tabLst/>
              <a:defRPr/>
            </a:pPr>
            <a:fld id="{8D7C5F03-9DE9-43A6-8914-C5694EB5913C}" type="datetime'''''''''2''0''''''''1''''''''''''''''''''''''9'''''''">
              <a:rPr kumimoji="0" lang="pt-BR" altLang="en-US" sz="1300" b="0" i="0" u="none" strike="noStrike" kern="1200" cap="none" spc="0" normalizeH="0" baseline="0" noProof="0" smtClean="0">
                <a:ln>
                  <a:noFill/>
                </a:ln>
                <a:solidFill>
                  <a:srgbClr val="071C25"/>
                </a:solidFill>
                <a:effectLst/>
                <a:uLnTx/>
                <a:uFillTx/>
                <a:latin typeface="Arial"/>
                <a:ea typeface="+mn-ea"/>
                <a:cs typeface="+mn-cs"/>
              </a:rPr>
              <a:pPr marL="0" marR="0" lvl="0" indent="0" algn="ctr" defTabSz="914400" rtl="0" eaLnBrk="1" fontAlgn="auto" latinLnBrk="0" hangingPunct="1">
                <a:lnSpc>
                  <a:spcPct val="100000"/>
                </a:lnSpc>
                <a:spcBef>
                  <a:spcPct val="0"/>
                </a:spcBef>
                <a:spcAft>
                  <a:spcPct val="0"/>
                </a:spcAft>
                <a:buClrTx/>
                <a:buSzTx/>
                <a:buFontTx/>
                <a:buNone/>
                <a:tabLst/>
                <a:defRPr/>
              </a:pPr>
              <a:t>2019</a:t>
            </a:fld>
            <a:endParaRPr kumimoji="0" lang="pt-BR" sz="1300" b="0" i="0" u="none" strike="noStrike" kern="1200" cap="none" spc="0" normalizeH="0" baseline="0" noProof="0" err="1">
              <a:ln>
                <a:noFill/>
              </a:ln>
              <a:solidFill>
                <a:srgbClr val="071C25"/>
              </a:solidFill>
              <a:effectLst/>
              <a:uLnTx/>
              <a:uFillTx/>
              <a:latin typeface="Arial"/>
              <a:ea typeface="+mn-ea"/>
              <a:cs typeface="+mn-cs"/>
            </a:endParaRPr>
          </a:p>
        </p:txBody>
      </p:sp>
      <p:sp>
        <p:nvSpPr>
          <p:cNvPr id="78" name="Espaço Reservado para Texto 2">
            <a:extLst>
              <a:ext uri="{FF2B5EF4-FFF2-40B4-BE49-F238E27FC236}">
                <a16:creationId xmlns:a16="http://schemas.microsoft.com/office/drawing/2014/main" id="{51F8F8C6-37D6-6D47-FFC8-D223942778CC}"/>
              </a:ext>
            </a:extLst>
          </p:cNvPr>
          <p:cNvSpPr>
            <a:spLocks noGrp="1"/>
          </p:cNvSpPr>
          <p:nvPr>
            <p:custDataLst>
              <p:tags r:id="rId17"/>
            </p:custDataLst>
          </p:nvPr>
        </p:nvSpPr>
        <p:spPr bwMode="gray">
          <a:xfrm>
            <a:off x="2743200" y="3216275"/>
            <a:ext cx="277813" cy="198438"/>
          </a:xfrm>
          <a:prstGeom prst="rect">
            <a:avLst/>
          </a:prstGeom>
          <a:noFill/>
          <a:ln>
            <a:noFill/>
          </a:ln>
          <a:effectLst/>
          <a:extLst>
            <a:ext uri="{909E8E84-426E-40DD-AFC4-6F175D3DCCD1}">
              <a14:hiddenFill xmlns:a14="http://schemas.microsoft.com/office/drawing/2010/main">
                <a:solidFill>
                  <a:schemeClr val="accent2"/>
                </a:solidFill>
              </a14:hiddenFill>
            </a:ext>
          </a:extLst>
        </p:spPr>
        <p:txBody>
          <a:bodyPr vert="horz" wrap="none" lIns="23813" tIns="0" rIns="23813" bIns="0" rtlCol="0" anchor="ctr">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lgn="ctr">
              <a:spcBef>
                <a:spcPct val="0"/>
              </a:spcBef>
              <a:spcAft>
                <a:spcPct val="0"/>
              </a:spcAft>
            </a:pPr>
            <a:fld id="{4B02FC48-07FF-4DA6-84F3-B87BDE581FE4}" type="datetime'''6'''''''''''''''''''''''''',''''''''''''''''0'''''">
              <a:rPr lang="pt-BR" altLang="en-US" sz="1300" smtClean="0"/>
              <a:pPr lvl="0" algn="ctr">
                <a:spcBef>
                  <a:spcPct val="0"/>
                </a:spcBef>
                <a:spcAft>
                  <a:spcPct val="0"/>
                </a:spcAft>
              </a:pPr>
              <a:t>6,0</a:t>
            </a:fld>
            <a:endParaRPr lang="pt-BR" sz="1300"/>
          </a:p>
        </p:txBody>
      </p:sp>
      <p:sp>
        <p:nvSpPr>
          <p:cNvPr id="66" name="Espaço Reservado para Texto 2">
            <a:extLst>
              <a:ext uri="{FF2B5EF4-FFF2-40B4-BE49-F238E27FC236}">
                <a16:creationId xmlns:a16="http://schemas.microsoft.com/office/drawing/2014/main" id="{4532F6FA-76E4-78EC-2061-B4991835A4AF}"/>
              </a:ext>
            </a:extLst>
          </p:cNvPr>
          <p:cNvSpPr>
            <a:spLocks noGrp="1"/>
          </p:cNvSpPr>
          <p:nvPr>
            <p:custDataLst>
              <p:tags r:id="rId18"/>
            </p:custDataLst>
          </p:nvPr>
        </p:nvSpPr>
        <p:spPr bwMode="gray">
          <a:xfrm>
            <a:off x="2697163" y="4640263"/>
            <a:ext cx="369888" cy="198438"/>
          </a:xfrm>
          <a:prstGeom prst="rect">
            <a:avLst/>
          </a:prstGeom>
          <a:noFill/>
          <a:ln>
            <a:noFill/>
          </a:ln>
          <a:effectLst/>
          <a:extLst>
            <a:ext uri="{909E8E84-426E-40DD-AFC4-6F175D3DCCD1}">
              <a14:hiddenFill xmlns:a14="http://schemas.microsoft.com/office/drawing/2010/main">
                <a:solidFill>
                  <a:schemeClr val="accent2"/>
                </a:solidFill>
              </a14:hiddenFill>
            </a:ext>
          </a:extLst>
        </p:spPr>
        <p:txBody>
          <a:bodyPr vert="horz" wrap="none" lIns="23813" tIns="0" rIns="23813" bIns="0" rtlCol="0" anchor="ctr">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lgn="ctr">
              <a:spcBef>
                <a:spcPct val="0"/>
              </a:spcBef>
              <a:spcAft>
                <a:spcPct val="0"/>
              </a:spcAft>
            </a:pPr>
            <a:fld id="{F9D6EF15-0EA8-42F3-85D5-F86F68353CFA}" type="datetime'''''''''''''''''3''''''4'''''''''''''''''',''5'''''">
              <a:rPr lang="pt-BR" altLang="en-US" sz="1300" smtClean="0">
                <a:solidFill>
                  <a:schemeClr val="bg1"/>
                </a:solidFill>
              </a:rPr>
              <a:pPr lvl="0" algn="ctr">
                <a:spcBef>
                  <a:spcPct val="0"/>
                </a:spcBef>
                <a:spcAft>
                  <a:spcPct val="0"/>
                </a:spcAft>
              </a:pPr>
              <a:t>34,5</a:t>
            </a:fld>
            <a:endParaRPr lang="pt-BR" sz="1300">
              <a:solidFill>
                <a:schemeClr val="bg1"/>
              </a:solidFill>
            </a:endParaRPr>
          </a:p>
        </p:txBody>
      </p:sp>
      <p:sp>
        <p:nvSpPr>
          <p:cNvPr id="39" name="Retângulo 38">
            <a:extLst>
              <a:ext uri="{FF2B5EF4-FFF2-40B4-BE49-F238E27FC236}">
                <a16:creationId xmlns:a16="http://schemas.microsoft.com/office/drawing/2014/main" id="{C7F50CB5-FDAB-647E-69B0-83F531D30207}"/>
              </a:ext>
            </a:extLst>
          </p:cNvPr>
          <p:cNvSpPr/>
          <p:nvPr>
            <p:custDataLst>
              <p:tags r:id="rId19"/>
            </p:custDataLst>
          </p:nvPr>
        </p:nvSpPr>
        <p:spPr bwMode="auto">
          <a:xfrm>
            <a:off x="2690813" y="6007100"/>
            <a:ext cx="381000" cy="198438"/>
          </a:xfrm>
          <a:prstGeom prst="rect">
            <a:avLst/>
          </a:prstGeom>
          <a:noFill/>
          <a:ln w="12700" cap="flat" cmpd="sng" algn="ctr">
            <a:noFill/>
            <a:prstDash val="solid"/>
            <a:miter lim="400000"/>
            <a:headEnd type="none" w="med" len="med"/>
            <a:tailEnd type="none" w="med" len="med"/>
          </a:ln>
          <a:effectLst/>
          <a:extLst>
            <a:ext uri="{909E8E84-426E-40DD-AFC4-6F175D3DCCD1}">
              <a14:hiddenFill xmlns:a14="http://schemas.microsoft.com/office/drawing/2010/main">
                <a:solidFill>
                  <a:scrgbClr r="0" g="0" b="0"/>
                </a:solidFill>
              </a14:hiddenFill>
            </a:ext>
            <a:ext uri="{91240B29-F687-4F45-9708-019B960494DF}">
              <a14:hiddenLine xmlns:a14="http://schemas.microsoft.com/office/drawing/2010/main" w="12700" cap="flat" cmpd="sng" algn="ctr">
                <a:solidFill>
                  <a:schemeClr val="accent4"/>
                </a:solidFill>
                <a:prstDash val="solid"/>
                <a:miter lim="400000"/>
                <a:headEnd type="none" w="med" len="med"/>
                <a:tailEnd type="none" w="med" len="med"/>
              </a14:hiddenLine>
            </a:ext>
          </a:extLst>
        </p:spPr>
        <p:txBody>
          <a:bodyPr vert="horz" wrap="none" lIns="0" tIns="0" rIns="0" bIns="0" rtlCol="0" anchor="t"/>
          <a:lstStyle/>
          <a:p>
            <a:pPr marL="0" marR="0" lvl="0" indent="0" algn="ctr" defTabSz="914400" rtl="0" eaLnBrk="1" fontAlgn="auto" latinLnBrk="0" hangingPunct="1">
              <a:lnSpc>
                <a:spcPct val="100000"/>
              </a:lnSpc>
              <a:spcBef>
                <a:spcPct val="0"/>
              </a:spcBef>
              <a:spcAft>
                <a:spcPct val="0"/>
              </a:spcAft>
              <a:buClrTx/>
              <a:buSzTx/>
              <a:buFontTx/>
              <a:buNone/>
              <a:tabLst/>
              <a:defRPr/>
            </a:pPr>
            <a:fld id="{A95B2D99-62D6-4E07-8266-05D75CCD564D}" type="datetime'''''''2''''''''''''''''''''0''''2''''''''''''''0'''''">
              <a:rPr kumimoji="0" lang="pt-BR" altLang="en-US" sz="1300" b="0" i="0" u="none" strike="noStrike" kern="1200" cap="none" spc="0" normalizeH="0" baseline="0" noProof="0" smtClean="0">
                <a:ln>
                  <a:noFill/>
                </a:ln>
                <a:solidFill>
                  <a:srgbClr val="071C25"/>
                </a:solidFill>
                <a:effectLst/>
                <a:uLnTx/>
                <a:uFillTx/>
                <a:latin typeface="Arial"/>
                <a:ea typeface="+mn-ea"/>
                <a:cs typeface="+mn-cs"/>
              </a:rPr>
              <a:pPr marL="0" marR="0" lvl="0" indent="0" algn="ctr" defTabSz="914400" rtl="0" eaLnBrk="1" fontAlgn="auto" latinLnBrk="0" hangingPunct="1">
                <a:lnSpc>
                  <a:spcPct val="100000"/>
                </a:lnSpc>
                <a:spcBef>
                  <a:spcPct val="0"/>
                </a:spcBef>
                <a:spcAft>
                  <a:spcPct val="0"/>
                </a:spcAft>
                <a:buClrTx/>
                <a:buSzTx/>
                <a:buFontTx/>
                <a:buNone/>
                <a:tabLst/>
                <a:defRPr/>
              </a:pPr>
              <a:t>2020</a:t>
            </a:fld>
            <a:endParaRPr kumimoji="0" lang="pt-BR" sz="1300" b="0" i="0" u="none" strike="noStrike" kern="1200" cap="none" spc="0" normalizeH="0" baseline="0" noProof="0" err="1">
              <a:ln>
                <a:noFill/>
              </a:ln>
              <a:solidFill>
                <a:srgbClr val="071C25"/>
              </a:solidFill>
              <a:effectLst/>
              <a:uLnTx/>
              <a:uFillTx/>
              <a:latin typeface="Arial"/>
              <a:ea typeface="+mn-ea"/>
              <a:cs typeface="+mn-cs"/>
            </a:endParaRPr>
          </a:p>
        </p:txBody>
      </p:sp>
      <p:sp>
        <p:nvSpPr>
          <p:cNvPr id="79" name="Espaço Reservado para Texto 2">
            <a:extLst>
              <a:ext uri="{FF2B5EF4-FFF2-40B4-BE49-F238E27FC236}">
                <a16:creationId xmlns:a16="http://schemas.microsoft.com/office/drawing/2014/main" id="{AEAF5463-A805-7570-893A-D544CCD412F7}"/>
              </a:ext>
            </a:extLst>
          </p:cNvPr>
          <p:cNvSpPr>
            <a:spLocks noGrp="1"/>
          </p:cNvSpPr>
          <p:nvPr>
            <p:custDataLst>
              <p:tags r:id="rId20"/>
            </p:custDataLst>
          </p:nvPr>
        </p:nvSpPr>
        <p:spPr bwMode="gray">
          <a:xfrm>
            <a:off x="3633788" y="2849563"/>
            <a:ext cx="277813" cy="198438"/>
          </a:xfrm>
          <a:prstGeom prst="rect">
            <a:avLst/>
          </a:prstGeom>
          <a:noFill/>
          <a:ln>
            <a:noFill/>
          </a:ln>
          <a:effectLst/>
          <a:extLst>
            <a:ext uri="{909E8E84-426E-40DD-AFC4-6F175D3DCCD1}">
              <a14:hiddenFill xmlns:a14="http://schemas.microsoft.com/office/drawing/2010/main">
                <a:solidFill>
                  <a:schemeClr val="accent2"/>
                </a:solidFill>
              </a14:hiddenFill>
            </a:ext>
          </a:extLst>
        </p:spPr>
        <p:txBody>
          <a:bodyPr vert="horz" wrap="none" lIns="23813" tIns="0" rIns="23813" bIns="0" rtlCol="0" anchor="ctr">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lgn="ctr">
              <a:spcBef>
                <a:spcPct val="0"/>
              </a:spcBef>
              <a:spcAft>
                <a:spcPct val="0"/>
              </a:spcAft>
            </a:pPr>
            <a:fld id="{9E594F5A-6FFE-4BE5-A837-7D240FA50ABA}" type="datetime'''''''''''''''6'''',''''''''''''''''''''''''''''''2'''">
              <a:rPr lang="pt-BR" altLang="en-US" sz="1300" smtClean="0"/>
              <a:pPr lvl="0" algn="ctr">
                <a:spcBef>
                  <a:spcPct val="0"/>
                </a:spcBef>
                <a:spcAft>
                  <a:spcPct val="0"/>
                </a:spcAft>
              </a:pPr>
              <a:t>6,2</a:t>
            </a:fld>
            <a:endParaRPr lang="pt-BR" sz="1300"/>
          </a:p>
        </p:txBody>
      </p:sp>
      <p:sp>
        <p:nvSpPr>
          <p:cNvPr id="67" name="Espaço Reservado para Texto 2">
            <a:extLst>
              <a:ext uri="{FF2B5EF4-FFF2-40B4-BE49-F238E27FC236}">
                <a16:creationId xmlns:a16="http://schemas.microsoft.com/office/drawing/2014/main" id="{C4645A4F-1589-1C1C-4AE3-256933375935}"/>
              </a:ext>
            </a:extLst>
          </p:cNvPr>
          <p:cNvSpPr>
            <a:spLocks noGrp="1"/>
          </p:cNvSpPr>
          <p:nvPr>
            <p:custDataLst>
              <p:tags r:id="rId21"/>
            </p:custDataLst>
          </p:nvPr>
        </p:nvSpPr>
        <p:spPr bwMode="gray">
          <a:xfrm>
            <a:off x="3587750" y="4459288"/>
            <a:ext cx="369888" cy="198438"/>
          </a:xfrm>
          <a:prstGeom prst="rect">
            <a:avLst/>
          </a:prstGeom>
          <a:noFill/>
          <a:ln>
            <a:noFill/>
          </a:ln>
          <a:effectLst/>
          <a:extLst>
            <a:ext uri="{909E8E84-426E-40DD-AFC4-6F175D3DCCD1}">
              <a14:hiddenFill xmlns:a14="http://schemas.microsoft.com/office/drawing/2010/main">
                <a:solidFill>
                  <a:schemeClr val="accent2"/>
                </a:solidFill>
              </a14:hiddenFill>
            </a:ext>
          </a:extLst>
        </p:spPr>
        <p:txBody>
          <a:bodyPr vert="horz" wrap="none" lIns="23813" tIns="0" rIns="23813" bIns="0" rtlCol="0" anchor="ctr">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lgn="ctr">
              <a:spcBef>
                <a:spcPct val="0"/>
              </a:spcBef>
              <a:spcAft>
                <a:spcPct val="0"/>
              </a:spcAft>
            </a:pPr>
            <a:fld id="{21C41E55-811A-4BE6-A7D3-CE9EFD0C571E}" type="datetime'3''''''''''''''''''''''9'''''''',''''''''''''''''''''7'">
              <a:rPr lang="pt-BR" altLang="en-US" sz="1300" smtClean="0">
                <a:solidFill>
                  <a:schemeClr val="bg1"/>
                </a:solidFill>
              </a:rPr>
              <a:pPr lvl="0" algn="ctr">
                <a:spcBef>
                  <a:spcPct val="0"/>
                </a:spcBef>
                <a:spcAft>
                  <a:spcPct val="0"/>
                </a:spcAft>
              </a:pPr>
              <a:t>39,7</a:t>
            </a:fld>
            <a:endParaRPr lang="pt-BR" sz="1300">
              <a:solidFill>
                <a:schemeClr val="bg1"/>
              </a:solidFill>
            </a:endParaRPr>
          </a:p>
        </p:txBody>
      </p:sp>
      <p:sp>
        <p:nvSpPr>
          <p:cNvPr id="45" name="Retângulo 44">
            <a:extLst>
              <a:ext uri="{FF2B5EF4-FFF2-40B4-BE49-F238E27FC236}">
                <a16:creationId xmlns:a16="http://schemas.microsoft.com/office/drawing/2014/main" id="{187D45A3-7CB2-6615-05D4-CFD1E654C2AC}"/>
              </a:ext>
            </a:extLst>
          </p:cNvPr>
          <p:cNvSpPr/>
          <p:nvPr>
            <p:custDataLst>
              <p:tags r:id="rId22"/>
            </p:custDataLst>
          </p:nvPr>
        </p:nvSpPr>
        <p:spPr bwMode="auto">
          <a:xfrm>
            <a:off x="3581400" y="6007100"/>
            <a:ext cx="381000" cy="198438"/>
          </a:xfrm>
          <a:prstGeom prst="rect">
            <a:avLst/>
          </a:prstGeom>
          <a:noFill/>
          <a:ln w="12700" cap="flat" cmpd="sng" algn="ctr">
            <a:noFill/>
            <a:prstDash val="solid"/>
            <a:miter lim="400000"/>
            <a:headEnd type="none" w="med" len="med"/>
            <a:tailEnd type="none" w="med" len="med"/>
          </a:ln>
          <a:effectLst/>
          <a:extLst>
            <a:ext uri="{909E8E84-426E-40DD-AFC4-6F175D3DCCD1}">
              <a14:hiddenFill xmlns:a14="http://schemas.microsoft.com/office/drawing/2010/main">
                <a:solidFill>
                  <a:scrgbClr r="0" g="0" b="0"/>
                </a:solidFill>
              </a14:hiddenFill>
            </a:ext>
            <a:ext uri="{91240B29-F687-4F45-9708-019B960494DF}">
              <a14:hiddenLine xmlns:a14="http://schemas.microsoft.com/office/drawing/2010/main" w="12700" cap="flat" cmpd="sng" algn="ctr">
                <a:solidFill>
                  <a:schemeClr val="accent4"/>
                </a:solidFill>
                <a:prstDash val="solid"/>
                <a:miter lim="400000"/>
                <a:headEnd type="none" w="med" len="med"/>
                <a:tailEnd type="none" w="med" len="med"/>
              </a14:hiddenLine>
            </a:ext>
          </a:extLst>
        </p:spPr>
        <p:txBody>
          <a:bodyPr vert="horz" wrap="none" lIns="0" tIns="0" rIns="0" bIns="0" rtlCol="0" anchor="t"/>
          <a:lstStyle/>
          <a:p>
            <a:pPr marL="0" marR="0" lvl="0" indent="0" algn="ctr" defTabSz="914400" rtl="0" eaLnBrk="1" fontAlgn="auto" latinLnBrk="0" hangingPunct="1">
              <a:lnSpc>
                <a:spcPct val="100000"/>
              </a:lnSpc>
              <a:spcBef>
                <a:spcPct val="0"/>
              </a:spcBef>
              <a:spcAft>
                <a:spcPct val="0"/>
              </a:spcAft>
              <a:buClrTx/>
              <a:buSzTx/>
              <a:buFontTx/>
              <a:buNone/>
              <a:tabLst/>
              <a:defRPr/>
            </a:pPr>
            <a:fld id="{6C10D726-E243-4D98-A467-BA607958E3C3}" type="datetime'''''''''''2''''''''''''''''0''''2''''''''1'''''''''''">
              <a:rPr kumimoji="0" lang="pt-BR" altLang="en-US" sz="1300" b="0" i="0" u="none" strike="noStrike" kern="1200" cap="none" spc="0" normalizeH="0" baseline="0" noProof="0" smtClean="0">
                <a:ln>
                  <a:noFill/>
                </a:ln>
                <a:solidFill>
                  <a:srgbClr val="071C25"/>
                </a:solidFill>
                <a:effectLst/>
                <a:uLnTx/>
                <a:uFillTx/>
                <a:latin typeface="Arial"/>
                <a:ea typeface="+mn-ea"/>
                <a:cs typeface="+mn-cs"/>
              </a:rPr>
              <a:pPr marL="0" marR="0" lvl="0" indent="0" algn="ctr" defTabSz="914400" rtl="0" eaLnBrk="1" fontAlgn="auto" latinLnBrk="0" hangingPunct="1">
                <a:lnSpc>
                  <a:spcPct val="100000"/>
                </a:lnSpc>
                <a:spcBef>
                  <a:spcPct val="0"/>
                </a:spcBef>
                <a:spcAft>
                  <a:spcPct val="0"/>
                </a:spcAft>
                <a:buClrTx/>
                <a:buSzTx/>
                <a:buFontTx/>
                <a:buNone/>
                <a:tabLst/>
                <a:defRPr/>
              </a:pPr>
              <a:t>2021</a:t>
            </a:fld>
            <a:endParaRPr kumimoji="0" lang="pt-BR" sz="1300" b="0" i="0" u="none" strike="noStrike" kern="1200" cap="none" spc="0" normalizeH="0" baseline="0" noProof="0" err="1">
              <a:ln>
                <a:noFill/>
              </a:ln>
              <a:solidFill>
                <a:srgbClr val="071C25"/>
              </a:solidFill>
              <a:effectLst/>
              <a:uLnTx/>
              <a:uFillTx/>
              <a:latin typeface="Arial"/>
              <a:ea typeface="+mn-ea"/>
              <a:cs typeface="+mn-cs"/>
            </a:endParaRPr>
          </a:p>
        </p:txBody>
      </p:sp>
      <p:sp>
        <p:nvSpPr>
          <p:cNvPr id="49" name="Retângulo 48">
            <a:extLst>
              <a:ext uri="{FF2B5EF4-FFF2-40B4-BE49-F238E27FC236}">
                <a16:creationId xmlns:a16="http://schemas.microsoft.com/office/drawing/2014/main" id="{6E25FC7A-AED3-2A60-B544-BE902DCDA815}"/>
              </a:ext>
            </a:extLst>
          </p:cNvPr>
          <p:cNvSpPr/>
          <p:nvPr>
            <p:custDataLst>
              <p:tags r:id="rId23"/>
            </p:custDataLst>
          </p:nvPr>
        </p:nvSpPr>
        <p:spPr bwMode="auto">
          <a:xfrm>
            <a:off x="5334000" y="6007100"/>
            <a:ext cx="436563" cy="198438"/>
          </a:xfrm>
          <a:prstGeom prst="rect">
            <a:avLst/>
          </a:prstGeom>
          <a:noFill/>
          <a:ln w="12700" cap="flat" cmpd="sng" algn="ctr">
            <a:noFill/>
            <a:prstDash val="solid"/>
            <a:miter lim="400000"/>
            <a:headEnd type="none" w="med" len="med"/>
            <a:tailEnd type="none" w="med" len="med"/>
          </a:ln>
          <a:effectLst/>
          <a:extLst>
            <a:ext uri="{909E8E84-426E-40DD-AFC4-6F175D3DCCD1}">
              <a14:hiddenFill xmlns:a14="http://schemas.microsoft.com/office/drawing/2010/main">
                <a:solidFill>
                  <a:scrgbClr r="0" g="0" b="0"/>
                </a:solidFill>
              </a14:hiddenFill>
            </a:ext>
            <a:ext uri="{91240B29-F687-4F45-9708-019B960494DF}">
              <a14:hiddenLine xmlns:a14="http://schemas.microsoft.com/office/drawing/2010/main" w="12700" cap="flat" cmpd="sng" algn="ctr">
                <a:solidFill>
                  <a:schemeClr val="accent4"/>
                </a:solidFill>
                <a:prstDash val="solid"/>
                <a:miter lim="400000"/>
                <a:headEnd type="none" w="med" len="med"/>
                <a:tailEnd type="none" w="med" len="med"/>
              </a14:hiddenLine>
            </a:ext>
          </a:extLst>
        </p:spPr>
        <p:txBody>
          <a:bodyPr vert="horz" wrap="none" lIns="0" tIns="0" rIns="0" bIns="0" rtlCol="0" anchor="t"/>
          <a:lstStyle/>
          <a:p>
            <a:pPr marL="0" marR="0" lvl="0" indent="0" algn="ctr" defTabSz="914400" rtl="0" eaLnBrk="1" fontAlgn="auto" latinLnBrk="0" hangingPunct="1">
              <a:lnSpc>
                <a:spcPct val="100000"/>
              </a:lnSpc>
              <a:spcBef>
                <a:spcPct val="0"/>
              </a:spcBef>
              <a:spcAft>
                <a:spcPct val="0"/>
              </a:spcAft>
              <a:buClrTx/>
              <a:buSzTx/>
              <a:buFontTx/>
              <a:buNone/>
              <a:tabLst/>
              <a:defRPr/>
            </a:pPr>
            <a:fld id="{E5DFA2C0-CCFD-40CC-BDD6-4292E2705B3B}" type="datetime'''''''2''0''''''''''''''''''23'''">
              <a:rPr kumimoji="0" lang="pt-BR" altLang="en-US" sz="1300" b="0" i="0" u="none" strike="noStrike" kern="1200" cap="none" spc="0" normalizeH="0" baseline="0" noProof="0" smtClean="0">
                <a:ln>
                  <a:noFill/>
                </a:ln>
                <a:solidFill>
                  <a:srgbClr val="071C25"/>
                </a:solidFill>
                <a:effectLst/>
                <a:uLnTx/>
                <a:uFillTx/>
                <a:latin typeface="Arial"/>
                <a:ea typeface="+mn-ea"/>
                <a:cs typeface="+mn-cs"/>
              </a:rPr>
              <a:pPr marL="0" marR="0" lvl="0" indent="0" algn="ctr" defTabSz="914400" rtl="0" eaLnBrk="1" fontAlgn="auto" latinLnBrk="0" hangingPunct="1">
                <a:lnSpc>
                  <a:spcPct val="100000"/>
                </a:lnSpc>
                <a:spcBef>
                  <a:spcPct val="0"/>
                </a:spcBef>
                <a:spcAft>
                  <a:spcPct val="0"/>
                </a:spcAft>
                <a:buClrTx/>
                <a:buSzTx/>
                <a:buFontTx/>
                <a:buNone/>
                <a:tabLst/>
                <a:defRPr/>
              </a:pPr>
              <a:t>2023</a:t>
            </a:fld>
            <a:r>
              <a:rPr kumimoji="0" lang="pt-BR" altLang="en-US" sz="1300" b="0" i="0" u="none" strike="noStrike" kern="1200" cap="none" spc="0" normalizeH="0" baseline="0" noProof="0">
                <a:ln>
                  <a:noFill/>
                </a:ln>
                <a:solidFill>
                  <a:srgbClr val="071C25"/>
                </a:solidFill>
                <a:effectLst/>
                <a:uLnTx/>
                <a:uFillTx/>
                <a:latin typeface="Arial"/>
                <a:ea typeface="+mn-ea"/>
                <a:cs typeface="+mn-cs"/>
              </a:rPr>
              <a:t>¹</a:t>
            </a:r>
            <a:endParaRPr kumimoji="0" lang="pt-BR" sz="1300" b="0" i="0" u="none" strike="noStrike" kern="1200" cap="none" spc="0" normalizeH="0" baseline="0" noProof="0">
              <a:ln>
                <a:noFill/>
              </a:ln>
              <a:solidFill>
                <a:srgbClr val="071C25"/>
              </a:solidFill>
              <a:effectLst/>
              <a:uLnTx/>
              <a:uFillTx/>
              <a:latin typeface="Arial"/>
              <a:ea typeface="+mn-ea"/>
              <a:cs typeface="+mn-cs"/>
            </a:endParaRPr>
          </a:p>
        </p:txBody>
      </p:sp>
      <p:sp>
        <p:nvSpPr>
          <p:cNvPr id="46" name="Retângulo 45">
            <a:extLst>
              <a:ext uri="{FF2B5EF4-FFF2-40B4-BE49-F238E27FC236}">
                <a16:creationId xmlns:a16="http://schemas.microsoft.com/office/drawing/2014/main" id="{383218C9-D7FE-81E2-0EBC-B1E2002A9E4B}"/>
              </a:ext>
            </a:extLst>
          </p:cNvPr>
          <p:cNvSpPr/>
          <p:nvPr>
            <p:custDataLst>
              <p:tags r:id="rId24"/>
            </p:custDataLst>
          </p:nvPr>
        </p:nvSpPr>
        <p:spPr bwMode="auto">
          <a:xfrm>
            <a:off x="4443413" y="6007100"/>
            <a:ext cx="436563" cy="198438"/>
          </a:xfrm>
          <a:prstGeom prst="rect">
            <a:avLst/>
          </a:prstGeom>
          <a:noFill/>
          <a:ln w="12700" cap="flat" cmpd="sng" algn="ctr">
            <a:noFill/>
            <a:prstDash val="solid"/>
            <a:miter lim="400000"/>
            <a:headEnd type="none" w="med" len="med"/>
            <a:tailEnd type="none" w="med" len="med"/>
          </a:ln>
          <a:effectLst/>
          <a:extLst>
            <a:ext uri="{909E8E84-426E-40DD-AFC4-6F175D3DCCD1}">
              <a14:hiddenFill xmlns:a14="http://schemas.microsoft.com/office/drawing/2010/main">
                <a:solidFill>
                  <a:scrgbClr r="0" g="0" b="0"/>
                </a:solidFill>
              </a14:hiddenFill>
            </a:ext>
            <a:ext uri="{91240B29-F687-4F45-9708-019B960494DF}">
              <a14:hiddenLine xmlns:a14="http://schemas.microsoft.com/office/drawing/2010/main" w="12700" cap="flat" cmpd="sng" algn="ctr">
                <a:solidFill>
                  <a:schemeClr val="accent4"/>
                </a:solidFill>
                <a:prstDash val="solid"/>
                <a:miter lim="400000"/>
                <a:headEnd type="none" w="med" len="med"/>
                <a:tailEnd type="none" w="med" len="med"/>
              </a14:hiddenLine>
            </a:ext>
          </a:extLst>
        </p:spPr>
        <p:txBody>
          <a:bodyPr vert="horz" wrap="none" lIns="0" tIns="0" rIns="0" bIns="0" rtlCol="0" anchor="t"/>
          <a:lstStyle/>
          <a:p>
            <a:pPr marL="0" marR="0" lvl="0" indent="0" algn="ctr" defTabSz="914400" rtl="0" eaLnBrk="1" fontAlgn="auto" latinLnBrk="0" hangingPunct="1">
              <a:lnSpc>
                <a:spcPct val="100000"/>
              </a:lnSpc>
              <a:spcBef>
                <a:spcPct val="0"/>
              </a:spcBef>
              <a:spcAft>
                <a:spcPct val="0"/>
              </a:spcAft>
              <a:buClrTx/>
              <a:buSzTx/>
              <a:buFontTx/>
              <a:buNone/>
              <a:tabLst/>
              <a:defRPr/>
            </a:pPr>
            <a:fld id="{8708E9E4-0B36-45D8-AA0F-058A335E388C}" type="datetime'''''''''''''''''''''20''''''2''''''''''''''''2'''''''''''''''">
              <a:rPr kumimoji="0" lang="pt-BR" altLang="en-US" sz="1300" b="0" i="0" u="none" strike="noStrike" kern="1200" cap="none" spc="0" normalizeH="0" baseline="0" noProof="0" smtClean="0">
                <a:ln>
                  <a:noFill/>
                </a:ln>
                <a:solidFill>
                  <a:srgbClr val="071C25"/>
                </a:solidFill>
                <a:effectLst/>
                <a:uLnTx/>
                <a:uFillTx/>
                <a:latin typeface="Arial"/>
                <a:ea typeface="+mn-ea"/>
                <a:cs typeface="+mn-cs"/>
              </a:rPr>
              <a:pPr marL="0" marR="0" lvl="0" indent="0" algn="ctr" defTabSz="914400" rtl="0" eaLnBrk="1" fontAlgn="auto" latinLnBrk="0" hangingPunct="1">
                <a:lnSpc>
                  <a:spcPct val="100000"/>
                </a:lnSpc>
                <a:spcBef>
                  <a:spcPct val="0"/>
                </a:spcBef>
                <a:spcAft>
                  <a:spcPct val="0"/>
                </a:spcAft>
                <a:buClrTx/>
                <a:buSzTx/>
                <a:buFontTx/>
                <a:buNone/>
                <a:tabLst/>
                <a:defRPr/>
              </a:pPr>
              <a:t>2022</a:t>
            </a:fld>
            <a:r>
              <a:rPr kumimoji="0" lang="pt-BR" altLang="en-US" sz="1300" b="0" i="0" u="none" strike="noStrike" kern="1200" cap="none" spc="0" normalizeH="0" baseline="0" noProof="0">
                <a:ln>
                  <a:noFill/>
                </a:ln>
                <a:solidFill>
                  <a:srgbClr val="071C25"/>
                </a:solidFill>
                <a:effectLst/>
                <a:uLnTx/>
                <a:uFillTx/>
                <a:latin typeface="Arial"/>
                <a:ea typeface="+mn-ea"/>
                <a:cs typeface="+mn-cs"/>
              </a:rPr>
              <a:t>¹</a:t>
            </a:r>
            <a:endParaRPr kumimoji="0" lang="pt-BR" sz="1300" b="0" i="0" u="none" strike="noStrike" kern="1200" cap="none" spc="0" normalizeH="0" baseline="0" noProof="0">
              <a:ln>
                <a:noFill/>
              </a:ln>
              <a:solidFill>
                <a:srgbClr val="071C25"/>
              </a:solidFill>
              <a:effectLst/>
              <a:uLnTx/>
              <a:uFillTx/>
              <a:latin typeface="Arial"/>
              <a:ea typeface="+mn-ea"/>
              <a:cs typeface="+mn-cs"/>
            </a:endParaRPr>
          </a:p>
        </p:txBody>
      </p:sp>
      <p:sp>
        <p:nvSpPr>
          <p:cNvPr id="235" name="Retângulo 234">
            <a:extLst>
              <a:ext uri="{FF2B5EF4-FFF2-40B4-BE49-F238E27FC236}">
                <a16:creationId xmlns:a16="http://schemas.microsoft.com/office/drawing/2014/main" id="{36A94358-A0E8-259B-D6C8-FA6D57BEF8C3}"/>
              </a:ext>
            </a:extLst>
          </p:cNvPr>
          <p:cNvSpPr/>
          <p:nvPr>
            <p:custDataLst>
              <p:tags r:id="rId25"/>
            </p:custDataLst>
          </p:nvPr>
        </p:nvSpPr>
        <p:spPr bwMode="gray">
          <a:xfrm>
            <a:off x="917575" y="3255963"/>
            <a:ext cx="369888" cy="177800"/>
          </a:xfrm>
          <a:prstGeom prst="rect">
            <a:avLst/>
          </a:prstGeom>
          <a:noFill/>
          <a:ln w="12700" cap="flat" cmpd="sng" algn="ctr">
            <a:noFill/>
            <a:prstDash val="solid"/>
            <a:miter lim="400000"/>
            <a:headEnd type="none" w="med" len="med"/>
            <a:tailEnd type="none" w="med" len="med"/>
          </a:ln>
          <a:effectLst/>
          <a:extLst>
            <a:ext uri="{909E8E84-426E-40DD-AFC4-6F175D3DCCD1}">
              <a14:hiddenFill xmlns:a14="http://schemas.microsoft.com/office/drawing/2010/main">
                <a:solidFill>
                  <a:scrgbClr r="0" g="0" b="0"/>
                </a:solidFill>
              </a14:hiddenFill>
            </a:ext>
            <a:ext uri="{91240B29-F687-4F45-9708-019B960494DF}">
              <a14:hiddenLine xmlns:a14="http://schemas.microsoft.com/office/drawing/2010/main" w="12700" cap="flat" cmpd="sng" algn="ctr">
                <a:solidFill>
                  <a:schemeClr val="accent4"/>
                </a:solidFill>
                <a:prstDash val="solid"/>
                <a:miter lim="400000"/>
                <a:headEnd type="none" w="med" len="med"/>
                <a:tailEnd type="none" w="med" len="med"/>
              </a14:hiddenLine>
            </a:ext>
          </a:extLst>
        </p:spPr>
        <p:txBody>
          <a:bodyPr vert="horz" wrap="none" lIns="23813" tIns="0" rIns="23813" bIns="0" rtlCol="0" anchor="b"/>
          <a:lstStyle/>
          <a:p>
            <a:pPr lvl="0" algn="ctr">
              <a:lnSpc>
                <a:spcPct val="90000"/>
              </a:lnSpc>
              <a:spcBef>
                <a:spcPct val="0"/>
              </a:spcBef>
              <a:spcAft>
                <a:spcPct val="0"/>
              </a:spcAft>
              <a:defRPr/>
            </a:pPr>
            <a:fld id="{FD082D92-B8EE-4DC8-9BBF-59875DCE64D0}" type="datetime'3''''''''5'''''''''''''''''''''',''''''''''5'''''''''">
              <a:rPr lang="pt-BR" altLang="en-US" sz="1300" smtClean="0">
                <a:solidFill>
                  <a:srgbClr val="071C25"/>
                </a:solidFill>
              </a:rPr>
              <a:pPr lvl="0" algn="ctr">
                <a:lnSpc>
                  <a:spcPct val="90000"/>
                </a:lnSpc>
                <a:spcBef>
                  <a:spcPct val="0"/>
                </a:spcBef>
                <a:spcAft>
                  <a:spcPct val="0"/>
                </a:spcAft>
                <a:defRPr/>
              </a:pPr>
              <a:t>35,5</a:t>
            </a:fld>
            <a:endParaRPr kumimoji="0" lang="pt-BR" sz="1300" b="0" i="0" strike="noStrike" kern="1200" cap="none" spc="0" normalizeH="0" baseline="0" noProof="0">
              <a:ln>
                <a:noFill/>
              </a:ln>
              <a:solidFill>
                <a:srgbClr val="071C25"/>
              </a:solidFill>
              <a:effectLst/>
              <a:uLnTx/>
              <a:uFillTx/>
            </a:endParaRPr>
          </a:p>
        </p:txBody>
      </p:sp>
      <p:sp>
        <p:nvSpPr>
          <p:cNvPr id="236" name="Retângulo 235">
            <a:extLst>
              <a:ext uri="{FF2B5EF4-FFF2-40B4-BE49-F238E27FC236}">
                <a16:creationId xmlns:a16="http://schemas.microsoft.com/office/drawing/2014/main" id="{EC9A4C2C-2250-86E4-7597-7A650CC907D8}"/>
              </a:ext>
            </a:extLst>
          </p:cNvPr>
          <p:cNvSpPr/>
          <p:nvPr>
            <p:custDataLst>
              <p:tags r:id="rId26"/>
            </p:custDataLst>
          </p:nvPr>
        </p:nvSpPr>
        <p:spPr bwMode="gray">
          <a:xfrm>
            <a:off x="1808163" y="3203575"/>
            <a:ext cx="369888" cy="177800"/>
          </a:xfrm>
          <a:prstGeom prst="rect">
            <a:avLst/>
          </a:prstGeom>
          <a:noFill/>
          <a:ln w="12700" cap="flat" cmpd="sng" algn="ctr">
            <a:noFill/>
            <a:prstDash val="solid"/>
            <a:miter lim="400000"/>
            <a:headEnd type="none" w="med" len="med"/>
            <a:tailEnd type="none" w="med" len="med"/>
          </a:ln>
          <a:effectLst/>
          <a:extLst>
            <a:ext uri="{909E8E84-426E-40DD-AFC4-6F175D3DCCD1}">
              <a14:hiddenFill xmlns:a14="http://schemas.microsoft.com/office/drawing/2010/main">
                <a:solidFill>
                  <a:scrgbClr r="0" g="0" b="0"/>
                </a:solidFill>
              </a14:hiddenFill>
            </a:ext>
            <a:ext uri="{91240B29-F687-4F45-9708-019B960494DF}">
              <a14:hiddenLine xmlns:a14="http://schemas.microsoft.com/office/drawing/2010/main" w="12700" cap="flat" cmpd="sng" algn="ctr">
                <a:solidFill>
                  <a:schemeClr val="accent4"/>
                </a:solidFill>
                <a:prstDash val="solid"/>
                <a:miter lim="400000"/>
                <a:headEnd type="none" w="med" len="med"/>
                <a:tailEnd type="none" w="med" len="med"/>
              </a14:hiddenLine>
            </a:ext>
          </a:extLst>
        </p:spPr>
        <p:txBody>
          <a:bodyPr vert="horz" wrap="none" lIns="23813" tIns="0" rIns="23813" bIns="0" rtlCol="0" anchor="b"/>
          <a:lstStyle/>
          <a:p>
            <a:pPr lvl="0" algn="ctr">
              <a:lnSpc>
                <a:spcPct val="90000"/>
              </a:lnSpc>
              <a:spcBef>
                <a:spcPct val="0"/>
              </a:spcBef>
              <a:spcAft>
                <a:spcPct val="0"/>
              </a:spcAft>
              <a:defRPr/>
            </a:pPr>
            <a:fld id="{BFA7447A-B168-4D8D-99F8-B38B0078713C}" type="datetime'''''''''''''''''''''''''''''3''''''''''6'''''',''''''''2'">
              <a:rPr lang="pt-BR" altLang="en-US" sz="1300" smtClean="0">
                <a:solidFill>
                  <a:srgbClr val="071C25"/>
                </a:solidFill>
              </a:rPr>
              <a:pPr lvl="0" algn="ctr">
                <a:lnSpc>
                  <a:spcPct val="90000"/>
                </a:lnSpc>
                <a:spcBef>
                  <a:spcPct val="0"/>
                </a:spcBef>
                <a:spcAft>
                  <a:spcPct val="0"/>
                </a:spcAft>
                <a:defRPr/>
              </a:pPr>
              <a:t>36,2</a:t>
            </a:fld>
            <a:endParaRPr kumimoji="0" lang="pt-BR" sz="1300" b="0" i="0" strike="noStrike" kern="1200" cap="none" spc="0" normalizeH="0" baseline="0" noProof="0" err="1">
              <a:ln>
                <a:noFill/>
              </a:ln>
              <a:solidFill>
                <a:srgbClr val="071C25"/>
              </a:solidFill>
              <a:effectLst/>
              <a:uLnTx/>
              <a:uFillTx/>
            </a:endParaRPr>
          </a:p>
        </p:txBody>
      </p:sp>
      <p:sp>
        <p:nvSpPr>
          <p:cNvPr id="237" name="Retângulo 236">
            <a:extLst>
              <a:ext uri="{FF2B5EF4-FFF2-40B4-BE49-F238E27FC236}">
                <a16:creationId xmlns:a16="http://schemas.microsoft.com/office/drawing/2014/main" id="{2389543B-FCFF-E2CC-FC53-E368EACBD39E}"/>
              </a:ext>
            </a:extLst>
          </p:cNvPr>
          <p:cNvSpPr/>
          <p:nvPr>
            <p:custDataLst>
              <p:tags r:id="rId27"/>
            </p:custDataLst>
          </p:nvPr>
        </p:nvSpPr>
        <p:spPr bwMode="gray">
          <a:xfrm>
            <a:off x="2697163" y="2900363"/>
            <a:ext cx="369888" cy="177800"/>
          </a:xfrm>
          <a:prstGeom prst="rect">
            <a:avLst/>
          </a:prstGeom>
          <a:noFill/>
          <a:ln w="12700" cap="flat" cmpd="sng" algn="ctr">
            <a:noFill/>
            <a:prstDash val="solid"/>
            <a:miter lim="400000"/>
            <a:headEnd type="none" w="med" len="med"/>
            <a:tailEnd type="none" w="med" len="med"/>
          </a:ln>
          <a:effectLst/>
          <a:extLst>
            <a:ext uri="{909E8E84-426E-40DD-AFC4-6F175D3DCCD1}">
              <a14:hiddenFill xmlns:a14="http://schemas.microsoft.com/office/drawing/2010/main">
                <a:solidFill>
                  <a:scrgbClr r="0" g="0" b="0"/>
                </a:solidFill>
              </a14:hiddenFill>
            </a:ext>
            <a:ext uri="{91240B29-F687-4F45-9708-019B960494DF}">
              <a14:hiddenLine xmlns:a14="http://schemas.microsoft.com/office/drawing/2010/main" w="12700" cap="flat" cmpd="sng" algn="ctr">
                <a:solidFill>
                  <a:schemeClr val="accent4"/>
                </a:solidFill>
                <a:prstDash val="solid"/>
                <a:miter lim="400000"/>
                <a:headEnd type="none" w="med" len="med"/>
                <a:tailEnd type="none" w="med" len="med"/>
              </a14:hiddenLine>
            </a:ext>
          </a:extLst>
        </p:spPr>
        <p:txBody>
          <a:bodyPr vert="horz" wrap="none" lIns="23813" tIns="0" rIns="23813" bIns="0" rtlCol="0" anchor="b"/>
          <a:lstStyle/>
          <a:p>
            <a:pPr lvl="0" algn="ctr">
              <a:lnSpc>
                <a:spcPct val="90000"/>
              </a:lnSpc>
              <a:spcBef>
                <a:spcPct val="0"/>
              </a:spcBef>
              <a:spcAft>
                <a:spcPct val="0"/>
              </a:spcAft>
              <a:defRPr/>
            </a:pPr>
            <a:fld id="{EA9F5B09-6F59-4DC1-A86D-2B72866E5E63}" type="datetime'''''''''''''''''''''''''4''''''''''''''''''''''0'',6'''''">
              <a:rPr lang="pt-BR" altLang="en-US" sz="1300" smtClean="0">
                <a:solidFill>
                  <a:srgbClr val="071C25"/>
                </a:solidFill>
              </a:rPr>
              <a:pPr lvl="0" algn="ctr">
                <a:lnSpc>
                  <a:spcPct val="90000"/>
                </a:lnSpc>
                <a:spcBef>
                  <a:spcPct val="0"/>
                </a:spcBef>
                <a:spcAft>
                  <a:spcPct val="0"/>
                </a:spcAft>
                <a:defRPr/>
              </a:pPr>
              <a:t>40,6</a:t>
            </a:fld>
            <a:endParaRPr kumimoji="0" lang="pt-BR" sz="1300" b="0" i="0" strike="noStrike" kern="1200" cap="none" spc="0" normalizeH="0" baseline="0" noProof="0" err="1">
              <a:ln>
                <a:noFill/>
              </a:ln>
              <a:solidFill>
                <a:srgbClr val="071C25"/>
              </a:solidFill>
              <a:effectLst/>
              <a:uLnTx/>
              <a:uFillTx/>
            </a:endParaRPr>
          </a:p>
        </p:txBody>
      </p:sp>
      <p:sp>
        <p:nvSpPr>
          <p:cNvPr id="238" name="Retângulo 237">
            <a:extLst>
              <a:ext uri="{FF2B5EF4-FFF2-40B4-BE49-F238E27FC236}">
                <a16:creationId xmlns:a16="http://schemas.microsoft.com/office/drawing/2014/main" id="{BBE3B1EB-EE99-B0ED-5225-FBC78346F4B3}"/>
              </a:ext>
            </a:extLst>
          </p:cNvPr>
          <p:cNvSpPr/>
          <p:nvPr>
            <p:custDataLst>
              <p:tags r:id="rId28"/>
            </p:custDataLst>
          </p:nvPr>
        </p:nvSpPr>
        <p:spPr bwMode="gray">
          <a:xfrm>
            <a:off x="3587750" y="2528888"/>
            <a:ext cx="369888" cy="177800"/>
          </a:xfrm>
          <a:prstGeom prst="rect">
            <a:avLst/>
          </a:prstGeom>
          <a:noFill/>
          <a:ln w="12700" cap="flat" cmpd="sng" algn="ctr">
            <a:noFill/>
            <a:prstDash val="solid"/>
            <a:miter lim="400000"/>
            <a:headEnd type="none" w="med" len="med"/>
            <a:tailEnd type="none" w="med" len="med"/>
          </a:ln>
          <a:effectLst/>
          <a:extLst>
            <a:ext uri="{909E8E84-426E-40DD-AFC4-6F175D3DCCD1}">
              <a14:hiddenFill xmlns:a14="http://schemas.microsoft.com/office/drawing/2010/main">
                <a:solidFill>
                  <a:scrgbClr r="0" g="0" b="0"/>
                </a:solidFill>
              </a14:hiddenFill>
            </a:ext>
            <a:ext uri="{91240B29-F687-4F45-9708-019B960494DF}">
              <a14:hiddenLine xmlns:a14="http://schemas.microsoft.com/office/drawing/2010/main" w="12700" cap="flat" cmpd="sng" algn="ctr">
                <a:solidFill>
                  <a:schemeClr val="accent4"/>
                </a:solidFill>
                <a:prstDash val="solid"/>
                <a:miter lim="400000"/>
                <a:headEnd type="none" w="med" len="med"/>
                <a:tailEnd type="none" w="med" len="med"/>
              </a14:hiddenLine>
            </a:ext>
          </a:extLst>
        </p:spPr>
        <p:txBody>
          <a:bodyPr vert="horz" wrap="none" lIns="23813" tIns="0" rIns="23813" bIns="0" rtlCol="0" anchor="b"/>
          <a:lstStyle/>
          <a:p>
            <a:pPr lvl="0" algn="ctr">
              <a:lnSpc>
                <a:spcPct val="90000"/>
              </a:lnSpc>
              <a:spcBef>
                <a:spcPct val="0"/>
              </a:spcBef>
              <a:spcAft>
                <a:spcPct val="0"/>
              </a:spcAft>
              <a:defRPr/>
            </a:pPr>
            <a:fld id="{37B8A9D7-6E14-43D5-9EA6-796E630C3A6D}" type="datetime'4''''''''''''''''''''''''''5'',''''''''''''''9'''''''''''''">
              <a:rPr lang="pt-BR" altLang="en-US" sz="1300" smtClean="0">
                <a:solidFill>
                  <a:srgbClr val="071C25"/>
                </a:solidFill>
              </a:rPr>
              <a:pPr lvl="0" algn="ctr">
                <a:lnSpc>
                  <a:spcPct val="90000"/>
                </a:lnSpc>
                <a:spcBef>
                  <a:spcPct val="0"/>
                </a:spcBef>
                <a:spcAft>
                  <a:spcPct val="0"/>
                </a:spcAft>
                <a:defRPr/>
              </a:pPr>
              <a:t>45,9</a:t>
            </a:fld>
            <a:endParaRPr kumimoji="0" lang="pt-BR" sz="1300" b="0" i="0" strike="noStrike" kern="1200" cap="none" spc="0" normalizeH="0" baseline="0" noProof="0">
              <a:ln>
                <a:noFill/>
              </a:ln>
              <a:solidFill>
                <a:srgbClr val="071C25"/>
              </a:solidFill>
              <a:effectLst/>
              <a:uLnTx/>
              <a:uFillTx/>
            </a:endParaRPr>
          </a:p>
        </p:txBody>
      </p:sp>
      <p:sp>
        <p:nvSpPr>
          <p:cNvPr id="239" name="Retângulo 238">
            <a:extLst>
              <a:ext uri="{FF2B5EF4-FFF2-40B4-BE49-F238E27FC236}">
                <a16:creationId xmlns:a16="http://schemas.microsoft.com/office/drawing/2014/main" id="{656ECA6F-EE29-5AE5-9F0A-D3FDC15E441B}"/>
              </a:ext>
            </a:extLst>
          </p:cNvPr>
          <p:cNvSpPr/>
          <p:nvPr>
            <p:custDataLst>
              <p:tags r:id="rId29"/>
            </p:custDataLst>
          </p:nvPr>
        </p:nvSpPr>
        <p:spPr bwMode="gray">
          <a:xfrm>
            <a:off x="4476750" y="2863850"/>
            <a:ext cx="369888" cy="177800"/>
          </a:xfrm>
          <a:prstGeom prst="rect">
            <a:avLst/>
          </a:prstGeom>
          <a:noFill/>
          <a:ln w="12700" cap="flat" cmpd="sng" algn="ctr">
            <a:noFill/>
            <a:prstDash val="solid"/>
            <a:miter lim="400000"/>
            <a:headEnd type="none" w="med" len="med"/>
            <a:tailEnd type="none" w="med" len="med"/>
          </a:ln>
          <a:effectLst/>
          <a:extLst>
            <a:ext uri="{909E8E84-426E-40DD-AFC4-6F175D3DCCD1}">
              <a14:hiddenFill xmlns:a14="http://schemas.microsoft.com/office/drawing/2010/main">
                <a:solidFill>
                  <a:scrgbClr r="0" g="0" b="0"/>
                </a:solidFill>
              </a14:hiddenFill>
            </a:ext>
            <a:ext uri="{91240B29-F687-4F45-9708-019B960494DF}">
              <a14:hiddenLine xmlns:a14="http://schemas.microsoft.com/office/drawing/2010/main" w="12700" cap="flat" cmpd="sng" algn="ctr">
                <a:solidFill>
                  <a:schemeClr val="accent4"/>
                </a:solidFill>
                <a:prstDash val="solid"/>
                <a:miter lim="400000"/>
                <a:headEnd type="none" w="med" len="med"/>
                <a:tailEnd type="none" w="med" len="med"/>
              </a14:hiddenLine>
            </a:ext>
          </a:extLst>
        </p:spPr>
        <p:txBody>
          <a:bodyPr vert="horz" wrap="none" lIns="23813" tIns="0" rIns="23813" bIns="0" rtlCol="0" anchor="b"/>
          <a:lstStyle/>
          <a:p>
            <a:pPr lvl="0" algn="ctr">
              <a:lnSpc>
                <a:spcPct val="90000"/>
              </a:lnSpc>
              <a:spcBef>
                <a:spcPct val="0"/>
              </a:spcBef>
              <a:spcAft>
                <a:spcPct val="0"/>
              </a:spcAft>
              <a:defRPr/>
            </a:pPr>
            <a:fld id="{94CD1E1F-DCDD-4FE9-8D4C-FB1870B7B154}" type="datetime'''''''''4''''1'''''',''''''''''1'''''''''''''''''''''''''''''">
              <a:rPr lang="pt-BR" altLang="en-US" sz="1300" smtClean="0">
                <a:solidFill>
                  <a:srgbClr val="071C25"/>
                </a:solidFill>
              </a:rPr>
              <a:pPr lvl="0" algn="ctr">
                <a:lnSpc>
                  <a:spcPct val="90000"/>
                </a:lnSpc>
                <a:spcBef>
                  <a:spcPct val="0"/>
                </a:spcBef>
                <a:spcAft>
                  <a:spcPct val="0"/>
                </a:spcAft>
                <a:defRPr/>
              </a:pPr>
              <a:t>41,1</a:t>
            </a:fld>
            <a:endParaRPr kumimoji="0" lang="pt-BR" sz="1300" b="0" i="0" strike="noStrike" kern="1200" cap="none" spc="0" normalizeH="0" baseline="0" noProof="0" err="1">
              <a:ln>
                <a:noFill/>
              </a:ln>
              <a:solidFill>
                <a:srgbClr val="071C25"/>
              </a:solidFill>
              <a:effectLst/>
              <a:uLnTx/>
              <a:uFillTx/>
            </a:endParaRPr>
          </a:p>
        </p:txBody>
      </p:sp>
      <p:sp>
        <p:nvSpPr>
          <p:cNvPr id="240" name="Retângulo 239">
            <a:extLst>
              <a:ext uri="{FF2B5EF4-FFF2-40B4-BE49-F238E27FC236}">
                <a16:creationId xmlns:a16="http://schemas.microsoft.com/office/drawing/2014/main" id="{D83FA71A-74A0-0C38-EB17-A34878D5B52C}"/>
              </a:ext>
            </a:extLst>
          </p:cNvPr>
          <p:cNvSpPr/>
          <p:nvPr>
            <p:custDataLst>
              <p:tags r:id="rId30"/>
            </p:custDataLst>
          </p:nvPr>
        </p:nvSpPr>
        <p:spPr bwMode="gray">
          <a:xfrm>
            <a:off x="5367338" y="2530475"/>
            <a:ext cx="369888" cy="177800"/>
          </a:xfrm>
          <a:prstGeom prst="rect">
            <a:avLst/>
          </a:prstGeom>
          <a:noFill/>
          <a:ln w="12700" cap="flat" cmpd="sng" algn="ctr">
            <a:noFill/>
            <a:prstDash val="solid"/>
            <a:miter lim="400000"/>
            <a:headEnd type="none" w="med" len="med"/>
            <a:tailEnd type="none" w="med" len="med"/>
          </a:ln>
          <a:effectLst/>
          <a:extLst>
            <a:ext uri="{909E8E84-426E-40DD-AFC4-6F175D3DCCD1}">
              <a14:hiddenFill xmlns:a14="http://schemas.microsoft.com/office/drawing/2010/main">
                <a:solidFill>
                  <a:scrgbClr r="0" g="0" b="0"/>
                </a:solidFill>
              </a14:hiddenFill>
            </a:ext>
            <a:ext uri="{91240B29-F687-4F45-9708-019B960494DF}">
              <a14:hiddenLine xmlns:a14="http://schemas.microsoft.com/office/drawing/2010/main" w="12700" cap="flat" cmpd="sng" algn="ctr">
                <a:solidFill>
                  <a:schemeClr val="accent4"/>
                </a:solidFill>
                <a:prstDash val="solid"/>
                <a:miter lim="400000"/>
                <a:headEnd type="none" w="med" len="med"/>
                <a:tailEnd type="none" w="med" len="med"/>
              </a14:hiddenLine>
            </a:ext>
          </a:extLst>
        </p:spPr>
        <p:txBody>
          <a:bodyPr vert="horz" wrap="none" lIns="23813" tIns="0" rIns="23813" bIns="0" rtlCol="0" anchor="b"/>
          <a:lstStyle/>
          <a:p>
            <a:pPr lvl="0" algn="ctr">
              <a:lnSpc>
                <a:spcPct val="90000"/>
              </a:lnSpc>
              <a:spcBef>
                <a:spcPct val="0"/>
              </a:spcBef>
              <a:spcAft>
                <a:spcPct val="0"/>
              </a:spcAft>
              <a:defRPr/>
            </a:pPr>
            <a:fld id="{B6CA2176-E3D8-46D7-8BA6-97EA2E524E28}" type="datetime'''''4''5'''''',''''''''''''8'''''''''''''">
              <a:rPr lang="pt-BR" altLang="en-US" sz="1300" smtClean="0">
                <a:solidFill>
                  <a:srgbClr val="071C25"/>
                </a:solidFill>
              </a:rPr>
              <a:pPr lvl="0" algn="ctr">
                <a:lnSpc>
                  <a:spcPct val="90000"/>
                </a:lnSpc>
                <a:spcBef>
                  <a:spcPct val="0"/>
                </a:spcBef>
                <a:spcAft>
                  <a:spcPct val="0"/>
                </a:spcAft>
                <a:defRPr/>
              </a:pPr>
              <a:t>45,8</a:t>
            </a:fld>
            <a:endParaRPr kumimoji="0" lang="pt-BR" sz="1300" b="0" i="0" strike="noStrike" kern="1200" cap="none" spc="0" normalizeH="0" baseline="0" noProof="0" err="1">
              <a:ln>
                <a:noFill/>
              </a:ln>
              <a:solidFill>
                <a:srgbClr val="071C25"/>
              </a:solidFill>
              <a:effectLst/>
              <a:uLnTx/>
              <a:uFillTx/>
            </a:endParaRPr>
          </a:p>
        </p:txBody>
      </p:sp>
      <p:sp>
        <p:nvSpPr>
          <p:cNvPr id="73" name="Espaço Reservado para Texto 2">
            <a:extLst>
              <a:ext uri="{FF2B5EF4-FFF2-40B4-BE49-F238E27FC236}">
                <a16:creationId xmlns:a16="http://schemas.microsoft.com/office/drawing/2014/main" id="{AC947CB2-A0EA-665D-BB64-44D069696C47}"/>
              </a:ext>
            </a:extLst>
          </p:cNvPr>
          <p:cNvSpPr>
            <a:spLocks noGrp="1"/>
          </p:cNvSpPr>
          <p:nvPr>
            <p:custDataLst>
              <p:tags r:id="rId31"/>
            </p:custDataLst>
          </p:nvPr>
        </p:nvSpPr>
        <p:spPr bwMode="gray">
          <a:xfrm>
            <a:off x="963613" y="3544888"/>
            <a:ext cx="277813" cy="198438"/>
          </a:xfrm>
          <a:prstGeom prst="rect">
            <a:avLst/>
          </a:prstGeom>
          <a:noFill/>
          <a:ln>
            <a:noFill/>
          </a:ln>
          <a:effectLst/>
          <a:extLst>
            <a:ext uri="{909E8E84-426E-40DD-AFC4-6F175D3DCCD1}">
              <a14:hiddenFill xmlns:a14="http://schemas.microsoft.com/office/drawing/2010/main">
                <a:solidFill>
                  <a:schemeClr val="accent2"/>
                </a:solidFill>
              </a14:hiddenFill>
            </a:ext>
          </a:extLst>
        </p:spPr>
        <p:txBody>
          <a:bodyPr vert="horz" wrap="none" lIns="23813" tIns="0" rIns="23813" bIns="0" rtlCol="0" anchor="ctr">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lgn="ctr">
              <a:spcBef>
                <a:spcPct val="0"/>
              </a:spcBef>
              <a:spcAft>
                <a:spcPct val="0"/>
              </a:spcAft>
            </a:pPr>
            <a:fld id="{100EE8E8-0F41-49BC-80D6-4B0DE4DF9320}" type="datetime'''5'''''''''''''''''''''''',''''''''''''''''''''3'''''">
              <a:rPr lang="pt-BR" altLang="en-US" sz="1300" smtClean="0">
                <a:effectLst/>
              </a:rPr>
              <a:pPr lvl="0" algn="ctr">
                <a:spcBef>
                  <a:spcPct val="0"/>
                </a:spcBef>
                <a:spcAft>
                  <a:spcPct val="0"/>
                </a:spcAft>
              </a:pPr>
              <a:t>5,3</a:t>
            </a:fld>
            <a:endParaRPr lang="pt-BR" sz="1300"/>
          </a:p>
        </p:txBody>
      </p:sp>
      <p:sp>
        <p:nvSpPr>
          <p:cNvPr id="124" name="Espaço Reservado para Texto 2">
            <a:extLst>
              <a:ext uri="{FF2B5EF4-FFF2-40B4-BE49-F238E27FC236}">
                <a16:creationId xmlns:a16="http://schemas.microsoft.com/office/drawing/2014/main" id="{F8978CCF-8E11-AE8C-245F-8CDE9B0A111A}"/>
              </a:ext>
            </a:extLst>
          </p:cNvPr>
          <p:cNvSpPr>
            <a:spLocks noGrp="1"/>
          </p:cNvSpPr>
          <p:nvPr>
            <p:custDataLst>
              <p:tags r:id="rId32"/>
            </p:custDataLst>
          </p:nvPr>
        </p:nvSpPr>
        <p:spPr bwMode="auto">
          <a:xfrm>
            <a:off x="2116138" y="2198688"/>
            <a:ext cx="604838" cy="280988"/>
          </a:xfrm>
          <a:prstGeom prst="ellipse">
            <a:avLst/>
          </a:prstGeom>
          <a:solidFill>
            <a:schemeClr val="bg1"/>
          </a:solidFill>
          <a:ln w="9525" cmpd="sng" algn="ctr">
            <a:solidFill>
              <a:schemeClr val="tx1"/>
            </a:solidFill>
          </a:ln>
          <a:effectLst/>
        </p:spPr>
        <p:txBody>
          <a:bodyPr vert="horz" wrap="none" lIns="0" tIns="0" rIns="0" bIns="0" rtlCol="0" anchor="ctr">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lgn="ctr">
              <a:spcBef>
                <a:spcPct val="0"/>
              </a:spcBef>
              <a:spcAft>
                <a:spcPct val="0"/>
              </a:spcAft>
            </a:pPr>
            <a:fld id="{4CCE549C-77B3-4553-8FC4-61783D819243}" type="datetime'''''''''''''''+''''''2''9''''''''''%'''''''''''''''''''">
              <a:rPr lang="pt-BR" altLang="en-US" sz="1300" b="1" smtClean="0">
                <a:effectLst/>
              </a:rPr>
              <a:pPr/>
              <a:t>+29%</a:t>
            </a:fld>
            <a:endParaRPr lang="pt-BR" sz="1300" b="1"/>
          </a:p>
        </p:txBody>
      </p:sp>
      <p:sp>
        <p:nvSpPr>
          <p:cNvPr id="208" name="Elipse 207">
            <a:extLst>
              <a:ext uri="{FF2B5EF4-FFF2-40B4-BE49-F238E27FC236}">
                <a16:creationId xmlns:a16="http://schemas.microsoft.com/office/drawing/2014/main" id="{F91D09C3-9867-CDF5-3CFB-E0FDA9264B26}"/>
              </a:ext>
            </a:extLst>
          </p:cNvPr>
          <p:cNvSpPr/>
          <p:nvPr>
            <p:custDataLst>
              <p:tags r:id="rId33"/>
            </p:custDataLst>
          </p:nvPr>
        </p:nvSpPr>
        <p:spPr bwMode="auto">
          <a:xfrm>
            <a:off x="3943349" y="2171700"/>
            <a:ext cx="546100" cy="280988"/>
          </a:xfrm>
          <a:prstGeom prst="ellipse">
            <a:avLst/>
          </a:prstGeom>
          <a:solidFill>
            <a:schemeClr val="bg1"/>
          </a:solidFill>
          <a:ln w="9525" cap="flat" cmpd="sng" algn="ctr">
            <a:solidFill>
              <a:schemeClr val="tx1"/>
            </a:solidFill>
            <a:prstDash val="solid"/>
            <a:miter lim="400000"/>
            <a:headEnd type="none" w="med" len="med"/>
            <a:tailEnd type="none" w="med" len="med"/>
          </a:ln>
          <a:effectLst/>
        </p:spPr>
        <p:txBody>
          <a:bodyPr vert="horz" wrap="none" lIns="0" tIns="0" rIns="0" bIns="0" rtlCol="0" anchor="ctr"/>
          <a:lstStyle/>
          <a:p>
            <a:pPr marL="0" marR="0" lvl="0" indent="0" algn="ctr" defTabSz="914400" rtl="0" eaLnBrk="1" fontAlgn="auto" latinLnBrk="0" hangingPunct="1">
              <a:lnSpc>
                <a:spcPct val="100000"/>
              </a:lnSpc>
              <a:spcBef>
                <a:spcPct val="0"/>
              </a:spcBef>
              <a:spcAft>
                <a:spcPct val="0"/>
              </a:spcAft>
              <a:buClrTx/>
              <a:buSzTx/>
              <a:buFontTx/>
              <a:buNone/>
              <a:tabLst/>
              <a:defRPr/>
            </a:pPr>
            <a:fld id="{C3FFB715-8585-4EB4-A3AE-0B8C6B89E83F}" type="datetime'-''''''''''''''''''''''''1''0''''''''%'''''''''''''''''''">
              <a:rPr lang="pt-BR" altLang="en-US" sz="1300" b="1" smtClean="0">
                <a:solidFill>
                  <a:srgbClr val="071C25"/>
                </a:solidFill>
                <a:effectLst/>
              </a:rPr>
              <a:pPr marL="0" marR="0" lvl="0" indent="0" algn="ctr" defTabSz="914400" rtl="0" eaLnBrk="1" fontAlgn="auto" latinLnBrk="0" hangingPunct="1">
                <a:lnSpc>
                  <a:spcPct val="100000"/>
                </a:lnSpc>
                <a:spcBef>
                  <a:spcPct val="0"/>
                </a:spcBef>
                <a:spcAft>
                  <a:spcPct val="0"/>
                </a:spcAft>
                <a:buClrTx/>
                <a:buSzTx/>
                <a:buFontTx/>
                <a:buNone/>
                <a:tabLst/>
                <a:defRPr/>
              </a:pPr>
              <a:t>-10%</a:t>
            </a:fld>
            <a:endParaRPr kumimoji="0" lang="pt-BR" sz="1300" b="1" i="0" strike="noStrike" kern="1200" cap="none" spc="0" normalizeH="0" baseline="0" noProof="0" err="1">
              <a:ln>
                <a:noFill/>
              </a:ln>
              <a:solidFill>
                <a:srgbClr val="071C25"/>
              </a:solidFill>
              <a:effectLst/>
              <a:uLnTx/>
              <a:uFillTx/>
              <a:ea typeface="+mn-ea"/>
              <a:cs typeface="+mn-cs"/>
            </a:endParaRPr>
          </a:p>
        </p:txBody>
      </p:sp>
      <p:sp>
        <p:nvSpPr>
          <p:cNvPr id="218" name="Elipse 217">
            <a:extLst>
              <a:ext uri="{FF2B5EF4-FFF2-40B4-BE49-F238E27FC236}">
                <a16:creationId xmlns:a16="http://schemas.microsoft.com/office/drawing/2014/main" id="{229A8EE2-3E24-1DFE-591A-85F0500790DD}"/>
              </a:ext>
            </a:extLst>
          </p:cNvPr>
          <p:cNvSpPr/>
          <p:nvPr>
            <p:custDataLst>
              <p:tags r:id="rId34"/>
            </p:custDataLst>
          </p:nvPr>
        </p:nvSpPr>
        <p:spPr bwMode="auto">
          <a:xfrm>
            <a:off x="4822824" y="2173288"/>
            <a:ext cx="604838" cy="280988"/>
          </a:xfrm>
          <a:prstGeom prst="ellipse">
            <a:avLst/>
          </a:prstGeom>
          <a:solidFill>
            <a:schemeClr val="bg1"/>
          </a:solidFill>
          <a:ln w="9525" cap="flat" cmpd="sng" algn="ctr">
            <a:solidFill>
              <a:schemeClr val="tx1"/>
            </a:solidFill>
            <a:prstDash val="solid"/>
            <a:miter lim="400000"/>
            <a:headEnd type="none" w="med" len="med"/>
            <a:tailEnd type="none" w="med" len="med"/>
          </a:ln>
          <a:effectLst/>
        </p:spPr>
        <p:txBody>
          <a:bodyPr vert="horz" wrap="none" lIns="0" tIns="0" rIns="0" bIns="0" rtlCol="0" anchor="ctr"/>
          <a:lstStyle/>
          <a:p>
            <a:pPr marL="0" marR="0" lvl="0" indent="0" algn="ctr" defTabSz="914400" rtl="0" eaLnBrk="1" fontAlgn="auto" latinLnBrk="0" hangingPunct="1">
              <a:lnSpc>
                <a:spcPct val="100000"/>
              </a:lnSpc>
              <a:spcBef>
                <a:spcPct val="0"/>
              </a:spcBef>
              <a:spcAft>
                <a:spcPct val="0"/>
              </a:spcAft>
              <a:buClrTx/>
              <a:buSzTx/>
              <a:buFontTx/>
              <a:buNone/>
              <a:tabLst/>
              <a:defRPr/>
            </a:pPr>
            <a:fld id="{BA3BAFE9-DB00-474E-89C4-BC6773442F47}" type="datetime'''''''''+''''''''''''1''''''''''''2''''''''''''''''''''''%'">
              <a:rPr lang="pt-BR" altLang="en-US" sz="1300" b="1" smtClean="0">
                <a:solidFill>
                  <a:srgbClr val="071C25"/>
                </a:solidFill>
                <a:effectLst/>
              </a:rPr>
              <a:pPr marL="0" marR="0" lvl="0" indent="0" algn="ctr" defTabSz="914400" rtl="0" eaLnBrk="1" fontAlgn="auto" latinLnBrk="0" hangingPunct="1">
                <a:lnSpc>
                  <a:spcPct val="100000"/>
                </a:lnSpc>
                <a:spcBef>
                  <a:spcPct val="0"/>
                </a:spcBef>
                <a:spcAft>
                  <a:spcPct val="0"/>
                </a:spcAft>
                <a:buClrTx/>
                <a:buSzTx/>
                <a:buFontTx/>
                <a:buNone/>
                <a:tabLst/>
                <a:defRPr/>
              </a:pPr>
              <a:t>+12%</a:t>
            </a:fld>
            <a:endParaRPr kumimoji="0" lang="pt-BR" sz="1300" b="1" i="0" strike="noStrike" kern="1200" cap="none" spc="0" normalizeH="0" baseline="0" noProof="0" err="1">
              <a:ln>
                <a:noFill/>
              </a:ln>
              <a:solidFill>
                <a:srgbClr val="071C25"/>
              </a:solidFill>
              <a:effectLst/>
              <a:uLnTx/>
              <a:uFillTx/>
              <a:ea typeface="+mn-ea"/>
              <a:cs typeface="+mn-cs"/>
            </a:endParaRPr>
          </a:p>
        </p:txBody>
      </p:sp>
      <p:graphicFrame>
        <p:nvGraphicFramePr>
          <p:cNvPr id="35" name="Chart 3">
            <a:extLst>
              <a:ext uri="{FF2B5EF4-FFF2-40B4-BE49-F238E27FC236}">
                <a16:creationId xmlns:a16="http://schemas.microsoft.com/office/drawing/2014/main" id="{0904C5CC-5DEF-CD05-CE43-0F9A8EED7930}"/>
              </a:ext>
            </a:extLst>
          </p:cNvPr>
          <p:cNvGraphicFramePr/>
          <p:nvPr>
            <p:custDataLst>
              <p:tags r:id="rId35"/>
            </p:custDataLst>
            <p:extLst>
              <p:ext uri="{D42A27DB-BD31-4B8C-83A1-F6EECF244321}">
                <p14:modId xmlns:p14="http://schemas.microsoft.com/office/powerpoint/2010/main" val="622182997"/>
              </p:ext>
            </p:extLst>
          </p:nvPr>
        </p:nvGraphicFramePr>
        <p:xfrm>
          <a:off x="6432550" y="1911350"/>
          <a:ext cx="5614988" cy="4327525"/>
        </p:xfrm>
        <a:graphic>
          <a:graphicData uri="http://schemas.openxmlformats.org/drawingml/2006/chart">
            <c:chart xmlns:c="http://schemas.openxmlformats.org/drawingml/2006/chart" xmlns:r="http://schemas.openxmlformats.org/officeDocument/2006/relationships" r:id="rId54"/>
          </a:graphicData>
        </a:graphic>
      </p:graphicFrame>
      <p:sp>
        <p:nvSpPr>
          <p:cNvPr id="93" name="Retângulo 92">
            <a:extLst>
              <a:ext uri="{FF2B5EF4-FFF2-40B4-BE49-F238E27FC236}">
                <a16:creationId xmlns:a16="http://schemas.microsoft.com/office/drawing/2014/main" id="{23ED9583-85E2-88B4-CEDB-0B1E6DCD837E}"/>
              </a:ext>
            </a:extLst>
          </p:cNvPr>
          <p:cNvSpPr/>
          <p:nvPr>
            <p:custDataLst>
              <p:tags r:id="rId36"/>
            </p:custDataLst>
          </p:nvPr>
        </p:nvSpPr>
        <p:spPr bwMode="auto">
          <a:xfrm>
            <a:off x="6778625" y="6007100"/>
            <a:ext cx="381000" cy="198438"/>
          </a:xfrm>
          <a:prstGeom prst="rect">
            <a:avLst/>
          </a:prstGeom>
          <a:noFill/>
          <a:ln w="12700" cap="flat" cmpd="sng" algn="ctr">
            <a:noFill/>
            <a:prstDash val="solid"/>
            <a:miter lim="400000"/>
            <a:headEnd type="none" w="med" len="med"/>
            <a:tailEnd type="none" w="med" len="med"/>
          </a:ln>
          <a:effectLst/>
          <a:extLst>
            <a:ext uri="{909E8E84-426E-40DD-AFC4-6F175D3DCCD1}">
              <a14:hiddenFill xmlns:a14="http://schemas.microsoft.com/office/drawing/2010/main">
                <a:solidFill>
                  <a:scrgbClr r="0" g="0" b="0"/>
                </a:solidFill>
              </a14:hiddenFill>
            </a:ext>
            <a:ext uri="{91240B29-F687-4F45-9708-019B960494DF}">
              <a14:hiddenLine xmlns:a14="http://schemas.microsoft.com/office/drawing/2010/main" w="12700" cap="flat" cmpd="sng" algn="ctr">
                <a:solidFill>
                  <a:schemeClr val="accent4"/>
                </a:solidFill>
                <a:prstDash val="solid"/>
                <a:miter lim="400000"/>
                <a:headEnd type="none" w="med" len="med"/>
                <a:tailEnd type="none" w="med" len="med"/>
              </a14:hiddenLine>
            </a:ext>
          </a:extLst>
        </p:spPr>
        <p:txBody>
          <a:bodyPr vert="horz" wrap="none" lIns="0" tIns="0" rIns="0" bIns="0" rtlCol="0" anchor="t"/>
          <a:lstStyle/>
          <a:p>
            <a:pPr marL="0" marR="0" lvl="0" indent="0" algn="ctr" defTabSz="914400" rtl="0" eaLnBrk="1" fontAlgn="auto" latinLnBrk="0" hangingPunct="1">
              <a:lnSpc>
                <a:spcPct val="100000"/>
              </a:lnSpc>
              <a:spcBef>
                <a:spcPct val="0"/>
              </a:spcBef>
              <a:spcAft>
                <a:spcPct val="0"/>
              </a:spcAft>
              <a:buClrTx/>
              <a:buSzTx/>
              <a:buFontTx/>
              <a:buNone/>
              <a:tabLst/>
              <a:defRPr/>
            </a:pPr>
            <a:fld id="{66C23BC7-803B-4938-BE95-F3FE0BDB9B13}" type="datetime'''''''''''''''''2''''''''''''''''01''''''''''''''''''8'">
              <a:rPr kumimoji="0" lang="pt-BR" altLang="en-US" sz="1300" b="0" i="0" u="none" strike="noStrike" kern="1200" cap="none" spc="0" normalizeH="0" baseline="0" noProof="0" smtClean="0">
                <a:ln>
                  <a:noFill/>
                </a:ln>
                <a:solidFill>
                  <a:srgbClr val="071C25"/>
                </a:solidFill>
                <a:effectLst/>
                <a:uLnTx/>
                <a:uFillTx/>
                <a:latin typeface="Arial"/>
                <a:ea typeface="+mn-ea"/>
                <a:cs typeface="+mn-cs"/>
              </a:rPr>
              <a:pPr marL="0" marR="0" lvl="0" indent="0" algn="ctr" defTabSz="914400" rtl="0" eaLnBrk="1" fontAlgn="auto" latinLnBrk="0" hangingPunct="1">
                <a:lnSpc>
                  <a:spcPct val="100000"/>
                </a:lnSpc>
                <a:spcBef>
                  <a:spcPct val="0"/>
                </a:spcBef>
                <a:spcAft>
                  <a:spcPct val="0"/>
                </a:spcAft>
                <a:buClrTx/>
                <a:buSzTx/>
                <a:buFontTx/>
                <a:buNone/>
                <a:tabLst/>
                <a:defRPr/>
              </a:pPr>
              <a:t>2018</a:t>
            </a:fld>
            <a:endParaRPr kumimoji="0" lang="pt-BR" sz="1300" b="0" i="0" u="none" strike="noStrike" kern="1200" cap="none" spc="0" normalizeH="0" baseline="0" noProof="0" err="1">
              <a:ln>
                <a:noFill/>
              </a:ln>
              <a:solidFill>
                <a:srgbClr val="071C25"/>
              </a:solidFill>
              <a:effectLst/>
              <a:uLnTx/>
              <a:uFillTx/>
              <a:latin typeface="Arial"/>
              <a:ea typeface="+mn-ea"/>
              <a:cs typeface="+mn-cs"/>
            </a:endParaRPr>
          </a:p>
        </p:txBody>
      </p:sp>
      <p:sp>
        <p:nvSpPr>
          <p:cNvPr id="94" name="Retângulo 93">
            <a:extLst>
              <a:ext uri="{FF2B5EF4-FFF2-40B4-BE49-F238E27FC236}">
                <a16:creationId xmlns:a16="http://schemas.microsoft.com/office/drawing/2014/main" id="{90040A1D-48AF-73F6-D2CF-7A672F9D609B}"/>
              </a:ext>
            </a:extLst>
          </p:cNvPr>
          <p:cNvSpPr/>
          <p:nvPr>
            <p:custDataLst>
              <p:tags r:id="rId37"/>
            </p:custDataLst>
          </p:nvPr>
        </p:nvSpPr>
        <p:spPr bwMode="auto">
          <a:xfrm>
            <a:off x="7686675" y="6007100"/>
            <a:ext cx="381000" cy="198438"/>
          </a:xfrm>
          <a:prstGeom prst="rect">
            <a:avLst/>
          </a:prstGeom>
          <a:noFill/>
          <a:ln w="12700" cap="flat" cmpd="sng" algn="ctr">
            <a:noFill/>
            <a:prstDash val="solid"/>
            <a:miter lim="400000"/>
            <a:headEnd type="none" w="med" len="med"/>
            <a:tailEnd type="none" w="med" len="med"/>
          </a:ln>
          <a:effectLst/>
          <a:extLst>
            <a:ext uri="{909E8E84-426E-40DD-AFC4-6F175D3DCCD1}">
              <a14:hiddenFill xmlns:a14="http://schemas.microsoft.com/office/drawing/2010/main">
                <a:solidFill>
                  <a:scrgbClr r="0" g="0" b="0"/>
                </a:solidFill>
              </a14:hiddenFill>
            </a:ext>
            <a:ext uri="{91240B29-F687-4F45-9708-019B960494DF}">
              <a14:hiddenLine xmlns:a14="http://schemas.microsoft.com/office/drawing/2010/main" w="12700" cap="flat" cmpd="sng" algn="ctr">
                <a:solidFill>
                  <a:schemeClr val="accent4"/>
                </a:solidFill>
                <a:prstDash val="solid"/>
                <a:miter lim="400000"/>
                <a:headEnd type="none" w="med" len="med"/>
                <a:tailEnd type="none" w="med" len="med"/>
              </a14:hiddenLine>
            </a:ext>
          </a:extLst>
        </p:spPr>
        <p:txBody>
          <a:bodyPr vert="horz" wrap="none" lIns="0" tIns="0" rIns="0" bIns="0" rtlCol="0" anchor="t"/>
          <a:lstStyle/>
          <a:p>
            <a:pPr marL="0" marR="0" lvl="0" indent="0" algn="ctr" defTabSz="914400" rtl="0" eaLnBrk="1" fontAlgn="auto" latinLnBrk="0" hangingPunct="1">
              <a:lnSpc>
                <a:spcPct val="100000"/>
              </a:lnSpc>
              <a:spcBef>
                <a:spcPct val="0"/>
              </a:spcBef>
              <a:spcAft>
                <a:spcPct val="0"/>
              </a:spcAft>
              <a:buClrTx/>
              <a:buSzTx/>
              <a:buFontTx/>
              <a:buNone/>
              <a:tabLst/>
              <a:defRPr/>
            </a:pPr>
            <a:fld id="{C5884DC6-94D0-4B1F-8BEA-A74610DB9BC1}" type="datetime'''2''''''''''''''''''''''''0''1''9'''''''''">
              <a:rPr kumimoji="0" lang="pt-BR" altLang="en-US" sz="1300" b="0" i="0" u="none" strike="noStrike" kern="1200" cap="none" spc="0" normalizeH="0" baseline="0" noProof="0" smtClean="0">
                <a:ln>
                  <a:noFill/>
                </a:ln>
                <a:solidFill>
                  <a:srgbClr val="071C25"/>
                </a:solidFill>
                <a:effectLst/>
                <a:uLnTx/>
                <a:uFillTx/>
                <a:latin typeface="Arial"/>
                <a:ea typeface="+mn-ea"/>
                <a:cs typeface="+mn-cs"/>
              </a:rPr>
              <a:pPr marL="0" marR="0" lvl="0" indent="0" algn="ctr" defTabSz="914400" rtl="0" eaLnBrk="1" fontAlgn="auto" latinLnBrk="0" hangingPunct="1">
                <a:lnSpc>
                  <a:spcPct val="100000"/>
                </a:lnSpc>
                <a:spcBef>
                  <a:spcPct val="0"/>
                </a:spcBef>
                <a:spcAft>
                  <a:spcPct val="0"/>
                </a:spcAft>
                <a:buClrTx/>
                <a:buSzTx/>
                <a:buFontTx/>
                <a:buNone/>
                <a:tabLst/>
                <a:defRPr/>
              </a:pPr>
              <a:t>2019</a:t>
            </a:fld>
            <a:endParaRPr kumimoji="0" lang="pt-BR" sz="1300" b="0" i="0" u="none" strike="noStrike" kern="1200" cap="none" spc="0" normalizeH="0" baseline="0" noProof="0" err="1">
              <a:ln>
                <a:noFill/>
              </a:ln>
              <a:solidFill>
                <a:srgbClr val="071C25"/>
              </a:solidFill>
              <a:effectLst/>
              <a:uLnTx/>
              <a:uFillTx/>
              <a:latin typeface="Arial"/>
              <a:ea typeface="+mn-ea"/>
              <a:cs typeface="+mn-cs"/>
            </a:endParaRPr>
          </a:p>
        </p:txBody>
      </p:sp>
      <p:sp>
        <p:nvSpPr>
          <p:cNvPr id="105" name="Retângulo 104">
            <a:extLst>
              <a:ext uri="{FF2B5EF4-FFF2-40B4-BE49-F238E27FC236}">
                <a16:creationId xmlns:a16="http://schemas.microsoft.com/office/drawing/2014/main" id="{59AD08EA-AED3-3600-8856-3E031E08D827}"/>
              </a:ext>
            </a:extLst>
          </p:cNvPr>
          <p:cNvSpPr/>
          <p:nvPr>
            <p:custDataLst>
              <p:tags r:id="rId38"/>
            </p:custDataLst>
          </p:nvPr>
        </p:nvSpPr>
        <p:spPr bwMode="auto">
          <a:xfrm>
            <a:off x="8594725" y="6007100"/>
            <a:ext cx="381000" cy="198438"/>
          </a:xfrm>
          <a:prstGeom prst="rect">
            <a:avLst/>
          </a:prstGeom>
          <a:noFill/>
          <a:ln w="12700" cap="flat" cmpd="sng" algn="ctr">
            <a:noFill/>
            <a:prstDash val="solid"/>
            <a:miter lim="400000"/>
            <a:headEnd type="none" w="med" len="med"/>
            <a:tailEnd type="none" w="med" len="med"/>
          </a:ln>
          <a:effectLst/>
          <a:extLst>
            <a:ext uri="{909E8E84-426E-40DD-AFC4-6F175D3DCCD1}">
              <a14:hiddenFill xmlns:a14="http://schemas.microsoft.com/office/drawing/2010/main">
                <a:solidFill>
                  <a:scrgbClr r="0" g="0" b="0"/>
                </a:solidFill>
              </a14:hiddenFill>
            </a:ext>
            <a:ext uri="{91240B29-F687-4F45-9708-019B960494DF}">
              <a14:hiddenLine xmlns:a14="http://schemas.microsoft.com/office/drawing/2010/main" w="12700" cap="flat" cmpd="sng" algn="ctr">
                <a:solidFill>
                  <a:schemeClr val="accent4"/>
                </a:solidFill>
                <a:prstDash val="solid"/>
                <a:miter lim="400000"/>
                <a:headEnd type="none" w="med" len="med"/>
                <a:tailEnd type="none" w="med" len="med"/>
              </a14:hiddenLine>
            </a:ext>
          </a:extLst>
        </p:spPr>
        <p:txBody>
          <a:bodyPr vert="horz" wrap="none" lIns="0" tIns="0" rIns="0" bIns="0" rtlCol="0" anchor="t"/>
          <a:lstStyle/>
          <a:p>
            <a:pPr marL="0" marR="0" lvl="0" indent="0" algn="ctr" defTabSz="914400" rtl="0" eaLnBrk="1" fontAlgn="auto" latinLnBrk="0" hangingPunct="1">
              <a:lnSpc>
                <a:spcPct val="100000"/>
              </a:lnSpc>
              <a:spcBef>
                <a:spcPct val="0"/>
              </a:spcBef>
              <a:spcAft>
                <a:spcPct val="0"/>
              </a:spcAft>
              <a:buClrTx/>
              <a:buSzTx/>
              <a:buFontTx/>
              <a:buNone/>
              <a:tabLst/>
              <a:defRPr/>
            </a:pPr>
            <a:fld id="{91986F7B-8287-43F9-974E-549E02A45036}" type="datetime'''''2''''''0''''''2''''''''''''''''''''''''''''''0'''''''''''">
              <a:rPr kumimoji="0" lang="pt-BR" altLang="en-US" sz="1300" b="0" i="0" u="none" strike="noStrike" kern="1200" cap="none" spc="0" normalizeH="0" baseline="0" noProof="0" smtClean="0">
                <a:ln>
                  <a:noFill/>
                </a:ln>
                <a:solidFill>
                  <a:srgbClr val="071C25"/>
                </a:solidFill>
                <a:effectLst/>
                <a:uLnTx/>
                <a:uFillTx/>
                <a:latin typeface="Arial"/>
                <a:ea typeface="+mn-ea"/>
                <a:cs typeface="+mn-cs"/>
              </a:rPr>
              <a:pPr marL="0" marR="0" lvl="0" indent="0" algn="ctr" defTabSz="914400" rtl="0" eaLnBrk="1" fontAlgn="auto" latinLnBrk="0" hangingPunct="1">
                <a:lnSpc>
                  <a:spcPct val="100000"/>
                </a:lnSpc>
                <a:spcBef>
                  <a:spcPct val="0"/>
                </a:spcBef>
                <a:spcAft>
                  <a:spcPct val="0"/>
                </a:spcAft>
                <a:buClrTx/>
                <a:buSzTx/>
                <a:buFontTx/>
                <a:buNone/>
                <a:tabLst/>
                <a:defRPr/>
              </a:pPr>
              <a:t>2020</a:t>
            </a:fld>
            <a:endParaRPr kumimoji="0" lang="pt-BR" sz="1300" b="0" i="0" u="none" strike="noStrike" kern="1200" cap="none" spc="0" normalizeH="0" baseline="0" noProof="0" err="1">
              <a:ln>
                <a:noFill/>
              </a:ln>
              <a:solidFill>
                <a:srgbClr val="071C25"/>
              </a:solidFill>
              <a:effectLst/>
              <a:uLnTx/>
              <a:uFillTx/>
              <a:latin typeface="Arial"/>
              <a:ea typeface="+mn-ea"/>
              <a:cs typeface="+mn-cs"/>
            </a:endParaRPr>
          </a:p>
        </p:txBody>
      </p:sp>
      <p:sp>
        <p:nvSpPr>
          <p:cNvPr id="106" name="Retângulo 105">
            <a:extLst>
              <a:ext uri="{FF2B5EF4-FFF2-40B4-BE49-F238E27FC236}">
                <a16:creationId xmlns:a16="http://schemas.microsoft.com/office/drawing/2014/main" id="{AF2E94E9-F723-E18C-1139-65A85CE4F866}"/>
              </a:ext>
            </a:extLst>
          </p:cNvPr>
          <p:cNvSpPr/>
          <p:nvPr>
            <p:custDataLst>
              <p:tags r:id="rId39"/>
            </p:custDataLst>
          </p:nvPr>
        </p:nvSpPr>
        <p:spPr bwMode="auto">
          <a:xfrm>
            <a:off x="9504363" y="6007100"/>
            <a:ext cx="381000" cy="198438"/>
          </a:xfrm>
          <a:prstGeom prst="rect">
            <a:avLst/>
          </a:prstGeom>
          <a:noFill/>
          <a:ln w="12700" cap="flat" cmpd="sng" algn="ctr">
            <a:noFill/>
            <a:prstDash val="solid"/>
            <a:miter lim="400000"/>
            <a:headEnd type="none" w="med" len="med"/>
            <a:tailEnd type="none" w="med" len="med"/>
          </a:ln>
          <a:effectLst/>
          <a:extLst>
            <a:ext uri="{909E8E84-426E-40DD-AFC4-6F175D3DCCD1}">
              <a14:hiddenFill xmlns:a14="http://schemas.microsoft.com/office/drawing/2010/main">
                <a:solidFill>
                  <a:scrgbClr r="0" g="0" b="0"/>
                </a:solidFill>
              </a14:hiddenFill>
            </a:ext>
            <a:ext uri="{91240B29-F687-4F45-9708-019B960494DF}">
              <a14:hiddenLine xmlns:a14="http://schemas.microsoft.com/office/drawing/2010/main" w="12700" cap="flat" cmpd="sng" algn="ctr">
                <a:solidFill>
                  <a:schemeClr val="accent4"/>
                </a:solidFill>
                <a:prstDash val="solid"/>
                <a:miter lim="400000"/>
                <a:headEnd type="none" w="med" len="med"/>
                <a:tailEnd type="none" w="med" len="med"/>
              </a14:hiddenLine>
            </a:ext>
          </a:extLst>
        </p:spPr>
        <p:txBody>
          <a:bodyPr vert="horz" wrap="none" lIns="0" tIns="0" rIns="0" bIns="0" rtlCol="0" anchor="t"/>
          <a:lstStyle/>
          <a:p>
            <a:pPr marL="0" marR="0" lvl="0" indent="0" algn="ctr" defTabSz="914400" rtl="0" eaLnBrk="1" fontAlgn="auto" latinLnBrk="0" hangingPunct="1">
              <a:lnSpc>
                <a:spcPct val="100000"/>
              </a:lnSpc>
              <a:spcBef>
                <a:spcPct val="0"/>
              </a:spcBef>
              <a:spcAft>
                <a:spcPct val="0"/>
              </a:spcAft>
              <a:buClrTx/>
              <a:buSzTx/>
              <a:buFontTx/>
              <a:buNone/>
              <a:tabLst/>
              <a:defRPr/>
            </a:pPr>
            <a:fld id="{B86F86BA-BAB7-498E-AC61-3D207DBDC77C}" type="datetime'''2''''''''0''''''''''''2''1'''''''''''''''''''''''''''">
              <a:rPr kumimoji="0" lang="pt-BR" altLang="en-US" sz="1300" b="0" i="0" u="none" strike="noStrike" kern="1200" cap="none" spc="0" normalizeH="0" baseline="0" noProof="0" smtClean="0">
                <a:ln>
                  <a:noFill/>
                </a:ln>
                <a:solidFill>
                  <a:srgbClr val="071C25"/>
                </a:solidFill>
                <a:effectLst/>
                <a:uLnTx/>
                <a:uFillTx/>
                <a:latin typeface="Arial"/>
                <a:ea typeface="+mn-ea"/>
                <a:cs typeface="+mn-cs"/>
              </a:rPr>
              <a:pPr marL="0" marR="0" lvl="0" indent="0" algn="ctr" defTabSz="914400" rtl="0" eaLnBrk="1" fontAlgn="auto" latinLnBrk="0" hangingPunct="1">
                <a:lnSpc>
                  <a:spcPct val="100000"/>
                </a:lnSpc>
                <a:spcBef>
                  <a:spcPct val="0"/>
                </a:spcBef>
                <a:spcAft>
                  <a:spcPct val="0"/>
                </a:spcAft>
                <a:buClrTx/>
                <a:buSzTx/>
                <a:buFontTx/>
                <a:buNone/>
                <a:tabLst/>
                <a:defRPr/>
              </a:pPr>
              <a:t>2021</a:t>
            </a:fld>
            <a:endParaRPr kumimoji="0" lang="pt-BR" sz="1300" b="0" i="0" u="none" strike="noStrike" kern="1200" cap="none" spc="0" normalizeH="0" baseline="0" noProof="0" err="1">
              <a:ln>
                <a:noFill/>
              </a:ln>
              <a:solidFill>
                <a:srgbClr val="071C25"/>
              </a:solidFill>
              <a:effectLst/>
              <a:uLnTx/>
              <a:uFillTx/>
              <a:latin typeface="Arial"/>
              <a:ea typeface="+mn-ea"/>
              <a:cs typeface="+mn-cs"/>
            </a:endParaRPr>
          </a:p>
        </p:txBody>
      </p:sp>
      <p:sp>
        <p:nvSpPr>
          <p:cNvPr id="107" name="Retângulo 106">
            <a:extLst>
              <a:ext uri="{FF2B5EF4-FFF2-40B4-BE49-F238E27FC236}">
                <a16:creationId xmlns:a16="http://schemas.microsoft.com/office/drawing/2014/main" id="{0B2C7B85-F8A6-C3DE-EE58-E6728919900B}"/>
              </a:ext>
            </a:extLst>
          </p:cNvPr>
          <p:cNvSpPr/>
          <p:nvPr>
            <p:custDataLst>
              <p:tags r:id="rId40"/>
            </p:custDataLst>
          </p:nvPr>
        </p:nvSpPr>
        <p:spPr bwMode="auto">
          <a:xfrm>
            <a:off x="10412413" y="6007100"/>
            <a:ext cx="381000" cy="198438"/>
          </a:xfrm>
          <a:prstGeom prst="rect">
            <a:avLst/>
          </a:prstGeom>
          <a:noFill/>
          <a:ln w="12700" cap="flat" cmpd="sng" algn="ctr">
            <a:noFill/>
            <a:prstDash val="solid"/>
            <a:miter lim="400000"/>
            <a:headEnd type="none" w="med" len="med"/>
            <a:tailEnd type="none" w="med" len="med"/>
          </a:ln>
          <a:effectLst/>
          <a:extLst>
            <a:ext uri="{909E8E84-426E-40DD-AFC4-6F175D3DCCD1}">
              <a14:hiddenFill xmlns:a14="http://schemas.microsoft.com/office/drawing/2010/main">
                <a:solidFill>
                  <a:scrgbClr r="0" g="0" b="0"/>
                </a:solidFill>
              </a14:hiddenFill>
            </a:ext>
            <a:ext uri="{91240B29-F687-4F45-9708-019B960494DF}">
              <a14:hiddenLine xmlns:a14="http://schemas.microsoft.com/office/drawing/2010/main" w="12700" cap="flat" cmpd="sng" algn="ctr">
                <a:solidFill>
                  <a:schemeClr val="accent4"/>
                </a:solidFill>
                <a:prstDash val="solid"/>
                <a:miter lim="400000"/>
                <a:headEnd type="none" w="med" len="med"/>
                <a:tailEnd type="none" w="med" len="med"/>
              </a14:hiddenLine>
            </a:ext>
          </a:extLst>
        </p:spPr>
        <p:txBody>
          <a:bodyPr vert="horz" wrap="none" lIns="0" tIns="0" rIns="0" bIns="0" rtlCol="0" anchor="t"/>
          <a:lstStyle/>
          <a:p>
            <a:pPr marL="0" marR="0" lvl="0" indent="0" algn="ctr" defTabSz="914400" rtl="0" eaLnBrk="1" fontAlgn="auto" latinLnBrk="0" hangingPunct="1">
              <a:lnSpc>
                <a:spcPct val="100000"/>
              </a:lnSpc>
              <a:spcBef>
                <a:spcPct val="0"/>
              </a:spcBef>
              <a:spcAft>
                <a:spcPct val="0"/>
              </a:spcAft>
              <a:buClrTx/>
              <a:buSzTx/>
              <a:buFontTx/>
              <a:buNone/>
              <a:tabLst/>
              <a:defRPr/>
            </a:pPr>
            <a:fld id="{4490D447-50E3-43E8-A253-72B08F7A4DC5}" type="datetime'''''''''''''''''''''''''''''2''''''''02''''''2'''''''''">
              <a:rPr kumimoji="0" lang="pt-BR" altLang="en-US" sz="1300" b="0" i="0" u="none" strike="noStrike" kern="1200" cap="none" spc="0" normalizeH="0" baseline="0" noProof="0" smtClean="0">
                <a:ln>
                  <a:noFill/>
                </a:ln>
                <a:solidFill>
                  <a:srgbClr val="071C25"/>
                </a:solidFill>
                <a:effectLst/>
                <a:uLnTx/>
                <a:uFillTx/>
                <a:latin typeface="Arial"/>
                <a:ea typeface="+mn-ea"/>
                <a:cs typeface="+mn-cs"/>
              </a:rPr>
              <a:pPr marL="0" marR="0" lvl="0" indent="0" algn="ctr" defTabSz="914400" rtl="0" eaLnBrk="1" fontAlgn="auto" latinLnBrk="0" hangingPunct="1">
                <a:lnSpc>
                  <a:spcPct val="100000"/>
                </a:lnSpc>
                <a:spcBef>
                  <a:spcPct val="0"/>
                </a:spcBef>
                <a:spcAft>
                  <a:spcPct val="0"/>
                </a:spcAft>
                <a:buClrTx/>
                <a:buSzTx/>
                <a:buFontTx/>
                <a:buNone/>
                <a:tabLst/>
                <a:defRPr/>
              </a:pPr>
              <a:t>2022</a:t>
            </a:fld>
            <a:endParaRPr kumimoji="0" lang="pt-BR" sz="1300" b="0" i="0" u="none" strike="noStrike" kern="1200" cap="none" spc="0" normalizeH="0" baseline="0" noProof="0" err="1">
              <a:ln>
                <a:noFill/>
              </a:ln>
              <a:solidFill>
                <a:srgbClr val="071C25"/>
              </a:solidFill>
              <a:effectLst/>
              <a:uLnTx/>
              <a:uFillTx/>
              <a:latin typeface="Arial"/>
              <a:ea typeface="+mn-ea"/>
              <a:cs typeface="+mn-cs"/>
            </a:endParaRPr>
          </a:p>
        </p:txBody>
      </p:sp>
      <p:sp>
        <p:nvSpPr>
          <p:cNvPr id="108" name="Retângulo 107">
            <a:extLst>
              <a:ext uri="{FF2B5EF4-FFF2-40B4-BE49-F238E27FC236}">
                <a16:creationId xmlns:a16="http://schemas.microsoft.com/office/drawing/2014/main" id="{B3393BF0-B98D-AB82-DC47-C57314A8A88C}"/>
              </a:ext>
            </a:extLst>
          </p:cNvPr>
          <p:cNvSpPr/>
          <p:nvPr>
            <p:custDataLst>
              <p:tags r:id="rId41"/>
            </p:custDataLst>
          </p:nvPr>
        </p:nvSpPr>
        <p:spPr bwMode="auto">
          <a:xfrm>
            <a:off x="11320463" y="6007100"/>
            <a:ext cx="381000" cy="198438"/>
          </a:xfrm>
          <a:prstGeom prst="rect">
            <a:avLst/>
          </a:prstGeom>
          <a:noFill/>
          <a:ln w="12700" cap="flat" cmpd="sng" algn="ctr">
            <a:noFill/>
            <a:prstDash val="solid"/>
            <a:miter lim="400000"/>
            <a:headEnd type="none" w="med" len="med"/>
            <a:tailEnd type="none" w="med" len="med"/>
          </a:ln>
          <a:effectLst/>
          <a:extLst>
            <a:ext uri="{909E8E84-426E-40DD-AFC4-6F175D3DCCD1}">
              <a14:hiddenFill xmlns:a14="http://schemas.microsoft.com/office/drawing/2010/main">
                <a:solidFill>
                  <a:scrgbClr r="0" g="0" b="0"/>
                </a:solidFill>
              </a14:hiddenFill>
            </a:ext>
            <a:ext uri="{91240B29-F687-4F45-9708-019B960494DF}">
              <a14:hiddenLine xmlns:a14="http://schemas.microsoft.com/office/drawing/2010/main" w="12700" cap="flat" cmpd="sng" algn="ctr">
                <a:solidFill>
                  <a:schemeClr val="accent4"/>
                </a:solidFill>
                <a:prstDash val="solid"/>
                <a:miter lim="400000"/>
                <a:headEnd type="none" w="med" len="med"/>
                <a:tailEnd type="none" w="med" len="med"/>
              </a14:hiddenLine>
            </a:ext>
          </a:extLst>
        </p:spPr>
        <p:txBody>
          <a:bodyPr vert="horz" wrap="none" lIns="0" tIns="0" rIns="0" bIns="0" rtlCol="0" anchor="t"/>
          <a:lstStyle/>
          <a:p>
            <a:pPr marL="0" marR="0" lvl="0" indent="0" algn="ctr" defTabSz="914400" rtl="0" eaLnBrk="1" fontAlgn="auto" latinLnBrk="0" hangingPunct="1">
              <a:lnSpc>
                <a:spcPct val="100000"/>
              </a:lnSpc>
              <a:spcBef>
                <a:spcPct val="0"/>
              </a:spcBef>
              <a:spcAft>
                <a:spcPct val="0"/>
              </a:spcAft>
              <a:buClrTx/>
              <a:buSzTx/>
              <a:buFontTx/>
              <a:buNone/>
              <a:tabLst/>
              <a:defRPr/>
            </a:pPr>
            <a:fld id="{D0BCD903-A3AE-4D57-9BE0-3CC1EBA68774}" type="datetime'''''''''2''''''''''''''''0''''''''''23'''''">
              <a:rPr kumimoji="0" lang="pt-BR" altLang="en-US" sz="1300" b="0" i="0" u="none" strike="noStrike" kern="1200" cap="none" spc="0" normalizeH="0" baseline="0" noProof="0" smtClean="0">
                <a:ln>
                  <a:noFill/>
                </a:ln>
                <a:solidFill>
                  <a:srgbClr val="071C25"/>
                </a:solidFill>
                <a:effectLst/>
                <a:uLnTx/>
                <a:uFillTx/>
                <a:latin typeface="Arial"/>
                <a:ea typeface="+mn-ea"/>
                <a:cs typeface="+mn-cs"/>
              </a:rPr>
              <a:pPr marL="0" marR="0" lvl="0" indent="0" algn="ctr" defTabSz="914400" rtl="0" eaLnBrk="1" fontAlgn="auto" latinLnBrk="0" hangingPunct="1">
                <a:lnSpc>
                  <a:spcPct val="100000"/>
                </a:lnSpc>
                <a:spcBef>
                  <a:spcPct val="0"/>
                </a:spcBef>
                <a:spcAft>
                  <a:spcPct val="0"/>
                </a:spcAft>
                <a:buClrTx/>
                <a:buSzTx/>
                <a:buFontTx/>
                <a:buNone/>
                <a:tabLst/>
                <a:defRPr/>
              </a:pPr>
              <a:t>2023</a:t>
            </a:fld>
            <a:endParaRPr kumimoji="0" lang="pt-BR" sz="1300" b="0" i="0" u="none" strike="noStrike" kern="1200" cap="none" spc="0" normalizeH="0" baseline="0" noProof="0" err="1">
              <a:ln>
                <a:noFill/>
              </a:ln>
              <a:solidFill>
                <a:srgbClr val="071C25"/>
              </a:solidFill>
              <a:effectLst/>
              <a:uLnTx/>
              <a:uFillTx/>
              <a:latin typeface="Arial"/>
              <a:ea typeface="+mn-ea"/>
              <a:cs typeface="+mn-cs"/>
            </a:endParaRPr>
          </a:p>
        </p:txBody>
      </p:sp>
      <p:sp>
        <p:nvSpPr>
          <p:cNvPr id="195" name="Retângulo 194">
            <a:extLst>
              <a:ext uri="{FF2B5EF4-FFF2-40B4-BE49-F238E27FC236}">
                <a16:creationId xmlns:a16="http://schemas.microsoft.com/office/drawing/2014/main" id="{1B3EF15A-A64F-77EA-A125-275F37D20AFC}"/>
              </a:ext>
            </a:extLst>
          </p:cNvPr>
          <p:cNvSpPr/>
          <p:nvPr>
            <p:custDataLst>
              <p:tags r:id="rId42"/>
            </p:custDataLst>
          </p:nvPr>
        </p:nvSpPr>
        <p:spPr bwMode="auto">
          <a:xfrm>
            <a:off x="9675813" y="1693863"/>
            <a:ext cx="179388" cy="133350"/>
          </a:xfrm>
          <a:prstGeom prst="rect">
            <a:avLst/>
          </a:prstGeom>
          <a:solidFill>
            <a:schemeClr val="accent1"/>
          </a:solidFill>
          <a:ln w="12700" cap="flat" cmpd="sng" algn="ctr">
            <a:noFill/>
            <a:prstDash val="solid"/>
            <a:miter lim="400000"/>
            <a:headEnd type="none" w="med" len="med"/>
            <a:tailEnd type="none" w="med" len="med"/>
          </a:ln>
          <a:effectLst/>
          <a:extLst>
            <a:ext uri="{91240B29-F687-4F45-9708-019B960494DF}">
              <a14:hiddenLine xmlns:a14="http://schemas.microsoft.com/office/drawing/2010/main" w="12700" cap="flat" cmpd="sng" algn="ctr">
                <a:solidFill>
                  <a:schemeClr val="accent4"/>
                </a:solidFill>
                <a:prstDash val="solid"/>
                <a:miter lim="400000"/>
                <a:headEnd type="none" w="med" len="med"/>
                <a:tailEnd type="none" w="med" len="med"/>
              </a14:hiddenLine>
            </a:ext>
          </a:ex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400" b="0" i="0" u="none" strike="noStrike" kern="1200" cap="none" spc="0" normalizeH="0" baseline="0" noProof="0" err="1">
              <a:ln>
                <a:noFill/>
              </a:ln>
              <a:solidFill>
                <a:prstClr val="white"/>
              </a:solidFill>
              <a:effectLst/>
              <a:uLnTx/>
              <a:uFillTx/>
              <a:latin typeface="Arial"/>
              <a:ea typeface="+mn-ea"/>
              <a:cs typeface="+mn-cs"/>
            </a:endParaRPr>
          </a:p>
        </p:txBody>
      </p:sp>
      <p:sp>
        <p:nvSpPr>
          <p:cNvPr id="196" name="Retângulo 195">
            <a:extLst>
              <a:ext uri="{FF2B5EF4-FFF2-40B4-BE49-F238E27FC236}">
                <a16:creationId xmlns:a16="http://schemas.microsoft.com/office/drawing/2014/main" id="{B190E3E7-CD3A-9A75-477D-F7805EFC03C2}"/>
              </a:ext>
            </a:extLst>
          </p:cNvPr>
          <p:cNvSpPr/>
          <p:nvPr>
            <p:custDataLst>
              <p:tags r:id="rId43"/>
            </p:custDataLst>
          </p:nvPr>
        </p:nvSpPr>
        <p:spPr bwMode="auto">
          <a:xfrm>
            <a:off x="11052175" y="1693863"/>
            <a:ext cx="179388" cy="133350"/>
          </a:xfrm>
          <a:prstGeom prst="rect">
            <a:avLst/>
          </a:prstGeom>
          <a:solidFill>
            <a:schemeClr val="accent2"/>
          </a:solidFill>
          <a:ln w="12700" cap="flat" cmpd="sng" algn="ctr">
            <a:noFill/>
            <a:prstDash val="solid"/>
            <a:miter lim="400000"/>
            <a:headEnd type="none" w="med" len="med"/>
            <a:tailEnd type="none" w="med" len="med"/>
          </a:ln>
          <a:effectLst/>
          <a:extLst>
            <a:ext uri="{91240B29-F687-4F45-9708-019B960494DF}">
              <a14:hiddenLine xmlns:a14="http://schemas.microsoft.com/office/drawing/2010/main" w="12700" cap="flat" cmpd="sng" algn="ctr">
                <a:solidFill>
                  <a:schemeClr val="accent4"/>
                </a:solidFill>
                <a:prstDash val="solid"/>
                <a:miter lim="400000"/>
                <a:headEnd type="none" w="med" len="med"/>
                <a:tailEnd type="none" w="med" len="med"/>
              </a14:hiddenLine>
            </a:ext>
          </a:ex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400" b="0" i="0" u="none" strike="noStrike" kern="1200" cap="none" spc="0" normalizeH="0" baseline="0" noProof="0" err="1">
              <a:ln>
                <a:noFill/>
              </a:ln>
              <a:solidFill>
                <a:prstClr val="white"/>
              </a:solidFill>
              <a:effectLst/>
              <a:uLnTx/>
              <a:uFillTx/>
              <a:latin typeface="Arial"/>
              <a:ea typeface="+mn-ea"/>
              <a:cs typeface="+mn-cs"/>
            </a:endParaRPr>
          </a:p>
        </p:txBody>
      </p:sp>
      <p:sp>
        <p:nvSpPr>
          <p:cNvPr id="95" name="Retângulo 94">
            <a:extLst>
              <a:ext uri="{FF2B5EF4-FFF2-40B4-BE49-F238E27FC236}">
                <a16:creationId xmlns:a16="http://schemas.microsoft.com/office/drawing/2014/main" id="{245B678A-9747-0B9C-9AD5-BFA7A8BC0693}"/>
              </a:ext>
            </a:extLst>
          </p:cNvPr>
          <p:cNvSpPr/>
          <p:nvPr>
            <p:custDataLst>
              <p:tags r:id="rId44"/>
            </p:custDataLst>
          </p:nvPr>
        </p:nvSpPr>
        <p:spPr bwMode="auto">
          <a:xfrm>
            <a:off x="9906000" y="1689100"/>
            <a:ext cx="1044575" cy="152400"/>
          </a:xfrm>
          <a:prstGeom prst="rect">
            <a:avLst/>
          </a:prstGeom>
          <a:noFill/>
          <a:ln w="12700" cap="flat" cmpd="sng" algn="ctr">
            <a:noFill/>
            <a:prstDash val="solid"/>
            <a:miter lim="400000"/>
            <a:headEnd type="none" w="med" len="med"/>
            <a:tailEnd type="none" w="med" len="med"/>
          </a:ln>
          <a:effectLst/>
          <a:extLst>
            <a:ext uri="{909E8E84-426E-40DD-AFC4-6F175D3DCCD1}">
              <a14:hiddenFill xmlns:a14="http://schemas.microsoft.com/office/drawing/2010/main">
                <a:solidFill>
                  <a:scrgbClr r="0" g="0" b="0"/>
                </a:solidFill>
              </a14:hiddenFill>
            </a:ext>
            <a:ext uri="{91240B29-F687-4F45-9708-019B960494DF}">
              <a14:hiddenLine xmlns:a14="http://schemas.microsoft.com/office/drawing/2010/main" w="12700" cap="flat" cmpd="sng" algn="ctr">
                <a:solidFill>
                  <a:schemeClr val="accent4"/>
                </a:solidFill>
                <a:prstDash val="solid"/>
                <a:miter lim="400000"/>
                <a:headEnd type="none" w="med" len="med"/>
                <a:tailEnd type="none" w="med" len="med"/>
              </a14:hiddenLine>
            </a:ext>
          </a:extLst>
        </p:spPr>
        <p:txBody>
          <a:bodyPr vert="horz" wrap="none" lIns="0" tIns="0" rIns="0" bIns="0" rtlCol="0" anchor="ctr"/>
          <a:lstStyle/>
          <a:p>
            <a:pPr marL="0" marR="0" lvl="0" indent="0" algn="l" defTabSz="914400" rtl="0" eaLnBrk="1" fontAlgn="auto" latinLnBrk="0" hangingPunct="1">
              <a:lnSpc>
                <a:spcPct val="100000"/>
              </a:lnSpc>
              <a:spcBef>
                <a:spcPct val="0"/>
              </a:spcBef>
              <a:spcAft>
                <a:spcPct val="0"/>
              </a:spcAft>
              <a:buClrTx/>
              <a:buSzTx/>
              <a:buFontTx/>
              <a:buNone/>
              <a:tabLst/>
              <a:defRPr/>
            </a:pPr>
            <a:fld id="{FD99AC11-B7FF-4AC8-B0E4-855CCEAD20BA}" type="datetime'''P''''''r''o''''du''ç''''ão ''''naci''on''a''''''''''''''l'">
              <a:rPr kumimoji="0" lang="pt-BR" altLang="en-US" sz="1000" b="0" i="0" u="none" strike="noStrike" kern="1200" cap="none" spc="0" normalizeH="0" baseline="0" noProof="0" smtClean="0">
                <a:ln>
                  <a:noFill/>
                </a:ln>
                <a:solidFill>
                  <a:srgbClr val="071C25"/>
                </a:solidFill>
                <a:effectLst/>
                <a:uLnTx/>
                <a:uFillTx/>
                <a:latin typeface="Arial"/>
                <a:ea typeface="+mn-ea"/>
                <a:cs typeface="+mn-cs"/>
              </a:rPr>
              <a:pPr marL="0" marR="0" lvl="0" indent="0" algn="l" defTabSz="914400" rtl="0" eaLnBrk="1" fontAlgn="auto" latinLnBrk="0" hangingPunct="1">
                <a:lnSpc>
                  <a:spcPct val="100000"/>
                </a:lnSpc>
                <a:spcBef>
                  <a:spcPct val="0"/>
                </a:spcBef>
                <a:spcAft>
                  <a:spcPct val="0"/>
                </a:spcAft>
                <a:buClrTx/>
                <a:buSzTx/>
                <a:buFontTx/>
                <a:buNone/>
                <a:tabLst/>
                <a:defRPr/>
              </a:pPr>
              <a:t>Produção nacional</a:t>
            </a:fld>
            <a:endParaRPr kumimoji="0" lang="pt-BR" sz="1000" b="0" i="0" u="none" strike="noStrike" kern="1200" cap="none" spc="0" normalizeH="0" baseline="0" noProof="0" err="1">
              <a:ln>
                <a:noFill/>
              </a:ln>
              <a:solidFill>
                <a:srgbClr val="071C25"/>
              </a:solidFill>
              <a:effectLst/>
              <a:uLnTx/>
              <a:uFillTx/>
              <a:latin typeface="Arial"/>
              <a:ea typeface="+mn-ea"/>
              <a:cs typeface="+mn-cs"/>
            </a:endParaRPr>
          </a:p>
        </p:txBody>
      </p:sp>
      <p:sp>
        <p:nvSpPr>
          <p:cNvPr id="96" name="Retângulo 95">
            <a:extLst>
              <a:ext uri="{FF2B5EF4-FFF2-40B4-BE49-F238E27FC236}">
                <a16:creationId xmlns:a16="http://schemas.microsoft.com/office/drawing/2014/main" id="{2B5B81E9-BF5B-630F-7356-99A6EB896D5B}"/>
              </a:ext>
            </a:extLst>
          </p:cNvPr>
          <p:cNvSpPr/>
          <p:nvPr>
            <p:custDataLst>
              <p:tags r:id="rId45"/>
            </p:custDataLst>
          </p:nvPr>
        </p:nvSpPr>
        <p:spPr bwMode="auto">
          <a:xfrm>
            <a:off x="11282363" y="1689100"/>
            <a:ext cx="631825" cy="152400"/>
          </a:xfrm>
          <a:prstGeom prst="rect">
            <a:avLst/>
          </a:prstGeom>
          <a:noFill/>
          <a:ln w="12700" cap="flat" cmpd="sng" algn="ctr">
            <a:noFill/>
            <a:prstDash val="solid"/>
            <a:miter lim="400000"/>
            <a:headEnd type="none" w="med" len="med"/>
            <a:tailEnd type="none" w="med" len="med"/>
          </a:ln>
          <a:effectLst/>
          <a:extLst>
            <a:ext uri="{909E8E84-426E-40DD-AFC4-6F175D3DCCD1}">
              <a14:hiddenFill xmlns:a14="http://schemas.microsoft.com/office/drawing/2010/main">
                <a:solidFill>
                  <a:scrgbClr r="0" g="0" b="0"/>
                </a:solidFill>
              </a14:hiddenFill>
            </a:ext>
            <a:ext uri="{91240B29-F687-4F45-9708-019B960494DF}">
              <a14:hiddenLine xmlns:a14="http://schemas.microsoft.com/office/drawing/2010/main" w="12700" cap="flat" cmpd="sng" algn="ctr">
                <a:solidFill>
                  <a:schemeClr val="accent4"/>
                </a:solidFill>
                <a:prstDash val="solid"/>
                <a:miter lim="400000"/>
                <a:headEnd type="none" w="med" len="med"/>
                <a:tailEnd type="none" w="med" len="med"/>
              </a14:hiddenLine>
            </a:ext>
          </a:extLst>
        </p:spPr>
        <p:txBody>
          <a:bodyPr vert="horz" wrap="none" lIns="0" tIns="0" rIns="0" bIns="0" rtlCol="0" anchor="ctr"/>
          <a:lstStyle/>
          <a:p>
            <a:pPr marL="0" marR="0" lvl="0" indent="0" algn="l" defTabSz="914400" rtl="0" eaLnBrk="1" fontAlgn="auto" latinLnBrk="0" hangingPunct="1">
              <a:lnSpc>
                <a:spcPct val="100000"/>
              </a:lnSpc>
              <a:spcBef>
                <a:spcPct val="0"/>
              </a:spcBef>
              <a:spcAft>
                <a:spcPct val="0"/>
              </a:spcAft>
              <a:buClrTx/>
              <a:buSzTx/>
              <a:buFontTx/>
              <a:buNone/>
              <a:tabLst/>
              <a:defRPr/>
            </a:pPr>
            <a:fld id="{4DC7250C-A67B-4F1A-8918-A124CF160D07}" type="datetime'Imp''''''''''''''''''or''''''''ta''ç''ã''''''''''''''''o'">
              <a:rPr kumimoji="0" lang="pt-BR" altLang="en-US" sz="1000" b="0" i="0" u="none" strike="noStrike" kern="1200" cap="none" spc="0" normalizeH="0" baseline="0" noProof="0" smtClean="0">
                <a:ln>
                  <a:noFill/>
                </a:ln>
                <a:solidFill>
                  <a:srgbClr val="071C25"/>
                </a:solidFill>
                <a:effectLst/>
                <a:uLnTx/>
                <a:uFillTx/>
                <a:latin typeface="Arial"/>
                <a:ea typeface="+mn-ea"/>
                <a:cs typeface="+mn-cs"/>
              </a:rPr>
              <a:pPr marL="0" marR="0" lvl="0" indent="0" algn="l" defTabSz="914400" rtl="0" eaLnBrk="1" fontAlgn="auto" latinLnBrk="0" hangingPunct="1">
                <a:lnSpc>
                  <a:spcPct val="100000"/>
                </a:lnSpc>
                <a:spcBef>
                  <a:spcPct val="0"/>
                </a:spcBef>
                <a:spcAft>
                  <a:spcPct val="0"/>
                </a:spcAft>
                <a:buClrTx/>
                <a:buSzTx/>
                <a:buFontTx/>
                <a:buNone/>
                <a:tabLst/>
                <a:defRPr/>
              </a:pPr>
              <a:t>Importação</a:t>
            </a:fld>
            <a:endParaRPr kumimoji="0" lang="pt-BR" sz="1000" b="0" i="0" u="none" strike="noStrike" kern="1200" cap="none" spc="0" normalizeH="0" baseline="0" noProof="0" err="1">
              <a:ln>
                <a:noFill/>
              </a:ln>
              <a:solidFill>
                <a:srgbClr val="071C25"/>
              </a:solidFill>
              <a:effectLst/>
              <a:uLnTx/>
              <a:uFillTx/>
              <a:latin typeface="Arial"/>
              <a:ea typeface="+mn-ea"/>
              <a:cs typeface="+mn-cs"/>
            </a:endParaRPr>
          </a:p>
        </p:txBody>
      </p:sp>
      <p:sp>
        <p:nvSpPr>
          <p:cNvPr id="5" name="Rectángulo 4">
            <a:extLst>
              <a:ext uri="{FF2B5EF4-FFF2-40B4-BE49-F238E27FC236}">
                <a16:creationId xmlns:a16="http://schemas.microsoft.com/office/drawing/2014/main" id="{3A9BC620-2DA7-D707-3BDC-5109CD6CE3F1}"/>
              </a:ext>
            </a:extLst>
          </p:cNvPr>
          <p:cNvSpPr/>
          <p:nvPr/>
        </p:nvSpPr>
        <p:spPr>
          <a:xfrm>
            <a:off x="478972" y="955964"/>
            <a:ext cx="5733703" cy="569624"/>
          </a:xfrm>
          <a:prstGeom prst="rect">
            <a:avLst/>
          </a:prstGeom>
          <a:solidFill>
            <a:schemeClr val="accent5"/>
          </a:solidFill>
          <a:ln w="12700">
            <a:solidFill>
              <a:schemeClr val="tx2"/>
            </a:solidFill>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300" b="1" i="0" u="none" strike="noStrike" kern="0" cap="none" spc="0" normalizeH="0" baseline="0" noProof="0">
                <a:ln>
                  <a:noFill/>
                </a:ln>
                <a:solidFill>
                  <a:prstClr val="white"/>
                </a:solidFill>
                <a:effectLst/>
                <a:uLnTx/>
                <a:uFillTx/>
                <a:latin typeface="Arial"/>
                <a:ea typeface="+mn-ea"/>
                <a:cs typeface="+mn-cs"/>
              </a:rPr>
              <a:t>Fertilizantes entregues ao mercado brasileiro</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300" b="0" i="0" u="none" strike="noStrike" kern="0" cap="none" spc="0" normalizeH="0" baseline="0" noProof="0">
                <a:ln>
                  <a:noFill/>
                </a:ln>
                <a:solidFill>
                  <a:prstClr val="white"/>
                </a:solidFill>
                <a:effectLst/>
                <a:uLnTx/>
                <a:uFillTx/>
                <a:latin typeface="Arial"/>
                <a:ea typeface="+mn-ea"/>
                <a:cs typeface="+mn-cs"/>
              </a:rPr>
              <a:t>Em milhões de toneladas</a:t>
            </a:r>
          </a:p>
        </p:txBody>
      </p:sp>
      <p:sp>
        <p:nvSpPr>
          <p:cNvPr id="9" name="Rectángulo 8">
            <a:extLst>
              <a:ext uri="{FF2B5EF4-FFF2-40B4-BE49-F238E27FC236}">
                <a16:creationId xmlns:a16="http://schemas.microsoft.com/office/drawing/2014/main" id="{D365FD14-9343-8526-9B38-FBE4473D98C0}"/>
              </a:ext>
            </a:extLst>
          </p:cNvPr>
          <p:cNvSpPr/>
          <p:nvPr/>
        </p:nvSpPr>
        <p:spPr>
          <a:xfrm>
            <a:off x="6347173" y="955964"/>
            <a:ext cx="5733703" cy="569624"/>
          </a:xfrm>
          <a:prstGeom prst="rect">
            <a:avLst/>
          </a:prstGeom>
          <a:solidFill>
            <a:schemeClr val="accent5"/>
          </a:solidFill>
          <a:ln w="12700">
            <a:solidFill>
              <a:schemeClr val="tx2"/>
            </a:solidFill>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300" b="1" i="0" u="none" strike="noStrike" kern="0" cap="none" spc="0" normalizeH="0" baseline="0" noProof="0" dirty="0">
                <a:ln>
                  <a:noFill/>
                </a:ln>
                <a:solidFill>
                  <a:prstClr val="white"/>
                </a:solidFill>
                <a:effectLst/>
                <a:uLnTx/>
                <a:uFillTx/>
                <a:latin typeface="Arial"/>
                <a:ea typeface="+mn-ea"/>
                <a:cs typeface="+mn-cs"/>
              </a:rPr>
              <a:t>Comparativo entre produção nacional </a:t>
            </a:r>
            <a:r>
              <a:rPr kumimoji="0" lang="pt-BR" sz="1300" b="1" i="1" u="none" strike="noStrike" kern="0" cap="none" spc="0" normalizeH="0" baseline="0" noProof="0" dirty="0">
                <a:ln>
                  <a:noFill/>
                </a:ln>
                <a:solidFill>
                  <a:prstClr val="white"/>
                </a:solidFill>
                <a:effectLst/>
                <a:uLnTx/>
                <a:uFillTx/>
                <a:latin typeface="Arial"/>
                <a:ea typeface="+mn-ea"/>
                <a:cs typeface="+mn-cs"/>
              </a:rPr>
              <a:t>vs. </a:t>
            </a:r>
            <a:r>
              <a:rPr kumimoji="0" lang="pt-BR" sz="1300" b="1" i="0" u="none" strike="noStrike" kern="0" cap="none" spc="0" normalizeH="0" baseline="0" noProof="0" dirty="0">
                <a:ln>
                  <a:noFill/>
                </a:ln>
                <a:solidFill>
                  <a:prstClr val="white"/>
                </a:solidFill>
                <a:effectLst/>
                <a:uLnTx/>
                <a:uFillTx/>
                <a:latin typeface="Arial"/>
                <a:ea typeface="+mn-ea"/>
                <a:cs typeface="+mn-cs"/>
              </a:rPr>
              <a:t>importação de fertilizantes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300" b="0" i="0" u="none" strike="noStrike" kern="0" cap="none" spc="0" normalizeH="0" baseline="0" noProof="0" dirty="0">
                <a:ln>
                  <a:noFill/>
                </a:ln>
                <a:solidFill>
                  <a:prstClr val="white"/>
                </a:solidFill>
                <a:effectLst/>
                <a:uLnTx/>
                <a:uFillTx/>
                <a:latin typeface="Arial"/>
                <a:ea typeface="+mn-ea"/>
                <a:cs typeface="+mn-cs"/>
              </a:rPr>
              <a:t>Em milhões de toneladas</a:t>
            </a:r>
            <a:endParaRPr kumimoji="0" lang="pt-BR" sz="1300" b="0" i="0" u="none" strike="noStrike" kern="1200" cap="none" spc="0" normalizeH="0" baseline="0" noProof="0" dirty="0">
              <a:ln>
                <a:noFill/>
              </a:ln>
              <a:solidFill>
                <a:prstClr val="white"/>
              </a:solidFill>
              <a:effectLst/>
              <a:uLnTx/>
              <a:uFillTx/>
              <a:latin typeface="Arial"/>
              <a:ea typeface="+mn-ea"/>
              <a:cs typeface="+mn-cs"/>
            </a:endParaRPr>
          </a:p>
        </p:txBody>
      </p:sp>
      <p:sp>
        <p:nvSpPr>
          <p:cNvPr id="101" name="Retângulo 100">
            <a:extLst>
              <a:ext uri="{FF2B5EF4-FFF2-40B4-BE49-F238E27FC236}">
                <a16:creationId xmlns:a16="http://schemas.microsoft.com/office/drawing/2014/main" id="{2FA4F033-2D3C-D4F1-D26E-51310DB180E7}"/>
              </a:ext>
            </a:extLst>
          </p:cNvPr>
          <p:cNvSpPr/>
          <p:nvPr>
            <p:custDataLst>
              <p:tags r:id="rId46"/>
            </p:custDataLst>
          </p:nvPr>
        </p:nvSpPr>
        <p:spPr bwMode="auto">
          <a:xfrm>
            <a:off x="3624263" y="1698625"/>
            <a:ext cx="196850" cy="147638"/>
          </a:xfrm>
          <a:prstGeom prst="rect">
            <a:avLst/>
          </a:prstGeom>
          <a:solidFill>
            <a:schemeClr val="accent3"/>
          </a:solidFill>
          <a:ln w="19050" cap="flat" cmpd="sng" algn="ctr">
            <a:noFill/>
            <a:prstDash val="solid"/>
            <a:miter lim="400000"/>
            <a:headEnd type="none" w="med" len="med"/>
            <a:tailEnd type="none" w="med" len="med"/>
          </a:ln>
          <a:effectLst/>
        </p:spPr>
        <p:txBody>
          <a:bodyPr lIns="108000" tIns="72000" rIns="108000" bIns="72000" rtlCol="0" anchor="ctr"/>
          <a:lstStyle/>
          <a:p>
            <a:pPr algn="l"/>
            <a:endParaRPr lang="pt-BR" sz="1400" err="1">
              <a:solidFill>
                <a:schemeClr val="bg1"/>
              </a:solidFill>
            </a:endParaRPr>
          </a:p>
        </p:txBody>
      </p:sp>
      <p:sp>
        <p:nvSpPr>
          <p:cNvPr id="102" name="Retângulo 101">
            <a:extLst>
              <a:ext uri="{FF2B5EF4-FFF2-40B4-BE49-F238E27FC236}">
                <a16:creationId xmlns:a16="http://schemas.microsoft.com/office/drawing/2014/main" id="{A3EEA8EF-C4C6-FF4A-74E2-20FAB4BD9912}"/>
              </a:ext>
            </a:extLst>
          </p:cNvPr>
          <p:cNvSpPr/>
          <p:nvPr>
            <p:custDataLst>
              <p:tags r:id="rId47"/>
            </p:custDataLst>
          </p:nvPr>
        </p:nvSpPr>
        <p:spPr bwMode="auto">
          <a:xfrm>
            <a:off x="5408613" y="1698625"/>
            <a:ext cx="196850" cy="147638"/>
          </a:xfrm>
          <a:prstGeom prst="rect">
            <a:avLst/>
          </a:prstGeom>
          <a:solidFill>
            <a:schemeClr val="accent5"/>
          </a:solidFill>
          <a:ln w="19050" cap="flat" cmpd="sng" algn="ctr">
            <a:noFill/>
            <a:prstDash val="solid"/>
            <a:miter lim="400000"/>
            <a:headEnd type="none" w="med" len="med"/>
            <a:tailEnd type="none" w="med" len="med"/>
          </a:ln>
          <a:effectLst/>
        </p:spPr>
        <p:txBody>
          <a:bodyPr lIns="108000" tIns="72000" rIns="108000" bIns="72000" rtlCol="0" anchor="ctr"/>
          <a:lstStyle/>
          <a:p>
            <a:pPr algn="l"/>
            <a:endParaRPr lang="pt-BR" sz="1400" err="1">
              <a:solidFill>
                <a:schemeClr val="bg1"/>
              </a:solidFill>
            </a:endParaRPr>
          </a:p>
        </p:txBody>
      </p:sp>
      <p:sp>
        <p:nvSpPr>
          <p:cNvPr id="97" name="Espaço Reservado para Texto 2">
            <a:extLst>
              <a:ext uri="{FF2B5EF4-FFF2-40B4-BE49-F238E27FC236}">
                <a16:creationId xmlns:a16="http://schemas.microsoft.com/office/drawing/2014/main" id="{F4313E58-CC5A-F3E9-A6C8-D6E43723826D}"/>
              </a:ext>
            </a:extLst>
          </p:cNvPr>
          <p:cNvSpPr>
            <a:spLocks noGrp="1"/>
          </p:cNvSpPr>
          <p:nvPr>
            <p:custDataLst>
              <p:tags r:id="rId48"/>
            </p:custDataLst>
          </p:nvPr>
        </p:nvSpPr>
        <p:spPr bwMode="auto">
          <a:xfrm>
            <a:off x="3871913" y="1693863"/>
            <a:ext cx="1435100" cy="1682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spcBef>
                <a:spcPct val="0"/>
              </a:spcBef>
              <a:spcAft>
                <a:spcPct val="0"/>
              </a:spcAft>
            </a:pPr>
            <a:fld id="{55A9DBAE-518A-483B-8EF4-D018425D6861}" type="datetime'Fer''''t''''''''i''l''izante''s'' fosf''''a''ta''d''''os'''">
              <a:rPr lang="pt-BR" altLang="en-US" sz="1100" smtClean="0"/>
              <a:pPr lvl="0">
                <a:spcBef>
                  <a:spcPct val="0"/>
                </a:spcBef>
                <a:spcAft>
                  <a:spcPct val="0"/>
                </a:spcAft>
              </a:pPr>
              <a:t>Fertilizantes fosfatados</a:t>
            </a:fld>
            <a:endParaRPr lang="pt-BR" sz="1100"/>
          </a:p>
        </p:txBody>
      </p:sp>
      <p:sp>
        <p:nvSpPr>
          <p:cNvPr id="99" name="Espaço Reservado para Texto 2">
            <a:extLst>
              <a:ext uri="{FF2B5EF4-FFF2-40B4-BE49-F238E27FC236}">
                <a16:creationId xmlns:a16="http://schemas.microsoft.com/office/drawing/2014/main" id="{F6CF5FB1-BB3D-9CF4-805C-4A9052E40279}"/>
              </a:ext>
            </a:extLst>
          </p:cNvPr>
          <p:cNvSpPr>
            <a:spLocks noGrp="1"/>
          </p:cNvSpPr>
          <p:nvPr>
            <p:custDataLst>
              <p:tags r:id="rId49"/>
            </p:custDataLst>
          </p:nvPr>
        </p:nvSpPr>
        <p:spPr bwMode="auto">
          <a:xfrm>
            <a:off x="5656263" y="1693863"/>
            <a:ext cx="417513" cy="1682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spcBef>
                <a:spcPct val="0"/>
              </a:spcBef>
              <a:spcAft>
                <a:spcPct val="0"/>
              </a:spcAft>
            </a:pPr>
            <a:fld id="{DD5706B9-51BA-4A00-B0C4-29473E89C925}" type="datetime'''O''ut''''''r''''''''''''''''''o''''''''''''''''s'">
              <a:rPr lang="pt-BR" altLang="en-US" sz="1100" smtClean="0"/>
              <a:pPr lvl="0">
                <a:spcBef>
                  <a:spcPct val="0"/>
                </a:spcBef>
                <a:spcAft>
                  <a:spcPct val="0"/>
                </a:spcAft>
              </a:pPr>
              <a:t>Outros</a:t>
            </a:fld>
            <a:endParaRPr lang="pt-BR" sz="1100"/>
          </a:p>
        </p:txBody>
      </p:sp>
    </p:spTree>
    <p:extLst>
      <p:ext uri="{BB962C8B-B14F-4D97-AF65-F5344CB8AC3E}">
        <p14:creationId xmlns:p14="http://schemas.microsoft.com/office/powerpoint/2010/main" val="4617872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8C555806-91C9-72DE-D34E-61AE512A6971}"/>
              </a:ext>
            </a:extLst>
          </p:cNvPr>
          <p:cNvGraphicFramePr>
            <a:graphicFrameLocks noChangeAspect="1"/>
          </p:cNvGraphicFramePr>
          <p:nvPr>
            <p:custDataLst>
              <p:tags r:id="rId1"/>
            </p:custDataLst>
            <p:extLst>
              <p:ext uri="{D42A27DB-BD31-4B8C-83A1-F6EECF244321}">
                <p14:modId xmlns:p14="http://schemas.microsoft.com/office/powerpoint/2010/main" val="227815445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Slide do think-cell" r:id="rId3" imgW="425" imgH="424" progId="TCLayout.ActiveDocument.1">
                  <p:embed/>
                </p:oleObj>
              </mc:Choice>
              <mc:Fallback>
                <p:oleObj name="Slide do think-cell" r:id="rId3" imgW="425" imgH="424" progId="TCLayout.ActiveDocument.1">
                  <p:embed/>
                  <p:pic>
                    <p:nvPicPr>
                      <p:cNvPr id="7" name="think-cell data - do not delete" hidden="1">
                        <a:extLst>
                          <a:ext uri="{FF2B5EF4-FFF2-40B4-BE49-F238E27FC236}">
                            <a16:creationId xmlns:a16="http://schemas.microsoft.com/office/drawing/2014/main" id="{8C555806-91C9-72DE-D34E-61AE512A697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Rectángulo 11">
            <a:extLst>
              <a:ext uri="{FF2B5EF4-FFF2-40B4-BE49-F238E27FC236}">
                <a16:creationId xmlns:a16="http://schemas.microsoft.com/office/drawing/2014/main" id="{17C58211-FA11-03A5-6135-49702B742792}"/>
              </a:ext>
            </a:extLst>
          </p:cNvPr>
          <p:cNvSpPr/>
          <p:nvPr/>
        </p:nvSpPr>
        <p:spPr>
          <a:xfrm>
            <a:off x="240723" y="773936"/>
            <a:ext cx="10732077" cy="5577874"/>
          </a:xfrm>
          <a:prstGeom prst="rect">
            <a:avLst/>
          </a:prstGeom>
          <a:noFill/>
          <a:ln w="12700">
            <a:solidFill>
              <a:schemeClr val="accent4"/>
            </a:solidFill>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600" b="0" i="0" u="none" strike="noStrike" kern="1200" cap="none" spc="0" normalizeH="0" baseline="0" noProof="0" err="1">
              <a:ln>
                <a:noFill/>
              </a:ln>
              <a:solidFill>
                <a:prstClr val="white"/>
              </a:solidFill>
              <a:effectLst/>
              <a:uLnTx/>
              <a:uFillTx/>
              <a:latin typeface="Arial"/>
              <a:ea typeface="+mn-ea"/>
              <a:cs typeface="+mn-cs"/>
            </a:endParaRPr>
          </a:p>
        </p:txBody>
      </p:sp>
      <p:sp>
        <p:nvSpPr>
          <p:cNvPr id="2" name="Espaço Reservado para Texto 1">
            <a:extLst>
              <a:ext uri="{FF2B5EF4-FFF2-40B4-BE49-F238E27FC236}">
                <a16:creationId xmlns:a16="http://schemas.microsoft.com/office/drawing/2014/main" id="{4B1AA6E7-ED92-8A69-54D0-A0E4676FEC3D}"/>
              </a:ext>
            </a:extLst>
          </p:cNvPr>
          <p:cNvSpPr>
            <a:spLocks noGrp="1"/>
          </p:cNvSpPr>
          <p:nvPr>
            <p:ph type="body" sz="quarter" idx="14"/>
          </p:nvPr>
        </p:nvSpPr>
        <p:spPr/>
        <p:txBody>
          <a:bodyPr/>
          <a:lstStyle/>
          <a:p>
            <a:r>
              <a:rPr lang="pt-BR"/>
              <a:t>Fonte: Secretaria Especial de Assuntos Estratégicos, gov.br, Mirow &amp; Co.</a:t>
            </a:r>
          </a:p>
        </p:txBody>
      </p:sp>
      <p:sp>
        <p:nvSpPr>
          <p:cNvPr id="3" name="Título 2">
            <a:extLst>
              <a:ext uri="{FF2B5EF4-FFF2-40B4-BE49-F238E27FC236}">
                <a16:creationId xmlns:a16="http://schemas.microsoft.com/office/drawing/2014/main" id="{C70BE928-F3B1-0BD2-9580-40389C96D643}"/>
              </a:ext>
            </a:extLst>
          </p:cNvPr>
          <p:cNvSpPr>
            <a:spLocks noGrp="1"/>
          </p:cNvSpPr>
          <p:nvPr>
            <p:ph type="title"/>
          </p:nvPr>
        </p:nvSpPr>
        <p:spPr/>
        <p:txBody>
          <a:bodyPr vert="horz"/>
          <a:lstStyle/>
          <a:p>
            <a:r>
              <a:rPr lang="pt-BR"/>
              <a:t>Mercado global é concentrado em 10 empresas, responsáveis por 60% da oferta</a:t>
            </a:r>
          </a:p>
        </p:txBody>
      </p:sp>
      <p:sp>
        <p:nvSpPr>
          <p:cNvPr id="4" name="Rectángulo 3">
            <a:extLst>
              <a:ext uri="{FF2B5EF4-FFF2-40B4-BE49-F238E27FC236}">
                <a16:creationId xmlns:a16="http://schemas.microsoft.com/office/drawing/2014/main" id="{4024FBF0-6A73-CFAD-46A1-74F68099B630}"/>
              </a:ext>
            </a:extLst>
          </p:cNvPr>
          <p:cNvSpPr/>
          <p:nvPr/>
        </p:nvSpPr>
        <p:spPr>
          <a:xfrm>
            <a:off x="8585200" y="907668"/>
            <a:ext cx="3606800" cy="5310410"/>
          </a:xfrm>
          <a:prstGeom prst="rect">
            <a:avLst/>
          </a:prstGeom>
          <a:solidFill>
            <a:schemeClr val="bg1">
              <a:lumMod val="95000"/>
            </a:schemeClr>
          </a:solidFill>
          <a:ln w="12700">
            <a:noFill/>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600" b="0" i="0" u="none" strike="noStrike" kern="1200" cap="none" spc="0" normalizeH="0" baseline="0" noProof="0" err="1">
              <a:ln>
                <a:noFill/>
              </a:ln>
              <a:solidFill>
                <a:prstClr val="white"/>
              </a:solidFill>
              <a:effectLst/>
              <a:uLnTx/>
              <a:uFillTx/>
              <a:latin typeface="Arial"/>
              <a:ea typeface="+mn-ea"/>
              <a:cs typeface="+mn-cs"/>
            </a:endParaRPr>
          </a:p>
        </p:txBody>
      </p:sp>
      <p:sp>
        <p:nvSpPr>
          <p:cNvPr id="15" name="Rectangle 3">
            <a:extLst>
              <a:ext uri="{FF2B5EF4-FFF2-40B4-BE49-F238E27FC236}">
                <a16:creationId xmlns:a16="http://schemas.microsoft.com/office/drawing/2014/main" id="{7ACE0DCF-7CC9-F03A-DD84-65B1CABAC3C8}"/>
              </a:ext>
            </a:extLst>
          </p:cNvPr>
          <p:cNvSpPr txBox="1">
            <a:spLocks/>
          </p:cNvSpPr>
          <p:nvPr/>
        </p:nvSpPr>
        <p:spPr>
          <a:xfrm>
            <a:off x="8739545" y="1658441"/>
            <a:ext cx="3247154" cy="3754874"/>
          </a:xfrm>
          <a:prstGeom prst="rect">
            <a:avLst/>
          </a:prstGeom>
        </p:spPr>
        <p:txBody>
          <a:bodyPr vert="horz" wrap="square" lIns="0" tIns="0" rIns="0" bIns="0" rtlCol="0" anchor="t">
            <a:spAutoFit/>
          </a:bodyPr>
          <a:lstStyle>
            <a:lvl1pPr lvl="0" indent="0">
              <a:spcBef>
                <a:spcPct val="20000"/>
              </a:spcBef>
              <a:buFont typeface="Arial" pitchFamily="34" charset="0"/>
              <a:buNone/>
              <a:defRPr sz="1600"/>
            </a:lvl1pPr>
            <a:lvl2pPr marL="197607" lvl="1" indent="-195987" defTabSz="913526" fontAlgn="base">
              <a:spcBef>
                <a:spcPct val="0"/>
              </a:spcBef>
              <a:spcAft>
                <a:spcPct val="0"/>
              </a:spcAft>
              <a:buClr>
                <a:schemeClr val="tx2"/>
              </a:buClr>
              <a:buSzPct val="125000"/>
              <a:buFont typeface="Arial" charset="0"/>
              <a:buChar char="▪"/>
              <a:defRPr lang="pt-BR" sz="1600" baseline="0" dirty="0" smtClean="0"/>
            </a:lvl2pPr>
            <a:lvl3pPr marL="466481" lvl="2" indent="-267255" defTabSz="913526" fontAlgn="base">
              <a:spcBef>
                <a:spcPct val="0"/>
              </a:spcBef>
              <a:spcAft>
                <a:spcPct val="0"/>
              </a:spcAft>
              <a:buClr>
                <a:schemeClr val="tx2"/>
              </a:buClr>
              <a:buSzPct val="120000"/>
              <a:buFont typeface="Arial" charset="0"/>
              <a:buChar char="–"/>
              <a:defRPr lang="pt-BR" sz="1600" baseline="0" dirty="0" smtClean="0"/>
            </a:lvl3pPr>
            <a:lvl4pPr marL="626835" lvl="3" indent="-158733" defTabSz="913526" fontAlgn="base">
              <a:spcBef>
                <a:spcPct val="0"/>
              </a:spcBef>
              <a:spcAft>
                <a:spcPct val="0"/>
              </a:spcAft>
              <a:buClr>
                <a:schemeClr val="tx2"/>
              </a:buClr>
              <a:buSzPct val="120000"/>
              <a:buFont typeface="Arial" charset="0"/>
              <a:buChar char="▫"/>
              <a:defRPr lang="pt-BR" sz="1600" baseline="0" dirty="0" smtClean="0"/>
            </a:lvl4pPr>
            <a:lvl5pPr marL="765029" lvl="4" indent="-132818" defTabSz="913526" fontAlgn="base">
              <a:spcBef>
                <a:spcPct val="0"/>
              </a:spcBef>
              <a:spcAft>
                <a:spcPct val="0"/>
              </a:spcAft>
              <a:buClr>
                <a:schemeClr val="tx2"/>
              </a:buClr>
              <a:buSzPct val="89000"/>
              <a:buFont typeface="Arial" charset="0"/>
              <a:buChar char="-"/>
              <a:defRPr lang="pt-BR" sz="1600" baseline="0" dirty="0"/>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marL="197607" marR="0" lvl="1" indent="-195987" algn="l" defTabSz="913526" rtl="0" eaLnBrk="1" fontAlgn="base" latinLnBrk="0" hangingPunct="1">
              <a:lnSpc>
                <a:spcPct val="100000"/>
              </a:lnSpc>
              <a:spcBef>
                <a:spcPts val="0"/>
              </a:spcBef>
              <a:spcAft>
                <a:spcPts val="1200"/>
              </a:spcAft>
              <a:buClrTx/>
              <a:buSzPct val="125000"/>
              <a:buFont typeface="Arial" charset="0"/>
              <a:buChar char="▪"/>
              <a:tabLst/>
              <a:defRPr/>
            </a:pPr>
            <a:r>
              <a:rPr kumimoji="0" lang="pt-BR" sz="1600" b="0" i="0" u="none" strike="noStrike" kern="1200" cap="none" spc="0" normalizeH="0" baseline="0" noProof="0" dirty="0">
                <a:ln>
                  <a:noFill/>
                </a:ln>
                <a:solidFill>
                  <a:srgbClr val="071C25"/>
                </a:solidFill>
                <a:effectLst/>
                <a:uLnTx/>
                <a:uFillTx/>
                <a:latin typeface="Arial"/>
                <a:ea typeface="+mn-ea"/>
                <a:cs typeface="Arial" panose="020B0604020202020204" pitchFamily="34" charset="0"/>
              </a:rPr>
              <a:t>Nitrogênio sintético é produzido principalmente na América do Norte, na índia, na China, na Rússia, no Oriente Médio e na Indonésia</a:t>
            </a:r>
          </a:p>
          <a:p>
            <a:pPr marL="197607" marR="0" lvl="1" indent="-195987" algn="l" defTabSz="913526" rtl="0" eaLnBrk="1" fontAlgn="base" latinLnBrk="0" hangingPunct="1">
              <a:lnSpc>
                <a:spcPct val="100000"/>
              </a:lnSpc>
              <a:spcBef>
                <a:spcPts val="0"/>
              </a:spcBef>
              <a:spcAft>
                <a:spcPts val="1200"/>
              </a:spcAft>
              <a:buClrTx/>
              <a:buSzPct val="125000"/>
              <a:buFont typeface="Arial" charset="0"/>
              <a:buChar char="▪"/>
              <a:tabLst/>
              <a:defRPr/>
            </a:pPr>
            <a:r>
              <a:rPr kumimoji="0" lang="pt-BR" sz="1600" b="0" i="0" u="none" strike="noStrike" kern="1200" cap="none" spc="0" normalizeH="0" baseline="0" noProof="0" dirty="0">
                <a:ln>
                  <a:noFill/>
                </a:ln>
                <a:solidFill>
                  <a:srgbClr val="071C25"/>
                </a:solidFill>
                <a:effectLst/>
                <a:uLnTx/>
                <a:uFillTx/>
                <a:latin typeface="Arial"/>
                <a:ea typeface="+mn-ea"/>
                <a:cs typeface="Arial" panose="020B0604020202020204" pitchFamily="34" charset="0"/>
              </a:rPr>
              <a:t>80% do potássio utilizado no mundo é oriundo do Canadá, de Israel, da Rússia, da Bielorrússia e da Alemanha</a:t>
            </a:r>
          </a:p>
          <a:p>
            <a:pPr marL="197607" marR="0" lvl="1" indent="-195987" algn="l" defTabSz="913526" rtl="0" eaLnBrk="1" fontAlgn="base" latinLnBrk="0" hangingPunct="1">
              <a:lnSpc>
                <a:spcPct val="100000"/>
              </a:lnSpc>
              <a:spcBef>
                <a:spcPts val="0"/>
              </a:spcBef>
              <a:spcAft>
                <a:spcPts val="1200"/>
              </a:spcAft>
              <a:buClrTx/>
              <a:buSzPct val="125000"/>
              <a:buFont typeface="Arial" charset="0"/>
              <a:buChar char="▪"/>
              <a:tabLst/>
              <a:defRPr/>
            </a:pPr>
            <a:r>
              <a:rPr kumimoji="0" lang="pt-BR" sz="1600" b="1" i="0" u="none" strike="noStrike" kern="1200" cap="none" spc="0" normalizeH="0" baseline="0" noProof="0" dirty="0">
                <a:ln>
                  <a:noFill/>
                </a:ln>
                <a:solidFill>
                  <a:srgbClr val="071C25"/>
                </a:solidFill>
                <a:effectLst/>
                <a:uLnTx/>
                <a:uFillTx/>
                <a:latin typeface="Arial"/>
                <a:ea typeface="+mn-ea"/>
                <a:cs typeface="Arial" panose="020B0604020202020204" pitchFamily="34" charset="0"/>
              </a:rPr>
              <a:t>Mais de 75% das reservas mundiais de fosfato de rocha estão localizados no Marrocos e no Sahara Ocidental ocupado pelo Marrocos</a:t>
            </a:r>
          </a:p>
        </p:txBody>
      </p:sp>
      <p:grpSp>
        <p:nvGrpSpPr>
          <p:cNvPr id="13" name="Group 17">
            <a:extLst>
              <a:ext uri="{FF2B5EF4-FFF2-40B4-BE49-F238E27FC236}">
                <a16:creationId xmlns:a16="http://schemas.microsoft.com/office/drawing/2014/main" id="{3F5A2B6A-03E0-32B9-A230-8AFB313203C3}"/>
              </a:ext>
            </a:extLst>
          </p:cNvPr>
          <p:cNvGrpSpPr/>
          <p:nvPr/>
        </p:nvGrpSpPr>
        <p:grpSpPr>
          <a:xfrm>
            <a:off x="8739546" y="1260195"/>
            <a:ext cx="3258396" cy="282573"/>
            <a:chOff x="420586" y="1438074"/>
            <a:chExt cx="11351885" cy="282573"/>
          </a:xfrm>
        </p:grpSpPr>
        <p:cxnSp>
          <p:nvCxnSpPr>
            <p:cNvPr id="14" name="AutoShape 249">
              <a:extLst>
                <a:ext uri="{FF2B5EF4-FFF2-40B4-BE49-F238E27FC236}">
                  <a16:creationId xmlns:a16="http://schemas.microsoft.com/office/drawing/2014/main" id="{4F544ADA-9D58-2F37-04AC-79EB2A7CD572}"/>
                </a:ext>
              </a:extLst>
            </p:cNvPr>
            <p:cNvCxnSpPr>
              <a:cxnSpLocks noChangeShapeType="1"/>
            </p:cNvCxnSpPr>
            <p:nvPr/>
          </p:nvCxnSpPr>
          <p:spPr bwMode="auto">
            <a:xfrm>
              <a:off x="420586" y="1720647"/>
              <a:ext cx="11351885" cy="0"/>
            </a:xfrm>
            <a:prstGeom prst="straightConnector1">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19" name="Rectangle 8">
              <a:extLst>
                <a:ext uri="{FF2B5EF4-FFF2-40B4-BE49-F238E27FC236}">
                  <a16:creationId xmlns:a16="http://schemas.microsoft.com/office/drawing/2014/main" id="{B787D885-92F2-EFDE-8628-CAD032A0B86E}"/>
                </a:ext>
              </a:extLst>
            </p:cNvPr>
            <p:cNvSpPr>
              <a:spLocks noChangeArrowheads="1"/>
            </p:cNvSpPr>
            <p:nvPr/>
          </p:nvSpPr>
          <p:spPr bwMode="auto">
            <a:xfrm>
              <a:off x="420586" y="1438074"/>
              <a:ext cx="11351885" cy="28257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36000" anchor="b">
              <a:spAutoFit/>
            </a:bodyPr>
            <a:lstStyle>
              <a:lvl1pPr defTabSz="787400" eaLnBrk="0" hangingPunct="0">
                <a:defRPr sz="1600">
                  <a:solidFill>
                    <a:schemeClr val="tx1"/>
                  </a:solidFill>
                  <a:latin typeface="Arial" charset="0"/>
                  <a:ea typeface="-윤고딕130" pitchFamily="18" charset="-127"/>
                </a:defRPr>
              </a:lvl1pPr>
              <a:lvl2pPr marL="742950" indent="-285750" defTabSz="787400" eaLnBrk="0" hangingPunct="0">
                <a:defRPr sz="1600">
                  <a:solidFill>
                    <a:schemeClr val="tx1"/>
                  </a:solidFill>
                  <a:latin typeface="Arial" charset="0"/>
                  <a:ea typeface="-윤고딕130" pitchFamily="18" charset="-127"/>
                </a:defRPr>
              </a:lvl2pPr>
              <a:lvl3pPr marL="1143000" indent="-228600" defTabSz="787400" eaLnBrk="0" hangingPunct="0">
                <a:defRPr sz="1600">
                  <a:solidFill>
                    <a:schemeClr val="tx1"/>
                  </a:solidFill>
                  <a:latin typeface="Arial" charset="0"/>
                  <a:ea typeface="-윤고딕130" pitchFamily="18" charset="-127"/>
                </a:defRPr>
              </a:lvl3pPr>
              <a:lvl4pPr marL="1600200" indent="-228600" defTabSz="787400" eaLnBrk="0" hangingPunct="0">
                <a:defRPr sz="1600">
                  <a:solidFill>
                    <a:schemeClr val="tx1"/>
                  </a:solidFill>
                  <a:latin typeface="Arial" charset="0"/>
                  <a:ea typeface="-윤고딕130" pitchFamily="18" charset="-127"/>
                </a:defRPr>
              </a:lvl4pPr>
              <a:lvl5pPr marL="2057400" indent="-228600" defTabSz="787400" eaLnBrk="0" hangingPunct="0">
                <a:defRPr sz="1600">
                  <a:solidFill>
                    <a:schemeClr val="tx1"/>
                  </a:solidFill>
                  <a:latin typeface="Arial" charset="0"/>
                  <a:ea typeface="-윤고딕130" pitchFamily="18" charset="-127"/>
                </a:defRPr>
              </a:lvl5pPr>
              <a:lvl6pPr marL="2514600" indent="-228600" defTabSz="787400" eaLnBrk="0" fontAlgn="base" hangingPunct="0">
                <a:spcBef>
                  <a:spcPct val="0"/>
                </a:spcBef>
                <a:spcAft>
                  <a:spcPct val="0"/>
                </a:spcAft>
                <a:defRPr sz="1600">
                  <a:solidFill>
                    <a:schemeClr val="tx1"/>
                  </a:solidFill>
                  <a:latin typeface="Arial" charset="0"/>
                  <a:ea typeface="-윤고딕130" pitchFamily="18" charset="-127"/>
                </a:defRPr>
              </a:lvl6pPr>
              <a:lvl7pPr marL="2971800" indent="-228600" defTabSz="787400" eaLnBrk="0" fontAlgn="base" hangingPunct="0">
                <a:spcBef>
                  <a:spcPct val="0"/>
                </a:spcBef>
                <a:spcAft>
                  <a:spcPct val="0"/>
                </a:spcAft>
                <a:defRPr sz="1600">
                  <a:solidFill>
                    <a:schemeClr val="tx1"/>
                  </a:solidFill>
                  <a:latin typeface="Arial" charset="0"/>
                  <a:ea typeface="-윤고딕130" pitchFamily="18" charset="-127"/>
                </a:defRPr>
              </a:lvl7pPr>
              <a:lvl8pPr marL="3429000" indent="-228600" defTabSz="787400" eaLnBrk="0" fontAlgn="base" hangingPunct="0">
                <a:spcBef>
                  <a:spcPct val="0"/>
                </a:spcBef>
                <a:spcAft>
                  <a:spcPct val="0"/>
                </a:spcAft>
                <a:defRPr sz="1600">
                  <a:solidFill>
                    <a:schemeClr val="tx1"/>
                  </a:solidFill>
                  <a:latin typeface="Arial" charset="0"/>
                  <a:ea typeface="-윤고딕130" pitchFamily="18" charset="-127"/>
                </a:defRPr>
              </a:lvl8pPr>
              <a:lvl9pPr marL="3886200" indent="-228600" defTabSz="787400" eaLnBrk="0" fontAlgn="base" hangingPunct="0">
                <a:spcBef>
                  <a:spcPct val="0"/>
                </a:spcBef>
                <a:spcAft>
                  <a:spcPct val="0"/>
                </a:spcAft>
                <a:defRPr sz="1600">
                  <a:solidFill>
                    <a:schemeClr val="tx1"/>
                  </a:solidFill>
                  <a:latin typeface="Arial" charset="0"/>
                  <a:ea typeface="-윤고딕130" pitchFamily="18" charset="-127"/>
                </a:defRPr>
              </a:lvl9pPr>
            </a:lstStyle>
            <a:p>
              <a:pPr marL="0" marR="0" lvl="0" indent="0" algn="l" defTabSz="787400" rtl="0" eaLnBrk="1" fontAlgn="auto" latinLnBrk="0" hangingPunct="1">
                <a:lnSpc>
                  <a:spcPct val="100000"/>
                </a:lnSpc>
                <a:spcBef>
                  <a:spcPts val="0"/>
                </a:spcBef>
                <a:spcAft>
                  <a:spcPts val="0"/>
                </a:spcAft>
                <a:buClrTx/>
                <a:buSzPct val="120000"/>
                <a:buFontTx/>
                <a:buNone/>
                <a:tabLst/>
                <a:defRPr/>
              </a:pPr>
              <a:r>
                <a:rPr kumimoji="0" lang="en-US" altLang="zh-CN" sz="1600" b="1" i="0" u="none" strike="noStrike" kern="1200" cap="none" spc="0" normalizeH="0" baseline="0" noProof="0" err="1">
                  <a:ln>
                    <a:noFill/>
                  </a:ln>
                  <a:solidFill>
                    <a:srgbClr val="020E66"/>
                  </a:solidFill>
                  <a:effectLst/>
                  <a:uLnTx/>
                  <a:uFillTx/>
                  <a:latin typeface="Arial"/>
                  <a:ea typeface="-윤고딕130" pitchFamily="18" charset="-127"/>
                  <a:cs typeface="+mn-cs"/>
                </a:rPr>
                <a:t>Destaques</a:t>
              </a:r>
              <a:endParaRPr kumimoji="0" lang="en-US" altLang="zh-CN" sz="1600" b="1" i="0" u="none" strike="noStrike" kern="1200" cap="none" spc="0" normalizeH="0" baseline="0" noProof="0">
                <a:ln>
                  <a:noFill/>
                </a:ln>
                <a:solidFill>
                  <a:srgbClr val="020E66"/>
                </a:solidFill>
                <a:effectLst/>
                <a:uLnTx/>
                <a:uFillTx/>
                <a:latin typeface="Arial"/>
                <a:ea typeface="-윤고딕130" pitchFamily="18" charset="-127"/>
                <a:cs typeface="+mn-cs"/>
              </a:endParaRPr>
            </a:p>
          </p:txBody>
        </p:sp>
      </p:grpSp>
      <p:grpSp>
        <p:nvGrpSpPr>
          <p:cNvPr id="5" name="Group 17">
            <a:extLst>
              <a:ext uri="{FF2B5EF4-FFF2-40B4-BE49-F238E27FC236}">
                <a16:creationId xmlns:a16="http://schemas.microsoft.com/office/drawing/2014/main" id="{D0707DB1-7CFE-C0D7-C2AE-BE785B4B9AA0}"/>
              </a:ext>
            </a:extLst>
          </p:cNvPr>
          <p:cNvGrpSpPr/>
          <p:nvPr/>
        </p:nvGrpSpPr>
        <p:grpSpPr>
          <a:xfrm>
            <a:off x="449260" y="1013974"/>
            <a:ext cx="7920000" cy="528794"/>
            <a:chOff x="420586" y="1191853"/>
            <a:chExt cx="11351885" cy="528794"/>
          </a:xfrm>
        </p:grpSpPr>
        <p:cxnSp>
          <p:nvCxnSpPr>
            <p:cNvPr id="6" name="AutoShape 249">
              <a:extLst>
                <a:ext uri="{FF2B5EF4-FFF2-40B4-BE49-F238E27FC236}">
                  <a16:creationId xmlns:a16="http://schemas.microsoft.com/office/drawing/2014/main" id="{1EA87326-7F95-7995-6C6A-18755121C93B}"/>
                </a:ext>
              </a:extLst>
            </p:cNvPr>
            <p:cNvCxnSpPr>
              <a:cxnSpLocks noChangeShapeType="1"/>
            </p:cNvCxnSpPr>
            <p:nvPr/>
          </p:nvCxnSpPr>
          <p:spPr bwMode="auto">
            <a:xfrm>
              <a:off x="420586" y="1720647"/>
              <a:ext cx="11351885" cy="0"/>
            </a:xfrm>
            <a:prstGeom prst="straightConnector1">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8" name="Rectangle 8">
              <a:extLst>
                <a:ext uri="{FF2B5EF4-FFF2-40B4-BE49-F238E27FC236}">
                  <a16:creationId xmlns:a16="http://schemas.microsoft.com/office/drawing/2014/main" id="{969BFAD2-C5F2-64CD-C27C-879E90A2B5F0}"/>
                </a:ext>
              </a:extLst>
            </p:cNvPr>
            <p:cNvSpPr>
              <a:spLocks noChangeArrowheads="1"/>
            </p:cNvSpPr>
            <p:nvPr/>
          </p:nvSpPr>
          <p:spPr bwMode="auto">
            <a:xfrm>
              <a:off x="420586" y="1191853"/>
              <a:ext cx="11351885" cy="52879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36000" anchor="b">
              <a:spAutoFit/>
            </a:bodyPr>
            <a:lstStyle>
              <a:lvl1pPr defTabSz="787400" eaLnBrk="0" hangingPunct="0">
                <a:defRPr sz="1600">
                  <a:solidFill>
                    <a:schemeClr val="tx1"/>
                  </a:solidFill>
                  <a:latin typeface="Arial" charset="0"/>
                  <a:ea typeface="-윤고딕130" pitchFamily="18" charset="-127"/>
                </a:defRPr>
              </a:lvl1pPr>
              <a:lvl2pPr marL="742950" indent="-285750" defTabSz="787400" eaLnBrk="0" hangingPunct="0">
                <a:defRPr sz="1600">
                  <a:solidFill>
                    <a:schemeClr val="tx1"/>
                  </a:solidFill>
                  <a:latin typeface="Arial" charset="0"/>
                  <a:ea typeface="-윤고딕130" pitchFamily="18" charset="-127"/>
                </a:defRPr>
              </a:lvl2pPr>
              <a:lvl3pPr marL="1143000" indent="-228600" defTabSz="787400" eaLnBrk="0" hangingPunct="0">
                <a:defRPr sz="1600">
                  <a:solidFill>
                    <a:schemeClr val="tx1"/>
                  </a:solidFill>
                  <a:latin typeface="Arial" charset="0"/>
                  <a:ea typeface="-윤고딕130" pitchFamily="18" charset="-127"/>
                </a:defRPr>
              </a:lvl3pPr>
              <a:lvl4pPr marL="1600200" indent="-228600" defTabSz="787400" eaLnBrk="0" hangingPunct="0">
                <a:defRPr sz="1600">
                  <a:solidFill>
                    <a:schemeClr val="tx1"/>
                  </a:solidFill>
                  <a:latin typeface="Arial" charset="0"/>
                  <a:ea typeface="-윤고딕130" pitchFamily="18" charset="-127"/>
                </a:defRPr>
              </a:lvl4pPr>
              <a:lvl5pPr marL="2057400" indent="-228600" defTabSz="787400" eaLnBrk="0" hangingPunct="0">
                <a:defRPr sz="1600">
                  <a:solidFill>
                    <a:schemeClr val="tx1"/>
                  </a:solidFill>
                  <a:latin typeface="Arial" charset="0"/>
                  <a:ea typeface="-윤고딕130" pitchFamily="18" charset="-127"/>
                </a:defRPr>
              </a:lvl5pPr>
              <a:lvl6pPr marL="2514600" indent="-228600" defTabSz="787400" eaLnBrk="0" fontAlgn="base" hangingPunct="0">
                <a:spcBef>
                  <a:spcPct val="0"/>
                </a:spcBef>
                <a:spcAft>
                  <a:spcPct val="0"/>
                </a:spcAft>
                <a:defRPr sz="1600">
                  <a:solidFill>
                    <a:schemeClr val="tx1"/>
                  </a:solidFill>
                  <a:latin typeface="Arial" charset="0"/>
                  <a:ea typeface="-윤고딕130" pitchFamily="18" charset="-127"/>
                </a:defRPr>
              </a:lvl6pPr>
              <a:lvl7pPr marL="2971800" indent="-228600" defTabSz="787400" eaLnBrk="0" fontAlgn="base" hangingPunct="0">
                <a:spcBef>
                  <a:spcPct val="0"/>
                </a:spcBef>
                <a:spcAft>
                  <a:spcPct val="0"/>
                </a:spcAft>
                <a:defRPr sz="1600">
                  <a:solidFill>
                    <a:schemeClr val="tx1"/>
                  </a:solidFill>
                  <a:latin typeface="Arial" charset="0"/>
                  <a:ea typeface="-윤고딕130" pitchFamily="18" charset="-127"/>
                </a:defRPr>
              </a:lvl7pPr>
              <a:lvl8pPr marL="3429000" indent="-228600" defTabSz="787400" eaLnBrk="0" fontAlgn="base" hangingPunct="0">
                <a:spcBef>
                  <a:spcPct val="0"/>
                </a:spcBef>
                <a:spcAft>
                  <a:spcPct val="0"/>
                </a:spcAft>
                <a:defRPr sz="1600">
                  <a:solidFill>
                    <a:schemeClr val="tx1"/>
                  </a:solidFill>
                  <a:latin typeface="Arial" charset="0"/>
                  <a:ea typeface="-윤고딕130" pitchFamily="18" charset="-127"/>
                </a:defRPr>
              </a:lvl8pPr>
              <a:lvl9pPr marL="3886200" indent="-228600" defTabSz="787400" eaLnBrk="0" fontAlgn="base" hangingPunct="0">
                <a:spcBef>
                  <a:spcPct val="0"/>
                </a:spcBef>
                <a:spcAft>
                  <a:spcPct val="0"/>
                </a:spcAft>
                <a:defRPr sz="1600">
                  <a:solidFill>
                    <a:schemeClr val="tx1"/>
                  </a:solidFill>
                  <a:latin typeface="Arial" charset="0"/>
                  <a:ea typeface="-윤고딕130" pitchFamily="18" charset="-127"/>
                </a:defRPr>
              </a:lvl9pPr>
            </a:lstStyle>
            <a:p>
              <a:pPr marL="0" marR="0" lvl="0" indent="0" algn="l" defTabSz="787400" rtl="0" eaLnBrk="1" fontAlgn="auto" latinLnBrk="0" hangingPunct="1">
                <a:lnSpc>
                  <a:spcPct val="100000"/>
                </a:lnSpc>
                <a:spcBef>
                  <a:spcPts val="0"/>
                </a:spcBef>
                <a:spcAft>
                  <a:spcPts val="0"/>
                </a:spcAft>
                <a:buClrTx/>
                <a:buSzPct val="120000"/>
                <a:buFontTx/>
                <a:buNone/>
                <a:tabLst/>
                <a:defRPr/>
              </a:pPr>
              <a:r>
                <a:rPr kumimoji="0" lang="pt-BR" altLang="zh-CN" b="1" i="0" u="none" strike="noStrike" kern="1200" cap="none" spc="0" normalizeH="0" baseline="0" noProof="0">
                  <a:ln>
                    <a:noFill/>
                  </a:ln>
                  <a:solidFill>
                    <a:srgbClr val="020E66"/>
                  </a:solidFill>
                  <a:effectLst/>
                  <a:uLnTx/>
                  <a:uFillTx/>
                  <a:latin typeface="Arial" charset="0"/>
                  <a:ea typeface="-윤고딕130" pitchFamily="18" charset="-127"/>
                  <a:cs typeface="+mn-cs"/>
                </a:rPr>
                <a:t>Dez maiores empresas de fertilizantes</a:t>
              </a:r>
            </a:p>
            <a:p>
              <a:pPr marL="0" marR="0" lvl="0" indent="0" algn="l" defTabSz="787400" rtl="0" eaLnBrk="1" fontAlgn="auto" latinLnBrk="0" hangingPunct="1">
                <a:lnSpc>
                  <a:spcPct val="100000"/>
                </a:lnSpc>
                <a:spcBef>
                  <a:spcPts val="0"/>
                </a:spcBef>
                <a:spcAft>
                  <a:spcPts val="0"/>
                </a:spcAft>
                <a:buClrTx/>
                <a:buSzPct val="120000"/>
                <a:buFontTx/>
                <a:buNone/>
                <a:tabLst/>
                <a:defRPr/>
              </a:pPr>
              <a:r>
                <a:rPr kumimoji="0" lang="pt-BR" altLang="zh-CN" b="0" i="0" u="none" strike="noStrike" kern="1200" cap="none" spc="0" normalizeH="0" baseline="0" noProof="0">
                  <a:ln>
                    <a:noFill/>
                  </a:ln>
                  <a:solidFill>
                    <a:prstClr val="white">
                      <a:lumMod val="50000"/>
                    </a:prstClr>
                  </a:solidFill>
                  <a:effectLst/>
                  <a:uLnTx/>
                  <a:uFillTx/>
                  <a:latin typeface="Arial" charset="0"/>
                  <a:ea typeface="-윤고딕130" pitchFamily="18" charset="-127"/>
                  <a:cs typeface="+mn-cs"/>
                </a:rPr>
                <a:t>Em faturamento</a:t>
              </a:r>
            </a:p>
          </p:txBody>
        </p:sp>
      </p:grpSp>
      <p:grpSp>
        <p:nvGrpSpPr>
          <p:cNvPr id="16" name="Agrupar 15">
            <a:extLst>
              <a:ext uri="{FF2B5EF4-FFF2-40B4-BE49-F238E27FC236}">
                <a16:creationId xmlns:a16="http://schemas.microsoft.com/office/drawing/2014/main" id="{5ECDAE6E-F5BD-93A0-38C9-61695121A576}"/>
              </a:ext>
            </a:extLst>
          </p:cNvPr>
          <p:cNvGrpSpPr/>
          <p:nvPr/>
        </p:nvGrpSpPr>
        <p:grpSpPr>
          <a:xfrm>
            <a:off x="631818" y="1658441"/>
            <a:ext cx="7554885" cy="4425620"/>
            <a:chOff x="631818" y="1658441"/>
            <a:chExt cx="7554885" cy="4425620"/>
          </a:xfrm>
        </p:grpSpPr>
        <p:pic>
          <p:nvPicPr>
            <p:cNvPr id="11" name="Imagen 10">
              <a:extLst>
                <a:ext uri="{FF2B5EF4-FFF2-40B4-BE49-F238E27FC236}">
                  <a16:creationId xmlns:a16="http://schemas.microsoft.com/office/drawing/2014/main" id="{58D5019A-750C-A300-0A61-E87E825E62F5}"/>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631818" y="1658441"/>
              <a:ext cx="7554885" cy="4425620"/>
            </a:xfrm>
            <a:prstGeom prst="rect">
              <a:avLst/>
            </a:prstGeom>
          </p:spPr>
        </p:pic>
        <p:sp>
          <p:nvSpPr>
            <p:cNvPr id="9" name="Retângulo 8">
              <a:extLst>
                <a:ext uri="{FF2B5EF4-FFF2-40B4-BE49-F238E27FC236}">
                  <a16:creationId xmlns:a16="http://schemas.microsoft.com/office/drawing/2014/main" id="{770AE7A5-22A7-F1E3-46D5-A1D48E796285}"/>
                </a:ext>
              </a:extLst>
            </p:cNvPr>
            <p:cNvSpPr/>
            <p:nvPr/>
          </p:nvSpPr>
          <p:spPr>
            <a:xfrm>
              <a:off x="2883877" y="1756620"/>
              <a:ext cx="3457405" cy="423086"/>
            </a:xfrm>
            <a:prstGeom prst="rect">
              <a:avLst/>
            </a:prstGeom>
            <a:solidFill>
              <a:schemeClr val="bg1"/>
            </a:solidFill>
            <a:ln w="19050">
              <a:solidFill>
                <a:schemeClr val="bg1"/>
              </a:solidFill>
              <a:miter lim="400000"/>
            </a:ln>
            <a:effectLst/>
          </p:spPr>
          <p:txBody>
            <a:bodyPr lIns="108000" tIns="72000" rIns="108000" bIns="72000" rtlCol="0" anchor="ctr"/>
            <a:lstStyle/>
            <a:p>
              <a:pPr algn="l"/>
              <a:endParaRPr lang="pt-BR" sz="1400" err="1">
                <a:solidFill>
                  <a:schemeClr val="bg1"/>
                </a:solidFill>
              </a:endParaRPr>
            </a:p>
          </p:txBody>
        </p:sp>
      </p:grpSp>
    </p:spTree>
    <p:extLst>
      <p:ext uri="{BB962C8B-B14F-4D97-AF65-F5344CB8AC3E}">
        <p14:creationId xmlns:p14="http://schemas.microsoft.com/office/powerpoint/2010/main" val="40165813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2809EB35-4688-647D-FC3B-0CE071EE027C}"/>
              </a:ext>
            </a:extLst>
          </p:cNvPr>
          <p:cNvGraphicFramePr>
            <a:graphicFrameLocks noChangeAspect="1"/>
          </p:cNvGraphicFramePr>
          <p:nvPr>
            <p:custDataLst>
              <p:tags r:id="rId1"/>
            </p:custDataLst>
            <p:extLst>
              <p:ext uri="{D42A27DB-BD31-4B8C-83A1-F6EECF244321}">
                <p14:modId xmlns:p14="http://schemas.microsoft.com/office/powerpoint/2010/main" val="4756829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Slide do think-cell" r:id="rId13" imgW="425" imgH="424" progId="TCLayout.ActiveDocument.1">
                  <p:embed/>
                </p:oleObj>
              </mc:Choice>
              <mc:Fallback>
                <p:oleObj name="Slide do think-cell" r:id="rId13" imgW="425" imgH="424" progId="TCLayout.ActiveDocument.1">
                  <p:embed/>
                  <p:pic>
                    <p:nvPicPr>
                      <p:cNvPr id="18" name="think-cell data - do not delete" hidden="1">
                        <a:extLst>
                          <a:ext uri="{FF2B5EF4-FFF2-40B4-BE49-F238E27FC236}">
                            <a16:creationId xmlns:a16="http://schemas.microsoft.com/office/drawing/2014/main" id="{2809EB35-4688-647D-FC3B-0CE071EE027C}"/>
                          </a:ext>
                        </a:extLst>
                      </p:cNvPr>
                      <p:cNvPicPr/>
                      <p:nvPr/>
                    </p:nvPicPr>
                    <p:blipFill>
                      <a:blip r:embed="rId14"/>
                      <a:stretch>
                        <a:fillRect/>
                      </a:stretch>
                    </p:blipFill>
                    <p:spPr>
                      <a:xfrm>
                        <a:off x="1588" y="1588"/>
                        <a:ext cx="1588" cy="1588"/>
                      </a:xfrm>
                      <a:prstGeom prst="rect">
                        <a:avLst/>
                      </a:prstGeom>
                    </p:spPr>
                  </p:pic>
                </p:oleObj>
              </mc:Fallback>
            </mc:AlternateContent>
          </a:graphicData>
        </a:graphic>
      </p:graphicFrame>
      <p:sp>
        <p:nvSpPr>
          <p:cNvPr id="2" name="Espaço Reservado para Texto 1">
            <a:extLst>
              <a:ext uri="{FF2B5EF4-FFF2-40B4-BE49-F238E27FC236}">
                <a16:creationId xmlns:a16="http://schemas.microsoft.com/office/drawing/2014/main" id="{D03C3316-5965-E69C-75B2-1A1856F61CF7}"/>
              </a:ext>
            </a:extLst>
          </p:cNvPr>
          <p:cNvSpPr>
            <a:spLocks noGrp="1"/>
          </p:cNvSpPr>
          <p:nvPr>
            <p:ph type="body" sz="quarter" idx="14"/>
          </p:nvPr>
        </p:nvSpPr>
        <p:spPr/>
        <p:txBody>
          <a:bodyPr/>
          <a:lstStyle/>
          <a:p>
            <a:r>
              <a:rPr lang="pt-BR"/>
              <a:t>Fonte: Secretaria Especial de Assuntos Estratégicos, gov.br, Mirow &amp; Co.</a:t>
            </a:r>
          </a:p>
        </p:txBody>
      </p:sp>
      <p:sp>
        <p:nvSpPr>
          <p:cNvPr id="3" name="Título 2">
            <a:extLst>
              <a:ext uri="{FF2B5EF4-FFF2-40B4-BE49-F238E27FC236}">
                <a16:creationId xmlns:a16="http://schemas.microsoft.com/office/drawing/2014/main" id="{BAE51AE7-BD14-8C75-703A-2D298C79962F}"/>
              </a:ext>
            </a:extLst>
          </p:cNvPr>
          <p:cNvSpPr>
            <a:spLocks noGrp="1"/>
          </p:cNvSpPr>
          <p:nvPr>
            <p:ph type="title"/>
          </p:nvPr>
        </p:nvSpPr>
        <p:spPr>
          <a:xfrm>
            <a:off x="478971" y="225177"/>
            <a:ext cx="11485488" cy="615553"/>
          </a:xfrm>
        </p:spPr>
        <p:txBody>
          <a:bodyPr vert="horz"/>
          <a:lstStyle/>
          <a:p>
            <a:r>
              <a:rPr lang="pt-BR"/>
              <a:t>Fertilizantes fosfatados apresentam a maior participação de produção local</a:t>
            </a:r>
            <a:br>
              <a:rPr lang="pt-BR"/>
            </a:br>
            <a:endParaRPr lang="pt-BR"/>
          </a:p>
        </p:txBody>
      </p:sp>
      <p:graphicFrame>
        <p:nvGraphicFramePr>
          <p:cNvPr id="13" name="Chart 3">
            <a:extLst>
              <a:ext uri="{FF2B5EF4-FFF2-40B4-BE49-F238E27FC236}">
                <a16:creationId xmlns:a16="http://schemas.microsoft.com/office/drawing/2014/main" id="{0611A6B5-78C3-F507-7F72-FAADAAEE1463}"/>
              </a:ext>
            </a:extLst>
          </p:cNvPr>
          <p:cNvGraphicFramePr/>
          <p:nvPr>
            <p:custDataLst>
              <p:tags r:id="rId2"/>
            </p:custDataLst>
            <p:extLst>
              <p:ext uri="{D42A27DB-BD31-4B8C-83A1-F6EECF244321}">
                <p14:modId xmlns:p14="http://schemas.microsoft.com/office/powerpoint/2010/main" val="2503473748"/>
              </p:ext>
            </p:extLst>
          </p:nvPr>
        </p:nvGraphicFramePr>
        <p:xfrm>
          <a:off x="396875" y="2060575"/>
          <a:ext cx="7483475" cy="4075113"/>
        </p:xfrm>
        <a:graphic>
          <a:graphicData uri="http://schemas.openxmlformats.org/drawingml/2006/chart">
            <c:chart xmlns:c="http://schemas.openxmlformats.org/drawingml/2006/chart" xmlns:r="http://schemas.openxmlformats.org/officeDocument/2006/relationships" r:id="rId15"/>
          </a:graphicData>
        </a:graphic>
      </p:graphicFrame>
      <p:cxnSp>
        <p:nvCxnSpPr>
          <p:cNvPr id="16" name="Conector reto 15">
            <a:extLst>
              <a:ext uri="{FF2B5EF4-FFF2-40B4-BE49-F238E27FC236}">
                <a16:creationId xmlns:a16="http://schemas.microsoft.com/office/drawing/2014/main" id="{735A9C16-DDF7-125C-9D77-E991AC562547}"/>
              </a:ext>
            </a:extLst>
          </p:cNvPr>
          <p:cNvCxnSpPr/>
          <p:nvPr>
            <p:custDataLst>
              <p:tags r:id="rId3"/>
            </p:custDataLst>
          </p:nvPr>
        </p:nvCxnSpPr>
        <p:spPr bwMode="auto">
          <a:xfrm flipH="1">
            <a:off x="7305675" y="2366963"/>
            <a:ext cx="203200" cy="0"/>
          </a:xfrm>
          <a:prstGeom prst="line">
            <a:avLst/>
          </a:prstGeom>
          <a:ln w="9525" cap="flat" cmpd="sng" algn="ctr">
            <a:solidFill>
              <a:schemeClr val="tx1"/>
            </a:solidFill>
            <a:prstDash val="solid"/>
            <a:round/>
            <a:headEnd type="none" w="med" len="med"/>
            <a:tailEnd type="triangle" w="med" len="med"/>
          </a:ln>
          <a:effectLst/>
        </p:spPr>
        <p:style>
          <a:lnRef idx="1">
            <a:schemeClr val="dk1"/>
          </a:lnRef>
          <a:fillRef idx="0">
            <a:schemeClr val="dk1"/>
          </a:fillRef>
          <a:effectRef idx="0">
            <a:schemeClr val="dk1"/>
          </a:effectRef>
          <a:fontRef idx="minor">
            <a:schemeClr val="tx1"/>
          </a:fontRef>
        </p:style>
      </p:cxnSp>
      <p:sp>
        <p:nvSpPr>
          <p:cNvPr id="40" name="Retângulo 39">
            <a:extLst>
              <a:ext uri="{FF2B5EF4-FFF2-40B4-BE49-F238E27FC236}">
                <a16:creationId xmlns:a16="http://schemas.microsoft.com/office/drawing/2014/main" id="{F8A14EAB-1EAE-DFDE-CD08-87A2BE7AB7EF}"/>
              </a:ext>
            </a:extLst>
          </p:cNvPr>
          <p:cNvSpPr/>
          <p:nvPr>
            <p:custDataLst>
              <p:tags r:id="rId4"/>
            </p:custDataLst>
          </p:nvPr>
        </p:nvSpPr>
        <p:spPr bwMode="auto">
          <a:xfrm>
            <a:off x="1352550" y="5888038"/>
            <a:ext cx="693738" cy="212725"/>
          </a:xfrm>
          <a:prstGeom prst="rect">
            <a:avLst/>
          </a:prstGeom>
          <a:noFill/>
          <a:ln w="12700" cap="flat" cmpd="sng" algn="ctr">
            <a:noFill/>
            <a:prstDash val="solid"/>
            <a:miter lim="400000"/>
            <a:headEnd type="none" w="med" len="med"/>
            <a:tailEnd type="none" w="med" len="med"/>
          </a:ln>
          <a:effectLst/>
          <a:extLst>
            <a:ext uri="{909E8E84-426E-40DD-AFC4-6F175D3DCCD1}">
              <a14:hiddenFill xmlns:a14="http://schemas.microsoft.com/office/drawing/2010/main">
                <a:solidFill>
                  <a:scrgbClr r="0" g="0" b="0"/>
                </a:solidFill>
              </a14:hiddenFill>
            </a:ext>
            <a:ext uri="{91240B29-F687-4F45-9708-019B960494DF}">
              <a14:hiddenLine xmlns:a14="http://schemas.microsoft.com/office/drawing/2010/main" w="12700" cap="flat" cmpd="sng" algn="ctr">
                <a:solidFill>
                  <a:schemeClr val="accent4"/>
                </a:solidFill>
                <a:prstDash val="solid"/>
                <a:miter lim="400000"/>
                <a:headEnd type="none" w="med" len="med"/>
                <a:tailEnd type="none" w="med" len="med"/>
              </a14:hiddenLine>
            </a:ext>
          </a:extLst>
        </p:spPr>
        <p:txBody>
          <a:bodyPr vert="horz" wrap="none" lIns="0" tIns="0" rIns="0" bIns="0" rtlCol="0" anchor="t"/>
          <a:lstStyle/>
          <a:p>
            <a:pPr lvl="0" algn="ctr">
              <a:spcBef>
                <a:spcPct val="0"/>
              </a:spcBef>
              <a:spcAft>
                <a:spcPct val="0"/>
              </a:spcAft>
              <a:defRPr/>
            </a:pPr>
            <a:fld id="{C6B80469-4A9C-413F-BF52-D70320F51788}" type="datetime'P''''''''o''t''''''''''''''''''á''''''''''''''''''''ssi''o'">
              <a:rPr lang="pt-BR" altLang="en-US" sz="1400" smtClean="0">
                <a:solidFill>
                  <a:srgbClr val="071C25"/>
                </a:solidFill>
              </a:rPr>
              <a:pPr lvl="0" algn="ctr">
                <a:spcBef>
                  <a:spcPct val="0"/>
                </a:spcBef>
                <a:spcAft>
                  <a:spcPct val="0"/>
                </a:spcAft>
                <a:defRPr/>
              </a:pPr>
              <a:t>Potássio</a:t>
            </a:fld>
            <a:endParaRPr kumimoji="0" lang="pt-BR" sz="1400" b="0" i="0" strike="noStrike" kern="1200" cap="none" spc="0" normalizeH="0" baseline="0" noProof="0" err="1">
              <a:ln>
                <a:noFill/>
              </a:ln>
              <a:solidFill>
                <a:srgbClr val="071C25"/>
              </a:solidFill>
              <a:effectLst/>
              <a:uLnTx/>
              <a:uFillTx/>
            </a:endParaRPr>
          </a:p>
        </p:txBody>
      </p:sp>
      <p:sp>
        <p:nvSpPr>
          <p:cNvPr id="46" name="Retângulo 45">
            <a:extLst>
              <a:ext uri="{FF2B5EF4-FFF2-40B4-BE49-F238E27FC236}">
                <a16:creationId xmlns:a16="http://schemas.microsoft.com/office/drawing/2014/main" id="{4E9DB435-3CF7-D3F7-4451-5D0E9FCEC7BF}"/>
              </a:ext>
            </a:extLst>
          </p:cNvPr>
          <p:cNvSpPr/>
          <p:nvPr>
            <p:custDataLst>
              <p:tags r:id="rId5"/>
            </p:custDataLst>
          </p:nvPr>
        </p:nvSpPr>
        <p:spPr bwMode="auto">
          <a:xfrm>
            <a:off x="3729038" y="5888038"/>
            <a:ext cx="820738" cy="212725"/>
          </a:xfrm>
          <a:prstGeom prst="rect">
            <a:avLst/>
          </a:prstGeom>
          <a:noFill/>
          <a:ln w="12700" cap="flat" cmpd="sng" algn="ctr">
            <a:noFill/>
            <a:prstDash val="solid"/>
            <a:miter lim="400000"/>
            <a:headEnd type="none" w="med" len="med"/>
            <a:tailEnd type="none" w="med" len="med"/>
          </a:ln>
          <a:effectLst/>
          <a:extLst>
            <a:ext uri="{909E8E84-426E-40DD-AFC4-6F175D3DCCD1}">
              <a14:hiddenFill xmlns:a14="http://schemas.microsoft.com/office/drawing/2010/main">
                <a:solidFill>
                  <a:scrgbClr r="0" g="0" b="0"/>
                </a:solidFill>
              </a14:hiddenFill>
            </a:ext>
            <a:ext uri="{91240B29-F687-4F45-9708-019B960494DF}">
              <a14:hiddenLine xmlns:a14="http://schemas.microsoft.com/office/drawing/2010/main" w="12700" cap="flat" cmpd="sng" algn="ctr">
                <a:solidFill>
                  <a:schemeClr val="accent4"/>
                </a:solidFill>
                <a:prstDash val="solid"/>
                <a:miter lim="400000"/>
                <a:headEnd type="none" w="med" len="med"/>
                <a:tailEnd type="none" w="med" len="med"/>
              </a14:hiddenLine>
            </a:ext>
          </a:extLst>
        </p:spPr>
        <p:txBody>
          <a:bodyPr vert="horz" wrap="none" lIns="0" tIns="0" rIns="0" bIns="0" rtlCol="0" anchor="t"/>
          <a:lstStyle/>
          <a:p>
            <a:pPr lvl="0" algn="ctr">
              <a:spcBef>
                <a:spcPct val="0"/>
              </a:spcBef>
              <a:spcAft>
                <a:spcPct val="0"/>
              </a:spcAft>
              <a:defRPr/>
            </a:pPr>
            <a:fld id="{AAFF3B8B-5668-47A8-AD46-AC55E4214FE4}" type="datetime'Ni''t''''r''''''''og''''''''''''''''ê''n''''''io'''''">
              <a:rPr lang="pt-BR" altLang="en-US" sz="1400" smtClean="0">
                <a:solidFill>
                  <a:srgbClr val="071C25"/>
                </a:solidFill>
              </a:rPr>
              <a:pPr lvl="0" algn="ctr">
                <a:spcBef>
                  <a:spcPct val="0"/>
                </a:spcBef>
                <a:spcAft>
                  <a:spcPct val="0"/>
                </a:spcAft>
                <a:defRPr/>
              </a:pPr>
              <a:t>Nitrogênio</a:t>
            </a:fld>
            <a:endParaRPr kumimoji="0" lang="pt-BR" sz="1400" b="0" i="0" strike="noStrike" kern="1200" cap="none" spc="0" normalizeH="0" baseline="0" noProof="0" err="1">
              <a:ln>
                <a:noFill/>
              </a:ln>
              <a:solidFill>
                <a:srgbClr val="071C25"/>
              </a:solidFill>
              <a:effectLst/>
              <a:uLnTx/>
              <a:uFillTx/>
            </a:endParaRPr>
          </a:p>
        </p:txBody>
      </p:sp>
      <p:sp>
        <p:nvSpPr>
          <p:cNvPr id="21" name="Retângulo 20">
            <a:extLst>
              <a:ext uri="{FF2B5EF4-FFF2-40B4-BE49-F238E27FC236}">
                <a16:creationId xmlns:a16="http://schemas.microsoft.com/office/drawing/2014/main" id="{FDE60AE8-A688-7AFB-1BAA-8F9798AE1E92}"/>
              </a:ext>
            </a:extLst>
          </p:cNvPr>
          <p:cNvSpPr/>
          <p:nvPr>
            <p:custDataLst>
              <p:tags r:id="rId6"/>
            </p:custDataLst>
          </p:nvPr>
        </p:nvSpPr>
        <p:spPr bwMode="auto">
          <a:xfrm>
            <a:off x="6270625" y="5888039"/>
            <a:ext cx="612775" cy="212725"/>
          </a:xfrm>
          <a:prstGeom prst="rect">
            <a:avLst/>
          </a:prstGeom>
          <a:noFill/>
          <a:ln w="12700" cap="flat" cmpd="sng" algn="ctr">
            <a:noFill/>
            <a:prstDash val="solid"/>
            <a:miter lim="400000"/>
            <a:headEnd type="none" w="med" len="med"/>
            <a:tailEnd type="none" w="med" len="med"/>
          </a:ln>
          <a:effectLst/>
          <a:extLst>
            <a:ext uri="{909E8E84-426E-40DD-AFC4-6F175D3DCCD1}">
              <a14:hiddenFill xmlns:a14="http://schemas.microsoft.com/office/drawing/2010/main">
                <a:solidFill>
                  <a:scrgbClr r="0" g="0" b="0"/>
                </a:solidFill>
              </a14:hiddenFill>
            </a:ext>
            <a:ext uri="{91240B29-F687-4F45-9708-019B960494DF}">
              <a14:hiddenLine xmlns:a14="http://schemas.microsoft.com/office/drawing/2010/main" w="12700" cap="flat" cmpd="sng" algn="ctr">
                <a:solidFill>
                  <a:schemeClr val="accent4"/>
                </a:solidFill>
                <a:prstDash val="solid"/>
                <a:miter lim="400000"/>
                <a:headEnd type="none" w="med" len="med"/>
                <a:tailEnd type="none" w="med" len="med"/>
              </a14:hiddenLine>
            </a:ext>
          </a:extLst>
        </p:spPr>
        <p:txBody>
          <a:bodyPr vert="horz" wrap="none" lIns="0" tIns="0" rIns="0" bIns="0" rtlCol="0" anchor="t"/>
          <a:lstStyle/>
          <a:p>
            <a:pPr marL="0" marR="0" lvl="0" indent="0" algn="ctr" defTabSz="914400" rtl="0" eaLnBrk="1" fontAlgn="auto" latinLnBrk="0" hangingPunct="1">
              <a:lnSpc>
                <a:spcPct val="100000"/>
              </a:lnSpc>
              <a:spcBef>
                <a:spcPct val="0"/>
              </a:spcBef>
              <a:spcAft>
                <a:spcPct val="0"/>
              </a:spcAft>
              <a:buClrTx/>
              <a:buSzTx/>
              <a:buFontTx/>
              <a:buNone/>
              <a:tabLst/>
              <a:defRPr/>
            </a:pPr>
            <a:fld id="{FE12A895-30DF-48AD-A2AA-DE9B5533D0D7}" type="datetime'''Fó''''''sf''''''''''''''''''o''''''''r''''''''''o'">
              <a:rPr kumimoji="0" lang="pt-BR" altLang="en-US" sz="1400" b="0" i="0" u="none" strike="noStrike" kern="1200" cap="none" spc="0" normalizeH="0" baseline="0" noProof="0" smtClean="0">
                <a:ln>
                  <a:noFill/>
                </a:ln>
                <a:solidFill>
                  <a:srgbClr val="071C25"/>
                </a:solidFill>
                <a:effectLst/>
                <a:uLnTx/>
                <a:uFillTx/>
              </a:rPr>
              <a:pPr marL="0" marR="0" lvl="0" indent="0" algn="ctr" defTabSz="914400" rtl="0" eaLnBrk="1" fontAlgn="auto" latinLnBrk="0" hangingPunct="1">
                <a:lnSpc>
                  <a:spcPct val="100000"/>
                </a:lnSpc>
                <a:spcBef>
                  <a:spcPct val="0"/>
                </a:spcBef>
                <a:spcAft>
                  <a:spcPct val="0"/>
                </a:spcAft>
                <a:buClrTx/>
                <a:buSzTx/>
                <a:buFontTx/>
                <a:buNone/>
                <a:tabLst/>
                <a:defRPr/>
              </a:pPr>
              <a:t>Fósforo</a:t>
            </a:fld>
            <a:endParaRPr kumimoji="0" lang="pt-BR" sz="1400" b="0" i="0" u="none" strike="noStrike" kern="1200" cap="none" spc="0" normalizeH="0" baseline="0" noProof="0" err="1">
              <a:ln>
                <a:noFill/>
              </a:ln>
              <a:solidFill>
                <a:srgbClr val="071C25"/>
              </a:solidFill>
              <a:effectLst/>
              <a:uLnTx/>
              <a:uFillTx/>
            </a:endParaRPr>
          </a:p>
        </p:txBody>
      </p:sp>
      <p:sp>
        <p:nvSpPr>
          <p:cNvPr id="11" name="Retângulo 10">
            <a:extLst>
              <a:ext uri="{FF2B5EF4-FFF2-40B4-BE49-F238E27FC236}">
                <a16:creationId xmlns:a16="http://schemas.microsoft.com/office/drawing/2014/main" id="{51BC4930-B0F8-9F6C-50CF-165D36C8A01B}"/>
              </a:ext>
            </a:extLst>
          </p:cNvPr>
          <p:cNvSpPr/>
          <p:nvPr>
            <p:custDataLst>
              <p:tags r:id="rId7"/>
            </p:custDataLst>
          </p:nvPr>
        </p:nvSpPr>
        <p:spPr bwMode="auto">
          <a:xfrm>
            <a:off x="7559675" y="2276475"/>
            <a:ext cx="387350" cy="182563"/>
          </a:xfrm>
          <a:prstGeom prst="rect">
            <a:avLst/>
          </a:prstGeom>
          <a:noFill/>
          <a:ln w="12700" cap="flat" cmpd="sng" algn="ctr">
            <a:noFill/>
            <a:prstDash val="solid"/>
            <a:miter lim="400000"/>
            <a:headEnd type="none" w="med" len="med"/>
            <a:tailEnd type="none" w="med" len="med"/>
          </a:ln>
          <a:effectLst/>
          <a:extLst>
            <a:ext uri="{909E8E84-426E-40DD-AFC4-6F175D3DCCD1}">
              <a14:hiddenFill xmlns:a14="http://schemas.microsoft.com/office/drawing/2010/main">
                <a:solidFill>
                  <a:scrgbClr r="0" g="0" b="0"/>
                </a:solidFill>
              </a14:hiddenFill>
            </a:ext>
            <a:ext uri="{91240B29-F687-4F45-9708-019B960494DF}">
              <a14:hiddenLine xmlns:a14="http://schemas.microsoft.com/office/drawing/2010/main" w="12700" cap="flat" cmpd="sng" algn="ctr">
                <a:solidFill>
                  <a:schemeClr val="accent4"/>
                </a:solidFill>
                <a:prstDash val="solid"/>
                <a:miter lim="400000"/>
                <a:headEnd type="none" w="med" len="med"/>
                <a:tailEnd type="none" w="med" len="med"/>
              </a14:hiddenLine>
            </a:ext>
          </a:extLst>
        </p:spPr>
        <p:txBody>
          <a:bodyPr vert="horz" wrap="none" lIns="0" tIns="0" rIns="0" bIns="0" rtlCol="0" anchor="ctr"/>
          <a:lstStyle/>
          <a:p>
            <a:pPr marL="0" marR="0" lvl="0" indent="0" algn="l" defTabSz="914400" rtl="0" eaLnBrk="1" fontAlgn="auto" latinLnBrk="0" hangingPunct="1">
              <a:lnSpc>
                <a:spcPct val="100000"/>
              </a:lnSpc>
              <a:spcBef>
                <a:spcPct val="0"/>
              </a:spcBef>
              <a:spcAft>
                <a:spcPct val="0"/>
              </a:spcAft>
              <a:buClrTx/>
              <a:buSzTx/>
              <a:buFontTx/>
              <a:buNone/>
              <a:tabLst/>
              <a:defRPr/>
            </a:pPr>
            <a:fld id="{46E62587-E686-4F1A-A29E-4578EB9DDFF4}" type="datetime'''''''''1''0''''0''''''''%'''''''">
              <a:rPr kumimoji="0" lang="pt-BR" altLang="en-US" sz="1200" b="0" i="0" u="none" strike="noStrike" kern="1200" cap="none" spc="0" normalizeH="0" baseline="0" noProof="0" smtClean="0">
                <a:ln>
                  <a:noFill/>
                </a:ln>
                <a:solidFill>
                  <a:srgbClr val="071C25"/>
                </a:solidFill>
                <a:effectLst/>
                <a:uLnTx/>
                <a:uFillTx/>
              </a:rPr>
              <a:pPr marL="0" marR="0" lvl="0" indent="0" algn="l" defTabSz="914400" rtl="0" eaLnBrk="1" fontAlgn="auto" latinLnBrk="0" hangingPunct="1">
                <a:lnSpc>
                  <a:spcPct val="100000"/>
                </a:lnSpc>
                <a:spcBef>
                  <a:spcPct val="0"/>
                </a:spcBef>
                <a:spcAft>
                  <a:spcPct val="0"/>
                </a:spcAft>
                <a:buClrTx/>
                <a:buSzTx/>
                <a:buFontTx/>
                <a:buNone/>
                <a:tabLst/>
                <a:defRPr/>
              </a:pPr>
              <a:t>100%</a:t>
            </a:fld>
            <a:endParaRPr kumimoji="0" lang="pt-BR" sz="1200" b="0" i="0" u="none" strike="noStrike" kern="1200" cap="none" spc="0" normalizeH="0" baseline="0" noProof="0" err="1">
              <a:ln>
                <a:noFill/>
              </a:ln>
              <a:solidFill>
                <a:srgbClr val="071C25"/>
              </a:solidFill>
              <a:effectLst/>
              <a:uLnTx/>
              <a:uFillTx/>
            </a:endParaRPr>
          </a:p>
        </p:txBody>
      </p:sp>
      <p:sp>
        <p:nvSpPr>
          <p:cNvPr id="5" name="Rectángulo 4">
            <a:extLst>
              <a:ext uri="{FF2B5EF4-FFF2-40B4-BE49-F238E27FC236}">
                <a16:creationId xmlns:a16="http://schemas.microsoft.com/office/drawing/2014/main" id="{32C01698-AA7B-0DB1-B7B6-B1C920F7773B}"/>
              </a:ext>
            </a:extLst>
          </p:cNvPr>
          <p:cNvSpPr/>
          <p:nvPr/>
        </p:nvSpPr>
        <p:spPr>
          <a:xfrm>
            <a:off x="240724" y="997892"/>
            <a:ext cx="7770710" cy="5353200"/>
          </a:xfrm>
          <a:prstGeom prst="rect">
            <a:avLst/>
          </a:prstGeom>
          <a:noFill/>
          <a:ln w="12700">
            <a:solidFill>
              <a:schemeClr val="accent4"/>
            </a:solidFill>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500" b="0" i="0" u="none" strike="noStrike" kern="1200" cap="none" spc="0" normalizeH="0" baseline="0" noProof="0" err="1">
              <a:ln>
                <a:noFill/>
              </a:ln>
              <a:solidFill>
                <a:prstClr val="white"/>
              </a:solidFill>
              <a:effectLst/>
              <a:uLnTx/>
              <a:uFillTx/>
              <a:latin typeface="Arial"/>
              <a:ea typeface="+mn-ea"/>
              <a:cs typeface="+mn-cs"/>
            </a:endParaRPr>
          </a:p>
        </p:txBody>
      </p:sp>
      <p:sp>
        <p:nvSpPr>
          <p:cNvPr id="7" name="Rectángulo 6">
            <a:extLst>
              <a:ext uri="{FF2B5EF4-FFF2-40B4-BE49-F238E27FC236}">
                <a16:creationId xmlns:a16="http://schemas.microsoft.com/office/drawing/2014/main" id="{935D5193-19DA-DB0B-FC2E-CEC4E0641164}"/>
              </a:ext>
            </a:extLst>
          </p:cNvPr>
          <p:cNvSpPr/>
          <p:nvPr/>
        </p:nvSpPr>
        <p:spPr>
          <a:xfrm>
            <a:off x="8011433" y="997892"/>
            <a:ext cx="4180568" cy="5353200"/>
          </a:xfrm>
          <a:prstGeom prst="rect">
            <a:avLst/>
          </a:prstGeom>
          <a:solidFill>
            <a:schemeClr val="bg1">
              <a:lumMod val="95000"/>
            </a:schemeClr>
          </a:solidFill>
          <a:ln w="12700">
            <a:noFill/>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500" b="0" i="0" u="none" strike="noStrike" kern="1200" cap="none" spc="0" normalizeH="0" baseline="0" noProof="0" err="1">
              <a:ln>
                <a:noFill/>
              </a:ln>
              <a:solidFill>
                <a:prstClr val="white"/>
              </a:solidFill>
              <a:effectLst/>
              <a:uLnTx/>
              <a:uFillTx/>
              <a:latin typeface="Arial"/>
              <a:ea typeface="+mn-ea"/>
              <a:cs typeface="+mn-cs"/>
            </a:endParaRPr>
          </a:p>
        </p:txBody>
      </p:sp>
      <p:sp>
        <p:nvSpPr>
          <p:cNvPr id="8" name="Rectangle 3">
            <a:extLst>
              <a:ext uri="{FF2B5EF4-FFF2-40B4-BE49-F238E27FC236}">
                <a16:creationId xmlns:a16="http://schemas.microsoft.com/office/drawing/2014/main" id="{90AC2755-39E8-776D-33DF-C2D283800D1E}"/>
              </a:ext>
            </a:extLst>
          </p:cNvPr>
          <p:cNvSpPr txBox="1">
            <a:spLocks/>
          </p:cNvSpPr>
          <p:nvPr/>
        </p:nvSpPr>
        <p:spPr>
          <a:xfrm>
            <a:off x="8201024" y="1740844"/>
            <a:ext cx="3729109" cy="4437112"/>
          </a:xfrm>
          <a:prstGeom prst="rect">
            <a:avLst/>
          </a:prstGeom>
        </p:spPr>
        <p:txBody>
          <a:bodyPr vert="horz" wrap="square" lIns="0" tIns="0" rIns="0" bIns="0" rtlCol="0" anchor="t">
            <a:spAutoFit/>
          </a:bodyPr>
          <a:lstStyle>
            <a:lvl1pPr lvl="0" indent="0">
              <a:spcBef>
                <a:spcPct val="20000"/>
              </a:spcBef>
              <a:buFont typeface="Arial" pitchFamily="34" charset="0"/>
              <a:buNone/>
              <a:defRPr sz="1600"/>
            </a:lvl1pPr>
            <a:lvl2pPr marL="197607" lvl="1" indent="-195987" defTabSz="913526" fontAlgn="base">
              <a:spcBef>
                <a:spcPct val="0"/>
              </a:spcBef>
              <a:spcAft>
                <a:spcPct val="0"/>
              </a:spcAft>
              <a:buClr>
                <a:schemeClr val="tx2"/>
              </a:buClr>
              <a:buSzPct val="125000"/>
              <a:buFont typeface="Arial" charset="0"/>
              <a:buChar char="▪"/>
              <a:defRPr lang="pt-BR" sz="1600" baseline="0" dirty="0" smtClean="0"/>
            </a:lvl2pPr>
            <a:lvl3pPr marL="466481" lvl="2" indent="-267255" defTabSz="913526" fontAlgn="base">
              <a:spcBef>
                <a:spcPct val="0"/>
              </a:spcBef>
              <a:spcAft>
                <a:spcPct val="0"/>
              </a:spcAft>
              <a:buClr>
                <a:schemeClr val="tx2"/>
              </a:buClr>
              <a:buSzPct val="120000"/>
              <a:buFont typeface="Arial" charset="0"/>
              <a:buChar char="–"/>
              <a:defRPr lang="pt-BR" sz="1600" baseline="0" dirty="0" smtClean="0"/>
            </a:lvl3pPr>
            <a:lvl4pPr marL="626835" lvl="3" indent="-158733" defTabSz="913526" fontAlgn="base">
              <a:spcBef>
                <a:spcPct val="0"/>
              </a:spcBef>
              <a:spcAft>
                <a:spcPct val="0"/>
              </a:spcAft>
              <a:buClr>
                <a:schemeClr val="tx2"/>
              </a:buClr>
              <a:buSzPct val="120000"/>
              <a:buFont typeface="Arial" charset="0"/>
              <a:buChar char="▫"/>
              <a:defRPr lang="pt-BR" sz="1600" baseline="0" dirty="0" smtClean="0"/>
            </a:lvl4pPr>
            <a:lvl5pPr marL="765029" lvl="4" indent="-132818" defTabSz="913526" fontAlgn="base">
              <a:spcBef>
                <a:spcPct val="0"/>
              </a:spcBef>
              <a:spcAft>
                <a:spcPct val="0"/>
              </a:spcAft>
              <a:buClr>
                <a:schemeClr val="tx2"/>
              </a:buClr>
              <a:buSzPct val="89000"/>
              <a:buFont typeface="Arial" charset="0"/>
              <a:buChar char="-"/>
              <a:defRPr lang="pt-BR" sz="1600" baseline="0" dirty="0"/>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marL="197607" marR="0" lvl="1" indent="-195987" algn="l" defTabSz="913526" rtl="0" eaLnBrk="1" fontAlgn="base" latinLnBrk="0" hangingPunct="1">
              <a:lnSpc>
                <a:spcPct val="100000"/>
              </a:lnSpc>
              <a:spcBef>
                <a:spcPts val="0"/>
              </a:spcBef>
              <a:spcAft>
                <a:spcPts val="500"/>
              </a:spcAft>
              <a:buClrTx/>
              <a:buSzPct val="125000"/>
              <a:buFont typeface="Arial" charset="0"/>
              <a:buChar char="▪"/>
              <a:tabLst/>
              <a:defRPr/>
            </a:pPr>
            <a:r>
              <a:rPr kumimoji="0" lang="pt-BR" sz="1400" i="0" u="none" strike="noStrike" kern="1200" cap="none" spc="0" normalizeH="0" baseline="0" noProof="0" dirty="0">
                <a:ln>
                  <a:noFill/>
                </a:ln>
                <a:solidFill>
                  <a:srgbClr val="071C25"/>
                </a:solidFill>
                <a:effectLst/>
                <a:uLnTx/>
                <a:uFillTx/>
                <a:latin typeface="Arial"/>
                <a:ea typeface="+mn-ea"/>
                <a:cs typeface="Arial" panose="020B0604020202020204" pitchFamily="34" charset="0"/>
              </a:rPr>
              <a:t>Atualmente, o </a:t>
            </a:r>
            <a:r>
              <a:rPr kumimoji="0" lang="pt-BR" sz="1400" b="1" i="0" u="none" strike="noStrike" kern="1200" cap="none" spc="0" normalizeH="0" baseline="0" noProof="0" dirty="0">
                <a:ln>
                  <a:noFill/>
                </a:ln>
                <a:solidFill>
                  <a:srgbClr val="071C25"/>
                </a:solidFill>
                <a:effectLst/>
                <a:uLnTx/>
                <a:uFillTx/>
                <a:latin typeface="Arial"/>
                <a:ea typeface="+mn-ea"/>
                <a:cs typeface="Arial" panose="020B0604020202020204" pitchFamily="34" charset="0"/>
              </a:rPr>
              <a:t>Brasil é responsável por cerca de 8% do consumo global de fertilizantes</a:t>
            </a:r>
            <a:r>
              <a:rPr kumimoji="0" lang="pt-BR" sz="1400" i="0" u="none" strike="noStrike" kern="1200" cap="none" spc="0" normalizeH="0" baseline="0" noProof="0" dirty="0">
                <a:ln>
                  <a:noFill/>
                </a:ln>
                <a:solidFill>
                  <a:srgbClr val="071C25"/>
                </a:solidFill>
                <a:effectLst/>
                <a:uLnTx/>
                <a:uFillTx/>
                <a:latin typeface="Arial"/>
                <a:ea typeface="+mn-ea"/>
                <a:cs typeface="Arial" panose="020B0604020202020204" pitchFamily="34" charset="0"/>
              </a:rPr>
              <a:t>, sendo o quarto do mundo, atrás apenas de China, Índia e Estados Unidos</a:t>
            </a:r>
          </a:p>
          <a:p>
            <a:pPr marL="197607" marR="0" lvl="1" indent="-195987" algn="l" defTabSz="913526" rtl="0" eaLnBrk="1" fontAlgn="base" latinLnBrk="0" hangingPunct="1">
              <a:lnSpc>
                <a:spcPct val="100000"/>
              </a:lnSpc>
              <a:spcBef>
                <a:spcPts val="0"/>
              </a:spcBef>
              <a:spcAft>
                <a:spcPts val="500"/>
              </a:spcAft>
              <a:buClrTx/>
              <a:buSzPct val="125000"/>
              <a:buFont typeface="Arial" charset="0"/>
              <a:buChar char="▪"/>
              <a:tabLst/>
              <a:defRPr/>
            </a:pPr>
            <a:r>
              <a:rPr kumimoji="0" lang="pt-BR" sz="1400" i="0" u="none" strike="noStrike" kern="1200" cap="none" spc="0" normalizeH="0" baseline="0" noProof="0" dirty="0">
                <a:ln>
                  <a:noFill/>
                </a:ln>
                <a:solidFill>
                  <a:srgbClr val="071C25"/>
                </a:solidFill>
                <a:effectLst/>
                <a:uLnTx/>
                <a:uFillTx/>
                <a:latin typeface="Arial"/>
                <a:ea typeface="+mn-ea"/>
                <a:cs typeface="Arial" panose="020B0604020202020204" pitchFamily="34" charset="0"/>
              </a:rPr>
              <a:t>O Brasil tem importância no mercado mundial não somente pelo expressivo volume de insumos consumidos internamente, mas também pelo fato de sua demanda estar se concentrar no segundo semestre, o que possibilita relativo poder de barganha ao país</a:t>
            </a:r>
          </a:p>
          <a:p>
            <a:pPr marL="197607" marR="0" lvl="1" indent="-195987" algn="l" defTabSz="913526" rtl="0" eaLnBrk="1" fontAlgn="base" latinLnBrk="0" hangingPunct="1">
              <a:lnSpc>
                <a:spcPct val="100000"/>
              </a:lnSpc>
              <a:spcBef>
                <a:spcPts val="0"/>
              </a:spcBef>
              <a:spcAft>
                <a:spcPts val="500"/>
              </a:spcAft>
              <a:buClrTx/>
              <a:buSzPct val="125000"/>
              <a:buFont typeface="Arial" charset="0"/>
              <a:buChar char="▪"/>
              <a:tabLst/>
              <a:defRPr/>
            </a:pPr>
            <a:r>
              <a:rPr kumimoji="0" lang="pt-BR" sz="1400" i="0" u="none" strike="noStrike" kern="1200" cap="none" spc="0" normalizeH="0" baseline="0" noProof="0" dirty="0">
                <a:ln>
                  <a:noFill/>
                </a:ln>
                <a:solidFill>
                  <a:srgbClr val="071C25"/>
                </a:solidFill>
                <a:effectLst/>
                <a:uLnTx/>
                <a:uFillTx/>
                <a:latin typeface="Arial"/>
                <a:ea typeface="+mn-ea"/>
                <a:cs typeface="Arial" panose="020B0604020202020204" pitchFamily="34" charset="0"/>
              </a:rPr>
              <a:t>O </a:t>
            </a:r>
            <a:r>
              <a:rPr kumimoji="0" lang="pt-BR" sz="1400" b="1" i="0" u="none" strike="noStrike" kern="1200" cap="none" spc="0" normalizeH="0" baseline="0" noProof="0" dirty="0">
                <a:ln>
                  <a:noFill/>
                </a:ln>
                <a:solidFill>
                  <a:srgbClr val="071C25"/>
                </a:solidFill>
                <a:effectLst/>
                <a:uLnTx/>
                <a:uFillTx/>
                <a:latin typeface="Arial"/>
                <a:ea typeface="+mn-ea"/>
                <a:cs typeface="Arial" panose="020B0604020202020204" pitchFamily="34" charset="0"/>
              </a:rPr>
              <a:t>consumo nacional</a:t>
            </a:r>
            <a:r>
              <a:rPr kumimoji="0" lang="pt-BR" sz="1400" i="0" u="none" strike="noStrike" kern="1200" cap="none" spc="0" normalizeH="0" baseline="0" noProof="0" dirty="0">
                <a:ln>
                  <a:noFill/>
                </a:ln>
                <a:solidFill>
                  <a:srgbClr val="071C25"/>
                </a:solidFill>
                <a:effectLst/>
                <a:uLnTx/>
                <a:uFillTx/>
                <a:latin typeface="Arial"/>
                <a:ea typeface="+mn-ea"/>
                <a:cs typeface="Arial" panose="020B0604020202020204" pitchFamily="34" charset="0"/>
              </a:rPr>
              <a:t> depende principalmente do </a:t>
            </a:r>
            <a:r>
              <a:rPr kumimoji="0" lang="pt-BR" sz="1400" b="1" i="0" u="none" strike="noStrike" kern="1200" cap="none" spc="0" normalizeH="0" baseline="0" noProof="0" dirty="0">
                <a:ln>
                  <a:noFill/>
                </a:ln>
                <a:solidFill>
                  <a:srgbClr val="071C25"/>
                </a:solidFill>
                <a:effectLst/>
                <a:uLnTx/>
                <a:uFillTx/>
                <a:latin typeface="Arial"/>
                <a:ea typeface="+mn-ea"/>
                <a:cs typeface="Arial" panose="020B0604020202020204" pitchFamily="34" charset="0"/>
              </a:rPr>
              <a:t>preço recebido pelos agricultores (renda)</a:t>
            </a:r>
            <a:r>
              <a:rPr kumimoji="0" lang="pt-BR" sz="1400" i="0" u="none" strike="noStrike" kern="1200" cap="none" spc="0" normalizeH="0" baseline="0" noProof="0" dirty="0">
                <a:ln>
                  <a:noFill/>
                </a:ln>
                <a:solidFill>
                  <a:srgbClr val="071C25"/>
                </a:solidFill>
                <a:effectLst/>
                <a:uLnTx/>
                <a:uFillTx/>
                <a:latin typeface="Arial"/>
                <a:ea typeface="+mn-ea"/>
                <a:cs typeface="Arial" panose="020B0604020202020204" pitchFamily="34" charset="0"/>
              </a:rPr>
              <a:t>, sendo influenciado também pelo </a:t>
            </a:r>
            <a:r>
              <a:rPr kumimoji="0" lang="pt-BR" sz="1400" b="1" i="0" u="none" strike="noStrike" kern="1200" cap="none" spc="0" normalizeH="0" baseline="0" noProof="0" dirty="0">
                <a:ln>
                  <a:noFill/>
                </a:ln>
                <a:solidFill>
                  <a:srgbClr val="071C25"/>
                </a:solidFill>
                <a:effectLst/>
                <a:uLnTx/>
                <a:uFillTx/>
                <a:latin typeface="Arial"/>
                <a:ea typeface="+mn-ea"/>
                <a:cs typeface="Arial" panose="020B0604020202020204" pitchFamily="34" charset="0"/>
              </a:rPr>
              <a:t>preço relativo dos fertilizantes (relação de troca)</a:t>
            </a:r>
            <a:r>
              <a:rPr kumimoji="0" lang="pt-BR" sz="1400" i="0" u="none" strike="noStrike" kern="1200" cap="none" spc="0" normalizeH="0" baseline="0" noProof="0" dirty="0">
                <a:ln>
                  <a:noFill/>
                </a:ln>
                <a:solidFill>
                  <a:srgbClr val="071C25"/>
                </a:solidFill>
                <a:effectLst/>
                <a:uLnTx/>
                <a:uFillTx/>
                <a:latin typeface="Arial"/>
                <a:ea typeface="+mn-ea"/>
                <a:cs typeface="Arial" panose="020B0604020202020204" pitchFamily="34" charset="0"/>
              </a:rPr>
              <a:t>, </a:t>
            </a:r>
            <a:r>
              <a:rPr kumimoji="0" lang="pt-BR" sz="1400" b="1" i="0" u="none" strike="noStrike" kern="1200" cap="none" spc="0" normalizeH="0" baseline="0" noProof="0" dirty="0">
                <a:ln>
                  <a:noFill/>
                </a:ln>
                <a:solidFill>
                  <a:srgbClr val="071C25"/>
                </a:solidFill>
                <a:effectLst/>
                <a:uLnTx/>
                <a:uFillTx/>
                <a:latin typeface="Arial"/>
                <a:ea typeface="+mn-ea"/>
                <a:cs typeface="Arial" panose="020B0604020202020204" pitchFamily="34" charset="0"/>
              </a:rPr>
              <a:t>política agrícola </a:t>
            </a:r>
            <a:r>
              <a:rPr kumimoji="0" lang="pt-BR" sz="1400" i="0" u="none" strike="noStrike" kern="1200" cap="none" spc="0" normalizeH="0" baseline="0" noProof="0" dirty="0">
                <a:ln>
                  <a:noFill/>
                </a:ln>
                <a:solidFill>
                  <a:srgbClr val="071C25"/>
                </a:solidFill>
                <a:effectLst/>
                <a:uLnTx/>
                <a:uFillTx/>
                <a:latin typeface="Arial"/>
                <a:ea typeface="+mn-ea"/>
                <a:cs typeface="Arial" panose="020B0604020202020204" pitchFamily="34" charset="0"/>
              </a:rPr>
              <a:t>(crédito de custeio, preços mínimos etc.), expectativa de preços futuros e evolução da tecnologia agrícola</a:t>
            </a:r>
          </a:p>
        </p:txBody>
      </p:sp>
      <p:grpSp>
        <p:nvGrpSpPr>
          <p:cNvPr id="9" name="Group 17">
            <a:extLst>
              <a:ext uri="{FF2B5EF4-FFF2-40B4-BE49-F238E27FC236}">
                <a16:creationId xmlns:a16="http://schemas.microsoft.com/office/drawing/2014/main" id="{A34B906A-2456-4BAB-53DA-AD4FE125FAD0}"/>
              </a:ext>
            </a:extLst>
          </p:cNvPr>
          <p:cNvGrpSpPr/>
          <p:nvPr/>
        </p:nvGrpSpPr>
        <p:grpSpPr>
          <a:xfrm>
            <a:off x="8200533" y="1369201"/>
            <a:ext cx="3729600" cy="251795"/>
            <a:chOff x="420586" y="1468853"/>
            <a:chExt cx="11351885" cy="251795"/>
          </a:xfrm>
        </p:grpSpPr>
        <p:cxnSp>
          <p:nvCxnSpPr>
            <p:cNvPr id="10" name="AutoShape 249">
              <a:extLst>
                <a:ext uri="{FF2B5EF4-FFF2-40B4-BE49-F238E27FC236}">
                  <a16:creationId xmlns:a16="http://schemas.microsoft.com/office/drawing/2014/main" id="{AB0A6290-EB65-A9EA-D8CA-9803E3511398}"/>
                </a:ext>
              </a:extLst>
            </p:cNvPr>
            <p:cNvCxnSpPr>
              <a:cxnSpLocks noChangeShapeType="1"/>
            </p:cNvCxnSpPr>
            <p:nvPr/>
          </p:nvCxnSpPr>
          <p:spPr bwMode="auto">
            <a:xfrm>
              <a:off x="420586" y="1720647"/>
              <a:ext cx="11351885" cy="0"/>
            </a:xfrm>
            <a:prstGeom prst="straightConnector1">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12" name="Rectangle 8">
              <a:extLst>
                <a:ext uri="{FF2B5EF4-FFF2-40B4-BE49-F238E27FC236}">
                  <a16:creationId xmlns:a16="http://schemas.microsoft.com/office/drawing/2014/main" id="{4BF012D1-37EC-499F-9AB4-8F31A61BC7EA}"/>
                </a:ext>
              </a:extLst>
            </p:cNvPr>
            <p:cNvSpPr>
              <a:spLocks noChangeArrowheads="1"/>
            </p:cNvSpPr>
            <p:nvPr/>
          </p:nvSpPr>
          <p:spPr bwMode="auto">
            <a:xfrm>
              <a:off x="420586" y="1468853"/>
              <a:ext cx="11351885" cy="25179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36000" anchor="b">
              <a:spAutoFit/>
            </a:bodyPr>
            <a:lstStyle>
              <a:lvl1pPr defTabSz="787400" eaLnBrk="0" hangingPunct="0">
                <a:defRPr sz="1600">
                  <a:solidFill>
                    <a:schemeClr val="tx1"/>
                  </a:solidFill>
                  <a:latin typeface="Arial" charset="0"/>
                  <a:ea typeface="-윤고딕130" pitchFamily="18" charset="-127"/>
                </a:defRPr>
              </a:lvl1pPr>
              <a:lvl2pPr marL="742950" indent="-285750" defTabSz="787400" eaLnBrk="0" hangingPunct="0">
                <a:defRPr sz="1600">
                  <a:solidFill>
                    <a:schemeClr val="tx1"/>
                  </a:solidFill>
                  <a:latin typeface="Arial" charset="0"/>
                  <a:ea typeface="-윤고딕130" pitchFamily="18" charset="-127"/>
                </a:defRPr>
              </a:lvl2pPr>
              <a:lvl3pPr marL="1143000" indent="-228600" defTabSz="787400" eaLnBrk="0" hangingPunct="0">
                <a:defRPr sz="1600">
                  <a:solidFill>
                    <a:schemeClr val="tx1"/>
                  </a:solidFill>
                  <a:latin typeface="Arial" charset="0"/>
                  <a:ea typeface="-윤고딕130" pitchFamily="18" charset="-127"/>
                </a:defRPr>
              </a:lvl3pPr>
              <a:lvl4pPr marL="1600200" indent="-228600" defTabSz="787400" eaLnBrk="0" hangingPunct="0">
                <a:defRPr sz="1600">
                  <a:solidFill>
                    <a:schemeClr val="tx1"/>
                  </a:solidFill>
                  <a:latin typeface="Arial" charset="0"/>
                  <a:ea typeface="-윤고딕130" pitchFamily="18" charset="-127"/>
                </a:defRPr>
              </a:lvl4pPr>
              <a:lvl5pPr marL="2057400" indent="-228600" defTabSz="787400" eaLnBrk="0" hangingPunct="0">
                <a:defRPr sz="1600">
                  <a:solidFill>
                    <a:schemeClr val="tx1"/>
                  </a:solidFill>
                  <a:latin typeface="Arial" charset="0"/>
                  <a:ea typeface="-윤고딕130" pitchFamily="18" charset="-127"/>
                </a:defRPr>
              </a:lvl5pPr>
              <a:lvl6pPr marL="2514600" indent="-228600" defTabSz="787400" eaLnBrk="0" fontAlgn="base" hangingPunct="0">
                <a:spcBef>
                  <a:spcPct val="0"/>
                </a:spcBef>
                <a:spcAft>
                  <a:spcPct val="0"/>
                </a:spcAft>
                <a:defRPr sz="1600">
                  <a:solidFill>
                    <a:schemeClr val="tx1"/>
                  </a:solidFill>
                  <a:latin typeface="Arial" charset="0"/>
                  <a:ea typeface="-윤고딕130" pitchFamily="18" charset="-127"/>
                </a:defRPr>
              </a:lvl6pPr>
              <a:lvl7pPr marL="2971800" indent="-228600" defTabSz="787400" eaLnBrk="0" fontAlgn="base" hangingPunct="0">
                <a:spcBef>
                  <a:spcPct val="0"/>
                </a:spcBef>
                <a:spcAft>
                  <a:spcPct val="0"/>
                </a:spcAft>
                <a:defRPr sz="1600">
                  <a:solidFill>
                    <a:schemeClr val="tx1"/>
                  </a:solidFill>
                  <a:latin typeface="Arial" charset="0"/>
                  <a:ea typeface="-윤고딕130" pitchFamily="18" charset="-127"/>
                </a:defRPr>
              </a:lvl7pPr>
              <a:lvl8pPr marL="3429000" indent="-228600" defTabSz="787400" eaLnBrk="0" fontAlgn="base" hangingPunct="0">
                <a:spcBef>
                  <a:spcPct val="0"/>
                </a:spcBef>
                <a:spcAft>
                  <a:spcPct val="0"/>
                </a:spcAft>
                <a:defRPr sz="1600">
                  <a:solidFill>
                    <a:schemeClr val="tx1"/>
                  </a:solidFill>
                  <a:latin typeface="Arial" charset="0"/>
                  <a:ea typeface="-윤고딕130" pitchFamily="18" charset="-127"/>
                </a:defRPr>
              </a:lvl8pPr>
              <a:lvl9pPr marL="3886200" indent="-228600" defTabSz="787400" eaLnBrk="0" fontAlgn="base" hangingPunct="0">
                <a:spcBef>
                  <a:spcPct val="0"/>
                </a:spcBef>
                <a:spcAft>
                  <a:spcPct val="0"/>
                </a:spcAft>
                <a:defRPr sz="1600">
                  <a:solidFill>
                    <a:schemeClr val="tx1"/>
                  </a:solidFill>
                  <a:latin typeface="Arial" charset="0"/>
                  <a:ea typeface="-윤고딕130" pitchFamily="18" charset="-127"/>
                </a:defRPr>
              </a:lvl9pPr>
            </a:lstStyle>
            <a:p>
              <a:pPr marL="0" marR="0" lvl="0" indent="0" algn="l" defTabSz="787400" rtl="0" eaLnBrk="1" fontAlgn="auto" latinLnBrk="0" hangingPunct="1">
                <a:lnSpc>
                  <a:spcPct val="100000"/>
                </a:lnSpc>
                <a:spcBef>
                  <a:spcPts val="0"/>
                </a:spcBef>
                <a:spcAft>
                  <a:spcPts val="0"/>
                </a:spcAft>
                <a:buClrTx/>
                <a:buSzPct val="120000"/>
                <a:buFontTx/>
                <a:buNone/>
                <a:tabLst/>
                <a:defRPr/>
              </a:pPr>
              <a:r>
                <a:rPr kumimoji="0" lang="en-US" altLang="zh-CN" sz="1400" b="1" i="0" u="none" strike="noStrike" kern="1200" cap="none" spc="0" normalizeH="0" baseline="0" noProof="0" err="1">
                  <a:ln>
                    <a:noFill/>
                  </a:ln>
                  <a:solidFill>
                    <a:srgbClr val="020E66"/>
                  </a:solidFill>
                  <a:effectLst/>
                  <a:uLnTx/>
                  <a:uFillTx/>
                  <a:latin typeface="Arial"/>
                  <a:ea typeface="-윤고딕130" pitchFamily="18" charset="-127"/>
                  <a:cs typeface="+mn-cs"/>
                </a:rPr>
                <a:t>Destaques</a:t>
              </a:r>
              <a:endParaRPr kumimoji="0" lang="en-US" altLang="zh-CN" sz="1400" b="1" i="0" u="none" strike="noStrike" kern="1200" cap="none" spc="0" normalizeH="0" baseline="0" noProof="0">
                <a:ln>
                  <a:noFill/>
                </a:ln>
                <a:solidFill>
                  <a:srgbClr val="020E66"/>
                </a:solidFill>
                <a:effectLst/>
                <a:uLnTx/>
                <a:uFillTx/>
                <a:latin typeface="Arial"/>
                <a:ea typeface="-윤고딕130" pitchFamily="18" charset="-127"/>
                <a:cs typeface="+mn-cs"/>
              </a:endParaRPr>
            </a:p>
          </p:txBody>
        </p:sp>
      </p:grpSp>
      <p:grpSp>
        <p:nvGrpSpPr>
          <p:cNvPr id="20" name="Group 17">
            <a:extLst>
              <a:ext uri="{FF2B5EF4-FFF2-40B4-BE49-F238E27FC236}">
                <a16:creationId xmlns:a16="http://schemas.microsoft.com/office/drawing/2014/main" id="{901150DC-E33C-C416-BA80-A2D0CFD740B9}"/>
              </a:ext>
            </a:extLst>
          </p:cNvPr>
          <p:cNvGrpSpPr/>
          <p:nvPr/>
        </p:nvGrpSpPr>
        <p:grpSpPr>
          <a:xfrm>
            <a:off x="454079" y="1153757"/>
            <a:ext cx="7344000" cy="467239"/>
            <a:chOff x="420586" y="1253408"/>
            <a:chExt cx="11351885" cy="467239"/>
          </a:xfrm>
        </p:grpSpPr>
        <p:cxnSp>
          <p:nvCxnSpPr>
            <p:cNvPr id="22" name="AutoShape 249">
              <a:extLst>
                <a:ext uri="{FF2B5EF4-FFF2-40B4-BE49-F238E27FC236}">
                  <a16:creationId xmlns:a16="http://schemas.microsoft.com/office/drawing/2014/main" id="{0BE41DF4-97BF-888B-8B19-60545BB26EAA}"/>
                </a:ext>
              </a:extLst>
            </p:cNvPr>
            <p:cNvCxnSpPr>
              <a:cxnSpLocks noChangeShapeType="1"/>
            </p:cNvCxnSpPr>
            <p:nvPr/>
          </p:nvCxnSpPr>
          <p:spPr bwMode="auto">
            <a:xfrm>
              <a:off x="420586" y="1720647"/>
              <a:ext cx="11351885" cy="0"/>
            </a:xfrm>
            <a:prstGeom prst="straightConnector1">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23" name="Rectangle 8">
              <a:extLst>
                <a:ext uri="{FF2B5EF4-FFF2-40B4-BE49-F238E27FC236}">
                  <a16:creationId xmlns:a16="http://schemas.microsoft.com/office/drawing/2014/main" id="{11EDD0BF-5FCD-EEDC-D855-17FDA5E9498B}"/>
                </a:ext>
              </a:extLst>
            </p:cNvPr>
            <p:cNvSpPr>
              <a:spLocks noChangeArrowheads="1"/>
            </p:cNvSpPr>
            <p:nvPr/>
          </p:nvSpPr>
          <p:spPr bwMode="auto">
            <a:xfrm>
              <a:off x="420586" y="1253408"/>
              <a:ext cx="11351885" cy="46723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36000" anchor="b">
              <a:spAutoFit/>
            </a:bodyPr>
            <a:lstStyle>
              <a:lvl1pPr defTabSz="787400" eaLnBrk="0" hangingPunct="0">
                <a:defRPr sz="1600">
                  <a:solidFill>
                    <a:schemeClr val="tx1"/>
                  </a:solidFill>
                  <a:latin typeface="Arial" charset="0"/>
                  <a:ea typeface="-윤고딕130" pitchFamily="18" charset="-127"/>
                </a:defRPr>
              </a:lvl1pPr>
              <a:lvl2pPr marL="742950" indent="-285750" defTabSz="787400" eaLnBrk="0" hangingPunct="0">
                <a:defRPr sz="1600">
                  <a:solidFill>
                    <a:schemeClr val="tx1"/>
                  </a:solidFill>
                  <a:latin typeface="Arial" charset="0"/>
                  <a:ea typeface="-윤고딕130" pitchFamily="18" charset="-127"/>
                </a:defRPr>
              </a:lvl2pPr>
              <a:lvl3pPr marL="1143000" indent="-228600" defTabSz="787400" eaLnBrk="0" hangingPunct="0">
                <a:defRPr sz="1600">
                  <a:solidFill>
                    <a:schemeClr val="tx1"/>
                  </a:solidFill>
                  <a:latin typeface="Arial" charset="0"/>
                  <a:ea typeface="-윤고딕130" pitchFamily="18" charset="-127"/>
                </a:defRPr>
              </a:lvl3pPr>
              <a:lvl4pPr marL="1600200" indent="-228600" defTabSz="787400" eaLnBrk="0" hangingPunct="0">
                <a:defRPr sz="1600">
                  <a:solidFill>
                    <a:schemeClr val="tx1"/>
                  </a:solidFill>
                  <a:latin typeface="Arial" charset="0"/>
                  <a:ea typeface="-윤고딕130" pitchFamily="18" charset="-127"/>
                </a:defRPr>
              </a:lvl4pPr>
              <a:lvl5pPr marL="2057400" indent="-228600" defTabSz="787400" eaLnBrk="0" hangingPunct="0">
                <a:defRPr sz="1600">
                  <a:solidFill>
                    <a:schemeClr val="tx1"/>
                  </a:solidFill>
                  <a:latin typeface="Arial" charset="0"/>
                  <a:ea typeface="-윤고딕130" pitchFamily="18" charset="-127"/>
                </a:defRPr>
              </a:lvl5pPr>
              <a:lvl6pPr marL="2514600" indent="-228600" defTabSz="787400" eaLnBrk="0" fontAlgn="base" hangingPunct="0">
                <a:spcBef>
                  <a:spcPct val="0"/>
                </a:spcBef>
                <a:spcAft>
                  <a:spcPct val="0"/>
                </a:spcAft>
                <a:defRPr sz="1600">
                  <a:solidFill>
                    <a:schemeClr val="tx1"/>
                  </a:solidFill>
                  <a:latin typeface="Arial" charset="0"/>
                  <a:ea typeface="-윤고딕130" pitchFamily="18" charset="-127"/>
                </a:defRPr>
              </a:lvl6pPr>
              <a:lvl7pPr marL="2971800" indent="-228600" defTabSz="787400" eaLnBrk="0" fontAlgn="base" hangingPunct="0">
                <a:spcBef>
                  <a:spcPct val="0"/>
                </a:spcBef>
                <a:spcAft>
                  <a:spcPct val="0"/>
                </a:spcAft>
                <a:defRPr sz="1600">
                  <a:solidFill>
                    <a:schemeClr val="tx1"/>
                  </a:solidFill>
                  <a:latin typeface="Arial" charset="0"/>
                  <a:ea typeface="-윤고딕130" pitchFamily="18" charset="-127"/>
                </a:defRPr>
              </a:lvl7pPr>
              <a:lvl8pPr marL="3429000" indent="-228600" defTabSz="787400" eaLnBrk="0" fontAlgn="base" hangingPunct="0">
                <a:spcBef>
                  <a:spcPct val="0"/>
                </a:spcBef>
                <a:spcAft>
                  <a:spcPct val="0"/>
                </a:spcAft>
                <a:defRPr sz="1600">
                  <a:solidFill>
                    <a:schemeClr val="tx1"/>
                  </a:solidFill>
                  <a:latin typeface="Arial" charset="0"/>
                  <a:ea typeface="-윤고딕130" pitchFamily="18" charset="-127"/>
                </a:defRPr>
              </a:lvl8pPr>
              <a:lvl9pPr marL="3886200" indent="-228600" defTabSz="787400" eaLnBrk="0" fontAlgn="base" hangingPunct="0">
                <a:spcBef>
                  <a:spcPct val="0"/>
                </a:spcBef>
                <a:spcAft>
                  <a:spcPct val="0"/>
                </a:spcAft>
                <a:defRPr sz="1600">
                  <a:solidFill>
                    <a:schemeClr val="tx1"/>
                  </a:solidFill>
                  <a:latin typeface="Arial" charset="0"/>
                  <a:ea typeface="-윤고딕130" pitchFamily="18" charset="-127"/>
                </a:defRPr>
              </a:lvl9pPr>
            </a:lstStyle>
            <a:p>
              <a:pPr marL="0" marR="0" lvl="0" indent="0" algn="l" defTabSz="787400" rtl="0" eaLnBrk="1" fontAlgn="auto" latinLnBrk="0" hangingPunct="1">
                <a:lnSpc>
                  <a:spcPct val="100000"/>
                </a:lnSpc>
                <a:spcBef>
                  <a:spcPts val="0"/>
                </a:spcBef>
                <a:spcAft>
                  <a:spcPts val="0"/>
                </a:spcAft>
                <a:buClrTx/>
                <a:buSzPct val="120000"/>
                <a:buFontTx/>
                <a:buNone/>
                <a:tabLst/>
                <a:defRPr/>
              </a:pPr>
              <a:r>
                <a:rPr kumimoji="0" lang="pt-BR" altLang="zh-CN" sz="1400" b="1" i="0" u="none" strike="noStrike" kern="1200" cap="none" spc="0" normalizeH="0" baseline="0" noProof="0">
                  <a:ln>
                    <a:noFill/>
                  </a:ln>
                  <a:solidFill>
                    <a:srgbClr val="020E66"/>
                  </a:solidFill>
                  <a:effectLst/>
                  <a:uLnTx/>
                  <a:uFillTx/>
                  <a:latin typeface="Arial" charset="0"/>
                  <a:ea typeface="-윤고딕130" pitchFamily="18" charset="-127"/>
                  <a:cs typeface="+mn-cs"/>
                </a:rPr>
                <a:t>Comparativo entre produção nacional vs. importação de fertilizantes</a:t>
              </a:r>
            </a:p>
            <a:p>
              <a:pPr marL="0" marR="0" lvl="0" indent="0" algn="l" defTabSz="787400" rtl="0" eaLnBrk="1" fontAlgn="auto" latinLnBrk="0" hangingPunct="1">
                <a:lnSpc>
                  <a:spcPct val="100000"/>
                </a:lnSpc>
                <a:spcBef>
                  <a:spcPts val="0"/>
                </a:spcBef>
                <a:spcAft>
                  <a:spcPts val="0"/>
                </a:spcAft>
                <a:buClrTx/>
                <a:buSzPct val="120000"/>
                <a:buFontTx/>
                <a:buNone/>
                <a:tabLst/>
                <a:defRPr/>
              </a:pPr>
              <a:r>
                <a:rPr kumimoji="0" lang="en-US" altLang="zh-CN" sz="1400" b="0" i="0" u="none" strike="noStrike" kern="1200" cap="none" spc="0" normalizeH="0" baseline="0" noProof="0">
                  <a:ln>
                    <a:noFill/>
                  </a:ln>
                  <a:solidFill>
                    <a:prstClr val="white">
                      <a:lumMod val="50000"/>
                    </a:prstClr>
                  </a:solidFill>
                  <a:effectLst/>
                  <a:uLnTx/>
                  <a:uFillTx/>
                  <a:latin typeface="Arial" charset="0"/>
                  <a:ea typeface="-윤고딕130" pitchFamily="18" charset="-127"/>
                  <a:cs typeface="+mn-cs"/>
                </a:rPr>
                <a:t>Em </a:t>
              </a:r>
              <a:r>
                <a:rPr kumimoji="0" lang="en-US" altLang="zh-CN" sz="1400" b="0" i="0" u="none" strike="noStrike" kern="1200" cap="none" spc="0" normalizeH="0" baseline="0" noProof="0" err="1">
                  <a:ln>
                    <a:noFill/>
                  </a:ln>
                  <a:solidFill>
                    <a:prstClr val="white">
                      <a:lumMod val="50000"/>
                    </a:prstClr>
                  </a:solidFill>
                  <a:effectLst/>
                  <a:uLnTx/>
                  <a:uFillTx/>
                  <a:latin typeface="Arial" charset="0"/>
                  <a:ea typeface="-윤고딕130" pitchFamily="18" charset="-127"/>
                  <a:cs typeface="+mn-cs"/>
                </a:rPr>
                <a:t>milhões</a:t>
              </a:r>
              <a:r>
                <a:rPr kumimoji="0" lang="en-US" altLang="zh-CN" sz="1400" b="0" i="0" u="none" strike="noStrike" kern="1200" cap="none" spc="0" normalizeH="0" baseline="0" noProof="0">
                  <a:ln>
                    <a:noFill/>
                  </a:ln>
                  <a:solidFill>
                    <a:prstClr val="white">
                      <a:lumMod val="50000"/>
                    </a:prstClr>
                  </a:solidFill>
                  <a:effectLst/>
                  <a:uLnTx/>
                  <a:uFillTx/>
                  <a:latin typeface="Arial" charset="0"/>
                  <a:ea typeface="-윤고딕130" pitchFamily="18" charset="-127"/>
                  <a:cs typeface="+mn-cs"/>
                </a:rPr>
                <a:t> de </a:t>
              </a:r>
              <a:r>
                <a:rPr kumimoji="0" lang="en-US" altLang="zh-CN" sz="1400" b="0" i="0" u="none" strike="noStrike" kern="1200" cap="none" spc="0" normalizeH="0" baseline="0" noProof="0" err="1">
                  <a:ln>
                    <a:noFill/>
                  </a:ln>
                  <a:solidFill>
                    <a:prstClr val="white">
                      <a:lumMod val="50000"/>
                    </a:prstClr>
                  </a:solidFill>
                  <a:effectLst/>
                  <a:uLnTx/>
                  <a:uFillTx/>
                  <a:latin typeface="Arial" charset="0"/>
                  <a:ea typeface="-윤고딕130" pitchFamily="18" charset="-127"/>
                  <a:cs typeface="+mn-cs"/>
                </a:rPr>
                <a:t>toneladas</a:t>
              </a:r>
              <a:endParaRPr kumimoji="0" lang="en-US" altLang="zh-CN" sz="1400" b="0" i="0" u="none" strike="noStrike" kern="1200" cap="none" spc="0" normalizeH="0" baseline="0" noProof="0">
                <a:ln>
                  <a:noFill/>
                </a:ln>
                <a:solidFill>
                  <a:prstClr val="white">
                    <a:lumMod val="50000"/>
                  </a:prstClr>
                </a:solidFill>
                <a:effectLst/>
                <a:uLnTx/>
                <a:uFillTx/>
                <a:latin typeface="Arial" charset="0"/>
                <a:ea typeface="-윤고딕130" pitchFamily="18" charset="-127"/>
                <a:cs typeface="+mn-cs"/>
              </a:endParaRPr>
            </a:p>
          </p:txBody>
        </p:sp>
      </p:grpSp>
      <p:sp>
        <p:nvSpPr>
          <p:cNvPr id="33" name="Rectángulo 32">
            <a:extLst>
              <a:ext uri="{FF2B5EF4-FFF2-40B4-BE49-F238E27FC236}">
                <a16:creationId xmlns:a16="http://schemas.microsoft.com/office/drawing/2014/main" id="{9752B166-28AF-F9CD-7EBF-6DCA7C2FB7D0}"/>
              </a:ext>
            </a:extLst>
          </p:cNvPr>
          <p:cNvSpPr/>
          <p:nvPr>
            <p:custDataLst>
              <p:tags r:id="rId8"/>
            </p:custDataLst>
          </p:nvPr>
        </p:nvSpPr>
        <p:spPr bwMode="auto">
          <a:xfrm>
            <a:off x="5508625" y="1724025"/>
            <a:ext cx="179388" cy="133350"/>
          </a:xfrm>
          <a:prstGeom prst="rect">
            <a:avLst/>
          </a:prstGeom>
          <a:solidFill>
            <a:schemeClr val="accent1"/>
          </a:solidFill>
          <a:ln w="12700" cap="flat" cmpd="sng" algn="ctr">
            <a:noFill/>
            <a:prstDash val="solid"/>
            <a:miter lim="400000"/>
            <a:headEnd type="none" w="med" len="med"/>
            <a:tailEnd type="none" w="med" len="med"/>
          </a:ln>
          <a:effectLst/>
          <a:extLst>
            <a:ext uri="{91240B29-F687-4F45-9708-019B960494DF}">
              <a14:hiddenLine xmlns:a14="http://schemas.microsoft.com/office/drawing/2010/main" w="12700" cap="flat" cmpd="sng" algn="ctr">
                <a:solidFill>
                  <a:schemeClr val="accent4"/>
                </a:solidFill>
                <a:prstDash val="solid"/>
                <a:miter lim="400000"/>
                <a:headEnd type="none" w="med" len="med"/>
                <a:tailEnd type="none" w="med" len="med"/>
              </a14:hiddenLine>
            </a:ext>
          </a:ex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400" b="0" i="0" u="none" strike="noStrike" kern="1200" cap="none" spc="0" normalizeH="0" baseline="0" noProof="0" err="1">
              <a:ln>
                <a:noFill/>
              </a:ln>
              <a:solidFill>
                <a:prstClr val="white"/>
              </a:solidFill>
              <a:effectLst/>
              <a:uLnTx/>
              <a:uFillTx/>
              <a:latin typeface="Arial"/>
              <a:ea typeface="+mn-ea"/>
              <a:cs typeface="+mn-cs"/>
            </a:endParaRPr>
          </a:p>
        </p:txBody>
      </p:sp>
      <p:sp>
        <p:nvSpPr>
          <p:cNvPr id="34" name="Rectángulo 33">
            <a:extLst>
              <a:ext uri="{FF2B5EF4-FFF2-40B4-BE49-F238E27FC236}">
                <a16:creationId xmlns:a16="http://schemas.microsoft.com/office/drawing/2014/main" id="{FCBB955E-103B-1244-FDFA-6E178A01E755}"/>
              </a:ext>
            </a:extLst>
          </p:cNvPr>
          <p:cNvSpPr/>
          <p:nvPr>
            <p:custDataLst>
              <p:tags r:id="rId9"/>
            </p:custDataLst>
          </p:nvPr>
        </p:nvSpPr>
        <p:spPr bwMode="auto">
          <a:xfrm>
            <a:off x="6884988" y="1724025"/>
            <a:ext cx="179388" cy="133350"/>
          </a:xfrm>
          <a:prstGeom prst="rect">
            <a:avLst/>
          </a:prstGeom>
          <a:solidFill>
            <a:schemeClr val="accent2"/>
          </a:solidFill>
          <a:ln w="12700" cap="flat" cmpd="sng" algn="ctr">
            <a:noFill/>
            <a:prstDash val="solid"/>
            <a:miter lim="400000"/>
            <a:headEnd type="none" w="med" len="med"/>
            <a:tailEnd type="none" w="med" len="med"/>
          </a:ln>
          <a:effectLst/>
          <a:extLst>
            <a:ext uri="{91240B29-F687-4F45-9708-019B960494DF}">
              <a14:hiddenLine xmlns:a14="http://schemas.microsoft.com/office/drawing/2010/main" w="12700" cap="flat" cmpd="sng" algn="ctr">
                <a:solidFill>
                  <a:schemeClr val="accent4"/>
                </a:solidFill>
                <a:prstDash val="solid"/>
                <a:miter lim="400000"/>
                <a:headEnd type="none" w="med" len="med"/>
                <a:tailEnd type="none" w="med" len="med"/>
              </a14:hiddenLine>
            </a:ext>
          </a:ex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400" b="0" i="0" u="none" strike="noStrike" kern="1200" cap="none" spc="0" normalizeH="0" baseline="0" noProof="0" err="1">
              <a:ln>
                <a:noFill/>
              </a:ln>
              <a:solidFill>
                <a:prstClr val="white"/>
              </a:solidFill>
              <a:effectLst/>
              <a:uLnTx/>
              <a:uFillTx/>
              <a:latin typeface="Arial"/>
              <a:ea typeface="+mn-ea"/>
              <a:cs typeface="+mn-cs"/>
            </a:endParaRPr>
          </a:p>
        </p:txBody>
      </p:sp>
      <p:sp>
        <p:nvSpPr>
          <p:cNvPr id="44" name="Retângulo 43">
            <a:extLst>
              <a:ext uri="{FF2B5EF4-FFF2-40B4-BE49-F238E27FC236}">
                <a16:creationId xmlns:a16="http://schemas.microsoft.com/office/drawing/2014/main" id="{12D3E9DF-8CD3-D15B-707B-7E12E0ECDE8D}"/>
              </a:ext>
            </a:extLst>
          </p:cNvPr>
          <p:cNvSpPr/>
          <p:nvPr>
            <p:custDataLst>
              <p:tags r:id="rId10"/>
            </p:custDataLst>
          </p:nvPr>
        </p:nvSpPr>
        <p:spPr bwMode="auto">
          <a:xfrm>
            <a:off x="5738813" y="1719263"/>
            <a:ext cx="1044575" cy="152400"/>
          </a:xfrm>
          <a:prstGeom prst="rect">
            <a:avLst/>
          </a:prstGeom>
          <a:noFill/>
          <a:ln w="12700" cap="flat" cmpd="sng" algn="ctr">
            <a:noFill/>
            <a:prstDash val="solid"/>
            <a:miter lim="400000"/>
            <a:headEnd type="none" w="med" len="med"/>
            <a:tailEnd type="none" w="med" len="med"/>
          </a:ln>
          <a:effectLst/>
          <a:extLst>
            <a:ext uri="{909E8E84-426E-40DD-AFC4-6F175D3DCCD1}">
              <a14:hiddenFill xmlns:a14="http://schemas.microsoft.com/office/drawing/2010/main">
                <a:solidFill>
                  <a:scrgbClr r="0" g="0" b="0"/>
                </a:solidFill>
              </a14:hiddenFill>
            </a:ext>
            <a:ext uri="{91240B29-F687-4F45-9708-019B960494DF}">
              <a14:hiddenLine xmlns:a14="http://schemas.microsoft.com/office/drawing/2010/main" w="12700" cap="flat" cmpd="sng" algn="ctr">
                <a:solidFill>
                  <a:schemeClr val="accent4"/>
                </a:solidFill>
                <a:prstDash val="solid"/>
                <a:miter lim="400000"/>
                <a:headEnd type="none" w="med" len="med"/>
                <a:tailEnd type="none" w="med" len="med"/>
              </a14:hiddenLine>
            </a:ext>
          </a:extLst>
        </p:spPr>
        <p:txBody>
          <a:bodyPr vert="horz" wrap="none" lIns="0" tIns="0" rIns="0" bIns="0" rtlCol="0" anchor="ctr"/>
          <a:lstStyle/>
          <a:p>
            <a:pPr marL="0" marR="0" lvl="0" indent="0" algn="l" defTabSz="914400" rtl="0" eaLnBrk="1" fontAlgn="auto" latinLnBrk="0" hangingPunct="1">
              <a:lnSpc>
                <a:spcPct val="100000"/>
              </a:lnSpc>
              <a:spcBef>
                <a:spcPct val="0"/>
              </a:spcBef>
              <a:spcAft>
                <a:spcPct val="0"/>
              </a:spcAft>
              <a:buClrTx/>
              <a:buSzTx/>
              <a:buFontTx/>
              <a:buNone/>
              <a:tabLst/>
              <a:defRPr/>
            </a:pPr>
            <a:fld id="{30A4C302-20E4-422C-86B5-41AA1436216D}" type="datetime'''Pr''''''''''o''duç''ão'' ''naci''o''n''a''''l'">
              <a:rPr kumimoji="0" lang="pt-BR" altLang="en-US" sz="1000" b="0" i="0" u="none" strike="noStrike" kern="1200" cap="none" spc="0" normalizeH="0" baseline="0" noProof="0" smtClean="0">
                <a:ln>
                  <a:noFill/>
                </a:ln>
                <a:solidFill>
                  <a:srgbClr val="071C25"/>
                </a:solidFill>
                <a:effectLst/>
                <a:uLnTx/>
                <a:uFillTx/>
              </a:rPr>
              <a:pPr marL="0" marR="0" lvl="0" indent="0" algn="l" defTabSz="914400" rtl="0" eaLnBrk="1" fontAlgn="auto" latinLnBrk="0" hangingPunct="1">
                <a:lnSpc>
                  <a:spcPct val="100000"/>
                </a:lnSpc>
                <a:spcBef>
                  <a:spcPct val="0"/>
                </a:spcBef>
                <a:spcAft>
                  <a:spcPct val="0"/>
                </a:spcAft>
                <a:buClrTx/>
                <a:buSzTx/>
                <a:buFontTx/>
                <a:buNone/>
                <a:tabLst/>
                <a:defRPr/>
              </a:pPr>
              <a:t>Produção nacional</a:t>
            </a:fld>
            <a:endParaRPr kumimoji="0" lang="pt-BR" sz="1000" b="0" i="0" u="none" strike="noStrike" kern="1200" cap="none" spc="0" normalizeH="0" baseline="0" noProof="0">
              <a:ln>
                <a:noFill/>
              </a:ln>
              <a:solidFill>
                <a:srgbClr val="071C25"/>
              </a:solidFill>
              <a:effectLst/>
              <a:uLnTx/>
              <a:uFillTx/>
            </a:endParaRPr>
          </a:p>
        </p:txBody>
      </p:sp>
      <p:sp>
        <p:nvSpPr>
          <p:cNvPr id="53" name="Retângulo 52">
            <a:extLst>
              <a:ext uri="{FF2B5EF4-FFF2-40B4-BE49-F238E27FC236}">
                <a16:creationId xmlns:a16="http://schemas.microsoft.com/office/drawing/2014/main" id="{AA05CB31-E80D-F783-EE07-111542858AA6}"/>
              </a:ext>
            </a:extLst>
          </p:cNvPr>
          <p:cNvSpPr/>
          <p:nvPr>
            <p:custDataLst>
              <p:tags r:id="rId11"/>
            </p:custDataLst>
          </p:nvPr>
        </p:nvSpPr>
        <p:spPr bwMode="auto">
          <a:xfrm>
            <a:off x="7115175" y="1719263"/>
            <a:ext cx="631825" cy="152400"/>
          </a:xfrm>
          <a:prstGeom prst="rect">
            <a:avLst/>
          </a:prstGeom>
          <a:noFill/>
          <a:ln w="12700" cap="flat" cmpd="sng" algn="ctr">
            <a:noFill/>
            <a:prstDash val="solid"/>
            <a:miter lim="400000"/>
            <a:headEnd type="none" w="med" len="med"/>
            <a:tailEnd type="none" w="med" len="med"/>
          </a:ln>
          <a:effectLst/>
          <a:extLst>
            <a:ext uri="{909E8E84-426E-40DD-AFC4-6F175D3DCCD1}">
              <a14:hiddenFill xmlns:a14="http://schemas.microsoft.com/office/drawing/2010/main">
                <a:solidFill>
                  <a:scrgbClr r="0" g="0" b="0"/>
                </a:solidFill>
              </a14:hiddenFill>
            </a:ext>
            <a:ext uri="{91240B29-F687-4F45-9708-019B960494DF}">
              <a14:hiddenLine xmlns:a14="http://schemas.microsoft.com/office/drawing/2010/main" w="12700" cap="flat" cmpd="sng" algn="ctr">
                <a:solidFill>
                  <a:schemeClr val="accent4"/>
                </a:solidFill>
                <a:prstDash val="solid"/>
                <a:miter lim="400000"/>
                <a:headEnd type="none" w="med" len="med"/>
                <a:tailEnd type="none" w="med" len="med"/>
              </a14:hiddenLine>
            </a:ext>
          </a:extLst>
        </p:spPr>
        <p:txBody>
          <a:bodyPr vert="horz" wrap="none" lIns="0" tIns="0" rIns="0" bIns="0" rtlCol="0" anchor="ctr"/>
          <a:lstStyle/>
          <a:p>
            <a:pPr marL="0" marR="0" lvl="0" indent="0" algn="l" defTabSz="914400" rtl="0" eaLnBrk="1" fontAlgn="auto" latinLnBrk="0" hangingPunct="1">
              <a:lnSpc>
                <a:spcPct val="100000"/>
              </a:lnSpc>
              <a:spcBef>
                <a:spcPct val="0"/>
              </a:spcBef>
              <a:spcAft>
                <a:spcPct val="0"/>
              </a:spcAft>
              <a:buClrTx/>
              <a:buSzTx/>
              <a:buFontTx/>
              <a:buNone/>
              <a:tabLst/>
              <a:defRPr/>
            </a:pPr>
            <a:fld id="{315316A7-DB8A-4B43-8762-24A28229469F}" type="datetime'''''Import''aç''''ã''''''''''''''''''''o'''''">
              <a:rPr kumimoji="0" lang="pt-BR" altLang="en-US" sz="1000" b="0" i="0" u="none" strike="noStrike" kern="1200" cap="none" spc="0" normalizeH="0" baseline="0" noProof="0" smtClean="0">
                <a:ln>
                  <a:noFill/>
                </a:ln>
                <a:solidFill>
                  <a:srgbClr val="071C25"/>
                </a:solidFill>
                <a:effectLst/>
                <a:uLnTx/>
                <a:uFillTx/>
              </a:rPr>
              <a:pPr marL="0" marR="0" lvl="0" indent="0" algn="l" defTabSz="914400" rtl="0" eaLnBrk="1" fontAlgn="auto" latinLnBrk="0" hangingPunct="1">
                <a:lnSpc>
                  <a:spcPct val="100000"/>
                </a:lnSpc>
                <a:spcBef>
                  <a:spcPct val="0"/>
                </a:spcBef>
                <a:spcAft>
                  <a:spcPct val="0"/>
                </a:spcAft>
                <a:buClrTx/>
                <a:buSzTx/>
                <a:buFontTx/>
                <a:buNone/>
                <a:tabLst/>
                <a:defRPr/>
              </a:pPr>
              <a:t>Importação</a:t>
            </a:fld>
            <a:endParaRPr kumimoji="0" lang="pt-BR" sz="1000" b="0" i="0" u="none" strike="noStrike" kern="1200" cap="none" spc="0" normalizeH="0" baseline="0" noProof="0" err="1">
              <a:ln>
                <a:noFill/>
              </a:ln>
              <a:solidFill>
                <a:srgbClr val="071C25"/>
              </a:solidFill>
              <a:effectLst/>
              <a:uLnTx/>
              <a:uFillTx/>
            </a:endParaRPr>
          </a:p>
        </p:txBody>
      </p:sp>
      <p:sp>
        <p:nvSpPr>
          <p:cNvPr id="19" name="Retângulo 18">
            <a:extLst>
              <a:ext uri="{FF2B5EF4-FFF2-40B4-BE49-F238E27FC236}">
                <a16:creationId xmlns:a16="http://schemas.microsoft.com/office/drawing/2014/main" id="{EEBA3D5B-FFE2-F415-40FB-F11C31F0D85D}"/>
              </a:ext>
            </a:extLst>
          </p:cNvPr>
          <p:cNvSpPr/>
          <p:nvPr/>
        </p:nvSpPr>
        <p:spPr>
          <a:xfrm>
            <a:off x="5726668" y="2206194"/>
            <a:ext cx="1700357" cy="3996000"/>
          </a:xfrm>
          <a:prstGeom prst="rect">
            <a:avLst/>
          </a:prstGeom>
          <a:noFill/>
          <a:ln w="19050">
            <a:solidFill>
              <a:schemeClr val="accent5"/>
            </a:solidFill>
            <a:prstDash val="lgDash"/>
            <a:miter lim="400000"/>
          </a:ln>
          <a:effectLst/>
        </p:spPr>
        <p:txBody>
          <a:bodyPr lIns="108000" tIns="72000" rIns="108000" bIns="72000" rtlCol="0" anchor="ctr"/>
          <a:lstStyle/>
          <a:p>
            <a:pPr algn="l"/>
            <a:endParaRPr lang="pt-BR" sz="1400" err="1">
              <a:solidFill>
                <a:schemeClr val="bg1"/>
              </a:solidFill>
            </a:endParaRPr>
          </a:p>
        </p:txBody>
      </p:sp>
      <p:grpSp>
        <p:nvGrpSpPr>
          <p:cNvPr id="59" name="Agrupar 58">
            <a:extLst>
              <a:ext uri="{FF2B5EF4-FFF2-40B4-BE49-F238E27FC236}">
                <a16:creationId xmlns:a16="http://schemas.microsoft.com/office/drawing/2014/main" id="{83B85532-F6A8-0F7F-EFFF-E9E0262A22C8}"/>
              </a:ext>
            </a:extLst>
          </p:cNvPr>
          <p:cNvGrpSpPr/>
          <p:nvPr/>
        </p:nvGrpSpPr>
        <p:grpSpPr>
          <a:xfrm>
            <a:off x="10363131" y="656064"/>
            <a:ext cx="1601328" cy="184666"/>
            <a:chOff x="10143489" y="507153"/>
            <a:chExt cx="1601328" cy="184666"/>
          </a:xfrm>
        </p:grpSpPr>
        <p:sp>
          <p:nvSpPr>
            <p:cNvPr id="28" name="CaixaDeTexto 27">
              <a:extLst>
                <a:ext uri="{FF2B5EF4-FFF2-40B4-BE49-F238E27FC236}">
                  <a16:creationId xmlns:a16="http://schemas.microsoft.com/office/drawing/2014/main" id="{A9B9D96C-78EB-7DFD-9457-C072164972BF}"/>
                </a:ext>
              </a:extLst>
            </p:cNvPr>
            <p:cNvSpPr txBox="1"/>
            <p:nvPr/>
          </p:nvSpPr>
          <p:spPr bwMode="auto">
            <a:xfrm>
              <a:off x="10459209" y="507153"/>
              <a:ext cx="1285608" cy="184666"/>
            </a:xfrm>
            <a:prstGeom prst="rect">
              <a:avLst/>
            </a:prstGeom>
            <a:noFill/>
            <a:ln w="9525">
              <a:noFill/>
              <a:miter lim="800000"/>
              <a:headEnd/>
              <a:tailEnd/>
            </a:ln>
          </p:spPr>
          <p:txBody>
            <a:bodyPr vert="horz" wrap="none" lIns="0" tIns="0" rIns="0" bIns="0" numCol="1" rtlCol="0" anchor="t" anchorCtr="0" compatLnSpc="1">
              <a:prstTxWarp prst="textNoShape">
                <a:avLst/>
              </a:prstTxWarp>
              <a:spAutoFit/>
            </a:bodyPr>
            <a:lstStyle/>
            <a:p>
              <a:pPr algn="ctr">
                <a:spcBef>
                  <a:spcPts val="0"/>
                </a:spcBef>
                <a:spcAft>
                  <a:spcPts val="600"/>
                </a:spcAft>
              </a:pPr>
              <a:r>
                <a:rPr lang="pt-BR" sz="1200" kern="0"/>
                <a:t>Detalhado a seguir</a:t>
              </a:r>
            </a:p>
          </p:txBody>
        </p:sp>
        <p:sp>
          <p:nvSpPr>
            <p:cNvPr id="58" name="Retângulo 57">
              <a:extLst>
                <a:ext uri="{FF2B5EF4-FFF2-40B4-BE49-F238E27FC236}">
                  <a16:creationId xmlns:a16="http://schemas.microsoft.com/office/drawing/2014/main" id="{24D32A9A-34AA-ED2B-BD20-407912910061}"/>
                </a:ext>
              </a:extLst>
            </p:cNvPr>
            <p:cNvSpPr/>
            <p:nvPr/>
          </p:nvSpPr>
          <p:spPr>
            <a:xfrm>
              <a:off x="10143489" y="507686"/>
              <a:ext cx="252747" cy="183600"/>
            </a:xfrm>
            <a:prstGeom prst="rect">
              <a:avLst/>
            </a:prstGeom>
            <a:noFill/>
            <a:ln w="19050">
              <a:solidFill>
                <a:schemeClr val="accent5"/>
              </a:solidFill>
              <a:prstDash val="lgDash"/>
              <a:miter lim="400000"/>
            </a:ln>
            <a:effectLst/>
          </p:spPr>
          <p:txBody>
            <a:bodyPr lIns="108000" tIns="72000" rIns="108000" bIns="72000" rtlCol="0" anchor="ctr"/>
            <a:lstStyle/>
            <a:p>
              <a:pPr algn="l"/>
              <a:endParaRPr lang="pt-BR" sz="1400" err="1">
                <a:solidFill>
                  <a:schemeClr val="bg1"/>
                </a:solidFill>
              </a:endParaRPr>
            </a:p>
          </p:txBody>
        </p:sp>
      </p:grpSp>
    </p:spTree>
    <p:extLst>
      <p:ext uri="{BB962C8B-B14F-4D97-AF65-F5344CB8AC3E}">
        <p14:creationId xmlns:p14="http://schemas.microsoft.com/office/powerpoint/2010/main" val="35679740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id="{E5C73357-6E59-2AE4-73A6-F84EB0F9AF0A}"/>
              </a:ext>
            </a:extLst>
          </p:cNvPr>
          <p:cNvGraphicFramePr>
            <a:graphicFrameLocks noChangeAspect="1"/>
          </p:cNvGraphicFramePr>
          <p:nvPr>
            <p:custDataLst>
              <p:tags r:id="rId1"/>
            </p:custDataLst>
            <p:extLst>
              <p:ext uri="{D42A27DB-BD31-4B8C-83A1-F6EECF244321}">
                <p14:modId xmlns:p14="http://schemas.microsoft.com/office/powerpoint/2010/main" val="9400832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Slide do think-cell" r:id="rId8" imgW="425" imgH="424" progId="TCLayout.ActiveDocument.1">
                  <p:embed/>
                </p:oleObj>
              </mc:Choice>
              <mc:Fallback>
                <p:oleObj name="Slide do think-cell" r:id="rId8" imgW="425" imgH="424" progId="TCLayout.ActiveDocument.1">
                  <p:embed/>
                  <p:pic>
                    <p:nvPicPr>
                      <p:cNvPr id="13" name="think-cell data - do not delete" hidden="1">
                        <a:extLst>
                          <a:ext uri="{FF2B5EF4-FFF2-40B4-BE49-F238E27FC236}">
                            <a16:creationId xmlns:a16="http://schemas.microsoft.com/office/drawing/2014/main" id="{E5C73357-6E59-2AE4-73A6-F84EB0F9AF0A}"/>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Espaço Reservado para Texto 1">
            <a:extLst>
              <a:ext uri="{FF2B5EF4-FFF2-40B4-BE49-F238E27FC236}">
                <a16:creationId xmlns:a16="http://schemas.microsoft.com/office/drawing/2014/main" id="{781E4B2A-42A0-1213-8197-8ADB8AFF93E9}"/>
              </a:ext>
            </a:extLst>
          </p:cNvPr>
          <p:cNvSpPr>
            <a:spLocks noGrp="1"/>
          </p:cNvSpPr>
          <p:nvPr>
            <p:ph type="body" sz="quarter" idx="14"/>
          </p:nvPr>
        </p:nvSpPr>
        <p:spPr>
          <a:xfrm>
            <a:off x="233257" y="6528855"/>
            <a:ext cx="9696000" cy="138499"/>
          </a:xfrm>
        </p:spPr>
        <p:txBody>
          <a:bodyPr/>
          <a:lstStyle/>
          <a:p>
            <a:r>
              <a:rPr lang="pt-BR" dirty="0"/>
              <a:t>1. Dado fornecido pelo cliente. 2. Fontes distintas apontam diferentes valores de capacidade de produção para Galvani. Fonte: </a:t>
            </a:r>
            <a:r>
              <a:rPr lang="pt-BR" i="1" dirty="0"/>
              <a:t>Desk </a:t>
            </a:r>
            <a:r>
              <a:rPr lang="pt-BR" i="1" dirty="0" err="1"/>
              <a:t>research</a:t>
            </a:r>
            <a:r>
              <a:rPr lang="pt-BR" dirty="0"/>
              <a:t>, </a:t>
            </a:r>
            <a:r>
              <a:rPr lang="pt-BR" dirty="0" err="1"/>
              <a:t>Globalfert</a:t>
            </a:r>
            <a:r>
              <a:rPr lang="pt-BR" dirty="0"/>
              <a:t>, análise Mirow &amp; Co.</a:t>
            </a:r>
          </a:p>
        </p:txBody>
      </p:sp>
      <p:sp>
        <p:nvSpPr>
          <p:cNvPr id="3" name="Título 2">
            <a:extLst>
              <a:ext uri="{FF2B5EF4-FFF2-40B4-BE49-F238E27FC236}">
                <a16:creationId xmlns:a16="http://schemas.microsoft.com/office/drawing/2014/main" id="{330BA592-E674-7070-B8EB-C1C2B9955F80}"/>
              </a:ext>
            </a:extLst>
          </p:cNvPr>
          <p:cNvSpPr>
            <a:spLocks noGrp="1"/>
          </p:cNvSpPr>
          <p:nvPr>
            <p:ph type="title"/>
          </p:nvPr>
        </p:nvSpPr>
        <p:spPr>
          <a:xfrm>
            <a:off x="478971" y="225177"/>
            <a:ext cx="11485488" cy="615553"/>
          </a:xfrm>
        </p:spPr>
        <p:txBody>
          <a:bodyPr vert="horz"/>
          <a:lstStyle/>
          <a:p>
            <a:r>
              <a:rPr lang="pt-BR"/>
              <a:t>Principais fontes de fertilizantes fosfatados no Brasil estão concentradas no Centro-Oeste de Minas Gerias, com a Mosaic e </a:t>
            </a:r>
            <a:r>
              <a:rPr lang="pt-BR" err="1"/>
              <a:t>Eurochem</a:t>
            </a:r>
            <a:r>
              <a:rPr lang="pt-BR"/>
              <a:t> concentrando grande parte da produção</a:t>
            </a:r>
          </a:p>
        </p:txBody>
      </p:sp>
      <p:grpSp>
        <p:nvGrpSpPr>
          <p:cNvPr id="9" name="Group 17">
            <a:extLst>
              <a:ext uri="{FF2B5EF4-FFF2-40B4-BE49-F238E27FC236}">
                <a16:creationId xmlns:a16="http://schemas.microsoft.com/office/drawing/2014/main" id="{470F1719-DA92-79C8-F3DE-54EC9CB705F6}"/>
              </a:ext>
            </a:extLst>
          </p:cNvPr>
          <p:cNvGrpSpPr/>
          <p:nvPr/>
        </p:nvGrpSpPr>
        <p:grpSpPr>
          <a:xfrm>
            <a:off x="716973" y="1209196"/>
            <a:ext cx="4631219" cy="436461"/>
            <a:chOff x="420586" y="1284186"/>
            <a:chExt cx="11351885" cy="436461"/>
          </a:xfrm>
        </p:grpSpPr>
        <p:cxnSp>
          <p:nvCxnSpPr>
            <p:cNvPr id="10" name="AutoShape 249">
              <a:extLst>
                <a:ext uri="{FF2B5EF4-FFF2-40B4-BE49-F238E27FC236}">
                  <a16:creationId xmlns:a16="http://schemas.microsoft.com/office/drawing/2014/main" id="{6114C440-CDA0-667A-0B35-7B1C47A723DB}"/>
                </a:ext>
              </a:extLst>
            </p:cNvPr>
            <p:cNvCxnSpPr>
              <a:cxnSpLocks noChangeShapeType="1"/>
            </p:cNvCxnSpPr>
            <p:nvPr/>
          </p:nvCxnSpPr>
          <p:spPr bwMode="auto">
            <a:xfrm>
              <a:off x="420586" y="1720647"/>
              <a:ext cx="11351885" cy="0"/>
            </a:xfrm>
            <a:prstGeom prst="straightConnector1">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11" name="Rectangle 8">
              <a:extLst>
                <a:ext uri="{FF2B5EF4-FFF2-40B4-BE49-F238E27FC236}">
                  <a16:creationId xmlns:a16="http://schemas.microsoft.com/office/drawing/2014/main" id="{B0CF9FA9-9F84-5EF0-9A27-301738A11309}"/>
                </a:ext>
              </a:extLst>
            </p:cNvPr>
            <p:cNvSpPr>
              <a:spLocks noChangeArrowheads="1"/>
            </p:cNvSpPr>
            <p:nvPr/>
          </p:nvSpPr>
          <p:spPr bwMode="auto">
            <a:xfrm>
              <a:off x="420586" y="1284186"/>
              <a:ext cx="11351885" cy="43646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36000" anchor="b">
              <a:spAutoFit/>
            </a:bodyPr>
            <a:lstStyle>
              <a:lvl1pPr defTabSz="787400" eaLnBrk="0" hangingPunct="0">
                <a:defRPr sz="1600">
                  <a:solidFill>
                    <a:schemeClr val="tx1"/>
                  </a:solidFill>
                  <a:latin typeface="Arial" charset="0"/>
                  <a:ea typeface="-윤고딕130" pitchFamily="18" charset="-127"/>
                </a:defRPr>
              </a:lvl1pPr>
              <a:lvl2pPr marL="742950" indent="-285750" defTabSz="787400" eaLnBrk="0" hangingPunct="0">
                <a:defRPr sz="1600">
                  <a:solidFill>
                    <a:schemeClr val="tx1"/>
                  </a:solidFill>
                  <a:latin typeface="Arial" charset="0"/>
                  <a:ea typeface="-윤고딕130" pitchFamily="18" charset="-127"/>
                </a:defRPr>
              </a:lvl2pPr>
              <a:lvl3pPr marL="1143000" indent="-228600" defTabSz="787400" eaLnBrk="0" hangingPunct="0">
                <a:defRPr sz="1600">
                  <a:solidFill>
                    <a:schemeClr val="tx1"/>
                  </a:solidFill>
                  <a:latin typeface="Arial" charset="0"/>
                  <a:ea typeface="-윤고딕130" pitchFamily="18" charset="-127"/>
                </a:defRPr>
              </a:lvl3pPr>
              <a:lvl4pPr marL="1600200" indent="-228600" defTabSz="787400" eaLnBrk="0" hangingPunct="0">
                <a:defRPr sz="1600">
                  <a:solidFill>
                    <a:schemeClr val="tx1"/>
                  </a:solidFill>
                  <a:latin typeface="Arial" charset="0"/>
                  <a:ea typeface="-윤고딕130" pitchFamily="18" charset="-127"/>
                </a:defRPr>
              </a:lvl4pPr>
              <a:lvl5pPr marL="2057400" indent="-228600" defTabSz="787400" eaLnBrk="0" hangingPunct="0">
                <a:defRPr sz="1600">
                  <a:solidFill>
                    <a:schemeClr val="tx1"/>
                  </a:solidFill>
                  <a:latin typeface="Arial" charset="0"/>
                  <a:ea typeface="-윤고딕130" pitchFamily="18" charset="-127"/>
                </a:defRPr>
              </a:lvl5pPr>
              <a:lvl6pPr marL="2514600" indent="-228600" defTabSz="787400" eaLnBrk="0" fontAlgn="base" hangingPunct="0">
                <a:spcBef>
                  <a:spcPct val="0"/>
                </a:spcBef>
                <a:spcAft>
                  <a:spcPct val="0"/>
                </a:spcAft>
                <a:defRPr sz="1600">
                  <a:solidFill>
                    <a:schemeClr val="tx1"/>
                  </a:solidFill>
                  <a:latin typeface="Arial" charset="0"/>
                  <a:ea typeface="-윤고딕130" pitchFamily="18" charset="-127"/>
                </a:defRPr>
              </a:lvl6pPr>
              <a:lvl7pPr marL="2971800" indent="-228600" defTabSz="787400" eaLnBrk="0" fontAlgn="base" hangingPunct="0">
                <a:spcBef>
                  <a:spcPct val="0"/>
                </a:spcBef>
                <a:spcAft>
                  <a:spcPct val="0"/>
                </a:spcAft>
                <a:defRPr sz="1600">
                  <a:solidFill>
                    <a:schemeClr val="tx1"/>
                  </a:solidFill>
                  <a:latin typeface="Arial" charset="0"/>
                  <a:ea typeface="-윤고딕130" pitchFamily="18" charset="-127"/>
                </a:defRPr>
              </a:lvl7pPr>
              <a:lvl8pPr marL="3429000" indent="-228600" defTabSz="787400" eaLnBrk="0" fontAlgn="base" hangingPunct="0">
                <a:spcBef>
                  <a:spcPct val="0"/>
                </a:spcBef>
                <a:spcAft>
                  <a:spcPct val="0"/>
                </a:spcAft>
                <a:defRPr sz="1600">
                  <a:solidFill>
                    <a:schemeClr val="tx1"/>
                  </a:solidFill>
                  <a:latin typeface="Arial" charset="0"/>
                  <a:ea typeface="-윤고딕130" pitchFamily="18" charset="-127"/>
                </a:defRPr>
              </a:lvl8pPr>
              <a:lvl9pPr marL="3886200" indent="-228600" defTabSz="787400" eaLnBrk="0" fontAlgn="base" hangingPunct="0">
                <a:spcBef>
                  <a:spcPct val="0"/>
                </a:spcBef>
                <a:spcAft>
                  <a:spcPct val="0"/>
                </a:spcAft>
                <a:defRPr sz="1600">
                  <a:solidFill>
                    <a:schemeClr val="tx1"/>
                  </a:solidFill>
                  <a:latin typeface="Arial" charset="0"/>
                  <a:ea typeface="-윤고딕130" pitchFamily="18" charset="-127"/>
                </a:defRPr>
              </a:lvl9pPr>
            </a:lstStyle>
            <a:p>
              <a:pPr marL="0" marR="0" lvl="0" indent="0" algn="l" defTabSz="787400" rtl="0" eaLnBrk="1" fontAlgn="auto" latinLnBrk="0" hangingPunct="1">
                <a:lnSpc>
                  <a:spcPct val="100000"/>
                </a:lnSpc>
                <a:spcBef>
                  <a:spcPts val="0"/>
                </a:spcBef>
                <a:spcAft>
                  <a:spcPts val="0"/>
                </a:spcAft>
                <a:buClrTx/>
                <a:buSzPct val="120000"/>
                <a:buFontTx/>
                <a:buNone/>
                <a:tabLst/>
                <a:defRPr/>
              </a:pPr>
              <a:r>
                <a:rPr kumimoji="0" lang="pt-BR" altLang="zh-CN" sz="1300" b="1" i="0" u="none" strike="noStrike" kern="1200" cap="none" spc="0" normalizeH="0" baseline="0" noProof="0">
                  <a:ln>
                    <a:noFill/>
                  </a:ln>
                  <a:solidFill>
                    <a:srgbClr val="020E66"/>
                  </a:solidFill>
                  <a:effectLst/>
                  <a:uLnTx/>
                  <a:uFillTx/>
                  <a:latin typeface="+mj-lt"/>
                  <a:ea typeface="-윤고딕130" pitchFamily="18" charset="-127"/>
                  <a:cs typeface="+mn-cs"/>
                </a:rPr>
                <a:t>Distribuição das minas de fertilizantes fosfatados e rochas fosfáticas no Brasil</a:t>
              </a:r>
              <a:endParaRPr kumimoji="0" lang="pt-BR" altLang="zh-CN" sz="1300" i="0" u="none" strike="noStrike" kern="1200" cap="none" spc="0" normalizeH="0" baseline="0" noProof="0">
                <a:ln>
                  <a:noFill/>
                </a:ln>
                <a:solidFill>
                  <a:srgbClr val="020E66"/>
                </a:solidFill>
                <a:effectLst/>
                <a:uLnTx/>
                <a:uFillTx/>
                <a:latin typeface="+mj-lt"/>
                <a:ea typeface="-윤고딕130" pitchFamily="18" charset="-127"/>
                <a:cs typeface="+mn-cs"/>
              </a:endParaRPr>
            </a:p>
          </p:txBody>
        </p:sp>
      </p:grpSp>
      <p:sp>
        <p:nvSpPr>
          <p:cNvPr id="4" name="Rectángulo 3">
            <a:extLst>
              <a:ext uri="{FF2B5EF4-FFF2-40B4-BE49-F238E27FC236}">
                <a16:creationId xmlns:a16="http://schemas.microsoft.com/office/drawing/2014/main" id="{CA29A4D5-1FCE-595C-45EC-ED52A49EC60E}"/>
              </a:ext>
            </a:extLst>
          </p:cNvPr>
          <p:cNvSpPr/>
          <p:nvPr/>
        </p:nvSpPr>
        <p:spPr>
          <a:xfrm>
            <a:off x="5793446" y="1079505"/>
            <a:ext cx="6171013" cy="5295894"/>
          </a:xfrm>
          <a:prstGeom prst="rect">
            <a:avLst/>
          </a:prstGeom>
          <a:noFill/>
          <a:ln w="12700">
            <a:solidFill>
              <a:schemeClr val="accent4"/>
            </a:solidFill>
            <a:miter lim="400000"/>
          </a:ln>
          <a:effectLst/>
        </p:spPr>
        <p:txBody>
          <a:bodyPr lIns="108000" tIns="72000" rIns="108000" bIns="72000" rtlCol="0" anchor="ctr"/>
          <a:lstStyle/>
          <a:p>
            <a:pPr algn="l"/>
            <a:endParaRPr lang="pt-BR" sz="1300" err="1">
              <a:solidFill>
                <a:schemeClr val="bg1"/>
              </a:solidFill>
              <a:latin typeface="+mj-lt"/>
            </a:endParaRPr>
          </a:p>
        </p:txBody>
      </p:sp>
      <p:sp>
        <p:nvSpPr>
          <p:cNvPr id="5" name="Rectángulo 4">
            <a:extLst>
              <a:ext uri="{FF2B5EF4-FFF2-40B4-BE49-F238E27FC236}">
                <a16:creationId xmlns:a16="http://schemas.microsoft.com/office/drawing/2014/main" id="{A9016A84-0687-9EB9-5B8D-2A444F9B7193}"/>
              </a:ext>
            </a:extLst>
          </p:cNvPr>
          <p:cNvSpPr/>
          <p:nvPr/>
        </p:nvSpPr>
        <p:spPr>
          <a:xfrm>
            <a:off x="478971" y="1079505"/>
            <a:ext cx="5130717" cy="5295894"/>
          </a:xfrm>
          <a:prstGeom prst="rect">
            <a:avLst/>
          </a:prstGeom>
          <a:noFill/>
          <a:ln w="12700">
            <a:solidFill>
              <a:schemeClr val="accent4"/>
            </a:solidFill>
            <a:miter lim="400000"/>
          </a:ln>
          <a:effectLst/>
        </p:spPr>
        <p:txBody>
          <a:bodyPr lIns="108000" tIns="72000" rIns="108000" bIns="72000" rtlCol="0" anchor="ctr"/>
          <a:lstStyle/>
          <a:p>
            <a:pPr algn="l"/>
            <a:endParaRPr lang="pt-BR" sz="1300" err="1">
              <a:solidFill>
                <a:schemeClr val="bg1"/>
              </a:solidFill>
              <a:latin typeface="+mj-lt"/>
            </a:endParaRPr>
          </a:p>
        </p:txBody>
      </p:sp>
      <p:grpSp>
        <p:nvGrpSpPr>
          <p:cNvPr id="6" name="Group 17">
            <a:extLst>
              <a:ext uri="{FF2B5EF4-FFF2-40B4-BE49-F238E27FC236}">
                <a16:creationId xmlns:a16="http://schemas.microsoft.com/office/drawing/2014/main" id="{030B29F4-AA7C-005B-F1FE-C59EB82FADF2}"/>
              </a:ext>
            </a:extLst>
          </p:cNvPr>
          <p:cNvGrpSpPr/>
          <p:nvPr/>
        </p:nvGrpSpPr>
        <p:grpSpPr>
          <a:xfrm>
            <a:off x="6096001" y="1209196"/>
            <a:ext cx="5565904" cy="436461"/>
            <a:chOff x="420586" y="1284186"/>
            <a:chExt cx="11351885" cy="436461"/>
          </a:xfrm>
        </p:grpSpPr>
        <p:cxnSp>
          <p:nvCxnSpPr>
            <p:cNvPr id="15" name="AutoShape 249">
              <a:extLst>
                <a:ext uri="{FF2B5EF4-FFF2-40B4-BE49-F238E27FC236}">
                  <a16:creationId xmlns:a16="http://schemas.microsoft.com/office/drawing/2014/main" id="{405D3826-DED9-C1B5-FF8C-1B5DAF93E7A4}"/>
                </a:ext>
              </a:extLst>
            </p:cNvPr>
            <p:cNvCxnSpPr>
              <a:cxnSpLocks noChangeShapeType="1"/>
            </p:cNvCxnSpPr>
            <p:nvPr/>
          </p:nvCxnSpPr>
          <p:spPr bwMode="auto">
            <a:xfrm>
              <a:off x="420586" y="1720647"/>
              <a:ext cx="11351885" cy="0"/>
            </a:xfrm>
            <a:prstGeom prst="straightConnector1">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16" name="Rectangle 8">
              <a:extLst>
                <a:ext uri="{FF2B5EF4-FFF2-40B4-BE49-F238E27FC236}">
                  <a16:creationId xmlns:a16="http://schemas.microsoft.com/office/drawing/2014/main" id="{163C8C16-DB9A-7D66-680D-8094B361A561}"/>
                </a:ext>
              </a:extLst>
            </p:cNvPr>
            <p:cNvSpPr>
              <a:spLocks noChangeArrowheads="1"/>
            </p:cNvSpPr>
            <p:nvPr/>
          </p:nvSpPr>
          <p:spPr bwMode="auto">
            <a:xfrm>
              <a:off x="420586" y="1284186"/>
              <a:ext cx="11351885" cy="43646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36000" anchor="b">
              <a:spAutoFit/>
            </a:bodyPr>
            <a:lstStyle>
              <a:lvl1pPr defTabSz="787400" eaLnBrk="0" hangingPunct="0">
                <a:defRPr sz="1600">
                  <a:solidFill>
                    <a:schemeClr val="tx1"/>
                  </a:solidFill>
                  <a:latin typeface="Arial" charset="0"/>
                  <a:ea typeface="-윤고딕130" pitchFamily="18" charset="-127"/>
                </a:defRPr>
              </a:lvl1pPr>
              <a:lvl2pPr marL="742950" indent="-285750" defTabSz="787400" eaLnBrk="0" hangingPunct="0">
                <a:defRPr sz="1600">
                  <a:solidFill>
                    <a:schemeClr val="tx1"/>
                  </a:solidFill>
                  <a:latin typeface="Arial" charset="0"/>
                  <a:ea typeface="-윤고딕130" pitchFamily="18" charset="-127"/>
                </a:defRPr>
              </a:lvl2pPr>
              <a:lvl3pPr marL="1143000" indent="-228600" defTabSz="787400" eaLnBrk="0" hangingPunct="0">
                <a:defRPr sz="1600">
                  <a:solidFill>
                    <a:schemeClr val="tx1"/>
                  </a:solidFill>
                  <a:latin typeface="Arial" charset="0"/>
                  <a:ea typeface="-윤고딕130" pitchFamily="18" charset="-127"/>
                </a:defRPr>
              </a:lvl3pPr>
              <a:lvl4pPr marL="1600200" indent="-228600" defTabSz="787400" eaLnBrk="0" hangingPunct="0">
                <a:defRPr sz="1600">
                  <a:solidFill>
                    <a:schemeClr val="tx1"/>
                  </a:solidFill>
                  <a:latin typeface="Arial" charset="0"/>
                  <a:ea typeface="-윤고딕130" pitchFamily="18" charset="-127"/>
                </a:defRPr>
              </a:lvl4pPr>
              <a:lvl5pPr marL="2057400" indent="-228600" defTabSz="787400" eaLnBrk="0" hangingPunct="0">
                <a:defRPr sz="1600">
                  <a:solidFill>
                    <a:schemeClr val="tx1"/>
                  </a:solidFill>
                  <a:latin typeface="Arial" charset="0"/>
                  <a:ea typeface="-윤고딕130" pitchFamily="18" charset="-127"/>
                </a:defRPr>
              </a:lvl5pPr>
              <a:lvl6pPr marL="2514600" indent="-228600" defTabSz="787400" eaLnBrk="0" fontAlgn="base" hangingPunct="0">
                <a:spcBef>
                  <a:spcPct val="0"/>
                </a:spcBef>
                <a:spcAft>
                  <a:spcPct val="0"/>
                </a:spcAft>
                <a:defRPr sz="1600">
                  <a:solidFill>
                    <a:schemeClr val="tx1"/>
                  </a:solidFill>
                  <a:latin typeface="Arial" charset="0"/>
                  <a:ea typeface="-윤고딕130" pitchFamily="18" charset="-127"/>
                </a:defRPr>
              </a:lvl6pPr>
              <a:lvl7pPr marL="2971800" indent="-228600" defTabSz="787400" eaLnBrk="0" fontAlgn="base" hangingPunct="0">
                <a:spcBef>
                  <a:spcPct val="0"/>
                </a:spcBef>
                <a:spcAft>
                  <a:spcPct val="0"/>
                </a:spcAft>
                <a:defRPr sz="1600">
                  <a:solidFill>
                    <a:schemeClr val="tx1"/>
                  </a:solidFill>
                  <a:latin typeface="Arial" charset="0"/>
                  <a:ea typeface="-윤고딕130" pitchFamily="18" charset="-127"/>
                </a:defRPr>
              </a:lvl7pPr>
              <a:lvl8pPr marL="3429000" indent="-228600" defTabSz="787400" eaLnBrk="0" fontAlgn="base" hangingPunct="0">
                <a:spcBef>
                  <a:spcPct val="0"/>
                </a:spcBef>
                <a:spcAft>
                  <a:spcPct val="0"/>
                </a:spcAft>
                <a:defRPr sz="1600">
                  <a:solidFill>
                    <a:schemeClr val="tx1"/>
                  </a:solidFill>
                  <a:latin typeface="Arial" charset="0"/>
                  <a:ea typeface="-윤고딕130" pitchFamily="18" charset="-127"/>
                </a:defRPr>
              </a:lvl8pPr>
              <a:lvl9pPr marL="3886200" indent="-228600" defTabSz="787400" eaLnBrk="0" fontAlgn="base" hangingPunct="0">
                <a:spcBef>
                  <a:spcPct val="0"/>
                </a:spcBef>
                <a:spcAft>
                  <a:spcPct val="0"/>
                </a:spcAft>
                <a:defRPr sz="1600">
                  <a:solidFill>
                    <a:schemeClr val="tx1"/>
                  </a:solidFill>
                  <a:latin typeface="Arial" charset="0"/>
                  <a:ea typeface="-윤고딕130" pitchFamily="18" charset="-127"/>
                </a:defRPr>
              </a:lvl9pPr>
            </a:lstStyle>
            <a:p>
              <a:pPr marL="0" marR="0" lvl="0" indent="0" algn="l" defTabSz="787400" rtl="0" eaLnBrk="1" fontAlgn="auto" latinLnBrk="0" hangingPunct="1">
                <a:lnSpc>
                  <a:spcPct val="100000"/>
                </a:lnSpc>
                <a:spcBef>
                  <a:spcPts val="0"/>
                </a:spcBef>
                <a:spcAft>
                  <a:spcPts val="0"/>
                </a:spcAft>
                <a:buClrTx/>
                <a:buSzPct val="120000"/>
                <a:buFontTx/>
                <a:buNone/>
                <a:tabLst/>
                <a:defRPr/>
              </a:pPr>
              <a:r>
                <a:rPr kumimoji="0" lang="pt-BR" altLang="zh-CN" sz="1300" b="1" i="0" u="none" strike="noStrike" kern="1200" cap="none" spc="0" normalizeH="0" baseline="0" noProof="0">
                  <a:ln>
                    <a:noFill/>
                  </a:ln>
                  <a:solidFill>
                    <a:srgbClr val="020E66"/>
                  </a:solidFill>
                  <a:effectLst/>
                  <a:uLnTx/>
                  <a:uFillTx/>
                  <a:latin typeface="+mj-lt"/>
                </a:rPr>
                <a:t>Capacidade atual de produção de fertilizantes fosfatados por </a:t>
              </a:r>
              <a:r>
                <a:rPr kumimoji="0" lang="pt-BR" altLang="zh-CN" sz="1300" b="1" i="1" u="none" strike="noStrike" kern="1200" cap="none" spc="0" normalizeH="0" baseline="0" noProof="0">
                  <a:ln>
                    <a:noFill/>
                  </a:ln>
                  <a:solidFill>
                    <a:srgbClr val="020E66"/>
                  </a:solidFill>
                  <a:effectLst/>
                  <a:uLnTx/>
                  <a:uFillTx/>
                  <a:latin typeface="+mj-lt"/>
                </a:rPr>
                <a:t>player </a:t>
              </a:r>
              <a:r>
                <a:rPr kumimoji="0" lang="pt-BR" altLang="zh-CN" sz="1300" b="1" u="none" strike="noStrike" kern="1200" cap="none" spc="0" normalizeH="0" baseline="0" noProof="0">
                  <a:ln>
                    <a:noFill/>
                  </a:ln>
                  <a:solidFill>
                    <a:srgbClr val="020E66"/>
                  </a:solidFill>
                  <a:effectLst/>
                  <a:uLnTx/>
                  <a:uFillTx/>
                  <a:latin typeface="+mj-lt"/>
                </a:rPr>
                <a:t>no Brasil, </a:t>
              </a:r>
              <a:r>
                <a:rPr lang="pt-BR" altLang="zh-CN" sz="1300">
                  <a:solidFill>
                    <a:schemeClr val="accent6"/>
                  </a:solidFill>
                  <a:latin typeface="+mj-lt"/>
                </a:rPr>
                <a:t>mil toneladas/ano</a:t>
              </a:r>
              <a:endParaRPr kumimoji="0" lang="pt-BR" altLang="zh-CN" sz="1300" i="0" u="none" strike="noStrike" kern="1200" cap="none" spc="0" normalizeH="0" baseline="0" noProof="0">
                <a:ln>
                  <a:noFill/>
                </a:ln>
                <a:solidFill>
                  <a:schemeClr val="accent6"/>
                </a:solidFill>
                <a:effectLst/>
                <a:uLnTx/>
                <a:uFillTx/>
                <a:latin typeface="+mj-lt"/>
              </a:endParaRPr>
            </a:p>
          </p:txBody>
        </p:sp>
      </p:grpSp>
      <p:graphicFrame>
        <p:nvGraphicFramePr>
          <p:cNvPr id="12" name="Chart 3">
            <a:extLst>
              <a:ext uri="{FF2B5EF4-FFF2-40B4-BE49-F238E27FC236}">
                <a16:creationId xmlns:a16="http://schemas.microsoft.com/office/drawing/2014/main" id="{A9FB1CFA-6FC8-2747-EF9C-C2AEBA45CD10}"/>
              </a:ext>
            </a:extLst>
          </p:cNvPr>
          <p:cNvGraphicFramePr/>
          <p:nvPr>
            <p:custDataLst>
              <p:tags r:id="rId2"/>
            </p:custDataLst>
            <p:extLst>
              <p:ext uri="{D42A27DB-BD31-4B8C-83A1-F6EECF244321}">
                <p14:modId xmlns:p14="http://schemas.microsoft.com/office/powerpoint/2010/main" val="3860454543"/>
              </p:ext>
            </p:extLst>
          </p:nvPr>
        </p:nvGraphicFramePr>
        <p:xfrm>
          <a:off x="7234238" y="1538288"/>
          <a:ext cx="3998912" cy="4865687"/>
        </p:xfrm>
        <a:graphic>
          <a:graphicData uri="http://schemas.openxmlformats.org/drawingml/2006/chart">
            <c:chart xmlns:c="http://schemas.openxmlformats.org/drawingml/2006/chart" xmlns:r="http://schemas.openxmlformats.org/officeDocument/2006/relationships" r:id="rId10"/>
          </a:graphicData>
        </a:graphic>
      </p:graphicFrame>
      <p:sp>
        <p:nvSpPr>
          <p:cNvPr id="70" name="Retângulo 69">
            <a:extLst>
              <a:ext uri="{FF2B5EF4-FFF2-40B4-BE49-F238E27FC236}">
                <a16:creationId xmlns:a16="http://schemas.microsoft.com/office/drawing/2014/main" id="{68E2997D-88A6-915D-AAB7-37C1C2240A72}"/>
              </a:ext>
            </a:extLst>
          </p:cNvPr>
          <p:cNvSpPr/>
          <p:nvPr>
            <p:custDataLst>
              <p:tags r:id="rId3"/>
            </p:custDataLst>
          </p:nvPr>
        </p:nvSpPr>
        <p:spPr bwMode="auto">
          <a:xfrm>
            <a:off x="7531100" y="4089400"/>
            <a:ext cx="393700" cy="298450"/>
          </a:xfrm>
          <a:prstGeom prst="rect">
            <a:avLst/>
          </a:prstGeom>
          <a:noFill/>
          <a:ln w="12700" cap="flat" cmpd="sng" algn="ctr">
            <a:solidFill>
              <a:schemeClr val="tx1"/>
            </a:solidFill>
            <a:prstDash val="lgDash"/>
            <a:miter lim="400000"/>
            <a:headEnd type="none" w="med" len="med"/>
            <a:tailEnd type="none" w="med" len="med"/>
          </a:ln>
          <a:effectLst/>
          <a:extLst>
            <a:ext uri="{909E8E84-426E-40DD-AFC4-6F175D3DCCD1}">
              <a14:hiddenFill xmlns:a14="http://schemas.microsoft.com/office/drawing/2010/main">
                <a:solidFill>
                  <a:schemeClr val="accent2"/>
                </a:solidFill>
              </a14:hiddenFill>
            </a:ext>
          </a:extLst>
        </p:spPr>
        <p:txBody>
          <a:bodyPr lIns="108000" tIns="72000" rIns="108000" bIns="72000" rtlCol="0" anchor="ctr"/>
          <a:lstStyle/>
          <a:p>
            <a:pPr algn="l"/>
            <a:endParaRPr lang="pt-BR" sz="1400" dirty="0" err="1">
              <a:solidFill>
                <a:schemeClr val="bg1"/>
              </a:solidFill>
            </a:endParaRPr>
          </a:p>
        </p:txBody>
      </p:sp>
      <p:sp>
        <p:nvSpPr>
          <p:cNvPr id="29" name="Espaço Reservado para Texto 2">
            <a:extLst>
              <a:ext uri="{FF2B5EF4-FFF2-40B4-BE49-F238E27FC236}">
                <a16:creationId xmlns:a16="http://schemas.microsoft.com/office/drawing/2014/main" id="{5BBA0101-896D-E39E-166D-F7AE5CE25B95}"/>
              </a:ext>
            </a:extLst>
          </p:cNvPr>
          <p:cNvSpPr>
            <a:spLocks noGrp="1"/>
          </p:cNvSpPr>
          <p:nvPr>
            <p:custDataLst>
              <p:tags r:id="rId4"/>
            </p:custDataLst>
          </p:nvPr>
        </p:nvSpPr>
        <p:spPr bwMode="gray">
          <a:xfrm>
            <a:off x="8004175" y="3605213"/>
            <a:ext cx="379413" cy="1984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3813" tIns="0" rIns="23813" bIns="0" rtlCol="0" anchor="ctr">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spcBef>
                <a:spcPct val="0"/>
              </a:spcBef>
              <a:spcAft>
                <a:spcPct val="0"/>
              </a:spcAft>
            </a:pPr>
            <a:fld id="{1B4419F9-429D-4CF9-916C-3DF2C08F841B}" type="datetime'''''''''''''''''''''''''2''''''''''''''''''''''5''''''0'">
              <a:rPr lang="pt-BR" altLang="en-US" sz="1300" smtClean="0">
                <a:effectLst/>
              </a:rPr>
              <a:pPr lvl="0">
                <a:spcBef>
                  <a:spcPct val="0"/>
                </a:spcBef>
                <a:spcAft>
                  <a:spcPct val="0"/>
                </a:spcAft>
              </a:pPr>
              <a:t>250</a:t>
            </a:fld>
            <a:r>
              <a:rPr lang="pt-BR" altLang="en-US" sz="1300">
                <a:effectLst/>
              </a:rPr>
              <a:t>¹</a:t>
            </a:r>
            <a:endParaRPr lang="pt-BR" sz="1300"/>
          </a:p>
        </p:txBody>
      </p:sp>
      <p:sp>
        <p:nvSpPr>
          <p:cNvPr id="56" name="Espaço Reservado para Texto 2">
            <a:extLst>
              <a:ext uri="{FF2B5EF4-FFF2-40B4-BE49-F238E27FC236}">
                <a16:creationId xmlns:a16="http://schemas.microsoft.com/office/drawing/2014/main" id="{41D4BECE-707D-CD4E-5C5C-5CB411FB15E6}"/>
              </a:ext>
            </a:extLst>
          </p:cNvPr>
          <p:cNvSpPr>
            <a:spLocks noGrp="1"/>
          </p:cNvSpPr>
          <p:nvPr>
            <p:custDataLst>
              <p:tags r:id="rId5"/>
            </p:custDataLst>
          </p:nvPr>
        </p:nvSpPr>
        <p:spPr bwMode="gray">
          <a:xfrm>
            <a:off x="7950200" y="4140200"/>
            <a:ext cx="379413" cy="1984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3813" tIns="0" rIns="23813" bIns="0" rtlCol="0" anchor="ctr">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spcBef>
                <a:spcPct val="0"/>
              </a:spcBef>
              <a:spcAft>
                <a:spcPct val="0"/>
              </a:spcAft>
            </a:pPr>
            <a:fld id="{A00E2D87-FA26-4BCE-9967-6B144245820A}" type="datetime'''''''''''''2''''''''''''''''''''''''''''3''''''0'''''''''''''">
              <a:rPr lang="pt-BR" altLang="en-US" sz="1300" smtClean="0">
                <a:effectLst/>
              </a:rPr>
              <a:pPr lvl="0">
                <a:spcBef>
                  <a:spcPct val="0"/>
                </a:spcBef>
                <a:spcAft>
                  <a:spcPct val="0"/>
                </a:spcAft>
              </a:pPr>
              <a:t>230</a:t>
            </a:fld>
            <a:r>
              <a:rPr lang="pt-BR" altLang="en-US" sz="1300" dirty="0">
                <a:effectLst/>
              </a:rPr>
              <a:t>²</a:t>
            </a:r>
            <a:endParaRPr lang="pt-BR" sz="1300" dirty="0"/>
          </a:p>
        </p:txBody>
      </p:sp>
      <p:pic>
        <p:nvPicPr>
          <p:cNvPr id="1026" name="Picture 2">
            <a:extLst>
              <a:ext uri="{FF2B5EF4-FFF2-40B4-BE49-F238E27FC236}">
                <a16:creationId xmlns:a16="http://schemas.microsoft.com/office/drawing/2014/main" id="{CD6C6BB6-6AEC-2DDE-C2EC-AA0A21F56040}"/>
              </a:ext>
            </a:extLst>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6224760" y="1893230"/>
            <a:ext cx="920126" cy="41585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4F80BFC1-8510-F7A2-6053-D2586297A55C}"/>
              </a:ext>
            </a:extLst>
          </p:cNvPr>
          <p:cNvPicPr>
            <a:picLocks noChangeAspect="1" noChangeArrowheads="1"/>
          </p:cNvPicPr>
          <p:nvPr/>
        </p:nvPicPr>
        <p:blipFill>
          <a:blip r:embed="rId12" cstate="screen">
            <a:extLst>
              <a:ext uri="{28A0092B-C50C-407E-A947-70E740481C1C}">
                <a14:useLocalDpi xmlns:a14="http://schemas.microsoft.com/office/drawing/2010/main"/>
              </a:ext>
            </a:extLst>
          </a:blip>
          <a:srcRect/>
          <a:stretch>
            <a:fillRect/>
          </a:stretch>
        </p:blipFill>
        <p:spPr bwMode="auto">
          <a:xfrm>
            <a:off x="6694103" y="2943156"/>
            <a:ext cx="449138" cy="449138"/>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7E0383E7-B253-F6CB-D384-64AC3EE00C20}"/>
              </a:ext>
            </a:extLst>
          </p:cNvPr>
          <p:cNvPicPr>
            <a:picLocks noChangeAspect="1" noChangeArrowheads="1"/>
          </p:cNvPicPr>
          <p:nvPr/>
        </p:nvPicPr>
        <p:blipFill>
          <a:blip r:embed="rId13" cstate="screen">
            <a:extLst>
              <a:ext uri="{28A0092B-C50C-407E-A947-70E740481C1C}">
                <a14:useLocalDpi xmlns:a14="http://schemas.microsoft.com/office/drawing/2010/main"/>
              </a:ext>
            </a:extLst>
          </a:blip>
          <a:srcRect/>
          <a:stretch>
            <a:fillRect/>
          </a:stretch>
        </p:blipFill>
        <p:spPr bwMode="auto">
          <a:xfrm>
            <a:off x="6440939" y="4685589"/>
            <a:ext cx="711024" cy="273744"/>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Agro360 – Site">
            <a:extLst>
              <a:ext uri="{FF2B5EF4-FFF2-40B4-BE49-F238E27FC236}">
                <a16:creationId xmlns:a16="http://schemas.microsoft.com/office/drawing/2014/main" id="{75EC6D70-E530-8DE6-9A8C-84E4B39EBB29}"/>
              </a:ext>
            </a:extLst>
          </p:cNvPr>
          <p:cNvPicPr>
            <a:picLocks noChangeAspect="1" noChangeArrowheads="1"/>
          </p:cNvPicPr>
          <p:nvPr/>
        </p:nvPicPr>
        <p:blipFill rotWithShape="1">
          <a:blip r:embed="rId14" cstate="screen">
            <a:extLst>
              <a:ext uri="{28A0092B-C50C-407E-A947-70E740481C1C}">
                <a14:useLocalDpi xmlns:a14="http://schemas.microsoft.com/office/drawing/2010/main"/>
              </a:ext>
            </a:extLst>
          </a:blip>
          <a:srcRect/>
          <a:stretch/>
        </p:blipFill>
        <p:spPr bwMode="auto">
          <a:xfrm>
            <a:off x="6317993" y="5197723"/>
            <a:ext cx="835452" cy="310306"/>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Galvani Fertilizantes">
            <a:extLst>
              <a:ext uri="{FF2B5EF4-FFF2-40B4-BE49-F238E27FC236}">
                <a16:creationId xmlns:a16="http://schemas.microsoft.com/office/drawing/2014/main" id="{137126B2-458F-09FA-1D8A-92F03D0976E6}"/>
              </a:ext>
            </a:extLst>
          </p:cNvPr>
          <p:cNvPicPr>
            <a:picLocks noChangeAspect="1" noChangeArrowheads="1"/>
          </p:cNvPicPr>
          <p:nvPr/>
        </p:nvPicPr>
        <p:blipFill>
          <a:blip r:embed="rId15" cstate="screen">
            <a:extLst>
              <a:ext uri="{28A0092B-C50C-407E-A947-70E740481C1C}">
                <a14:useLocalDpi xmlns:a14="http://schemas.microsoft.com/office/drawing/2010/main"/>
              </a:ext>
            </a:extLst>
          </a:blip>
          <a:srcRect/>
          <a:stretch>
            <a:fillRect/>
          </a:stretch>
        </p:blipFill>
        <p:spPr bwMode="auto">
          <a:xfrm>
            <a:off x="6161398" y="3987258"/>
            <a:ext cx="1063818" cy="465005"/>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a:extLst>
              <a:ext uri="{FF2B5EF4-FFF2-40B4-BE49-F238E27FC236}">
                <a16:creationId xmlns:a16="http://schemas.microsoft.com/office/drawing/2014/main" id="{DBDC1A17-C6E8-C44D-F82B-B77F34775CD2}"/>
              </a:ext>
            </a:extLst>
          </p:cNvPr>
          <p:cNvPicPr>
            <a:picLocks noChangeAspect="1" noChangeArrowheads="1"/>
          </p:cNvPicPr>
          <p:nvPr/>
        </p:nvPicPr>
        <p:blipFill rotWithShape="1">
          <a:blip r:embed="rId16" cstate="screen">
            <a:extLst>
              <a:ext uri="{28A0092B-C50C-407E-A947-70E740481C1C}">
                <a14:useLocalDpi xmlns:a14="http://schemas.microsoft.com/office/drawing/2010/main"/>
              </a:ext>
            </a:extLst>
          </a:blip>
          <a:srcRect/>
          <a:stretch/>
        </p:blipFill>
        <p:spPr bwMode="auto">
          <a:xfrm>
            <a:off x="6205226" y="5650382"/>
            <a:ext cx="976163" cy="411554"/>
          </a:xfrm>
          <a:prstGeom prst="rect">
            <a:avLst/>
          </a:prstGeom>
          <a:noFill/>
          <a:extLst>
            <a:ext uri="{909E8E84-426E-40DD-AFC4-6F175D3DCCD1}">
              <a14:hiddenFill xmlns:a14="http://schemas.microsoft.com/office/drawing/2010/main">
                <a:solidFill>
                  <a:srgbClr val="FFFFFF"/>
                </a:solidFill>
              </a14:hiddenFill>
            </a:ext>
          </a:extLst>
        </p:spPr>
      </p:pic>
      <p:grpSp>
        <p:nvGrpSpPr>
          <p:cNvPr id="38" name="Agrupar 37">
            <a:extLst>
              <a:ext uri="{FF2B5EF4-FFF2-40B4-BE49-F238E27FC236}">
                <a16:creationId xmlns:a16="http://schemas.microsoft.com/office/drawing/2014/main" id="{0B69710E-F3FB-DB4B-2183-DB6EE746EBA7}"/>
              </a:ext>
            </a:extLst>
          </p:cNvPr>
          <p:cNvGrpSpPr/>
          <p:nvPr/>
        </p:nvGrpSpPr>
        <p:grpSpPr>
          <a:xfrm>
            <a:off x="549499" y="1883351"/>
            <a:ext cx="3871837" cy="3991966"/>
            <a:chOff x="608737" y="1786529"/>
            <a:chExt cx="4336190" cy="4470726"/>
          </a:xfrm>
        </p:grpSpPr>
        <p:pic>
          <p:nvPicPr>
            <p:cNvPr id="1038" name="Picture 14" descr="brasil mapa político dividido por estado 13836216 PNG">
              <a:extLst>
                <a:ext uri="{FF2B5EF4-FFF2-40B4-BE49-F238E27FC236}">
                  <a16:creationId xmlns:a16="http://schemas.microsoft.com/office/drawing/2014/main" id="{57E54DAF-7A35-1192-EF84-D9CFBACCC452}"/>
                </a:ext>
              </a:extLst>
            </p:cNvPr>
            <p:cNvPicPr>
              <a:picLocks noChangeAspect="1" noChangeArrowheads="1"/>
            </p:cNvPicPr>
            <p:nvPr/>
          </p:nvPicPr>
          <p:blipFill>
            <a:blip r:embed="rId17" cstate="screen">
              <a:duotone>
                <a:schemeClr val="bg2">
                  <a:shade val="45000"/>
                  <a:satMod val="135000"/>
                </a:schemeClr>
                <a:prstClr val="white"/>
              </a:duotone>
              <a:extLst>
                <a:ext uri="{BEBA8EAE-BF5A-486C-A8C5-ECC9F3942E4B}">
                  <a14:imgProps xmlns:a14="http://schemas.microsoft.com/office/drawing/2010/main">
                    <a14:imgLayer r:embed="rId18">
                      <a14:imgEffect>
                        <a14:brightnessContrast bright="20000" contrast="40000"/>
                      </a14:imgEffect>
                    </a14:imgLayer>
                  </a14:imgProps>
                </a:ext>
                <a:ext uri="{28A0092B-C50C-407E-A947-70E740481C1C}">
                  <a14:useLocalDpi xmlns:a14="http://schemas.microsoft.com/office/drawing/2010/main"/>
                </a:ext>
              </a:extLst>
            </a:blip>
            <a:srcRect/>
            <a:stretch>
              <a:fillRect/>
            </a:stretch>
          </p:blipFill>
          <p:spPr bwMode="auto">
            <a:xfrm>
              <a:off x="608737" y="1786529"/>
              <a:ext cx="4336190" cy="4470726"/>
            </a:xfrm>
            <a:prstGeom prst="rect">
              <a:avLst/>
            </a:prstGeom>
            <a:noFill/>
            <a:extLst>
              <a:ext uri="{909E8E84-426E-40DD-AFC4-6F175D3DCCD1}">
                <a14:hiddenFill xmlns:a14="http://schemas.microsoft.com/office/drawing/2010/main">
                  <a:solidFill>
                    <a:srgbClr val="FFFFFF"/>
                  </a:solidFill>
                </a14:hiddenFill>
              </a:ext>
            </a:extLst>
          </p:spPr>
        </p:pic>
        <p:pic>
          <p:nvPicPr>
            <p:cNvPr id="92" name="Gráfico 91" descr="Agua con relleno sólido">
              <a:extLst>
                <a:ext uri="{FF2B5EF4-FFF2-40B4-BE49-F238E27FC236}">
                  <a16:creationId xmlns:a16="http://schemas.microsoft.com/office/drawing/2014/main" id="{6818BDA6-92A7-8140-D5F9-D9C602B3C695}"/>
                </a:ext>
              </a:extLst>
            </p:cNvPr>
            <p:cNvPicPr>
              <a:picLocks noChangeAspect="1"/>
            </p:cNvPicPr>
            <p:nvPr/>
          </p:nvPicPr>
          <p:blipFill>
            <a:blip r:embed="rId19" cstate="screen">
              <a:extLst>
                <a:ext uri="{28A0092B-C50C-407E-A947-70E740481C1C}">
                  <a14:useLocalDpi xmlns:a14="http://schemas.microsoft.com/office/drawing/2010/main"/>
                </a:ext>
                <a:ext uri="{96DAC541-7B7A-43D3-8B79-37D633B846F1}">
                  <asvg:svgBlip xmlns:asvg="http://schemas.microsoft.com/office/drawing/2016/SVG/main" r:embed="rId20"/>
                </a:ext>
              </a:extLst>
            </a:blip>
            <a:srcRect/>
            <a:stretch>
              <a:fillRect/>
            </a:stretch>
          </p:blipFill>
          <p:spPr>
            <a:xfrm rot="10800000">
              <a:off x="3485103" y="4764351"/>
              <a:ext cx="306399" cy="306399"/>
            </a:xfrm>
            <a:custGeom>
              <a:avLst/>
              <a:gdLst>
                <a:gd name="connsiteX0" fmla="*/ 457200 w 914400"/>
                <a:gd name="connsiteY0" fmla="*/ 705893 h 914400"/>
                <a:gd name="connsiteX1" fmla="*/ 570364 w 914400"/>
                <a:gd name="connsiteY1" fmla="*/ 592729 h 914400"/>
                <a:gd name="connsiteX2" fmla="*/ 457200 w 914400"/>
                <a:gd name="connsiteY2" fmla="*/ 479565 h 914400"/>
                <a:gd name="connsiteX3" fmla="*/ 344036 w 914400"/>
                <a:gd name="connsiteY3" fmla="*/ 592729 h 914400"/>
                <a:gd name="connsiteX4" fmla="*/ 457200 w 914400"/>
                <a:gd name="connsiteY4" fmla="*/ 705893 h 914400"/>
                <a:gd name="connsiteX5" fmla="*/ 914400 w 914400"/>
                <a:gd name="connsiteY5" fmla="*/ 914400 h 914400"/>
                <a:gd name="connsiteX6" fmla="*/ 0 w 914400"/>
                <a:gd name="connsiteY6" fmla="*/ 914400 h 914400"/>
                <a:gd name="connsiteX7" fmla="*/ 0 w 914400"/>
                <a:gd name="connsiteY7" fmla="*/ 0 h 914400"/>
                <a:gd name="connsiteX8" fmla="*/ 914400 w 914400"/>
                <a:gd name="connsiteY8" fmla="*/ 0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4400" h="914400">
                  <a:moveTo>
                    <a:pt x="457200" y="705893"/>
                  </a:moveTo>
                  <a:cubicBezTo>
                    <a:pt x="519699" y="705893"/>
                    <a:pt x="570364" y="655228"/>
                    <a:pt x="570364" y="592729"/>
                  </a:cubicBezTo>
                  <a:cubicBezTo>
                    <a:pt x="570364" y="530230"/>
                    <a:pt x="519699" y="479565"/>
                    <a:pt x="457200" y="479565"/>
                  </a:cubicBezTo>
                  <a:cubicBezTo>
                    <a:pt x="394701" y="479565"/>
                    <a:pt x="344036" y="530230"/>
                    <a:pt x="344036" y="592729"/>
                  </a:cubicBezTo>
                  <a:cubicBezTo>
                    <a:pt x="344036" y="655228"/>
                    <a:pt x="394701" y="705893"/>
                    <a:pt x="457200" y="705893"/>
                  </a:cubicBezTo>
                  <a:close/>
                  <a:moveTo>
                    <a:pt x="914400" y="914400"/>
                  </a:moveTo>
                  <a:lnTo>
                    <a:pt x="0" y="914400"/>
                  </a:lnTo>
                  <a:lnTo>
                    <a:pt x="0" y="0"/>
                  </a:lnTo>
                  <a:lnTo>
                    <a:pt x="914400" y="0"/>
                  </a:lnTo>
                  <a:close/>
                </a:path>
              </a:pathLst>
            </a:custGeom>
          </p:spPr>
        </p:pic>
        <p:pic>
          <p:nvPicPr>
            <p:cNvPr id="94" name="Gráfico 93" descr="Agua con relleno sólido">
              <a:extLst>
                <a:ext uri="{FF2B5EF4-FFF2-40B4-BE49-F238E27FC236}">
                  <a16:creationId xmlns:a16="http://schemas.microsoft.com/office/drawing/2014/main" id="{E5F5BFF4-E3EA-FF54-396B-50E716A0544C}"/>
                </a:ext>
              </a:extLst>
            </p:cNvPr>
            <p:cNvPicPr>
              <a:picLocks noChangeAspect="1"/>
            </p:cNvPicPr>
            <p:nvPr/>
          </p:nvPicPr>
          <p:blipFill>
            <a:blip r:embed="rId19" cstate="screen">
              <a:extLst>
                <a:ext uri="{28A0092B-C50C-407E-A947-70E740481C1C}">
                  <a14:useLocalDpi xmlns:a14="http://schemas.microsoft.com/office/drawing/2010/main"/>
                </a:ext>
                <a:ext uri="{96DAC541-7B7A-43D3-8B79-37D633B846F1}">
                  <asvg:svgBlip xmlns:asvg="http://schemas.microsoft.com/office/drawing/2016/SVG/main" r:embed="rId20"/>
                </a:ext>
              </a:extLst>
            </a:blip>
            <a:srcRect/>
            <a:stretch>
              <a:fillRect/>
            </a:stretch>
          </p:blipFill>
          <p:spPr>
            <a:xfrm rot="10800000">
              <a:off x="2913295" y="5627733"/>
              <a:ext cx="306399" cy="306399"/>
            </a:xfrm>
            <a:custGeom>
              <a:avLst/>
              <a:gdLst>
                <a:gd name="connsiteX0" fmla="*/ 457200 w 914400"/>
                <a:gd name="connsiteY0" fmla="*/ 705893 h 914400"/>
                <a:gd name="connsiteX1" fmla="*/ 570364 w 914400"/>
                <a:gd name="connsiteY1" fmla="*/ 592729 h 914400"/>
                <a:gd name="connsiteX2" fmla="*/ 457200 w 914400"/>
                <a:gd name="connsiteY2" fmla="*/ 479565 h 914400"/>
                <a:gd name="connsiteX3" fmla="*/ 344036 w 914400"/>
                <a:gd name="connsiteY3" fmla="*/ 592729 h 914400"/>
                <a:gd name="connsiteX4" fmla="*/ 457200 w 914400"/>
                <a:gd name="connsiteY4" fmla="*/ 705893 h 914400"/>
                <a:gd name="connsiteX5" fmla="*/ 914400 w 914400"/>
                <a:gd name="connsiteY5" fmla="*/ 914400 h 914400"/>
                <a:gd name="connsiteX6" fmla="*/ 0 w 914400"/>
                <a:gd name="connsiteY6" fmla="*/ 914400 h 914400"/>
                <a:gd name="connsiteX7" fmla="*/ 0 w 914400"/>
                <a:gd name="connsiteY7" fmla="*/ 0 h 914400"/>
                <a:gd name="connsiteX8" fmla="*/ 914400 w 914400"/>
                <a:gd name="connsiteY8" fmla="*/ 0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4400" h="914400">
                  <a:moveTo>
                    <a:pt x="457200" y="705893"/>
                  </a:moveTo>
                  <a:cubicBezTo>
                    <a:pt x="519699" y="705893"/>
                    <a:pt x="570364" y="655228"/>
                    <a:pt x="570364" y="592729"/>
                  </a:cubicBezTo>
                  <a:cubicBezTo>
                    <a:pt x="570364" y="530230"/>
                    <a:pt x="519699" y="479565"/>
                    <a:pt x="457200" y="479565"/>
                  </a:cubicBezTo>
                  <a:cubicBezTo>
                    <a:pt x="394701" y="479565"/>
                    <a:pt x="344036" y="530230"/>
                    <a:pt x="344036" y="592729"/>
                  </a:cubicBezTo>
                  <a:cubicBezTo>
                    <a:pt x="344036" y="655228"/>
                    <a:pt x="394701" y="705893"/>
                    <a:pt x="457200" y="705893"/>
                  </a:cubicBezTo>
                  <a:close/>
                  <a:moveTo>
                    <a:pt x="914400" y="914400"/>
                  </a:moveTo>
                  <a:lnTo>
                    <a:pt x="0" y="914400"/>
                  </a:lnTo>
                  <a:lnTo>
                    <a:pt x="0" y="0"/>
                  </a:lnTo>
                  <a:lnTo>
                    <a:pt x="914400" y="0"/>
                  </a:lnTo>
                  <a:close/>
                </a:path>
              </a:pathLst>
            </a:custGeom>
          </p:spPr>
        </p:pic>
        <p:pic>
          <p:nvPicPr>
            <p:cNvPr id="97" name="Gráfico 96" descr="Agua con relleno sólido">
              <a:extLst>
                <a:ext uri="{FF2B5EF4-FFF2-40B4-BE49-F238E27FC236}">
                  <a16:creationId xmlns:a16="http://schemas.microsoft.com/office/drawing/2014/main" id="{B6F11A47-B790-50EE-6AAE-51CC8C2721BE}"/>
                </a:ext>
              </a:extLst>
            </p:cNvPr>
            <p:cNvPicPr>
              <a:picLocks noChangeAspect="1"/>
            </p:cNvPicPr>
            <p:nvPr/>
          </p:nvPicPr>
          <p:blipFill>
            <a:blip r:embed="rId21" cstate="screen">
              <a:extLst>
                <a:ext uri="{28A0092B-C50C-407E-A947-70E740481C1C}">
                  <a14:useLocalDpi xmlns:a14="http://schemas.microsoft.com/office/drawing/2010/main"/>
                </a:ext>
                <a:ext uri="{96DAC541-7B7A-43D3-8B79-37D633B846F1}">
                  <asvg:svgBlip xmlns:asvg="http://schemas.microsoft.com/office/drawing/2016/SVG/main" r:embed="rId22"/>
                </a:ext>
              </a:extLst>
            </a:blip>
            <a:srcRect/>
            <a:stretch>
              <a:fillRect/>
            </a:stretch>
          </p:blipFill>
          <p:spPr>
            <a:xfrm rot="10800000">
              <a:off x="3491731" y="4201547"/>
              <a:ext cx="306399" cy="306399"/>
            </a:xfrm>
            <a:custGeom>
              <a:avLst/>
              <a:gdLst>
                <a:gd name="connsiteX0" fmla="*/ 457200 w 914400"/>
                <a:gd name="connsiteY0" fmla="*/ 705893 h 914400"/>
                <a:gd name="connsiteX1" fmla="*/ 570364 w 914400"/>
                <a:gd name="connsiteY1" fmla="*/ 592729 h 914400"/>
                <a:gd name="connsiteX2" fmla="*/ 457200 w 914400"/>
                <a:gd name="connsiteY2" fmla="*/ 479565 h 914400"/>
                <a:gd name="connsiteX3" fmla="*/ 344036 w 914400"/>
                <a:gd name="connsiteY3" fmla="*/ 592729 h 914400"/>
                <a:gd name="connsiteX4" fmla="*/ 457200 w 914400"/>
                <a:gd name="connsiteY4" fmla="*/ 705893 h 914400"/>
                <a:gd name="connsiteX5" fmla="*/ 914400 w 914400"/>
                <a:gd name="connsiteY5" fmla="*/ 914400 h 914400"/>
                <a:gd name="connsiteX6" fmla="*/ 0 w 914400"/>
                <a:gd name="connsiteY6" fmla="*/ 914400 h 914400"/>
                <a:gd name="connsiteX7" fmla="*/ 0 w 914400"/>
                <a:gd name="connsiteY7" fmla="*/ 0 h 914400"/>
                <a:gd name="connsiteX8" fmla="*/ 914400 w 914400"/>
                <a:gd name="connsiteY8" fmla="*/ 0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4400" h="914400">
                  <a:moveTo>
                    <a:pt x="457200" y="705893"/>
                  </a:moveTo>
                  <a:cubicBezTo>
                    <a:pt x="519699" y="705893"/>
                    <a:pt x="570364" y="655228"/>
                    <a:pt x="570364" y="592729"/>
                  </a:cubicBezTo>
                  <a:cubicBezTo>
                    <a:pt x="570364" y="530230"/>
                    <a:pt x="519699" y="479565"/>
                    <a:pt x="457200" y="479565"/>
                  </a:cubicBezTo>
                  <a:cubicBezTo>
                    <a:pt x="394701" y="479565"/>
                    <a:pt x="344036" y="530230"/>
                    <a:pt x="344036" y="592729"/>
                  </a:cubicBezTo>
                  <a:cubicBezTo>
                    <a:pt x="344036" y="655228"/>
                    <a:pt x="394701" y="705893"/>
                    <a:pt x="457200" y="705893"/>
                  </a:cubicBezTo>
                  <a:close/>
                  <a:moveTo>
                    <a:pt x="914400" y="914400"/>
                  </a:moveTo>
                  <a:lnTo>
                    <a:pt x="0" y="914400"/>
                  </a:lnTo>
                  <a:lnTo>
                    <a:pt x="0" y="0"/>
                  </a:lnTo>
                  <a:lnTo>
                    <a:pt x="914400" y="0"/>
                  </a:lnTo>
                  <a:close/>
                </a:path>
              </a:pathLst>
            </a:custGeom>
          </p:spPr>
        </p:pic>
        <p:pic>
          <p:nvPicPr>
            <p:cNvPr id="96" name="Gráfico 95" descr="Agua con relleno sólido">
              <a:extLst>
                <a:ext uri="{FF2B5EF4-FFF2-40B4-BE49-F238E27FC236}">
                  <a16:creationId xmlns:a16="http://schemas.microsoft.com/office/drawing/2014/main" id="{734ADB29-0654-B0C3-45D0-8FCCF0BEAD1A}"/>
                </a:ext>
              </a:extLst>
            </p:cNvPr>
            <p:cNvPicPr>
              <a:picLocks noChangeAspect="1"/>
            </p:cNvPicPr>
            <p:nvPr/>
          </p:nvPicPr>
          <p:blipFill>
            <a:blip r:embed="rId21" cstate="screen">
              <a:extLst>
                <a:ext uri="{28A0092B-C50C-407E-A947-70E740481C1C}">
                  <a14:useLocalDpi xmlns:a14="http://schemas.microsoft.com/office/drawing/2010/main"/>
                </a:ext>
                <a:ext uri="{96DAC541-7B7A-43D3-8B79-37D633B846F1}">
                  <asvg:svgBlip xmlns:asvg="http://schemas.microsoft.com/office/drawing/2016/SVG/main" r:embed="rId22"/>
                </a:ext>
              </a:extLst>
            </a:blip>
            <a:srcRect/>
            <a:stretch>
              <a:fillRect/>
            </a:stretch>
          </p:blipFill>
          <p:spPr>
            <a:xfrm rot="10800000">
              <a:off x="3421568" y="4288398"/>
              <a:ext cx="306399" cy="306399"/>
            </a:xfrm>
            <a:custGeom>
              <a:avLst/>
              <a:gdLst>
                <a:gd name="connsiteX0" fmla="*/ 457200 w 914400"/>
                <a:gd name="connsiteY0" fmla="*/ 705893 h 914400"/>
                <a:gd name="connsiteX1" fmla="*/ 570364 w 914400"/>
                <a:gd name="connsiteY1" fmla="*/ 592729 h 914400"/>
                <a:gd name="connsiteX2" fmla="*/ 457200 w 914400"/>
                <a:gd name="connsiteY2" fmla="*/ 479565 h 914400"/>
                <a:gd name="connsiteX3" fmla="*/ 344036 w 914400"/>
                <a:gd name="connsiteY3" fmla="*/ 592729 h 914400"/>
                <a:gd name="connsiteX4" fmla="*/ 457200 w 914400"/>
                <a:gd name="connsiteY4" fmla="*/ 705893 h 914400"/>
                <a:gd name="connsiteX5" fmla="*/ 914400 w 914400"/>
                <a:gd name="connsiteY5" fmla="*/ 914400 h 914400"/>
                <a:gd name="connsiteX6" fmla="*/ 0 w 914400"/>
                <a:gd name="connsiteY6" fmla="*/ 914400 h 914400"/>
                <a:gd name="connsiteX7" fmla="*/ 0 w 914400"/>
                <a:gd name="connsiteY7" fmla="*/ 0 h 914400"/>
                <a:gd name="connsiteX8" fmla="*/ 914400 w 914400"/>
                <a:gd name="connsiteY8" fmla="*/ 0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4400" h="914400">
                  <a:moveTo>
                    <a:pt x="457200" y="705893"/>
                  </a:moveTo>
                  <a:cubicBezTo>
                    <a:pt x="519699" y="705893"/>
                    <a:pt x="570364" y="655228"/>
                    <a:pt x="570364" y="592729"/>
                  </a:cubicBezTo>
                  <a:cubicBezTo>
                    <a:pt x="570364" y="530230"/>
                    <a:pt x="519699" y="479565"/>
                    <a:pt x="457200" y="479565"/>
                  </a:cubicBezTo>
                  <a:cubicBezTo>
                    <a:pt x="394701" y="479565"/>
                    <a:pt x="344036" y="530230"/>
                    <a:pt x="344036" y="592729"/>
                  </a:cubicBezTo>
                  <a:cubicBezTo>
                    <a:pt x="344036" y="655228"/>
                    <a:pt x="394701" y="705893"/>
                    <a:pt x="457200" y="705893"/>
                  </a:cubicBezTo>
                  <a:close/>
                  <a:moveTo>
                    <a:pt x="914400" y="914400"/>
                  </a:moveTo>
                  <a:lnTo>
                    <a:pt x="0" y="914400"/>
                  </a:lnTo>
                  <a:lnTo>
                    <a:pt x="0" y="0"/>
                  </a:lnTo>
                  <a:lnTo>
                    <a:pt x="914400" y="0"/>
                  </a:lnTo>
                  <a:close/>
                </a:path>
              </a:pathLst>
            </a:custGeom>
          </p:spPr>
        </p:pic>
        <p:pic>
          <p:nvPicPr>
            <p:cNvPr id="99" name="Gráfico 98" descr="Agua con relleno sólido">
              <a:extLst>
                <a:ext uri="{FF2B5EF4-FFF2-40B4-BE49-F238E27FC236}">
                  <a16:creationId xmlns:a16="http://schemas.microsoft.com/office/drawing/2014/main" id="{BD1CD37B-E95E-912F-67D9-6268395C3660}"/>
                </a:ext>
              </a:extLst>
            </p:cNvPr>
            <p:cNvPicPr>
              <a:picLocks noChangeAspect="1"/>
            </p:cNvPicPr>
            <p:nvPr/>
          </p:nvPicPr>
          <p:blipFill>
            <a:blip r:embed="rId21" cstate="screen">
              <a:extLst>
                <a:ext uri="{28A0092B-C50C-407E-A947-70E740481C1C}">
                  <a14:useLocalDpi xmlns:a14="http://schemas.microsoft.com/office/drawing/2010/main"/>
                </a:ext>
                <a:ext uri="{96DAC541-7B7A-43D3-8B79-37D633B846F1}">
                  <asvg:svgBlip xmlns:asvg="http://schemas.microsoft.com/office/drawing/2016/SVG/main" r:embed="rId22"/>
                </a:ext>
              </a:extLst>
            </a:blip>
            <a:srcRect/>
            <a:stretch>
              <a:fillRect/>
            </a:stretch>
          </p:blipFill>
          <p:spPr>
            <a:xfrm rot="10800000">
              <a:off x="3540812" y="4331757"/>
              <a:ext cx="306399" cy="306399"/>
            </a:xfrm>
            <a:custGeom>
              <a:avLst/>
              <a:gdLst>
                <a:gd name="connsiteX0" fmla="*/ 457200 w 914400"/>
                <a:gd name="connsiteY0" fmla="*/ 705893 h 914400"/>
                <a:gd name="connsiteX1" fmla="*/ 570364 w 914400"/>
                <a:gd name="connsiteY1" fmla="*/ 592729 h 914400"/>
                <a:gd name="connsiteX2" fmla="*/ 457200 w 914400"/>
                <a:gd name="connsiteY2" fmla="*/ 479565 h 914400"/>
                <a:gd name="connsiteX3" fmla="*/ 344036 w 914400"/>
                <a:gd name="connsiteY3" fmla="*/ 592729 h 914400"/>
                <a:gd name="connsiteX4" fmla="*/ 457200 w 914400"/>
                <a:gd name="connsiteY4" fmla="*/ 705893 h 914400"/>
                <a:gd name="connsiteX5" fmla="*/ 914400 w 914400"/>
                <a:gd name="connsiteY5" fmla="*/ 914400 h 914400"/>
                <a:gd name="connsiteX6" fmla="*/ 0 w 914400"/>
                <a:gd name="connsiteY6" fmla="*/ 914400 h 914400"/>
                <a:gd name="connsiteX7" fmla="*/ 0 w 914400"/>
                <a:gd name="connsiteY7" fmla="*/ 0 h 914400"/>
                <a:gd name="connsiteX8" fmla="*/ 914400 w 914400"/>
                <a:gd name="connsiteY8" fmla="*/ 0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4400" h="914400">
                  <a:moveTo>
                    <a:pt x="457200" y="705893"/>
                  </a:moveTo>
                  <a:cubicBezTo>
                    <a:pt x="519699" y="705893"/>
                    <a:pt x="570364" y="655228"/>
                    <a:pt x="570364" y="592729"/>
                  </a:cubicBezTo>
                  <a:cubicBezTo>
                    <a:pt x="570364" y="530230"/>
                    <a:pt x="519699" y="479565"/>
                    <a:pt x="457200" y="479565"/>
                  </a:cubicBezTo>
                  <a:cubicBezTo>
                    <a:pt x="394701" y="479565"/>
                    <a:pt x="344036" y="530230"/>
                    <a:pt x="344036" y="592729"/>
                  </a:cubicBezTo>
                  <a:cubicBezTo>
                    <a:pt x="344036" y="655228"/>
                    <a:pt x="394701" y="705893"/>
                    <a:pt x="457200" y="705893"/>
                  </a:cubicBezTo>
                  <a:close/>
                  <a:moveTo>
                    <a:pt x="914400" y="914400"/>
                  </a:moveTo>
                  <a:lnTo>
                    <a:pt x="0" y="914400"/>
                  </a:lnTo>
                  <a:lnTo>
                    <a:pt x="0" y="0"/>
                  </a:lnTo>
                  <a:lnTo>
                    <a:pt x="914400" y="0"/>
                  </a:lnTo>
                  <a:close/>
                </a:path>
              </a:pathLst>
            </a:custGeom>
          </p:spPr>
        </p:pic>
        <p:pic>
          <p:nvPicPr>
            <p:cNvPr id="104" name="Gráfico 103" descr="Agua con relleno sólido">
              <a:extLst>
                <a:ext uri="{FF2B5EF4-FFF2-40B4-BE49-F238E27FC236}">
                  <a16:creationId xmlns:a16="http://schemas.microsoft.com/office/drawing/2014/main" id="{57168E5F-6593-0DEC-4065-228E4AB42CDD}"/>
                </a:ext>
              </a:extLst>
            </p:cNvPr>
            <p:cNvPicPr>
              <a:picLocks noChangeAspect="1"/>
            </p:cNvPicPr>
            <p:nvPr/>
          </p:nvPicPr>
          <p:blipFill>
            <a:blip r:embed="rId23" cstate="screen">
              <a:extLst>
                <a:ext uri="{28A0092B-C50C-407E-A947-70E740481C1C}">
                  <a14:useLocalDpi xmlns:a14="http://schemas.microsoft.com/office/drawing/2010/main"/>
                </a:ext>
                <a:ext uri="{96DAC541-7B7A-43D3-8B79-37D633B846F1}">
                  <asvg:svgBlip xmlns:asvg="http://schemas.microsoft.com/office/drawing/2016/SVG/main" r:embed="rId24"/>
                </a:ext>
              </a:extLst>
            </a:blip>
            <a:srcRect/>
            <a:stretch>
              <a:fillRect/>
            </a:stretch>
          </p:blipFill>
          <p:spPr>
            <a:xfrm rot="10800000">
              <a:off x="4401777" y="3446409"/>
              <a:ext cx="306399" cy="306399"/>
            </a:xfrm>
            <a:custGeom>
              <a:avLst/>
              <a:gdLst>
                <a:gd name="connsiteX0" fmla="*/ 457200 w 914400"/>
                <a:gd name="connsiteY0" fmla="*/ 705893 h 914400"/>
                <a:gd name="connsiteX1" fmla="*/ 570364 w 914400"/>
                <a:gd name="connsiteY1" fmla="*/ 592729 h 914400"/>
                <a:gd name="connsiteX2" fmla="*/ 457200 w 914400"/>
                <a:gd name="connsiteY2" fmla="*/ 479565 h 914400"/>
                <a:gd name="connsiteX3" fmla="*/ 344036 w 914400"/>
                <a:gd name="connsiteY3" fmla="*/ 592729 h 914400"/>
                <a:gd name="connsiteX4" fmla="*/ 457200 w 914400"/>
                <a:gd name="connsiteY4" fmla="*/ 705893 h 914400"/>
                <a:gd name="connsiteX5" fmla="*/ 914400 w 914400"/>
                <a:gd name="connsiteY5" fmla="*/ 914400 h 914400"/>
                <a:gd name="connsiteX6" fmla="*/ 0 w 914400"/>
                <a:gd name="connsiteY6" fmla="*/ 914400 h 914400"/>
                <a:gd name="connsiteX7" fmla="*/ 0 w 914400"/>
                <a:gd name="connsiteY7" fmla="*/ 0 h 914400"/>
                <a:gd name="connsiteX8" fmla="*/ 914400 w 914400"/>
                <a:gd name="connsiteY8" fmla="*/ 0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4400" h="914400">
                  <a:moveTo>
                    <a:pt x="457200" y="705893"/>
                  </a:moveTo>
                  <a:cubicBezTo>
                    <a:pt x="519699" y="705893"/>
                    <a:pt x="570364" y="655228"/>
                    <a:pt x="570364" y="592729"/>
                  </a:cubicBezTo>
                  <a:cubicBezTo>
                    <a:pt x="570364" y="530230"/>
                    <a:pt x="519699" y="479565"/>
                    <a:pt x="457200" y="479565"/>
                  </a:cubicBezTo>
                  <a:cubicBezTo>
                    <a:pt x="394701" y="479565"/>
                    <a:pt x="344036" y="530230"/>
                    <a:pt x="344036" y="592729"/>
                  </a:cubicBezTo>
                  <a:cubicBezTo>
                    <a:pt x="344036" y="655228"/>
                    <a:pt x="394701" y="705893"/>
                    <a:pt x="457200" y="705893"/>
                  </a:cubicBezTo>
                  <a:close/>
                  <a:moveTo>
                    <a:pt x="914400" y="914400"/>
                  </a:moveTo>
                  <a:lnTo>
                    <a:pt x="0" y="914400"/>
                  </a:lnTo>
                  <a:lnTo>
                    <a:pt x="0" y="0"/>
                  </a:lnTo>
                  <a:lnTo>
                    <a:pt x="914400" y="0"/>
                  </a:lnTo>
                  <a:close/>
                </a:path>
              </a:pathLst>
            </a:custGeom>
          </p:spPr>
        </p:pic>
        <p:pic>
          <p:nvPicPr>
            <p:cNvPr id="106" name="Gráfico 105" descr="Agua con relleno sólido">
              <a:extLst>
                <a:ext uri="{FF2B5EF4-FFF2-40B4-BE49-F238E27FC236}">
                  <a16:creationId xmlns:a16="http://schemas.microsoft.com/office/drawing/2014/main" id="{637FC7FD-5A97-6834-BF7F-A42E2979DFCA}"/>
                </a:ext>
              </a:extLst>
            </p:cNvPr>
            <p:cNvPicPr>
              <a:picLocks noChangeAspect="1"/>
            </p:cNvPicPr>
            <p:nvPr/>
          </p:nvPicPr>
          <p:blipFill>
            <a:blip r:embed="rId25" cstate="screen">
              <a:extLst>
                <a:ext uri="{28A0092B-C50C-407E-A947-70E740481C1C}">
                  <a14:useLocalDpi xmlns:a14="http://schemas.microsoft.com/office/drawing/2010/main"/>
                </a:ext>
                <a:ext uri="{96DAC541-7B7A-43D3-8B79-37D633B846F1}">
                  <asvg:svgBlip xmlns:asvg="http://schemas.microsoft.com/office/drawing/2016/SVG/main" r:embed="rId26"/>
                </a:ext>
              </a:extLst>
            </a:blip>
            <a:srcRect/>
            <a:stretch>
              <a:fillRect/>
            </a:stretch>
          </p:blipFill>
          <p:spPr>
            <a:xfrm rot="10800000">
              <a:off x="3887942" y="3187784"/>
              <a:ext cx="306399" cy="306399"/>
            </a:xfrm>
            <a:custGeom>
              <a:avLst/>
              <a:gdLst>
                <a:gd name="connsiteX0" fmla="*/ 457200 w 914400"/>
                <a:gd name="connsiteY0" fmla="*/ 705893 h 914400"/>
                <a:gd name="connsiteX1" fmla="*/ 570364 w 914400"/>
                <a:gd name="connsiteY1" fmla="*/ 592729 h 914400"/>
                <a:gd name="connsiteX2" fmla="*/ 457200 w 914400"/>
                <a:gd name="connsiteY2" fmla="*/ 479565 h 914400"/>
                <a:gd name="connsiteX3" fmla="*/ 344036 w 914400"/>
                <a:gd name="connsiteY3" fmla="*/ 592729 h 914400"/>
                <a:gd name="connsiteX4" fmla="*/ 457200 w 914400"/>
                <a:gd name="connsiteY4" fmla="*/ 705893 h 914400"/>
                <a:gd name="connsiteX5" fmla="*/ 914400 w 914400"/>
                <a:gd name="connsiteY5" fmla="*/ 914400 h 914400"/>
                <a:gd name="connsiteX6" fmla="*/ 0 w 914400"/>
                <a:gd name="connsiteY6" fmla="*/ 914400 h 914400"/>
                <a:gd name="connsiteX7" fmla="*/ 0 w 914400"/>
                <a:gd name="connsiteY7" fmla="*/ 0 h 914400"/>
                <a:gd name="connsiteX8" fmla="*/ 914400 w 914400"/>
                <a:gd name="connsiteY8" fmla="*/ 0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4400" h="914400">
                  <a:moveTo>
                    <a:pt x="457200" y="705893"/>
                  </a:moveTo>
                  <a:cubicBezTo>
                    <a:pt x="519699" y="705893"/>
                    <a:pt x="570364" y="655228"/>
                    <a:pt x="570364" y="592729"/>
                  </a:cubicBezTo>
                  <a:cubicBezTo>
                    <a:pt x="570364" y="530230"/>
                    <a:pt x="519699" y="479565"/>
                    <a:pt x="457200" y="479565"/>
                  </a:cubicBezTo>
                  <a:cubicBezTo>
                    <a:pt x="394701" y="479565"/>
                    <a:pt x="344036" y="530230"/>
                    <a:pt x="344036" y="592729"/>
                  </a:cubicBezTo>
                  <a:cubicBezTo>
                    <a:pt x="344036" y="655228"/>
                    <a:pt x="394701" y="705893"/>
                    <a:pt x="457200" y="705893"/>
                  </a:cubicBezTo>
                  <a:close/>
                  <a:moveTo>
                    <a:pt x="914400" y="914400"/>
                  </a:moveTo>
                  <a:lnTo>
                    <a:pt x="0" y="914400"/>
                  </a:lnTo>
                  <a:lnTo>
                    <a:pt x="0" y="0"/>
                  </a:lnTo>
                  <a:lnTo>
                    <a:pt x="914400" y="0"/>
                  </a:lnTo>
                  <a:close/>
                </a:path>
              </a:pathLst>
            </a:custGeom>
          </p:spPr>
        </p:pic>
        <p:pic>
          <p:nvPicPr>
            <p:cNvPr id="107" name="Gráfico 106" descr="Agua con relleno sólido">
              <a:extLst>
                <a:ext uri="{FF2B5EF4-FFF2-40B4-BE49-F238E27FC236}">
                  <a16:creationId xmlns:a16="http://schemas.microsoft.com/office/drawing/2014/main" id="{65E79E78-B89C-3B84-1649-E7A991663627}"/>
                </a:ext>
              </a:extLst>
            </p:cNvPr>
            <p:cNvPicPr>
              <a:picLocks noChangeAspect="1"/>
            </p:cNvPicPr>
            <p:nvPr/>
          </p:nvPicPr>
          <p:blipFill>
            <a:blip r:embed="rId25" cstate="screen">
              <a:extLst>
                <a:ext uri="{28A0092B-C50C-407E-A947-70E740481C1C}">
                  <a14:useLocalDpi xmlns:a14="http://schemas.microsoft.com/office/drawing/2010/main"/>
                </a:ext>
                <a:ext uri="{96DAC541-7B7A-43D3-8B79-37D633B846F1}">
                  <asvg:svgBlip xmlns:asvg="http://schemas.microsoft.com/office/drawing/2016/SVG/main" r:embed="rId26"/>
                </a:ext>
              </a:extLst>
            </a:blip>
            <a:srcRect/>
            <a:stretch>
              <a:fillRect/>
            </a:stretch>
          </p:blipFill>
          <p:spPr>
            <a:xfrm rot="10800000">
              <a:off x="4004771" y="3459386"/>
              <a:ext cx="306399" cy="306399"/>
            </a:xfrm>
            <a:custGeom>
              <a:avLst/>
              <a:gdLst>
                <a:gd name="connsiteX0" fmla="*/ 457200 w 914400"/>
                <a:gd name="connsiteY0" fmla="*/ 705893 h 914400"/>
                <a:gd name="connsiteX1" fmla="*/ 570364 w 914400"/>
                <a:gd name="connsiteY1" fmla="*/ 592729 h 914400"/>
                <a:gd name="connsiteX2" fmla="*/ 457200 w 914400"/>
                <a:gd name="connsiteY2" fmla="*/ 479565 h 914400"/>
                <a:gd name="connsiteX3" fmla="*/ 344036 w 914400"/>
                <a:gd name="connsiteY3" fmla="*/ 592729 h 914400"/>
                <a:gd name="connsiteX4" fmla="*/ 457200 w 914400"/>
                <a:gd name="connsiteY4" fmla="*/ 705893 h 914400"/>
                <a:gd name="connsiteX5" fmla="*/ 914400 w 914400"/>
                <a:gd name="connsiteY5" fmla="*/ 914400 h 914400"/>
                <a:gd name="connsiteX6" fmla="*/ 0 w 914400"/>
                <a:gd name="connsiteY6" fmla="*/ 914400 h 914400"/>
                <a:gd name="connsiteX7" fmla="*/ 0 w 914400"/>
                <a:gd name="connsiteY7" fmla="*/ 0 h 914400"/>
                <a:gd name="connsiteX8" fmla="*/ 914400 w 914400"/>
                <a:gd name="connsiteY8" fmla="*/ 0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4400" h="914400">
                  <a:moveTo>
                    <a:pt x="457200" y="705893"/>
                  </a:moveTo>
                  <a:cubicBezTo>
                    <a:pt x="519699" y="705893"/>
                    <a:pt x="570364" y="655228"/>
                    <a:pt x="570364" y="592729"/>
                  </a:cubicBezTo>
                  <a:cubicBezTo>
                    <a:pt x="570364" y="530230"/>
                    <a:pt x="519699" y="479565"/>
                    <a:pt x="457200" y="479565"/>
                  </a:cubicBezTo>
                  <a:cubicBezTo>
                    <a:pt x="394701" y="479565"/>
                    <a:pt x="344036" y="530230"/>
                    <a:pt x="344036" y="592729"/>
                  </a:cubicBezTo>
                  <a:cubicBezTo>
                    <a:pt x="344036" y="655228"/>
                    <a:pt x="394701" y="705893"/>
                    <a:pt x="457200" y="705893"/>
                  </a:cubicBezTo>
                  <a:close/>
                  <a:moveTo>
                    <a:pt x="914400" y="914400"/>
                  </a:moveTo>
                  <a:lnTo>
                    <a:pt x="0" y="914400"/>
                  </a:lnTo>
                  <a:lnTo>
                    <a:pt x="0" y="0"/>
                  </a:lnTo>
                  <a:lnTo>
                    <a:pt x="914400" y="0"/>
                  </a:lnTo>
                  <a:close/>
                </a:path>
              </a:pathLst>
            </a:custGeom>
          </p:spPr>
        </p:pic>
        <p:pic>
          <p:nvPicPr>
            <p:cNvPr id="110" name="Gráfico 109" descr="Agua con relleno sólido">
              <a:extLst>
                <a:ext uri="{FF2B5EF4-FFF2-40B4-BE49-F238E27FC236}">
                  <a16:creationId xmlns:a16="http://schemas.microsoft.com/office/drawing/2014/main" id="{A078026C-8A2A-AB43-0141-1FD754CE21F9}"/>
                </a:ext>
              </a:extLst>
            </p:cNvPr>
            <p:cNvPicPr>
              <a:picLocks noChangeAspect="1"/>
            </p:cNvPicPr>
            <p:nvPr/>
          </p:nvPicPr>
          <p:blipFill>
            <a:blip r:embed="rId27" cstate="screen">
              <a:extLst>
                <a:ext uri="{28A0092B-C50C-407E-A947-70E740481C1C}">
                  <a14:useLocalDpi xmlns:a14="http://schemas.microsoft.com/office/drawing/2010/main"/>
                </a:ext>
                <a:ext uri="{96DAC541-7B7A-43D3-8B79-37D633B846F1}">
                  <asvg:svgBlip xmlns:asvg="http://schemas.microsoft.com/office/drawing/2016/SVG/main" r:embed="rId28"/>
                </a:ext>
              </a:extLst>
            </a:blip>
            <a:srcRect/>
            <a:stretch>
              <a:fillRect/>
            </a:stretch>
          </p:blipFill>
          <p:spPr>
            <a:xfrm rot="10800000">
              <a:off x="3460274" y="4738196"/>
              <a:ext cx="306399" cy="306399"/>
            </a:xfrm>
            <a:custGeom>
              <a:avLst/>
              <a:gdLst>
                <a:gd name="connsiteX0" fmla="*/ 457200 w 914400"/>
                <a:gd name="connsiteY0" fmla="*/ 705893 h 914400"/>
                <a:gd name="connsiteX1" fmla="*/ 570364 w 914400"/>
                <a:gd name="connsiteY1" fmla="*/ 592729 h 914400"/>
                <a:gd name="connsiteX2" fmla="*/ 457200 w 914400"/>
                <a:gd name="connsiteY2" fmla="*/ 479565 h 914400"/>
                <a:gd name="connsiteX3" fmla="*/ 344036 w 914400"/>
                <a:gd name="connsiteY3" fmla="*/ 592729 h 914400"/>
                <a:gd name="connsiteX4" fmla="*/ 457200 w 914400"/>
                <a:gd name="connsiteY4" fmla="*/ 705893 h 914400"/>
                <a:gd name="connsiteX5" fmla="*/ 914400 w 914400"/>
                <a:gd name="connsiteY5" fmla="*/ 914400 h 914400"/>
                <a:gd name="connsiteX6" fmla="*/ 0 w 914400"/>
                <a:gd name="connsiteY6" fmla="*/ 914400 h 914400"/>
                <a:gd name="connsiteX7" fmla="*/ 0 w 914400"/>
                <a:gd name="connsiteY7" fmla="*/ 0 h 914400"/>
                <a:gd name="connsiteX8" fmla="*/ 914400 w 914400"/>
                <a:gd name="connsiteY8" fmla="*/ 0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4400" h="914400">
                  <a:moveTo>
                    <a:pt x="457200" y="705893"/>
                  </a:moveTo>
                  <a:cubicBezTo>
                    <a:pt x="519699" y="705893"/>
                    <a:pt x="570364" y="655228"/>
                    <a:pt x="570364" y="592729"/>
                  </a:cubicBezTo>
                  <a:cubicBezTo>
                    <a:pt x="570364" y="530230"/>
                    <a:pt x="519699" y="479565"/>
                    <a:pt x="457200" y="479565"/>
                  </a:cubicBezTo>
                  <a:cubicBezTo>
                    <a:pt x="394701" y="479565"/>
                    <a:pt x="344036" y="530230"/>
                    <a:pt x="344036" y="592729"/>
                  </a:cubicBezTo>
                  <a:cubicBezTo>
                    <a:pt x="344036" y="655228"/>
                    <a:pt x="394701" y="705893"/>
                    <a:pt x="457200" y="705893"/>
                  </a:cubicBezTo>
                  <a:close/>
                  <a:moveTo>
                    <a:pt x="914400" y="914400"/>
                  </a:moveTo>
                  <a:lnTo>
                    <a:pt x="0" y="914400"/>
                  </a:lnTo>
                  <a:lnTo>
                    <a:pt x="0" y="0"/>
                  </a:lnTo>
                  <a:lnTo>
                    <a:pt x="914400" y="0"/>
                  </a:lnTo>
                  <a:close/>
                </a:path>
              </a:pathLst>
            </a:custGeom>
          </p:spPr>
        </p:pic>
        <p:pic>
          <p:nvPicPr>
            <p:cNvPr id="111" name="Gráfico 110" descr="Agua con relleno sólido">
              <a:extLst>
                <a:ext uri="{FF2B5EF4-FFF2-40B4-BE49-F238E27FC236}">
                  <a16:creationId xmlns:a16="http://schemas.microsoft.com/office/drawing/2014/main" id="{93424BFB-50FE-BEA8-036D-4CB5468D53AA}"/>
                </a:ext>
              </a:extLst>
            </p:cNvPr>
            <p:cNvPicPr>
              <a:picLocks noChangeAspect="1"/>
            </p:cNvPicPr>
            <p:nvPr/>
          </p:nvPicPr>
          <p:blipFill>
            <a:blip r:embed="rId27" cstate="screen">
              <a:extLst>
                <a:ext uri="{28A0092B-C50C-407E-A947-70E740481C1C}">
                  <a14:useLocalDpi xmlns:a14="http://schemas.microsoft.com/office/drawing/2010/main"/>
                </a:ext>
                <a:ext uri="{96DAC541-7B7A-43D3-8B79-37D633B846F1}">
                  <asvg:svgBlip xmlns:asvg="http://schemas.microsoft.com/office/drawing/2016/SVG/main" r:embed="rId28"/>
                </a:ext>
              </a:extLst>
            </a:blip>
            <a:srcRect/>
            <a:stretch>
              <a:fillRect/>
            </a:stretch>
          </p:blipFill>
          <p:spPr>
            <a:xfrm rot="10800000">
              <a:off x="3353656" y="4060156"/>
              <a:ext cx="306399" cy="306399"/>
            </a:xfrm>
            <a:custGeom>
              <a:avLst/>
              <a:gdLst>
                <a:gd name="connsiteX0" fmla="*/ 457200 w 914400"/>
                <a:gd name="connsiteY0" fmla="*/ 705893 h 914400"/>
                <a:gd name="connsiteX1" fmla="*/ 570364 w 914400"/>
                <a:gd name="connsiteY1" fmla="*/ 592729 h 914400"/>
                <a:gd name="connsiteX2" fmla="*/ 457200 w 914400"/>
                <a:gd name="connsiteY2" fmla="*/ 479565 h 914400"/>
                <a:gd name="connsiteX3" fmla="*/ 344036 w 914400"/>
                <a:gd name="connsiteY3" fmla="*/ 592729 h 914400"/>
                <a:gd name="connsiteX4" fmla="*/ 457200 w 914400"/>
                <a:gd name="connsiteY4" fmla="*/ 705893 h 914400"/>
                <a:gd name="connsiteX5" fmla="*/ 914400 w 914400"/>
                <a:gd name="connsiteY5" fmla="*/ 914400 h 914400"/>
                <a:gd name="connsiteX6" fmla="*/ 0 w 914400"/>
                <a:gd name="connsiteY6" fmla="*/ 914400 h 914400"/>
                <a:gd name="connsiteX7" fmla="*/ 0 w 914400"/>
                <a:gd name="connsiteY7" fmla="*/ 0 h 914400"/>
                <a:gd name="connsiteX8" fmla="*/ 914400 w 914400"/>
                <a:gd name="connsiteY8" fmla="*/ 0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4400" h="914400">
                  <a:moveTo>
                    <a:pt x="457200" y="705893"/>
                  </a:moveTo>
                  <a:cubicBezTo>
                    <a:pt x="519699" y="705893"/>
                    <a:pt x="570364" y="655228"/>
                    <a:pt x="570364" y="592729"/>
                  </a:cubicBezTo>
                  <a:cubicBezTo>
                    <a:pt x="570364" y="530230"/>
                    <a:pt x="519699" y="479565"/>
                    <a:pt x="457200" y="479565"/>
                  </a:cubicBezTo>
                  <a:cubicBezTo>
                    <a:pt x="394701" y="479565"/>
                    <a:pt x="344036" y="530230"/>
                    <a:pt x="344036" y="592729"/>
                  </a:cubicBezTo>
                  <a:cubicBezTo>
                    <a:pt x="344036" y="655228"/>
                    <a:pt x="394701" y="705893"/>
                    <a:pt x="457200" y="705893"/>
                  </a:cubicBezTo>
                  <a:close/>
                  <a:moveTo>
                    <a:pt x="914400" y="914400"/>
                  </a:moveTo>
                  <a:lnTo>
                    <a:pt x="0" y="914400"/>
                  </a:lnTo>
                  <a:lnTo>
                    <a:pt x="0" y="0"/>
                  </a:lnTo>
                  <a:lnTo>
                    <a:pt x="914400" y="0"/>
                  </a:lnTo>
                  <a:close/>
                </a:path>
              </a:pathLst>
            </a:custGeom>
          </p:spPr>
        </p:pic>
        <p:pic>
          <p:nvPicPr>
            <p:cNvPr id="98" name="Gráfico 97" descr="Agua con relleno sólido">
              <a:extLst>
                <a:ext uri="{FF2B5EF4-FFF2-40B4-BE49-F238E27FC236}">
                  <a16:creationId xmlns:a16="http://schemas.microsoft.com/office/drawing/2014/main" id="{874F06DA-890A-FEA8-7476-DD3190C46877}"/>
                </a:ext>
              </a:extLst>
            </p:cNvPr>
            <p:cNvPicPr>
              <a:picLocks noChangeAspect="1"/>
            </p:cNvPicPr>
            <p:nvPr/>
          </p:nvPicPr>
          <p:blipFill>
            <a:blip r:embed="rId21" cstate="screen">
              <a:extLst>
                <a:ext uri="{28A0092B-C50C-407E-A947-70E740481C1C}">
                  <a14:useLocalDpi xmlns:a14="http://schemas.microsoft.com/office/drawing/2010/main"/>
                </a:ext>
                <a:ext uri="{96DAC541-7B7A-43D3-8B79-37D633B846F1}">
                  <asvg:svgBlip xmlns:asvg="http://schemas.microsoft.com/office/drawing/2016/SVG/main" r:embed="rId22"/>
                </a:ext>
              </a:extLst>
            </a:blip>
            <a:srcRect/>
            <a:stretch>
              <a:fillRect/>
            </a:stretch>
          </p:blipFill>
          <p:spPr>
            <a:xfrm rot="10800000">
              <a:off x="3302745" y="4091089"/>
              <a:ext cx="306399" cy="306399"/>
            </a:xfrm>
            <a:custGeom>
              <a:avLst/>
              <a:gdLst>
                <a:gd name="connsiteX0" fmla="*/ 457200 w 914400"/>
                <a:gd name="connsiteY0" fmla="*/ 705893 h 914400"/>
                <a:gd name="connsiteX1" fmla="*/ 570364 w 914400"/>
                <a:gd name="connsiteY1" fmla="*/ 592729 h 914400"/>
                <a:gd name="connsiteX2" fmla="*/ 457200 w 914400"/>
                <a:gd name="connsiteY2" fmla="*/ 479565 h 914400"/>
                <a:gd name="connsiteX3" fmla="*/ 344036 w 914400"/>
                <a:gd name="connsiteY3" fmla="*/ 592729 h 914400"/>
                <a:gd name="connsiteX4" fmla="*/ 457200 w 914400"/>
                <a:gd name="connsiteY4" fmla="*/ 705893 h 914400"/>
                <a:gd name="connsiteX5" fmla="*/ 914400 w 914400"/>
                <a:gd name="connsiteY5" fmla="*/ 914400 h 914400"/>
                <a:gd name="connsiteX6" fmla="*/ 0 w 914400"/>
                <a:gd name="connsiteY6" fmla="*/ 914400 h 914400"/>
                <a:gd name="connsiteX7" fmla="*/ 0 w 914400"/>
                <a:gd name="connsiteY7" fmla="*/ 0 h 914400"/>
                <a:gd name="connsiteX8" fmla="*/ 914400 w 914400"/>
                <a:gd name="connsiteY8" fmla="*/ 0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4400" h="914400">
                  <a:moveTo>
                    <a:pt x="457200" y="705893"/>
                  </a:moveTo>
                  <a:cubicBezTo>
                    <a:pt x="519699" y="705893"/>
                    <a:pt x="570364" y="655228"/>
                    <a:pt x="570364" y="592729"/>
                  </a:cubicBezTo>
                  <a:cubicBezTo>
                    <a:pt x="570364" y="530230"/>
                    <a:pt x="519699" y="479565"/>
                    <a:pt x="457200" y="479565"/>
                  </a:cubicBezTo>
                  <a:cubicBezTo>
                    <a:pt x="394701" y="479565"/>
                    <a:pt x="344036" y="530230"/>
                    <a:pt x="344036" y="592729"/>
                  </a:cubicBezTo>
                  <a:cubicBezTo>
                    <a:pt x="344036" y="655228"/>
                    <a:pt x="394701" y="705893"/>
                    <a:pt x="457200" y="705893"/>
                  </a:cubicBezTo>
                  <a:close/>
                  <a:moveTo>
                    <a:pt x="914400" y="914400"/>
                  </a:moveTo>
                  <a:lnTo>
                    <a:pt x="0" y="914400"/>
                  </a:lnTo>
                  <a:lnTo>
                    <a:pt x="0" y="0"/>
                  </a:lnTo>
                  <a:lnTo>
                    <a:pt x="914400" y="0"/>
                  </a:lnTo>
                  <a:close/>
                </a:path>
              </a:pathLst>
            </a:custGeom>
          </p:spPr>
        </p:pic>
        <p:pic>
          <p:nvPicPr>
            <p:cNvPr id="108" name="Gráfico 107" descr="Agua con relleno sólido">
              <a:extLst>
                <a:ext uri="{FF2B5EF4-FFF2-40B4-BE49-F238E27FC236}">
                  <a16:creationId xmlns:a16="http://schemas.microsoft.com/office/drawing/2014/main" id="{91F5794D-381A-1D98-6AC6-E685F0C53C39}"/>
                </a:ext>
              </a:extLst>
            </p:cNvPr>
            <p:cNvPicPr>
              <a:picLocks noChangeAspect="1"/>
            </p:cNvPicPr>
            <p:nvPr/>
          </p:nvPicPr>
          <p:blipFill>
            <a:blip r:embed="rId27" cstate="screen">
              <a:extLst>
                <a:ext uri="{28A0092B-C50C-407E-A947-70E740481C1C}">
                  <a14:useLocalDpi xmlns:a14="http://schemas.microsoft.com/office/drawing/2010/main"/>
                </a:ext>
                <a:ext uri="{96DAC541-7B7A-43D3-8B79-37D633B846F1}">
                  <asvg:svgBlip xmlns:asvg="http://schemas.microsoft.com/office/drawing/2016/SVG/main" r:embed="rId28"/>
                </a:ext>
              </a:extLst>
            </a:blip>
            <a:srcRect/>
            <a:stretch>
              <a:fillRect/>
            </a:stretch>
          </p:blipFill>
          <p:spPr>
            <a:xfrm rot="10800000">
              <a:off x="3266049" y="4104166"/>
              <a:ext cx="306399" cy="306399"/>
            </a:xfrm>
            <a:custGeom>
              <a:avLst/>
              <a:gdLst>
                <a:gd name="connsiteX0" fmla="*/ 457200 w 914400"/>
                <a:gd name="connsiteY0" fmla="*/ 705893 h 914400"/>
                <a:gd name="connsiteX1" fmla="*/ 570364 w 914400"/>
                <a:gd name="connsiteY1" fmla="*/ 592729 h 914400"/>
                <a:gd name="connsiteX2" fmla="*/ 457200 w 914400"/>
                <a:gd name="connsiteY2" fmla="*/ 479565 h 914400"/>
                <a:gd name="connsiteX3" fmla="*/ 344036 w 914400"/>
                <a:gd name="connsiteY3" fmla="*/ 592729 h 914400"/>
                <a:gd name="connsiteX4" fmla="*/ 457200 w 914400"/>
                <a:gd name="connsiteY4" fmla="*/ 705893 h 914400"/>
                <a:gd name="connsiteX5" fmla="*/ 914400 w 914400"/>
                <a:gd name="connsiteY5" fmla="*/ 914400 h 914400"/>
                <a:gd name="connsiteX6" fmla="*/ 0 w 914400"/>
                <a:gd name="connsiteY6" fmla="*/ 914400 h 914400"/>
                <a:gd name="connsiteX7" fmla="*/ 0 w 914400"/>
                <a:gd name="connsiteY7" fmla="*/ 0 h 914400"/>
                <a:gd name="connsiteX8" fmla="*/ 914400 w 914400"/>
                <a:gd name="connsiteY8" fmla="*/ 0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4400" h="914400">
                  <a:moveTo>
                    <a:pt x="457200" y="705893"/>
                  </a:moveTo>
                  <a:cubicBezTo>
                    <a:pt x="519699" y="705893"/>
                    <a:pt x="570364" y="655228"/>
                    <a:pt x="570364" y="592729"/>
                  </a:cubicBezTo>
                  <a:cubicBezTo>
                    <a:pt x="570364" y="530230"/>
                    <a:pt x="519699" y="479565"/>
                    <a:pt x="457200" y="479565"/>
                  </a:cubicBezTo>
                  <a:cubicBezTo>
                    <a:pt x="394701" y="479565"/>
                    <a:pt x="344036" y="530230"/>
                    <a:pt x="344036" y="592729"/>
                  </a:cubicBezTo>
                  <a:cubicBezTo>
                    <a:pt x="344036" y="655228"/>
                    <a:pt x="394701" y="705893"/>
                    <a:pt x="457200" y="705893"/>
                  </a:cubicBezTo>
                  <a:close/>
                  <a:moveTo>
                    <a:pt x="914400" y="914400"/>
                  </a:moveTo>
                  <a:lnTo>
                    <a:pt x="0" y="914400"/>
                  </a:lnTo>
                  <a:lnTo>
                    <a:pt x="0" y="0"/>
                  </a:lnTo>
                  <a:lnTo>
                    <a:pt x="914400" y="0"/>
                  </a:lnTo>
                  <a:close/>
                </a:path>
              </a:pathLst>
            </a:custGeom>
          </p:spPr>
        </p:pic>
        <p:pic>
          <p:nvPicPr>
            <p:cNvPr id="112" name="Gráfico 111" descr="Agua con relleno sólido">
              <a:extLst>
                <a:ext uri="{FF2B5EF4-FFF2-40B4-BE49-F238E27FC236}">
                  <a16:creationId xmlns:a16="http://schemas.microsoft.com/office/drawing/2014/main" id="{6700ECC3-8388-7112-93B3-F5EA84DB67A5}"/>
                </a:ext>
              </a:extLst>
            </p:cNvPr>
            <p:cNvPicPr>
              <a:picLocks noChangeAspect="1"/>
            </p:cNvPicPr>
            <p:nvPr/>
          </p:nvPicPr>
          <p:blipFill>
            <a:blip r:embed="rId29" cstate="screen">
              <a:extLst>
                <a:ext uri="{28A0092B-C50C-407E-A947-70E740481C1C}">
                  <a14:useLocalDpi xmlns:a14="http://schemas.microsoft.com/office/drawing/2010/main"/>
                </a:ext>
                <a:ext uri="{96DAC541-7B7A-43D3-8B79-37D633B846F1}">
                  <asvg:svgBlip xmlns:asvg="http://schemas.microsoft.com/office/drawing/2016/SVG/main" r:embed="rId30"/>
                </a:ext>
              </a:extLst>
            </a:blip>
            <a:srcRect/>
            <a:stretch>
              <a:fillRect/>
            </a:stretch>
          </p:blipFill>
          <p:spPr>
            <a:xfrm rot="10800000">
              <a:off x="3363965" y="3446409"/>
              <a:ext cx="306399" cy="306399"/>
            </a:xfrm>
            <a:custGeom>
              <a:avLst/>
              <a:gdLst>
                <a:gd name="connsiteX0" fmla="*/ 457200 w 914400"/>
                <a:gd name="connsiteY0" fmla="*/ 705893 h 914400"/>
                <a:gd name="connsiteX1" fmla="*/ 570364 w 914400"/>
                <a:gd name="connsiteY1" fmla="*/ 592729 h 914400"/>
                <a:gd name="connsiteX2" fmla="*/ 457200 w 914400"/>
                <a:gd name="connsiteY2" fmla="*/ 479565 h 914400"/>
                <a:gd name="connsiteX3" fmla="*/ 344036 w 914400"/>
                <a:gd name="connsiteY3" fmla="*/ 592729 h 914400"/>
                <a:gd name="connsiteX4" fmla="*/ 457200 w 914400"/>
                <a:gd name="connsiteY4" fmla="*/ 705893 h 914400"/>
                <a:gd name="connsiteX5" fmla="*/ 914400 w 914400"/>
                <a:gd name="connsiteY5" fmla="*/ 914400 h 914400"/>
                <a:gd name="connsiteX6" fmla="*/ 0 w 914400"/>
                <a:gd name="connsiteY6" fmla="*/ 914400 h 914400"/>
                <a:gd name="connsiteX7" fmla="*/ 0 w 914400"/>
                <a:gd name="connsiteY7" fmla="*/ 0 h 914400"/>
                <a:gd name="connsiteX8" fmla="*/ 914400 w 914400"/>
                <a:gd name="connsiteY8" fmla="*/ 0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4400" h="914400">
                  <a:moveTo>
                    <a:pt x="457200" y="705893"/>
                  </a:moveTo>
                  <a:cubicBezTo>
                    <a:pt x="519699" y="705893"/>
                    <a:pt x="570364" y="655228"/>
                    <a:pt x="570364" y="592729"/>
                  </a:cubicBezTo>
                  <a:cubicBezTo>
                    <a:pt x="570364" y="530230"/>
                    <a:pt x="519699" y="479565"/>
                    <a:pt x="457200" y="479565"/>
                  </a:cubicBezTo>
                  <a:cubicBezTo>
                    <a:pt x="394701" y="479565"/>
                    <a:pt x="344036" y="530230"/>
                    <a:pt x="344036" y="592729"/>
                  </a:cubicBezTo>
                  <a:cubicBezTo>
                    <a:pt x="344036" y="655228"/>
                    <a:pt x="394701" y="705893"/>
                    <a:pt x="457200" y="705893"/>
                  </a:cubicBezTo>
                  <a:close/>
                  <a:moveTo>
                    <a:pt x="914400" y="914400"/>
                  </a:moveTo>
                  <a:lnTo>
                    <a:pt x="0" y="914400"/>
                  </a:lnTo>
                  <a:lnTo>
                    <a:pt x="0" y="0"/>
                  </a:lnTo>
                  <a:lnTo>
                    <a:pt x="914400" y="0"/>
                  </a:lnTo>
                  <a:close/>
                </a:path>
              </a:pathLst>
            </a:custGeom>
          </p:spPr>
        </p:pic>
        <p:pic>
          <p:nvPicPr>
            <p:cNvPr id="113" name="Gráfico 112" descr="Agua con relleno sólido">
              <a:extLst>
                <a:ext uri="{FF2B5EF4-FFF2-40B4-BE49-F238E27FC236}">
                  <a16:creationId xmlns:a16="http://schemas.microsoft.com/office/drawing/2014/main" id="{4A9F9DA1-512B-4D28-25A3-F11F448A0E42}"/>
                </a:ext>
              </a:extLst>
            </p:cNvPr>
            <p:cNvPicPr>
              <a:picLocks noChangeAspect="1"/>
            </p:cNvPicPr>
            <p:nvPr/>
          </p:nvPicPr>
          <p:blipFill>
            <a:blip r:embed="rId29" cstate="screen">
              <a:extLst>
                <a:ext uri="{28A0092B-C50C-407E-A947-70E740481C1C}">
                  <a14:useLocalDpi xmlns:a14="http://schemas.microsoft.com/office/drawing/2010/main"/>
                </a:ext>
                <a:ext uri="{96DAC541-7B7A-43D3-8B79-37D633B846F1}">
                  <asvg:svgBlip xmlns:asvg="http://schemas.microsoft.com/office/drawing/2016/SVG/main" r:embed="rId30"/>
                </a:ext>
              </a:extLst>
            </a:blip>
            <a:srcRect/>
            <a:stretch>
              <a:fillRect/>
            </a:stretch>
          </p:blipFill>
          <p:spPr>
            <a:xfrm rot="10800000">
              <a:off x="3040322" y="3055140"/>
              <a:ext cx="306399" cy="306399"/>
            </a:xfrm>
            <a:custGeom>
              <a:avLst/>
              <a:gdLst>
                <a:gd name="connsiteX0" fmla="*/ 457200 w 914400"/>
                <a:gd name="connsiteY0" fmla="*/ 705893 h 914400"/>
                <a:gd name="connsiteX1" fmla="*/ 570364 w 914400"/>
                <a:gd name="connsiteY1" fmla="*/ 592729 h 914400"/>
                <a:gd name="connsiteX2" fmla="*/ 457200 w 914400"/>
                <a:gd name="connsiteY2" fmla="*/ 479565 h 914400"/>
                <a:gd name="connsiteX3" fmla="*/ 344036 w 914400"/>
                <a:gd name="connsiteY3" fmla="*/ 592729 h 914400"/>
                <a:gd name="connsiteX4" fmla="*/ 457200 w 914400"/>
                <a:gd name="connsiteY4" fmla="*/ 705893 h 914400"/>
                <a:gd name="connsiteX5" fmla="*/ 914400 w 914400"/>
                <a:gd name="connsiteY5" fmla="*/ 914400 h 914400"/>
                <a:gd name="connsiteX6" fmla="*/ 0 w 914400"/>
                <a:gd name="connsiteY6" fmla="*/ 914400 h 914400"/>
                <a:gd name="connsiteX7" fmla="*/ 0 w 914400"/>
                <a:gd name="connsiteY7" fmla="*/ 0 h 914400"/>
                <a:gd name="connsiteX8" fmla="*/ 914400 w 914400"/>
                <a:gd name="connsiteY8" fmla="*/ 0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4400" h="914400">
                  <a:moveTo>
                    <a:pt x="457200" y="705893"/>
                  </a:moveTo>
                  <a:cubicBezTo>
                    <a:pt x="519699" y="705893"/>
                    <a:pt x="570364" y="655228"/>
                    <a:pt x="570364" y="592729"/>
                  </a:cubicBezTo>
                  <a:cubicBezTo>
                    <a:pt x="570364" y="530230"/>
                    <a:pt x="519699" y="479565"/>
                    <a:pt x="457200" y="479565"/>
                  </a:cubicBezTo>
                  <a:cubicBezTo>
                    <a:pt x="394701" y="479565"/>
                    <a:pt x="344036" y="530230"/>
                    <a:pt x="344036" y="592729"/>
                  </a:cubicBezTo>
                  <a:cubicBezTo>
                    <a:pt x="344036" y="655228"/>
                    <a:pt x="394701" y="705893"/>
                    <a:pt x="457200" y="705893"/>
                  </a:cubicBezTo>
                  <a:close/>
                  <a:moveTo>
                    <a:pt x="914400" y="914400"/>
                  </a:moveTo>
                  <a:lnTo>
                    <a:pt x="0" y="914400"/>
                  </a:lnTo>
                  <a:lnTo>
                    <a:pt x="0" y="0"/>
                  </a:lnTo>
                  <a:lnTo>
                    <a:pt x="914400" y="0"/>
                  </a:lnTo>
                  <a:close/>
                </a:path>
              </a:pathLst>
            </a:custGeom>
          </p:spPr>
        </p:pic>
        <p:pic>
          <p:nvPicPr>
            <p:cNvPr id="116" name="Gráfico 115" descr="Agua con relleno sólido">
              <a:extLst>
                <a:ext uri="{FF2B5EF4-FFF2-40B4-BE49-F238E27FC236}">
                  <a16:creationId xmlns:a16="http://schemas.microsoft.com/office/drawing/2014/main" id="{62CA6FE5-A194-E22F-719D-08D4C6B2A5EA}"/>
                </a:ext>
              </a:extLst>
            </p:cNvPr>
            <p:cNvPicPr>
              <a:picLocks noChangeAspect="1"/>
            </p:cNvPicPr>
            <p:nvPr/>
          </p:nvPicPr>
          <p:blipFill>
            <a:blip r:embed="rId31" cstate="screen">
              <a:extLst>
                <a:ext uri="{28A0092B-C50C-407E-A947-70E740481C1C}">
                  <a14:useLocalDpi xmlns:a14="http://schemas.microsoft.com/office/drawing/2010/main"/>
                </a:ext>
                <a:ext uri="{96DAC541-7B7A-43D3-8B79-37D633B846F1}">
                  <asvg:svgBlip xmlns:asvg="http://schemas.microsoft.com/office/drawing/2016/SVG/main" r:embed="rId32"/>
                </a:ext>
              </a:extLst>
            </a:blip>
            <a:srcRect/>
            <a:stretch>
              <a:fillRect/>
            </a:stretch>
          </p:blipFill>
          <p:spPr>
            <a:xfrm rot="10800000">
              <a:off x="2938316" y="5603802"/>
              <a:ext cx="306399" cy="306399"/>
            </a:xfrm>
            <a:custGeom>
              <a:avLst/>
              <a:gdLst>
                <a:gd name="connsiteX0" fmla="*/ 457200 w 914400"/>
                <a:gd name="connsiteY0" fmla="*/ 705893 h 914400"/>
                <a:gd name="connsiteX1" fmla="*/ 570364 w 914400"/>
                <a:gd name="connsiteY1" fmla="*/ 592729 h 914400"/>
                <a:gd name="connsiteX2" fmla="*/ 457200 w 914400"/>
                <a:gd name="connsiteY2" fmla="*/ 479565 h 914400"/>
                <a:gd name="connsiteX3" fmla="*/ 344036 w 914400"/>
                <a:gd name="connsiteY3" fmla="*/ 592729 h 914400"/>
                <a:gd name="connsiteX4" fmla="*/ 457200 w 914400"/>
                <a:gd name="connsiteY4" fmla="*/ 705893 h 914400"/>
                <a:gd name="connsiteX5" fmla="*/ 914400 w 914400"/>
                <a:gd name="connsiteY5" fmla="*/ 914400 h 914400"/>
                <a:gd name="connsiteX6" fmla="*/ 0 w 914400"/>
                <a:gd name="connsiteY6" fmla="*/ 914400 h 914400"/>
                <a:gd name="connsiteX7" fmla="*/ 0 w 914400"/>
                <a:gd name="connsiteY7" fmla="*/ 0 h 914400"/>
                <a:gd name="connsiteX8" fmla="*/ 914400 w 914400"/>
                <a:gd name="connsiteY8" fmla="*/ 0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4400" h="914400">
                  <a:moveTo>
                    <a:pt x="457200" y="705893"/>
                  </a:moveTo>
                  <a:cubicBezTo>
                    <a:pt x="519699" y="705893"/>
                    <a:pt x="570364" y="655228"/>
                    <a:pt x="570364" y="592729"/>
                  </a:cubicBezTo>
                  <a:cubicBezTo>
                    <a:pt x="570364" y="530230"/>
                    <a:pt x="519699" y="479565"/>
                    <a:pt x="457200" y="479565"/>
                  </a:cubicBezTo>
                  <a:cubicBezTo>
                    <a:pt x="394701" y="479565"/>
                    <a:pt x="344036" y="530230"/>
                    <a:pt x="344036" y="592729"/>
                  </a:cubicBezTo>
                  <a:cubicBezTo>
                    <a:pt x="344036" y="655228"/>
                    <a:pt x="394701" y="705893"/>
                    <a:pt x="457200" y="705893"/>
                  </a:cubicBezTo>
                  <a:close/>
                  <a:moveTo>
                    <a:pt x="914400" y="914400"/>
                  </a:moveTo>
                  <a:lnTo>
                    <a:pt x="0" y="914400"/>
                  </a:lnTo>
                  <a:lnTo>
                    <a:pt x="0" y="0"/>
                  </a:lnTo>
                  <a:lnTo>
                    <a:pt x="914400" y="0"/>
                  </a:lnTo>
                  <a:close/>
                </a:path>
              </a:pathLst>
            </a:custGeom>
          </p:spPr>
        </p:pic>
        <p:pic>
          <p:nvPicPr>
            <p:cNvPr id="117" name="Gráfico 116" descr="Agua con relleno sólido">
              <a:extLst>
                <a:ext uri="{FF2B5EF4-FFF2-40B4-BE49-F238E27FC236}">
                  <a16:creationId xmlns:a16="http://schemas.microsoft.com/office/drawing/2014/main" id="{5DD0411E-1322-C67B-FDFB-C224623E9595}"/>
                </a:ext>
              </a:extLst>
            </p:cNvPr>
            <p:cNvPicPr>
              <a:picLocks noChangeAspect="1"/>
            </p:cNvPicPr>
            <p:nvPr/>
          </p:nvPicPr>
          <p:blipFill>
            <a:blip r:embed="rId31" cstate="screen">
              <a:extLst>
                <a:ext uri="{28A0092B-C50C-407E-A947-70E740481C1C}">
                  <a14:useLocalDpi xmlns:a14="http://schemas.microsoft.com/office/drawing/2010/main"/>
                </a:ext>
                <a:ext uri="{96DAC541-7B7A-43D3-8B79-37D633B846F1}">
                  <asvg:svgBlip xmlns:asvg="http://schemas.microsoft.com/office/drawing/2016/SVG/main" r:embed="rId32"/>
                </a:ext>
              </a:extLst>
            </a:blip>
            <a:srcRect/>
            <a:stretch>
              <a:fillRect/>
            </a:stretch>
          </p:blipFill>
          <p:spPr>
            <a:xfrm rot="10800000">
              <a:off x="4378517" y="3435615"/>
              <a:ext cx="306399" cy="306399"/>
            </a:xfrm>
            <a:custGeom>
              <a:avLst/>
              <a:gdLst>
                <a:gd name="connsiteX0" fmla="*/ 457200 w 914400"/>
                <a:gd name="connsiteY0" fmla="*/ 705893 h 914400"/>
                <a:gd name="connsiteX1" fmla="*/ 570364 w 914400"/>
                <a:gd name="connsiteY1" fmla="*/ 592729 h 914400"/>
                <a:gd name="connsiteX2" fmla="*/ 457200 w 914400"/>
                <a:gd name="connsiteY2" fmla="*/ 479565 h 914400"/>
                <a:gd name="connsiteX3" fmla="*/ 344036 w 914400"/>
                <a:gd name="connsiteY3" fmla="*/ 592729 h 914400"/>
                <a:gd name="connsiteX4" fmla="*/ 457200 w 914400"/>
                <a:gd name="connsiteY4" fmla="*/ 705893 h 914400"/>
                <a:gd name="connsiteX5" fmla="*/ 914400 w 914400"/>
                <a:gd name="connsiteY5" fmla="*/ 914400 h 914400"/>
                <a:gd name="connsiteX6" fmla="*/ 0 w 914400"/>
                <a:gd name="connsiteY6" fmla="*/ 914400 h 914400"/>
                <a:gd name="connsiteX7" fmla="*/ 0 w 914400"/>
                <a:gd name="connsiteY7" fmla="*/ 0 h 914400"/>
                <a:gd name="connsiteX8" fmla="*/ 914400 w 914400"/>
                <a:gd name="connsiteY8" fmla="*/ 0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4400" h="914400">
                  <a:moveTo>
                    <a:pt x="457200" y="705893"/>
                  </a:moveTo>
                  <a:cubicBezTo>
                    <a:pt x="519699" y="705893"/>
                    <a:pt x="570364" y="655228"/>
                    <a:pt x="570364" y="592729"/>
                  </a:cubicBezTo>
                  <a:cubicBezTo>
                    <a:pt x="570364" y="530230"/>
                    <a:pt x="519699" y="479565"/>
                    <a:pt x="457200" y="479565"/>
                  </a:cubicBezTo>
                  <a:cubicBezTo>
                    <a:pt x="394701" y="479565"/>
                    <a:pt x="344036" y="530230"/>
                    <a:pt x="344036" y="592729"/>
                  </a:cubicBezTo>
                  <a:cubicBezTo>
                    <a:pt x="344036" y="655228"/>
                    <a:pt x="394701" y="705893"/>
                    <a:pt x="457200" y="705893"/>
                  </a:cubicBezTo>
                  <a:close/>
                  <a:moveTo>
                    <a:pt x="914400" y="914400"/>
                  </a:moveTo>
                  <a:lnTo>
                    <a:pt x="0" y="914400"/>
                  </a:lnTo>
                  <a:lnTo>
                    <a:pt x="0" y="0"/>
                  </a:lnTo>
                  <a:lnTo>
                    <a:pt x="914400" y="0"/>
                  </a:lnTo>
                  <a:close/>
                </a:path>
              </a:pathLst>
            </a:custGeom>
          </p:spPr>
        </p:pic>
        <p:pic>
          <p:nvPicPr>
            <p:cNvPr id="118" name="Gráfico 117" descr="Agua con relleno sólido">
              <a:extLst>
                <a:ext uri="{FF2B5EF4-FFF2-40B4-BE49-F238E27FC236}">
                  <a16:creationId xmlns:a16="http://schemas.microsoft.com/office/drawing/2014/main" id="{206BA374-4254-AECC-7EC4-01F2AE6106BE}"/>
                </a:ext>
              </a:extLst>
            </p:cNvPr>
            <p:cNvPicPr>
              <a:picLocks noChangeAspect="1"/>
            </p:cNvPicPr>
            <p:nvPr/>
          </p:nvPicPr>
          <p:blipFill>
            <a:blip r:embed="rId31" cstate="screen">
              <a:extLst>
                <a:ext uri="{28A0092B-C50C-407E-A947-70E740481C1C}">
                  <a14:useLocalDpi xmlns:a14="http://schemas.microsoft.com/office/drawing/2010/main"/>
                </a:ext>
                <a:ext uri="{96DAC541-7B7A-43D3-8B79-37D633B846F1}">
                  <asvg:svgBlip xmlns:asvg="http://schemas.microsoft.com/office/drawing/2016/SVG/main" r:embed="rId32"/>
                </a:ext>
              </a:extLst>
            </a:blip>
            <a:srcRect/>
            <a:stretch>
              <a:fillRect/>
            </a:stretch>
          </p:blipFill>
          <p:spPr>
            <a:xfrm rot="10800000">
              <a:off x="4623269" y="3174808"/>
              <a:ext cx="306399" cy="306399"/>
            </a:xfrm>
            <a:custGeom>
              <a:avLst/>
              <a:gdLst>
                <a:gd name="connsiteX0" fmla="*/ 457200 w 914400"/>
                <a:gd name="connsiteY0" fmla="*/ 705893 h 914400"/>
                <a:gd name="connsiteX1" fmla="*/ 570364 w 914400"/>
                <a:gd name="connsiteY1" fmla="*/ 592729 h 914400"/>
                <a:gd name="connsiteX2" fmla="*/ 457200 w 914400"/>
                <a:gd name="connsiteY2" fmla="*/ 479565 h 914400"/>
                <a:gd name="connsiteX3" fmla="*/ 344036 w 914400"/>
                <a:gd name="connsiteY3" fmla="*/ 592729 h 914400"/>
                <a:gd name="connsiteX4" fmla="*/ 457200 w 914400"/>
                <a:gd name="connsiteY4" fmla="*/ 705893 h 914400"/>
                <a:gd name="connsiteX5" fmla="*/ 914400 w 914400"/>
                <a:gd name="connsiteY5" fmla="*/ 914400 h 914400"/>
                <a:gd name="connsiteX6" fmla="*/ 0 w 914400"/>
                <a:gd name="connsiteY6" fmla="*/ 914400 h 914400"/>
                <a:gd name="connsiteX7" fmla="*/ 0 w 914400"/>
                <a:gd name="connsiteY7" fmla="*/ 0 h 914400"/>
                <a:gd name="connsiteX8" fmla="*/ 914400 w 914400"/>
                <a:gd name="connsiteY8" fmla="*/ 0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4400" h="914400">
                  <a:moveTo>
                    <a:pt x="457200" y="705893"/>
                  </a:moveTo>
                  <a:cubicBezTo>
                    <a:pt x="519699" y="705893"/>
                    <a:pt x="570364" y="655228"/>
                    <a:pt x="570364" y="592729"/>
                  </a:cubicBezTo>
                  <a:cubicBezTo>
                    <a:pt x="570364" y="530230"/>
                    <a:pt x="519699" y="479565"/>
                    <a:pt x="457200" y="479565"/>
                  </a:cubicBezTo>
                  <a:cubicBezTo>
                    <a:pt x="394701" y="479565"/>
                    <a:pt x="344036" y="530230"/>
                    <a:pt x="344036" y="592729"/>
                  </a:cubicBezTo>
                  <a:cubicBezTo>
                    <a:pt x="344036" y="655228"/>
                    <a:pt x="394701" y="705893"/>
                    <a:pt x="457200" y="705893"/>
                  </a:cubicBezTo>
                  <a:close/>
                  <a:moveTo>
                    <a:pt x="914400" y="914400"/>
                  </a:moveTo>
                  <a:lnTo>
                    <a:pt x="0" y="914400"/>
                  </a:lnTo>
                  <a:lnTo>
                    <a:pt x="0" y="0"/>
                  </a:lnTo>
                  <a:lnTo>
                    <a:pt x="914400" y="0"/>
                  </a:lnTo>
                  <a:close/>
                </a:path>
              </a:pathLst>
            </a:custGeom>
          </p:spPr>
        </p:pic>
        <p:pic>
          <p:nvPicPr>
            <p:cNvPr id="95" name="Gráfico 94" descr="Agua con relleno sólido">
              <a:extLst>
                <a:ext uri="{FF2B5EF4-FFF2-40B4-BE49-F238E27FC236}">
                  <a16:creationId xmlns:a16="http://schemas.microsoft.com/office/drawing/2014/main" id="{4A8C3FAA-8155-141E-11D0-6DDE3F175779}"/>
                </a:ext>
              </a:extLst>
            </p:cNvPr>
            <p:cNvPicPr>
              <a:picLocks noChangeAspect="1"/>
            </p:cNvPicPr>
            <p:nvPr/>
          </p:nvPicPr>
          <p:blipFill>
            <a:blip r:embed="rId19" cstate="screen">
              <a:extLst>
                <a:ext uri="{28A0092B-C50C-407E-A947-70E740481C1C}">
                  <a14:useLocalDpi xmlns:a14="http://schemas.microsoft.com/office/drawing/2010/main"/>
                </a:ext>
                <a:ext uri="{96DAC541-7B7A-43D3-8B79-37D633B846F1}">
                  <asvg:svgBlip xmlns:asvg="http://schemas.microsoft.com/office/drawing/2016/SVG/main" r:embed="rId20"/>
                </a:ext>
              </a:extLst>
            </a:blip>
            <a:srcRect/>
            <a:stretch>
              <a:fillRect/>
            </a:stretch>
          </p:blipFill>
          <p:spPr>
            <a:xfrm rot="10800000">
              <a:off x="3481190" y="4325050"/>
              <a:ext cx="306399" cy="306399"/>
            </a:xfrm>
            <a:custGeom>
              <a:avLst/>
              <a:gdLst>
                <a:gd name="connsiteX0" fmla="*/ 457200 w 914400"/>
                <a:gd name="connsiteY0" fmla="*/ 705893 h 914400"/>
                <a:gd name="connsiteX1" fmla="*/ 570364 w 914400"/>
                <a:gd name="connsiteY1" fmla="*/ 592729 h 914400"/>
                <a:gd name="connsiteX2" fmla="*/ 457200 w 914400"/>
                <a:gd name="connsiteY2" fmla="*/ 479565 h 914400"/>
                <a:gd name="connsiteX3" fmla="*/ 344036 w 914400"/>
                <a:gd name="connsiteY3" fmla="*/ 592729 h 914400"/>
                <a:gd name="connsiteX4" fmla="*/ 457200 w 914400"/>
                <a:gd name="connsiteY4" fmla="*/ 705893 h 914400"/>
                <a:gd name="connsiteX5" fmla="*/ 914400 w 914400"/>
                <a:gd name="connsiteY5" fmla="*/ 914400 h 914400"/>
                <a:gd name="connsiteX6" fmla="*/ 0 w 914400"/>
                <a:gd name="connsiteY6" fmla="*/ 914400 h 914400"/>
                <a:gd name="connsiteX7" fmla="*/ 0 w 914400"/>
                <a:gd name="connsiteY7" fmla="*/ 0 h 914400"/>
                <a:gd name="connsiteX8" fmla="*/ 914400 w 914400"/>
                <a:gd name="connsiteY8" fmla="*/ 0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4400" h="914400">
                  <a:moveTo>
                    <a:pt x="457200" y="705893"/>
                  </a:moveTo>
                  <a:cubicBezTo>
                    <a:pt x="519699" y="705893"/>
                    <a:pt x="570364" y="655228"/>
                    <a:pt x="570364" y="592729"/>
                  </a:cubicBezTo>
                  <a:cubicBezTo>
                    <a:pt x="570364" y="530230"/>
                    <a:pt x="519699" y="479565"/>
                    <a:pt x="457200" y="479565"/>
                  </a:cubicBezTo>
                  <a:cubicBezTo>
                    <a:pt x="394701" y="479565"/>
                    <a:pt x="344036" y="530230"/>
                    <a:pt x="344036" y="592729"/>
                  </a:cubicBezTo>
                  <a:cubicBezTo>
                    <a:pt x="344036" y="655228"/>
                    <a:pt x="394701" y="705893"/>
                    <a:pt x="457200" y="705893"/>
                  </a:cubicBezTo>
                  <a:close/>
                  <a:moveTo>
                    <a:pt x="914400" y="914400"/>
                  </a:moveTo>
                  <a:lnTo>
                    <a:pt x="0" y="914400"/>
                  </a:lnTo>
                  <a:lnTo>
                    <a:pt x="0" y="0"/>
                  </a:lnTo>
                  <a:lnTo>
                    <a:pt x="914400" y="0"/>
                  </a:lnTo>
                  <a:close/>
                </a:path>
              </a:pathLst>
            </a:custGeom>
          </p:spPr>
        </p:pic>
        <p:pic>
          <p:nvPicPr>
            <p:cNvPr id="119" name="Gráfico 118" descr="Agua con relleno sólido">
              <a:extLst>
                <a:ext uri="{FF2B5EF4-FFF2-40B4-BE49-F238E27FC236}">
                  <a16:creationId xmlns:a16="http://schemas.microsoft.com/office/drawing/2014/main" id="{FF6C3A36-F43F-F65B-A615-2AF421722D21}"/>
                </a:ext>
              </a:extLst>
            </p:cNvPr>
            <p:cNvPicPr>
              <a:picLocks noChangeAspect="1"/>
            </p:cNvPicPr>
            <p:nvPr/>
          </p:nvPicPr>
          <p:blipFill>
            <a:blip r:embed="rId21" cstate="screen">
              <a:extLst>
                <a:ext uri="{28A0092B-C50C-407E-A947-70E740481C1C}">
                  <a14:useLocalDpi xmlns:a14="http://schemas.microsoft.com/office/drawing/2010/main"/>
                </a:ext>
                <a:ext uri="{96DAC541-7B7A-43D3-8B79-37D633B846F1}">
                  <asvg:svgBlip xmlns:asvg="http://schemas.microsoft.com/office/drawing/2016/SVG/main" r:embed="rId22"/>
                </a:ext>
              </a:extLst>
            </a:blip>
            <a:srcRect/>
            <a:stretch>
              <a:fillRect/>
            </a:stretch>
          </p:blipFill>
          <p:spPr>
            <a:xfrm rot="10800000">
              <a:off x="3433229" y="4731095"/>
              <a:ext cx="306399" cy="306399"/>
            </a:xfrm>
            <a:custGeom>
              <a:avLst/>
              <a:gdLst>
                <a:gd name="connsiteX0" fmla="*/ 457200 w 914400"/>
                <a:gd name="connsiteY0" fmla="*/ 705893 h 914400"/>
                <a:gd name="connsiteX1" fmla="*/ 570364 w 914400"/>
                <a:gd name="connsiteY1" fmla="*/ 592729 h 914400"/>
                <a:gd name="connsiteX2" fmla="*/ 457200 w 914400"/>
                <a:gd name="connsiteY2" fmla="*/ 479565 h 914400"/>
                <a:gd name="connsiteX3" fmla="*/ 344036 w 914400"/>
                <a:gd name="connsiteY3" fmla="*/ 592729 h 914400"/>
                <a:gd name="connsiteX4" fmla="*/ 457200 w 914400"/>
                <a:gd name="connsiteY4" fmla="*/ 705893 h 914400"/>
                <a:gd name="connsiteX5" fmla="*/ 914400 w 914400"/>
                <a:gd name="connsiteY5" fmla="*/ 914400 h 914400"/>
                <a:gd name="connsiteX6" fmla="*/ 0 w 914400"/>
                <a:gd name="connsiteY6" fmla="*/ 914400 h 914400"/>
                <a:gd name="connsiteX7" fmla="*/ 0 w 914400"/>
                <a:gd name="connsiteY7" fmla="*/ 0 h 914400"/>
                <a:gd name="connsiteX8" fmla="*/ 914400 w 914400"/>
                <a:gd name="connsiteY8" fmla="*/ 0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4400" h="914400">
                  <a:moveTo>
                    <a:pt x="457200" y="705893"/>
                  </a:moveTo>
                  <a:cubicBezTo>
                    <a:pt x="519699" y="705893"/>
                    <a:pt x="570364" y="655228"/>
                    <a:pt x="570364" y="592729"/>
                  </a:cubicBezTo>
                  <a:cubicBezTo>
                    <a:pt x="570364" y="530230"/>
                    <a:pt x="519699" y="479565"/>
                    <a:pt x="457200" y="479565"/>
                  </a:cubicBezTo>
                  <a:cubicBezTo>
                    <a:pt x="394701" y="479565"/>
                    <a:pt x="344036" y="530230"/>
                    <a:pt x="344036" y="592729"/>
                  </a:cubicBezTo>
                  <a:cubicBezTo>
                    <a:pt x="344036" y="655228"/>
                    <a:pt x="394701" y="705893"/>
                    <a:pt x="457200" y="705893"/>
                  </a:cubicBezTo>
                  <a:close/>
                  <a:moveTo>
                    <a:pt x="914400" y="914400"/>
                  </a:moveTo>
                  <a:lnTo>
                    <a:pt x="0" y="914400"/>
                  </a:lnTo>
                  <a:lnTo>
                    <a:pt x="0" y="0"/>
                  </a:lnTo>
                  <a:lnTo>
                    <a:pt x="914400" y="0"/>
                  </a:lnTo>
                  <a:close/>
                </a:path>
              </a:pathLst>
            </a:custGeom>
          </p:spPr>
        </p:pic>
      </p:grpSp>
      <p:sp>
        <p:nvSpPr>
          <p:cNvPr id="14" name="Rectangle 1007">
            <a:extLst>
              <a:ext uri="{FF2B5EF4-FFF2-40B4-BE49-F238E27FC236}">
                <a16:creationId xmlns:a16="http://schemas.microsoft.com/office/drawing/2014/main" id="{B911B40E-5E9A-E365-EEAF-3A7FF082947B}"/>
              </a:ext>
            </a:extLst>
          </p:cNvPr>
          <p:cNvSpPr/>
          <p:nvPr/>
        </p:nvSpPr>
        <p:spPr>
          <a:xfrm>
            <a:off x="8870158" y="2954792"/>
            <a:ext cx="3296707" cy="1493081"/>
          </a:xfrm>
          <a:prstGeom prst="wedgeRectCallout">
            <a:avLst>
              <a:gd name="adj1" fmla="val -40956"/>
              <a:gd name="adj2" fmla="val -69371"/>
            </a:avLst>
          </a:prstGeom>
          <a:solidFill>
            <a:schemeClr val="bg1">
              <a:lumMod val="95000"/>
            </a:schemeClr>
          </a:solidFill>
          <a:ln w="12700">
            <a:noFill/>
            <a:miter lim="400000"/>
          </a:ln>
          <a:effectLst/>
        </p:spPr>
        <p:txBody>
          <a:bodyPr lIns="108000" tIns="72000" rIns="108000" bIns="72000" rtlCol="0" anchor="ctr" anchorCtr="1"/>
          <a:lstStyle/>
          <a:p>
            <a:pPr marL="0" lvl="1">
              <a:spcBef>
                <a:spcPts val="600"/>
              </a:spcBef>
              <a:spcAft>
                <a:spcPts val="0"/>
              </a:spcAft>
              <a:buClrTx/>
            </a:pPr>
            <a:r>
              <a:rPr lang="pt-BR" sz="1200" dirty="0" err="1"/>
              <a:t>Eurochem</a:t>
            </a:r>
            <a:r>
              <a:rPr lang="pt-BR" sz="1200" dirty="0"/>
              <a:t> inaugurou em mar/24 </a:t>
            </a:r>
            <a:r>
              <a:rPr lang="pt-BR" sz="1200" b="1" dirty="0"/>
              <a:t>um novo complexo minero-industrial de Serra de Salitre (MG) </a:t>
            </a:r>
            <a:r>
              <a:rPr lang="pt-BR" sz="1200" dirty="0"/>
              <a:t>que atingirá </a:t>
            </a:r>
            <a:r>
              <a:rPr lang="pt-BR" sz="1200" b="1" dirty="0"/>
              <a:t>capacidade produtiva de ~1MM </a:t>
            </a:r>
            <a:r>
              <a:rPr lang="pt-BR" sz="1200" b="1" dirty="0" err="1"/>
              <a:t>ton</a:t>
            </a:r>
            <a:r>
              <a:rPr lang="pt-BR" sz="1200" b="1" dirty="0"/>
              <a:t>/ano </a:t>
            </a:r>
            <a:r>
              <a:rPr lang="pt-BR" sz="1200" dirty="0"/>
              <a:t>a partir de 2025, contemplando uma </a:t>
            </a:r>
            <a:r>
              <a:rPr lang="pt-BR" sz="1200" b="1" dirty="0">
                <a:solidFill>
                  <a:srgbClr val="000000"/>
                </a:solidFill>
                <a:latin typeface="Arial" panose="020B0604020202020204" pitchFamily="34" charset="0"/>
                <a:cs typeface="Arial" panose="020B0604020202020204" pitchFamily="34" charset="0"/>
              </a:rPr>
              <a:t>mina de fosfato, fábricas de insumos e misturador</a:t>
            </a:r>
            <a:r>
              <a:rPr lang="pt-BR" sz="1200" dirty="0"/>
              <a:t> e que será totalmente dedicado a atender o mercado nacional</a:t>
            </a:r>
          </a:p>
        </p:txBody>
      </p:sp>
      <p:pic>
        <p:nvPicPr>
          <p:cNvPr id="40" name="Picture 14" descr="Sobre nós | Morro Verde">
            <a:extLst>
              <a:ext uri="{FF2B5EF4-FFF2-40B4-BE49-F238E27FC236}">
                <a16:creationId xmlns:a16="http://schemas.microsoft.com/office/drawing/2014/main" id="{0A1D60E1-E47C-FD02-EE05-909049E85BEE}"/>
              </a:ext>
            </a:extLst>
          </p:cNvPr>
          <p:cNvPicPr>
            <a:picLocks noChangeAspect="1" noChangeArrowheads="1"/>
          </p:cNvPicPr>
          <p:nvPr/>
        </p:nvPicPr>
        <p:blipFill>
          <a:blip r:embed="rId33" cstate="screen">
            <a:extLst>
              <a:ext uri="{28A0092B-C50C-407E-A947-70E740481C1C}">
                <a14:useLocalDpi xmlns:a14="http://schemas.microsoft.com/office/drawing/2010/main"/>
              </a:ext>
            </a:extLst>
          </a:blip>
          <a:srcRect/>
          <a:stretch>
            <a:fillRect/>
          </a:stretch>
        </p:blipFill>
        <p:spPr bwMode="auto">
          <a:xfrm>
            <a:off x="6555834" y="3550371"/>
            <a:ext cx="592954" cy="303066"/>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10">
            <a:extLst>
              <a:ext uri="{FF2B5EF4-FFF2-40B4-BE49-F238E27FC236}">
                <a16:creationId xmlns:a16="http://schemas.microsoft.com/office/drawing/2014/main" id="{D4AE7197-5820-507F-0E37-E937AB87A0BC}"/>
              </a:ext>
            </a:extLst>
          </p:cNvPr>
          <p:cNvPicPr>
            <a:picLocks noChangeAspect="1" noChangeArrowheads="1"/>
          </p:cNvPicPr>
          <p:nvPr/>
        </p:nvPicPr>
        <p:blipFill>
          <a:blip r:embed="rId34" cstate="screen">
            <a:extLst>
              <a:ext uri="{28A0092B-C50C-407E-A947-70E740481C1C}">
                <a14:useLocalDpi xmlns:a14="http://schemas.microsoft.com/office/drawing/2010/main"/>
              </a:ext>
            </a:extLst>
          </a:blip>
          <a:srcRect/>
          <a:stretch>
            <a:fillRect/>
          </a:stretch>
        </p:blipFill>
        <p:spPr bwMode="auto">
          <a:xfrm>
            <a:off x="5882026" y="2493346"/>
            <a:ext cx="1233107" cy="251245"/>
          </a:xfrm>
          <a:prstGeom prst="rect">
            <a:avLst/>
          </a:prstGeom>
          <a:noFill/>
          <a:extLst>
            <a:ext uri="{909E8E84-426E-40DD-AFC4-6F175D3DCCD1}">
              <a14:hiddenFill xmlns:a14="http://schemas.microsoft.com/office/drawing/2010/main">
                <a:solidFill>
                  <a:srgbClr val="FFFFFF"/>
                </a:solidFill>
              </a14:hiddenFill>
            </a:ext>
          </a:extLst>
        </p:spPr>
      </p:pic>
      <p:grpSp>
        <p:nvGrpSpPr>
          <p:cNvPr id="27" name="Agrupar 26">
            <a:extLst>
              <a:ext uri="{FF2B5EF4-FFF2-40B4-BE49-F238E27FC236}">
                <a16:creationId xmlns:a16="http://schemas.microsoft.com/office/drawing/2014/main" id="{F9C8A30E-D8BC-2368-74FB-465B98852731}"/>
              </a:ext>
            </a:extLst>
          </p:cNvPr>
          <p:cNvGrpSpPr/>
          <p:nvPr/>
        </p:nvGrpSpPr>
        <p:grpSpPr>
          <a:xfrm>
            <a:off x="4543364" y="1750539"/>
            <a:ext cx="893623" cy="2299105"/>
            <a:chOff x="5042343" y="1750539"/>
            <a:chExt cx="893623" cy="2299105"/>
          </a:xfrm>
        </p:grpSpPr>
        <p:pic>
          <p:nvPicPr>
            <p:cNvPr id="19" name="Picture 4">
              <a:extLst>
                <a:ext uri="{FF2B5EF4-FFF2-40B4-BE49-F238E27FC236}">
                  <a16:creationId xmlns:a16="http://schemas.microsoft.com/office/drawing/2014/main" id="{BD1D52B8-0570-86C5-FEF8-274718A0F76A}"/>
                </a:ext>
              </a:extLst>
            </p:cNvPr>
            <p:cNvPicPr>
              <a:picLocks noChangeAspect="1" noChangeArrowheads="1"/>
            </p:cNvPicPr>
            <p:nvPr/>
          </p:nvPicPr>
          <p:blipFill>
            <a:blip r:embed="rId35" cstate="screen">
              <a:extLst>
                <a:ext uri="{28A0092B-C50C-407E-A947-70E740481C1C}">
                  <a14:useLocalDpi xmlns:a14="http://schemas.microsoft.com/office/drawing/2010/main"/>
                </a:ext>
              </a:extLst>
            </a:blip>
            <a:srcRect/>
            <a:stretch>
              <a:fillRect/>
            </a:stretch>
          </p:blipFill>
          <p:spPr bwMode="auto">
            <a:xfrm>
              <a:off x="5346767" y="1784148"/>
              <a:ext cx="244023" cy="244023"/>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12" descr="Galvani Fertilizantes">
              <a:extLst>
                <a:ext uri="{FF2B5EF4-FFF2-40B4-BE49-F238E27FC236}">
                  <a16:creationId xmlns:a16="http://schemas.microsoft.com/office/drawing/2014/main" id="{28E22608-0890-4605-1F79-5FB64458CC80}"/>
                </a:ext>
              </a:extLst>
            </p:cNvPr>
            <p:cNvPicPr>
              <a:picLocks noChangeAspect="1" noChangeArrowheads="1"/>
            </p:cNvPicPr>
            <p:nvPr/>
          </p:nvPicPr>
          <p:blipFill>
            <a:blip r:embed="rId36" cstate="screen">
              <a:extLst>
                <a:ext uri="{28A0092B-C50C-407E-A947-70E740481C1C}">
                  <a14:useLocalDpi xmlns:a14="http://schemas.microsoft.com/office/drawing/2010/main"/>
                </a:ext>
              </a:extLst>
            </a:blip>
            <a:srcRect/>
            <a:stretch>
              <a:fillRect/>
            </a:stretch>
          </p:blipFill>
          <p:spPr bwMode="auto">
            <a:xfrm>
              <a:off x="5301555" y="2613727"/>
              <a:ext cx="634411" cy="277307"/>
            </a:xfrm>
            <a:prstGeom prst="rect">
              <a:avLst/>
            </a:prstGeom>
            <a:noFill/>
            <a:extLst>
              <a:ext uri="{909E8E84-426E-40DD-AFC4-6F175D3DCCD1}">
                <a14:hiddenFill xmlns:a14="http://schemas.microsoft.com/office/drawing/2010/main">
                  <a:solidFill>
                    <a:srgbClr val="FFFFFF"/>
                  </a:solidFill>
                </a14:hiddenFill>
              </a:ext>
            </a:extLst>
          </p:spPr>
        </p:pic>
        <p:pic>
          <p:nvPicPr>
            <p:cNvPr id="93" name="Gráfico 92" descr="Agua con relleno sólido">
              <a:extLst>
                <a:ext uri="{FF2B5EF4-FFF2-40B4-BE49-F238E27FC236}">
                  <a16:creationId xmlns:a16="http://schemas.microsoft.com/office/drawing/2014/main" id="{C56965FA-43C0-5116-47DB-75D400F0E271}"/>
                </a:ext>
              </a:extLst>
            </p:cNvPr>
            <p:cNvPicPr>
              <a:picLocks noChangeAspect="1"/>
            </p:cNvPicPr>
            <p:nvPr/>
          </p:nvPicPr>
          <p:blipFill>
            <a:blip r:embed="rId19" cstate="screen">
              <a:extLst>
                <a:ext uri="{28A0092B-C50C-407E-A947-70E740481C1C}">
                  <a14:useLocalDpi xmlns:a14="http://schemas.microsoft.com/office/drawing/2010/main"/>
                </a:ext>
                <a:ext uri="{96DAC541-7B7A-43D3-8B79-37D633B846F1}">
                  <asvg:svgBlip xmlns:asvg="http://schemas.microsoft.com/office/drawing/2016/SVG/main" r:embed="rId20"/>
                </a:ext>
              </a:extLst>
            </a:blip>
            <a:srcRect/>
            <a:stretch>
              <a:fillRect/>
            </a:stretch>
          </p:blipFill>
          <p:spPr>
            <a:xfrm rot="10800000">
              <a:off x="5047838" y="1750539"/>
              <a:ext cx="306399" cy="306399"/>
            </a:xfrm>
            <a:custGeom>
              <a:avLst/>
              <a:gdLst>
                <a:gd name="connsiteX0" fmla="*/ 457200 w 914400"/>
                <a:gd name="connsiteY0" fmla="*/ 705893 h 914400"/>
                <a:gd name="connsiteX1" fmla="*/ 570364 w 914400"/>
                <a:gd name="connsiteY1" fmla="*/ 592729 h 914400"/>
                <a:gd name="connsiteX2" fmla="*/ 457200 w 914400"/>
                <a:gd name="connsiteY2" fmla="*/ 479565 h 914400"/>
                <a:gd name="connsiteX3" fmla="*/ 344036 w 914400"/>
                <a:gd name="connsiteY3" fmla="*/ 592729 h 914400"/>
                <a:gd name="connsiteX4" fmla="*/ 457200 w 914400"/>
                <a:gd name="connsiteY4" fmla="*/ 705893 h 914400"/>
                <a:gd name="connsiteX5" fmla="*/ 914400 w 914400"/>
                <a:gd name="connsiteY5" fmla="*/ 914400 h 914400"/>
                <a:gd name="connsiteX6" fmla="*/ 0 w 914400"/>
                <a:gd name="connsiteY6" fmla="*/ 914400 h 914400"/>
                <a:gd name="connsiteX7" fmla="*/ 0 w 914400"/>
                <a:gd name="connsiteY7" fmla="*/ 0 h 914400"/>
                <a:gd name="connsiteX8" fmla="*/ 914400 w 914400"/>
                <a:gd name="connsiteY8" fmla="*/ 0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4400" h="914400">
                  <a:moveTo>
                    <a:pt x="457200" y="705893"/>
                  </a:moveTo>
                  <a:cubicBezTo>
                    <a:pt x="519699" y="705893"/>
                    <a:pt x="570364" y="655228"/>
                    <a:pt x="570364" y="592729"/>
                  </a:cubicBezTo>
                  <a:cubicBezTo>
                    <a:pt x="570364" y="530230"/>
                    <a:pt x="519699" y="479565"/>
                    <a:pt x="457200" y="479565"/>
                  </a:cubicBezTo>
                  <a:cubicBezTo>
                    <a:pt x="394701" y="479565"/>
                    <a:pt x="344036" y="530230"/>
                    <a:pt x="344036" y="592729"/>
                  </a:cubicBezTo>
                  <a:cubicBezTo>
                    <a:pt x="344036" y="655228"/>
                    <a:pt x="394701" y="705893"/>
                    <a:pt x="457200" y="705893"/>
                  </a:cubicBezTo>
                  <a:close/>
                  <a:moveTo>
                    <a:pt x="914400" y="914400"/>
                  </a:moveTo>
                  <a:lnTo>
                    <a:pt x="0" y="914400"/>
                  </a:lnTo>
                  <a:lnTo>
                    <a:pt x="0" y="0"/>
                  </a:lnTo>
                  <a:lnTo>
                    <a:pt x="914400" y="0"/>
                  </a:lnTo>
                  <a:close/>
                </a:path>
              </a:pathLst>
            </a:custGeom>
          </p:spPr>
        </p:pic>
        <p:pic>
          <p:nvPicPr>
            <p:cNvPr id="102" name="Gráfico 101" descr="Agua con relleno sólido">
              <a:extLst>
                <a:ext uri="{FF2B5EF4-FFF2-40B4-BE49-F238E27FC236}">
                  <a16:creationId xmlns:a16="http://schemas.microsoft.com/office/drawing/2014/main" id="{95C365C6-5CF4-95AC-0B5F-F089083EF171}"/>
                </a:ext>
              </a:extLst>
            </p:cNvPr>
            <p:cNvPicPr>
              <a:picLocks noChangeAspect="1"/>
            </p:cNvPicPr>
            <p:nvPr/>
          </p:nvPicPr>
          <p:blipFill>
            <a:blip r:embed="rId21" cstate="screen">
              <a:extLst>
                <a:ext uri="{28A0092B-C50C-407E-A947-70E740481C1C}">
                  <a14:useLocalDpi xmlns:a14="http://schemas.microsoft.com/office/drawing/2010/main"/>
                </a:ext>
                <a:ext uri="{96DAC541-7B7A-43D3-8B79-37D633B846F1}">
                  <asvg:svgBlip xmlns:asvg="http://schemas.microsoft.com/office/drawing/2016/SVG/main" r:embed="rId22"/>
                </a:ext>
              </a:extLst>
            </a:blip>
            <a:srcRect/>
            <a:stretch>
              <a:fillRect/>
            </a:stretch>
          </p:blipFill>
          <p:spPr>
            <a:xfrm rot="10800000">
              <a:off x="5047838" y="2031590"/>
              <a:ext cx="306399" cy="306399"/>
            </a:xfrm>
            <a:custGeom>
              <a:avLst/>
              <a:gdLst>
                <a:gd name="connsiteX0" fmla="*/ 457200 w 914400"/>
                <a:gd name="connsiteY0" fmla="*/ 705893 h 914400"/>
                <a:gd name="connsiteX1" fmla="*/ 570364 w 914400"/>
                <a:gd name="connsiteY1" fmla="*/ 592729 h 914400"/>
                <a:gd name="connsiteX2" fmla="*/ 457200 w 914400"/>
                <a:gd name="connsiteY2" fmla="*/ 479565 h 914400"/>
                <a:gd name="connsiteX3" fmla="*/ 344036 w 914400"/>
                <a:gd name="connsiteY3" fmla="*/ 592729 h 914400"/>
                <a:gd name="connsiteX4" fmla="*/ 457200 w 914400"/>
                <a:gd name="connsiteY4" fmla="*/ 705893 h 914400"/>
                <a:gd name="connsiteX5" fmla="*/ 914400 w 914400"/>
                <a:gd name="connsiteY5" fmla="*/ 914400 h 914400"/>
                <a:gd name="connsiteX6" fmla="*/ 0 w 914400"/>
                <a:gd name="connsiteY6" fmla="*/ 914400 h 914400"/>
                <a:gd name="connsiteX7" fmla="*/ 0 w 914400"/>
                <a:gd name="connsiteY7" fmla="*/ 0 h 914400"/>
                <a:gd name="connsiteX8" fmla="*/ 914400 w 914400"/>
                <a:gd name="connsiteY8" fmla="*/ 0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4400" h="914400">
                  <a:moveTo>
                    <a:pt x="457200" y="705893"/>
                  </a:moveTo>
                  <a:cubicBezTo>
                    <a:pt x="519699" y="705893"/>
                    <a:pt x="570364" y="655228"/>
                    <a:pt x="570364" y="592729"/>
                  </a:cubicBezTo>
                  <a:cubicBezTo>
                    <a:pt x="570364" y="530230"/>
                    <a:pt x="519699" y="479565"/>
                    <a:pt x="457200" y="479565"/>
                  </a:cubicBezTo>
                  <a:cubicBezTo>
                    <a:pt x="394701" y="479565"/>
                    <a:pt x="344036" y="530230"/>
                    <a:pt x="344036" y="592729"/>
                  </a:cubicBezTo>
                  <a:cubicBezTo>
                    <a:pt x="344036" y="655228"/>
                    <a:pt x="394701" y="705893"/>
                    <a:pt x="457200" y="705893"/>
                  </a:cubicBezTo>
                  <a:close/>
                  <a:moveTo>
                    <a:pt x="914400" y="914400"/>
                  </a:moveTo>
                  <a:lnTo>
                    <a:pt x="0" y="914400"/>
                  </a:lnTo>
                  <a:lnTo>
                    <a:pt x="0" y="0"/>
                  </a:lnTo>
                  <a:lnTo>
                    <a:pt x="914400" y="0"/>
                  </a:lnTo>
                  <a:close/>
                </a:path>
              </a:pathLst>
            </a:custGeom>
          </p:spPr>
        </p:pic>
        <p:pic>
          <p:nvPicPr>
            <p:cNvPr id="103" name="Gráfico 102" descr="Agua con relleno sólido">
              <a:extLst>
                <a:ext uri="{FF2B5EF4-FFF2-40B4-BE49-F238E27FC236}">
                  <a16:creationId xmlns:a16="http://schemas.microsoft.com/office/drawing/2014/main" id="{4AAE692E-087F-CDEE-0158-EDDF81DB902F}"/>
                </a:ext>
              </a:extLst>
            </p:cNvPr>
            <p:cNvPicPr>
              <a:picLocks noChangeAspect="1"/>
            </p:cNvPicPr>
            <p:nvPr/>
          </p:nvPicPr>
          <p:blipFill>
            <a:blip r:embed="rId23" cstate="screen">
              <a:extLst>
                <a:ext uri="{28A0092B-C50C-407E-A947-70E740481C1C}">
                  <a14:useLocalDpi xmlns:a14="http://schemas.microsoft.com/office/drawing/2010/main"/>
                </a:ext>
                <a:ext uri="{96DAC541-7B7A-43D3-8B79-37D633B846F1}">
                  <asvg:svgBlip xmlns:asvg="http://schemas.microsoft.com/office/drawing/2016/SVG/main" r:embed="rId24"/>
                </a:ext>
              </a:extLst>
            </a:blip>
            <a:srcRect/>
            <a:stretch>
              <a:fillRect/>
            </a:stretch>
          </p:blipFill>
          <p:spPr>
            <a:xfrm rot="10800000">
              <a:off x="5047838" y="2312641"/>
              <a:ext cx="306399" cy="306399"/>
            </a:xfrm>
            <a:custGeom>
              <a:avLst/>
              <a:gdLst>
                <a:gd name="connsiteX0" fmla="*/ 457200 w 914400"/>
                <a:gd name="connsiteY0" fmla="*/ 705893 h 914400"/>
                <a:gd name="connsiteX1" fmla="*/ 570364 w 914400"/>
                <a:gd name="connsiteY1" fmla="*/ 592729 h 914400"/>
                <a:gd name="connsiteX2" fmla="*/ 457200 w 914400"/>
                <a:gd name="connsiteY2" fmla="*/ 479565 h 914400"/>
                <a:gd name="connsiteX3" fmla="*/ 344036 w 914400"/>
                <a:gd name="connsiteY3" fmla="*/ 592729 h 914400"/>
                <a:gd name="connsiteX4" fmla="*/ 457200 w 914400"/>
                <a:gd name="connsiteY4" fmla="*/ 705893 h 914400"/>
                <a:gd name="connsiteX5" fmla="*/ 914400 w 914400"/>
                <a:gd name="connsiteY5" fmla="*/ 914400 h 914400"/>
                <a:gd name="connsiteX6" fmla="*/ 0 w 914400"/>
                <a:gd name="connsiteY6" fmla="*/ 914400 h 914400"/>
                <a:gd name="connsiteX7" fmla="*/ 0 w 914400"/>
                <a:gd name="connsiteY7" fmla="*/ 0 h 914400"/>
                <a:gd name="connsiteX8" fmla="*/ 914400 w 914400"/>
                <a:gd name="connsiteY8" fmla="*/ 0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4400" h="914400">
                  <a:moveTo>
                    <a:pt x="457200" y="705893"/>
                  </a:moveTo>
                  <a:cubicBezTo>
                    <a:pt x="519699" y="705893"/>
                    <a:pt x="570364" y="655228"/>
                    <a:pt x="570364" y="592729"/>
                  </a:cubicBezTo>
                  <a:cubicBezTo>
                    <a:pt x="570364" y="530230"/>
                    <a:pt x="519699" y="479565"/>
                    <a:pt x="457200" y="479565"/>
                  </a:cubicBezTo>
                  <a:cubicBezTo>
                    <a:pt x="394701" y="479565"/>
                    <a:pt x="344036" y="530230"/>
                    <a:pt x="344036" y="592729"/>
                  </a:cubicBezTo>
                  <a:cubicBezTo>
                    <a:pt x="344036" y="655228"/>
                    <a:pt x="394701" y="705893"/>
                    <a:pt x="457200" y="705893"/>
                  </a:cubicBezTo>
                  <a:close/>
                  <a:moveTo>
                    <a:pt x="914400" y="914400"/>
                  </a:moveTo>
                  <a:lnTo>
                    <a:pt x="0" y="914400"/>
                  </a:lnTo>
                  <a:lnTo>
                    <a:pt x="0" y="0"/>
                  </a:lnTo>
                  <a:lnTo>
                    <a:pt x="914400" y="0"/>
                  </a:lnTo>
                  <a:close/>
                </a:path>
              </a:pathLst>
            </a:custGeom>
          </p:spPr>
        </p:pic>
        <p:pic>
          <p:nvPicPr>
            <p:cNvPr id="105" name="Gráfico 104" descr="Agua con relleno sólido">
              <a:extLst>
                <a:ext uri="{FF2B5EF4-FFF2-40B4-BE49-F238E27FC236}">
                  <a16:creationId xmlns:a16="http://schemas.microsoft.com/office/drawing/2014/main" id="{890E2678-B4B4-2486-ACD2-7446696CEA57}"/>
                </a:ext>
              </a:extLst>
            </p:cNvPr>
            <p:cNvPicPr>
              <a:picLocks noChangeAspect="1"/>
            </p:cNvPicPr>
            <p:nvPr/>
          </p:nvPicPr>
          <p:blipFill>
            <a:blip r:embed="rId25" cstate="screen">
              <a:extLst>
                <a:ext uri="{28A0092B-C50C-407E-A947-70E740481C1C}">
                  <a14:useLocalDpi xmlns:a14="http://schemas.microsoft.com/office/drawing/2010/main"/>
                </a:ext>
                <a:ext uri="{96DAC541-7B7A-43D3-8B79-37D633B846F1}">
                  <asvg:svgBlip xmlns:asvg="http://schemas.microsoft.com/office/drawing/2016/SVG/main" r:embed="rId26"/>
                </a:ext>
              </a:extLst>
            </a:blip>
            <a:srcRect/>
            <a:stretch>
              <a:fillRect/>
            </a:stretch>
          </p:blipFill>
          <p:spPr>
            <a:xfrm rot="10800000">
              <a:off x="5047838" y="2593692"/>
              <a:ext cx="306399" cy="306399"/>
            </a:xfrm>
            <a:custGeom>
              <a:avLst/>
              <a:gdLst>
                <a:gd name="connsiteX0" fmla="*/ 457200 w 914400"/>
                <a:gd name="connsiteY0" fmla="*/ 705893 h 914400"/>
                <a:gd name="connsiteX1" fmla="*/ 570364 w 914400"/>
                <a:gd name="connsiteY1" fmla="*/ 592729 h 914400"/>
                <a:gd name="connsiteX2" fmla="*/ 457200 w 914400"/>
                <a:gd name="connsiteY2" fmla="*/ 479565 h 914400"/>
                <a:gd name="connsiteX3" fmla="*/ 344036 w 914400"/>
                <a:gd name="connsiteY3" fmla="*/ 592729 h 914400"/>
                <a:gd name="connsiteX4" fmla="*/ 457200 w 914400"/>
                <a:gd name="connsiteY4" fmla="*/ 705893 h 914400"/>
                <a:gd name="connsiteX5" fmla="*/ 914400 w 914400"/>
                <a:gd name="connsiteY5" fmla="*/ 914400 h 914400"/>
                <a:gd name="connsiteX6" fmla="*/ 0 w 914400"/>
                <a:gd name="connsiteY6" fmla="*/ 914400 h 914400"/>
                <a:gd name="connsiteX7" fmla="*/ 0 w 914400"/>
                <a:gd name="connsiteY7" fmla="*/ 0 h 914400"/>
                <a:gd name="connsiteX8" fmla="*/ 914400 w 914400"/>
                <a:gd name="connsiteY8" fmla="*/ 0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4400" h="914400">
                  <a:moveTo>
                    <a:pt x="457200" y="705893"/>
                  </a:moveTo>
                  <a:cubicBezTo>
                    <a:pt x="519699" y="705893"/>
                    <a:pt x="570364" y="655228"/>
                    <a:pt x="570364" y="592729"/>
                  </a:cubicBezTo>
                  <a:cubicBezTo>
                    <a:pt x="570364" y="530230"/>
                    <a:pt x="519699" y="479565"/>
                    <a:pt x="457200" y="479565"/>
                  </a:cubicBezTo>
                  <a:cubicBezTo>
                    <a:pt x="394701" y="479565"/>
                    <a:pt x="344036" y="530230"/>
                    <a:pt x="344036" y="592729"/>
                  </a:cubicBezTo>
                  <a:cubicBezTo>
                    <a:pt x="344036" y="655228"/>
                    <a:pt x="394701" y="705893"/>
                    <a:pt x="457200" y="705893"/>
                  </a:cubicBezTo>
                  <a:close/>
                  <a:moveTo>
                    <a:pt x="914400" y="914400"/>
                  </a:moveTo>
                  <a:lnTo>
                    <a:pt x="0" y="914400"/>
                  </a:lnTo>
                  <a:lnTo>
                    <a:pt x="0" y="0"/>
                  </a:lnTo>
                  <a:lnTo>
                    <a:pt x="914400" y="0"/>
                  </a:lnTo>
                  <a:close/>
                </a:path>
              </a:pathLst>
            </a:custGeom>
          </p:spPr>
        </p:pic>
        <p:pic>
          <p:nvPicPr>
            <p:cNvPr id="109" name="Gráfico 108" descr="Agua con relleno sólido">
              <a:extLst>
                <a:ext uri="{FF2B5EF4-FFF2-40B4-BE49-F238E27FC236}">
                  <a16:creationId xmlns:a16="http://schemas.microsoft.com/office/drawing/2014/main" id="{DF96E678-75F3-0E9F-8FDB-9A75C2EC7472}"/>
                </a:ext>
              </a:extLst>
            </p:cNvPr>
            <p:cNvPicPr>
              <a:picLocks noChangeAspect="1"/>
            </p:cNvPicPr>
            <p:nvPr/>
          </p:nvPicPr>
          <p:blipFill>
            <a:blip r:embed="rId27" cstate="screen">
              <a:extLst>
                <a:ext uri="{28A0092B-C50C-407E-A947-70E740481C1C}">
                  <a14:useLocalDpi xmlns:a14="http://schemas.microsoft.com/office/drawing/2010/main"/>
                </a:ext>
                <a:ext uri="{96DAC541-7B7A-43D3-8B79-37D633B846F1}">
                  <asvg:svgBlip xmlns:asvg="http://schemas.microsoft.com/office/drawing/2016/SVG/main" r:embed="rId28"/>
                </a:ext>
              </a:extLst>
            </a:blip>
            <a:srcRect/>
            <a:stretch>
              <a:fillRect/>
            </a:stretch>
          </p:blipFill>
          <p:spPr>
            <a:xfrm rot="10800000">
              <a:off x="5047838" y="2874743"/>
              <a:ext cx="306399" cy="306399"/>
            </a:xfrm>
            <a:custGeom>
              <a:avLst/>
              <a:gdLst>
                <a:gd name="connsiteX0" fmla="*/ 457200 w 914400"/>
                <a:gd name="connsiteY0" fmla="*/ 705893 h 914400"/>
                <a:gd name="connsiteX1" fmla="*/ 570364 w 914400"/>
                <a:gd name="connsiteY1" fmla="*/ 592729 h 914400"/>
                <a:gd name="connsiteX2" fmla="*/ 457200 w 914400"/>
                <a:gd name="connsiteY2" fmla="*/ 479565 h 914400"/>
                <a:gd name="connsiteX3" fmla="*/ 344036 w 914400"/>
                <a:gd name="connsiteY3" fmla="*/ 592729 h 914400"/>
                <a:gd name="connsiteX4" fmla="*/ 457200 w 914400"/>
                <a:gd name="connsiteY4" fmla="*/ 705893 h 914400"/>
                <a:gd name="connsiteX5" fmla="*/ 914400 w 914400"/>
                <a:gd name="connsiteY5" fmla="*/ 914400 h 914400"/>
                <a:gd name="connsiteX6" fmla="*/ 0 w 914400"/>
                <a:gd name="connsiteY6" fmla="*/ 914400 h 914400"/>
                <a:gd name="connsiteX7" fmla="*/ 0 w 914400"/>
                <a:gd name="connsiteY7" fmla="*/ 0 h 914400"/>
                <a:gd name="connsiteX8" fmla="*/ 914400 w 914400"/>
                <a:gd name="connsiteY8" fmla="*/ 0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4400" h="914400">
                  <a:moveTo>
                    <a:pt x="457200" y="705893"/>
                  </a:moveTo>
                  <a:cubicBezTo>
                    <a:pt x="519699" y="705893"/>
                    <a:pt x="570364" y="655228"/>
                    <a:pt x="570364" y="592729"/>
                  </a:cubicBezTo>
                  <a:cubicBezTo>
                    <a:pt x="570364" y="530230"/>
                    <a:pt x="519699" y="479565"/>
                    <a:pt x="457200" y="479565"/>
                  </a:cubicBezTo>
                  <a:cubicBezTo>
                    <a:pt x="394701" y="479565"/>
                    <a:pt x="344036" y="530230"/>
                    <a:pt x="344036" y="592729"/>
                  </a:cubicBezTo>
                  <a:cubicBezTo>
                    <a:pt x="344036" y="655228"/>
                    <a:pt x="394701" y="705893"/>
                    <a:pt x="457200" y="705893"/>
                  </a:cubicBezTo>
                  <a:close/>
                  <a:moveTo>
                    <a:pt x="914400" y="914400"/>
                  </a:moveTo>
                  <a:lnTo>
                    <a:pt x="0" y="914400"/>
                  </a:lnTo>
                  <a:lnTo>
                    <a:pt x="0" y="0"/>
                  </a:lnTo>
                  <a:lnTo>
                    <a:pt x="914400" y="0"/>
                  </a:lnTo>
                  <a:close/>
                </a:path>
              </a:pathLst>
            </a:custGeom>
          </p:spPr>
        </p:pic>
        <p:pic>
          <p:nvPicPr>
            <p:cNvPr id="114" name="Gráfico 113" descr="Agua con relleno sólido">
              <a:extLst>
                <a:ext uri="{FF2B5EF4-FFF2-40B4-BE49-F238E27FC236}">
                  <a16:creationId xmlns:a16="http://schemas.microsoft.com/office/drawing/2014/main" id="{5DDC2BEF-7315-C9D2-A29E-53721B3F9D5C}"/>
                </a:ext>
              </a:extLst>
            </p:cNvPr>
            <p:cNvPicPr>
              <a:picLocks noChangeAspect="1"/>
            </p:cNvPicPr>
            <p:nvPr/>
          </p:nvPicPr>
          <p:blipFill>
            <a:blip r:embed="rId29" cstate="screen">
              <a:extLst>
                <a:ext uri="{28A0092B-C50C-407E-A947-70E740481C1C}">
                  <a14:useLocalDpi xmlns:a14="http://schemas.microsoft.com/office/drawing/2010/main"/>
                </a:ext>
                <a:ext uri="{96DAC541-7B7A-43D3-8B79-37D633B846F1}">
                  <asvg:svgBlip xmlns:asvg="http://schemas.microsoft.com/office/drawing/2016/SVG/main" r:embed="rId30"/>
                </a:ext>
              </a:extLst>
            </a:blip>
            <a:srcRect/>
            <a:stretch>
              <a:fillRect/>
            </a:stretch>
          </p:blipFill>
          <p:spPr>
            <a:xfrm rot="10800000">
              <a:off x="5047838" y="3155794"/>
              <a:ext cx="306399" cy="306399"/>
            </a:xfrm>
            <a:custGeom>
              <a:avLst/>
              <a:gdLst>
                <a:gd name="connsiteX0" fmla="*/ 457200 w 914400"/>
                <a:gd name="connsiteY0" fmla="*/ 705893 h 914400"/>
                <a:gd name="connsiteX1" fmla="*/ 570364 w 914400"/>
                <a:gd name="connsiteY1" fmla="*/ 592729 h 914400"/>
                <a:gd name="connsiteX2" fmla="*/ 457200 w 914400"/>
                <a:gd name="connsiteY2" fmla="*/ 479565 h 914400"/>
                <a:gd name="connsiteX3" fmla="*/ 344036 w 914400"/>
                <a:gd name="connsiteY3" fmla="*/ 592729 h 914400"/>
                <a:gd name="connsiteX4" fmla="*/ 457200 w 914400"/>
                <a:gd name="connsiteY4" fmla="*/ 705893 h 914400"/>
                <a:gd name="connsiteX5" fmla="*/ 914400 w 914400"/>
                <a:gd name="connsiteY5" fmla="*/ 914400 h 914400"/>
                <a:gd name="connsiteX6" fmla="*/ 0 w 914400"/>
                <a:gd name="connsiteY6" fmla="*/ 914400 h 914400"/>
                <a:gd name="connsiteX7" fmla="*/ 0 w 914400"/>
                <a:gd name="connsiteY7" fmla="*/ 0 h 914400"/>
                <a:gd name="connsiteX8" fmla="*/ 914400 w 914400"/>
                <a:gd name="connsiteY8" fmla="*/ 0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4400" h="914400">
                  <a:moveTo>
                    <a:pt x="457200" y="705893"/>
                  </a:moveTo>
                  <a:cubicBezTo>
                    <a:pt x="519699" y="705893"/>
                    <a:pt x="570364" y="655228"/>
                    <a:pt x="570364" y="592729"/>
                  </a:cubicBezTo>
                  <a:cubicBezTo>
                    <a:pt x="570364" y="530230"/>
                    <a:pt x="519699" y="479565"/>
                    <a:pt x="457200" y="479565"/>
                  </a:cubicBezTo>
                  <a:cubicBezTo>
                    <a:pt x="394701" y="479565"/>
                    <a:pt x="344036" y="530230"/>
                    <a:pt x="344036" y="592729"/>
                  </a:cubicBezTo>
                  <a:cubicBezTo>
                    <a:pt x="344036" y="655228"/>
                    <a:pt x="394701" y="705893"/>
                    <a:pt x="457200" y="705893"/>
                  </a:cubicBezTo>
                  <a:close/>
                  <a:moveTo>
                    <a:pt x="914400" y="914400"/>
                  </a:moveTo>
                  <a:lnTo>
                    <a:pt x="0" y="914400"/>
                  </a:lnTo>
                  <a:lnTo>
                    <a:pt x="0" y="0"/>
                  </a:lnTo>
                  <a:lnTo>
                    <a:pt x="914400" y="0"/>
                  </a:lnTo>
                  <a:close/>
                </a:path>
              </a:pathLst>
            </a:custGeom>
          </p:spPr>
        </p:pic>
        <p:pic>
          <p:nvPicPr>
            <p:cNvPr id="115" name="Picture 2">
              <a:extLst>
                <a:ext uri="{FF2B5EF4-FFF2-40B4-BE49-F238E27FC236}">
                  <a16:creationId xmlns:a16="http://schemas.microsoft.com/office/drawing/2014/main" id="{CD8D8135-D419-1396-9960-600D80058DC2}"/>
                </a:ext>
              </a:extLst>
            </p:cNvPr>
            <p:cNvPicPr>
              <a:picLocks noChangeAspect="1" noChangeArrowheads="1"/>
            </p:cNvPicPr>
            <p:nvPr/>
          </p:nvPicPr>
          <p:blipFill>
            <a:blip r:embed="rId37" cstate="screen">
              <a:extLst>
                <a:ext uri="{28A0092B-C50C-407E-A947-70E740481C1C}">
                  <a14:useLocalDpi xmlns:a14="http://schemas.microsoft.com/office/drawing/2010/main"/>
                </a:ext>
              </a:extLst>
            </a:blip>
            <a:srcRect/>
            <a:stretch>
              <a:fillRect/>
            </a:stretch>
          </p:blipFill>
          <p:spPr bwMode="auto">
            <a:xfrm>
              <a:off x="5346767" y="2106563"/>
              <a:ext cx="430573" cy="194599"/>
            </a:xfrm>
            <a:prstGeom prst="rect">
              <a:avLst/>
            </a:prstGeom>
            <a:noFill/>
            <a:extLst>
              <a:ext uri="{909E8E84-426E-40DD-AFC4-6F175D3DCCD1}">
                <a14:hiddenFill xmlns:a14="http://schemas.microsoft.com/office/drawing/2010/main">
                  <a:solidFill>
                    <a:srgbClr val="FFFFFF"/>
                  </a:solidFill>
                </a14:hiddenFill>
              </a:ext>
            </a:extLst>
          </p:spPr>
        </p:pic>
        <p:pic>
          <p:nvPicPr>
            <p:cNvPr id="120" name="Gráfico 119" descr="Agua con relleno sólido">
              <a:extLst>
                <a:ext uri="{FF2B5EF4-FFF2-40B4-BE49-F238E27FC236}">
                  <a16:creationId xmlns:a16="http://schemas.microsoft.com/office/drawing/2014/main" id="{9601C6AF-C21F-91BE-B7AA-50F86FE3BB83}"/>
                </a:ext>
              </a:extLst>
            </p:cNvPr>
            <p:cNvPicPr>
              <a:picLocks noChangeAspect="1"/>
            </p:cNvPicPr>
            <p:nvPr/>
          </p:nvPicPr>
          <p:blipFill>
            <a:blip r:embed="rId31" cstate="screen">
              <a:extLst>
                <a:ext uri="{28A0092B-C50C-407E-A947-70E740481C1C}">
                  <a14:useLocalDpi xmlns:a14="http://schemas.microsoft.com/office/drawing/2010/main"/>
                </a:ext>
                <a:ext uri="{96DAC541-7B7A-43D3-8B79-37D633B846F1}">
                  <asvg:svgBlip xmlns:asvg="http://schemas.microsoft.com/office/drawing/2016/SVG/main" r:embed="rId32"/>
                </a:ext>
              </a:extLst>
            </a:blip>
            <a:srcRect/>
            <a:stretch>
              <a:fillRect/>
            </a:stretch>
          </p:blipFill>
          <p:spPr>
            <a:xfrm rot="10800000">
              <a:off x="5047838" y="3436845"/>
              <a:ext cx="306399" cy="306399"/>
            </a:xfrm>
            <a:custGeom>
              <a:avLst/>
              <a:gdLst>
                <a:gd name="connsiteX0" fmla="*/ 457200 w 914400"/>
                <a:gd name="connsiteY0" fmla="*/ 705893 h 914400"/>
                <a:gd name="connsiteX1" fmla="*/ 570364 w 914400"/>
                <a:gd name="connsiteY1" fmla="*/ 592729 h 914400"/>
                <a:gd name="connsiteX2" fmla="*/ 457200 w 914400"/>
                <a:gd name="connsiteY2" fmla="*/ 479565 h 914400"/>
                <a:gd name="connsiteX3" fmla="*/ 344036 w 914400"/>
                <a:gd name="connsiteY3" fmla="*/ 592729 h 914400"/>
                <a:gd name="connsiteX4" fmla="*/ 457200 w 914400"/>
                <a:gd name="connsiteY4" fmla="*/ 705893 h 914400"/>
                <a:gd name="connsiteX5" fmla="*/ 914400 w 914400"/>
                <a:gd name="connsiteY5" fmla="*/ 914400 h 914400"/>
                <a:gd name="connsiteX6" fmla="*/ 0 w 914400"/>
                <a:gd name="connsiteY6" fmla="*/ 914400 h 914400"/>
                <a:gd name="connsiteX7" fmla="*/ 0 w 914400"/>
                <a:gd name="connsiteY7" fmla="*/ 0 h 914400"/>
                <a:gd name="connsiteX8" fmla="*/ 914400 w 914400"/>
                <a:gd name="connsiteY8" fmla="*/ 0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4400" h="914400">
                  <a:moveTo>
                    <a:pt x="457200" y="705893"/>
                  </a:moveTo>
                  <a:cubicBezTo>
                    <a:pt x="519699" y="705893"/>
                    <a:pt x="570364" y="655228"/>
                    <a:pt x="570364" y="592729"/>
                  </a:cubicBezTo>
                  <a:cubicBezTo>
                    <a:pt x="570364" y="530230"/>
                    <a:pt x="519699" y="479565"/>
                    <a:pt x="457200" y="479565"/>
                  </a:cubicBezTo>
                  <a:cubicBezTo>
                    <a:pt x="394701" y="479565"/>
                    <a:pt x="344036" y="530230"/>
                    <a:pt x="344036" y="592729"/>
                  </a:cubicBezTo>
                  <a:cubicBezTo>
                    <a:pt x="344036" y="655228"/>
                    <a:pt x="394701" y="705893"/>
                    <a:pt x="457200" y="705893"/>
                  </a:cubicBezTo>
                  <a:close/>
                  <a:moveTo>
                    <a:pt x="914400" y="914400"/>
                  </a:moveTo>
                  <a:lnTo>
                    <a:pt x="0" y="914400"/>
                  </a:lnTo>
                  <a:lnTo>
                    <a:pt x="0" y="0"/>
                  </a:lnTo>
                  <a:lnTo>
                    <a:pt x="914400" y="0"/>
                  </a:lnTo>
                  <a:close/>
                </a:path>
              </a:pathLst>
            </a:custGeom>
          </p:spPr>
        </p:pic>
        <p:pic>
          <p:nvPicPr>
            <p:cNvPr id="1040" name="Picture 16">
              <a:extLst>
                <a:ext uri="{FF2B5EF4-FFF2-40B4-BE49-F238E27FC236}">
                  <a16:creationId xmlns:a16="http://schemas.microsoft.com/office/drawing/2014/main" id="{722610C1-812A-A7B9-125D-FA152331379F}"/>
                </a:ext>
              </a:extLst>
            </p:cNvPr>
            <p:cNvPicPr>
              <a:picLocks noChangeAspect="1" noChangeArrowheads="1"/>
            </p:cNvPicPr>
            <p:nvPr/>
          </p:nvPicPr>
          <p:blipFill rotWithShape="1">
            <a:blip r:embed="rId38" cstate="screen">
              <a:extLst>
                <a:ext uri="{28A0092B-C50C-407E-A947-70E740481C1C}">
                  <a14:useLocalDpi xmlns:a14="http://schemas.microsoft.com/office/drawing/2010/main"/>
                </a:ext>
              </a:extLst>
            </a:blip>
            <a:srcRect/>
            <a:stretch/>
          </p:blipFill>
          <p:spPr bwMode="auto">
            <a:xfrm>
              <a:off x="5316986" y="2400212"/>
              <a:ext cx="530185" cy="133697"/>
            </a:xfrm>
            <a:prstGeom prst="rect">
              <a:avLst/>
            </a:prstGeom>
            <a:noFill/>
            <a:extLst>
              <a:ext uri="{909E8E84-426E-40DD-AFC4-6F175D3DCCD1}">
                <a14:hiddenFill xmlns:a14="http://schemas.microsoft.com/office/drawing/2010/main">
                  <a:solidFill>
                    <a:srgbClr val="FFFFFF"/>
                  </a:solidFill>
                </a14:hiddenFill>
              </a:ext>
            </a:extLst>
          </p:spPr>
        </p:pic>
        <p:pic>
          <p:nvPicPr>
            <p:cNvPr id="121" name="Picture 6">
              <a:extLst>
                <a:ext uri="{FF2B5EF4-FFF2-40B4-BE49-F238E27FC236}">
                  <a16:creationId xmlns:a16="http://schemas.microsoft.com/office/drawing/2014/main" id="{019AA996-BD10-9B8A-9641-57C1B27ED0D6}"/>
                </a:ext>
              </a:extLst>
            </p:cNvPr>
            <p:cNvPicPr>
              <a:picLocks noChangeAspect="1" noChangeArrowheads="1"/>
            </p:cNvPicPr>
            <p:nvPr/>
          </p:nvPicPr>
          <p:blipFill>
            <a:blip r:embed="rId39" cstate="screen">
              <a:extLst>
                <a:ext uri="{28A0092B-C50C-407E-A947-70E740481C1C}">
                  <a14:useLocalDpi xmlns:a14="http://schemas.microsoft.com/office/drawing/2010/main"/>
                </a:ext>
              </a:extLst>
            </a:blip>
            <a:srcRect/>
            <a:stretch>
              <a:fillRect/>
            </a:stretch>
          </p:blipFill>
          <p:spPr bwMode="auto">
            <a:xfrm>
              <a:off x="5346767" y="2965719"/>
              <a:ext cx="454025" cy="174800"/>
            </a:xfrm>
            <a:prstGeom prst="rect">
              <a:avLst/>
            </a:prstGeom>
            <a:noFill/>
            <a:extLst>
              <a:ext uri="{909E8E84-426E-40DD-AFC4-6F175D3DCCD1}">
                <a14:hiddenFill xmlns:a14="http://schemas.microsoft.com/office/drawing/2010/main">
                  <a:solidFill>
                    <a:srgbClr val="FFFFFF"/>
                  </a:solidFill>
                </a14:hiddenFill>
              </a:ext>
            </a:extLst>
          </p:spPr>
        </p:pic>
        <p:pic>
          <p:nvPicPr>
            <p:cNvPr id="122" name="Picture 8" descr="Agro360 – Site">
              <a:extLst>
                <a:ext uri="{FF2B5EF4-FFF2-40B4-BE49-F238E27FC236}">
                  <a16:creationId xmlns:a16="http://schemas.microsoft.com/office/drawing/2014/main" id="{42A99E66-4F98-0CEF-C854-059C7B3B629B}"/>
                </a:ext>
              </a:extLst>
            </p:cNvPr>
            <p:cNvPicPr>
              <a:picLocks noChangeAspect="1" noChangeArrowheads="1"/>
            </p:cNvPicPr>
            <p:nvPr/>
          </p:nvPicPr>
          <p:blipFill rotWithShape="1">
            <a:blip r:embed="rId40" cstate="screen">
              <a:extLst>
                <a:ext uri="{28A0092B-C50C-407E-A947-70E740481C1C}">
                  <a14:useLocalDpi xmlns:a14="http://schemas.microsoft.com/office/drawing/2010/main"/>
                </a:ext>
              </a:extLst>
            </a:blip>
            <a:srcRect/>
            <a:stretch/>
          </p:blipFill>
          <p:spPr bwMode="auto">
            <a:xfrm>
              <a:off x="5346767" y="3230031"/>
              <a:ext cx="470624" cy="174800"/>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18" descr="Timac AGRO">
              <a:extLst>
                <a:ext uri="{FF2B5EF4-FFF2-40B4-BE49-F238E27FC236}">
                  <a16:creationId xmlns:a16="http://schemas.microsoft.com/office/drawing/2014/main" id="{4EF7B1F0-CA4D-1245-0AA4-8102D64CE0B0}"/>
                </a:ext>
              </a:extLst>
            </p:cNvPr>
            <p:cNvPicPr>
              <a:picLocks noChangeAspect="1" noChangeArrowheads="1"/>
            </p:cNvPicPr>
            <p:nvPr/>
          </p:nvPicPr>
          <p:blipFill>
            <a:blip r:embed="rId41" cstate="screen">
              <a:extLst>
                <a:ext uri="{28A0092B-C50C-407E-A947-70E740481C1C}">
                  <a14:useLocalDpi xmlns:a14="http://schemas.microsoft.com/office/drawing/2010/main"/>
                </a:ext>
              </a:extLst>
            </a:blip>
            <a:srcRect/>
            <a:stretch>
              <a:fillRect/>
            </a:stretch>
          </p:blipFill>
          <p:spPr bwMode="auto">
            <a:xfrm>
              <a:off x="5346767" y="3517218"/>
              <a:ext cx="543988" cy="149242"/>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14" descr="Sobre nós | Morro Verde">
              <a:extLst>
                <a:ext uri="{FF2B5EF4-FFF2-40B4-BE49-F238E27FC236}">
                  <a16:creationId xmlns:a16="http://schemas.microsoft.com/office/drawing/2014/main" id="{5A1D65FC-AE5B-9728-7B4B-45F3B074105A}"/>
                </a:ext>
              </a:extLst>
            </p:cNvPr>
            <p:cNvPicPr>
              <a:picLocks noChangeAspect="1" noChangeArrowheads="1"/>
            </p:cNvPicPr>
            <p:nvPr/>
          </p:nvPicPr>
          <p:blipFill>
            <a:blip r:embed="rId42" cstate="screen">
              <a:extLst>
                <a:ext uri="{28A0092B-C50C-407E-A947-70E740481C1C}">
                  <a14:useLocalDpi xmlns:a14="http://schemas.microsoft.com/office/drawing/2010/main"/>
                </a:ext>
              </a:extLst>
            </a:blip>
            <a:srcRect/>
            <a:stretch>
              <a:fillRect/>
            </a:stretch>
          </p:blipFill>
          <p:spPr bwMode="auto">
            <a:xfrm>
              <a:off x="5312628" y="3800696"/>
              <a:ext cx="374670" cy="191498"/>
            </a:xfrm>
            <a:prstGeom prst="rect">
              <a:avLst/>
            </a:prstGeom>
            <a:noFill/>
            <a:extLst>
              <a:ext uri="{909E8E84-426E-40DD-AFC4-6F175D3DCCD1}">
                <a14:hiddenFill xmlns:a14="http://schemas.microsoft.com/office/drawing/2010/main">
                  <a:solidFill>
                    <a:srgbClr val="FFFFFF"/>
                  </a:solidFill>
                </a14:hiddenFill>
              </a:ext>
            </a:extLst>
          </p:spPr>
        </p:pic>
        <p:pic>
          <p:nvPicPr>
            <p:cNvPr id="63" name="Gráfico 62" descr="Agua con relleno sólido">
              <a:extLst>
                <a:ext uri="{FF2B5EF4-FFF2-40B4-BE49-F238E27FC236}">
                  <a16:creationId xmlns:a16="http://schemas.microsoft.com/office/drawing/2014/main" id="{ACA7769B-CFF8-CEF5-9174-33F71B803C14}"/>
                </a:ext>
              </a:extLst>
            </p:cNvPr>
            <p:cNvPicPr>
              <a:picLocks noChangeAspect="1"/>
            </p:cNvPicPr>
            <p:nvPr/>
          </p:nvPicPr>
          <p:blipFill>
            <a:blip r:embed="rId43" cstate="screen">
              <a:extLst>
                <a:ext uri="{28A0092B-C50C-407E-A947-70E740481C1C}">
                  <a14:useLocalDpi xmlns:a14="http://schemas.microsoft.com/office/drawing/2010/main"/>
                </a:ext>
                <a:ext uri="{96DAC541-7B7A-43D3-8B79-37D633B846F1}">
                  <asvg:svgBlip xmlns:asvg="http://schemas.microsoft.com/office/drawing/2016/SVG/main" r:embed="rId44"/>
                </a:ext>
              </a:extLst>
            </a:blip>
            <a:srcRect/>
            <a:stretch>
              <a:fillRect/>
            </a:stretch>
          </p:blipFill>
          <p:spPr>
            <a:xfrm rot="10800000">
              <a:off x="5042343" y="3743245"/>
              <a:ext cx="306399" cy="306399"/>
            </a:xfrm>
            <a:custGeom>
              <a:avLst/>
              <a:gdLst>
                <a:gd name="connsiteX0" fmla="*/ 457200 w 914400"/>
                <a:gd name="connsiteY0" fmla="*/ 705893 h 914400"/>
                <a:gd name="connsiteX1" fmla="*/ 570364 w 914400"/>
                <a:gd name="connsiteY1" fmla="*/ 592729 h 914400"/>
                <a:gd name="connsiteX2" fmla="*/ 457200 w 914400"/>
                <a:gd name="connsiteY2" fmla="*/ 479565 h 914400"/>
                <a:gd name="connsiteX3" fmla="*/ 344036 w 914400"/>
                <a:gd name="connsiteY3" fmla="*/ 592729 h 914400"/>
                <a:gd name="connsiteX4" fmla="*/ 457200 w 914400"/>
                <a:gd name="connsiteY4" fmla="*/ 705893 h 914400"/>
                <a:gd name="connsiteX5" fmla="*/ 914400 w 914400"/>
                <a:gd name="connsiteY5" fmla="*/ 914400 h 914400"/>
                <a:gd name="connsiteX6" fmla="*/ 0 w 914400"/>
                <a:gd name="connsiteY6" fmla="*/ 914400 h 914400"/>
                <a:gd name="connsiteX7" fmla="*/ 0 w 914400"/>
                <a:gd name="connsiteY7" fmla="*/ 0 h 914400"/>
                <a:gd name="connsiteX8" fmla="*/ 914400 w 914400"/>
                <a:gd name="connsiteY8" fmla="*/ 0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4400" h="914400">
                  <a:moveTo>
                    <a:pt x="457200" y="705893"/>
                  </a:moveTo>
                  <a:cubicBezTo>
                    <a:pt x="519699" y="705893"/>
                    <a:pt x="570364" y="655228"/>
                    <a:pt x="570364" y="592729"/>
                  </a:cubicBezTo>
                  <a:cubicBezTo>
                    <a:pt x="570364" y="530230"/>
                    <a:pt x="519699" y="479565"/>
                    <a:pt x="457200" y="479565"/>
                  </a:cubicBezTo>
                  <a:cubicBezTo>
                    <a:pt x="394701" y="479565"/>
                    <a:pt x="344036" y="530230"/>
                    <a:pt x="344036" y="592729"/>
                  </a:cubicBezTo>
                  <a:cubicBezTo>
                    <a:pt x="344036" y="655228"/>
                    <a:pt x="394701" y="705893"/>
                    <a:pt x="457200" y="705893"/>
                  </a:cubicBezTo>
                  <a:close/>
                  <a:moveTo>
                    <a:pt x="914400" y="914400"/>
                  </a:moveTo>
                  <a:lnTo>
                    <a:pt x="0" y="914400"/>
                  </a:lnTo>
                  <a:lnTo>
                    <a:pt x="0" y="0"/>
                  </a:lnTo>
                  <a:lnTo>
                    <a:pt x="914400" y="0"/>
                  </a:lnTo>
                  <a:close/>
                </a:path>
              </a:pathLst>
            </a:custGeom>
          </p:spPr>
        </p:pic>
      </p:grpSp>
      <p:pic>
        <p:nvPicPr>
          <p:cNvPr id="68" name="Gráfico 67" descr="Agua con relleno sólido">
            <a:extLst>
              <a:ext uri="{FF2B5EF4-FFF2-40B4-BE49-F238E27FC236}">
                <a16:creationId xmlns:a16="http://schemas.microsoft.com/office/drawing/2014/main" id="{20FE6967-9BE8-54DD-DDB8-D271F99E2391}"/>
              </a:ext>
            </a:extLst>
          </p:cNvPr>
          <p:cNvPicPr>
            <a:picLocks noChangeAspect="1"/>
          </p:cNvPicPr>
          <p:nvPr/>
        </p:nvPicPr>
        <p:blipFill>
          <a:blip r:embed="rId43" cstate="screen">
            <a:extLst>
              <a:ext uri="{28A0092B-C50C-407E-A947-70E740481C1C}">
                <a14:useLocalDpi xmlns:a14="http://schemas.microsoft.com/office/drawing/2010/main"/>
              </a:ext>
              <a:ext uri="{96DAC541-7B7A-43D3-8B79-37D633B846F1}">
                <asvg:svgBlip xmlns:asvg="http://schemas.microsoft.com/office/drawing/2016/SVG/main" r:embed="rId44"/>
              </a:ext>
            </a:extLst>
          </a:blip>
          <a:srcRect/>
          <a:stretch>
            <a:fillRect/>
          </a:stretch>
        </p:blipFill>
        <p:spPr>
          <a:xfrm rot="10800000">
            <a:off x="3507202" y="4239235"/>
            <a:ext cx="233829" cy="233829"/>
          </a:xfrm>
          <a:custGeom>
            <a:avLst/>
            <a:gdLst>
              <a:gd name="connsiteX0" fmla="*/ 457200 w 914400"/>
              <a:gd name="connsiteY0" fmla="*/ 705893 h 914400"/>
              <a:gd name="connsiteX1" fmla="*/ 570364 w 914400"/>
              <a:gd name="connsiteY1" fmla="*/ 592729 h 914400"/>
              <a:gd name="connsiteX2" fmla="*/ 457200 w 914400"/>
              <a:gd name="connsiteY2" fmla="*/ 479565 h 914400"/>
              <a:gd name="connsiteX3" fmla="*/ 344036 w 914400"/>
              <a:gd name="connsiteY3" fmla="*/ 592729 h 914400"/>
              <a:gd name="connsiteX4" fmla="*/ 457200 w 914400"/>
              <a:gd name="connsiteY4" fmla="*/ 705893 h 914400"/>
              <a:gd name="connsiteX5" fmla="*/ 914400 w 914400"/>
              <a:gd name="connsiteY5" fmla="*/ 914400 h 914400"/>
              <a:gd name="connsiteX6" fmla="*/ 0 w 914400"/>
              <a:gd name="connsiteY6" fmla="*/ 914400 h 914400"/>
              <a:gd name="connsiteX7" fmla="*/ 0 w 914400"/>
              <a:gd name="connsiteY7" fmla="*/ 0 h 914400"/>
              <a:gd name="connsiteX8" fmla="*/ 914400 w 914400"/>
              <a:gd name="connsiteY8" fmla="*/ 0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4400" h="914400">
                <a:moveTo>
                  <a:pt x="457200" y="705893"/>
                </a:moveTo>
                <a:cubicBezTo>
                  <a:pt x="519699" y="705893"/>
                  <a:pt x="570364" y="655228"/>
                  <a:pt x="570364" y="592729"/>
                </a:cubicBezTo>
                <a:cubicBezTo>
                  <a:pt x="570364" y="530230"/>
                  <a:pt x="519699" y="479565"/>
                  <a:pt x="457200" y="479565"/>
                </a:cubicBezTo>
                <a:cubicBezTo>
                  <a:pt x="394701" y="479565"/>
                  <a:pt x="344036" y="530230"/>
                  <a:pt x="344036" y="592729"/>
                </a:cubicBezTo>
                <a:cubicBezTo>
                  <a:pt x="344036" y="655228"/>
                  <a:pt x="394701" y="705893"/>
                  <a:pt x="457200" y="705893"/>
                </a:cubicBezTo>
                <a:close/>
                <a:moveTo>
                  <a:pt x="914400" y="914400"/>
                </a:moveTo>
                <a:lnTo>
                  <a:pt x="0" y="914400"/>
                </a:lnTo>
                <a:lnTo>
                  <a:pt x="0" y="0"/>
                </a:lnTo>
                <a:lnTo>
                  <a:pt x="914400" y="0"/>
                </a:lnTo>
                <a:close/>
              </a:path>
            </a:pathLst>
          </a:custGeom>
        </p:spPr>
      </p:pic>
      <p:sp>
        <p:nvSpPr>
          <p:cNvPr id="22" name="Balão de Fala: Retângulo 21">
            <a:extLst>
              <a:ext uri="{FF2B5EF4-FFF2-40B4-BE49-F238E27FC236}">
                <a16:creationId xmlns:a16="http://schemas.microsoft.com/office/drawing/2014/main" id="{A254DFCD-6D6B-44FE-005D-C8D3FBEA198C}"/>
              </a:ext>
            </a:extLst>
          </p:cNvPr>
          <p:cNvSpPr/>
          <p:nvPr/>
        </p:nvSpPr>
        <p:spPr>
          <a:xfrm>
            <a:off x="8359041" y="4659564"/>
            <a:ext cx="3807824" cy="1098349"/>
          </a:xfrm>
          <a:prstGeom prst="wedgeRectCallout">
            <a:avLst>
              <a:gd name="adj1" fmla="val -51745"/>
              <a:gd name="adj2" fmla="val -75818"/>
            </a:avLst>
          </a:prstGeom>
          <a:solidFill>
            <a:schemeClr val="bg1">
              <a:lumMod val="95000"/>
            </a:schemeClr>
          </a:solidFill>
          <a:ln w="19050">
            <a:noFill/>
            <a:miter lim="400000"/>
          </a:ln>
          <a:effectLst/>
        </p:spPr>
        <p:txBody>
          <a:bodyPr lIns="108000" tIns="72000" rIns="108000" bIns="72000" rtlCol="0" anchor="ctr"/>
          <a:lstStyle/>
          <a:p>
            <a:pPr algn="l"/>
            <a:r>
              <a:rPr lang="pt-BR" sz="1200" dirty="0"/>
              <a:t>Galvani também anunciou um </a:t>
            </a:r>
            <a:r>
              <a:rPr lang="pt-BR" sz="1200" b="1" dirty="0"/>
              <a:t>investimento de R$ 400 MM na mineração de fosfato em Irecê (BA) </a:t>
            </a:r>
            <a:r>
              <a:rPr lang="pt-BR" sz="1200" dirty="0"/>
              <a:t>– o projeto prevê capacidade instalada de 1MM </a:t>
            </a:r>
            <a:r>
              <a:rPr lang="pt-BR" sz="1200" dirty="0" err="1"/>
              <a:t>ton</a:t>
            </a:r>
            <a:r>
              <a:rPr lang="pt-BR" sz="1200" dirty="0"/>
              <a:t>/ano de fertilizantes fosfatados, com previsão de </a:t>
            </a:r>
            <a:r>
              <a:rPr lang="pt-BR" sz="1200" b="1" dirty="0"/>
              <a:t>início de operação no terceiro trimestre de 2027</a:t>
            </a:r>
          </a:p>
        </p:txBody>
      </p:sp>
    </p:spTree>
    <p:extLst>
      <p:ext uri="{BB962C8B-B14F-4D97-AF65-F5344CB8AC3E}">
        <p14:creationId xmlns:p14="http://schemas.microsoft.com/office/powerpoint/2010/main" val="14183571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7B4F7B96-4993-DDCD-5A2B-269C1CB7B0B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Slide do think-cell" r:id="rId3" imgW="425" imgH="424" progId="TCLayout.ActiveDocument.1">
                  <p:embed/>
                </p:oleObj>
              </mc:Choice>
              <mc:Fallback>
                <p:oleObj name="Slide do think-cell" r:id="rId3" imgW="425" imgH="424" progId="TCLayout.ActiveDocument.1">
                  <p:embed/>
                  <p:pic>
                    <p:nvPicPr>
                      <p:cNvPr id="8" name="think-cell data - do not delete" hidden="1">
                        <a:extLst>
                          <a:ext uri="{FF2B5EF4-FFF2-40B4-BE49-F238E27FC236}">
                            <a16:creationId xmlns:a16="http://schemas.microsoft.com/office/drawing/2014/main" id="{7B4F7B96-4993-DDCD-5A2B-269C1CB7B0B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Espaço Reservado para Texto 1">
            <a:extLst>
              <a:ext uri="{FF2B5EF4-FFF2-40B4-BE49-F238E27FC236}">
                <a16:creationId xmlns:a16="http://schemas.microsoft.com/office/drawing/2014/main" id="{6BB6D3D7-AC1F-FC41-E31E-C27E22C8404D}"/>
              </a:ext>
            </a:extLst>
          </p:cNvPr>
          <p:cNvSpPr>
            <a:spLocks noGrp="1"/>
          </p:cNvSpPr>
          <p:nvPr>
            <p:ph type="body" sz="quarter" idx="14"/>
          </p:nvPr>
        </p:nvSpPr>
        <p:spPr/>
        <p:txBody>
          <a:bodyPr/>
          <a:lstStyle/>
          <a:p>
            <a:r>
              <a:rPr lang="pt-BR"/>
              <a:t>Fonte: Secretaria Especial de Assuntos Estratégicos, gov.br, Mirow &amp; Co.</a:t>
            </a:r>
          </a:p>
        </p:txBody>
      </p:sp>
      <p:sp>
        <p:nvSpPr>
          <p:cNvPr id="3" name="Título 2">
            <a:extLst>
              <a:ext uri="{FF2B5EF4-FFF2-40B4-BE49-F238E27FC236}">
                <a16:creationId xmlns:a16="http://schemas.microsoft.com/office/drawing/2014/main" id="{2AEE2610-3698-7656-8905-882A91E1CC89}"/>
              </a:ext>
            </a:extLst>
          </p:cNvPr>
          <p:cNvSpPr>
            <a:spLocks noGrp="1"/>
          </p:cNvSpPr>
          <p:nvPr>
            <p:ph type="title"/>
          </p:nvPr>
        </p:nvSpPr>
        <p:spPr/>
        <p:txBody>
          <a:bodyPr vert="horz"/>
          <a:lstStyle/>
          <a:p>
            <a:r>
              <a:rPr lang="pt-BR"/>
              <a:t>Importação de fósforo é concentrada nos EUA, Rússia, China, Norte da África e Oriente Médio</a:t>
            </a:r>
          </a:p>
        </p:txBody>
      </p:sp>
      <p:sp>
        <p:nvSpPr>
          <p:cNvPr id="4" name="Rectángulo 3">
            <a:extLst>
              <a:ext uri="{FF2B5EF4-FFF2-40B4-BE49-F238E27FC236}">
                <a16:creationId xmlns:a16="http://schemas.microsoft.com/office/drawing/2014/main" id="{0E9C5027-F9FD-D835-59DF-3238CB0859DB}"/>
              </a:ext>
            </a:extLst>
          </p:cNvPr>
          <p:cNvSpPr/>
          <p:nvPr/>
        </p:nvSpPr>
        <p:spPr>
          <a:xfrm>
            <a:off x="240723" y="773936"/>
            <a:ext cx="11723736" cy="5577874"/>
          </a:xfrm>
          <a:prstGeom prst="rect">
            <a:avLst/>
          </a:prstGeom>
          <a:noFill/>
          <a:ln w="12700">
            <a:solidFill>
              <a:schemeClr val="accent4"/>
            </a:solidFill>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500" b="0" i="0" u="none" strike="noStrike" kern="1200" cap="none" spc="0" normalizeH="0" baseline="0" noProof="0" err="1">
              <a:ln>
                <a:noFill/>
              </a:ln>
              <a:solidFill>
                <a:prstClr val="white"/>
              </a:solidFill>
              <a:effectLst/>
              <a:uLnTx/>
              <a:uFillTx/>
              <a:latin typeface="Arial"/>
              <a:ea typeface="+mn-ea"/>
              <a:cs typeface="+mn-cs"/>
            </a:endParaRPr>
          </a:p>
        </p:txBody>
      </p:sp>
      <p:grpSp>
        <p:nvGrpSpPr>
          <p:cNvPr id="7" name="Group 17">
            <a:extLst>
              <a:ext uri="{FF2B5EF4-FFF2-40B4-BE49-F238E27FC236}">
                <a16:creationId xmlns:a16="http://schemas.microsoft.com/office/drawing/2014/main" id="{278CF6AA-8B5E-D3E5-D1AE-7CC6E235C8A0}"/>
              </a:ext>
            </a:extLst>
          </p:cNvPr>
          <p:cNvGrpSpPr/>
          <p:nvPr/>
        </p:nvGrpSpPr>
        <p:grpSpPr>
          <a:xfrm>
            <a:off x="449262" y="967115"/>
            <a:ext cx="11336337" cy="498016"/>
            <a:chOff x="420586" y="1222631"/>
            <a:chExt cx="11351885" cy="498016"/>
          </a:xfrm>
        </p:grpSpPr>
        <p:cxnSp>
          <p:nvCxnSpPr>
            <p:cNvPr id="9" name="AutoShape 249">
              <a:extLst>
                <a:ext uri="{FF2B5EF4-FFF2-40B4-BE49-F238E27FC236}">
                  <a16:creationId xmlns:a16="http://schemas.microsoft.com/office/drawing/2014/main" id="{43D03788-E207-49C6-4C43-1E84F132A126}"/>
                </a:ext>
              </a:extLst>
            </p:cNvPr>
            <p:cNvCxnSpPr>
              <a:cxnSpLocks noChangeShapeType="1"/>
            </p:cNvCxnSpPr>
            <p:nvPr/>
          </p:nvCxnSpPr>
          <p:spPr bwMode="auto">
            <a:xfrm>
              <a:off x="420586" y="1720647"/>
              <a:ext cx="11351885" cy="0"/>
            </a:xfrm>
            <a:prstGeom prst="straightConnector1">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10" name="Rectangle 8">
              <a:extLst>
                <a:ext uri="{FF2B5EF4-FFF2-40B4-BE49-F238E27FC236}">
                  <a16:creationId xmlns:a16="http://schemas.microsoft.com/office/drawing/2014/main" id="{F54E4C95-3075-D8D6-2C1C-C8BCD83D2311}"/>
                </a:ext>
              </a:extLst>
            </p:cNvPr>
            <p:cNvSpPr>
              <a:spLocks noChangeArrowheads="1"/>
            </p:cNvSpPr>
            <p:nvPr/>
          </p:nvSpPr>
          <p:spPr bwMode="auto">
            <a:xfrm>
              <a:off x="420586" y="1222631"/>
              <a:ext cx="11351885" cy="49801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36000" anchor="b">
              <a:spAutoFit/>
            </a:bodyPr>
            <a:lstStyle>
              <a:lvl1pPr defTabSz="787400" eaLnBrk="0" hangingPunct="0">
                <a:defRPr sz="1600">
                  <a:solidFill>
                    <a:schemeClr val="tx1"/>
                  </a:solidFill>
                  <a:latin typeface="Arial" charset="0"/>
                  <a:ea typeface="-윤고딕130" pitchFamily="18" charset="-127"/>
                </a:defRPr>
              </a:lvl1pPr>
              <a:lvl2pPr marL="742950" indent="-285750" defTabSz="787400" eaLnBrk="0" hangingPunct="0">
                <a:defRPr sz="1600">
                  <a:solidFill>
                    <a:schemeClr val="tx1"/>
                  </a:solidFill>
                  <a:latin typeface="Arial" charset="0"/>
                  <a:ea typeface="-윤고딕130" pitchFamily="18" charset="-127"/>
                </a:defRPr>
              </a:lvl2pPr>
              <a:lvl3pPr marL="1143000" indent="-228600" defTabSz="787400" eaLnBrk="0" hangingPunct="0">
                <a:defRPr sz="1600">
                  <a:solidFill>
                    <a:schemeClr val="tx1"/>
                  </a:solidFill>
                  <a:latin typeface="Arial" charset="0"/>
                  <a:ea typeface="-윤고딕130" pitchFamily="18" charset="-127"/>
                </a:defRPr>
              </a:lvl3pPr>
              <a:lvl4pPr marL="1600200" indent="-228600" defTabSz="787400" eaLnBrk="0" hangingPunct="0">
                <a:defRPr sz="1600">
                  <a:solidFill>
                    <a:schemeClr val="tx1"/>
                  </a:solidFill>
                  <a:latin typeface="Arial" charset="0"/>
                  <a:ea typeface="-윤고딕130" pitchFamily="18" charset="-127"/>
                </a:defRPr>
              </a:lvl4pPr>
              <a:lvl5pPr marL="2057400" indent="-228600" defTabSz="787400" eaLnBrk="0" hangingPunct="0">
                <a:defRPr sz="1600">
                  <a:solidFill>
                    <a:schemeClr val="tx1"/>
                  </a:solidFill>
                  <a:latin typeface="Arial" charset="0"/>
                  <a:ea typeface="-윤고딕130" pitchFamily="18" charset="-127"/>
                </a:defRPr>
              </a:lvl5pPr>
              <a:lvl6pPr marL="2514600" indent="-228600" defTabSz="787400" eaLnBrk="0" fontAlgn="base" hangingPunct="0">
                <a:spcBef>
                  <a:spcPct val="0"/>
                </a:spcBef>
                <a:spcAft>
                  <a:spcPct val="0"/>
                </a:spcAft>
                <a:defRPr sz="1600">
                  <a:solidFill>
                    <a:schemeClr val="tx1"/>
                  </a:solidFill>
                  <a:latin typeface="Arial" charset="0"/>
                  <a:ea typeface="-윤고딕130" pitchFamily="18" charset="-127"/>
                </a:defRPr>
              </a:lvl6pPr>
              <a:lvl7pPr marL="2971800" indent="-228600" defTabSz="787400" eaLnBrk="0" fontAlgn="base" hangingPunct="0">
                <a:spcBef>
                  <a:spcPct val="0"/>
                </a:spcBef>
                <a:spcAft>
                  <a:spcPct val="0"/>
                </a:spcAft>
                <a:defRPr sz="1600">
                  <a:solidFill>
                    <a:schemeClr val="tx1"/>
                  </a:solidFill>
                  <a:latin typeface="Arial" charset="0"/>
                  <a:ea typeface="-윤고딕130" pitchFamily="18" charset="-127"/>
                </a:defRPr>
              </a:lvl7pPr>
              <a:lvl8pPr marL="3429000" indent="-228600" defTabSz="787400" eaLnBrk="0" fontAlgn="base" hangingPunct="0">
                <a:spcBef>
                  <a:spcPct val="0"/>
                </a:spcBef>
                <a:spcAft>
                  <a:spcPct val="0"/>
                </a:spcAft>
                <a:defRPr sz="1600">
                  <a:solidFill>
                    <a:schemeClr val="tx1"/>
                  </a:solidFill>
                  <a:latin typeface="Arial" charset="0"/>
                  <a:ea typeface="-윤고딕130" pitchFamily="18" charset="-127"/>
                </a:defRPr>
              </a:lvl8pPr>
              <a:lvl9pPr marL="3886200" indent="-228600" defTabSz="787400" eaLnBrk="0" fontAlgn="base" hangingPunct="0">
                <a:spcBef>
                  <a:spcPct val="0"/>
                </a:spcBef>
                <a:spcAft>
                  <a:spcPct val="0"/>
                </a:spcAft>
                <a:defRPr sz="1600">
                  <a:solidFill>
                    <a:schemeClr val="tx1"/>
                  </a:solidFill>
                  <a:latin typeface="Arial" charset="0"/>
                  <a:ea typeface="-윤고딕130" pitchFamily="18" charset="-127"/>
                </a:defRPr>
              </a:lvl9pPr>
            </a:lstStyle>
            <a:p>
              <a:pPr marL="0" marR="0" lvl="0" indent="0" algn="l" defTabSz="787400" rtl="0" eaLnBrk="1" fontAlgn="auto" latinLnBrk="0" hangingPunct="1">
                <a:lnSpc>
                  <a:spcPct val="100000"/>
                </a:lnSpc>
                <a:spcBef>
                  <a:spcPts val="0"/>
                </a:spcBef>
                <a:spcAft>
                  <a:spcPts val="0"/>
                </a:spcAft>
                <a:buClrTx/>
                <a:buSzPct val="120000"/>
                <a:buFontTx/>
                <a:buNone/>
                <a:tabLst/>
                <a:defRPr/>
              </a:pPr>
              <a:r>
                <a:rPr kumimoji="0" lang="pt-BR" altLang="zh-CN" sz="1500" b="1" i="0" u="none" strike="noStrike" kern="1200" cap="none" spc="0" normalizeH="0" baseline="0" noProof="0">
                  <a:ln>
                    <a:noFill/>
                  </a:ln>
                  <a:solidFill>
                    <a:srgbClr val="020E66"/>
                  </a:solidFill>
                  <a:effectLst/>
                  <a:uLnTx/>
                  <a:uFillTx/>
                  <a:latin typeface="Arial" charset="0"/>
                  <a:ea typeface="-윤고딕130" pitchFamily="18" charset="-127"/>
                  <a:cs typeface="+mn-cs"/>
                </a:rPr>
                <a:t>Principais locais de origem de fertilizantes fosfatados</a:t>
              </a:r>
            </a:p>
            <a:p>
              <a:pPr marL="0" marR="0" lvl="0" indent="0" algn="l" defTabSz="787400" rtl="0" eaLnBrk="1" fontAlgn="auto" latinLnBrk="0" hangingPunct="1">
                <a:lnSpc>
                  <a:spcPct val="100000"/>
                </a:lnSpc>
                <a:spcBef>
                  <a:spcPts val="0"/>
                </a:spcBef>
                <a:spcAft>
                  <a:spcPts val="0"/>
                </a:spcAft>
                <a:buClrTx/>
                <a:buSzPct val="120000"/>
                <a:buFontTx/>
                <a:buNone/>
                <a:tabLst/>
                <a:defRPr/>
              </a:pPr>
              <a:r>
                <a:rPr kumimoji="0" lang="pt-BR" altLang="zh-CN" sz="1500" b="0" i="0" u="none" strike="noStrike" kern="1200" cap="none" spc="0" normalizeH="0" baseline="0" noProof="0">
                  <a:ln>
                    <a:noFill/>
                  </a:ln>
                  <a:solidFill>
                    <a:prstClr val="white">
                      <a:lumMod val="50000"/>
                    </a:prstClr>
                  </a:solidFill>
                  <a:effectLst/>
                  <a:uLnTx/>
                  <a:uFillTx/>
                  <a:latin typeface="Arial" charset="0"/>
                  <a:ea typeface="-윤고딕130" pitchFamily="18" charset="-127"/>
                  <a:cs typeface="+mn-cs"/>
                </a:rPr>
                <a:t>Em % do volume importado por fonte solúvel de fósforo</a:t>
              </a:r>
            </a:p>
          </p:txBody>
        </p:sp>
      </p:grpSp>
      <p:pic>
        <p:nvPicPr>
          <p:cNvPr id="12" name="Imagen 11">
            <a:extLst>
              <a:ext uri="{FF2B5EF4-FFF2-40B4-BE49-F238E27FC236}">
                <a16:creationId xmlns:a16="http://schemas.microsoft.com/office/drawing/2014/main" id="{BF4A755A-728D-F977-19DD-ED486508610F}"/>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1659730" y="1550847"/>
            <a:ext cx="8915400" cy="4708006"/>
          </a:xfrm>
          <a:prstGeom prst="rect">
            <a:avLst/>
          </a:prstGeom>
        </p:spPr>
      </p:pic>
    </p:spTree>
    <p:extLst>
      <p:ext uri="{BB962C8B-B14F-4D97-AF65-F5344CB8AC3E}">
        <p14:creationId xmlns:p14="http://schemas.microsoft.com/office/powerpoint/2010/main" val="31211143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EC9F1A71-246B-CD92-0509-2BF1009A6C83}"/>
              </a:ext>
            </a:extLst>
          </p:cNvPr>
          <p:cNvGraphicFramePr>
            <a:graphicFrameLocks noChangeAspect="1"/>
          </p:cNvGraphicFramePr>
          <p:nvPr>
            <p:custDataLst>
              <p:tags r:id="rId1"/>
            </p:custDataLst>
            <p:extLst>
              <p:ext uri="{D42A27DB-BD31-4B8C-83A1-F6EECF244321}">
                <p14:modId xmlns:p14="http://schemas.microsoft.com/office/powerpoint/2010/main" val="275971256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Slide do think-cell" r:id="rId4" imgW="425" imgH="424" progId="TCLayout.ActiveDocument.1">
                  <p:embed/>
                </p:oleObj>
              </mc:Choice>
              <mc:Fallback>
                <p:oleObj name="Slide do think-cell" r:id="rId4" imgW="425" imgH="424" progId="TCLayout.ActiveDocument.1">
                  <p:embed/>
                  <p:pic>
                    <p:nvPicPr>
                      <p:cNvPr id="6" name="think-cell data - do not delete" hidden="1">
                        <a:extLst>
                          <a:ext uri="{FF2B5EF4-FFF2-40B4-BE49-F238E27FC236}">
                            <a16:creationId xmlns:a16="http://schemas.microsoft.com/office/drawing/2014/main" id="{EC9F1A71-246B-CD92-0509-2BF1009A6C8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11266" name="Picture 2" descr="PLANO NACIONAL DE FERTILIZANTES 2050 | BRAINMARKET">
            <a:extLst>
              <a:ext uri="{FF2B5EF4-FFF2-40B4-BE49-F238E27FC236}">
                <a16:creationId xmlns:a16="http://schemas.microsoft.com/office/drawing/2014/main" id="{4716150F-CCCC-75C3-100C-AD7F8477E796}"/>
              </a:ext>
            </a:extLst>
          </p:cNvPr>
          <p:cNvPicPr>
            <a:picLocks noChangeAspect="1" noChangeArrowheads="1"/>
          </p:cNvPicPr>
          <p:nvPr/>
        </p:nvPicPr>
        <p:blipFill rotWithShape="1">
          <a:blip r:embed="rId6">
            <a:extLst>
              <a:ext uri="{28A0092B-C50C-407E-A947-70E740481C1C}">
                <a14:useLocalDpi xmlns:a14="http://schemas.microsoft.com/office/drawing/2010/main"/>
              </a:ext>
            </a:extLst>
          </a:blip>
          <a:srcRect r="12849"/>
          <a:stretch/>
        </p:blipFill>
        <p:spPr bwMode="auto">
          <a:xfrm>
            <a:off x="-4" y="999852"/>
            <a:ext cx="2860135" cy="5400000"/>
          </a:xfrm>
          <a:prstGeom prst="rect">
            <a:avLst/>
          </a:prstGeom>
          <a:noFill/>
          <a:extLst>
            <a:ext uri="{909E8E84-426E-40DD-AFC4-6F175D3DCCD1}">
              <a14:hiddenFill xmlns:a14="http://schemas.microsoft.com/office/drawing/2010/main">
                <a:solidFill>
                  <a:srgbClr val="FFFFFF"/>
                </a:solidFill>
              </a14:hiddenFill>
            </a:ext>
          </a:extLst>
        </p:spPr>
      </p:pic>
      <p:sp>
        <p:nvSpPr>
          <p:cNvPr id="2" name="Espaço Reservado para Texto 1">
            <a:extLst>
              <a:ext uri="{FF2B5EF4-FFF2-40B4-BE49-F238E27FC236}">
                <a16:creationId xmlns:a16="http://schemas.microsoft.com/office/drawing/2014/main" id="{1AED094B-1DC9-69EB-01CB-381393DB115F}"/>
              </a:ext>
            </a:extLst>
          </p:cNvPr>
          <p:cNvSpPr>
            <a:spLocks noGrp="1"/>
          </p:cNvSpPr>
          <p:nvPr>
            <p:ph type="body" sz="quarter" idx="14"/>
          </p:nvPr>
        </p:nvSpPr>
        <p:spPr>
          <a:xfrm>
            <a:off x="233257" y="6528855"/>
            <a:ext cx="9696000" cy="138499"/>
          </a:xfrm>
        </p:spPr>
        <p:txBody>
          <a:bodyPr/>
          <a:lstStyle/>
          <a:p>
            <a:r>
              <a:rPr lang="pt-BR"/>
              <a:t>Fonte: Ministério da Agricultura e Pecuária</a:t>
            </a:r>
          </a:p>
        </p:txBody>
      </p:sp>
      <p:sp>
        <p:nvSpPr>
          <p:cNvPr id="3" name="Título 2">
            <a:extLst>
              <a:ext uri="{FF2B5EF4-FFF2-40B4-BE49-F238E27FC236}">
                <a16:creationId xmlns:a16="http://schemas.microsoft.com/office/drawing/2014/main" id="{1A239AC3-AC8C-68B4-1817-5C8F1CE9E8E3}"/>
              </a:ext>
            </a:extLst>
          </p:cNvPr>
          <p:cNvSpPr>
            <a:spLocks noGrp="1"/>
          </p:cNvSpPr>
          <p:nvPr>
            <p:ph type="title"/>
          </p:nvPr>
        </p:nvSpPr>
        <p:spPr>
          <a:xfrm>
            <a:off x="478971" y="225177"/>
            <a:ext cx="11485488" cy="615553"/>
          </a:xfrm>
        </p:spPr>
        <p:txBody>
          <a:bodyPr vert="horz"/>
          <a:lstStyle/>
          <a:p>
            <a:r>
              <a:rPr lang="pt-BR"/>
              <a:t>Visando diminuir a dependência de importações, Plano Nacional dos Fertilizantes lançado em 2022 indica oportunidades de novos investimentos para o setor</a:t>
            </a:r>
          </a:p>
        </p:txBody>
      </p:sp>
      <p:sp>
        <p:nvSpPr>
          <p:cNvPr id="10" name="Rectangle 1007">
            <a:extLst>
              <a:ext uri="{FF2B5EF4-FFF2-40B4-BE49-F238E27FC236}">
                <a16:creationId xmlns:a16="http://schemas.microsoft.com/office/drawing/2014/main" id="{BBA80599-5536-2E50-3062-E8DEE89AB973}"/>
              </a:ext>
            </a:extLst>
          </p:cNvPr>
          <p:cNvSpPr/>
          <p:nvPr/>
        </p:nvSpPr>
        <p:spPr>
          <a:xfrm>
            <a:off x="2869978" y="999853"/>
            <a:ext cx="2988000" cy="5400000"/>
          </a:xfrm>
          <a:prstGeom prst="rect">
            <a:avLst/>
          </a:prstGeom>
          <a:solidFill>
            <a:schemeClr val="bg2">
              <a:lumMod val="95000"/>
            </a:schemeClr>
          </a:solidFill>
          <a:ln w="12700">
            <a:noFill/>
            <a:miter lim="400000"/>
          </a:ln>
          <a:effectLst/>
        </p:spPr>
        <p:txBody>
          <a:bodyPr lIns="108000" tIns="72000" rIns="108000" bIns="72000" rtlCol="0" anchor="ctr" anchorCtr="1"/>
          <a:lstStyle/>
          <a:p>
            <a:pPr marL="0" lvl="1">
              <a:spcBef>
                <a:spcPts val="600"/>
              </a:spcBef>
              <a:spcAft>
                <a:spcPts val="0"/>
              </a:spcAft>
              <a:buClrTx/>
            </a:pPr>
            <a:endParaRPr lang="pt-BR" sz="1300">
              <a:latin typeface="+mj-lt"/>
            </a:endParaRPr>
          </a:p>
        </p:txBody>
      </p:sp>
      <p:grpSp>
        <p:nvGrpSpPr>
          <p:cNvPr id="11" name="Group 17">
            <a:extLst>
              <a:ext uri="{FF2B5EF4-FFF2-40B4-BE49-F238E27FC236}">
                <a16:creationId xmlns:a16="http://schemas.microsoft.com/office/drawing/2014/main" id="{7F5BC775-8D8D-4AF4-EB08-F80897D887F3}"/>
              </a:ext>
            </a:extLst>
          </p:cNvPr>
          <p:cNvGrpSpPr/>
          <p:nvPr/>
        </p:nvGrpSpPr>
        <p:grpSpPr>
          <a:xfrm>
            <a:off x="6054739" y="1126074"/>
            <a:ext cx="5909719" cy="236406"/>
            <a:chOff x="420586" y="1484241"/>
            <a:chExt cx="11351885" cy="236406"/>
          </a:xfrm>
        </p:grpSpPr>
        <p:cxnSp>
          <p:nvCxnSpPr>
            <p:cNvPr id="12" name="AutoShape 249">
              <a:extLst>
                <a:ext uri="{FF2B5EF4-FFF2-40B4-BE49-F238E27FC236}">
                  <a16:creationId xmlns:a16="http://schemas.microsoft.com/office/drawing/2014/main" id="{1234E650-5B3F-D66A-558F-FC454CFFFFC5}"/>
                </a:ext>
              </a:extLst>
            </p:cNvPr>
            <p:cNvCxnSpPr>
              <a:cxnSpLocks noChangeShapeType="1"/>
            </p:cNvCxnSpPr>
            <p:nvPr/>
          </p:nvCxnSpPr>
          <p:spPr bwMode="auto">
            <a:xfrm>
              <a:off x="420586" y="1720647"/>
              <a:ext cx="11351885" cy="0"/>
            </a:xfrm>
            <a:prstGeom prst="straightConnector1">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13" name="Rectangle 8">
              <a:extLst>
                <a:ext uri="{FF2B5EF4-FFF2-40B4-BE49-F238E27FC236}">
                  <a16:creationId xmlns:a16="http://schemas.microsoft.com/office/drawing/2014/main" id="{FF91C236-8DFE-1E56-822E-946E0FCAFAE4}"/>
                </a:ext>
              </a:extLst>
            </p:cNvPr>
            <p:cNvSpPr>
              <a:spLocks noChangeArrowheads="1"/>
            </p:cNvSpPr>
            <p:nvPr/>
          </p:nvSpPr>
          <p:spPr bwMode="auto">
            <a:xfrm>
              <a:off x="420586" y="1484241"/>
              <a:ext cx="11351885" cy="23640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36000" anchor="b">
              <a:spAutoFit/>
            </a:bodyPr>
            <a:lstStyle>
              <a:lvl1pPr defTabSz="787400" eaLnBrk="0" hangingPunct="0">
                <a:defRPr sz="1600">
                  <a:solidFill>
                    <a:schemeClr val="tx1"/>
                  </a:solidFill>
                  <a:latin typeface="Arial" charset="0"/>
                  <a:ea typeface="-윤고딕130" pitchFamily="18" charset="-127"/>
                </a:defRPr>
              </a:lvl1pPr>
              <a:lvl2pPr marL="742950" indent="-285750" defTabSz="787400" eaLnBrk="0" hangingPunct="0">
                <a:defRPr sz="1600">
                  <a:solidFill>
                    <a:schemeClr val="tx1"/>
                  </a:solidFill>
                  <a:latin typeface="Arial" charset="0"/>
                  <a:ea typeface="-윤고딕130" pitchFamily="18" charset="-127"/>
                </a:defRPr>
              </a:lvl2pPr>
              <a:lvl3pPr marL="1143000" indent="-228600" defTabSz="787400" eaLnBrk="0" hangingPunct="0">
                <a:defRPr sz="1600">
                  <a:solidFill>
                    <a:schemeClr val="tx1"/>
                  </a:solidFill>
                  <a:latin typeface="Arial" charset="0"/>
                  <a:ea typeface="-윤고딕130" pitchFamily="18" charset="-127"/>
                </a:defRPr>
              </a:lvl3pPr>
              <a:lvl4pPr marL="1600200" indent="-228600" defTabSz="787400" eaLnBrk="0" hangingPunct="0">
                <a:defRPr sz="1600">
                  <a:solidFill>
                    <a:schemeClr val="tx1"/>
                  </a:solidFill>
                  <a:latin typeface="Arial" charset="0"/>
                  <a:ea typeface="-윤고딕130" pitchFamily="18" charset="-127"/>
                </a:defRPr>
              </a:lvl4pPr>
              <a:lvl5pPr marL="2057400" indent="-228600" defTabSz="787400" eaLnBrk="0" hangingPunct="0">
                <a:defRPr sz="1600">
                  <a:solidFill>
                    <a:schemeClr val="tx1"/>
                  </a:solidFill>
                  <a:latin typeface="Arial" charset="0"/>
                  <a:ea typeface="-윤고딕130" pitchFamily="18" charset="-127"/>
                </a:defRPr>
              </a:lvl5pPr>
              <a:lvl6pPr marL="2514600" indent="-228600" defTabSz="787400" eaLnBrk="0" fontAlgn="base" hangingPunct="0">
                <a:spcBef>
                  <a:spcPct val="0"/>
                </a:spcBef>
                <a:spcAft>
                  <a:spcPct val="0"/>
                </a:spcAft>
                <a:defRPr sz="1600">
                  <a:solidFill>
                    <a:schemeClr val="tx1"/>
                  </a:solidFill>
                  <a:latin typeface="Arial" charset="0"/>
                  <a:ea typeface="-윤고딕130" pitchFamily="18" charset="-127"/>
                </a:defRPr>
              </a:lvl6pPr>
              <a:lvl7pPr marL="2971800" indent="-228600" defTabSz="787400" eaLnBrk="0" fontAlgn="base" hangingPunct="0">
                <a:spcBef>
                  <a:spcPct val="0"/>
                </a:spcBef>
                <a:spcAft>
                  <a:spcPct val="0"/>
                </a:spcAft>
                <a:defRPr sz="1600">
                  <a:solidFill>
                    <a:schemeClr val="tx1"/>
                  </a:solidFill>
                  <a:latin typeface="Arial" charset="0"/>
                  <a:ea typeface="-윤고딕130" pitchFamily="18" charset="-127"/>
                </a:defRPr>
              </a:lvl7pPr>
              <a:lvl8pPr marL="3429000" indent="-228600" defTabSz="787400" eaLnBrk="0" fontAlgn="base" hangingPunct="0">
                <a:spcBef>
                  <a:spcPct val="0"/>
                </a:spcBef>
                <a:spcAft>
                  <a:spcPct val="0"/>
                </a:spcAft>
                <a:defRPr sz="1600">
                  <a:solidFill>
                    <a:schemeClr val="tx1"/>
                  </a:solidFill>
                  <a:latin typeface="Arial" charset="0"/>
                  <a:ea typeface="-윤고딕130" pitchFamily="18" charset="-127"/>
                </a:defRPr>
              </a:lvl8pPr>
              <a:lvl9pPr marL="3886200" indent="-228600" defTabSz="787400" eaLnBrk="0" fontAlgn="base" hangingPunct="0">
                <a:spcBef>
                  <a:spcPct val="0"/>
                </a:spcBef>
                <a:spcAft>
                  <a:spcPct val="0"/>
                </a:spcAft>
                <a:defRPr sz="1600">
                  <a:solidFill>
                    <a:schemeClr val="tx1"/>
                  </a:solidFill>
                  <a:latin typeface="Arial" charset="0"/>
                  <a:ea typeface="-윤고딕130" pitchFamily="18" charset="-127"/>
                </a:defRPr>
              </a:lvl9pPr>
            </a:lstStyle>
            <a:p>
              <a:pPr marL="0" marR="0" lvl="0" indent="0" algn="l" defTabSz="787400" rtl="0" eaLnBrk="1" fontAlgn="auto" latinLnBrk="0" hangingPunct="1">
                <a:lnSpc>
                  <a:spcPct val="100000"/>
                </a:lnSpc>
                <a:spcBef>
                  <a:spcPts val="0"/>
                </a:spcBef>
                <a:spcAft>
                  <a:spcPts val="0"/>
                </a:spcAft>
                <a:buClrTx/>
                <a:buSzPct val="120000"/>
                <a:buFontTx/>
                <a:buNone/>
                <a:tabLst/>
                <a:defRPr/>
              </a:pPr>
              <a:r>
                <a:rPr kumimoji="0" lang="pt-BR" altLang="zh-CN" sz="1300" b="1" i="0" u="none" strike="noStrike" kern="1200" cap="none" spc="0" normalizeH="0" baseline="0" noProof="0">
                  <a:ln>
                    <a:noFill/>
                  </a:ln>
                  <a:solidFill>
                    <a:srgbClr val="020E66"/>
                  </a:solidFill>
                  <a:effectLst/>
                  <a:uLnTx/>
                  <a:uFillTx/>
                  <a:latin typeface="Arial" charset="0"/>
                  <a:ea typeface="-윤고딕130" pitchFamily="18" charset="-127"/>
                  <a:cs typeface="+mn-cs"/>
                </a:rPr>
                <a:t>Objetivos estratégicos do Plano Nacional de Fertilizantes</a:t>
              </a:r>
            </a:p>
          </p:txBody>
        </p:sp>
      </p:grpSp>
      <p:grpSp>
        <p:nvGrpSpPr>
          <p:cNvPr id="14" name="Group 17">
            <a:extLst>
              <a:ext uri="{FF2B5EF4-FFF2-40B4-BE49-F238E27FC236}">
                <a16:creationId xmlns:a16="http://schemas.microsoft.com/office/drawing/2014/main" id="{BC23C787-DA8B-29CD-B1A6-3D93A47EDBED}"/>
              </a:ext>
            </a:extLst>
          </p:cNvPr>
          <p:cNvGrpSpPr/>
          <p:nvPr/>
        </p:nvGrpSpPr>
        <p:grpSpPr>
          <a:xfrm>
            <a:off x="2977978" y="1126074"/>
            <a:ext cx="2772000" cy="236406"/>
            <a:chOff x="420586" y="1484241"/>
            <a:chExt cx="11351885" cy="236406"/>
          </a:xfrm>
        </p:grpSpPr>
        <p:cxnSp>
          <p:nvCxnSpPr>
            <p:cNvPr id="15" name="AutoShape 249">
              <a:extLst>
                <a:ext uri="{FF2B5EF4-FFF2-40B4-BE49-F238E27FC236}">
                  <a16:creationId xmlns:a16="http://schemas.microsoft.com/office/drawing/2014/main" id="{26A3D39F-E86A-BE12-F706-9B88EB057052}"/>
                </a:ext>
              </a:extLst>
            </p:cNvPr>
            <p:cNvCxnSpPr>
              <a:cxnSpLocks noChangeShapeType="1"/>
            </p:cNvCxnSpPr>
            <p:nvPr/>
          </p:nvCxnSpPr>
          <p:spPr bwMode="auto">
            <a:xfrm>
              <a:off x="420586" y="1720647"/>
              <a:ext cx="11351885" cy="0"/>
            </a:xfrm>
            <a:prstGeom prst="straightConnector1">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16" name="Rectangle 8">
              <a:extLst>
                <a:ext uri="{FF2B5EF4-FFF2-40B4-BE49-F238E27FC236}">
                  <a16:creationId xmlns:a16="http://schemas.microsoft.com/office/drawing/2014/main" id="{BFB449F3-8BB7-8A02-F1CF-26A3330EE3BF}"/>
                </a:ext>
              </a:extLst>
            </p:cNvPr>
            <p:cNvSpPr>
              <a:spLocks noChangeArrowheads="1"/>
            </p:cNvSpPr>
            <p:nvPr/>
          </p:nvSpPr>
          <p:spPr bwMode="auto">
            <a:xfrm>
              <a:off x="420586" y="1484241"/>
              <a:ext cx="11351885" cy="23640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36000" anchor="b">
              <a:spAutoFit/>
            </a:bodyPr>
            <a:lstStyle>
              <a:lvl1pPr defTabSz="787400" eaLnBrk="0" hangingPunct="0">
                <a:defRPr sz="1600">
                  <a:solidFill>
                    <a:schemeClr val="tx1"/>
                  </a:solidFill>
                  <a:latin typeface="Arial" charset="0"/>
                  <a:ea typeface="-윤고딕130" pitchFamily="18" charset="-127"/>
                </a:defRPr>
              </a:lvl1pPr>
              <a:lvl2pPr marL="742950" indent="-285750" defTabSz="787400" eaLnBrk="0" hangingPunct="0">
                <a:defRPr sz="1600">
                  <a:solidFill>
                    <a:schemeClr val="tx1"/>
                  </a:solidFill>
                  <a:latin typeface="Arial" charset="0"/>
                  <a:ea typeface="-윤고딕130" pitchFamily="18" charset="-127"/>
                </a:defRPr>
              </a:lvl2pPr>
              <a:lvl3pPr marL="1143000" indent="-228600" defTabSz="787400" eaLnBrk="0" hangingPunct="0">
                <a:defRPr sz="1600">
                  <a:solidFill>
                    <a:schemeClr val="tx1"/>
                  </a:solidFill>
                  <a:latin typeface="Arial" charset="0"/>
                  <a:ea typeface="-윤고딕130" pitchFamily="18" charset="-127"/>
                </a:defRPr>
              </a:lvl3pPr>
              <a:lvl4pPr marL="1600200" indent="-228600" defTabSz="787400" eaLnBrk="0" hangingPunct="0">
                <a:defRPr sz="1600">
                  <a:solidFill>
                    <a:schemeClr val="tx1"/>
                  </a:solidFill>
                  <a:latin typeface="Arial" charset="0"/>
                  <a:ea typeface="-윤고딕130" pitchFamily="18" charset="-127"/>
                </a:defRPr>
              </a:lvl4pPr>
              <a:lvl5pPr marL="2057400" indent="-228600" defTabSz="787400" eaLnBrk="0" hangingPunct="0">
                <a:defRPr sz="1600">
                  <a:solidFill>
                    <a:schemeClr val="tx1"/>
                  </a:solidFill>
                  <a:latin typeface="Arial" charset="0"/>
                  <a:ea typeface="-윤고딕130" pitchFamily="18" charset="-127"/>
                </a:defRPr>
              </a:lvl5pPr>
              <a:lvl6pPr marL="2514600" indent="-228600" defTabSz="787400" eaLnBrk="0" fontAlgn="base" hangingPunct="0">
                <a:spcBef>
                  <a:spcPct val="0"/>
                </a:spcBef>
                <a:spcAft>
                  <a:spcPct val="0"/>
                </a:spcAft>
                <a:defRPr sz="1600">
                  <a:solidFill>
                    <a:schemeClr val="tx1"/>
                  </a:solidFill>
                  <a:latin typeface="Arial" charset="0"/>
                  <a:ea typeface="-윤고딕130" pitchFamily="18" charset="-127"/>
                </a:defRPr>
              </a:lvl6pPr>
              <a:lvl7pPr marL="2971800" indent="-228600" defTabSz="787400" eaLnBrk="0" fontAlgn="base" hangingPunct="0">
                <a:spcBef>
                  <a:spcPct val="0"/>
                </a:spcBef>
                <a:spcAft>
                  <a:spcPct val="0"/>
                </a:spcAft>
                <a:defRPr sz="1600">
                  <a:solidFill>
                    <a:schemeClr val="tx1"/>
                  </a:solidFill>
                  <a:latin typeface="Arial" charset="0"/>
                  <a:ea typeface="-윤고딕130" pitchFamily="18" charset="-127"/>
                </a:defRPr>
              </a:lvl7pPr>
              <a:lvl8pPr marL="3429000" indent="-228600" defTabSz="787400" eaLnBrk="0" fontAlgn="base" hangingPunct="0">
                <a:spcBef>
                  <a:spcPct val="0"/>
                </a:spcBef>
                <a:spcAft>
                  <a:spcPct val="0"/>
                </a:spcAft>
                <a:defRPr sz="1600">
                  <a:solidFill>
                    <a:schemeClr val="tx1"/>
                  </a:solidFill>
                  <a:latin typeface="Arial" charset="0"/>
                  <a:ea typeface="-윤고딕130" pitchFamily="18" charset="-127"/>
                </a:defRPr>
              </a:lvl8pPr>
              <a:lvl9pPr marL="3886200" indent="-228600" defTabSz="787400" eaLnBrk="0" fontAlgn="base" hangingPunct="0">
                <a:spcBef>
                  <a:spcPct val="0"/>
                </a:spcBef>
                <a:spcAft>
                  <a:spcPct val="0"/>
                </a:spcAft>
                <a:defRPr sz="1600">
                  <a:solidFill>
                    <a:schemeClr val="tx1"/>
                  </a:solidFill>
                  <a:latin typeface="Arial" charset="0"/>
                  <a:ea typeface="-윤고딕130" pitchFamily="18" charset="-127"/>
                </a:defRPr>
              </a:lvl9pPr>
            </a:lstStyle>
            <a:p>
              <a:pPr marL="0" marR="0" lvl="0" indent="0" algn="l" defTabSz="787400" rtl="0" eaLnBrk="1" fontAlgn="auto" latinLnBrk="0" hangingPunct="1">
                <a:lnSpc>
                  <a:spcPct val="100000"/>
                </a:lnSpc>
                <a:spcBef>
                  <a:spcPts val="0"/>
                </a:spcBef>
                <a:spcAft>
                  <a:spcPts val="0"/>
                </a:spcAft>
                <a:buClrTx/>
                <a:buSzPct val="120000"/>
                <a:buFontTx/>
                <a:buNone/>
                <a:tabLst/>
                <a:defRPr/>
              </a:pPr>
              <a:r>
                <a:rPr kumimoji="0" lang="pt-BR" altLang="zh-CN" sz="1300" b="1" i="0" u="none" strike="noStrike" kern="1200" cap="none" spc="0" normalizeH="0" baseline="0" noProof="0" dirty="0">
                  <a:ln>
                    <a:noFill/>
                  </a:ln>
                  <a:solidFill>
                    <a:srgbClr val="020E66"/>
                  </a:solidFill>
                  <a:effectLst/>
                  <a:uLnTx/>
                  <a:uFillTx/>
                  <a:latin typeface="Arial" charset="0"/>
                  <a:ea typeface="-윤고딕130" pitchFamily="18" charset="-127"/>
                  <a:cs typeface="+mn-cs"/>
                </a:rPr>
                <a:t>Contextualização</a:t>
              </a:r>
            </a:p>
          </p:txBody>
        </p:sp>
      </p:grpSp>
      <p:sp>
        <p:nvSpPr>
          <p:cNvPr id="21" name="Rectangle 8">
            <a:extLst>
              <a:ext uri="{FF2B5EF4-FFF2-40B4-BE49-F238E27FC236}">
                <a16:creationId xmlns:a16="http://schemas.microsoft.com/office/drawing/2014/main" id="{206156B6-BE24-66F3-DBA4-67D512403195}"/>
              </a:ext>
            </a:extLst>
          </p:cNvPr>
          <p:cNvSpPr>
            <a:spLocks noChangeArrowheads="1"/>
          </p:cNvSpPr>
          <p:nvPr/>
        </p:nvSpPr>
        <p:spPr bwMode="auto">
          <a:xfrm>
            <a:off x="170952" y="1151407"/>
            <a:ext cx="2525818" cy="77501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36000" anchor="b">
            <a:spAutoFit/>
          </a:bodyPr>
          <a:lstStyle>
            <a:lvl1pPr defTabSz="787400" eaLnBrk="0" hangingPunct="0">
              <a:defRPr sz="1600">
                <a:solidFill>
                  <a:schemeClr val="tx1"/>
                </a:solidFill>
                <a:latin typeface="Arial" charset="0"/>
                <a:ea typeface="-윤고딕130" pitchFamily="18" charset="-127"/>
              </a:defRPr>
            </a:lvl1pPr>
            <a:lvl2pPr marL="742950" indent="-285750" defTabSz="787400" eaLnBrk="0" hangingPunct="0">
              <a:defRPr sz="1600">
                <a:solidFill>
                  <a:schemeClr val="tx1"/>
                </a:solidFill>
                <a:latin typeface="Arial" charset="0"/>
                <a:ea typeface="-윤고딕130" pitchFamily="18" charset="-127"/>
              </a:defRPr>
            </a:lvl2pPr>
            <a:lvl3pPr marL="1143000" indent="-228600" defTabSz="787400" eaLnBrk="0" hangingPunct="0">
              <a:defRPr sz="1600">
                <a:solidFill>
                  <a:schemeClr val="tx1"/>
                </a:solidFill>
                <a:latin typeface="Arial" charset="0"/>
                <a:ea typeface="-윤고딕130" pitchFamily="18" charset="-127"/>
              </a:defRPr>
            </a:lvl3pPr>
            <a:lvl4pPr marL="1600200" indent="-228600" defTabSz="787400" eaLnBrk="0" hangingPunct="0">
              <a:defRPr sz="1600">
                <a:solidFill>
                  <a:schemeClr val="tx1"/>
                </a:solidFill>
                <a:latin typeface="Arial" charset="0"/>
                <a:ea typeface="-윤고딕130" pitchFamily="18" charset="-127"/>
              </a:defRPr>
            </a:lvl4pPr>
            <a:lvl5pPr marL="2057400" indent="-228600" defTabSz="787400" eaLnBrk="0" hangingPunct="0">
              <a:defRPr sz="1600">
                <a:solidFill>
                  <a:schemeClr val="tx1"/>
                </a:solidFill>
                <a:latin typeface="Arial" charset="0"/>
                <a:ea typeface="-윤고딕130" pitchFamily="18" charset="-127"/>
              </a:defRPr>
            </a:lvl5pPr>
            <a:lvl6pPr marL="2514600" indent="-228600" defTabSz="787400" eaLnBrk="0" fontAlgn="base" hangingPunct="0">
              <a:spcBef>
                <a:spcPct val="0"/>
              </a:spcBef>
              <a:spcAft>
                <a:spcPct val="0"/>
              </a:spcAft>
              <a:defRPr sz="1600">
                <a:solidFill>
                  <a:schemeClr val="tx1"/>
                </a:solidFill>
                <a:latin typeface="Arial" charset="0"/>
                <a:ea typeface="-윤고딕130" pitchFamily="18" charset="-127"/>
              </a:defRPr>
            </a:lvl6pPr>
            <a:lvl7pPr marL="2971800" indent="-228600" defTabSz="787400" eaLnBrk="0" fontAlgn="base" hangingPunct="0">
              <a:spcBef>
                <a:spcPct val="0"/>
              </a:spcBef>
              <a:spcAft>
                <a:spcPct val="0"/>
              </a:spcAft>
              <a:defRPr sz="1600">
                <a:solidFill>
                  <a:schemeClr val="tx1"/>
                </a:solidFill>
                <a:latin typeface="Arial" charset="0"/>
                <a:ea typeface="-윤고딕130" pitchFamily="18" charset="-127"/>
              </a:defRPr>
            </a:lvl7pPr>
            <a:lvl8pPr marL="3429000" indent="-228600" defTabSz="787400" eaLnBrk="0" fontAlgn="base" hangingPunct="0">
              <a:spcBef>
                <a:spcPct val="0"/>
              </a:spcBef>
              <a:spcAft>
                <a:spcPct val="0"/>
              </a:spcAft>
              <a:defRPr sz="1600">
                <a:solidFill>
                  <a:schemeClr val="tx1"/>
                </a:solidFill>
                <a:latin typeface="Arial" charset="0"/>
                <a:ea typeface="-윤고딕130" pitchFamily="18" charset="-127"/>
              </a:defRPr>
            </a:lvl8pPr>
            <a:lvl9pPr marL="3886200" indent="-228600" defTabSz="787400" eaLnBrk="0" fontAlgn="base" hangingPunct="0">
              <a:spcBef>
                <a:spcPct val="0"/>
              </a:spcBef>
              <a:spcAft>
                <a:spcPct val="0"/>
              </a:spcAft>
              <a:defRPr sz="1600">
                <a:solidFill>
                  <a:schemeClr val="tx1"/>
                </a:solidFill>
                <a:latin typeface="Arial" charset="0"/>
                <a:ea typeface="-윤고딕130" pitchFamily="18" charset="-127"/>
              </a:defRPr>
            </a:lvl9pPr>
          </a:lstStyle>
          <a:p>
            <a:pPr marL="0" marR="0" lvl="0" indent="0" algn="l" defTabSz="787400" rtl="0" eaLnBrk="1" fontAlgn="auto" latinLnBrk="0" hangingPunct="1">
              <a:lnSpc>
                <a:spcPct val="100000"/>
              </a:lnSpc>
              <a:spcBef>
                <a:spcPts val="0"/>
              </a:spcBef>
              <a:spcAft>
                <a:spcPts val="0"/>
              </a:spcAft>
              <a:buClrTx/>
              <a:buSzPct val="120000"/>
              <a:buFontTx/>
              <a:buNone/>
              <a:tabLst/>
              <a:defRPr/>
            </a:pPr>
            <a:r>
              <a:rPr kumimoji="0" lang="pt-BR" altLang="zh-CN" sz="2400" b="1" i="0" u="none" strike="noStrike" kern="1200" cap="none" spc="0" normalizeH="0" baseline="0" noProof="0" dirty="0">
                <a:ln>
                  <a:noFill/>
                </a:ln>
                <a:solidFill>
                  <a:schemeClr val="bg2"/>
                </a:solidFill>
                <a:effectLst/>
                <a:uLnTx/>
                <a:uFillTx/>
                <a:latin typeface="Arial" charset="0"/>
                <a:ea typeface="-윤고딕130" pitchFamily="18" charset="-127"/>
                <a:cs typeface="+mn-cs"/>
              </a:rPr>
              <a:t>Plano Nacional de Fertilizantes</a:t>
            </a:r>
          </a:p>
        </p:txBody>
      </p:sp>
      <p:sp>
        <p:nvSpPr>
          <p:cNvPr id="23" name="CaixaDeTexto 22">
            <a:extLst>
              <a:ext uri="{FF2B5EF4-FFF2-40B4-BE49-F238E27FC236}">
                <a16:creationId xmlns:a16="http://schemas.microsoft.com/office/drawing/2014/main" id="{CC3916B6-38BF-291F-C1DE-189D32E9D5B0}"/>
              </a:ext>
            </a:extLst>
          </p:cNvPr>
          <p:cNvSpPr txBox="1"/>
          <p:nvPr/>
        </p:nvSpPr>
        <p:spPr bwMode="auto">
          <a:xfrm>
            <a:off x="2977978" y="1465381"/>
            <a:ext cx="2772000" cy="4942379"/>
          </a:xfrm>
          <a:prstGeom prst="rect">
            <a:avLst/>
          </a:prstGeom>
          <a:noFill/>
          <a:ln w="9525">
            <a:noFill/>
            <a:miter lim="800000"/>
            <a:headEnd/>
            <a:tailEnd/>
          </a:ln>
        </p:spPr>
        <p:txBody>
          <a:bodyPr wrap="square">
            <a:spAutoFit/>
          </a:bodyPr>
          <a:lstStyle/>
          <a:p>
            <a:pPr marL="197607" marR="0" lvl="1" indent="-195987" algn="l" defTabSz="913526" rtl="0" eaLnBrk="1" fontAlgn="base" latinLnBrk="0" hangingPunct="1">
              <a:lnSpc>
                <a:spcPct val="100000"/>
              </a:lnSpc>
              <a:spcBef>
                <a:spcPts val="0"/>
              </a:spcBef>
              <a:spcAft>
                <a:spcPts val="500"/>
              </a:spcAft>
              <a:buClrTx/>
              <a:buSzPct val="125000"/>
              <a:buFont typeface="Arial" charset="0"/>
              <a:buChar char="▪"/>
              <a:tabLst/>
              <a:defRPr/>
            </a:pPr>
            <a:r>
              <a:rPr kumimoji="0" lang="pt-BR" sz="1300" i="0" u="none" strike="noStrike" kern="1200" cap="none" spc="0" normalizeH="0" baseline="0" noProof="0" dirty="0">
                <a:ln>
                  <a:noFill/>
                </a:ln>
                <a:solidFill>
                  <a:srgbClr val="071C25"/>
                </a:solidFill>
                <a:effectLst/>
                <a:uLnTx/>
                <a:uFillTx/>
                <a:latin typeface="Arial"/>
                <a:ea typeface="+mn-ea"/>
                <a:cs typeface="Arial" panose="020B0604020202020204" pitchFamily="34" charset="0"/>
              </a:rPr>
              <a:t>Dado </a:t>
            </a:r>
            <a:r>
              <a:rPr lang="pt-BR" sz="1300" dirty="0">
                <a:solidFill>
                  <a:srgbClr val="071C25"/>
                </a:solidFill>
                <a:latin typeface="Arial"/>
                <a:cs typeface="Arial" panose="020B0604020202020204" pitchFamily="34" charset="0"/>
              </a:rPr>
              <a:t>o </a:t>
            </a:r>
            <a:r>
              <a:rPr lang="pt-BR" sz="1300" b="1" dirty="0">
                <a:solidFill>
                  <a:srgbClr val="071C25"/>
                </a:solidFill>
                <a:latin typeface="Arial"/>
                <a:cs typeface="Arial" panose="020B0604020202020204" pitchFamily="34" charset="0"/>
              </a:rPr>
              <a:t>alto consumo brasileiro de fertilizantes</a:t>
            </a:r>
            <a:r>
              <a:rPr lang="pt-BR" sz="1300" dirty="0">
                <a:solidFill>
                  <a:srgbClr val="071C25"/>
                </a:solidFill>
                <a:latin typeface="Arial"/>
                <a:cs typeface="Arial" panose="020B0604020202020204" pitchFamily="34" charset="0"/>
              </a:rPr>
              <a:t>, a </a:t>
            </a:r>
            <a:r>
              <a:rPr lang="pt-BR" sz="1300" b="1" dirty="0">
                <a:solidFill>
                  <a:srgbClr val="071C25"/>
                </a:solidFill>
                <a:latin typeface="Arial"/>
                <a:cs typeface="Arial" panose="020B0604020202020204" pitchFamily="34" charset="0"/>
              </a:rPr>
              <a:t>relevância do agronegócio </a:t>
            </a:r>
            <a:r>
              <a:rPr lang="pt-BR" sz="1300" dirty="0">
                <a:solidFill>
                  <a:srgbClr val="071C25"/>
                </a:solidFill>
                <a:latin typeface="Arial"/>
                <a:cs typeface="Arial" panose="020B0604020202020204" pitchFamily="34" charset="0"/>
              </a:rPr>
              <a:t>para economia do país, e a </a:t>
            </a:r>
            <a:r>
              <a:rPr kumimoji="0" lang="pt-BR" sz="1300" b="1" i="0" u="none" strike="noStrike" kern="1200" cap="none" spc="0" normalizeH="0" baseline="0" noProof="0" dirty="0">
                <a:ln>
                  <a:noFill/>
                </a:ln>
                <a:solidFill>
                  <a:srgbClr val="071C25"/>
                </a:solidFill>
                <a:effectLst/>
                <a:uLnTx/>
                <a:uFillTx/>
                <a:latin typeface="Arial"/>
                <a:ea typeface="+mn-ea"/>
                <a:cs typeface="Arial" panose="020B0604020202020204" pitchFamily="34" charset="0"/>
              </a:rPr>
              <a:t>dependência externa e vulnerabilidade às oscilações de mercado</a:t>
            </a:r>
            <a:r>
              <a:rPr kumimoji="0" lang="pt-BR" sz="1300" i="0" u="none" strike="noStrike" kern="1200" cap="none" spc="0" normalizeH="0" baseline="0" noProof="0" dirty="0">
                <a:ln>
                  <a:noFill/>
                </a:ln>
                <a:solidFill>
                  <a:srgbClr val="071C25"/>
                </a:solidFill>
                <a:effectLst/>
                <a:uLnTx/>
                <a:uFillTx/>
                <a:latin typeface="Arial"/>
                <a:ea typeface="+mn-ea"/>
                <a:cs typeface="Arial" panose="020B0604020202020204" pitchFamily="34" charset="0"/>
              </a:rPr>
              <a:t> na importação</a:t>
            </a:r>
            <a:r>
              <a:rPr lang="pt-BR" sz="1300" dirty="0">
                <a:solidFill>
                  <a:srgbClr val="071C25"/>
                </a:solidFill>
                <a:latin typeface="Arial"/>
                <a:cs typeface="Arial" panose="020B0604020202020204" pitchFamily="34" charset="0"/>
              </a:rPr>
              <a:t> dos  fertilizantes</a:t>
            </a:r>
            <a:r>
              <a:rPr kumimoji="0" lang="pt-BR" sz="1300" i="0" u="none" strike="noStrike" kern="1200" cap="none" spc="0" normalizeH="0" baseline="0" noProof="0" dirty="0">
                <a:ln>
                  <a:noFill/>
                </a:ln>
                <a:solidFill>
                  <a:srgbClr val="071C25"/>
                </a:solidFill>
                <a:effectLst/>
                <a:uLnTx/>
                <a:uFillTx/>
                <a:latin typeface="Arial"/>
                <a:ea typeface="+mn-ea"/>
                <a:cs typeface="Arial" panose="020B0604020202020204" pitchFamily="34" charset="0"/>
              </a:rPr>
              <a:t> foi criado </a:t>
            </a:r>
            <a:r>
              <a:rPr kumimoji="0" lang="pt-BR" sz="1300" i="0" u="none" strike="noStrike" kern="1200" cap="none" spc="0" normalizeH="0" baseline="0" noProof="0" dirty="0" err="1">
                <a:ln>
                  <a:noFill/>
                </a:ln>
                <a:solidFill>
                  <a:srgbClr val="071C25"/>
                </a:solidFill>
                <a:effectLst/>
                <a:uLnTx/>
                <a:uFillTx/>
                <a:latin typeface="Arial"/>
                <a:ea typeface="+mn-ea"/>
                <a:cs typeface="Arial" panose="020B0604020202020204" pitchFamily="34" charset="0"/>
              </a:rPr>
              <a:t>pel</a:t>
            </a:r>
            <a:r>
              <a:rPr lang="pt-BR" sz="1300" dirty="0">
                <a:solidFill>
                  <a:srgbClr val="071C25"/>
                </a:solidFill>
                <a:latin typeface="Arial"/>
                <a:cs typeface="Arial" panose="020B0604020202020204" pitchFamily="34" charset="0"/>
              </a:rPr>
              <a:t>o MAPA o </a:t>
            </a:r>
            <a:r>
              <a:rPr kumimoji="0" lang="pt-BR" sz="1300" b="1" i="0" u="none" strike="noStrike" kern="1200" cap="none" spc="0" normalizeH="0" baseline="0" noProof="0" dirty="0">
                <a:ln>
                  <a:noFill/>
                </a:ln>
                <a:solidFill>
                  <a:srgbClr val="071C25"/>
                </a:solidFill>
                <a:effectLst/>
                <a:uLnTx/>
                <a:uFillTx/>
                <a:latin typeface="Arial"/>
                <a:ea typeface="+mn-ea"/>
                <a:cs typeface="Arial" panose="020B0604020202020204" pitchFamily="34" charset="0"/>
              </a:rPr>
              <a:t>Plano Nacional de Fertilizantes</a:t>
            </a:r>
          </a:p>
          <a:p>
            <a:pPr marL="197607" marR="0" lvl="1" indent="-195987" algn="l" defTabSz="913526" rtl="0" eaLnBrk="1" fontAlgn="base" latinLnBrk="0" hangingPunct="1">
              <a:lnSpc>
                <a:spcPct val="100000"/>
              </a:lnSpc>
              <a:spcBef>
                <a:spcPts val="0"/>
              </a:spcBef>
              <a:spcAft>
                <a:spcPts val="500"/>
              </a:spcAft>
              <a:buClrTx/>
              <a:buSzPct val="125000"/>
              <a:buFont typeface="Arial" charset="0"/>
              <a:buChar char="▪"/>
              <a:tabLst/>
              <a:defRPr/>
            </a:pPr>
            <a:r>
              <a:rPr lang="pt-BR" sz="1300" dirty="0">
                <a:solidFill>
                  <a:srgbClr val="071C25"/>
                </a:solidFill>
                <a:latin typeface="Arial"/>
                <a:cs typeface="Arial" panose="020B0604020202020204" pitchFamily="34" charset="0"/>
              </a:rPr>
              <a:t>O</a:t>
            </a:r>
            <a:r>
              <a:rPr kumimoji="0" lang="pt-BR" sz="1300" i="0" u="none" strike="noStrike" kern="1200" cap="none" spc="0" normalizeH="0" baseline="0" noProof="0" dirty="0" err="1">
                <a:ln>
                  <a:noFill/>
                </a:ln>
                <a:solidFill>
                  <a:srgbClr val="071C25"/>
                </a:solidFill>
                <a:effectLst/>
                <a:uLnTx/>
                <a:uFillTx/>
                <a:latin typeface="Arial"/>
                <a:ea typeface="+mn-ea"/>
                <a:cs typeface="Arial" panose="020B0604020202020204" pitchFamily="34" charset="0"/>
              </a:rPr>
              <a:t>bjetivo</a:t>
            </a:r>
            <a:r>
              <a:rPr kumimoji="0" lang="pt-BR" sz="1300" i="0" u="none" strike="noStrike" kern="1200" cap="none" spc="0" normalizeH="0" baseline="0" noProof="0" dirty="0">
                <a:ln>
                  <a:noFill/>
                </a:ln>
                <a:solidFill>
                  <a:srgbClr val="071C25"/>
                </a:solidFill>
                <a:effectLst/>
                <a:uLnTx/>
                <a:uFillTx/>
                <a:latin typeface="Arial"/>
                <a:ea typeface="+mn-ea"/>
                <a:cs typeface="Arial" panose="020B0604020202020204" pitchFamily="34" charset="0"/>
              </a:rPr>
              <a:t> geral é </a:t>
            </a:r>
            <a:r>
              <a:rPr kumimoji="0" lang="pt-BR" sz="1300" b="1" i="0" u="none" strike="noStrike" kern="1200" cap="none" spc="0" normalizeH="0" baseline="0" noProof="0" dirty="0">
                <a:ln>
                  <a:noFill/>
                </a:ln>
                <a:solidFill>
                  <a:srgbClr val="071C25"/>
                </a:solidFill>
                <a:effectLst/>
                <a:uLnTx/>
                <a:uFillTx/>
                <a:latin typeface="Arial"/>
                <a:ea typeface="+mn-ea"/>
                <a:cs typeface="Arial" panose="020B0604020202020204" pitchFamily="34" charset="0"/>
              </a:rPr>
              <a:t>fortalecer a produção e distribuição de fertilizantes</a:t>
            </a:r>
            <a:r>
              <a:rPr kumimoji="0" lang="pt-BR" sz="1300" i="0" u="none" strike="noStrike" kern="1200" cap="none" spc="0" normalizeH="0" baseline="0" noProof="0" dirty="0">
                <a:ln>
                  <a:noFill/>
                </a:ln>
                <a:solidFill>
                  <a:srgbClr val="071C25"/>
                </a:solidFill>
                <a:effectLst/>
                <a:uLnTx/>
                <a:uFillTx/>
                <a:latin typeface="Arial"/>
                <a:ea typeface="+mn-ea"/>
                <a:cs typeface="Arial" panose="020B0604020202020204" pitchFamily="34" charset="0"/>
              </a:rPr>
              <a:t> no Brasil de forma sustentável, abordando seis principais áreas até 2050:</a:t>
            </a:r>
            <a:endParaRPr lang="pt-BR" sz="1300" dirty="0">
              <a:solidFill>
                <a:srgbClr val="071C25"/>
              </a:solidFill>
              <a:latin typeface="Arial"/>
              <a:cs typeface="Arial" panose="020B0604020202020204" pitchFamily="34" charset="0"/>
            </a:endParaRPr>
          </a:p>
          <a:p>
            <a:pPr marL="446088" marR="0" lvl="1" indent="-269875" algn="l" defTabSz="913526" rtl="0" eaLnBrk="1" fontAlgn="base" latinLnBrk="0" hangingPunct="1">
              <a:lnSpc>
                <a:spcPct val="100000"/>
              </a:lnSpc>
              <a:spcBef>
                <a:spcPts val="0"/>
              </a:spcBef>
              <a:spcAft>
                <a:spcPts val="500"/>
              </a:spcAft>
              <a:buClrTx/>
              <a:buSzPct val="125000"/>
              <a:buFont typeface="Arial" panose="020B0604020202020204" pitchFamily="34" charset="0"/>
              <a:buChar char="−"/>
              <a:tabLst/>
              <a:defRPr/>
            </a:pPr>
            <a:r>
              <a:rPr kumimoji="0" lang="pt-BR" sz="1300" i="0" u="none" strike="noStrike" kern="1200" cap="none" spc="0" normalizeH="0" baseline="0" noProof="0" dirty="0">
                <a:ln>
                  <a:noFill/>
                </a:ln>
                <a:solidFill>
                  <a:srgbClr val="071C25"/>
                </a:solidFill>
                <a:effectLst/>
                <a:uLnTx/>
                <a:uFillTx/>
                <a:latin typeface="Arial"/>
                <a:ea typeface="+mn-ea"/>
                <a:cs typeface="Arial" panose="020B0604020202020204" pitchFamily="34" charset="0"/>
              </a:rPr>
              <a:t>Nitrogênio</a:t>
            </a:r>
          </a:p>
          <a:p>
            <a:pPr marL="446088" marR="0" lvl="1" indent="-269875" algn="l" defTabSz="913526" rtl="0" eaLnBrk="1" fontAlgn="base" latinLnBrk="0" hangingPunct="1">
              <a:lnSpc>
                <a:spcPct val="100000"/>
              </a:lnSpc>
              <a:spcBef>
                <a:spcPts val="0"/>
              </a:spcBef>
              <a:spcAft>
                <a:spcPts val="500"/>
              </a:spcAft>
              <a:buClrTx/>
              <a:buSzPct val="125000"/>
              <a:buFont typeface="Arial" panose="020B0604020202020204" pitchFamily="34" charset="0"/>
              <a:buChar char="−"/>
              <a:tabLst/>
              <a:defRPr/>
            </a:pPr>
            <a:r>
              <a:rPr kumimoji="0" lang="pt-BR" sz="1300" i="0" u="none" strike="noStrike" kern="1200" cap="none" spc="0" normalizeH="0" baseline="0" noProof="0" dirty="0">
                <a:ln>
                  <a:noFill/>
                </a:ln>
                <a:solidFill>
                  <a:srgbClr val="071C25"/>
                </a:solidFill>
                <a:effectLst/>
                <a:uLnTx/>
                <a:uFillTx/>
                <a:latin typeface="Arial"/>
                <a:ea typeface="+mn-ea"/>
                <a:cs typeface="Arial" panose="020B0604020202020204" pitchFamily="34" charset="0"/>
              </a:rPr>
              <a:t>Fósforo</a:t>
            </a:r>
          </a:p>
          <a:p>
            <a:pPr marL="446088" marR="0" lvl="1" indent="-269875" algn="l" defTabSz="913526" rtl="0" eaLnBrk="1" fontAlgn="base" latinLnBrk="0" hangingPunct="1">
              <a:lnSpc>
                <a:spcPct val="100000"/>
              </a:lnSpc>
              <a:spcBef>
                <a:spcPts val="0"/>
              </a:spcBef>
              <a:spcAft>
                <a:spcPts val="500"/>
              </a:spcAft>
              <a:buClrTx/>
              <a:buSzPct val="125000"/>
              <a:buFont typeface="Arial" panose="020B0604020202020204" pitchFamily="34" charset="0"/>
              <a:buChar char="−"/>
              <a:tabLst/>
              <a:defRPr/>
            </a:pPr>
            <a:r>
              <a:rPr kumimoji="0" lang="pt-BR" sz="1300" i="0" u="none" strike="noStrike" kern="1200" cap="none" spc="0" normalizeH="0" baseline="0" noProof="0" dirty="0">
                <a:ln>
                  <a:noFill/>
                </a:ln>
                <a:solidFill>
                  <a:srgbClr val="071C25"/>
                </a:solidFill>
                <a:effectLst/>
                <a:uLnTx/>
                <a:uFillTx/>
                <a:latin typeface="Arial"/>
                <a:ea typeface="+mn-ea"/>
                <a:cs typeface="Arial" panose="020B0604020202020204" pitchFamily="34" charset="0"/>
              </a:rPr>
              <a:t>Potássio</a:t>
            </a:r>
          </a:p>
          <a:p>
            <a:pPr marL="446088" marR="0" lvl="1" indent="-269875" algn="l" defTabSz="913526" rtl="0" eaLnBrk="1" fontAlgn="base" latinLnBrk="0" hangingPunct="1">
              <a:lnSpc>
                <a:spcPct val="100000"/>
              </a:lnSpc>
              <a:spcBef>
                <a:spcPts val="0"/>
              </a:spcBef>
              <a:spcAft>
                <a:spcPts val="500"/>
              </a:spcAft>
              <a:buClrTx/>
              <a:buSzPct val="125000"/>
              <a:buFont typeface="Arial" panose="020B0604020202020204" pitchFamily="34" charset="0"/>
              <a:buChar char="−"/>
              <a:tabLst/>
              <a:defRPr/>
            </a:pPr>
            <a:r>
              <a:rPr kumimoji="0" lang="pt-BR" sz="1300" i="0" u="none" strike="noStrike" kern="1200" cap="none" spc="0" normalizeH="0" baseline="0" noProof="0" dirty="0">
                <a:ln>
                  <a:noFill/>
                </a:ln>
                <a:solidFill>
                  <a:srgbClr val="071C25"/>
                </a:solidFill>
                <a:effectLst/>
                <a:uLnTx/>
                <a:uFillTx/>
                <a:latin typeface="Arial"/>
                <a:ea typeface="+mn-ea"/>
                <a:cs typeface="Arial" panose="020B0604020202020204" pitchFamily="34" charset="0"/>
              </a:rPr>
              <a:t>Cadeias Emergentes</a:t>
            </a:r>
            <a:endParaRPr lang="pt-BR" sz="1300" dirty="0">
              <a:solidFill>
                <a:srgbClr val="071C25"/>
              </a:solidFill>
              <a:latin typeface="Arial"/>
              <a:cs typeface="Arial" panose="020B0604020202020204" pitchFamily="34" charset="0"/>
            </a:endParaRPr>
          </a:p>
          <a:p>
            <a:pPr marL="446088" marR="0" lvl="1" indent="-269875" algn="l" defTabSz="913526" rtl="0" eaLnBrk="1" fontAlgn="base" latinLnBrk="0" hangingPunct="1">
              <a:lnSpc>
                <a:spcPct val="100000"/>
              </a:lnSpc>
              <a:spcBef>
                <a:spcPts val="0"/>
              </a:spcBef>
              <a:spcAft>
                <a:spcPts val="500"/>
              </a:spcAft>
              <a:buClrTx/>
              <a:buSzPct val="125000"/>
              <a:buFont typeface="Arial" panose="020B0604020202020204" pitchFamily="34" charset="0"/>
              <a:buChar char="−"/>
              <a:tabLst/>
              <a:defRPr/>
            </a:pPr>
            <a:r>
              <a:rPr kumimoji="0" lang="pt-BR" sz="1300" i="0" u="none" strike="noStrike" kern="1200" cap="none" spc="0" normalizeH="0" baseline="0" noProof="0" dirty="0">
                <a:ln>
                  <a:noFill/>
                </a:ln>
                <a:solidFill>
                  <a:srgbClr val="071C25"/>
                </a:solidFill>
                <a:effectLst/>
                <a:uLnTx/>
                <a:uFillTx/>
                <a:latin typeface="Arial"/>
                <a:ea typeface="+mn-ea"/>
                <a:cs typeface="Arial" panose="020B0604020202020204" pitchFamily="34" charset="0"/>
              </a:rPr>
              <a:t>Ciência, Tecnologia e Inovação (CT&amp;I)</a:t>
            </a:r>
          </a:p>
          <a:p>
            <a:pPr marL="446088" marR="0" lvl="1" indent="-269875" algn="l" defTabSz="913526" rtl="0" eaLnBrk="1" fontAlgn="base" latinLnBrk="0" hangingPunct="1">
              <a:lnSpc>
                <a:spcPct val="100000"/>
              </a:lnSpc>
              <a:spcBef>
                <a:spcPts val="0"/>
              </a:spcBef>
              <a:spcAft>
                <a:spcPts val="500"/>
              </a:spcAft>
              <a:buClrTx/>
              <a:buSzPct val="125000"/>
              <a:buFont typeface="Arial" panose="020B0604020202020204" pitchFamily="34" charset="0"/>
              <a:buChar char="−"/>
              <a:tabLst/>
              <a:defRPr/>
            </a:pPr>
            <a:r>
              <a:rPr kumimoji="0" lang="pt-BR" sz="1300" i="0" u="none" strike="noStrike" kern="1200" cap="none" spc="0" normalizeH="0" baseline="0" noProof="0" dirty="0">
                <a:ln>
                  <a:noFill/>
                </a:ln>
                <a:solidFill>
                  <a:srgbClr val="071C25"/>
                </a:solidFill>
                <a:effectLst/>
                <a:uLnTx/>
                <a:uFillTx/>
                <a:latin typeface="Arial"/>
                <a:ea typeface="+mn-ea"/>
                <a:cs typeface="Arial" panose="020B0604020202020204" pitchFamily="34" charset="0"/>
              </a:rPr>
              <a:t>Sustentabilidade Ambiental</a:t>
            </a:r>
            <a:endParaRPr kumimoji="0" lang="pt-BR" sz="1300" b="1" i="0" u="none" strike="noStrike" kern="1200" cap="none" spc="0" normalizeH="0" baseline="0" noProof="0" dirty="0">
              <a:ln>
                <a:noFill/>
              </a:ln>
              <a:solidFill>
                <a:srgbClr val="071C25"/>
              </a:solidFill>
              <a:effectLst/>
              <a:uLnTx/>
              <a:uFillTx/>
              <a:latin typeface="Arial"/>
              <a:ea typeface="+mn-ea"/>
              <a:cs typeface="Arial" panose="020B0604020202020204" pitchFamily="34" charset="0"/>
            </a:endParaRPr>
          </a:p>
        </p:txBody>
      </p:sp>
      <p:sp>
        <p:nvSpPr>
          <p:cNvPr id="25" name="CaixaDeTexto 24">
            <a:extLst>
              <a:ext uri="{FF2B5EF4-FFF2-40B4-BE49-F238E27FC236}">
                <a16:creationId xmlns:a16="http://schemas.microsoft.com/office/drawing/2014/main" id="{7B394D67-470A-3AFA-AE95-53DDB8E2298A}"/>
              </a:ext>
            </a:extLst>
          </p:cNvPr>
          <p:cNvSpPr txBox="1"/>
          <p:nvPr/>
        </p:nvSpPr>
        <p:spPr bwMode="auto">
          <a:xfrm>
            <a:off x="6054738" y="1465381"/>
            <a:ext cx="5909719" cy="2400657"/>
          </a:xfrm>
          <a:prstGeom prst="rect">
            <a:avLst/>
          </a:prstGeom>
          <a:noFill/>
          <a:ln w="9525">
            <a:noFill/>
            <a:miter lim="800000"/>
            <a:headEnd/>
            <a:tailEnd/>
          </a:ln>
        </p:spPr>
        <p:txBody>
          <a:bodyPr wrap="square">
            <a:spAutoFit/>
          </a:bodyPr>
          <a:lstStyle/>
          <a:p>
            <a:pPr marL="197607" lvl="1" indent="-195987" defTabSz="913526" fontAlgn="base">
              <a:spcAft>
                <a:spcPts val="600"/>
              </a:spcAft>
              <a:buSzPct val="125000"/>
              <a:buFont typeface="Arial" charset="0"/>
              <a:buChar char="▪"/>
              <a:defRPr/>
            </a:pPr>
            <a:r>
              <a:rPr lang="pt-BR" sz="1300" dirty="0">
                <a:solidFill>
                  <a:srgbClr val="071C25"/>
                </a:solidFill>
                <a:latin typeface="Arial"/>
                <a:cs typeface="Arial" panose="020B0604020202020204" pitchFamily="34" charset="0"/>
              </a:rPr>
              <a:t>Modernizar, reativar e ampliar as plantas e projetos de fertilizantes existentes no brasil</a:t>
            </a:r>
          </a:p>
          <a:p>
            <a:pPr marL="197607" lvl="1" indent="-195987" defTabSz="913526" fontAlgn="base">
              <a:spcAft>
                <a:spcPts val="600"/>
              </a:spcAft>
              <a:buSzPct val="125000"/>
              <a:buFont typeface="Arial" charset="0"/>
              <a:buChar char="▪"/>
              <a:defRPr/>
            </a:pPr>
            <a:r>
              <a:rPr lang="pt-BR" sz="1300" dirty="0">
                <a:solidFill>
                  <a:srgbClr val="071C25"/>
                </a:solidFill>
                <a:latin typeface="Arial"/>
                <a:cs typeface="Arial" panose="020B0604020202020204" pitchFamily="34" charset="0"/>
              </a:rPr>
              <a:t>Melhorar o ambiente de negócios no brasil para atração de investimentos para a cadeia de fertilizantes e nutrição de plantas</a:t>
            </a:r>
          </a:p>
          <a:p>
            <a:pPr marL="197607" lvl="1" indent="-195987" defTabSz="913526" fontAlgn="base">
              <a:spcAft>
                <a:spcPts val="600"/>
              </a:spcAft>
              <a:buSzPct val="125000"/>
              <a:buFont typeface="Arial" charset="0"/>
              <a:buChar char="▪"/>
              <a:defRPr/>
            </a:pPr>
            <a:r>
              <a:rPr lang="pt-BR" sz="1300" dirty="0">
                <a:solidFill>
                  <a:srgbClr val="071C25"/>
                </a:solidFill>
                <a:latin typeface="Arial"/>
                <a:cs typeface="Arial" panose="020B0604020202020204" pitchFamily="34" charset="0"/>
              </a:rPr>
              <a:t>Promover vantagens competitivas na cadeia de produção nacional de fertilizantes para melhorar o suprimento do mercado brasileiro</a:t>
            </a:r>
          </a:p>
          <a:p>
            <a:pPr marL="197607" lvl="1" indent="-195987" defTabSz="913526" fontAlgn="base">
              <a:spcAft>
                <a:spcPts val="600"/>
              </a:spcAft>
              <a:buSzPct val="125000"/>
              <a:buFont typeface="Arial" charset="0"/>
              <a:buChar char="▪"/>
              <a:defRPr/>
            </a:pPr>
            <a:r>
              <a:rPr lang="pt-BR" sz="1300" dirty="0">
                <a:solidFill>
                  <a:srgbClr val="071C25"/>
                </a:solidFill>
                <a:latin typeface="Arial"/>
                <a:cs typeface="Arial" panose="020B0604020202020204" pitchFamily="34" charset="0"/>
              </a:rPr>
              <a:t>Ampliar os investimentos em PD&amp;I e no desenvolvimento da cadeia de fertilizantes e nutrição de plantas do brasil</a:t>
            </a:r>
          </a:p>
          <a:p>
            <a:pPr marL="197607" lvl="1" indent="-195987" defTabSz="913526" fontAlgn="base">
              <a:spcAft>
                <a:spcPts val="600"/>
              </a:spcAft>
              <a:buSzPct val="125000"/>
              <a:buFont typeface="Arial" charset="0"/>
              <a:buChar char="▪"/>
              <a:defRPr/>
            </a:pPr>
            <a:r>
              <a:rPr lang="pt-BR" sz="1300" dirty="0">
                <a:solidFill>
                  <a:srgbClr val="071C25"/>
                </a:solidFill>
                <a:latin typeface="Arial"/>
                <a:cs typeface="Arial" panose="020B0604020202020204" pitchFamily="34" charset="0"/>
              </a:rPr>
              <a:t>Adequar a infraestrutura para integração de polos logísticos e viabilização de empreendimentos</a:t>
            </a:r>
            <a:endParaRPr kumimoji="0" lang="pt-BR" sz="1300" i="0" u="none" strike="noStrike" kern="1200" cap="none" spc="0" normalizeH="0" baseline="0" noProof="0" dirty="0">
              <a:ln>
                <a:noFill/>
              </a:ln>
              <a:solidFill>
                <a:srgbClr val="071C25"/>
              </a:solidFill>
              <a:effectLst/>
              <a:uLnTx/>
              <a:uFillTx/>
              <a:latin typeface="Arial"/>
              <a:ea typeface="+mn-ea"/>
              <a:cs typeface="Arial" panose="020B0604020202020204" pitchFamily="34" charset="0"/>
            </a:endParaRPr>
          </a:p>
        </p:txBody>
      </p:sp>
      <p:sp>
        <p:nvSpPr>
          <p:cNvPr id="26" name="Elipse 25">
            <a:extLst>
              <a:ext uri="{FF2B5EF4-FFF2-40B4-BE49-F238E27FC236}">
                <a16:creationId xmlns:a16="http://schemas.microsoft.com/office/drawing/2014/main" id="{5497023F-EB88-C163-D601-E304A486CFC2}"/>
              </a:ext>
            </a:extLst>
          </p:cNvPr>
          <p:cNvSpPr/>
          <p:nvPr/>
        </p:nvSpPr>
        <p:spPr>
          <a:xfrm>
            <a:off x="6044890" y="1517336"/>
            <a:ext cx="191652" cy="191652"/>
          </a:xfrm>
          <a:prstGeom prst="ellipse">
            <a:avLst/>
          </a:prstGeom>
          <a:solidFill>
            <a:schemeClr val="accent5"/>
          </a:solidFill>
          <a:ln w="19050">
            <a:noFill/>
            <a:miter lim="400000"/>
          </a:ln>
          <a:effectLst/>
        </p:spPr>
        <p:txBody>
          <a:bodyPr lIns="108000" tIns="72000" rIns="108000" bIns="72000" rtlCol="0" anchor="ctr"/>
          <a:lstStyle/>
          <a:p>
            <a:pPr algn="ctr"/>
            <a:r>
              <a:rPr lang="pt-BR" sz="1300" b="1" dirty="0">
                <a:solidFill>
                  <a:schemeClr val="bg1"/>
                </a:solidFill>
              </a:rPr>
              <a:t>1</a:t>
            </a:r>
          </a:p>
        </p:txBody>
      </p:sp>
      <p:sp>
        <p:nvSpPr>
          <p:cNvPr id="27" name="Elipse 26">
            <a:extLst>
              <a:ext uri="{FF2B5EF4-FFF2-40B4-BE49-F238E27FC236}">
                <a16:creationId xmlns:a16="http://schemas.microsoft.com/office/drawing/2014/main" id="{F9DA1003-54B9-89F1-61F0-EC4A8B2D8D69}"/>
              </a:ext>
            </a:extLst>
          </p:cNvPr>
          <p:cNvSpPr/>
          <p:nvPr/>
        </p:nvSpPr>
        <p:spPr>
          <a:xfrm>
            <a:off x="6044890" y="1987192"/>
            <a:ext cx="191652" cy="191652"/>
          </a:xfrm>
          <a:prstGeom prst="ellipse">
            <a:avLst/>
          </a:prstGeom>
          <a:solidFill>
            <a:schemeClr val="accent5"/>
          </a:solidFill>
          <a:ln w="19050">
            <a:noFill/>
            <a:miter lim="400000"/>
          </a:ln>
          <a:effectLst/>
        </p:spPr>
        <p:txBody>
          <a:bodyPr lIns="108000" tIns="72000" rIns="108000" bIns="72000" rtlCol="0" anchor="ctr"/>
          <a:lstStyle/>
          <a:p>
            <a:pPr algn="ctr"/>
            <a:r>
              <a:rPr lang="pt-BR" sz="1300" b="1">
                <a:solidFill>
                  <a:schemeClr val="bg1"/>
                </a:solidFill>
              </a:rPr>
              <a:t>2</a:t>
            </a:r>
          </a:p>
        </p:txBody>
      </p:sp>
      <p:sp>
        <p:nvSpPr>
          <p:cNvPr id="28" name="Elipse 27">
            <a:extLst>
              <a:ext uri="{FF2B5EF4-FFF2-40B4-BE49-F238E27FC236}">
                <a16:creationId xmlns:a16="http://schemas.microsoft.com/office/drawing/2014/main" id="{566DCF35-243A-7CA9-AC9E-529925B3C690}"/>
              </a:ext>
            </a:extLst>
          </p:cNvPr>
          <p:cNvSpPr/>
          <p:nvPr/>
        </p:nvSpPr>
        <p:spPr>
          <a:xfrm>
            <a:off x="6044890" y="2457048"/>
            <a:ext cx="191652" cy="191652"/>
          </a:xfrm>
          <a:prstGeom prst="ellipse">
            <a:avLst/>
          </a:prstGeom>
          <a:solidFill>
            <a:schemeClr val="accent5"/>
          </a:solidFill>
          <a:ln w="19050">
            <a:noFill/>
            <a:miter lim="400000"/>
          </a:ln>
          <a:effectLst/>
        </p:spPr>
        <p:txBody>
          <a:bodyPr lIns="108000" tIns="72000" rIns="108000" bIns="72000" rtlCol="0" anchor="ctr"/>
          <a:lstStyle/>
          <a:p>
            <a:pPr algn="ctr"/>
            <a:r>
              <a:rPr lang="pt-BR" sz="1300" b="1">
                <a:solidFill>
                  <a:schemeClr val="bg1"/>
                </a:solidFill>
              </a:rPr>
              <a:t>3</a:t>
            </a:r>
          </a:p>
        </p:txBody>
      </p:sp>
      <p:sp>
        <p:nvSpPr>
          <p:cNvPr id="29" name="Elipse 28">
            <a:extLst>
              <a:ext uri="{FF2B5EF4-FFF2-40B4-BE49-F238E27FC236}">
                <a16:creationId xmlns:a16="http://schemas.microsoft.com/office/drawing/2014/main" id="{FA5AE76B-1980-F485-5F0B-0CC61706E27D}"/>
              </a:ext>
            </a:extLst>
          </p:cNvPr>
          <p:cNvSpPr/>
          <p:nvPr/>
        </p:nvSpPr>
        <p:spPr>
          <a:xfrm>
            <a:off x="6044890" y="2926904"/>
            <a:ext cx="191652" cy="191652"/>
          </a:xfrm>
          <a:prstGeom prst="ellipse">
            <a:avLst/>
          </a:prstGeom>
          <a:solidFill>
            <a:schemeClr val="accent5"/>
          </a:solidFill>
          <a:ln w="19050">
            <a:noFill/>
            <a:miter lim="400000"/>
          </a:ln>
          <a:effectLst/>
        </p:spPr>
        <p:txBody>
          <a:bodyPr lIns="108000" tIns="72000" rIns="108000" bIns="72000" rtlCol="0" anchor="ctr"/>
          <a:lstStyle/>
          <a:p>
            <a:pPr algn="ctr"/>
            <a:r>
              <a:rPr lang="pt-BR" sz="1300" b="1">
                <a:solidFill>
                  <a:schemeClr val="bg1"/>
                </a:solidFill>
              </a:rPr>
              <a:t>4</a:t>
            </a:r>
          </a:p>
        </p:txBody>
      </p:sp>
      <p:sp>
        <p:nvSpPr>
          <p:cNvPr id="30" name="Elipse 29">
            <a:extLst>
              <a:ext uri="{FF2B5EF4-FFF2-40B4-BE49-F238E27FC236}">
                <a16:creationId xmlns:a16="http://schemas.microsoft.com/office/drawing/2014/main" id="{98AFE4FB-93B0-4370-CD8F-6F92DAF94152}"/>
              </a:ext>
            </a:extLst>
          </p:cNvPr>
          <p:cNvSpPr/>
          <p:nvPr/>
        </p:nvSpPr>
        <p:spPr>
          <a:xfrm>
            <a:off x="6044890" y="3396761"/>
            <a:ext cx="191652" cy="191652"/>
          </a:xfrm>
          <a:prstGeom prst="ellipse">
            <a:avLst/>
          </a:prstGeom>
          <a:solidFill>
            <a:schemeClr val="accent5"/>
          </a:solidFill>
          <a:ln w="19050">
            <a:noFill/>
            <a:miter lim="400000"/>
          </a:ln>
          <a:effectLst/>
        </p:spPr>
        <p:txBody>
          <a:bodyPr lIns="108000" tIns="72000" rIns="108000" bIns="72000" rtlCol="0" anchor="ctr"/>
          <a:lstStyle/>
          <a:p>
            <a:pPr algn="ctr"/>
            <a:r>
              <a:rPr lang="pt-BR" sz="1300" b="1" dirty="0">
                <a:solidFill>
                  <a:schemeClr val="bg1"/>
                </a:solidFill>
              </a:rPr>
              <a:t>5</a:t>
            </a:r>
          </a:p>
        </p:txBody>
      </p:sp>
      <p:grpSp>
        <p:nvGrpSpPr>
          <p:cNvPr id="34" name="Group 126">
            <a:extLst>
              <a:ext uri="{FF2B5EF4-FFF2-40B4-BE49-F238E27FC236}">
                <a16:creationId xmlns:a16="http://schemas.microsoft.com/office/drawing/2014/main" id="{D6F2980C-2D71-63AA-9CD8-676424A25320}"/>
              </a:ext>
            </a:extLst>
          </p:cNvPr>
          <p:cNvGrpSpPr/>
          <p:nvPr/>
        </p:nvGrpSpPr>
        <p:grpSpPr>
          <a:xfrm>
            <a:off x="10678401" y="628364"/>
            <a:ext cx="1286058" cy="212366"/>
            <a:chOff x="7668610" y="859795"/>
            <a:chExt cx="1286058" cy="212366"/>
          </a:xfrm>
        </p:grpSpPr>
        <p:sp>
          <p:nvSpPr>
            <p:cNvPr id="35" name="StickerRectangle">
              <a:extLst>
                <a:ext uri="{FF2B5EF4-FFF2-40B4-BE49-F238E27FC236}">
                  <a16:creationId xmlns:a16="http://schemas.microsoft.com/office/drawing/2014/main" id="{5CBCCB59-AF2C-F1FA-B627-9E69E4F59E0C}"/>
                </a:ext>
              </a:extLst>
            </p:cNvPr>
            <p:cNvSpPr>
              <a:spLocks noChangeArrowheads="1"/>
            </p:cNvSpPr>
            <p:nvPr/>
          </p:nvSpPr>
          <p:spPr bwMode="auto">
            <a:xfrm>
              <a:off x="7668610" y="859795"/>
              <a:ext cx="1286058" cy="212366"/>
            </a:xfrm>
            <a:prstGeom prst="leftRightArrow">
              <a:avLst>
                <a:gd name="adj1" fmla="val 100000"/>
                <a:gd name="adj2" fmla="val 0"/>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27432" tIns="0" rIns="0" bIns="27432">
              <a:spAutoFit/>
            </a:bodyPr>
            <a:lstStyle/>
            <a:p>
              <a:pPr algn="r" defTabSz="895350">
                <a:buClr>
                  <a:schemeClr val="tx2"/>
                </a:buClr>
              </a:pPr>
              <a:r>
                <a:rPr lang="pt-BR" sz="1200">
                  <a:solidFill>
                    <a:schemeClr val="accent6"/>
                  </a:solidFill>
                </a:rPr>
                <a:t>NÃO EXAUSTIVO</a:t>
              </a:r>
            </a:p>
          </p:txBody>
        </p:sp>
        <p:cxnSp>
          <p:nvCxnSpPr>
            <p:cNvPr id="36" name="AutoShape 31">
              <a:extLst>
                <a:ext uri="{FF2B5EF4-FFF2-40B4-BE49-F238E27FC236}">
                  <a16:creationId xmlns:a16="http://schemas.microsoft.com/office/drawing/2014/main" id="{A7EEC1AB-C3D4-51F1-5F85-9FC43B0D16EC}"/>
                </a:ext>
              </a:extLst>
            </p:cNvPr>
            <p:cNvCxnSpPr>
              <a:cxnSpLocks noChangeShapeType="1"/>
              <a:stCxn id="35" idx="2"/>
              <a:endCxn id="35" idx="4"/>
            </p:cNvCxnSpPr>
            <p:nvPr/>
          </p:nvCxnSpPr>
          <p:spPr bwMode="auto">
            <a:xfrm>
              <a:off x="7668610" y="859795"/>
              <a:ext cx="0" cy="212366"/>
            </a:xfrm>
            <a:prstGeom prst="straightConnector1">
              <a:avLst/>
            </a:prstGeom>
            <a:noFill/>
            <a:ln w="9525">
              <a:solidFill>
                <a:schemeClr val="bg1">
                  <a:lumMod val="65000"/>
                </a:schemeClr>
              </a:solidFill>
              <a:round/>
              <a:headEnd/>
              <a:tailEnd/>
            </a:ln>
            <a:extLst>
              <a:ext uri="{909E8E84-426E-40dd-AFC4-6F175D3DCCD1}">
                <a14:hiddenFill xmlns:a14="http://schemas.microsoft.com/office/drawing/2010/main" xmlns="">
                  <a:noFill/>
                </a14:hiddenFill>
              </a:ext>
            </a:extLst>
          </p:spPr>
        </p:cxnSp>
        <p:cxnSp>
          <p:nvCxnSpPr>
            <p:cNvPr id="37" name="AutoShape 32">
              <a:extLst>
                <a:ext uri="{FF2B5EF4-FFF2-40B4-BE49-F238E27FC236}">
                  <a16:creationId xmlns:a16="http://schemas.microsoft.com/office/drawing/2014/main" id="{D185DC69-1A42-9208-FB37-8B59690673A8}"/>
                </a:ext>
              </a:extLst>
            </p:cNvPr>
            <p:cNvCxnSpPr>
              <a:cxnSpLocks noChangeShapeType="1"/>
              <a:stCxn id="35" idx="4"/>
              <a:endCxn id="35" idx="6"/>
            </p:cNvCxnSpPr>
            <p:nvPr/>
          </p:nvCxnSpPr>
          <p:spPr bwMode="auto">
            <a:xfrm>
              <a:off x="7668610" y="1072161"/>
              <a:ext cx="1286058" cy="0"/>
            </a:xfrm>
            <a:prstGeom prst="straightConnector1">
              <a:avLst/>
            </a:prstGeom>
            <a:noFill/>
            <a:ln w="25400">
              <a:solidFill>
                <a:schemeClr val="bg1">
                  <a:lumMod val="65000"/>
                </a:schemeClr>
              </a:solidFill>
              <a:round/>
              <a:headEnd/>
              <a:tailEnd/>
            </a:ln>
            <a:extLst>
              <a:ext uri="{909E8E84-426E-40dd-AFC4-6F175D3DCCD1}">
                <a14:hiddenFill xmlns:a14="http://schemas.microsoft.com/office/drawing/2010/main" xmlns="">
                  <a:noFill/>
                </a14:hiddenFill>
              </a:ext>
            </a:extLst>
          </p:spPr>
        </p:cxnSp>
      </p:grpSp>
      <p:grpSp>
        <p:nvGrpSpPr>
          <p:cNvPr id="7" name="Agrupar 6">
            <a:extLst>
              <a:ext uri="{FF2B5EF4-FFF2-40B4-BE49-F238E27FC236}">
                <a16:creationId xmlns:a16="http://schemas.microsoft.com/office/drawing/2014/main" id="{B7106E5B-4994-71C0-FA66-1E4D6417B916}"/>
              </a:ext>
            </a:extLst>
          </p:cNvPr>
          <p:cNvGrpSpPr/>
          <p:nvPr/>
        </p:nvGrpSpPr>
        <p:grpSpPr>
          <a:xfrm>
            <a:off x="5837350" y="4131853"/>
            <a:ext cx="6354650" cy="2268000"/>
            <a:chOff x="5837350" y="3999586"/>
            <a:chExt cx="6354650" cy="2268000"/>
          </a:xfrm>
        </p:grpSpPr>
        <p:sp>
          <p:nvSpPr>
            <p:cNvPr id="50" name="Rectangle 1007">
              <a:extLst>
                <a:ext uri="{FF2B5EF4-FFF2-40B4-BE49-F238E27FC236}">
                  <a16:creationId xmlns:a16="http://schemas.microsoft.com/office/drawing/2014/main" id="{CBC304CB-BE6A-4B8C-19AE-C1BF054E48F0}"/>
                </a:ext>
              </a:extLst>
            </p:cNvPr>
            <p:cNvSpPr/>
            <p:nvPr/>
          </p:nvSpPr>
          <p:spPr>
            <a:xfrm>
              <a:off x="5837350" y="3999587"/>
              <a:ext cx="6354649" cy="2265524"/>
            </a:xfrm>
            <a:prstGeom prst="rect">
              <a:avLst/>
            </a:prstGeom>
            <a:solidFill>
              <a:schemeClr val="tx1">
                <a:lumMod val="10000"/>
                <a:lumOff val="90000"/>
              </a:schemeClr>
            </a:solidFill>
            <a:ln w="12700">
              <a:noFill/>
              <a:miter lim="400000"/>
            </a:ln>
            <a:effectLst/>
          </p:spPr>
          <p:txBody>
            <a:bodyPr lIns="108000" tIns="72000" rIns="108000" bIns="72000" rtlCol="0" anchor="ctr" anchorCtr="1"/>
            <a:lstStyle/>
            <a:p>
              <a:pPr marL="0" lvl="1">
                <a:spcBef>
                  <a:spcPts val="600"/>
                </a:spcBef>
                <a:spcAft>
                  <a:spcPts val="0"/>
                </a:spcAft>
                <a:buClrTx/>
              </a:pPr>
              <a:endParaRPr lang="pt-BR" sz="1300">
                <a:latin typeface="+mj-lt"/>
              </a:endParaRPr>
            </a:p>
          </p:txBody>
        </p:sp>
        <p:grpSp>
          <p:nvGrpSpPr>
            <p:cNvPr id="18" name="Group 17">
              <a:extLst>
                <a:ext uri="{FF2B5EF4-FFF2-40B4-BE49-F238E27FC236}">
                  <a16:creationId xmlns:a16="http://schemas.microsoft.com/office/drawing/2014/main" id="{A3DE6495-01B2-F837-03D4-E7845F34C9B0}"/>
                </a:ext>
              </a:extLst>
            </p:cNvPr>
            <p:cNvGrpSpPr/>
            <p:nvPr/>
          </p:nvGrpSpPr>
          <p:grpSpPr>
            <a:xfrm>
              <a:off x="6054738" y="4087345"/>
              <a:ext cx="4057002" cy="436461"/>
              <a:chOff x="420586" y="1284186"/>
              <a:chExt cx="11351885" cy="436461"/>
            </a:xfrm>
          </p:grpSpPr>
          <p:cxnSp>
            <p:nvCxnSpPr>
              <p:cNvPr id="19" name="AutoShape 249">
                <a:extLst>
                  <a:ext uri="{FF2B5EF4-FFF2-40B4-BE49-F238E27FC236}">
                    <a16:creationId xmlns:a16="http://schemas.microsoft.com/office/drawing/2014/main" id="{02873953-0964-91AB-4C44-BBDBC7BB82CB}"/>
                  </a:ext>
                </a:extLst>
              </p:cNvPr>
              <p:cNvCxnSpPr>
                <a:cxnSpLocks noChangeShapeType="1"/>
              </p:cNvCxnSpPr>
              <p:nvPr/>
            </p:nvCxnSpPr>
            <p:spPr bwMode="auto">
              <a:xfrm>
                <a:off x="420586" y="1720647"/>
                <a:ext cx="11351885" cy="0"/>
              </a:xfrm>
              <a:prstGeom prst="straightConnector1">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20" name="Rectangle 8">
                <a:extLst>
                  <a:ext uri="{FF2B5EF4-FFF2-40B4-BE49-F238E27FC236}">
                    <a16:creationId xmlns:a16="http://schemas.microsoft.com/office/drawing/2014/main" id="{C8C3C046-7907-55A9-F345-E585D22C968E}"/>
                  </a:ext>
                </a:extLst>
              </p:cNvPr>
              <p:cNvSpPr>
                <a:spLocks noChangeArrowheads="1"/>
              </p:cNvSpPr>
              <p:nvPr/>
            </p:nvSpPr>
            <p:spPr bwMode="auto">
              <a:xfrm>
                <a:off x="420586" y="1284186"/>
                <a:ext cx="11351885" cy="43646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36000" anchor="b">
                <a:spAutoFit/>
              </a:bodyPr>
              <a:lstStyle>
                <a:lvl1pPr defTabSz="787400" eaLnBrk="0" hangingPunct="0">
                  <a:defRPr sz="1600">
                    <a:solidFill>
                      <a:schemeClr val="tx1"/>
                    </a:solidFill>
                    <a:latin typeface="Arial" charset="0"/>
                    <a:ea typeface="-윤고딕130" pitchFamily="18" charset="-127"/>
                  </a:defRPr>
                </a:lvl1pPr>
                <a:lvl2pPr marL="742950" indent="-285750" defTabSz="787400" eaLnBrk="0" hangingPunct="0">
                  <a:defRPr sz="1600">
                    <a:solidFill>
                      <a:schemeClr val="tx1"/>
                    </a:solidFill>
                    <a:latin typeface="Arial" charset="0"/>
                    <a:ea typeface="-윤고딕130" pitchFamily="18" charset="-127"/>
                  </a:defRPr>
                </a:lvl2pPr>
                <a:lvl3pPr marL="1143000" indent="-228600" defTabSz="787400" eaLnBrk="0" hangingPunct="0">
                  <a:defRPr sz="1600">
                    <a:solidFill>
                      <a:schemeClr val="tx1"/>
                    </a:solidFill>
                    <a:latin typeface="Arial" charset="0"/>
                    <a:ea typeface="-윤고딕130" pitchFamily="18" charset="-127"/>
                  </a:defRPr>
                </a:lvl3pPr>
                <a:lvl4pPr marL="1600200" indent="-228600" defTabSz="787400" eaLnBrk="0" hangingPunct="0">
                  <a:defRPr sz="1600">
                    <a:solidFill>
                      <a:schemeClr val="tx1"/>
                    </a:solidFill>
                    <a:latin typeface="Arial" charset="0"/>
                    <a:ea typeface="-윤고딕130" pitchFamily="18" charset="-127"/>
                  </a:defRPr>
                </a:lvl4pPr>
                <a:lvl5pPr marL="2057400" indent="-228600" defTabSz="787400" eaLnBrk="0" hangingPunct="0">
                  <a:defRPr sz="1600">
                    <a:solidFill>
                      <a:schemeClr val="tx1"/>
                    </a:solidFill>
                    <a:latin typeface="Arial" charset="0"/>
                    <a:ea typeface="-윤고딕130" pitchFamily="18" charset="-127"/>
                  </a:defRPr>
                </a:lvl5pPr>
                <a:lvl6pPr marL="2514600" indent="-228600" defTabSz="787400" eaLnBrk="0" fontAlgn="base" hangingPunct="0">
                  <a:spcBef>
                    <a:spcPct val="0"/>
                  </a:spcBef>
                  <a:spcAft>
                    <a:spcPct val="0"/>
                  </a:spcAft>
                  <a:defRPr sz="1600">
                    <a:solidFill>
                      <a:schemeClr val="tx1"/>
                    </a:solidFill>
                    <a:latin typeface="Arial" charset="0"/>
                    <a:ea typeface="-윤고딕130" pitchFamily="18" charset="-127"/>
                  </a:defRPr>
                </a:lvl6pPr>
                <a:lvl7pPr marL="2971800" indent="-228600" defTabSz="787400" eaLnBrk="0" fontAlgn="base" hangingPunct="0">
                  <a:spcBef>
                    <a:spcPct val="0"/>
                  </a:spcBef>
                  <a:spcAft>
                    <a:spcPct val="0"/>
                  </a:spcAft>
                  <a:defRPr sz="1600">
                    <a:solidFill>
                      <a:schemeClr val="tx1"/>
                    </a:solidFill>
                    <a:latin typeface="Arial" charset="0"/>
                    <a:ea typeface="-윤고딕130" pitchFamily="18" charset="-127"/>
                  </a:defRPr>
                </a:lvl7pPr>
                <a:lvl8pPr marL="3429000" indent="-228600" defTabSz="787400" eaLnBrk="0" fontAlgn="base" hangingPunct="0">
                  <a:spcBef>
                    <a:spcPct val="0"/>
                  </a:spcBef>
                  <a:spcAft>
                    <a:spcPct val="0"/>
                  </a:spcAft>
                  <a:defRPr sz="1600">
                    <a:solidFill>
                      <a:schemeClr val="tx1"/>
                    </a:solidFill>
                    <a:latin typeface="Arial" charset="0"/>
                    <a:ea typeface="-윤고딕130" pitchFamily="18" charset="-127"/>
                  </a:defRPr>
                </a:lvl8pPr>
                <a:lvl9pPr marL="3886200" indent="-228600" defTabSz="787400" eaLnBrk="0" fontAlgn="base" hangingPunct="0">
                  <a:spcBef>
                    <a:spcPct val="0"/>
                  </a:spcBef>
                  <a:spcAft>
                    <a:spcPct val="0"/>
                  </a:spcAft>
                  <a:defRPr sz="1600">
                    <a:solidFill>
                      <a:schemeClr val="tx1"/>
                    </a:solidFill>
                    <a:latin typeface="Arial" charset="0"/>
                    <a:ea typeface="-윤고딕130" pitchFamily="18" charset="-127"/>
                  </a:defRPr>
                </a:lvl9pPr>
              </a:lstStyle>
              <a:p>
                <a:pPr marL="0" marR="0" lvl="0" indent="0" algn="l" defTabSz="787400" rtl="0" eaLnBrk="1" fontAlgn="auto" latinLnBrk="0" hangingPunct="1">
                  <a:lnSpc>
                    <a:spcPct val="100000"/>
                  </a:lnSpc>
                  <a:spcBef>
                    <a:spcPts val="0"/>
                  </a:spcBef>
                  <a:spcAft>
                    <a:spcPts val="0"/>
                  </a:spcAft>
                  <a:buClrTx/>
                  <a:buSzPct val="120000"/>
                  <a:buFontTx/>
                  <a:buNone/>
                  <a:tabLst/>
                  <a:defRPr/>
                </a:pPr>
                <a:r>
                  <a:rPr lang="pt-BR" altLang="zh-CN" sz="1300" b="1" dirty="0">
                    <a:solidFill>
                      <a:srgbClr val="020E66"/>
                    </a:solidFill>
                  </a:rPr>
                  <a:t>Horizonte do plano </a:t>
                </a:r>
                <a:r>
                  <a:rPr kumimoji="0" lang="pt-BR" altLang="zh-CN" sz="1300" b="1" i="0" u="none" strike="noStrike" kern="1200" cap="none" spc="0" normalizeH="0" baseline="0" noProof="0" dirty="0">
                    <a:ln>
                      <a:noFill/>
                    </a:ln>
                    <a:solidFill>
                      <a:srgbClr val="020E66"/>
                    </a:solidFill>
                    <a:effectLst/>
                    <a:uLnTx/>
                    <a:uFillTx/>
                    <a:latin typeface="Arial" charset="0"/>
                    <a:ea typeface="-윤고딕130" pitchFamily="18" charset="-127"/>
                    <a:cs typeface="+mn-cs"/>
                  </a:rPr>
                  <a:t>direcionado para o mercado de </a:t>
                </a:r>
                <a:r>
                  <a:rPr kumimoji="0" lang="pt-BR" altLang="zh-CN" sz="1300" b="1" i="0" u="none" strike="noStrike" kern="1200" cap="none" spc="0" normalizeH="0" baseline="0" noProof="0" dirty="0" err="1">
                    <a:ln>
                      <a:noFill/>
                    </a:ln>
                    <a:solidFill>
                      <a:srgbClr val="020E66"/>
                    </a:solidFill>
                    <a:effectLst/>
                    <a:uLnTx/>
                    <a:uFillTx/>
                    <a:latin typeface="Arial" charset="0"/>
                    <a:ea typeface="-윤고딕130" pitchFamily="18" charset="-127"/>
                    <a:cs typeface="+mn-cs"/>
                  </a:rPr>
                  <a:t>fert</a:t>
                </a:r>
                <a:r>
                  <a:rPr lang="pt-BR" altLang="zh-CN" sz="1300" b="1" dirty="0" err="1">
                    <a:solidFill>
                      <a:srgbClr val="020E66"/>
                    </a:solidFill>
                  </a:rPr>
                  <a:t>ilizantes</a:t>
                </a:r>
                <a:r>
                  <a:rPr kumimoji="0" lang="pt-BR" altLang="zh-CN" sz="1300" b="1" i="0" u="none" strike="noStrike" kern="1200" cap="none" spc="0" normalizeH="0" baseline="0" noProof="0" dirty="0">
                    <a:ln>
                      <a:noFill/>
                    </a:ln>
                    <a:solidFill>
                      <a:srgbClr val="020E66"/>
                    </a:solidFill>
                    <a:effectLst/>
                    <a:uLnTx/>
                    <a:uFillTx/>
                    <a:latin typeface="Arial" charset="0"/>
                    <a:ea typeface="-윤고딕130" pitchFamily="18" charset="-127"/>
                    <a:cs typeface="+mn-cs"/>
                  </a:rPr>
                  <a:t> fosfatados para 2025</a:t>
                </a:r>
              </a:p>
            </p:txBody>
          </p:sp>
        </p:grpSp>
        <p:sp>
          <p:nvSpPr>
            <p:cNvPr id="31" name="CaixaDeTexto 30">
              <a:extLst>
                <a:ext uri="{FF2B5EF4-FFF2-40B4-BE49-F238E27FC236}">
                  <a16:creationId xmlns:a16="http://schemas.microsoft.com/office/drawing/2014/main" id="{F9CD90CB-8B24-16CC-59D8-8E3E88285BB9}"/>
                </a:ext>
              </a:extLst>
            </p:cNvPr>
            <p:cNvSpPr txBox="1"/>
            <p:nvPr/>
          </p:nvSpPr>
          <p:spPr bwMode="auto">
            <a:xfrm>
              <a:off x="6044890" y="4605909"/>
              <a:ext cx="4057003" cy="1556836"/>
            </a:xfrm>
            <a:prstGeom prst="rect">
              <a:avLst/>
            </a:prstGeom>
            <a:noFill/>
            <a:ln w="9525">
              <a:noFill/>
              <a:miter lim="800000"/>
              <a:headEnd/>
              <a:tailEnd/>
            </a:ln>
          </p:spPr>
          <p:txBody>
            <a:bodyPr wrap="square">
              <a:spAutoFit/>
            </a:bodyPr>
            <a:lstStyle/>
            <a:p>
              <a:pPr marL="197607" lvl="1" indent="-195987" defTabSz="913526" fontAlgn="base">
                <a:spcAft>
                  <a:spcPts val="500"/>
                </a:spcAft>
                <a:buSzPct val="125000"/>
                <a:buFont typeface="Arial" charset="0"/>
                <a:buChar char="▪"/>
                <a:defRPr/>
              </a:pPr>
              <a:r>
                <a:rPr lang="pt-BR" sz="1300" b="1" dirty="0">
                  <a:solidFill>
                    <a:srgbClr val="071C25"/>
                  </a:solidFill>
                  <a:latin typeface="Arial"/>
                  <a:cs typeface="Arial" panose="020B0604020202020204" pitchFamily="34" charset="0"/>
                </a:rPr>
                <a:t>Realização de leilões </a:t>
              </a:r>
              <a:r>
                <a:rPr lang="pt-BR" sz="1300" dirty="0">
                  <a:solidFill>
                    <a:srgbClr val="071C25"/>
                  </a:solidFill>
                  <a:latin typeface="Arial"/>
                  <a:cs typeface="Arial" panose="020B0604020202020204" pitchFamily="34" charset="0"/>
                </a:rPr>
                <a:t>de áreas para financiar pesquisas, estimulando investimentos privados e a descoberta de novos depósitos,</a:t>
              </a:r>
              <a:r>
                <a:rPr lang="pt-BR" sz="1300" b="1" dirty="0">
                  <a:solidFill>
                    <a:srgbClr val="071C25"/>
                  </a:solidFill>
                  <a:latin typeface="Arial"/>
                  <a:cs typeface="Arial" panose="020B0604020202020204" pitchFamily="34" charset="0"/>
                </a:rPr>
                <a:t> ampliando as reservas de rocha fosfática</a:t>
              </a:r>
            </a:p>
            <a:p>
              <a:pPr marL="197607" lvl="1" indent="-195987" defTabSz="913526" fontAlgn="base">
                <a:spcAft>
                  <a:spcPts val="500"/>
                </a:spcAft>
                <a:buSzPct val="125000"/>
                <a:buFont typeface="Arial" charset="0"/>
                <a:buChar char="▪"/>
                <a:defRPr/>
              </a:pPr>
              <a:r>
                <a:rPr lang="pt-BR" sz="1300" b="1" dirty="0">
                  <a:solidFill>
                    <a:srgbClr val="071C25"/>
                  </a:solidFill>
                  <a:latin typeface="Arial"/>
                  <a:cs typeface="Arial" panose="020B0604020202020204" pitchFamily="34" charset="0"/>
                </a:rPr>
                <a:t>Adequação regulatória do </a:t>
              </a:r>
              <a:r>
                <a:rPr lang="pt-BR" sz="1300" dirty="0">
                  <a:solidFill>
                    <a:srgbClr val="071C25"/>
                  </a:solidFill>
                  <a:latin typeface="Arial"/>
                  <a:cs typeface="Arial" panose="020B0604020202020204" pitchFamily="34" charset="0"/>
                </a:rPr>
                <a:t>setor, aumentando a segurança jurídica e melhorando ambiente de negócios, </a:t>
              </a:r>
              <a:r>
                <a:rPr lang="pt-BR" sz="1300" b="1" dirty="0">
                  <a:solidFill>
                    <a:srgbClr val="071C25"/>
                  </a:solidFill>
                  <a:latin typeface="Arial"/>
                  <a:cs typeface="Arial" panose="020B0604020202020204" pitchFamily="34" charset="0"/>
                </a:rPr>
                <a:t>atraindo investidores para a cadeia</a:t>
              </a:r>
            </a:p>
          </p:txBody>
        </p:sp>
        <p:grpSp>
          <p:nvGrpSpPr>
            <p:cNvPr id="52" name="Agrupar 51">
              <a:extLst>
                <a:ext uri="{FF2B5EF4-FFF2-40B4-BE49-F238E27FC236}">
                  <a16:creationId xmlns:a16="http://schemas.microsoft.com/office/drawing/2014/main" id="{84802228-220F-37CD-7E6D-EA897DC27C14}"/>
                </a:ext>
              </a:extLst>
            </p:cNvPr>
            <p:cNvGrpSpPr/>
            <p:nvPr/>
          </p:nvGrpSpPr>
          <p:grpSpPr>
            <a:xfrm>
              <a:off x="10212000" y="3999586"/>
              <a:ext cx="1980000" cy="2268000"/>
              <a:chOff x="10322832" y="4020368"/>
              <a:chExt cx="1879015" cy="2157400"/>
            </a:xfrm>
          </p:grpSpPr>
          <p:sp>
            <p:nvSpPr>
              <p:cNvPr id="51" name="Rectangle 1007">
                <a:extLst>
                  <a:ext uri="{FF2B5EF4-FFF2-40B4-BE49-F238E27FC236}">
                    <a16:creationId xmlns:a16="http://schemas.microsoft.com/office/drawing/2014/main" id="{CCAF9AFF-E6C7-EF71-9654-9767D17FCF12}"/>
                  </a:ext>
                </a:extLst>
              </p:cNvPr>
              <p:cNvSpPr/>
              <p:nvPr/>
            </p:nvSpPr>
            <p:spPr>
              <a:xfrm>
                <a:off x="10322832" y="4022724"/>
                <a:ext cx="1879015" cy="2155044"/>
              </a:xfrm>
              <a:prstGeom prst="rect">
                <a:avLst/>
              </a:prstGeom>
              <a:solidFill>
                <a:srgbClr val="007224"/>
              </a:solidFill>
              <a:ln w="12700">
                <a:noFill/>
                <a:miter lim="400000"/>
              </a:ln>
              <a:effectLst/>
            </p:spPr>
            <p:txBody>
              <a:bodyPr lIns="108000" tIns="72000" rIns="108000" bIns="72000" rtlCol="0" anchor="ctr" anchorCtr="1"/>
              <a:lstStyle/>
              <a:p>
                <a:pPr marL="0" lvl="1">
                  <a:spcBef>
                    <a:spcPts val="600"/>
                  </a:spcBef>
                  <a:spcAft>
                    <a:spcPts val="0"/>
                  </a:spcAft>
                  <a:buClrTx/>
                </a:pPr>
                <a:endParaRPr lang="pt-BR" sz="1300">
                  <a:latin typeface="+mj-lt"/>
                </a:endParaRPr>
              </a:p>
            </p:txBody>
          </p:sp>
          <p:pic>
            <p:nvPicPr>
              <p:cNvPr id="11268" name="Picture 4" descr="Ministério da Agricultura e Pecuária (@Mapa_Brasil) / X">
                <a:extLst>
                  <a:ext uri="{FF2B5EF4-FFF2-40B4-BE49-F238E27FC236}">
                    <a16:creationId xmlns:a16="http://schemas.microsoft.com/office/drawing/2014/main" id="{2FBC1C9A-696F-085E-579D-44D3494F3865}"/>
                  </a:ext>
                </a:extLst>
              </p:cNvPr>
              <p:cNvPicPr>
                <a:picLocks noChangeAspect="1" noChangeArrowheads="1"/>
              </p:cNvPicPr>
              <p:nvPr/>
            </p:nvPicPr>
            <p:blipFill>
              <a:blip r:embed="rId7" cstate="screen">
                <a:extLst>
                  <a:ext uri="{28A0092B-C50C-407E-A947-70E740481C1C}">
                    <a14:useLocalDpi xmlns:a14="http://schemas.microsoft.com/office/drawing/2010/main"/>
                  </a:ext>
                </a:extLst>
              </a:blip>
              <a:srcRect/>
              <a:stretch>
                <a:fillRect/>
              </a:stretch>
            </p:blipFill>
            <p:spPr bwMode="auto">
              <a:xfrm>
                <a:off x="10329127" y="4020368"/>
                <a:ext cx="1862873" cy="1862873"/>
              </a:xfrm>
              <a:prstGeom prst="rect">
                <a:avLst/>
              </a:prstGeom>
              <a:noFill/>
              <a:extLst>
                <a:ext uri="{909E8E84-426E-40DD-AFC4-6F175D3DCCD1}">
                  <a14:hiddenFill xmlns:a14="http://schemas.microsoft.com/office/drawing/2010/main">
                    <a:solidFill>
                      <a:srgbClr val="FFFFFF"/>
                    </a:solidFill>
                  </a14:hiddenFill>
                </a:ext>
              </a:extLst>
            </p:spPr>
          </p:pic>
        </p:grpSp>
      </p:grpSp>
    </p:spTree>
    <p:extLst>
      <p:ext uri="{BB962C8B-B14F-4D97-AF65-F5344CB8AC3E}">
        <p14:creationId xmlns:p14="http://schemas.microsoft.com/office/powerpoint/2010/main" val="21456600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Objet 7" hidden="1"/>
          <p:cNvGraphicFramePr>
            <a:graphicFrameLocks noChangeAspect="1"/>
          </p:cNvGraphicFramePr>
          <p:nvPr>
            <p:custDataLst>
              <p:tags r:id="rId1"/>
            </p:custDataLst>
            <p:extLst>
              <p:ext uri="{D42A27DB-BD31-4B8C-83A1-F6EECF244321}">
                <p14:modId xmlns:p14="http://schemas.microsoft.com/office/powerpoint/2010/main" val="419569232"/>
              </p:ext>
            </p:extLst>
          </p:nvPr>
        </p:nvGraphicFramePr>
        <p:xfrm>
          <a:off x="1524000" y="0"/>
          <a:ext cx="158750" cy="158750"/>
        </p:xfrm>
        <a:graphic>
          <a:graphicData uri="http://schemas.openxmlformats.org/presentationml/2006/ole">
            <mc:AlternateContent xmlns:mc="http://schemas.openxmlformats.org/markup-compatibility/2006">
              <mc:Choice xmlns:v="urn:schemas-microsoft-com:vml" Requires="v">
                <p:oleObj name="Slide do think-cell" r:id="rId8" imgW="360" imgH="360" progId="TCLayout.ActiveDocument.1">
                  <p:embed/>
                </p:oleObj>
              </mc:Choice>
              <mc:Fallback>
                <p:oleObj name="Slide do think-cell" r:id="rId8" imgW="360" imgH="360" progId="TCLayout.ActiveDocument.1">
                  <p:embed/>
                  <p:pic>
                    <p:nvPicPr>
                      <p:cNvPr id="8" name="Objet 7" hidden="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24000"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89" name="Freeform: Shape 988">
            <a:extLst>
              <a:ext uri="{FF2B5EF4-FFF2-40B4-BE49-F238E27FC236}">
                <a16:creationId xmlns:a16="http://schemas.microsoft.com/office/drawing/2014/main" id="{57647947-3BDB-0637-98F1-1CE45931B3F9}"/>
              </a:ext>
            </a:extLst>
          </p:cNvPr>
          <p:cNvSpPr/>
          <p:nvPr>
            <p:custDataLst>
              <p:tags r:id="rId2"/>
            </p:custDataLst>
          </p:nvPr>
        </p:nvSpPr>
        <p:spPr bwMode="auto">
          <a:xfrm>
            <a:off x="0" y="989090"/>
            <a:ext cx="4408716" cy="4795385"/>
          </a:xfrm>
          <a:custGeom>
            <a:avLst/>
            <a:gdLst>
              <a:gd name="connsiteX0" fmla="*/ 0 w 4408716"/>
              <a:gd name="connsiteY0" fmla="*/ 0 h 5142341"/>
              <a:gd name="connsiteX1" fmla="*/ 522516 w 4408716"/>
              <a:gd name="connsiteY1" fmla="*/ 0 h 5142341"/>
              <a:gd name="connsiteX2" fmla="*/ 3480830 w 4408716"/>
              <a:gd name="connsiteY2" fmla="*/ 0 h 5142341"/>
              <a:gd name="connsiteX3" fmla="*/ 4003346 w 4408716"/>
              <a:gd name="connsiteY3" fmla="*/ 0 h 5142341"/>
              <a:gd name="connsiteX4" fmla="*/ 4408716 w 4408716"/>
              <a:gd name="connsiteY4" fmla="*/ 2571171 h 5142341"/>
              <a:gd name="connsiteX5" fmla="*/ 4003346 w 4408716"/>
              <a:gd name="connsiteY5" fmla="*/ 5142341 h 5142341"/>
              <a:gd name="connsiteX6" fmla="*/ 3480830 w 4408716"/>
              <a:gd name="connsiteY6" fmla="*/ 5142341 h 5142341"/>
              <a:gd name="connsiteX7" fmla="*/ 522516 w 4408716"/>
              <a:gd name="connsiteY7" fmla="*/ 5142341 h 5142341"/>
              <a:gd name="connsiteX8" fmla="*/ 0 w 4408716"/>
              <a:gd name="connsiteY8" fmla="*/ 5142341 h 5142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08716" h="5142341">
                <a:moveTo>
                  <a:pt x="0" y="0"/>
                </a:moveTo>
                <a:lnTo>
                  <a:pt x="522516" y="0"/>
                </a:lnTo>
                <a:lnTo>
                  <a:pt x="3480830" y="0"/>
                </a:lnTo>
                <a:lnTo>
                  <a:pt x="4003346" y="0"/>
                </a:lnTo>
                <a:lnTo>
                  <a:pt x="4408716" y="2571171"/>
                </a:lnTo>
                <a:lnTo>
                  <a:pt x="4003346" y="5142341"/>
                </a:lnTo>
                <a:lnTo>
                  <a:pt x="3480830" y="5142341"/>
                </a:lnTo>
                <a:lnTo>
                  <a:pt x="522516" y="5142341"/>
                </a:lnTo>
                <a:lnTo>
                  <a:pt x="0" y="5142341"/>
                </a:lnTo>
                <a:close/>
              </a:path>
            </a:pathLst>
          </a:cu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89602" tIns="44801" rIns="89602" bIns="44801" numCol="1" spcCol="0" rtlCol="0" fromWordArt="0" anchor="ctr" anchorCtr="0" forceAA="0" compatLnSpc="1">
            <a:prstTxWarp prst="textNoShape">
              <a:avLst/>
            </a:prstTxWarp>
            <a:noAutofit/>
          </a:bodyPr>
          <a:lstStyle/>
          <a:p>
            <a:pPr algn="ctr"/>
            <a:endParaRPr lang="pt-BR" sz="1400">
              <a:cs typeface="Arial"/>
            </a:endParaRPr>
          </a:p>
        </p:txBody>
      </p:sp>
      <p:sp>
        <p:nvSpPr>
          <p:cNvPr id="3" name="Rectangle 2" hidden="1">
            <a:extLst>
              <a:ext uri="{FF2B5EF4-FFF2-40B4-BE49-F238E27FC236}">
                <a16:creationId xmlns:a16="http://schemas.microsoft.com/office/drawing/2014/main" id="{E95D6434-CB4A-4DF3-A827-F0745063C12F}"/>
              </a:ext>
            </a:extLst>
          </p:cNvPr>
          <p:cNvSpPr/>
          <p:nvPr>
            <p:custDataLst>
              <p:tags r:id="rId3"/>
            </p:custDataLst>
          </p:nvPr>
        </p:nvSpPr>
        <p:spPr>
          <a:xfrm>
            <a:off x="0" y="0"/>
            <a:ext cx="158750" cy="158750"/>
          </a:xfrm>
          <a:prstGeom prst="rect">
            <a:avLst/>
          </a:prstGeom>
          <a:noFill/>
          <a:ln w="12700">
            <a:solidFill>
              <a:schemeClr val="accent4"/>
            </a:solidFill>
            <a:miter lim="400000"/>
          </a:ln>
          <a:effectLst/>
        </p:spPr>
        <p:txBody>
          <a:bodyPr wrap="none" lIns="0" tIns="0" rIns="0" bIns="0" numCol="1" spcCol="0" rtlCol="0" anchor="ctr" anchorCtr="0">
            <a:noAutofit/>
          </a:bodyPr>
          <a:lstStyle/>
          <a:p>
            <a:endParaRPr lang="en-GB" sz="2000" b="1">
              <a:solidFill>
                <a:schemeClr val="bg1"/>
              </a:solidFill>
              <a:latin typeface="Arial" panose="020B0604020202020204" pitchFamily="34" charset="0"/>
              <a:ea typeface="+mj-ea"/>
              <a:cs typeface="+mj-cs"/>
            </a:endParaRPr>
          </a:p>
        </p:txBody>
      </p:sp>
      <p:sp>
        <p:nvSpPr>
          <p:cNvPr id="7" name="Espace réservé du texte 6"/>
          <p:cNvSpPr>
            <a:spLocks noGrp="1"/>
          </p:cNvSpPr>
          <p:nvPr>
            <p:ph type="body" sz="quarter" idx="14"/>
          </p:nvPr>
        </p:nvSpPr>
        <p:spPr/>
        <p:txBody>
          <a:bodyPr/>
          <a:lstStyle/>
          <a:p>
            <a:r>
              <a:rPr lang="fr-FR"/>
              <a:t>Fonte: </a:t>
            </a:r>
            <a:r>
              <a:rPr lang="fr-FR" err="1"/>
              <a:t>Morro</a:t>
            </a:r>
            <a:r>
              <a:rPr lang="fr-FR"/>
              <a:t> Verde, </a:t>
            </a:r>
            <a:r>
              <a:rPr lang="fr-FR" err="1"/>
              <a:t>Valor</a:t>
            </a:r>
            <a:r>
              <a:rPr lang="fr-FR"/>
              <a:t> Econômico, </a:t>
            </a:r>
            <a:r>
              <a:rPr lang="fr-FR" i="1"/>
              <a:t>web </a:t>
            </a:r>
            <a:r>
              <a:rPr lang="fr-FR" i="1" err="1"/>
              <a:t>clippings</a:t>
            </a:r>
            <a:r>
              <a:rPr lang="fr-FR"/>
              <a:t>, Mirow &amp; Co. </a:t>
            </a:r>
          </a:p>
        </p:txBody>
      </p:sp>
      <p:sp>
        <p:nvSpPr>
          <p:cNvPr id="2" name="Title 1"/>
          <p:cNvSpPr>
            <a:spLocks noGrp="1"/>
          </p:cNvSpPr>
          <p:nvPr>
            <p:ph type="title"/>
            <p:custDataLst>
              <p:tags r:id="rId4"/>
            </p:custDataLst>
          </p:nvPr>
        </p:nvSpPr>
        <p:spPr>
          <a:xfrm>
            <a:off x="478971" y="225177"/>
            <a:ext cx="11485488" cy="615553"/>
          </a:xfrm>
        </p:spPr>
        <p:txBody>
          <a:bodyPr vert="horz"/>
          <a:lstStyle/>
          <a:p>
            <a:pPr lvl="0"/>
            <a:r>
              <a:rPr lang="pt-BR"/>
              <a:t>Morro Verde é empresa brasileira que atua no segmento de fertilizantes </a:t>
            </a:r>
            <a:br>
              <a:rPr lang="pt-BR"/>
            </a:br>
            <a:r>
              <a:rPr lang="pt-BR"/>
              <a:t>naturais, com capacidade atual de +1 milhão de toneladas por ano</a:t>
            </a:r>
            <a:endParaRPr lang="pt-BR">
              <a:highlight>
                <a:srgbClr val="FFFF00"/>
              </a:highlight>
            </a:endParaRPr>
          </a:p>
        </p:txBody>
      </p:sp>
      <p:sp>
        <p:nvSpPr>
          <p:cNvPr id="991" name="Freeform: Shape 990">
            <a:extLst>
              <a:ext uri="{FF2B5EF4-FFF2-40B4-BE49-F238E27FC236}">
                <a16:creationId xmlns:a16="http://schemas.microsoft.com/office/drawing/2014/main" id="{CBC12E66-6988-9EA0-82D2-D4DCBDF7833D}"/>
              </a:ext>
            </a:extLst>
          </p:cNvPr>
          <p:cNvSpPr/>
          <p:nvPr>
            <p:custDataLst>
              <p:tags r:id="rId5"/>
            </p:custDataLst>
          </p:nvPr>
        </p:nvSpPr>
        <p:spPr>
          <a:xfrm>
            <a:off x="4133974" y="989134"/>
            <a:ext cx="7818156" cy="4795341"/>
          </a:xfrm>
          <a:custGeom>
            <a:avLst/>
            <a:gdLst>
              <a:gd name="connsiteX0" fmla="*/ 7818156 w 7818156"/>
              <a:gd name="connsiteY0" fmla="*/ 0 h 5142978"/>
              <a:gd name="connsiteX1" fmla="*/ 7818156 w 7818156"/>
              <a:gd name="connsiteY1" fmla="*/ 5142978 h 5142978"/>
              <a:gd name="connsiteX2" fmla="*/ 0 w 7818156"/>
              <a:gd name="connsiteY2" fmla="*/ 5142978 h 5142978"/>
              <a:gd name="connsiteX3" fmla="*/ 405370 w 7818156"/>
              <a:gd name="connsiteY3" fmla="*/ 2571808 h 5142978"/>
              <a:gd name="connsiteX4" fmla="*/ 0 w 7818156"/>
              <a:gd name="connsiteY4" fmla="*/ 637 h 51429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8156" h="5142978">
                <a:moveTo>
                  <a:pt x="7818156" y="0"/>
                </a:moveTo>
                <a:lnTo>
                  <a:pt x="7818156" y="5142978"/>
                </a:lnTo>
                <a:lnTo>
                  <a:pt x="0" y="5142978"/>
                </a:lnTo>
                <a:lnTo>
                  <a:pt x="405370" y="2571808"/>
                </a:lnTo>
                <a:lnTo>
                  <a:pt x="0" y="637"/>
                </a:lnTo>
                <a:close/>
              </a:path>
            </a:pathLst>
          </a:custGeom>
          <a:noFill/>
          <a:ln w="12700">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91430" tIns="45716" rIns="91430" bIns="45716" rtlCol="0" anchor="ctr">
            <a:noAutofit/>
          </a:bodyPr>
          <a:lstStyle/>
          <a:p>
            <a:pPr algn="ctr"/>
            <a:endParaRPr lang="pt-BR" sz="1400">
              <a:cs typeface="Arial"/>
            </a:endParaRPr>
          </a:p>
        </p:txBody>
      </p:sp>
      <p:sp>
        <p:nvSpPr>
          <p:cNvPr id="31" name="Rectangle: Rounded Corners 30"/>
          <p:cNvSpPr/>
          <p:nvPr>
            <p:custDataLst>
              <p:tags r:id="rId6"/>
            </p:custDataLst>
          </p:nvPr>
        </p:nvSpPr>
        <p:spPr>
          <a:xfrm>
            <a:off x="4422425" y="1083790"/>
            <a:ext cx="7393178" cy="468000"/>
          </a:xfrm>
          <a:prstGeom prst="roundRect">
            <a:avLst>
              <a:gd name="adj" fmla="val 50000"/>
            </a:avLst>
          </a:prstGeom>
          <a:solidFill>
            <a:schemeClr val="tx2"/>
          </a:solidFill>
          <a:ln w="12700">
            <a:noFill/>
          </a:ln>
          <a:effectLst/>
        </p:spPr>
        <p:style>
          <a:lnRef idx="1">
            <a:schemeClr val="accent1"/>
          </a:lnRef>
          <a:fillRef idx="3">
            <a:schemeClr val="accent1"/>
          </a:fillRef>
          <a:effectRef idx="2">
            <a:schemeClr val="accent1"/>
          </a:effectRef>
          <a:fontRef idx="minor">
            <a:schemeClr val="lt1"/>
          </a:fontRef>
        </p:style>
        <p:txBody>
          <a:bodyPr lIns="91430" tIns="45716" rIns="91430" bIns="45716" anchor="ctr"/>
          <a:lstStyle/>
          <a:p>
            <a:pPr algn="ctr">
              <a:spcAft>
                <a:spcPts val="600"/>
              </a:spcAft>
              <a:defRPr/>
            </a:pPr>
            <a:r>
              <a:rPr lang="pt-BR" sz="1400" b="1">
                <a:solidFill>
                  <a:schemeClr val="bg1"/>
                </a:solidFill>
                <a:cs typeface="Arial"/>
              </a:rPr>
              <a:t>Morro Verde</a:t>
            </a:r>
          </a:p>
        </p:txBody>
      </p:sp>
      <p:sp>
        <p:nvSpPr>
          <p:cNvPr id="985" name="Freeform: Shape 984">
            <a:extLst>
              <a:ext uri="{FF2B5EF4-FFF2-40B4-BE49-F238E27FC236}">
                <a16:creationId xmlns:a16="http://schemas.microsoft.com/office/drawing/2014/main" id="{5A33299D-510A-08B7-A8FB-0E9E0BBDF334}"/>
              </a:ext>
            </a:extLst>
          </p:cNvPr>
          <p:cNvSpPr/>
          <p:nvPr/>
        </p:nvSpPr>
        <p:spPr>
          <a:xfrm>
            <a:off x="4585844" y="2193204"/>
            <a:ext cx="3632529" cy="3442726"/>
          </a:xfrm>
          <a:custGeom>
            <a:avLst/>
            <a:gdLst>
              <a:gd name="connsiteX0" fmla="*/ 2208755 w 3708449"/>
              <a:gd name="connsiteY0" fmla="*/ 3483258 h 3514679"/>
              <a:gd name="connsiteX1" fmla="*/ 2224930 w 3708449"/>
              <a:gd name="connsiteY1" fmla="*/ 3499434 h 3514679"/>
              <a:gd name="connsiteX2" fmla="*/ 2208755 w 3708449"/>
              <a:gd name="connsiteY2" fmla="*/ 3514679 h 3514679"/>
              <a:gd name="connsiteX3" fmla="*/ 2192695 w 3708449"/>
              <a:gd name="connsiteY3" fmla="*/ 3499434 h 3514679"/>
              <a:gd name="connsiteX4" fmla="*/ 2208755 w 3708449"/>
              <a:gd name="connsiteY4" fmla="*/ 3483258 h 3514679"/>
              <a:gd name="connsiteX5" fmla="*/ 2144517 w 3708449"/>
              <a:gd name="connsiteY5" fmla="*/ 3483258 h 3514679"/>
              <a:gd name="connsiteX6" fmla="*/ 2160576 w 3708449"/>
              <a:gd name="connsiteY6" fmla="*/ 3499434 h 3514679"/>
              <a:gd name="connsiteX7" fmla="*/ 2144517 w 3708449"/>
              <a:gd name="connsiteY7" fmla="*/ 3514679 h 3514679"/>
              <a:gd name="connsiteX8" fmla="*/ 2128341 w 3708449"/>
              <a:gd name="connsiteY8" fmla="*/ 3499434 h 3514679"/>
              <a:gd name="connsiteX9" fmla="*/ 2144517 w 3708449"/>
              <a:gd name="connsiteY9" fmla="*/ 3483258 h 3514679"/>
              <a:gd name="connsiteX10" fmla="*/ 2080163 w 3708449"/>
              <a:gd name="connsiteY10" fmla="*/ 3483258 h 3514679"/>
              <a:gd name="connsiteX11" fmla="*/ 2095408 w 3708449"/>
              <a:gd name="connsiteY11" fmla="*/ 3499434 h 3514679"/>
              <a:gd name="connsiteX12" fmla="*/ 2080163 w 3708449"/>
              <a:gd name="connsiteY12" fmla="*/ 3514679 h 3514679"/>
              <a:gd name="connsiteX13" fmla="*/ 2064104 w 3708449"/>
              <a:gd name="connsiteY13" fmla="*/ 3499434 h 3514679"/>
              <a:gd name="connsiteX14" fmla="*/ 2080163 w 3708449"/>
              <a:gd name="connsiteY14" fmla="*/ 3483258 h 3514679"/>
              <a:gd name="connsiteX15" fmla="*/ 2208755 w 3708449"/>
              <a:gd name="connsiteY15" fmla="*/ 3418207 h 3514679"/>
              <a:gd name="connsiteX16" fmla="*/ 2224930 w 3708449"/>
              <a:gd name="connsiteY16" fmla="*/ 3434266 h 3514679"/>
              <a:gd name="connsiteX17" fmla="*/ 2208755 w 3708449"/>
              <a:gd name="connsiteY17" fmla="*/ 3450326 h 3514679"/>
              <a:gd name="connsiteX18" fmla="*/ 2192695 w 3708449"/>
              <a:gd name="connsiteY18" fmla="*/ 3434266 h 3514679"/>
              <a:gd name="connsiteX19" fmla="*/ 2208755 w 3708449"/>
              <a:gd name="connsiteY19" fmla="*/ 3418207 h 3514679"/>
              <a:gd name="connsiteX20" fmla="*/ 2144517 w 3708449"/>
              <a:gd name="connsiteY20" fmla="*/ 3418207 h 3514679"/>
              <a:gd name="connsiteX21" fmla="*/ 2160576 w 3708449"/>
              <a:gd name="connsiteY21" fmla="*/ 3434266 h 3514679"/>
              <a:gd name="connsiteX22" fmla="*/ 2144517 w 3708449"/>
              <a:gd name="connsiteY22" fmla="*/ 3450326 h 3514679"/>
              <a:gd name="connsiteX23" fmla="*/ 2128341 w 3708449"/>
              <a:gd name="connsiteY23" fmla="*/ 3434266 h 3514679"/>
              <a:gd name="connsiteX24" fmla="*/ 2144517 w 3708449"/>
              <a:gd name="connsiteY24" fmla="*/ 3418207 h 3514679"/>
              <a:gd name="connsiteX25" fmla="*/ 2080163 w 3708449"/>
              <a:gd name="connsiteY25" fmla="*/ 3418207 h 3514679"/>
              <a:gd name="connsiteX26" fmla="*/ 2095408 w 3708449"/>
              <a:gd name="connsiteY26" fmla="*/ 3434266 h 3514679"/>
              <a:gd name="connsiteX27" fmla="*/ 2080163 w 3708449"/>
              <a:gd name="connsiteY27" fmla="*/ 3450326 h 3514679"/>
              <a:gd name="connsiteX28" fmla="*/ 2064104 w 3708449"/>
              <a:gd name="connsiteY28" fmla="*/ 3434266 h 3514679"/>
              <a:gd name="connsiteX29" fmla="*/ 2080163 w 3708449"/>
              <a:gd name="connsiteY29" fmla="*/ 3418207 h 3514679"/>
              <a:gd name="connsiteX30" fmla="*/ 2273109 w 3708449"/>
              <a:gd name="connsiteY30" fmla="*/ 3353852 h 3514679"/>
              <a:gd name="connsiteX31" fmla="*/ 2289284 w 3708449"/>
              <a:gd name="connsiteY31" fmla="*/ 3369912 h 3514679"/>
              <a:gd name="connsiteX32" fmla="*/ 2273109 w 3708449"/>
              <a:gd name="connsiteY32" fmla="*/ 3386087 h 3514679"/>
              <a:gd name="connsiteX33" fmla="*/ 2257049 w 3708449"/>
              <a:gd name="connsiteY33" fmla="*/ 3369912 h 3514679"/>
              <a:gd name="connsiteX34" fmla="*/ 2273109 w 3708449"/>
              <a:gd name="connsiteY34" fmla="*/ 3353852 h 3514679"/>
              <a:gd name="connsiteX35" fmla="*/ 2208755 w 3708449"/>
              <a:gd name="connsiteY35" fmla="*/ 3353852 h 3514679"/>
              <a:gd name="connsiteX36" fmla="*/ 2224930 w 3708449"/>
              <a:gd name="connsiteY36" fmla="*/ 3369912 h 3514679"/>
              <a:gd name="connsiteX37" fmla="*/ 2208755 w 3708449"/>
              <a:gd name="connsiteY37" fmla="*/ 3386087 h 3514679"/>
              <a:gd name="connsiteX38" fmla="*/ 2192695 w 3708449"/>
              <a:gd name="connsiteY38" fmla="*/ 3369912 h 3514679"/>
              <a:gd name="connsiteX39" fmla="*/ 2208755 w 3708449"/>
              <a:gd name="connsiteY39" fmla="*/ 3353852 h 3514679"/>
              <a:gd name="connsiteX40" fmla="*/ 2144517 w 3708449"/>
              <a:gd name="connsiteY40" fmla="*/ 3353852 h 3514679"/>
              <a:gd name="connsiteX41" fmla="*/ 2160576 w 3708449"/>
              <a:gd name="connsiteY41" fmla="*/ 3369912 h 3514679"/>
              <a:gd name="connsiteX42" fmla="*/ 2144517 w 3708449"/>
              <a:gd name="connsiteY42" fmla="*/ 3386087 h 3514679"/>
              <a:gd name="connsiteX43" fmla="*/ 2128341 w 3708449"/>
              <a:gd name="connsiteY43" fmla="*/ 3369912 h 3514679"/>
              <a:gd name="connsiteX44" fmla="*/ 2144517 w 3708449"/>
              <a:gd name="connsiteY44" fmla="*/ 3353852 h 3514679"/>
              <a:gd name="connsiteX45" fmla="*/ 2080163 w 3708449"/>
              <a:gd name="connsiteY45" fmla="*/ 3353852 h 3514679"/>
              <a:gd name="connsiteX46" fmla="*/ 2095408 w 3708449"/>
              <a:gd name="connsiteY46" fmla="*/ 3369912 h 3514679"/>
              <a:gd name="connsiteX47" fmla="*/ 2080163 w 3708449"/>
              <a:gd name="connsiteY47" fmla="*/ 3386087 h 3514679"/>
              <a:gd name="connsiteX48" fmla="*/ 2064104 w 3708449"/>
              <a:gd name="connsiteY48" fmla="*/ 3369912 h 3514679"/>
              <a:gd name="connsiteX49" fmla="*/ 2080163 w 3708449"/>
              <a:gd name="connsiteY49" fmla="*/ 3353852 h 3514679"/>
              <a:gd name="connsiteX50" fmla="*/ 2014994 w 3708449"/>
              <a:gd name="connsiteY50" fmla="*/ 3353852 h 3514679"/>
              <a:gd name="connsiteX51" fmla="*/ 2031169 w 3708449"/>
              <a:gd name="connsiteY51" fmla="*/ 3369912 h 3514679"/>
              <a:gd name="connsiteX52" fmla="*/ 2014994 w 3708449"/>
              <a:gd name="connsiteY52" fmla="*/ 3386087 h 3514679"/>
              <a:gd name="connsiteX53" fmla="*/ 1998934 w 3708449"/>
              <a:gd name="connsiteY53" fmla="*/ 3369912 h 3514679"/>
              <a:gd name="connsiteX54" fmla="*/ 2014994 w 3708449"/>
              <a:gd name="connsiteY54" fmla="*/ 3353852 h 3514679"/>
              <a:gd name="connsiteX55" fmla="*/ 2337462 w 3708449"/>
              <a:gd name="connsiteY55" fmla="*/ 3289498 h 3514679"/>
              <a:gd name="connsiteX56" fmla="*/ 2353522 w 3708449"/>
              <a:gd name="connsiteY56" fmla="*/ 3305674 h 3514679"/>
              <a:gd name="connsiteX57" fmla="*/ 2337462 w 3708449"/>
              <a:gd name="connsiteY57" fmla="*/ 3321733 h 3514679"/>
              <a:gd name="connsiteX58" fmla="*/ 2322218 w 3708449"/>
              <a:gd name="connsiteY58" fmla="*/ 3305674 h 3514679"/>
              <a:gd name="connsiteX59" fmla="*/ 2337462 w 3708449"/>
              <a:gd name="connsiteY59" fmla="*/ 3289498 h 3514679"/>
              <a:gd name="connsiteX60" fmla="*/ 2273109 w 3708449"/>
              <a:gd name="connsiteY60" fmla="*/ 3289498 h 3514679"/>
              <a:gd name="connsiteX61" fmla="*/ 2289284 w 3708449"/>
              <a:gd name="connsiteY61" fmla="*/ 3305674 h 3514679"/>
              <a:gd name="connsiteX62" fmla="*/ 2273109 w 3708449"/>
              <a:gd name="connsiteY62" fmla="*/ 3321733 h 3514679"/>
              <a:gd name="connsiteX63" fmla="*/ 2257049 w 3708449"/>
              <a:gd name="connsiteY63" fmla="*/ 3305674 h 3514679"/>
              <a:gd name="connsiteX64" fmla="*/ 2273109 w 3708449"/>
              <a:gd name="connsiteY64" fmla="*/ 3289498 h 3514679"/>
              <a:gd name="connsiteX65" fmla="*/ 2208755 w 3708449"/>
              <a:gd name="connsiteY65" fmla="*/ 3289498 h 3514679"/>
              <a:gd name="connsiteX66" fmla="*/ 2224930 w 3708449"/>
              <a:gd name="connsiteY66" fmla="*/ 3305674 h 3514679"/>
              <a:gd name="connsiteX67" fmla="*/ 2208755 w 3708449"/>
              <a:gd name="connsiteY67" fmla="*/ 3321733 h 3514679"/>
              <a:gd name="connsiteX68" fmla="*/ 2192695 w 3708449"/>
              <a:gd name="connsiteY68" fmla="*/ 3305674 h 3514679"/>
              <a:gd name="connsiteX69" fmla="*/ 2208755 w 3708449"/>
              <a:gd name="connsiteY69" fmla="*/ 3289498 h 3514679"/>
              <a:gd name="connsiteX70" fmla="*/ 2144517 w 3708449"/>
              <a:gd name="connsiteY70" fmla="*/ 3289498 h 3514679"/>
              <a:gd name="connsiteX71" fmla="*/ 2160576 w 3708449"/>
              <a:gd name="connsiteY71" fmla="*/ 3305674 h 3514679"/>
              <a:gd name="connsiteX72" fmla="*/ 2144517 w 3708449"/>
              <a:gd name="connsiteY72" fmla="*/ 3321733 h 3514679"/>
              <a:gd name="connsiteX73" fmla="*/ 2128341 w 3708449"/>
              <a:gd name="connsiteY73" fmla="*/ 3305674 h 3514679"/>
              <a:gd name="connsiteX74" fmla="*/ 2144517 w 3708449"/>
              <a:gd name="connsiteY74" fmla="*/ 3289498 h 3514679"/>
              <a:gd name="connsiteX75" fmla="*/ 2080163 w 3708449"/>
              <a:gd name="connsiteY75" fmla="*/ 3289498 h 3514679"/>
              <a:gd name="connsiteX76" fmla="*/ 2095408 w 3708449"/>
              <a:gd name="connsiteY76" fmla="*/ 3305674 h 3514679"/>
              <a:gd name="connsiteX77" fmla="*/ 2080163 w 3708449"/>
              <a:gd name="connsiteY77" fmla="*/ 3321733 h 3514679"/>
              <a:gd name="connsiteX78" fmla="*/ 2064104 w 3708449"/>
              <a:gd name="connsiteY78" fmla="*/ 3305674 h 3514679"/>
              <a:gd name="connsiteX79" fmla="*/ 2080163 w 3708449"/>
              <a:gd name="connsiteY79" fmla="*/ 3289498 h 3514679"/>
              <a:gd name="connsiteX80" fmla="*/ 2014994 w 3708449"/>
              <a:gd name="connsiteY80" fmla="*/ 3289498 h 3514679"/>
              <a:gd name="connsiteX81" fmla="*/ 2031169 w 3708449"/>
              <a:gd name="connsiteY81" fmla="*/ 3305674 h 3514679"/>
              <a:gd name="connsiteX82" fmla="*/ 2014994 w 3708449"/>
              <a:gd name="connsiteY82" fmla="*/ 3321733 h 3514679"/>
              <a:gd name="connsiteX83" fmla="*/ 1998934 w 3708449"/>
              <a:gd name="connsiteY83" fmla="*/ 3305674 h 3514679"/>
              <a:gd name="connsiteX84" fmla="*/ 2014994 w 3708449"/>
              <a:gd name="connsiteY84" fmla="*/ 3289498 h 3514679"/>
              <a:gd name="connsiteX85" fmla="*/ 1950756 w 3708449"/>
              <a:gd name="connsiteY85" fmla="*/ 3289498 h 3514679"/>
              <a:gd name="connsiteX86" fmla="*/ 1966815 w 3708449"/>
              <a:gd name="connsiteY86" fmla="*/ 3305674 h 3514679"/>
              <a:gd name="connsiteX87" fmla="*/ 1950756 w 3708449"/>
              <a:gd name="connsiteY87" fmla="*/ 3321733 h 3514679"/>
              <a:gd name="connsiteX88" fmla="*/ 1934580 w 3708449"/>
              <a:gd name="connsiteY88" fmla="*/ 3305674 h 3514679"/>
              <a:gd name="connsiteX89" fmla="*/ 1950756 w 3708449"/>
              <a:gd name="connsiteY89" fmla="*/ 3289498 h 3514679"/>
              <a:gd name="connsiteX90" fmla="*/ 1886402 w 3708449"/>
              <a:gd name="connsiteY90" fmla="*/ 3289498 h 3514679"/>
              <a:gd name="connsiteX91" fmla="*/ 1902461 w 3708449"/>
              <a:gd name="connsiteY91" fmla="*/ 3305674 h 3514679"/>
              <a:gd name="connsiteX92" fmla="*/ 1886402 w 3708449"/>
              <a:gd name="connsiteY92" fmla="*/ 3321733 h 3514679"/>
              <a:gd name="connsiteX93" fmla="*/ 1870343 w 3708449"/>
              <a:gd name="connsiteY93" fmla="*/ 3305674 h 3514679"/>
              <a:gd name="connsiteX94" fmla="*/ 1886402 w 3708449"/>
              <a:gd name="connsiteY94" fmla="*/ 3289498 h 3514679"/>
              <a:gd name="connsiteX95" fmla="*/ 2402631 w 3708449"/>
              <a:gd name="connsiteY95" fmla="*/ 3225144 h 3514679"/>
              <a:gd name="connsiteX96" fmla="*/ 2418690 w 3708449"/>
              <a:gd name="connsiteY96" fmla="*/ 3241320 h 3514679"/>
              <a:gd name="connsiteX97" fmla="*/ 2402631 w 3708449"/>
              <a:gd name="connsiteY97" fmla="*/ 3257379 h 3514679"/>
              <a:gd name="connsiteX98" fmla="*/ 2386455 w 3708449"/>
              <a:gd name="connsiteY98" fmla="*/ 3241320 h 3514679"/>
              <a:gd name="connsiteX99" fmla="*/ 2402631 w 3708449"/>
              <a:gd name="connsiteY99" fmla="*/ 3225144 h 3514679"/>
              <a:gd name="connsiteX100" fmla="*/ 2337462 w 3708449"/>
              <a:gd name="connsiteY100" fmla="*/ 3225144 h 3514679"/>
              <a:gd name="connsiteX101" fmla="*/ 2353522 w 3708449"/>
              <a:gd name="connsiteY101" fmla="*/ 3241320 h 3514679"/>
              <a:gd name="connsiteX102" fmla="*/ 2337462 w 3708449"/>
              <a:gd name="connsiteY102" fmla="*/ 3257379 h 3514679"/>
              <a:gd name="connsiteX103" fmla="*/ 2322218 w 3708449"/>
              <a:gd name="connsiteY103" fmla="*/ 3241320 h 3514679"/>
              <a:gd name="connsiteX104" fmla="*/ 2337462 w 3708449"/>
              <a:gd name="connsiteY104" fmla="*/ 3225144 h 3514679"/>
              <a:gd name="connsiteX105" fmla="*/ 2273109 w 3708449"/>
              <a:gd name="connsiteY105" fmla="*/ 3225144 h 3514679"/>
              <a:gd name="connsiteX106" fmla="*/ 2289284 w 3708449"/>
              <a:gd name="connsiteY106" fmla="*/ 3241320 h 3514679"/>
              <a:gd name="connsiteX107" fmla="*/ 2273109 w 3708449"/>
              <a:gd name="connsiteY107" fmla="*/ 3257379 h 3514679"/>
              <a:gd name="connsiteX108" fmla="*/ 2257049 w 3708449"/>
              <a:gd name="connsiteY108" fmla="*/ 3241320 h 3514679"/>
              <a:gd name="connsiteX109" fmla="*/ 2273109 w 3708449"/>
              <a:gd name="connsiteY109" fmla="*/ 3225144 h 3514679"/>
              <a:gd name="connsiteX110" fmla="*/ 2208755 w 3708449"/>
              <a:gd name="connsiteY110" fmla="*/ 3225144 h 3514679"/>
              <a:gd name="connsiteX111" fmla="*/ 2224930 w 3708449"/>
              <a:gd name="connsiteY111" fmla="*/ 3241320 h 3514679"/>
              <a:gd name="connsiteX112" fmla="*/ 2208755 w 3708449"/>
              <a:gd name="connsiteY112" fmla="*/ 3257379 h 3514679"/>
              <a:gd name="connsiteX113" fmla="*/ 2192695 w 3708449"/>
              <a:gd name="connsiteY113" fmla="*/ 3241320 h 3514679"/>
              <a:gd name="connsiteX114" fmla="*/ 2208755 w 3708449"/>
              <a:gd name="connsiteY114" fmla="*/ 3225144 h 3514679"/>
              <a:gd name="connsiteX115" fmla="*/ 2144517 w 3708449"/>
              <a:gd name="connsiteY115" fmla="*/ 3225144 h 3514679"/>
              <a:gd name="connsiteX116" fmla="*/ 2160576 w 3708449"/>
              <a:gd name="connsiteY116" fmla="*/ 3241320 h 3514679"/>
              <a:gd name="connsiteX117" fmla="*/ 2144517 w 3708449"/>
              <a:gd name="connsiteY117" fmla="*/ 3257379 h 3514679"/>
              <a:gd name="connsiteX118" fmla="*/ 2128341 w 3708449"/>
              <a:gd name="connsiteY118" fmla="*/ 3241320 h 3514679"/>
              <a:gd name="connsiteX119" fmla="*/ 2144517 w 3708449"/>
              <a:gd name="connsiteY119" fmla="*/ 3225144 h 3514679"/>
              <a:gd name="connsiteX120" fmla="*/ 2080163 w 3708449"/>
              <a:gd name="connsiteY120" fmla="*/ 3225144 h 3514679"/>
              <a:gd name="connsiteX121" fmla="*/ 2095408 w 3708449"/>
              <a:gd name="connsiteY121" fmla="*/ 3241320 h 3514679"/>
              <a:gd name="connsiteX122" fmla="*/ 2080163 w 3708449"/>
              <a:gd name="connsiteY122" fmla="*/ 3257379 h 3514679"/>
              <a:gd name="connsiteX123" fmla="*/ 2064104 w 3708449"/>
              <a:gd name="connsiteY123" fmla="*/ 3241320 h 3514679"/>
              <a:gd name="connsiteX124" fmla="*/ 2080163 w 3708449"/>
              <a:gd name="connsiteY124" fmla="*/ 3225144 h 3514679"/>
              <a:gd name="connsiteX125" fmla="*/ 2014994 w 3708449"/>
              <a:gd name="connsiteY125" fmla="*/ 3225144 h 3514679"/>
              <a:gd name="connsiteX126" fmla="*/ 2031169 w 3708449"/>
              <a:gd name="connsiteY126" fmla="*/ 3241320 h 3514679"/>
              <a:gd name="connsiteX127" fmla="*/ 2014994 w 3708449"/>
              <a:gd name="connsiteY127" fmla="*/ 3257379 h 3514679"/>
              <a:gd name="connsiteX128" fmla="*/ 1998934 w 3708449"/>
              <a:gd name="connsiteY128" fmla="*/ 3241320 h 3514679"/>
              <a:gd name="connsiteX129" fmla="*/ 2014994 w 3708449"/>
              <a:gd name="connsiteY129" fmla="*/ 3225144 h 3514679"/>
              <a:gd name="connsiteX130" fmla="*/ 1950756 w 3708449"/>
              <a:gd name="connsiteY130" fmla="*/ 3225144 h 3514679"/>
              <a:gd name="connsiteX131" fmla="*/ 1966815 w 3708449"/>
              <a:gd name="connsiteY131" fmla="*/ 3241320 h 3514679"/>
              <a:gd name="connsiteX132" fmla="*/ 1950756 w 3708449"/>
              <a:gd name="connsiteY132" fmla="*/ 3257379 h 3514679"/>
              <a:gd name="connsiteX133" fmla="*/ 1934580 w 3708449"/>
              <a:gd name="connsiteY133" fmla="*/ 3241320 h 3514679"/>
              <a:gd name="connsiteX134" fmla="*/ 1950756 w 3708449"/>
              <a:gd name="connsiteY134" fmla="*/ 3225144 h 3514679"/>
              <a:gd name="connsiteX135" fmla="*/ 1886402 w 3708449"/>
              <a:gd name="connsiteY135" fmla="*/ 3225144 h 3514679"/>
              <a:gd name="connsiteX136" fmla="*/ 1902461 w 3708449"/>
              <a:gd name="connsiteY136" fmla="*/ 3241320 h 3514679"/>
              <a:gd name="connsiteX137" fmla="*/ 1886402 w 3708449"/>
              <a:gd name="connsiteY137" fmla="*/ 3257379 h 3514679"/>
              <a:gd name="connsiteX138" fmla="*/ 1870343 w 3708449"/>
              <a:gd name="connsiteY138" fmla="*/ 3241320 h 3514679"/>
              <a:gd name="connsiteX139" fmla="*/ 1886402 w 3708449"/>
              <a:gd name="connsiteY139" fmla="*/ 3225144 h 3514679"/>
              <a:gd name="connsiteX140" fmla="*/ 1822048 w 3708449"/>
              <a:gd name="connsiteY140" fmla="*/ 3225144 h 3514679"/>
              <a:gd name="connsiteX141" fmla="*/ 1838108 w 3708449"/>
              <a:gd name="connsiteY141" fmla="*/ 3241320 h 3514679"/>
              <a:gd name="connsiteX142" fmla="*/ 1822048 w 3708449"/>
              <a:gd name="connsiteY142" fmla="*/ 3257379 h 3514679"/>
              <a:gd name="connsiteX143" fmla="*/ 1805989 w 3708449"/>
              <a:gd name="connsiteY143" fmla="*/ 3241320 h 3514679"/>
              <a:gd name="connsiteX144" fmla="*/ 1822048 w 3708449"/>
              <a:gd name="connsiteY144" fmla="*/ 3225144 h 3514679"/>
              <a:gd name="connsiteX145" fmla="*/ 2402631 w 3708449"/>
              <a:gd name="connsiteY145" fmla="*/ 3160092 h 3514679"/>
              <a:gd name="connsiteX146" fmla="*/ 2418690 w 3708449"/>
              <a:gd name="connsiteY146" fmla="*/ 3176152 h 3514679"/>
              <a:gd name="connsiteX147" fmla="*/ 2402631 w 3708449"/>
              <a:gd name="connsiteY147" fmla="*/ 3192211 h 3514679"/>
              <a:gd name="connsiteX148" fmla="*/ 2386455 w 3708449"/>
              <a:gd name="connsiteY148" fmla="*/ 3176152 h 3514679"/>
              <a:gd name="connsiteX149" fmla="*/ 2402631 w 3708449"/>
              <a:gd name="connsiteY149" fmla="*/ 3160092 h 3514679"/>
              <a:gd name="connsiteX150" fmla="*/ 2337462 w 3708449"/>
              <a:gd name="connsiteY150" fmla="*/ 3160092 h 3514679"/>
              <a:gd name="connsiteX151" fmla="*/ 2353522 w 3708449"/>
              <a:gd name="connsiteY151" fmla="*/ 3176152 h 3514679"/>
              <a:gd name="connsiteX152" fmla="*/ 2337462 w 3708449"/>
              <a:gd name="connsiteY152" fmla="*/ 3192211 h 3514679"/>
              <a:gd name="connsiteX153" fmla="*/ 2322218 w 3708449"/>
              <a:gd name="connsiteY153" fmla="*/ 3176152 h 3514679"/>
              <a:gd name="connsiteX154" fmla="*/ 2337462 w 3708449"/>
              <a:gd name="connsiteY154" fmla="*/ 3160092 h 3514679"/>
              <a:gd name="connsiteX155" fmla="*/ 2273109 w 3708449"/>
              <a:gd name="connsiteY155" fmla="*/ 3160092 h 3514679"/>
              <a:gd name="connsiteX156" fmla="*/ 2289284 w 3708449"/>
              <a:gd name="connsiteY156" fmla="*/ 3176152 h 3514679"/>
              <a:gd name="connsiteX157" fmla="*/ 2273109 w 3708449"/>
              <a:gd name="connsiteY157" fmla="*/ 3192211 h 3514679"/>
              <a:gd name="connsiteX158" fmla="*/ 2257049 w 3708449"/>
              <a:gd name="connsiteY158" fmla="*/ 3176152 h 3514679"/>
              <a:gd name="connsiteX159" fmla="*/ 2273109 w 3708449"/>
              <a:gd name="connsiteY159" fmla="*/ 3160092 h 3514679"/>
              <a:gd name="connsiteX160" fmla="*/ 2208755 w 3708449"/>
              <a:gd name="connsiteY160" fmla="*/ 3160092 h 3514679"/>
              <a:gd name="connsiteX161" fmla="*/ 2224930 w 3708449"/>
              <a:gd name="connsiteY161" fmla="*/ 3176152 h 3514679"/>
              <a:gd name="connsiteX162" fmla="*/ 2208755 w 3708449"/>
              <a:gd name="connsiteY162" fmla="*/ 3192211 h 3514679"/>
              <a:gd name="connsiteX163" fmla="*/ 2192695 w 3708449"/>
              <a:gd name="connsiteY163" fmla="*/ 3176152 h 3514679"/>
              <a:gd name="connsiteX164" fmla="*/ 2208755 w 3708449"/>
              <a:gd name="connsiteY164" fmla="*/ 3160092 h 3514679"/>
              <a:gd name="connsiteX165" fmla="*/ 2144517 w 3708449"/>
              <a:gd name="connsiteY165" fmla="*/ 3160092 h 3514679"/>
              <a:gd name="connsiteX166" fmla="*/ 2160576 w 3708449"/>
              <a:gd name="connsiteY166" fmla="*/ 3176152 h 3514679"/>
              <a:gd name="connsiteX167" fmla="*/ 2144517 w 3708449"/>
              <a:gd name="connsiteY167" fmla="*/ 3192211 h 3514679"/>
              <a:gd name="connsiteX168" fmla="*/ 2128341 w 3708449"/>
              <a:gd name="connsiteY168" fmla="*/ 3176152 h 3514679"/>
              <a:gd name="connsiteX169" fmla="*/ 2144517 w 3708449"/>
              <a:gd name="connsiteY169" fmla="*/ 3160092 h 3514679"/>
              <a:gd name="connsiteX170" fmla="*/ 2080163 w 3708449"/>
              <a:gd name="connsiteY170" fmla="*/ 3160092 h 3514679"/>
              <a:gd name="connsiteX171" fmla="*/ 2095408 w 3708449"/>
              <a:gd name="connsiteY171" fmla="*/ 3176152 h 3514679"/>
              <a:gd name="connsiteX172" fmla="*/ 2080163 w 3708449"/>
              <a:gd name="connsiteY172" fmla="*/ 3192211 h 3514679"/>
              <a:gd name="connsiteX173" fmla="*/ 2064104 w 3708449"/>
              <a:gd name="connsiteY173" fmla="*/ 3176152 h 3514679"/>
              <a:gd name="connsiteX174" fmla="*/ 2080163 w 3708449"/>
              <a:gd name="connsiteY174" fmla="*/ 3160092 h 3514679"/>
              <a:gd name="connsiteX175" fmla="*/ 2014994 w 3708449"/>
              <a:gd name="connsiteY175" fmla="*/ 3160092 h 3514679"/>
              <a:gd name="connsiteX176" fmla="*/ 2031169 w 3708449"/>
              <a:gd name="connsiteY176" fmla="*/ 3176152 h 3514679"/>
              <a:gd name="connsiteX177" fmla="*/ 2014994 w 3708449"/>
              <a:gd name="connsiteY177" fmla="*/ 3192211 h 3514679"/>
              <a:gd name="connsiteX178" fmla="*/ 1998934 w 3708449"/>
              <a:gd name="connsiteY178" fmla="*/ 3176152 h 3514679"/>
              <a:gd name="connsiteX179" fmla="*/ 2014994 w 3708449"/>
              <a:gd name="connsiteY179" fmla="*/ 3160092 h 3514679"/>
              <a:gd name="connsiteX180" fmla="*/ 1950756 w 3708449"/>
              <a:gd name="connsiteY180" fmla="*/ 3160092 h 3514679"/>
              <a:gd name="connsiteX181" fmla="*/ 1966815 w 3708449"/>
              <a:gd name="connsiteY181" fmla="*/ 3176152 h 3514679"/>
              <a:gd name="connsiteX182" fmla="*/ 1950756 w 3708449"/>
              <a:gd name="connsiteY182" fmla="*/ 3192211 h 3514679"/>
              <a:gd name="connsiteX183" fmla="*/ 1934580 w 3708449"/>
              <a:gd name="connsiteY183" fmla="*/ 3176152 h 3514679"/>
              <a:gd name="connsiteX184" fmla="*/ 1950756 w 3708449"/>
              <a:gd name="connsiteY184" fmla="*/ 3160092 h 3514679"/>
              <a:gd name="connsiteX185" fmla="*/ 1886402 w 3708449"/>
              <a:gd name="connsiteY185" fmla="*/ 3160092 h 3514679"/>
              <a:gd name="connsiteX186" fmla="*/ 1902461 w 3708449"/>
              <a:gd name="connsiteY186" fmla="*/ 3176152 h 3514679"/>
              <a:gd name="connsiteX187" fmla="*/ 1886402 w 3708449"/>
              <a:gd name="connsiteY187" fmla="*/ 3192211 h 3514679"/>
              <a:gd name="connsiteX188" fmla="*/ 1870343 w 3708449"/>
              <a:gd name="connsiteY188" fmla="*/ 3176152 h 3514679"/>
              <a:gd name="connsiteX189" fmla="*/ 1886402 w 3708449"/>
              <a:gd name="connsiteY189" fmla="*/ 3160092 h 3514679"/>
              <a:gd name="connsiteX190" fmla="*/ 1822048 w 3708449"/>
              <a:gd name="connsiteY190" fmla="*/ 3160092 h 3514679"/>
              <a:gd name="connsiteX191" fmla="*/ 1838108 w 3708449"/>
              <a:gd name="connsiteY191" fmla="*/ 3176152 h 3514679"/>
              <a:gd name="connsiteX192" fmla="*/ 1822048 w 3708449"/>
              <a:gd name="connsiteY192" fmla="*/ 3192211 h 3514679"/>
              <a:gd name="connsiteX193" fmla="*/ 1805989 w 3708449"/>
              <a:gd name="connsiteY193" fmla="*/ 3176152 h 3514679"/>
              <a:gd name="connsiteX194" fmla="*/ 1822048 w 3708449"/>
              <a:gd name="connsiteY194" fmla="*/ 3160092 h 3514679"/>
              <a:gd name="connsiteX195" fmla="*/ 1756879 w 3708449"/>
              <a:gd name="connsiteY195" fmla="*/ 3160092 h 3514679"/>
              <a:gd name="connsiteX196" fmla="*/ 1773055 w 3708449"/>
              <a:gd name="connsiteY196" fmla="*/ 3176152 h 3514679"/>
              <a:gd name="connsiteX197" fmla="*/ 1756879 w 3708449"/>
              <a:gd name="connsiteY197" fmla="*/ 3192211 h 3514679"/>
              <a:gd name="connsiteX198" fmla="*/ 1741635 w 3708449"/>
              <a:gd name="connsiteY198" fmla="*/ 3176152 h 3514679"/>
              <a:gd name="connsiteX199" fmla="*/ 1756879 w 3708449"/>
              <a:gd name="connsiteY199" fmla="*/ 3160092 h 3514679"/>
              <a:gd name="connsiteX200" fmla="*/ 1692642 w 3708449"/>
              <a:gd name="connsiteY200" fmla="*/ 3160092 h 3514679"/>
              <a:gd name="connsiteX201" fmla="*/ 1708701 w 3708449"/>
              <a:gd name="connsiteY201" fmla="*/ 3176152 h 3514679"/>
              <a:gd name="connsiteX202" fmla="*/ 1692642 w 3708449"/>
              <a:gd name="connsiteY202" fmla="*/ 3192211 h 3514679"/>
              <a:gd name="connsiteX203" fmla="*/ 1676466 w 3708449"/>
              <a:gd name="connsiteY203" fmla="*/ 3176152 h 3514679"/>
              <a:gd name="connsiteX204" fmla="*/ 1692642 w 3708449"/>
              <a:gd name="connsiteY204" fmla="*/ 3160092 h 3514679"/>
              <a:gd name="connsiteX205" fmla="*/ 2466869 w 3708449"/>
              <a:gd name="connsiteY205" fmla="*/ 3095738 h 3514679"/>
              <a:gd name="connsiteX206" fmla="*/ 2483044 w 3708449"/>
              <a:gd name="connsiteY206" fmla="*/ 3111797 h 3514679"/>
              <a:gd name="connsiteX207" fmla="*/ 2466869 w 3708449"/>
              <a:gd name="connsiteY207" fmla="*/ 3127973 h 3514679"/>
              <a:gd name="connsiteX208" fmla="*/ 2450809 w 3708449"/>
              <a:gd name="connsiteY208" fmla="*/ 3111797 h 3514679"/>
              <a:gd name="connsiteX209" fmla="*/ 2466869 w 3708449"/>
              <a:gd name="connsiteY209" fmla="*/ 3095738 h 3514679"/>
              <a:gd name="connsiteX210" fmla="*/ 2402631 w 3708449"/>
              <a:gd name="connsiteY210" fmla="*/ 3095738 h 3514679"/>
              <a:gd name="connsiteX211" fmla="*/ 2418690 w 3708449"/>
              <a:gd name="connsiteY211" fmla="*/ 3111797 h 3514679"/>
              <a:gd name="connsiteX212" fmla="*/ 2402631 w 3708449"/>
              <a:gd name="connsiteY212" fmla="*/ 3127973 h 3514679"/>
              <a:gd name="connsiteX213" fmla="*/ 2386455 w 3708449"/>
              <a:gd name="connsiteY213" fmla="*/ 3111797 h 3514679"/>
              <a:gd name="connsiteX214" fmla="*/ 2402631 w 3708449"/>
              <a:gd name="connsiteY214" fmla="*/ 3095738 h 3514679"/>
              <a:gd name="connsiteX215" fmla="*/ 2337462 w 3708449"/>
              <a:gd name="connsiteY215" fmla="*/ 3095738 h 3514679"/>
              <a:gd name="connsiteX216" fmla="*/ 2353522 w 3708449"/>
              <a:gd name="connsiteY216" fmla="*/ 3111797 h 3514679"/>
              <a:gd name="connsiteX217" fmla="*/ 2337462 w 3708449"/>
              <a:gd name="connsiteY217" fmla="*/ 3127973 h 3514679"/>
              <a:gd name="connsiteX218" fmla="*/ 2322218 w 3708449"/>
              <a:gd name="connsiteY218" fmla="*/ 3111797 h 3514679"/>
              <a:gd name="connsiteX219" fmla="*/ 2337462 w 3708449"/>
              <a:gd name="connsiteY219" fmla="*/ 3095738 h 3514679"/>
              <a:gd name="connsiteX220" fmla="*/ 2273109 w 3708449"/>
              <a:gd name="connsiteY220" fmla="*/ 3095738 h 3514679"/>
              <a:gd name="connsiteX221" fmla="*/ 2289284 w 3708449"/>
              <a:gd name="connsiteY221" fmla="*/ 3111797 h 3514679"/>
              <a:gd name="connsiteX222" fmla="*/ 2273109 w 3708449"/>
              <a:gd name="connsiteY222" fmla="*/ 3127973 h 3514679"/>
              <a:gd name="connsiteX223" fmla="*/ 2257049 w 3708449"/>
              <a:gd name="connsiteY223" fmla="*/ 3111797 h 3514679"/>
              <a:gd name="connsiteX224" fmla="*/ 2273109 w 3708449"/>
              <a:gd name="connsiteY224" fmla="*/ 3095738 h 3514679"/>
              <a:gd name="connsiteX225" fmla="*/ 2208755 w 3708449"/>
              <a:gd name="connsiteY225" fmla="*/ 3095738 h 3514679"/>
              <a:gd name="connsiteX226" fmla="*/ 2224930 w 3708449"/>
              <a:gd name="connsiteY226" fmla="*/ 3111797 h 3514679"/>
              <a:gd name="connsiteX227" fmla="*/ 2208755 w 3708449"/>
              <a:gd name="connsiteY227" fmla="*/ 3127973 h 3514679"/>
              <a:gd name="connsiteX228" fmla="*/ 2192695 w 3708449"/>
              <a:gd name="connsiteY228" fmla="*/ 3111797 h 3514679"/>
              <a:gd name="connsiteX229" fmla="*/ 2208755 w 3708449"/>
              <a:gd name="connsiteY229" fmla="*/ 3095738 h 3514679"/>
              <a:gd name="connsiteX230" fmla="*/ 2144517 w 3708449"/>
              <a:gd name="connsiteY230" fmla="*/ 3095738 h 3514679"/>
              <a:gd name="connsiteX231" fmla="*/ 2160576 w 3708449"/>
              <a:gd name="connsiteY231" fmla="*/ 3111797 h 3514679"/>
              <a:gd name="connsiteX232" fmla="*/ 2144517 w 3708449"/>
              <a:gd name="connsiteY232" fmla="*/ 3127973 h 3514679"/>
              <a:gd name="connsiteX233" fmla="*/ 2128341 w 3708449"/>
              <a:gd name="connsiteY233" fmla="*/ 3111797 h 3514679"/>
              <a:gd name="connsiteX234" fmla="*/ 2144517 w 3708449"/>
              <a:gd name="connsiteY234" fmla="*/ 3095738 h 3514679"/>
              <a:gd name="connsiteX235" fmla="*/ 2080163 w 3708449"/>
              <a:gd name="connsiteY235" fmla="*/ 3095738 h 3514679"/>
              <a:gd name="connsiteX236" fmla="*/ 2095408 w 3708449"/>
              <a:gd name="connsiteY236" fmla="*/ 3111797 h 3514679"/>
              <a:gd name="connsiteX237" fmla="*/ 2080163 w 3708449"/>
              <a:gd name="connsiteY237" fmla="*/ 3127973 h 3514679"/>
              <a:gd name="connsiteX238" fmla="*/ 2064104 w 3708449"/>
              <a:gd name="connsiteY238" fmla="*/ 3111797 h 3514679"/>
              <a:gd name="connsiteX239" fmla="*/ 2080163 w 3708449"/>
              <a:gd name="connsiteY239" fmla="*/ 3095738 h 3514679"/>
              <a:gd name="connsiteX240" fmla="*/ 2014994 w 3708449"/>
              <a:gd name="connsiteY240" fmla="*/ 3095738 h 3514679"/>
              <a:gd name="connsiteX241" fmla="*/ 2031169 w 3708449"/>
              <a:gd name="connsiteY241" fmla="*/ 3111797 h 3514679"/>
              <a:gd name="connsiteX242" fmla="*/ 2014994 w 3708449"/>
              <a:gd name="connsiteY242" fmla="*/ 3127973 h 3514679"/>
              <a:gd name="connsiteX243" fmla="*/ 1998934 w 3708449"/>
              <a:gd name="connsiteY243" fmla="*/ 3111797 h 3514679"/>
              <a:gd name="connsiteX244" fmla="*/ 2014994 w 3708449"/>
              <a:gd name="connsiteY244" fmla="*/ 3095738 h 3514679"/>
              <a:gd name="connsiteX245" fmla="*/ 1950756 w 3708449"/>
              <a:gd name="connsiteY245" fmla="*/ 3095738 h 3514679"/>
              <a:gd name="connsiteX246" fmla="*/ 1966815 w 3708449"/>
              <a:gd name="connsiteY246" fmla="*/ 3111797 h 3514679"/>
              <a:gd name="connsiteX247" fmla="*/ 1950756 w 3708449"/>
              <a:gd name="connsiteY247" fmla="*/ 3127973 h 3514679"/>
              <a:gd name="connsiteX248" fmla="*/ 1934580 w 3708449"/>
              <a:gd name="connsiteY248" fmla="*/ 3111797 h 3514679"/>
              <a:gd name="connsiteX249" fmla="*/ 1950756 w 3708449"/>
              <a:gd name="connsiteY249" fmla="*/ 3095738 h 3514679"/>
              <a:gd name="connsiteX250" fmla="*/ 1886402 w 3708449"/>
              <a:gd name="connsiteY250" fmla="*/ 3095738 h 3514679"/>
              <a:gd name="connsiteX251" fmla="*/ 1902461 w 3708449"/>
              <a:gd name="connsiteY251" fmla="*/ 3111797 h 3514679"/>
              <a:gd name="connsiteX252" fmla="*/ 1886402 w 3708449"/>
              <a:gd name="connsiteY252" fmla="*/ 3127973 h 3514679"/>
              <a:gd name="connsiteX253" fmla="*/ 1870343 w 3708449"/>
              <a:gd name="connsiteY253" fmla="*/ 3111797 h 3514679"/>
              <a:gd name="connsiteX254" fmla="*/ 1886402 w 3708449"/>
              <a:gd name="connsiteY254" fmla="*/ 3095738 h 3514679"/>
              <a:gd name="connsiteX255" fmla="*/ 1822048 w 3708449"/>
              <a:gd name="connsiteY255" fmla="*/ 3095738 h 3514679"/>
              <a:gd name="connsiteX256" fmla="*/ 1838108 w 3708449"/>
              <a:gd name="connsiteY256" fmla="*/ 3111797 h 3514679"/>
              <a:gd name="connsiteX257" fmla="*/ 1822048 w 3708449"/>
              <a:gd name="connsiteY257" fmla="*/ 3127973 h 3514679"/>
              <a:gd name="connsiteX258" fmla="*/ 1805989 w 3708449"/>
              <a:gd name="connsiteY258" fmla="*/ 3111797 h 3514679"/>
              <a:gd name="connsiteX259" fmla="*/ 1822048 w 3708449"/>
              <a:gd name="connsiteY259" fmla="*/ 3095738 h 3514679"/>
              <a:gd name="connsiteX260" fmla="*/ 1756879 w 3708449"/>
              <a:gd name="connsiteY260" fmla="*/ 3095738 h 3514679"/>
              <a:gd name="connsiteX261" fmla="*/ 1773055 w 3708449"/>
              <a:gd name="connsiteY261" fmla="*/ 3111797 h 3514679"/>
              <a:gd name="connsiteX262" fmla="*/ 1756879 w 3708449"/>
              <a:gd name="connsiteY262" fmla="*/ 3127973 h 3514679"/>
              <a:gd name="connsiteX263" fmla="*/ 1741635 w 3708449"/>
              <a:gd name="connsiteY263" fmla="*/ 3111797 h 3514679"/>
              <a:gd name="connsiteX264" fmla="*/ 1756879 w 3708449"/>
              <a:gd name="connsiteY264" fmla="*/ 3095738 h 3514679"/>
              <a:gd name="connsiteX265" fmla="*/ 2466869 w 3708449"/>
              <a:gd name="connsiteY265" fmla="*/ 3031384 h 3514679"/>
              <a:gd name="connsiteX266" fmla="*/ 2483044 w 3708449"/>
              <a:gd name="connsiteY266" fmla="*/ 3047560 h 3514679"/>
              <a:gd name="connsiteX267" fmla="*/ 2466869 w 3708449"/>
              <a:gd name="connsiteY267" fmla="*/ 3063619 h 3514679"/>
              <a:gd name="connsiteX268" fmla="*/ 2450809 w 3708449"/>
              <a:gd name="connsiteY268" fmla="*/ 3047560 h 3514679"/>
              <a:gd name="connsiteX269" fmla="*/ 2466869 w 3708449"/>
              <a:gd name="connsiteY269" fmla="*/ 3031384 h 3514679"/>
              <a:gd name="connsiteX270" fmla="*/ 2402631 w 3708449"/>
              <a:gd name="connsiteY270" fmla="*/ 3031384 h 3514679"/>
              <a:gd name="connsiteX271" fmla="*/ 2418690 w 3708449"/>
              <a:gd name="connsiteY271" fmla="*/ 3047560 h 3514679"/>
              <a:gd name="connsiteX272" fmla="*/ 2402631 w 3708449"/>
              <a:gd name="connsiteY272" fmla="*/ 3063619 h 3514679"/>
              <a:gd name="connsiteX273" fmla="*/ 2386455 w 3708449"/>
              <a:gd name="connsiteY273" fmla="*/ 3047560 h 3514679"/>
              <a:gd name="connsiteX274" fmla="*/ 2402631 w 3708449"/>
              <a:gd name="connsiteY274" fmla="*/ 3031384 h 3514679"/>
              <a:gd name="connsiteX275" fmla="*/ 2337462 w 3708449"/>
              <a:gd name="connsiteY275" fmla="*/ 3031384 h 3514679"/>
              <a:gd name="connsiteX276" fmla="*/ 2353522 w 3708449"/>
              <a:gd name="connsiteY276" fmla="*/ 3047560 h 3514679"/>
              <a:gd name="connsiteX277" fmla="*/ 2337462 w 3708449"/>
              <a:gd name="connsiteY277" fmla="*/ 3063619 h 3514679"/>
              <a:gd name="connsiteX278" fmla="*/ 2322218 w 3708449"/>
              <a:gd name="connsiteY278" fmla="*/ 3047560 h 3514679"/>
              <a:gd name="connsiteX279" fmla="*/ 2337462 w 3708449"/>
              <a:gd name="connsiteY279" fmla="*/ 3031384 h 3514679"/>
              <a:gd name="connsiteX280" fmla="*/ 2273109 w 3708449"/>
              <a:gd name="connsiteY280" fmla="*/ 3031384 h 3514679"/>
              <a:gd name="connsiteX281" fmla="*/ 2289284 w 3708449"/>
              <a:gd name="connsiteY281" fmla="*/ 3047560 h 3514679"/>
              <a:gd name="connsiteX282" fmla="*/ 2273109 w 3708449"/>
              <a:gd name="connsiteY282" fmla="*/ 3063619 h 3514679"/>
              <a:gd name="connsiteX283" fmla="*/ 2257049 w 3708449"/>
              <a:gd name="connsiteY283" fmla="*/ 3047560 h 3514679"/>
              <a:gd name="connsiteX284" fmla="*/ 2273109 w 3708449"/>
              <a:gd name="connsiteY284" fmla="*/ 3031384 h 3514679"/>
              <a:gd name="connsiteX285" fmla="*/ 2208755 w 3708449"/>
              <a:gd name="connsiteY285" fmla="*/ 3031384 h 3514679"/>
              <a:gd name="connsiteX286" fmla="*/ 2224930 w 3708449"/>
              <a:gd name="connsiteY286" fmla="*/ 3047560 h 3514679"/>
              <a:gd name="connsiteX287" fmla="*/ 2208755 w 3708449"/>
              <a:gd name="connsiteY287" fmla="*/ 3063619 h 3514679"/>
              <a:gd name="connsiteX288" fmla="*/ 2192695 w 3708449"/>
              <a:gd name="connsiteY288" fmla="*/ 3047560 h 3514679"/>
              <a:gd name="connsiteX289" fmla="*/ 2208755 w 3708449"/>
              <a:gd name="connsiteY289" fmla="*/ 3031384 h 3514679"/>
              <a:gd name="connsiteX290" fmla="*/ 2144517 w 3708449"/>
              <a:gd name="connsiteY290" fmla="*/ 3031384 h 3514679"/>
              <a:gd name="connsiteX291" fmla="*/ 2160576 w 3708449"/>
              <a:gd name="connsiteY291" fmla="*/ 3047560 h 3514679"/>
              <a:gd name="connsiteX292" fmla="*/ 2144517 w 3708449"/>
              <a:gd name="connsiteY292" fmla="*/ 3063619 h 3514679"/>
              <a:gd name="connsiteX293" fmla="*/ 2128341 w 3708449"/>
              <a:gd name="connsiteY293" fmla="*/ 3047560 h 3514679"/>
              <a:gd name="connsiteX294" fmla="*/ 2144517 w 3708449"/>
              <a:gd name="connsiteY294" fmla="*/ 3031384 h 3514679"/>
              <a:gd name="connsiteX295" fmla="*/ 2080163 w 3708449"/>
              <a:gd name="connsiteY295" fmla="*/ 3031384 h 3514679"/>
              <a:gd name="connsiteX296" fmla="*/ 2095408 w 3708449"/>
              <a:gd name="connsiteY296" fmla="*/ 3047560 h 3514679"/>
              <a:gd name="connsiteX297" fmla="*/ 2080163 w 3708449"/>
              <a:gd name="connsiteY297" fmla="*/ 3063619 h 3514679"/>
              <a:gd name="connsiteX298" fmla="*/ 2064104 w 3708449"/>
              <a:gd name="connsiteY298" fmla="*/ 3047560 h 3514679"/>
              <a:gd name="connsiteX299" fmla="*/ 2080163 w 3708449"/>
              <a:gd name="connsiteY299" fmla="*/ 3031384 h 3514679"/>
              <a:gd name="connsiteX300" fmla="*/ 2014994 w 3708449"/>
              <a:gd name="connsiteY300" fmla="*/ 3031384 h 3514679"/>
              <a:gd name="connsiteX301" fmla="*/ 2031169 w 3708449"/>
              <a:gd name="connsiteY301" fmla="*/ 3047560 h 3514679"/>
              <a:gd name="connsiteX302" fmla="*/ 2014994 w 3708449"/>
              <a:gd name="connsiteY302" fmla="*/ 3063619 h 3514679"/>
              <a:gd name="connsiteX303" fmla="*/ 1998934 w 3708449"/>
              <a:gd name="connsiteY303" fmla="*/ 3047560 h 3514679"/>
              <a:gd name="connsiteX304" fmla="*/ 2014994 w 3708449"/>
              <a:gd name="connsiteY304" fmla="*/ 3031384 h 3514679"/>
              <a:gd name="connsiteX305" fmla="*/ 1950756 w 3708449"/>
              <a:gd name="connsiteY305" fmla="*/ 3031384 h 3514679"/>
              <a:gd name="connsiteX306" fmla="*/ 1966815 w 3708449"/>
              <a:gd name="connsiteY306" fmla="*/ 3047560 h 3514679"/>
              <a:gd name="connsiteX307" fmla="*/ 1950756 w 3708449"/>
              <a:gd name="connsiteY307" fmla="*/ 3063619 h 3514679"/>
              <a:gd name="connsiteX308" fmla="*/ 1934580 w 3708449"/>
              <a:gd name="connsiteY308" fmla="*/ 3047560 h 3514679"/>
              <a:gd name="connsiteX309" fmla="*/ 1950756 w 3708449"/>
              <a:gd name="connsiteY309" fmla="*/ 3031384 h 3514679"/>
              <a:gd name="connsiteX310" fmla="*/ 1886402 w 3708449"/>
              <a:gd name="connsiteY310" fmla="*/ 3031384 h 3514679"/>
              <a:gd name="connsiteX311" fmla="*/ 1902461 w 3708449"/>
              <a:gd name="connsiteY311" fmla="*/ 3047560 h 3514679"/>
              <a:gd name="connsiteX312" fmla="*/ 1886402 w 3708449"/>
              <a:gd name="connsiteY312" fmla="*/ 3063619 h 3514679"/>
              <a:gd name="connsiteX313" fmla="*/ 1870343 w 3708449"/>
              <a:gd name="connsiteY313" fmla="*/ 3047560 h 3514679"/>
              <a:gd name="connsiteX314" fmla="*/ 1886402 w 3708449"/>
              <a:gd name="connsiteY314" fmla="*/ 3031384 h 3514679"/>
              <a:gd name="connsiteX315" fmla="*/ 1822048 w 3708449"/>
              <a:gd name="connsiteY315" fmla="*/ 3031384 h 3514679"/>
              <a:gd name="connsiteX316" fmla="*/ 1838108 w 3708449"/>
              <a:gd name="connsiteY316" fmla="*/ 3047560 h 3514679"/>
              <a:gd name="connsiteX317" fmla="*/ 1822048 w 3708449"/>
              <a:gd name="connsiteY317" fmla="*/ 3063619 h 3514679"/>
              <a:gd name="connsiteX318" fmla="*/ 1805989 w 3708449"/>
              <a:gd name="connsiteY318" fmla="*/ 3047560 h 3514679"/>
              <a:gd name="connsiteX319" fmla="*/ 1822048 w 3708449"/>
              <a:gd name="connsiteY319" fmla="*/ 3031384 h 3514679"/>
              <a:gd name="connsiteX320" fmla="*/ 1756879 w 3708449"/>
              <a:gd name="connsiteY320" fmla="*/ 3031384 h 3514679"/>
              <a:gd name="connsiteX321" fmla="*/ 1773055 w 3708449"/>
              <a:gd name="connsiteY321" fmla="*/ 3047560 h 3514679"/>
              <a:gd name="connsiteX322" fmla="*/ 1756879 w 3708449"/>
              <a:gd name="connsiteY322" fmla="*/ 3063619 h 3514679"/>
              <a:gd name="connsiteX323" fmla="*/ 1741635 w 3708449"/>
              <a:gd name="connsiteY323" fmla="*/ 3047560 h 3514679"/>
              <a:gd name="connsiteX324" fmla="*/ 1756879 w 3708449"/>
              <a:gd name="connsiteY324" fmla="*/ 3031384 h 3514679"/>
              <a:gd name="connsiteX325" fmla="*/ 2531224 w 3708449"/>
              <a:gd name="connsiteY325" fmla="*/ 2967146 h 3514679"/>
              <a:gd name="connsiteX326" fmla="*/ 2547283 w 3708449"/>
              <a:gd name="connsiteY326" fmla="*/ 2983206 h 3514679"/>
              <a:gd name="connsiteX327" fmla="*/ 2531224 w 3708449"/>
              <a:gd name="connsiteY327" fmla="*/ 2999265 h 3514679"/>
              <a:gd name="connsiteX328" fmla="*/ 2515164 w 3708449"/>
              <a:gd name="connsiteY328" fmla="*/ 2983206 h 3514679"/>
              <a:gd name="connsiteX329" fmla="*/ 2531224 w 3708449"/>
              <a:gd name="connsiteY329" fmla="*/ 2967146 h 3514679"/>
              <a:gd name="connsiteX330" fmla="*/ 2466869 w 3708449"/>
              <a:gd name="connsiteY330" fmla="*/ 2967146 h 3514679"/>
              <a:gd name="connsiteX331" fmla="*/ 2483044 w 3708449"/>
              <a:gd name="connsiteY331" fmla="*/ 2983206 h 3514679"/>
              <a:gd name="connsiteX332" fmla="*/ 2466869 w 3708449"/>
              <a:gd name="connsiteY332" fmla="*/ 2999265 h 3514679"/>
              <a:gd name="connsiteX333" fmla="*/ 2450809 w 3708449"/>
              <a:gd name="connsiteY333" fmla="*/ 2983206 h 3514679"/>
              <a:gd name="connsiteX334" fmla="*/ 2466869 w 3708449"/>
              <a:gd name="connsiteY334" fmla="*/ 2967146 h 3514679"/>
              <a:gd name="connsiteX335" fmla="*/ 2402631 w 3708449"/>
              <a:gd name="connsiteY335" fmla="*/ 2967146 h 3514679"/>
              <a:gd name="connsiteX336" fmla="*/ 2418690 w 3708449"/>
              <a:gd name="connsiteY336" fmla="*/ 2983206 h 3514679"/>
              <a:gd name="connsiteX337" fmla="*/ 2402631 w 3708449"/>
              <a:gd name="connsiteY337" fmla="*/ 2999265 h 3514679"/>
              <a:gd name="connsiteX338" fmla="*/ 2386455 w 3708449"/>
              <a:gd name="connsiteY338" fmla="*/ 2983206 h 3514679"/>
              <a:gd name="connsiteX339" fmla="*/ 2402631 w 3708449"/>
              <a:gd name="connsiteY339" fmla="*/ 2967146 h 3514679"/>
              <a:gd name="connsiteX340" fmla="*/ 2337462 w 3708449"/>
              <a:gd name="connsiteY340" fmla="*/ 2967146 h 3514679"/>
              <a:gd name="connsiteX341" fmla="*/ 2353522 w 3708449"/>
              <a:gd name="connsiteY341" fmla="*/ 2983206 h 3514679"/>
              <a:gd name="connsiteX342" fmla="*/ 2337462 w 3708449"/>
              <a:gd name="connsiteY342" fmla="*/ 2999265 h 3514679"/>
              <a:gd name="connsiteX343" fmla="*/ 2322218 w 3708449"/>
              <a:gd name="connsiteY343" fmla="*/ 2983206 h 3514679"/>
              <a:gd name="connsiteX344" fmla="*/ 2337462 w 3708449"/>
              <a:gd name="connsiteY344" fmla="*/ 2967146 h 3514679"/>
              <a:gd name="connsiteX345" fmla="*/ 2273109 w 3708449"/>
              <a:gd name="connsiteY345" fmla="*/ 2967146 h 3514679"/>
              <a:gd name="connsiteX346" fmla="*/ 2289284 w 3708449"/>
              <a:gd name="connsiteY346" fmla="*/ 2983206 h 3514679"/>
              <a:gd name="connsiteX347" fmla="*/ 2273109 w 3708449"/>
              <a:gd name="connsiteY347" fmla="*/ 2999265 h 3514679"/>
              <a:gd name="connsiteX348" fmla="*/ 2257049 w 3708449"/>
              <a:gd name="connsiteY348" fmla="*/ 2983206 h 3514679"/>
              <a:gd name="connsiteX349" fmla="*/ 2273109 w 3708449"/>
              <a:gd name="connsiteY349" fmla="*/ 2967146 h 3514679"/>
              <a:gd name="connsiteX350" fmla="*/ 2208755 w 3708449"/>
              <a:gd name="connsiteY350" fmla="*/ 2967146 h 3514679"/>
              <a:gd name="connsiteX351" fmla="*/ 2224930 w 3708449"/>
              <a:gd name="connsiteY351" fmla="*/ 2983206 h 3514679"/>
              <a:gd name="connsiteX352" fmla="*/ 2208755 w 3708449"/>
              <a:gd name="connsiteY352" fmla="*/ 2999265 h 3514679"/>
              <a:gd name="connsiteX353" fmla="*/ 2192695 w 3708449"/>
              <a:gd name="connsiteY353" fmla="*/ 2983206 h 3514679"/>
              <a:gd name="connsiteX354" fmla="*/ 2208755 w 3708449"/>
              <a:gd name="connsiteY354" fmla="*/ 2967146 h 3514679"/>
              <a:gd name="connsiteX355" fmla="*/ 2144517 w 3708449"/>
              <a:gd name="connsiteY355" fmla="*/ 2967146 h 3514679"/>
              <a:gd name="connsiteX356" fmla="*/ 2160576 w 3708449"/>
              <a:gd name="connsiteY356" fmla="*/ 2983206 h 3514679"/>
              <a:gd name="connsiteX357" fmla="*/ 2144517 w 3708449"/>
              <a:gd name="connsiteY357" fmla="*/ 2999265 h 3514679"/>
              <a:gd name="connsiteX358" fmla="*/ 2128341 w 3708449"/>
              <a:gd name="connsiteY358" fmla="*/ 2983206 h 3514679"/>
              <a:gd name="connsiteX359" fmla="*/ 2144517 w 3708449"/>
              <a:gd name="connsiteY359" fmla="*/ 2967146 h 3514679"/>
              <a:gd name="connsiteX360" fmla="*/ 2080163 w 3708449"/>
              <a:gd name="connsiteY360" fmla="*/ 2967146 h 3514679"/>
              <a:gd name="connsiteX361" fmla="*/ 2095408 w 3708449"/>
              <a:gd name="connsiteY361" fmla="*/ 2983206 h 3514679"/>
              <a:gd name="connsiteX362" fmla="*/ 2080163 w 3708449"/>
              <a:gd name="connsiteY362" fmla="*/ 2999265 h 3514679"/>
              <a:gd name="connsiteX363" fmla="*/ 2064104 w 3708449"/>
              <a:gd name="connsiteY363" fmla="*/ 2983206 h 3514679"/>
              <a:gd name="connsiteX364" fmla="*/ 2080163 w 3708449"/>
              <a:gd name="connsiteY364" fmla="*/ 2967146 h 3514679"/>
              <a:gd name="connsiteX365" fmla="*/ 2014994 w 3708449"/>
              <a:gd name="connsiteY365" fmla="*/ 2967146 h 3514679"/>
              <a:gd name="connsiteX366" fmla="*/ 2031169 w 3708449"/>
              <a:gd name="connsiteY366" fmla="*/ 2983206 h 3514679"/>
              <a:gd name="connsiteX367" fmla="*/ 2014994 w 3708449"/>
              <a:gd name="connsiteY367" fmla="*/ 2999265 h 3514679"/>
              <a:gd name="connsiteX368" fmla="*/ 1998934 w 3708449"/>
              <a:gd name="connsiteY368" fmla="*/ 2983206 h 3514679"/>
              <a:gd name="connsiteX369" fmla="*/ 2014994 w 3708449"/>
              <a:gd name="connsiteY369" fmla="*/ 2967146 h 3514679"/>
              <a:gd name="connsiteX370" fmla="*/ 1950756 w 3708449"/>
              <a:gd name="connsiteY370" fmla="*/ 2967146 h 3514679"/>
              <a:gd name="connsiteX371" fmla="*/ 1966815 w 3708449"/>
              <a:gd name="connsiteY371" fmla="*/ 2983206 h 3514679"/>
              <a:gd name="connsiteX372" fmla="*/ 1950756 w 3708449"/>
              <a:gd name="connsiteY372" fmla="*/ 2999265 h 3514679"/>
              <a:gd name="connsiteX373" fmla="*/ 1934580 w 3708449"/>
              <a:gd name="connsiteY373" fmla="*/ 2983206 h 3514679"/>
              <a:gd name="connsiteX374" fmla="*/ 1950756 w 3708449"/>
              <a:gd name="connsiteY374" fmla="*/ 2967146 h 3514679"/>
              <a:gd name="connsiteX375" fmla="*/ 1886402 w 3708449"/>
              <a:gd name="connsiteY375" fmla="*/ 2967146 h 3514679"/>
              <a:gd name="connsiteX376" fmla="*/ 1902461 w 3708449"/>
              <a:gd name="connsiteY376" fmla="*/ 2983206 h 3514679"/>
              <a:gd name="connsiteX377" fmla="*/ 1886402 w 3708449"/>
              <a:gd name="connsiteY377" fmla="*/ 2999265 h 3514679"/>
              <a:gd name="connsiteX378" fmla="*/ 1870343 w 3708449"/>
              <a:gd name="connsiteY378" fmla="*/ 2983206 h 3514679"/>
              <a:gd name="connsiteX379" fmla="*/ 1886402 w 3708449"/>
              <a:gd name="connsiteY379" fmla="*/ 2967146 h 3514679"/>
              <a:gd name="connsiteX380" fmla="*/ 1822048 w 3708449"/>
              <a:gd name="connsiteY380" fmla="*/ 2967146 h 3514679"/>
              <a:gd name="connsiteX381" fmla="*/ 1838108 w 3708449"/>
              <a:gd name="connsiteY381" fmla="*/ 2983206 h 3514679"/>
              <a:gd name="connsiteX382" fmla="*/ 1822048 w 3708449"/>
              <a:gd name="connsiteY382" fmla="*/ 2999265 h 3514679"/>
              <a:gd name="connsiteX383" fmla="*/ 1805989 w 3708449"/>
              <a:gd name="connsiteY383" fmla="*/ 2983206 h 3514679"/>
              <a:gd name="connsiteX384" fmla="*/ 1822048 w 3708449"/>
              <a:gd name="connsiteY384" fmla="*/ 2967146 h 3514679"/>
              <a:gd name="connsiteX385" fmla="*/ 2531224 w 3708449"/>
              <a:gd name="connsiteY385" fmla="*/ 2902792 h 3514679"/>
              <a:gd name="connsiteX386" fmla="*/ 2547283 w 3708449"/>
              <a:gd name="connsiteY386" fmla="*/ 2918852 h 3514679"/>
              <a:gd name="connsiteX387" fmla="*/ 2531224 w 3708449"/>
              <a:gd name="connsiteY387" fmla="*/ 2934213 h 3514679"/>
              <a:gd name="connsiteX388" fmla="*/ 2515164 w 3708449"/>
              <a:gd name="connsiteY388" fmla="*/ 2918852 h 3514679"/>
              <a:gd name="connsiteX389" fmla="*/ 2531224 w 3708449"/>
              <a:gd name="connsiteY389" fmla="*/ 2902792 h 3514679"/>
              <a:gd name="connsiteX390" fmla="*/ 2466869 w 3708449"/>
              <a:gd name="connsiteY390" fmla="*/ 2902792 h 3514679"/>
              <a:gd name="connsiteX391" fmla="*/ 2483044 w 3708449"/>
              <a:gd name="connsiteY391" fmla="*/ 2918852 h 3514679"/>
              <a:gd name="connsiteX392" fmla="*/ 2466869 w 3708449"/>
              <a:gd name="connsiteY392" fmla="*/ 2934213 h 3514679"/>
              <a:gd name="connsiteX393" fmla="*/ 2450809 w 3708449"/>
              <a:gd name="connsiteY393" fmla="*/ 2918852 h 3514679"/>
              <a:gd name="connsiteX394" fmla="*/ 2466869 w 3708449"/>
              <a:gd name="connsiteY394" fmla="*/ 2902792 h 3514679"/>
              <a:gd name="connsiteX395" fmla="*/ 2402631 w 3708449"/>
              <a:gd name="connsiteY395" fmla="*/ 2902792 h 3514679"/>
              <a:gd name="connsiteX396" fmla="*/ 2418690 w 3708449"/>
              <a:gd name="connsiteY396" fmla="*/ 2918852 h 3514679"/>
              <a:gd name="connsiteX397" fmla="*/ 2402631 w 3708449"/>
              <a:gd name="connsiteY397" fmla="*/ 2934213 h 3514679"/>
              <a:gd name="connsiteX398" fmla="*/ 2386455 w 3708449"/>
              <a:gd name="connsiteY398" fmla="*/ 2918852 h 3514679"/>
              <a:gd name="connsiteX399" fmla="*/ 2402631 w 3708449"/>
              <a:gd name="connsiteY399" fmla="*/ 2902792 h 3514679"/>
              <a:gd name="connsiteX400" fmla="*/ 2337462 w 3708449"/>
              <a:gd name="connsiteY400" fmla="*/ 2902792 h 3514679"/>
              <a:gd name="connsiteX401" fmla="*/ 2353522 w 3708449"/>
              <a:gd name="connsiteY401" fmla="*/ 2918852 h 3514679"/>
              <a:gd name="connsiteX402" fmla="*/ 2337462 w 3708449"/>
              <a:gd name="connsiteY402" fmla="*/ 2934213 h 3514679"/>
              <a:gd name="connsiteX403" fmla="*/ 2322218 w 3708449"/>
              <a:gd name="connsiteY403" fmla="*/ 2918852 h 3514679"/>
              <a:gd name="connsiteX404" fmla="*/ 2337462 w 3708449"/>
              <a:gd name="connsiteY404" fmla="*/ 2902792 h 3514679"/>
              <a:gd name="connsiteX405" fmla="*/ 2273109 w 3708449"/>
              <a:gd name="connsiteY405" fmla="*/ 2902792 h 3514679"/>
              <a:gd name="connsiteX406" fmla="*/ 2289284 w 3708449"/>
              <a:gd name="connsiteY406" fmla="*/ 2918852 h 3514679"/>
              <a:gd name="connsiteX407" fmla="*/ 2273109 w 3708449"/>
              <a:gd name="connsiteY407" fmla="*/ 2934213 h 3514679"/>
              <a:gd name="connsiteX408" fmla="*/ 2257049 w 3708449"/>
              <a:gd name="connsiteY408" fmla="*/ 2918852 h 3514679"/>
              <a:gd name="connsiteX409" fmla="*/ 2273109 w 3708449"/>
              <a:gd name="connsiteY409" fmla="*/ 2902792 h 3514679"/>
              <a:gd name="connsiteX410" fmla="*/ 2208755 w 3708449"/>
              <a:gd name="connsiteY410" fmla="*/ 2902792 h 3514679"/>
              <a:gd name="connsiteX411" fmla="*/ 2224930 w 3708449"/>
              <a:gd name="connsiteY411" fmla="*/ 2918852 h 3514679"/>
              <a:gd name="connsiteX412" fmla="*/ 2208755 w 3708449"/>
              <a:gd name="connsiteY412" fmla="*/ 2934213 h 3514679"/>
              <a:gd name="connsiteX413" fmla="*/ 2192695 w 3708449"/>
              <a:gd name="connsiteY413" fmla="*/ 2918852 h 3514679"/>
              <a:gd name="connsiteX414" fmla="*/ 2208755 w 3708449"/>
              <a:gd name="connsiteY414" fmla="*/ 2902792 h 3514679"/>
              <a:gd name="connsiteX415" fmla="*/ 2144517 w 3708449"/>
              <a:gd name="connsiteY415" fmla="*/ 2902792 h 3514679"/>
              <a:gd name="connsiteX416" fmla="*/ 2160576 w 3708449"/>
              <a:gd name="connsiteY416" fmla="*/ 2918852 h 3514679"/>
              <a:gd name="connsiteX417" fmla="*/ 2144517 w 3708449"/>
              <a:gd name="connsiteY417" fmla="*/ 2934213 h 3514679"/>
              <a:gd name="connsiteX418" fmla="*/ 2128341 w 3708449"/>
              <a:gd name="connsiteY418" fmla="*/ 2918852 h 3514679"/>
              <a:gd name="connsiteX419" fmla="*/ 2144517 w 3708449"/>
              <a:gd name="connsiteY419" fmla="*/ 2902792 h 3514679"/>
              <a:gd name="connsiteX420" fmla="*/ 2080163 w 3708449"/>
              <a:gd name="connsiteY420" fmla="*/ 2902792 h 3514679"/>
              <a:gd name="connsiteX421" fmla="*/ 2095408 w 3708449"/>
              <a:gd name="connsiteY421" fmla="*/ 2918852 h 3514679"/>
              <a:gd name="connsiteX422" fmla="*/ 2080163 w 3708449"/>
              <a:gd name="connsiteY422" fmla="*/ 2934213 h 3514679"/>
              <a:gd name="connsiteX423" fmla="*/ 2064104 w 3708449"/>
              <a:gd name="connsiteY423" fmla="*/ 2918852 h 3514679"/>
              <a:gd name="connsiteX424" fmla="*/ 2080163 w 3708449"/>
              <a:gd name="connsiteY424" fmla="*/ 2902792 h 3514679"/>
              <a:gd name="connsiteX425" fmla="*/ 2014994 w 3708449"/>
              <a:gd name="connsiteY425" fmla="*/ 2902792 h 3514679"/>
              <a:gd name="connsiteX426" fmla="*/ 2031169 w 3708449"/>
              <a:gd name="connsiteY426" fmla="*/ 2918852 h 3514679"/>
              <a:gd name="connsiteX427" fmla="*/ 2014994 w 3708449"/>
              <a:gd name="connsiteY427" fmla="*/ 2934213 h 3514679"/>
              <a:gd name="connsiteX428" fmla="*/ 1998934 w 3708449"/>
              <a:gd name="connsiteY428" fmla="*/ 2918852 h 3514679"/>
              <a:gd name="connsiteX429" fmla="*/ 2014994 w 3708449"/>
              <a:gd name="connsiteY429" fmla="*/ 2902792 h 3514679"/>
              <a:gd name="connsiteX430" fmla="*/ 1950756 w 3708449"/>
              <a:gd name="connsiteY430" fmla="*/ 2902792 h 3514679"/>
              <a:gd name="connsiteX431" fmla="*/ 1966815 w 3708449"/>
              <a:gd name="connsiteY431" fmla="*/ 2918852 h 3514679"/>
              <a:gd name="connsiteX432" fmla="*/ 1950756 w 3708449"/>
              <a:gd name="connsiteY432" fmla="*/ 2934213 h 3514679"/>
              <a:gd name="connsiteX433" fmla="*/ 1934580 w 3708449"/>
              <a:gd name="connsiteY433" fmla="*/ 2918852 h 3514679"/>
              <a:gd name="connsiteX434" fmla="*/ 1950756 w 3708449"/>
              <a:gd name="connsiteY434" fmla="*/ 2902792 h 3514679"/>
              <a:gd name="connsiteX435" fmla="*/ 2466869 w 3708449"/>
              <a:gd name="connsiteY435" fmla="*/ 2837623 h 3514679"/>
              <a:gd name="connsiteX436" fmla="*/ 2483044 w 3708449"/>
              <a:gd name="connsiteY436" fmla="*/ 2853799 h 3514679"/>
              <a:gd name="connsiteX437" fmla="*/ 2466869 w 3708449"/>
              <a:gd name="connsiteY437" fmla="*/ 2869858 h 3514679"/>
              <a:gd name="connsiteX438" fmla="*/ 2450809 w 3708449"/>
              <a:gd name="connsiteY438" fmla="*/ 2853799 h 3514679"/>
              <a:gd name="connsiteX439" fmla="*/ 2466869 w 3708449"/>
              <a:gd name="connsiteY439" fmla="*/ 2837623 h 3514679"/>
              <a:gd name="connsiteX440" fmla="*/ 2402631 w 3708449"/>
              <a:gd name="connsiteY440" fmla="*/ 2837623 h 3514679"/>
              <a:gd name="connsiteX441" fmla="*/ 2418690 w 3708449"/>
              <a:gd name="connsiteY441" fmla="*/ 2853799 h 3514679"/>
              <a:gd name="connsiteX442" fmla="*/ 2402631 w 3708449"/>
              <a:gd name="connsiteY442" fmla="*/ 2869858 h 3514679"/>
              <a:gd name="connsiteX443" fmla="*/ 2386455 w 3708449"/>
              <a:gd name="connsiteY443" fmla="*/ 2853799 h 3514679"/>
              <a:gd name="connsiteX444" fmla="*/ 2402631 w 3708449"/>
              <a:gd name="connsiteY444" fmla="*/ 2837623 h 3514679"/>
              <a:gd name="connsiteX445" fmla="*/ 2337462 w 3708449"/>
              <a:gd name="connsiteY445" fmla="*/ 2837623 h 3514679"/>
              <a:gd name="connsiteX446" fmla="*/ 2353522 w 3708449"/>
              <a:gd name="connsiteY446" fmla="*/ 2853799 h 3514679"/>
              <a:gd name="connsiteX447" fmla="*/ 2337462 w 3708449"/>
              <a:gd name="connsiteY447" fmla="*/ 2869858 h 3514679"/>
              <a:gd name="connsiteX448" fmla="*/ 2322218 w 3708449"/>
              <a:gd name="connsiteY448" fmla="*/ 2853799 h 3514679"/>
              <a:gd name="connsiteX449" fmla="*/ 2337462 w 3708449"/>
              <a:gd name="connsiteY449" fmla="*/ 2837623 h 3514679"/>
              <a:gd name="connsiteX450" fmla="*/ 2273109 w 3708449"/>
              <a:gd name="connsiteY450" fmla="*/ 2837623 h 3514679"/>
              <a:gd name="connsiteX451" fmla="*/ 2289284 w 3708449"/>
              <a:gd name="connsiteY451" fmla="*/ 2853799 h 3514679"/>
              <a:gd name="connsiteX452" fmla="*/ 2273109 w 3708449"/>
              <a:gd name="connsiteY452" fmla="*/ 2869858 h 3514679"/>
              <a:gd name="connsiteX453" fmla="*/ 2257049 w 3708449"/>
              <a:gd name="connsiteY453" fmla="*/ 2853799 h 3514679"/>
              <a:gd name="connsiteX454" fmla="*/ 2273109 w 3708449"/>
              <a:gd name="connsiteY454" fmla="*/ 2837623 h 3514679"/>
              <a:gd name="connsiteX455" fmla="*/ 2208755 w 3708449"/>
              <a:gd name="connsiteY455" fmla="*/ 2837623 h 3514679"/>
              <a:gd name="connsiteX456" fmla="*/ 2224930 w 3708449"/>
              <a:gd name="connsiteY456" fmla="*/ 2853799 h 3514679"/>
              <a:gd name="connsiteX457" fmla="*/ 2208755 w 3708449"/>
              <a:gd name="connsiteY457" fmla="*/ 2869858 h 3514679"/>
              <a:gd name="connsiteX458" fmla="*/ 2192695 w 3708449"/>
              <a:gd name="connsiteY458" fmla="*/ 2853799 h 3514679"/>
              <a:gd name="connsiteX459" fmla="*/ 2208755 w 3708449"/>
              <a:gd name="connsiteY459" fmla="*/ 2837623 h 3514679"/>
              <a:gd name="connsiteX460" fmla="*/ 2144517 w 3708449"/>
              <a:gd name="connsiteY460" fmla="*/ 2837623 h 3514679"/>
              <a:gd name="connsiteX461" fmla="*/ 2160576 w 3708449"/>
              <a:gd name="connsiteY461" fmla="*/ 2853799 h 3514679"/>
              <a:gd name="connsiteX462" fmla="*/ 2144517 w 3708449"/>
              <a:gd name="connsiteY462" fmla="*/ 2869858 h 3514679"/>
              <a:gd name="connsiteX463" fmla="*/ 2128341 w 3708449"/>
              <a:gd name="connsiteY463" fmla="*/ 2853799 h 3514679"/>
              <a:gd name="connsiteX464" fmla="*/ 2144517 w 3708449"/>
              <a:gd name="connsiteY464" fmla="*/ 2837623 h 3514679"/>
              <a:gd name="connsiteX465" fmla="*/ 2080163 w 3708449"/>
              <a:gd name="connsiteY465" fmla="*/ 2837623 h 3514679"/>
              <a:gd name="connsiteX466" fmla="*/ 2095408 w 3708449"/>
              <a:gd name="connsiteY466" fmla="*/ 2853799 h 3514679"/>
              <a:gd name="connsiteX467" fmla="*/ 2080163 w 3708449"/>
              <a:gd name="connsiteY467" fmla="*/ 2869858 h 3514679"/>
              <a:gd name="connsiteX468" fmla="*/ 2064104 w 3708449"/>
              <a:gd name="connsiteY468" fmla="*/ 2853799 h 3514679"/>
              <a:gd name="connsiteX469" fmla="*/ 2080163 w 3708449"/>
              <a:gd name="connsiteY469" fmla="*/ 2837623 h 3514679"/>
              <a:gd name="connsiteX470" fmla="*/ 2014994 w 3708449"/>
              <a:gd name="connsiteY470" fmla="*/ 2837623 h 3514679"/>
              <a:gd name="connsiteX471" fmla="*/ 2031169 w 3708449"/>
              <a:gd name="connsiteY471" fmla="*/ 2853799 h 3514679"/>
              <a:gd name="connsiteX472" fmla="*/ 2014994 w 3708449"/>
              <a:gd name="connsiteY472" fmla="*/ 2869858 h 3514679"/>
              <a:gd name="connsiteX473" fmla="*/ 1998934 w 3708449"/>
              <a:gd name="connsiteY473" fmla="*/ 2853799 h 3514679"/>
              <a:gd name="connsiteX474" fmla="*/ 2014994 w 3708449"/>
              <a:gd name="connsiteY474" fmla="*/ 2837623 h 3514679"/>
              <a:gd name="connsiteX475" fmla="*/ 2531224 w 3708449"/>
              <a:gd name="connsiteY475" fmla="*/ 2773269 h 3514679"/>
              <a:gd name="connsiteX476" fmla="*/ 2547283 w 3708449"/>
              <a:gd name="connsiteY476" fmla="*/ 2789445 h 3514679"/>
              <a:gd name="connsiteX477" fmla="*/ 2531224 w 3708449"/>
              <a:gd name="connsiteY477" fmla="*/ 2805504 h 3514679"/>
              <a:gd name="connsiteX478" fmla="*/ 2515164 w 3708449"/>
              <a:gd name="connsiteY478" fmla="*/ 2789445 h 3514679"/>
              <a:gd name="connsiteX479" fmla="*/ 2531224 w 3708449"/>
              <a:gd name="connsiteY479" fmla="*/ 2773269 h 3514679"/>
              <a:gd name="connsiteX480" fmla="*/ 2466869 w 3708449"/>
              <a:gd name="connsiteY480" fmla="*/ 2773269 h 3514679"/>
              <a:gd name="connsiteX481" fmla="*/ 2483044 w 3708449"/>
              <a:gd name="connsiteY481" fmla="*/ 2789445 h 3514679"/>
              <a:gd name="connsiteX482" fmla="*/ 2466869 w 3708449"/>
              <a:gd name="connsiteY482" fmla="*/ 2805504 h 3514679"/>
              <a:gd name="connsiteX483" fmla="*/ 2450809 w 3708449"/>
              <a:gd name="connsiteY483" fmla="*/ 2789445 h 3514679"/>
              <a:gd name="connsiteX484" fmla="*/ 2466869 w 3708449"/>
              <a:gd name="connsiteY484" fmla="*/ 2773269 h 3514679"/>
              <a:gd name="connsiteX485" fmla="*/ 2402631 w 3708449"/>
              <a:gd name="connsiteY485" fmla="*/ 2773269 h 3514679"/>
              <a:gd name="connsiteX486" fmla="*/ 2418690 w 3708449"/>
              <a:gd name="connsiteY486" fmla="*/ 2789445 h 3514679"/>
              <a:gd name="connsiteX487" fmla="*/ 2402631 w 3708449"/>
              <a:gd name="connsiteY487" fmla="*/ 2805504 h 3514679"/>
              <a:gd name="connsiteX488" fmla="*/ 2386455 w 3708449"/>
              <a:gd name="connsiteY488" fmla="*/ 2789445 h 3514679"/>
              <a:gd name="connsiteX489" fmla="*/ 2402631 w 3708449"/>
              <a:gd name="connsiteY489" fmla="*/ 2773269 h 3514679"/>
              <a:gd name="connsiteX490" fmla="*/ 2337462 w 3708449"/>
              <a:gd name="connsiteY490" fmla="*/ 2773269 h 3514679"/>
              <a:gd name="connsiteX491" fmla="*/ 2353522 w 3708449"/>
              <a:gd name="connsiteY491" fmla="*/ 2789445 h 3514679"/>
              <a:gd name="connsiteX492" fmla="*/ 2337462 w 3708449"/>
              <a:gd name="connsiteY492" fmla="*/ 2805504 h 3514679"/>
              <a:gd name="connsiteX493" fmla="*/ 2322218 w 3708449"/>
              <a:gd name="connsiteY493" fmla="*/ 2789445 h 3514679"/>
              <a:gd name="connsiteX494" fmla="*/ 2337462 w 3708449"/>
              <a:gd name="connsiteY494" fmla="*/ 2773269 h 3514679"/>
              <a:gd name="connsiteX495" fmla="*/ 2273109 w 3708449"/>
              <a:gd name="connsiteY495" fmla="*/ 2773269 h 3514679"/>
              <a:gd name="connsiteX496" fmla="*/ 2289284 w 3708449"/>
              <a:gd name="connsiteY496" fmla="*/ 2789445 h 3514679"/>
              <a:gd name="connsiteX497" fmla="*/ 2273109 w 3708449"/>
              <a:gd name="connsiteY497" fmla="*/ 2805504 h 3514679"/>
              <a:gd name="connsiteX498" fmla="*/ 2257049 w 3708449"/>
              <a:gd name="connsiteY498" fmla="*/ 2789445 h 3514679"/>
              <a:gd name="connsiteX499" fmla="*/ 2273109 w 3708449"/>
              <a:gd name="connsiteY499" fmla="*/ 2773269 h 3514679"/>
              <a:gd name="connsiteX500" fmla="*/ 2208755 w 3708449"/>
              <a:gd name="connsiteY500" fmla="*/ 2773269 h 3514679"/>
              <a:gd name="connsiteX501" fmla="*/ 2224930 w 3708449"/>
              <a:gd name="connsiteY501" fmla="*/ 2789445 h 3514679"/>
              <a:gd name="connsiteX502" fmla="*/ 2208755 w 3708449"/>
              <a:gd name="connsiteY502" fmla="*/ 2805504 h 3514679"/>
              <a:gd name="connsiteX503" fmla="*/ 2192695 w 3708449"/>
              <a:gd name="connsiteY503" fmla="*/ 2789445 h 3514679"/>
              <a:gd name="connsiteX504" fmla="*/ 2208755 w 3708449"/>
              <a:gd name="connsiteY504" fmla="*/ 2773269 h 3514679"/>
              <a:gd name="connsiteX505" fmla="*/ 2144517 w 3708449"/>
              <a:gd name="connsiteY505" fmla="*/ 2773269 h 3514679"/>
              <a:gd name="connsiteX506" fmla="*/ 2160576 w 3708449"/>
              <a:gd name="connsiteY506" fmla="*/ 2789445 h 3514679"/>
              <a:gd name="connsiteX507" fmla="*/ 2144517 w 3708449"/>
              <a:gd name="connsiteY507" fmla="*/ 2805504 h 3514679"/>
              <a:gd name="connsiteX508" fmla="*/ 2128341 w 3708449"/>
              <a:gd name="connsiteY508" fmla="*/ 2789445 h 3514679"/>
              <a:gd name="connsiteX509" fmla="*/ 2144517 w 3708449"/>
              <a:gd name="connsiteY509" fmla="*/ 2773269 h 3514679"/>
              <a:gd name="connsiteX510" fmla="*/ 2080163 w 3708449"/>
              <a:gd name="connsiteY510" fmla="*/ 2773269 h 3514679"/>
              <a:gd name="connsiteX511" fmla="*/ 2095408 w 3708449"/>
              <a:gd name="connsiteY511" fmla="*/ 2789445 h 3514679"/>
              <a:gd name="connsiteX512" fmla="*/ 2080163 w 3708449"/>
              <a:gd name="connsiteY512" fmla="*/ 2805504 h 3514679"/>
              <a:gd name="connsiteX513" fmla="*/ 2064104 w 3708449"/>
              <a:gd name="connsiteY513" fmla="*/ 2789445 h 3514679"/>
              <a:gd name="connsiteX514" fmla="*/ 2080163 w 3708449"/>
              <a:gd name="connsiteY514" fmla="*/ 2773269 h 3514679"/>
              <a:gd name="connsiteX515" fmla="*/ 2014994 w 3708449"/>
              <a:gd name="connsiteY515" fmla="*/ 2773269 h 3514679"/>
              <a:gd name="connsiteX516" fmla="*/ 2031169 w 3708449"/>
              <a:gd name="connsiteY516" fmla="*/ 2789445 h 3514679"/>
              <a:gd name="connsiteX517" fmla="*/ 2014994 w 3708449"/>
              <a:gd name="connsiteY517" fmla="*/ 2805504 h 3514679"/>
              <a:gd name="connsiteX518" fmla="*/ 1998934 w 3708449"/>
              <a:gd name="connsiteY518" fmla="*/ 2789445 h 3514679"/>
              <a:gd name="connsiteX519" fmla="*/ 2014994 w 3708449"/>
              <a:gd name="connsiteY519" fmla="*/ 2773269 h 3514679"/>
              <a:gd name="connsiteX520" fmla="*/ 2595577 w 3708449"/>
              <a:gd name="connsiteY520" fmla="*/ 2709031 h 3514679"/>
              <a:gd name="connsiteX521" fmla="*/ 2611637 w 3708449"/>
              <a:gd name="connsiteY521" fmla="*/ 2725091 h 3514679"/>
              <a:gd name="connsiteX522" fmla="*/ 2595577 w 3708449"/>
              <a:gd name="connsiteY522" fmla="*/ 2741151 h 3514679"/>
              <a:gd name="connsiteX523" fmla="*/ 2579518 w 3708449"/>
              <a:gd name="connsiteY523" fmla="*/ 2725091 h 3514679"/>
              <a:gd name="connsiteX524" fmla="*/ 2595577 w 3708449"/>
              <a:gd name="connsiteY524" fmla="*/ 2709031 h 3514679"/>
              <a:gd name="connsiteX525" fmla="*/ 2531224 w 3708449"/>
              <a:gd name="connsiteY525" fmla="*/ 2709031 h 3514679"/>
              <a:gd name="connsiteX526" fmla="*/ 2547283 w 3708449"/>
              <a:gd name="connsiteY526" fmla="*/ 2725091 h 3514679"/>
              <a:gd name="connsiteX527" fmla="*/ 2531224 w 3708449"/>
              <a:gd name="connsiteY527" fmla="*/ 2741151 h 3514679"/>
              <a:gd name="connsiteX528" fmla="*/ 2515164 w 3708449"/>
              <a:gd name="connsiteY528" fmla="*/ 2725091 h 3514679"/>
              <a:gd name="connsiteX529" fmla="*/ 2531224 w 3708449"/>
              <a:gd name="connsiteY529" fmla="*/ 2709031 h 3514679"/>
              <a:gd name="connsiteX530" fmla="*/ 2466869 w 3708449"/>
              <a:gd name="connsiteY530" fmla="*/ 2709031 h 3514679"/>
              <a:gd name="connsiteX531" fmla="*/ 2483044 w 3708449"/>
              <a:gd name="connsiteY531" fmla="*/ 2725091 h 3514679"/>
              <a:gd name="connsiteX532" fmla="*/ 2466869 w 3708449"/>
              <a:gd name="connsiteY532" fmla="*/ 2741151 h 3514679"/>
              <a:gd name="connsiteX533" fmla="*/ 2450809 w 3708449"/>
              <a:gd name="connsiteY533" fmla="*/ 2725091 h 3514679"/>
              <a:gd name="connsiteX534" fmla="*/ 2466869 w 3708449"/>
              <a:gd name="connsiteY534" fmla="*/ 2709031 h 3514679"/>
              <a:gd name="connsiteX535" fmla="*/ 2402631 w 3708449"/>
              <a:gd name="connsiteY535" fmla="*/ 2709031 h 3514679"/>
              <a:gd name="connsiteX536" fmla="*/ 2418690 w 3708449"/>
              <a:gd name="connsiteY536" fmla="*/ 2725091 h 3514679"/>
              <a:gd name="connsiteX537" fmla="*/ 2402631 w 3708449"/>
              <a:gd name="connsiteY537" fmla="*/ 2741151 h 3514679"/>
              <a:gd name="connsiteX538" fmla="*/ 2386455 w 3708449"/>
              <a:gd name="connsiteY538" fmla="*/ 2725091 h 3514679"/>
              <a:gd name="connsiteX539" fmla="*/ 2402631 w 3708449"/>
              <a:gd name="connsiteY539" fmla="*/ 2709031 h 3514679"/>
              <a:gd name="connsiteX540" fmla="*/ 2337462 w 3708449"/>
              <a:gd name="connsiteY540" fmla="*/ 2709031 h 3514679"/>
              <a:gd name="connsiteX541" fmla="*/ 2353522 w 3708449"/>
              <a:gd name="connsiteY541" fmla="*/ 2725091 h 3514679"/>
              <a:gd name="connsiteX542" fmla="*/ 2337462 w 3708449"/>
              <a:gd name="connsiteY542" fmla="*/ 2741151 h 3514679"/>
              <a:gd name="connsiteX543" fmla="*/ 2322218 w 3708449"/>
              <a:gd name="connsiteY543" fmla="*/ 2725091 h 3514679"/>
              <a:gd name="connsiteX544" fmla="*/ 2337462 w 3708449"/>
              <a:gd name="connsiteY544" fmla="*/ 2709031 h 3514679"/>
              <a:gd name="connsiteX545" fmla="*/ 2273109 w 3708449"/>
              <a:gd name="connsiteY545" fmla="*/ 2709031 h 3514679"/>
              <a:gd name="connsiteX546" fmla="*/ 2289284 w 3708449"/>
              <a:gd name="connsiteY546" fmla="*/ 2725091 h 3514679"/>
              <a:gd name="connsiteX547" fmla="*/ 2273109 w 3708449"/>
              <a:gd name="connsiteY547" fmla="*/ 2741151 h 3514679"/>
              <a:gd name="connsiteX548" fmla="*/ 2257049 w 3708449"/>
              <a:gd name="connsiteY548" fmla="*/ 2725091 h 3514679"/>
              <a:gd name="connsiteX549" fmla="*/ 2273109 w 3708449"/>
              <a:gd name="connsiteY549" fmla="*/ 2709031 h 3514679"/>
              <a:gd name="connsiteX550" fmla="*/ 2208755 w 3708449"/>
              <a:gd name="connsiteY550" fmla="*/ 2709031 h 3514679"/>
              <a:gd name="connsiteX551" fmla="*/ 2224930 w 3708449"/>
              <a:gd name="connsiteY551" fmla="*/ 2725091 h 3514679"/>
              <a:gd name="connsiteX552" fmla="*/ 2208755 w 3708449"/>
              <a:gd name="connsiteY552" fmla="*/ 2741151 h 3514679"/>
              <a:gd name="connsiteX553" fmla="*/ 2192695 w 3708449"/>
              <a:gd name="connsiteY553" fmla="*/ 2725091 h 3514679"/>
              <a:gd name="connsiteX554" fmla="*/ 2208755 w 3708449"/>
              <a:gd name="connsiteY554" fmla="*/ 2709031 h 3514679"/>
              <a:gd name="connsiteX555" fmla="*/ 2144517 w 3708449"/>
              <a:gd name="connsiteY555" fmla="*/ 2709031 h 3514679"/>
              <a:gd name="connsiteX556" fmla="*/ 2160576 w 3708449"/>
              <a:gd name="connsiteY556" fmla="*/ 2725091 h 3514679"/>
              <a:gd name="connsiteX557" fmla="*/ 2144517 w 3708449"/>
              <a:gd name="connsiteY557" fmla="*/ 2741151 h 3514679"/>
              <a:gd name="connsiteX558" fmla="*/ 2128341 w 3708449"/>
              <a:gd name="connsiteY558" fmla="*/ 2725091 h 3514679"/>
              <a:gd name="connsiteX559" fmla="*/ 2144517 w 3708449"/>
              <a:gd name="connsiteY559" fmla="*/ 2709031 h 3514679"/>
              <a:gd name="connsiteX560" fmla="*/ 2080163 w 3708449"/>
              <a:gd name="connsiteY560" fmla="*/ 2709031 h 3514679"/>
              <a:gd name="connsiteX561" fmla="*/ 2095408 w 3708449"/>
              <a:gd name="connsiteY561" fmla="*/ 2725091 h 3514679"/>
              <a:gd name="connsiteX562" fmla="*/ 2080163 w 3708449"/>
              <a:gd name="connsiteY562" fmla="*/ 2741151 h 3514679"/>
              <a:gd name="connsiteX563" fmla="*/ 2064104 w 3708449"/>
              <a:gd name="connsiteY563" fmla="*/ 2725091 h 3514679"/>
              <a:gd name="connsiteX564" fmla="*/ 2080163 w 3708449"/>
              <a:gd name="connsiteY564" fmla="*/ 2709031 h 3514679"/>
              <a:gd name="connsiteX565" fmla="*/ 2014994 w 3708449"/>
              <a:gd name="connsiteY565" fmla="*/ 2709031 h 3514679"/>
              <a:gd name="connsiteX566" fmla="*/ 2031169 w 3708449"/>
              <a:gd name="connsiteY566" fmla="*/ 2725091 h 3514679"/>
              <a:gd name="connsiteX567" fmla="*/ 2014994 w 3708449"/>
              <a:gd name="connsiteY567" fmla="*/ 2741151 h 3514679"/>
              <a:gd name="connsiteX568" fmla="*/ 1998934 w 3708449"/>
              <a:gd name="connsiteY568" fmla="*/ 2725091 h 3514679"/>
              <a:gd name="connsiteX569" fmla="*/ 2014994 w 3708449"/>
              <a:gd name="connsiteY569" fmla="*/ 2709031 h 3514679"/>
              <a:gd name="connsiteX570" fmla="*/ 1950756 w 3708449"/>
              <a:gd name="connsiteY570" fmla="*/ 2709031 h 3514679"/>
              <a:gd name="connsiteX571" fmla="*/ 1966815 w 3708449"/>
              <a:gd name="connsiteY571" fmla="*/ 2725091 h 3514679"/>
              <a:gd name="connsiteX572" fmla="*/ 1950756 w 3708449"/>
              <a:gd name="connsiteY572" fmla="*/ 2741151 h 3514679"/>
              <a:gd name="connsiteX573" fmla="*/ 1934580 w 3708449"/>
              <a:gd name="connsiteY573" fmla="*/ 2725091 h 3514679"/>
              <a:gd name="connsiteX574" fmla="*/ 1950756 w 3708449"/>
              <a:gd name="connsiteY574" fmla="*/ 2709031 h 3514679"/>
              <a:gd name="connsiteX575" fmla="*/ 2660630 w 3708449"/>
              <a:gd name="connsiteY575" fmla="*/ 2644677 h 3514679"/>
              <a:gd name="connsiteX576" fmla="*/ 2675991 w 3708449"/>
              <a:gd name="connsiteY576" fmla="*/ 2660737 h 3514679"/>
              <a:gd name="connsiteX577" fmla="*/ 2660630 w 3708449"/>
              <a:gd name="connsiteY577" fmla="*/ 2676098 h 3514679"/>
              <a:gd name="connsiteX578" fmla="*/ 2644570 w 3708449"/>
              <a:gd name="connsiteY578" fmla="*/ 2660737 h 3514679"/>
              <a:gd name="connsiteX579" fmla="*/ 2660630 w 3708449"/>
              <a:gd name="connsiteY579" fmla="*/ 2644677 h 3514679"/>
              <a:gd name="connsiteX580" fmla="*/ 2595577 w 3708449"/>
              <a:gd name="connsiteY580" fmla="*/ 2644677 h 3514679"/>
              <a:gd name="connsiteX581" fmla="*/ 2611637 w 3708449"/>
              <a:gd name="connsiteY581" fmla="*/ 2660737 h 3514679"/>
              <a:gd name="connsiteX582" fmla="*/ 2595577 w 3708449"/>
              <a:gd name="connsiteY582" fmla="*/ 2676098 h 3514679"/>
              <a:gd name="connsiteX583" fmla="*/ 2579518 w 3708449"/>
              <a:gd name="connsiteY583" fmla="*/ 2660737 h 3514679"/>
              <a:gd name="connsiteX584" fmla="*/ 2595577 w 3708449"/>
              <a:gd name="connsiteY584" fmla="*/ 2644677 h 3514679"/>
              <a:gd name="connsiteX585" fmla="*/ 2531224 w 3708449"/>
              <a:gd name="connsiteY585" fmla="*/ 2644677 h 3514679"/>
              <a:gd name="connsiteX586" fmla="*/ 2547283 w 3708449"/>
              <a:gd name="connsiteY586" fmla="*/ 2660737 h 3514679"/>
              <a:gd name="connsiteX587" fmla="*/ 2531224 w 3708449"/>
              <a:gd name="connsiteY587" fmla="*/ 2676098 h 3514679"/>
              <a:gd name="connsiteX588" fmla="*/ 2515164 w 3708449"/>
              <a:gd name="connsiteY588" fmla="*/ 2660737 h 3514679"/>
              <a:gd name="connsiteX589" fmla="*/ 2531224 w 3708449"/>
              <a:gd name="connsiteY589" fmla="*/ 2644677 h 3514679"/>
              <a:gd name="connsiteX590" fmla="*/ 2466869 w 3708449"/>
              <a:gd name="connsiteY590" fmla="*/ 2644677 h 3514679"/>
              <a:gd name="connsiteX591" fmla="*/ 2483044 w 3708449"/>
              <a:gd name="connsiteY591" fmla="*/ 2660737 h 3514679"/>
              <a:gd name="connsiteX592" fmla="*/ 2466869 w 3708449"/>
              <a:gd name="connsiteY592" fmla="*/ 2676098 h 3514679"/>
              <a:gd name="connsiteX593" fmla="*/ 2450809 w 3708449"/>
              <a:gd name="connsiteY593" fmla="*/ 2660737 h 3514679"/>
              <a:gd name="connsiteX594" fmla="*/ 2466869 w 3708449"/>
              <a:gd name="connsiteY594" fmla="*/ 2644677 h 3514679"/>
              <a:gd name="connsiteX595" fmla="*/ 2402631 w 3708449"/>
              <a:gd name="connsiteY595" fmla="*/ 2644677 h 3514679"/>
              <a:gd name="connsiteX596" fmla="*/ 2418690 w 3708449"/>
              <a:gd name="connsiteY596" fmla="*/ 2660737 h 3514679"/>
              <a:gd name="connsiteX597" fmla="*/ 2402631 w 3708449"/>
              <a:gd name="connsiteY597" fmla="*/ 2676098 h 3514679"/>
              <a:gd name="connsiteX598" fmla="*/ 2386455 w 3708449"/>
              <a:gd name="connsiteY598" fmla="*/ 2660737 h 3514679"/>
              <a:gd name="connsiteX599" fmla="*/ 2402631 w 3708449"/>
              <a:gd name="connsiteY599" fmla="*/ 2644677 h 3514679"/>
              <a:gd name="connsiteX600" fmla="*/ 2337462 w 3708449"/>
              <a:gd name="connsiteY600" fmla="*/ 2644677 h 3514679"/>
              <a:gd name="connsiteX601" fmla="*/ 2353522 w 3708449"/>
              <a:gd name="connsiteY601" fmla="*/ 2660737 h 3514679"/>
              <a:gd name="connsiteX602" fmla="*/ 2337462 w 3708449"/>
              <a:gd name="connsiteY602" fmla="*/ 2676098 h 3514679"/>
              <a:gd name="connsiteX603" fmla="*/ 2322218 w 3708449"/>
              <a:gd name="connsiteY603" fmla="*/ 2660737 h 3514679"/>
              <a:gd name="connsiteX604" fmla="*/ 2337462 w 3708449"/>
              <a:gd name="connsiteY604" fmla="*/ 2644677 h 3514679"/>
              <a:gd name="connsiteX605" fmla="*/ 2273109 w 3708449"/>
              <a:gd name="connsiteY605" fmla="*/ 2644677 h 3514679"/>
              <a:gd name="connsiteX606" fmla="*/ 2289284 w 3708449"/>
              <a:gd name="connsiteY606" fmla="*/ 2660737 h 3514679"/>
              <a:gd name="connsiteX607" fmla="*/ 2273109 w 3708449"/>
              <a:gd name="connsiteY607" fmla="*/ 2676098 h 3514679"/>
              <a:gd name="connsiteX608" fmla="*/ 2257049 w 3708449"/>
              <a:gd name="connsiteY608" fmla="*/ 2660737 h 3514679"/>
              <a:gd name="connsiteX609" fmla="*/ 2273109 w 3708449"/>
              <a:gd name="connsiteY609" fmla="*/ 2644677 h 3514679"/>
              <a:gd name="connsiteX610" fmla="*/ 2208755 w 3708449"/>
              <a:gd name="connsiteY610" fmla="*/ 2644677 h 3514679"/>
              <a:gd name="connsiteX611" fmla="*/ 2224930 w 3708449"/>
              <a:gd name="connsiteY611" fmla="*/ 2660737 h 3514679"/>
              <a:gd name="connsiteX612" fmla="*/ 2208755 w 3708449"/>
              <a:gd name="connsiteY612" fmla="*/ 2676098 h 3514679"/>
              <a:gd name="connsiteX613" fmla="*/ 2192695 w 3708449"/>
              <a:gd name="connsiteY613" fmla="*/ 2660737 h 3514679"/>
              <a:gd name="connsiteX614" fmla="*/ 2208755 w 3708449"/>
              <a:gd name="connsiteY614" fmla="*/ 2644677 h 3514679"/>
              <a:gd name="connsiteX615" fmla="*/ 2144517 w 3708449"/>
              <a:gd name="connsiteY615" fmla="*/ 2644677 h 3514679"/>
              <a:gd name="connsiteX616" fmla="*/ 2160576 w 3708449"/>
              <a:gd name="connsiteY616" fmla="*/ 2660737 h 3514679"/>
              <a:gd name="connsiteX617" fmla="*/ 2144517 w 3708449"/>
              <a:gd name="connsiteY617" fmla="*/ 2676098 h 3514679"/>
              <a:gd name="connsiteX618" fmla="*/ 2128341 w 3708449"/>
              <a:gd name="connsiteY618" fmla="*/ 2660737 h 3514679"/>
              <a:gd name="connsiteX619" fmla="*/ 2144517 w 3708449"/>
              <a:gd name="connsiteY619" fmla="*/ 2644677 h 3514679"/>
              <a:gd name="connsiteX620" fmla="*/ 2080163 w 3708449"/>
              <a:gd name="connsiteY620" fmla="*/ 2644677 h 3514679"/>
              <a:gd name="connsiteX621" fmla="*/ 2095408 w 3708449"/>
              <a:gd name="connsiteY621" fmla="*/ 2660737 h 3514679"/>
              <a:gd name="connsiteX622" fmla="*/ 2080163 w 3708449"/>
              <a:gd name="connsiteY622" fmla="*/ 2676098 h 3514679"/>
              <a:gd name="connsiteX623" fmla="*/ 2064104 w 3708449"/>
              <a:gd name="connsiteY623" fmla="*/ 2660737 h 3514679"/>
              <a:gd name="connsiteX624" fmla="*/ 2080163 w 3708449"/>
              <a:gd name="connsiteY624" fmla="*/ 2644677 h 3514679"/>
              <a:gd name="connsiteX625" fmla="*/ 2014994 w 3708449"/>
              <a:gd name="connsiteY625" fmla="*/ 2644677 h 3514679"/>
              <a:gd name="connsiteX626" fmla="*/ 2031169 w 3708449"/>
              <a:gd name="connsiteY626" fmla="*/ 2660737 h 3514679"/>
              <a:gd name="connsiteX627" fmla="*/ 2014994 w 3708449"/>
              <a:gd name="connsiteY627" fmla="*/ 2676098 h 3514679"/>
              <a:gd name="connsiteX628" fmla="*/ 1998934 w 3708449"/>
              <a:gd name="connsiteY628" fmla="*/ 2660737 h 3514679"/>
              <a:gd name="connsiteX629" fmla="*/ 2014994 w 3708449"/>
              <a:gd name="connsiteY629" fmla="*/ 2644677 h 3514679"/>
              <a:gd name="connsiteX630" fmla="*/ 1950756 w 3708449"/>
              <a:gd name="connsiteY630" fmla="*/ 2644677 h 3514679"/>
              <a:gd name="connsiteX631" fmla="*/ 1966815 w 3708449"/>
              <a:gd name="connsiteY631" fmla="*/ 2660737 h 3514679"/>
              <a:gd name="connsiteX632" fmla="*/ 1950756 w 3708449"/>
              <a:gd name="connsiteY632" fmla="*/ 2676098 h 3514679"/>
              <a:gd name="connsiteX633" fmla="*/ 1934580 w 3708449"/>
              <a:gd name="connsiteY633" fmla="*/ 2660737 h 3514679"/>
              <a:gd name="connsiteX634" fmla="*/ 1950756 w 3708449"/>
              <a:gd name="connsiteY634" fmla="*/ 2644677 h 3514679"/>
              <a:gd name="connsiteX635" fmla="*/ 2789338 w 3708449"/>
              <a:gd name="connsiteY635" fmla="*/ 2580323 h 3514679"/>
              <a:gd name="connsiteX636" fmla="*/ 2805398 w 3708449"/>
              <a:gd name="connsiteY636" fmla="*/ 2595685 h 3514679"/>
              <a:gd name="connsiteX637" fmla="*/ 2789338 w 3708449"/>
              <a:gd name="connsiteY637" fmla="*/ 2611744 h 3514679"/>
              <a:gd name="connsiteX638" fmla="*/ 2773279 w 3708449"/>
              <a:gd name="connsiteY638" fmla="*/ 2595685 h 3514679"/>
              <a:gd name="connsiteX639" fmla="*/ 2789338 w 3708449"/>
              <a:gd name="connsiteY639" fmla="*/ 2580323 h 3514679"/>
              <a:gd name="connsiteX640" fmla="*/ 2724984 w 3708449"/>
              <a:gd name="connsiteY640" fmla="*/ 2580323 h 3514679"/>
              <a:gd name="connsiteX641" fmla="*/ 2741159 w 3708449"/>
              <a:gd name="connsiteY641" fmla="*/ 2595685 h 3514679"/>
              <a:gd name="connsiteX642" fmla="*/ 2724984 w 3708449"/>
              <a:gd name="connsiteY642" fmla="*/ 2611744 h 3514679"/>
              <a:gd name="connsiteX643" fmla="*/ 2708924 w 3708449"/>
              <a:gd name="connsiteY643" fmla="*/ 2595685 h 3514679"/>
              <a:gd name="connsiteX644" fmla="*/ 2724984 w 3708449"/>
              <a:gd name="connsiteY644" fmla="*/ 2580323 h 3514679"/>
              <a:gd name="connsiteX645" fmla="*/ 2660630 w 3708449"/>
              <a:gd name="connsiteY645" fmla="*/ 2580323 h 3514679"/>
              <a:gd name="connsiteX646" fmla="*/ 2675991 w 3708449"/>
              <a:gd name="connsiteY646" fmla="*/ 2595685 h 3514679"/>
              <a:gd name="connsiteX647" fmla="*/ 2660630 w 3708449"/>
              <a:gd name="connsiteY647" fmla="*/ 2611744 h 3514679"/>
              <a:gd name="connsiteX648" fmla="*/ 2644570 w 3708449"/>
              <a:gd name="connsiteY648" fmla="*/ 2595685 h 3514679"/>
              <a:gd name="connsiteX649" fmla="*/ 2660630 w 3708449"/>
              <a:gd name="connsiteY649" fmla="*/ 2580323 h 3514679"/>
              <a:gd name="connsiteX650" fmla="*/ 2595577 w 3708449"/>
              <a:gd name="connsiteY650" fmla="*/ 2580323 h 3514679"/>
              <a:gd name="connsiteX651" fmla="*/ 2611637 w 3708449"/>
              <a:gd name="connsiteY651" fmla="*/ 2595685 h 3514679"/>
              <a:gd name="connsiteX652" fmla="*/ 2595577 w 3708449"/>
              <a:gd name="connsiteY652" fmla="*/ 2611744 h 3514679"/>
              <a:gd name="connsiteX653" fmla="*/ 2579518 w 3708449"/>
              <a:gd name="connsiteY653" fmla="*/ 2595685 h 3514679"/>
              <a:gd name="connsiteX654" fmla="*/ 2595577 w 3708449"/>
              <a:gd name="connsiteY654" fmla="*/ 2580323 h 3514679"/>
              <a:gd name="connsiteX655" fmla="*/ 2531224 w 3708449"/>
              <a:gd name="connsiteY655" fmla="*/ 2580323 h 3514679"/>
              <a:gd name="connsiteX656" fmla="*/ 2547283 w 3708449"/>
              <a:gd name="connsiteY656" fmla="*/ 2595685 h 3514679"/>
              <a:gd name="connsiteX657" fmla="*/ 2531224 w 3708449"/>
              <a:gd name="connsiteY657" fmla="*/ 2611744 h 3514679"/>
              <a:gd name="connsiteX658" fmla="*/ 2515164 w 3708449"/>
              <a:gd name="connsiteY658" fmla="*/ 2595685 h 3514679"/>
              <a:gd name="connsiteX659" fmla="*/ 2531224 w 3708449"/>
              <a:gd name="connsiteY659" fmla="*/ 2580323 h 3514679"/>
              <a:gd name="connsiteX660" fmla="*/ 2466869 w 3708449"/>
              <a:gd name="connsiteY660" fmla="*/ 2580323 h 3514679"/>
              <a:gd name="connsiteX661" fmla="*/ 2483044 w 3708449"/>
              <a:gd name="connsiteY661" fmla="*/ 2595685 h 3514679"/>
              <a:gd name="connsiteX662" fmla="*/ 2466869 w 3708449"/>
              <a:gd name="connsiteY662" fmla="*/ 2611744 h 3514679"/>
              <a:gd name="connsiteX663" fmla="*/ 2450809 w 3708449"/>
              <a:gd name="connsiteY663" fmla="*/ 2595685 h 3514679"/>
              <a:gd name="connsiteX664" fmla="*/ 2466869 w 3708449"/>
              <a:gd name="connsiteY664" fmla="*/ 2580323 h 3514679"/>
              <a:gd name="connsiteX665" fmla="*/ 2402631 w 3708449"/>
              <a:gd name="connsiteY665" fmla="*/ 2580323 h 3514679"/>
              <a:gd name="connsiteX666" fmla="*/ 2418690 w 3708449"/>
              <a:gd name="connsiteY666" fmla="*/ 2595685 h 3514679"/>
              <a:gd name="connsiteX667" fmla="*/ 2402631 w 3708449"/>
              <a:gd name="connsiteY667" fmla="*/ 2611744 h 3514679"/>
              <a:gd name="connsiteX668" fmla="*/ 2386455 w 3708449"/>
              <a:gd name="connsiteY668" fmla="*/ 2595685 h 3514679"/>
              <a:gd name="connsiteX669" fmla="*/ 2402631 w 3708449"/>
              <a:gd name="connsiteY669" fmla="*/ 2580323 h 3514679"/>
              <a:gd name="connsiteX670" fmla="*/ 2337462 w 3708449"/>
              <a:gd name="connsiteY670" fmla="*/ 2580323 h 3514679"/>
              <a:gd name="connsiteX671" fmla="*/ 2353522 w 3708449"/>
              <a:gd name="connsiteY671" fmla="*/ 2595685 h 3514679"/>
              <a:gd name="connsiteX672" fmla="*/ 2337462 w 3708449"/>
              <a:gd name="connsiteY672" fmla="*/ 2611744 h 3514679"/>
              <a:gd name="connsiteX673" fmla="*/ 2322218 w 3708449"/>
              <a:gd name="connsiteY673" fmla="*/ 2595685 h 3514679"/>
              <a:gd name="connsiteX674" fmla="*/ 2337462 w 3708449"/>
              <a:gd name="connsiteY674" fmla="*/ 2580323 h 3514679"/>
              <a:gd name="connsiteX675" fmla="*/ 2273109 w 3708449"/>
              <a:gd name="connsiteY675" fmla="*/ 2580323 h 3514679"/>
              <a:gd name="connsiteX676" fmla="*/ 2289284 w 3708449"/>
              <a:gd name="connsiteY676" fmla="*/ 2595685 h 3514679"/>
              <a:gd name="connsiteX677" fmla="*/ 2273109 w 3708449"/>
              <a:gd name="connsiteY677" fmla="*/ 2611744 h 3514679"/>
              <a:gd name="connsiteX678" fmla="*/ 2257049 w 3708449"/>
              <a:gd name="connsiteY678" fmla="*/ 2595685 h 3514679"/>
              <a:gd name="connsiteX679" fmla="*/ 2273109 w 3708449"/>
              <a:gd name="connsiteY679" fmla="*/ 2580323 h 3514679"/>
              <a:gd name="connsiteX680" fmla="*/ 2208755 w 3708449"/>
              <a:gd name="connsiteY680" fmla="*/ 2580323 h 3514679"/>
              <a:gd name="connsiteX681" fmla="*/ 2224930 w 3708449"/>
              <a:gd name="connsiteY681" fmla="*/ 2595685 h 3514679"/>
              <a:gd name="connsiteX682" fmla="*/ 2208755 w 3708449"/>
              <a:gd name="connsiteY682" fmla="*/ 2611744 h 3514679"/>
              <a:gd name="connsiteX683" fmla="*/ 2192695 w 3708449"/>
              <a:gd name="connsiteY683" fmla="*/ 2595685 h 3514679"/>
              <a:gd name="connsiteX684" fmla="*/ 2208755 w 3708449"/>
              <a:gd name="connsiteY684" fmla="*/ 2580323 h 3514679"/>
              <a:gd name="connsiteX685" fmla="*/ 2144517 w 3708449"/>
              <a:gd name="connsiteY685" fmla="*/ 2580323 h 3514679"/>
              <a:gd name="connsiteX686" fmla="*/ 2160576 w 3708449"/>
              <a:gd name="connsiteY686" fmla="*/ 2595685 h 3514679"/>
              <a:gd name="connsiteX687" fmla="*/ 2144517 w 3708449"/>
              <a:gd name="connsiteY687" fmla="*/ 2611744 h 3514679"/>
              <a:gd name="connsiteX688" fmla="*/ 2128341 w 3708449"/>
              <a:gd name="connsiteY688" fmla="*/ 2595685 h 3514679"/>
              <a:gd name="connsiteX689" fmla="*/ 2144517 w 3708449"/>
              <a:gd name="connsiteY689" fmla="*/ 2580323 h 3514679"/>
              <a:gd name="connsiteX690" fmla="*/ 2080163 w 3708449"/>
              <a:gd name="connsiteY690" fmla="*/ 2580323 h 3514679"/>
              <a:gd name="connsiteX691" fmla="*/ 2095408 w 3708449"/>
              <a:gd name="connsiteY691" fmla="*/ 2595685 h 3514679"/>
              <a:gd name="connsiteX692" fmla="*/ 2080163 w 3708449"/>
              <a:gd name="connsiteY692" fmla="*/ 2611744 h 3514679"/>
              <a:gd name="connsiteX693" fmla="*/ 2064104 w 3708449"/>
              <a:gd name="connsiteY693" fmla="*/ 2595685 h 3514679"/>
              <a:gd name="connsiteX694" fmla="*/ 2080163 w 3708449"/>
              <a:gd name="connsiteY694" fmla="*/ 2580323 h 3514679"/>
              <a:gd name="connsiteX695" fmla="*/ 2014994 w 3708449"/>
              <a:gd name="connsiteY695" fmla="*/ 2580323 h 3514679"/>
              <a:gd name="connsiteX696" fmla="*/ 2031169 w 3708449"/>
              <a:gd name="connsiteY696" fmla="*/ 2595685 h 3514679"/>
              <a:gd name="connsiteX697" fmla="*/ 2014994 w 3708449"/>
              <a:gd name="connsiteY697" fmla="*/ 2611744 h 3514679"/>
              <a:gd name="connsiteX698" fmla="*/ 1998934 w 3708449"/>
              <a:gd name="connsiteY698" fmla="*/ 2595685 h 3514679"/>
              <a:gd name="connsiteX699" fmla="*/ 2014994 w 3708449"/>
              <a:gd name="connsiteY699" fmla="*/ 2580323 h 3514679"/>
              <a:gd name="connsiteX700" fmla="*/ 1950756 w 3708449"/>
              <a:gd name="connsiteY700" fmla="*/ 2580323 h 3514679"/>
              <a:gd name="connsiteX701" fmla="*/ 1966815 w 3708449"/>
              <a:gd name="connsiteY701" fmla="*/ 2595685 h 3514679"/>
              <a:gd name="connsiteX702" fmla="*/ 1950756 w 3708449"/>
              <a:gd name="connsiteY702" fmla="*/ 2611744 h 3514679"/>
              <a:gd name="connsiteX703" fmla="*/ 1934580 w 3708449"/>
              <a:gd name="connsiteY703" fmla="*/ 2595685 h 3514679"/>
              <a:gd name="connsiteX704" fmla="*/ 1950756 w 3708449"/>
              <a:gd name="connsiteY704" fmla="*/ 2580323 h 3514679"/>
              <a:gd name="connsiteX705" fmla="*/ 1886402 w 3708449"/>
              <a:gd name="connsiteY705" fmla="*/ 2580323 h 3514679"/>
              <a:gd name="connsiteX706" fmla="*/ 1902461 w 3708449"/>
              <a:gd name="connsiteY706" fmla="*/ 2595685 h 3514679"/>
              <a:gd name="connsiteX707" fmla="*/ 1886402 w 3708449"/>
              <a:gd name="connsiteY707" fmla="*/ 2611744 h 3514679"/>
              <a:gd name="connsiteX708" fmla="*/ 1870343 w 3708449"/>
              <a:gd name="connsiteY708" fmla="*/ 2595685 h 3514679"/>
              <a:gd name="connsiteX709" fmla="*/ 1886402 w 3708449"/>
              <a:gd name="connsiteY709" fmla="*/ 2580323 h 3514679"/>
              <a:gd name="connsiteX710" fmla="*/ 1822048 w 3708449"/>
              <a:gd name="connsiteY710" fmla="*/ 2580323 h 3514679"/>
              <a:gd name="connsiteX711" fmla="*/ 1838108 w 3708449"/>
              <a:gd name="connsiteY711" fmla="*/ 2595685 h 3514679"/>
              <a:gd name="connsiteX712" fmla="*/ 1822048 w 3708449"/>
              <a:gd name="connsiteY712" fmla="*/ 2611744 h 3514679"/>
              <a:gd name="connsiteX713" fmla="*/ 1805989 w 3708449"/>
              <a:gd name="connsiteY713" fmla="*/ 2595685 h 3514679"/>
              <a:gd name="connsiteX714" fmla="*/ 1822048 w 3708449"/>
              <a:gd name="connsiteY714" fmla="*/ 2580323 h 3514679"/>
              <a:gd name="connsiteX715" fmla="*/ 2918046 w 3708449"/>
              <a:gd name="connsiteY715" fmla="*/ 2515271 h 3514679"/>
              <a:gd name="connsiteX716" fmla="*/ 2934106 w 3708449"/>
              <a:gd name="connsiteY716" fmla="*/ 2531331 h 3514679"/>
              <a:gd name="connsiteX717" fmla="*/ 2918046 w 3708449"/>
              <a:gd name="connsiteY717" fmla="*/ 2547390 h 3514679"/>
              <a:gd name="connsiteX718" fmla="*/ 2902685 w 3708449"/>
              <a:gd name="connsiteY718" fmla="*/ 2531331 h 3514679"/>
              <a:gd name="connsiteX719" fmla="*/ 2918046 w 3708449"/>
              <a:gd name="connsiteY719" fmla="*/ 2515271 h 3514679"/>
              <a:gd name="connsiteX720" fmla="*/ 2853692 w 3708449"/>
              <a:gd name="connsiteY720" fmla="*/ 2515271 h 3514679"/>
              <a:gd name="connsiteX721" fmla="*/ 2869752 w 3708449"/>
              <a:gd name="connsiteY721" fmla="*/ 2531331 h 3514679"/>
              <a:gd name="connsiteX722" fmla="*/ 2853692 w 3708449"/>
              <a:gd name="connsiteY722" fmla="*/ 2547390 h 3514679"/>
              <a:gd name="connsiteX723" fmla="*/ 2837633 w 3708449"/>
              <a:gd name="connsiteY723" fmla="*/ 2531331 h 3514679"/>
              <a:gd name="connsiteX724" fmla="*/ 2853692 w 3708449"/>
              <a:gd name="connsiteY724" fmla="*/ 2515271 h 3514679"/>
              <a:gd name="connsiteX725" fmla="*/ 2789338 w 3708449"/>
              <a:gd name="connsiteY725" fmla="*/ 2515271 h 3514679"/>
              <a:gd name="connsiteX726" fmla="*/ 2805398 w 3708449"/>
              <a:gd name="connsiteY726" fmla="*/ 2531331 h 3514679"/>
              <a:gd name="connsiteX727" fmla="*/ 2789338 w 3708449"/>
              <a:gd name="connsiteY727" fmla="*/ 2547390 h 3514679"/>
              <a:gd name="connsiteX728" fmla="*/ 2773279 w 3708449"/>
              <a:gd name="connsiteY728" fmla="*/ 2531331 h 3514679"/>
              <a:gd name="connsiteX729" fmla="*/ 2789338 w 3708449"/>
              <a:gd name="connsiteY729" fmla="*/ 2515271 h 3514679"/>
              <a:gd name="connsiteX730" fmla="*/ 2724984 w 3708449"/>
              <a:gd name="connsiteY730" fmla="*/ 2515271 h 3514679"/>
              <a:gd name="connsiteX731" fmla="*/ 2741159 w 3708449"/>
              <a:gd name="connsiteY731" fmla="*/ 2531331 h 3514679"/>
              <a:gd name="connsiteX732" fmla="*/ 2724984 w 3708449"/>
              <a:gd name="connsiteY732" fmla="*/ 2547390 h 3514679"/>
              <a:gd name="connsiteX733" fmla="*/ 2708924 w 3708449"/>
              <a:gd name="connsiteY733" fmla="*/ 2531331 h 3514679"/>
              <a:gd name="connsiteX734" fmla="*/ 2724984 w 3708449"/>
              <a:gd name="connsiteY734" fmla="*/ 2515271 h 3514679"/>
              <a:gd name="connsiteX735" fmla="*/ 2659931 w 3708449"/>
              <a:gd name="connsiteY735" fmla="*/ 2515271 h 3514679"/>
              <a:gd name="connsiteX736" fmla="*/ 2675991 w 3708449"/>
              <a:gd name="connsiteY736" fmla="*/ 2531331 h 3514679"/>
              <a:gd name="connsiteX737" fmla="*/ 2659931 w 3708449"/>
              <a:gd name="connsiteY737" fmla="*/ 2547390 h 3514679"/>
              <a:gd name="connsiteX738" fmla="*/ 2644570 w 3708449"/>
              <a:gd name="connsiteY738" fmla="*/ 2531331 h 3514679"/>
              <a:gd name="connsiteX739" fmla="*/ 2659931 w 3708449"/>
              <a:gd name="connsiteY739" fmla="*/ 2515271 h 3514679"/>
              <a:gd name="connsiteX740" fmla="*/ 2595577 w 3708449"/>
              <a:gd name="connsiteY740" fmla="*/ 2515271 h 3514679"/>
              <a:gd name="connsiteX741" fmla="*/ 2611637 w 3708449"/>
              <a:gd name="connsiteY741" fmla="*/ 2531331 h 3514679"/>
              <a:gd name="connsiteX742" fmla="*/ 2595577 w 3708449"/>
              <a:gd name="connsiteY742" fmla="*/ 2547390 h 3514679"/>
              <a:gd name="connsiteX743" fmla="*/ 2579518 w 3708449"/>
              <a:gd name="connsiteY743" fmla="*/ 2531331 h 3514679"/>
              <a:gd name="connsiteX744" fmla="*/ 2595577 w 3708449"/>
              <a:gd name="connsiteY744" fmla="*/ 2515271 h 3514679"/>
              <a:gd name="connsiteX745" fmla="*/ 2531224 w 3708449"/>
              <a:gd name="connsiteY745" fmla="*/ 2515271 h 3514679"/>
              <a:gd name="connsiteX746" fmla="*/ 2547283 w 3708449"/>
              <a:gd name="connsiteY746" fmla="*/ 2531331 h 3514679"/>
              <a:gd name="connsiteX747" fmla="*/ 2531224 w 3708449"/>
              <a:gd name="connsiteY747" fmla="*/ 2547390 h 3514679"/>
              <a:gd name="connsiteX748" fmla="*/ 2515164 w 3708449"/>
              <a:gd name="connsiteY748" fmla="*/ 2531331 h 3514679"/>
              <a:gd name="connsiteX749" fmla="*/ 2531224 w 3708449"/>
              <a:gd name="connsiteY749" fmla="*/ 2515271 h 3514679"/>
              <a:gd name="connsiteX750" fmla="*/ 2466869 w 3708449"/>
              <a:gd name="connsiteY750" fmla="*/ 2515271 h 3514679"/>
              <a:gd name="connsiteX751" fmla="*/ 2483044 w 3708449"/>
              <a:gd name="connsiteY751" fmla="*/ 2531331 h 3514679"/>
              <a:gd name="connsiteX752" fmla="*/ 2466869 w 3708449"/>
              <a:gd name="connsiteY752" fmla="*/ 2547390 h 3514679"/>
              <a:gd name="connsiteX753" fmla="*/ 2450809 w 3708449"/>
              <a:gd name="connsiteY753" fmla="*/ 2531331 h 3514679"/>
              <a:gd name="connsiteX754" fmla="*/ 2466869 w 3708449"/>
              <a:gd name="connsiteY754" fmla="*/ 2515271 h 3514679"/>
              <a:gd name="connsiteX755" fmla="*/ 2402631 w 3708449"/>
              <a:gd name="connsiteY755" fmla="*/ 2515271 h 3514679"/>
              <a:gd name="connsiteX756" fmla="*/ 2418690 w 3708449"/>
              <a:gd name="connsiteY756" fmla="*/ 2531331 h 3514679"/>
              <a:gd name="connsiteX757" fmla="*/ 2402631 w 3708449"/>
              <a:gd name="connsiteY757" fmla="*/ 2547390 h 3514679"/>
              <a:gd name="connsiteX758" fmla="*/ 2386455 w 3708449"/>
              <a:gd name="connsiteY758" fmla="*/ 2531331 h 3514679"/>
              <a:gd name="connsiteX759" fmla="*/ 2402631 w 3708449"/>
              <a:gd name="connsiteY759" fmla="*/ 2515271 h 3514679"/>
              <a:gd name="connsiteX760" fmla="*/ 2337462 w 3708449"/>
              <a:gd name="connsiteY760" fmla="*/ 2515271 h 3514679"/>
              <a:gd name="connsiteX761" fmla="*/ 2353522 w 3708449"/>
              <a:gd name="connsiteY761" fmla="*/ 2531331 h 3514679"/>
              <a:gd name="connsiteX762" fmla="*/ 2337462 w 3708449"/>
              <a:gd name="connsiteY762" fmla="*/ 2547390 h 3514679"/>
              <a:gd name="connsiteX763" fmla="*/ 2322218 w 3708449"/>
              <a:gd name="connsiteY763" fmla="*/ 2531331 h 3514679"/>
              <a:gd name="connsiteX764" fmla="*/ 2337462 w 3708449"/>
              <a:gd name="connsiteY764" fmla="*/ 2515271 h 3514679"/>
              <a:gd name="connsiteX765" fmla="*/ 2273109 w 3708449"/>
              <a:gd name="connsiteY765" fmla="*/ 2515271 h 3514679"/>
              <a:gd name="connsiteX766" fmla="*/ 2289284 w 3708449"/>
              <a:gd name="connsiteY766" fmla="*/ 2531331 h 3514679"/>
              <a:gd name="connsiteX767" fmla="*/ 2273109 w 3708449"/>
              <a:gd name="connsiteY767" fmla="*/ 2547390 h 3514679"/>
              <a:gd name="connsiteX768" fmla="*/ 2257049 w 3708449"/>
              <a:gd name="connsiteY768" fmla="*/ 2531331 h 3514679"/>
              <a:gd name="connsiteX769" fmla="*/ 2273109 w 3708449"/>
              <a:gd name="connsiteY769" fmla="*/ 2515271 h 3514679"/>
              <a:gd name="connsiteX770" fmla="*/ 2208755 w 3708449"/>
              <a:gd name="connsiteY770" fmla="*/ 2515271 h 3514679"/>
              <a:gd name="connsiteX771" fmla="*/ 2224930 w 3708449"/>
              <a:gd name="connsiteY771" fmla="*/ 2531331 h 3514679"/>
              <a:gd name="connsiteX772" fmla="*/ 2208755 w 3708449"/>
              <a:gd name="connsiteY772" fmla="*/ 2547390 h 3514679"/>
              <a:gd name="connsiteX773" fmla="*/ 2192695 w 3708449"/>
              <a:gd name="connsiteY773" fmla="*/ 2531331 h 3514679"/>
              <a:gd name="connsiteX774" fmla="*/ 2208755 w 3708449"/>
              <a:gd name="connsiteY774" fmla="*/ 2515271 h 3514679"/>
              <a:gd name="connsiteX775" fmla="*/ 2144517 w 3708449"/>
              <a:gd name="connsiteY775" fmla="*/ 2515271 h 3514679"/>
              <a:gd name="connsiteX776" fmla="*/ 2160576 w 3708449"/>
              <a:gd name="connsiteY776" fmla="*/ 2531331 h 3514679"/>
              <a:gd name="connsiteX777" fmla="*/ 2144517 w 3708449"/>
              <a:gd name="connsiteY777" fmla="*/ 2547390 h 3514679"/>
              <a:gd name="connsiteX778" fmla="*/ 2128341 w 3708449"/>
              <a:gd name="connsiteY778" fmla="*/ 2531331 h 3514679"/>
              <a:gd name="connsiteX779" fmla="*/ 2144517 w 3708449"/>
              <a:gd name="connsiteY779" fmla="*/ 2515271 h 3514679"/>
              <a:gd name="connsiteX780" fmla="*/ 2080163 w 3708449"/>
              <a:gd name="connsiteY780" fmla="*/ 2515271 h 3514679"/>
              <a:gd name="connsiteX781" fmla="*/ 2095408 w 3708449"/>
              <a:gd name="connsiteY781" fmla="*/ 2531331 h 3514679"/>
              <a:gd name="connsiteX782" fmla="*/ 2080163 w 3708449"/>
              <a:gd name="connsiteY782" fmla="*/ 2547390 h 3514679"/>
              <a:gd name="connsiteX783" fmla="*/ 2064104 w 3708449"/>
              <a:gd name="connsiteY783" fmla="*/ 2531331 h 3514679"/>
              <a:gd name="connsiteX784" fmla="*/ 2080163 w 3708449"/>
              <a:gd name="connsiteY784" fmla="*/ 2515271 h 3514679"/>
              <a:gd name="connsiteX785" fmla="*/ 2014994 w 3708449"/>
              <a:gd name="connsiteY785" fmla="*/ 2515271 h 3514679"/>
              <a:gd name="connsiteX786" fmla="*/ 2031169 w 3708449"/>
              <a:gd name="connsiteY786" fmla="*/ 2531331 h 3514679"/>
              <a:gd name="connsiteX787" fmla="*/ 2014994 w 3708449"/>
              <a:gd name="connsiteY787" fmla="*/ 2547390 h 3514679"/>
              <a:gd name="connsiteX788" fmla="*/ 1998934 w 3708449"/>
              <a:gd name="connsiteY788" fmla="*/ 2531331 h 3514679"/>
              <a:gd name="connsiteX789" fmla="*/ 2014994 w 3708449"/>
              <a:gd name="connsiteY789" fmla="*/ 2515271 h 3514679"/>
              <a:gd name="connsiteX790" fmla="*/ 1950756 w 3708449"/>
              <a:gd name="connsiteY790" fmla="*/ 2515271 h 3514679"/>
              <a:gd name="connsiteX791" fmla="*/ 1966815 w 3708449"/>
              <a:gd name="connsiteY791" fmla="*/ 2531331 h 3514679"/>
              <a:gd name="connsiteX792" fmla="*/ 1950756 w 3708449"/>
              <a:gd name="connsiteY792" fmla="*/ 2547390 h 3514679"/>
              <a:gd name="connsiteX793" fmla="*/ 1934580 w 3708449"/>
              <a:gd name="connsiteY793" fmla="*/ 2531331 h 3514679"/>
              <a:gd name="connsiteX794" fmla="*/ 1950756 w 3708449"/>
              <a:gd name="connsiteY794" fmla="*/ 2515271 h 3514679"/>
              <a:gd name="connsiteX795" fmla="*/ 1886402 w 3708449"/>
              <a:gd name="connsiteY795" fmla="*/ 2515271 h 3514679"/>
              <a:gd name="connsiteX796" fmla="*/ 1902461 w 3708449"/>
              <a:gd name="connsiteY796" fmla="*/ 2531331 h 3514679"/>
              <a:gd name="connsiteX797" fmla="*/ 1886402 w 3708449"/>
              <a:gd name="connsiteY797" fmla="*/ 2547390 h 3514679"/>
              <a:gd name="connsiteX798" fmla="*/ 1870343 w 3708449"/>
              <a:gd name="connsiteY798" fmla="*/ 2531331 h 3514679"/>
              <a:gd name="connsiteX799" fmla="*/ 1886402 w 3708449"/>
              <a:gd name="connsiteY799" fmla="*/ 2515271 h 3514679"/>
              <a:gd name="connsiteX800" fmla="*/ 1822048 w 3708449"/>
              <a:gd name="connsiteY800" fmla="*/ 2515271 h 3514679"/>
              <a:gd name="connsiteX801" fmla="*/ 1838108 w 3708449"/>
              <a:gd name="connsiteY801" fmla="*/ 2531331 h 3514679"/>
              <a:gd name="connsiteX802" fmla="*/ 1822048 w 3708449"/>
              <a:gd name="connsiteY802" fmla="*/ 2547390 h 3514679"/>
              <a:gd name="connsiteX803" fmla="*/ 1805989 w 3708449"/>
              <a:gd name="connsiteY803" fmla="*/ 2531331 h 3514679"/>
              <a:gd name="connsiteX804" fmla="*/ 1822048 w 3708449"/>
              <a:gd name="connsiteY804" fmla="*/ 2515271 h 3514679"/>
              <a:gd name="connsiteX805" fmla="*/ 3111806 w 3708449"/>
              <a:gd name="connsiteY805" fmla="*/ 2450917 h 3514679"/>
              <a:gd name="connsiteX806" fmla="*/ 3127866 w 3708449"/>
              <a:gd name="connsiteY806" fmla="*/ 2466977 h 3514679"/>
              <a:gd name="connsiteX807" fmla="*/ 3111806 w 3708449"/>
              <a:gd name="connsiteY807" fmla="*/ 2483037 h 3514679"/>
              <a:gd name="connsiteX808" fmla="*/ 3095747 w 3708449"/>
              <a:gd name="connsiteY808" fmla="*/ 2466977 h 3514679"/>
              <a:gd name="connsiteX809" fmla="*/ 3111806 w 3708449"/>
              <a:gd name="connsiteY809" fmla="*/ 2450917 h 3514679"/>
              <a:gd name="connsiteX810" fmla="*/ 3047452 w 3708449"/>
              <a:gd name="connsiteY810" fmla="*/ 2450917 h 3514679"/>
              <a:gd name="connsiteX811" fmla="*/ 3063512 w 3708449"/>
              <a:gd name="connsiteY811" fmla="*/ 2466977 h 3514679"/>
              <a:gd name="connsiteX812" fmla="*/ 3047452 w 3708449"/>
              <a:gd name="connsiteY812" fmla="*/ 2483037 h 3514679"/>
              <a:gd name="connsiteX813" fmla="*/ 3031393 w 3708449"/>
              <a:gd name="connsiteY813" fmla="*/ 2466977 h 3514679"/>
              <a:gd name="connsiteX814" fmla="*/ 3047452 w 3708449"/>
              <a:gd name="connsiteY814" fmla="*/ 2450917 h 3514679"/>
              <a:gd name="connsiteX815" fmla="*/ 2983099 w 3708449"/>
              <a:gd name="connsiteY815" fmla="*/ 2450917 h 3514679"/>
              <a:gd name="connsiteX816" fmla="*/ 2999158 w 3708449"/>
              <a:gd name="connsiteY816" fmla="*/ 2466977 h 3514679"/>
              <a:gd name="connsiteX817" fmla="*/ 2983099 w 3708449"/>
              <a:gd name="connsiteY817" fmla="*/ 2483037 h 3514679"/>
              <a:gd name="connsiteX818" fmla="*/ 2967039 w 3708449"/>
              <a:gd name="connsiteY818" fmla="*/ 2466977 h 3514679"/>
              <a:gd name="connsiteX819" fmla="*/ 2983099 w 3708449"/>
              <a:gd name="connsiteY819" fmla="*/ 2450917 h 3514679"/>
              <a:gd name="connsiteX820" fmla="*/ 2918046 w 3708449"/>
              <a:gd name="connsiteY820" fmla="*/ 2450917 h 3514679"/>
              <a:gd name="connsiteX821" fmla="*/ 2934106 w 3708449"/>
              <a:gd name="connsiteY821" fmla="*/ 2466977 h 3514679"/>
              <a:gd name="connsiteX822" fmla="*/ 2918046 w 3708449"/>
              <a:gd name="connsiteY822" fmla="*/ 2483037 h 3514679"/>
              <a:gd name="connsiteX823" fmla="*/ 2902685 w 3708449"/>
              <a:gd name="connsiteY823" fmla="*/ 2466977 h 3514679"/>
              <a:gd name="connsiteX824" fmla="*/ 2918046 w 3708449"/>
              <a:gd name="connsiteY824" fmla="*/ 2450917 h 3514679"/>
              <a:gd name="connsiteX825" fmla="*/ 2853692 w 3708449"/>
              <a:gd name="connsiteY825" fmla="*/ 2450917 h 3514679"/>
              <a:gd name="connsiteX826" fmla="*/ 2869752 w 3708449"/>
              <a:gd name="connsiteY826" fmla="*/ 2466977 h 3514679"/>
              <a:gd name="connsiteX827" fmla="*/ 2853692 w 3708449"/>
              <a:gd name="connsiteY827" fmla="*/ 2483037 h 3514679"/>
              <a:gd name="connsiteX828" fmla="*/ 2837633 w 3708449"/>
              <a:gd name="connsiteY828" fmla="*/ 2466977 h 3514679"/>
              <a:gd name="connsiteX829" fmla="*/ 2853692 w 3708449"/>
              <a:gd name="connsiteY829" fmla="*/ 2450917 h 3514679"/>
              <a:gd name="connsiteX830" fmla="*/ 2789338 w 3708449"/>
              <a:gd name="connsiteY830" fmla="*/ 2450917 h 3514679"/>
              <a:gd name="connsiteX831" fmla="*/ 2805398 w 3708449"/>
              <a:gd name="connsiteY831" fmla="*/ 2466977 h 3514679"/>
              <a:gd name="connsiteX832" fmla="*/ 2789338 w 3708449"/>
              <a:gd name="connsiteY832" fmla="*/ 2483037 h 3514679"/>
              <a:gd name="connsiteX833" fmla="*/ 2773279 w 3708449"/>
              <a:gd name="connsiteY833" fmla="*/ 2466977 h 3514679"/>
              <a:gd name="connsiteX834" fmla="*/ 2789338 w 3708449"/>
              <a:gd name="connsiteY834" fmla="*/ 2450917 h 3514679"/>
              <a:gd name="connsiteX835" fmla="*/ 2724984 w 3708449"/>
              <a:gd name="connsiteY835" fmla="*/ 2450917 h 3514679"/>
              <a:gd name="connsiteX836" fmla="*/ 2741159 w 3708449"/>
              <a:gd name="connsiteY836" fmla="*/ 2466977 h 3514679"/>
              <a:gd name="connsiteX837" fmla="*/ 2724984 w 3708449"/>
              <a:gd name="connsiteY837" fmla="*/ 2483037 h 3514679"/>
              <a:gd name="connsiteX838" fmla="*/ 2708924 w 3708449"/>
              <a:gd name="connsiteY838" fmla="*/ 2466977 h 3514679"/>
              <a:gd name="connsiteX839" fmla="*/ 2724984 w 3708449"/>
              <a:gd name="connsiteY839" fmla="*/ 2450917 h 3514679"/>
              <a:gd name="connsiteX840" fmla="*/ 2659931 w 3708449"/>
              <a:gd name="connsiteY840" fmla="*/ 2450917 h 3514679"/>
              <a:gd name="connsiteX841" fmla="*/ 2675991 w 3708449"/>
              <a:gd name="connsiteY841" fmla="*/ 2466977 h 3514679"/>
              <a:gd name="connsiteX842" fmla="*/ 2659931 w 3708449"/>
              <a:gd name="connsiteY842" fmla="*/ 2483037 h 3514679"/>
              <a:gd name="connsiteX843" fmla="*/ 2644570 w 3708449"/>
              <a:gd name="connsiteY843" fmla="*/ 2466977 h 3514679"/>
              <a:gd name="connsiteX844" fmla="*/ 2659931 w 3708449"/>
              <a:gd name="connsiteY844" fmla="*/ 2450917 h 3514679"/>
              <a:gd name="connsiteX845" fmla="*/ 2595577 w 3708449"/>
              <a:gd name="connsiteY845" fmla="*/ 2450917 h 3514679"/>
              <a:gd name="connsiteX846" fmla="*/ 2611637 w 3708449"/>
              <a:gd name="connsiteY846" fmla="*/ 2466977 h 3514679"/>
              <a:gd name="connsiteX847" fmla="*/ 2595577 w 3708449"/>
              <a:gd name="connsiteY847" fmla="*/ 2483037 h 3514679"/>
              <a:gd name="connsiteX848" fmla="*/ 2579518 w 3708449"/>
              <a:gd name="connsiteY848" fmla="*/ 2466977 h 3514679"/>
              <a:gd name="connsiteX849" fmla="*/ 2595577 w 3708449"/>
              <a:gd name="connsiteY849" fmla="*/ 2450917 h 3514679"/>
              <a:gd name="connsiteX850" fmla="*/ 2531224 w 3708449"/>
              <a:gd name="connsiteY850" fmla="*/ 2450917 h 3514679"/>
              <a:gd name="connsiteX851" fmla="*/ 2547283 w 3708449"/>
              <a:gd name="connsiteY851" fmla="*/ 2466977 h 3514679"/>
              <a:gd name="connsiteX852" fmla="*/ 2531224 w 3708449"/>
              <a:gd name="connsiteY852" fmla="*/ 2483037 h 3514679"/>
              <a:gd name="connsiteX853" fmla="*/ 2515164 w 3708449"/>
              <a:gd name="connsiteY853" fmla="*/ 2466977 h 3514679"/>
              <a:gd name="connsiteX854" fmla="*/ 2531224 w 3708449"/>
              <a:gd name="connsiteY854" fmla="*/ 2450917 h 3514679"/>
              <a:gd name="connsiteX855" fmla="*/ 2466869 w 3708449"/>
              <a:gd name="connsiteY855" fmla="*/ 2450917 h 3514679"/>
              <a:gd name="connsiteX856" fmla="*/ 2483044 w 3708449"/>
              <a:gd name="connsiteY856" fmla="*/ 2466977 h 3514679"/>
              <a:gd name="connsiteX857" fmla="*/ 2466869 w 3708449"/>
              <a:gd name="connsiteY857" fmla="*/ 2483037 h 3514679"/>
              <a:gd name="connsiteX858" fmla="*/ 2450809 w 3708449"/>
              <a:gd name="connsiteY858" fmla="*/ 2466977 h 3514679"/>
              <a:gd name="connsiteX859" fmla="*/ 2466869 w 3708449"/>
              <a:gd name="connsiteY859" fmla="*/ 2450917 h 3514679"/>
              <a:gd name="connsiteX860" fmla="*/ 2402631 w 3708449"/>
              <a:gd name="connsiteY860" fmla="*/ 2450917 h 3514679"/>
              <a:gd name="connsiteX861" fmla="*/ 2418690 w 3708449"/>
              <a:gd name="connsiteY861" fmla="*/ 2466977 h 3514679"/>
              <a:gd name="connsiteX862" fmla="*/ 2402631 w 3708449"/>
              <a:gd name="connsiteY862" fmla="*/ 2483037 h 3514679"/>
              <a:gd name="connsiteX863" fmla="*/ 2386455 w 3708449"/>
              <a:gd name="connsiteY863" fmla="*/ 2466977 h 3514679"/>
              <a:gd name="connsiteX864" fmla="*/ 2402631 w 3708449"/>
              <a:gd name="connsiteY864" fmla="*/ 2450917 h 3514679"/>
              <a:gd name="connsiteX865" fmla="*/ 2337462 w 3708449"/>
              <a:gd name="connsiteY865" fmla="*/ 2450917 h 3514679"/>
              <a:gd name="connsiteX866" fmla="*/ 2353522 w 3708449"/>
              <a:gd name="connsiteY866" fmla="*/ 2466977 h 3514679"/>
              <a:gd name="connsiteX867" fmla="*/ 2337462 w 3708449"/>
              <a:gd name="connsiteY867" fmla="*/ 2483037 h 3514679"/>
              <a:gd name="connsiteX868" fmla="*/ 2322218 w 3708449"/>
              <a:gd name="connsiteY868" fmla="*/ 2466977 h 3514679"/>
              <a:gd name="connsiteX869" fmla="*/ 2337462 w 3708449"/>
              <a:gd name="connsiteY869" fmla="*/ 2450917 h 3514679"/>
              <a:gd name="connsiteX870" fmla="*/ 2273109 w 3708449"/>
              <a:gd name="connsiteY870" fmla="*/ 2450917 h 3514679"/>
              <a:gd name="connsiteX871" fmla="*/ 2289284 w 3708449"/>
              <a:gd name="connsiteY871" fmla="*/ 2466977 h 3514679"/>
              <a:gd name="connsiteX872" fmla="*/ 2273109 w 3708449"/>
              <a:gd name="connsiteY872" fmla="*/ 2483037 h 3514679"/>
              <a:gd name="connsiteX873" fmla="*/ 2257049 w 3708449"/>
              <a:gd name="connsiteY873" fmla="*/ 2466977 h 3514679"/>
              <a:gd name="connsiteX874" fmla="*/ 2273109 w 3708449"/>
              <a:gd name="connsiteY874" fmla="*/ 2450917 h 3514679"/>
              <a:gd name="connsiteX875" fmla="*/ 2208755 w 3708449"/>
              <a:gd name="connsiteY875" fmla="*/ 2450917 h 3514679"/>
              <a:gd name="connsiteX876" fmla="*/ 2224930 w 3708449"/>
              <a:gd name="connsiteY876" fmla="*/ 2466977 h 3514679"/>
              <a:gd name="connsiteX877" fmla="*/ 2208755 w 3708449"/>
              <a:gd name="connsiteY877" fmla="*/ 2483037 h 3514679"/>
              <a:gd name="connsiteX878" fmla="*/ 2192695 w 3708449"/>
              <a:gd name="connsiteY878" fmla="*/ 2466977 h 3514679"/>
              <a:gd name="connsiteX879" fmla="*/ 2208755 w 3708449"/>
              <a:gd name="connsiteY879" fmla="*/ 2450917 h 3514679"/>
              <a:gd name="connsiteX880" fmla="*/ 2144517 w 3708449"/>
              <a:gd name="connsiteY880" fmla="*/ 2450917 h 3514679"/>
              <a:gd name="connsiteX881" fmla="*/ 2160576 w 3708449"/>
              <a:gd name="connsiteY881" fmla="*/ 2466977 h 3514679"/>
              <a:gd name="connsiteX882" fmla="*/ 2144517 w 3708449"/>
              <a:gd name="connsiteY882" fmla="*/ 2483037 h 3514679"/>
              <a:gd name="connsiteX883" fmla="*/ 2128341 w 3708449"/>
              <a:gd name="connsiteY883" fmla="*/ 2466977 h 3514679"/>
              <a:gd name="connsiteX884" fmla="*/ 2144517 w 3708449"/>
              <a:gd name="connsiteY884" fmla="*/ 2450917 h 3514679"/>
              <a:gd name="connsiteX885" fmla="*/ 2080163 w 3708449"/>
              <a:gd name="connsiteY885" fmla="*/ 2450917 h 3514679"/>
              <a:gd name="connsiteX886" fmla="*/ 2095408 w 3708449"/>
              <a:gd name="connsiteY886" fmla="*/ 2466977 h 3514679"/>
              <a:gd name="connsiteX887" fmla="*/ 2080163 w 3708449"/>
              <a:gd name="connsiteY887" fmla="*/ 2483037 h 3514679"/>
              <a:gd name="connsiteX888" fmla="*/ 2064104 w 3708449"/>
              <a:gd name="connsiteY888" fmla="*/ 2466977 h 3514679"/>
              <a:gd name="connsiteX889" fmla="*/ 2080163 w 3708449"/>
              <a:gd name="connsiteY889" fmla="*/ 2450917 h 3514679"/>
              <a:gd name="connsiteX890" fmla="*/ 2014994 w 3708449"/>
              <a:gd name="connsiteY890" fmla="*/ 2450917 h 3514679"/>
              <a:gd name="connsiteX891" fmla="*/ 2031169 w 3708449"/>
              <a:gd name="connsiteY891" fmla="*/ 2466977 h 3514679"/>
              <a:gd name="connsiteX892" fmla="*/ 2014994 w 3708449"/>
              <a:gd name="connsiteY892" fmla="*/ 2483037 h 3514679"/>
              <a:gd name="connsiteX893" fmla="*/ 1998934 w 3708449"/>
              <a:gd name="connsiteY893" fmla="*/ 2466977 h 3514679"/>
              <a:gd name="connsiteX894" fmla="*/ 2014994 w 3708449"/>
              <a:gd name="connsiteY894" fmla="*/ 2450917 h 3514679"/>
              <a:gd name="connsiteX895" fmla="*/ 1950756 w 3708449"/>
              <a:gd name="connsiteY895" fmla="*/ 2450917 h 3514679"/>
              <a:gd name="connsiteX896" fmla="*/ 1966815 w 3708449"/>
              <a:gd name="connsiteY896" fmla="*/ 2466977 h 3514679"/>
              <a:gd name="connsiteX897" fmla="*/ 1950756 w 3708449"/>
              <a:gd name="connsiteY897" fmla="*/ 2483037 h 3514679"/>
              <a:gd name="connsiteX898" fmla="*/ 1934580 w 3708449"/>
              <a:gd name="connsiteY898" fmla="*/ 2466977 h 3514679"/>
              <a:gd name="connsiteX899" fmla="*/ 1950756 w 3708449"/>
              <a:gd name="connsiteY899" fmla="*/ 2450917 h 3514679"/>
              <a:gd name="connsiteX900" fmla="*/ 1886402 w 3708449"/>
              <a:gd name="connsiteY900" fmla="*/ 2450917 h 3514679"/>
              <a:gd name="connsiteX901" fmla="*/ 1902461 w 3708449"/>
              <a:gd name="connsiteY901" fmla="*/ 2466977 h 3514679"/>
              <a:gd name="connsiteX902" fmla="*/ 1886402 w 3708449"/>
              <a:gd name="connsiteY902" fmla="*/ 2483037 h 3514679"/>
              <a:gd name="connsiteX903" fmla="*/ 1870343 w 3708449"/>
              <a:gd name="connsiteY903" fmla="*/ 2466977 h 3514679"/>
              <a:gd name="connsiteX904" fmla="*/ 1886402 w 3708449"/>
              <a:gd name="connsiteY904" fmla="*/ 2450917 h 3514679"/>
              <a:gd name="connsiteX905" fmla="*/ 1822048 w 3708449"/>
              <a:gd name="connsiteY905" fmla="*/ 2450917 h 3514679"/>
              <a:gd name="connsiteX906" fmla="*/ 1838108 w 3708449"/>
              <a:gd name="connsiteY906" fmla="*/ 2466977 h 3514679"/>
              <a:gd name="connsiteX907" fmla="*/ 1822048 w 3708449"/>
              <a:gd name="connsiteY907" fmla="*/ 2483037 h 3514679"/>
              <a:gd name="connsiteX908" fmla="*/ 1805989 w 3708449"/>
              <a:gd name="connsiteY908" fmla="*/ 2466977 h 3514679"/>
              <a:gd name="connsiteX909" fmla="*/ 1822048 w 3708449"/>
              <a:gd name="connsiteY909" fmla="*/ 2450917 h 3514679"/>
              <a:gd name="connsiteX910" fmla="*/ 1756879 w 3708449"/>
              <a:gd name="connsiteY910" fmla="*/ 2450917 h 3514679"/>
              <a:gd name="connsiteX911" fmla="*/ 1773055 w 3708449"/>
              <a:gd name="connsiteY911" fmla="*/ 2466977 h 3514679"/>
              <a:gd name="connsiteX912" fmla="*/ 1756879 w 3708449"/>
              <a:gd name="connsiteY912" fmla="*/ 2483037 h 3514679"/>
              <a:gd name="connsiteX913" fmla="*/ 1741635 w 3708449"/>
              <a:gd name="connsiteY913" fmla="*/ 2466977 h 3514679"/>
              <a:gd name="connsiteX914" fmla="*/ 1756879 w 3708449"/>
              <a:gd name="connsiteY914" fmla="*/ 2450917 h 3514679"/>
              <a:gd name="connsiteX915" fmla="*/ 1692642 w 3708449"/>
              <a:gd name="connsiteY915" fmla="*/ 2450917 h 3514679"/>
              <a:gd name="connsiteX916" fmla="*/ 1708701 w 3708449"/>
              <a:gd name="connsiteY916" fmla="*/ 2466977 h 3514679"/>
              <a:gd name="connsiteX917" fmla="*/ 1692642 w 3708449"/>
              <a:gd name="connsiteY917" fmla="*/ 2483037 h 3514679"/>
              <a:gd name="connsiteX918" fmla="*/ 1676466 w 3708449"/>
              <a:gd name="connsiteY918" fmla="*/ 2466977 h 3514679"/>
              <a:gd name="connsiteX919" fmla="*/ 1692642 w 3708449"/>
              <a:gd name="connsiteY919" fmla="*/ 2450917 h 3514679"/>
              <a:gd name="connsiteX920" fmla="*/ 1628287 w 3708449"/>
              <a:gd name="connsiteY920" fmla="*/ 2450917 h 3514679"/>
              <a:gd name="connsiteX921" fmla="*/ 1644346 w 3708449"/>
              <a:gd name="connsiteY921" fmla="*/ 2466977 h 3514679"/>
              <a:gd name="connsiteX922" fmla="*/ 1628287 w 3708449"/>
              <a:gd name="connsiteY922" fmla="*/ 2483037 h 3514679"/>
              <a:gd name="connsiteX923" fmla="*/ 1612228 w 3708449"/>
              <a:gd name="connsiteY923" fmla="*/ 2466977 h 3514679"/>
              <a:gd name="connsiteX924" fmla="*/ 1628287 w 3708449"/>
              <a:gd name="connsiteY924" fmla="*/ 2450917 h 3514679"/>
              <a:gd name="connsiteX925" fmla="*/ 3176161 w 3708449"/>
              <a:gd name="connsiteY925" fmla="*/ 2386563 h 3514679"/>
              <a:gd name="connsiteX926" fmla="*/ 3192220 w 3708449"/>
              <a:gd name="connsiteY926" fmla="*/ 2402623 h 3514679"/>
              <a:gd name="connsiteX927" fmla="*/ 3176161 w 3708449"/>
              <a:gd name="connsiteY927" fmla="*/ 2418683 h 3514679"/>
              <a:gd name="connsiteX928" fmla="*/ 3160102 w 3708449"/>
              <a:gd name="connsiteY928" fmla="*/ 2402623 h 3514679"/>
              <a:gd name="connsiteX929" fmla="*/ 3176161 w 3708449"/>
              <a:gd name="connsiteY929" fmla="*/ 2386563 h 3514679"/>
              <a:gd name="connsiteX930" fmla="*/ 3111806 w 3708449"/>
              <a:gd name="connsiteY930" fmla="*/ 2386563 h 3514679"/>
              <a:gd name="connsiteX931" fmla="*/ 3127866 w 3708449"/>
              <a:gd name="connsiteY931" fmla="*/ 2402623 h 3514679"/>
              <a:gd name="connsiteX932" fmla="*/ 3111806 w 3708449"/>
              <a:gd name="connsiteY932" fmla="*/ 2418683 h 3514679"/>
              <a:gd name="connsiteX933" fmla="*/ 3095747 w 3708449"/>
              <a:gd name="connsiteY933" fmla="*/ 2402623 h 3514679"/>
              <a:gd name="connsiteX934" fmla="*/ 3111806 w 3708449"/>
              <a:gd name="connsiteY934" fmla="*/ 2386563 h 3514679"/>
              <a:gd name="connsiteX935" fmla="*/ 3047452 w 3708449"/>
              <a:gd name="connsiteY935" fmla="*/ 2386563 h 3514679"/>
              <a:gd name="connsiteX936" fmla="*/ 3063512 w 3708449"/>
              <a:gd name="connsiteY936" fmla="*/ 2402623 h 3514679"/>
              <a:gd name="connsiteX937" fmla="*/ 3047452 w 3708449"/>
              <a:gd name="connsiteY937" fmla="*/ 2418683 h 3514679"/>
              <a:gd name="connsiteX938" fmla="*/ 3031393 w 3708449"/>
              <a:gd name="connsiteY938" fmla="*/ 2402623 h 3514679"/>
              <a:gd name="connsiteX939" fmla="*/ 3047452 w 3708449"/>
              <a:gd name="connsiteY939" fmla="*/ 2386563 h 3514679"/>
              <a:gd name="connsiteX940" fmla="*/ 2983099 w 3708449"/>
              <a:gd name="connsiteY940" fmla="*/ 2386563 h 3514679"/>
              <a:gd name="connsiteX941" fmla="*/ 2999158 w 3708449"/>
              <a:gd name="connsiteY941" fmla="*/ 2402623 h 3514679"/>
              <a:gd name="connsiteX942" fmla="*/ 2983099 w 3708449"/>
              <a:gd name="connsiteY942" fmla="*/ 2418683 h 3514679"/>
              <a:gd name="connsiteX943" fmla="*/ 2967039 w 3708449"/>
              <a:gd name="connsiteY943" fmla="*/ 2402623 h 3514679"/>
              <a:gd name="connsiteX944" fmla="*/ 2983099 w 3708449"/>
              <a:gd name="connsiteY944" fmla="*/ 2386563 h 3514679"/>
              <a:gd name="connsiteX945" fmla="*/ 2918046 w 3708449"/>
              <a:gd name="connsiteY945" fmla="*/ 2386563 h 3514679"/>
              <a:gd name="connsiteX946" fmla="*/ 2934106 w 3708449"/>
              <a:gd name="connsiteY946" fmla="*/ 2402623 h 3514679"/>
              <a:gd name="connsiteX947" fmla="*/ 2918046 w 3708449"/>
              <a:gd name="connsiteY947" fmla="*/ 2418683 h 3514679"/>
              <a:gd name="connsiteX948" fmla="*/ 2902685 w 3708449"/>
              <a:gd name="connsiteY948" fmla="*/ 2402623 h 3514679"/>
              <a:gd name="connsiteX949" fmla="*/ 2918046 w 3708449"/>
              <a:gd name="connsiteY949" fmla="*/ 2386563 h 3514679"/>
              <a:gd name="connsiteX950" fmla="*/ 2853692 w 3708449"/>
              <a:gd name="connsiteY950" fmla="*/ 2386563 h 3514679"/>
              <a:gd name="connsiteX951" fmla="*/ 2869752 w 3708449"/>
              <a:gd name="connsiteY951" fmla="*/ 2402623 h 3514679"/>
              <a:gd name="connsiteX952" fmla="*/ 2853692 w 3708449"/>
              <a:gd name="connsiteY952" fmla="*/ 2418683 h 3514679"/>
              <a:gd name="connsiteX953" fmla="*/ 2837633 w 3708449"/>
              <a:gd name="connsiteY953" fmla="*/ 2402623 h 3514679"/>
              <a:gd name="connsiteX954" fmla="*/ 2853692 w 3708449"/>
              <a:gd name="connsiteY954" fmla="*/ 2386563 h 3514679"/>
              <a:gd name="connsiteX955" fmla="*/ 2789338 w 3708449"/>
              <a:gd name="connsiteY955" fmla="*/ 2386563 h 3514679"/>
              <a:gd name="connsiteX956" fmla="*/ 2805398 w 3708449"/>
              <a:gd name="connsiteY956" fmla="*/ 2402623 h 3514679"/>
              <a:gd name="connsiteX957" fmla="*/ 2789338 w 3708449"/>
              <a:gd name="connsiteY957" fmla="*/ 2418683 h 3514679"/>
              <a:gd name="connsiteX958" fmla="*/ 2773279 w 3708449"/>
              <a:gd name="connsiteY958" fmla="*/ 2402623 h 3514679"/>
              <a:gd name="connsiteX959" fmla="*/ 2789338 w 3708449"/>
              <a:gd name="connsiteY959" fmla="*/ 2386563 h 3514679"/>
              <a:gd name="connsiteX960" fmla="*/ 2724984 w 3708449"/>
              <a:gd name="connsiteY960" fmla="*/ 2386563 h 3514679"/>
              <a:gd name="connsiteX961" fmla="*/ 2741159 w 3708449"/>
              <a:gd name="connsiteY961" fmla="*/ 2402623 h 3514679"/>
              <a:gd name="connsiteX962" fmla="*/ 2724984 w 3708449"/>
              <a:gd name="connsiteY962" fmla="*/ 2418683 h 3514679"/>
              <a:gd name="connsiteX963" fmla="*/ 2708924 w 3708449"/>
              <a:gd name="connsiteY963" fmla="*/ 2402623 h 3514679"/>
              <a:gd name="connsiteX964" fmla="*/ 2724984 w 3708449"/>
              <a:gd name="connsiteY964" fmla="*/ 2386563 h 3514679"/>
              <a:gd name="connsiteX965" fmla="*/ 2660630 w 3708449"/>
              <a:gd name="connsiteY965" fmla="*/ 2386563 h 3514679"/>
              <a:gd name="connsiteX966" fmla="*/ 2675991 w 3708449"/>
              <a:gd name="connsiteY966" fmla="*/ 2402623 h 3514679"/>
              <a:gd name="connsiteX967" fmla="*/ 2660630 w 3708449"/>
              <a:gd name="connsiteY967" fmla="*/ 2418683 h 3514679"/>
              <a:gd name="connsiteX968" fmla="*/ 2644570 w 3708449"/>
              <a:gd name="connsiteY968" fmla="*/ 2402623 h 3514679"/>
              <a:gd name="connsiteX969" fmla="*/ 2660630 w 3708449"/>
              <a:gd name="connsiteY969" fmla="*/ 2386563 h 3514679"/>
              <a:gd name="connsiteX970" fmla="*/ 2595577 w 3708449"/>
              <a:gd name="connsiteY970" fmla="*/ 2386563 h 3514679"/>
              <a:gd name="connsiteX971" fmla="*/ 2611637 w 3708449"/>
              <a:gd name="connsiteY971" fmla="*/ 2402623 h 3514679"/>
              <a:gd name="connsiteX972" fmla="*/ 2595577 w 3708449"/>
              <a:gd name="connsiteY972" fmla="*/ 2418683 h 3514679"/>
              <a:gd name="connsiteX973" fmla="*/ 2579518 w 3708449"/>
              <a:gd name="connsiteY973" fmla="*/ 2402623 h 3514679"/>
              <a:gd name="connsiteX974" fmla="*/ 2595577 w 3708449"/>
              <a:gd name="connsiteY974" fmla="*/ 2386563 h 3514679"/>
              <a:gd name="connsiteX975" fmla="*/ 2531224 w 3708449"/>
              <a:gd name="connsiteY975" fmla="*/ 2386563 h 3514679"/>
              <a:gd name="connsiteX976" fmla="*/ 2547283 w 3708449"/>
              <a:gd name="connsiteY976" fmla="*/ 2402623 h 3514679"/>
              <a:gd name="connsiteX977" fmla="*/ 2531224 w 3708449"/>
              <a:gd name="connsiteY977" fmla="*/ 2418683 h 3514679"/>
              <a:gd name="connsiteX978" fmla="*/ 2515164 w 3708449"/>
              <a:gd name="connsiteY978" fmla="*/ 2402623 h 3514679"/>
              <a:gd name="connsiteX979" fmla="*/ 2531224 w 3708449"/>
              <a:gd name="connsiteY979" fmla="*/ 2386563 h 3514679"/>
              <a:gd name="connsiteX980" fmla="*/ 2466869 w 3708449"/>
              <a:gd name="connsiteY980" fmla="*/ 2386563 h 3514679"/>
              <a:gd name="connsiteX981" fmla="*/ 2483044 w 3708449"/>
              <a:gd name="connsiteY981" fmla="*/ 2402623 h 3514679"/>
              <a:gd name="connsiteX982" fmla="*/ 2466869 w 3708449"/>
              <a:gd name="connsiteY982" fmla="*/ 2418683 h 3514679"/>
              <a:gd name="connsiteX983" fmla="*/ 2450809 w 3708449"/>
              <a:gd name="connsiteY983" fmla="*/ 2402623 h 3514679"/>
              <a:gd name="connsiteX984" fmla="*/ 2466869 w 3708449"/>
              <a:gd name="connsiteY984" fmla="*/ 2386563 h 3514679"/>
              <a:gd name="connsiteX985" fmla="*/ 2402631 w 3708449"/>
              <a:gd name="connsiteY985" fmla="*/ 2386563 h 3514679"/>
              <a:gd name="connsiteX986" fmla="*/ 2418690 w 3708449"/>
              <a:gd name="connsiteY986" fmla="*/ 2402623 h 3514679"/>
              <a:gd name="connsiteX987" fmla="*/ 2402631 w 3708449"/>
              <a:gd name="connsiteY987" fmla="*/ 2418683 h 3514679"/>
              <a:gd name="connsiteX988" fmla="*/ 2386455 w 3708449"/>
              <a:gd name="connsiteY988" fmla="*/ 2402623 h 3514679"/>
              <a:gd name="connsiteX989" fmla="*/ 2402631 w 3708449"/>
              <a:gd name="connsiteY989" fmla="*/ 2386563 h 3514679"/>
              <a:gd name="connsiteX990" fmla="*/ 2337462 w 3708449"/>
              <a:gd name="connsiteY990" fmla="*/ 2386563 h 3514679"/>
              <a:gd name="connsiteX991" fmla="*/ 2353522 w 3708449"/>
              <a:gd name="connsiteY991" fmla="*/ 2402623 h 3514679"/>
              <a:gd name="connsiteX992" fmla="*/ 2337462 w 3708449"/>
              <a:gd name="connsiteY992" fmla="*/ 2418683 h 3514679"/>
              <a:gd name="connsiteX993" fmla="*/ 2322218 w 3708449"/>
              <a:gd name="connsiteY993" fmla="*/ 2402623 h 3514679"/>
              <a:gd name="connsiteX994" fmla="*/ 2337462 w 3708449"/>
              <a:gd name="connsiteY994" fmla="*/ 2386563 h 3514679"/>
              <a:gd name="connsiteX995" fmla="*/ 2273109 w 3708449"/>
              <a:gd name="connsiteY995" fmla="*/ 2386563 h 3514679"/>
              <a:gd name="connsiteX996" fmla="*/ 2289284 w 3708449"/>
              <a:gd name="connsiteY996" fmla="*/ 2402623 h 3514679"/>
              <a:gd name="connsiteX997" fmla="*/ 2273109 w 3708449"/>
              <a:gd name="connsiteY997" fmla="*/ 2418683 h 3514679"/>
              <a:gd name="connsiteX998" fmla="*/ 2257049 w 3708449"/>
              <a:gd name="connsiteY998" fmla="*/ 2402623 h 3514679"/>
              <a:gd name="connsiteX999" fmla="*/ 2273109 w 3708449"/>
              <a:gd name="connsiteY999" fmla="*/ 2386563 h 3514679"/>
              <a:gd name="connsiteX1000" fmla="*/ 2208755 w 3708449"/>
              <a:gd name="connsiteY1000" fmla="*/ 2386563 h 3514679"/>
              <a:gd name="connsiteX1001" fmla="*/ 2224930 w 3708449"/>
              <a:gd name="connsiteY1001" fmla="*/ 2402623 h 3514679"/>
              <a:gd name="connsiteX1002" fmla="*/ 2208755 w 3708449"/>
              <a:gd name="connsiteY1002" fmla="*/ 2418683 h 3514679"/>
              <a:gd name="connsiteX1003" fmla="*/ 2192695 w 3708449"/>
              <a:gd name="connsiteY1003" fmla="*/ 2402623 h 3514679"/>
              <a:gd name="connsiteX1004" fmla="*/ 2208755 w 3708449"/>
              <a:gd name="connsiteY1004" fmla="*/ 2386563 h 3514679"/>
              <a:gd name="connsiteX1005" fmla="*/ 2144517 w 3708449"/>
              <a:gd name="connsiteY1005" fmla="*/ 2386563 h 3514679"/>
              <a:gd name="connsiteX1006" fmla="*/ 2160576 w 3708449"/>
              <a:gd name="connsiteY1006" fmla="*/ 2402623 h 3514679"/>
              <a:gd name="connsiteX1007" fmla="*/ 2144517 w 3708449"/>
              <a:gd name="connsiteY1007" fmla="*/ 2418683 h 3514679"/>
              <a:gd name="connsiteX1008" fmla="*/ 2128341 w 3708449"/>
              <a:gd name="connsiteY1008" fmla="*/ 2402623 h 3514679"/>
              <a:gd name="connsiteX1009" fmla="*/ 2144517 w 3708449"/>
              <a:gd name="connsiteY1009" fmla="*/ 2386563 h 3514679"/>
              <a:gd name="connsiteX1010" fmla="*/ 2080163 w 3708449"/>
              <a:gd name="connsiteY1010" fmla="*/ 2386563 h 3514679"/>
              <a:gd name="connsiteX1011" fmla="*/ 2095408 w 3708449"/>
              <a:gd name="connsiteY1011" fmla="*/ 2402623 h 3514679"/>
              <a:gd name="connsiteX1012" fmla="*/ 2080163 w 3708449"/>
              <a:gd name="connsiteY1012" fmla="*/ 2418683 h 3514679"/>
              <a:gd name="connsiteX1013" fmla="*/ 2064104 w 3708449"/>
              <a:gd name="connsiteY1013" fmla="*/ 2402623 h 3514679"/>
              <a:gd name="connsiteX1014" fmla="*/ 2080163 w 3708449"/>
              <a:gd name="connsiteY1014" fmla="*/ 2386563 h 3514679"/>
              <a:gd name="connsiteX1015" fmla="*/ 2014994 w 3708449"/>
              <a:gd name="connsiteY1015" fmla="*/ 2386563 h 3514679"/>
              <a:gd name="connsiteX1016" fmla="*/ 2031169 w 3708449"/>
              <a:gd name="connsiteY1016" fmla="*/ 2402623 h 3514679"/>
              <a:gd name="connsiteX1017" fmla="*/ 2014994 w 3708449"/>
              <a:gd name="connsiteY1017" fmla="*/ 2418683 h 3514679"/>
              <a:gd name="connsiteX1018" fmla="*/ 1998934 w 3708449"/>
              <a:gd name="connsiteY1018" fmla="*/ 2402623 h 3514679"/>
              <a:gd name="connsiteX1019" fmla="*/ 2014994 w 3708449"/>
              <a:gd name="connsiteY1019" fmla="*/ 2386563 h 3514679"/>
              <a:gd name="connsiteX1020" fmla="*/ 1950756 w 3708449"/>
              <a:gd name="connsiteY1020" fmla="*/ 2386563 h 3514679"/>
              <a:gd name="connsiteX1021" fmla="*/ 1966815 w 3708449"/>
              <a:gd name="connsiteY1021" fmla="*/ 2402623 h 3514679"/>
              <a:gd name="connsiteX1022" fmla="*/ 1950756 w 3708449"/>
              <a:gd name="connsiteY1022" fmla="*/ 2418683 h 3514679"/>
              <a:gd name="connsiteX1023" fmla="*/ 1934580 w 3708449"/>
              <a:gd name="connsiteY1023" fmla="*/ 2402623 h 3514679"/>
              <a:gd name="connsiteX1024" fmla="*/ 1950756 w 3708449"/>
              <a:gd name="connsiteY1024" fmla="*/ 2386563 h 3514679"/>
              <a:gd name="connsiteX1025" fmla="*/ 1886402 w 3708449"/>
              <a:gd name="connsiteY1025" fmla="*/ 2386563 h 3514679"/>
              <a:gd name="connsiteX1026" fmla="*/ 1902461 w 3708449"/>
              <a:gd name="connsiteY1026" fmla="*/ 2402623 h 3514679"/>
              <a:gd name="connsiteX1027" fmla="*/ 1886402 w 3708449"/>
              <a:gd name="connsiteY1027" fmla="*/ 2418683 h 3514679"/>
              <a:gd name="connsiteX1028" fmla="*/ 1870343 w 3708449"/>
              <a:gd name="connsiteY1028" fmla="*/ 2402623 h 3514679"/>
              <a:gd name="connsiteX1029" fmla="*/ 1886402 w 3708449"/>
              <a:gd name="connsiteY1029" fmla="*/ 2386563 h 3514679"/>
              <a:gd name="connsiteX1030" fmla="*/ 1822048 w 3708449"/>
              <a:gd name="connsiteY1030" fmla="*/ 2386563 h 3514679"/>
              <a:gd name="connsiteX1031" fmla="*/ 1838108 w 3708449"/>
              <a:gd name="connsiteY1031" fmla="*/ 2402623 h 3514679"/>
              <a:gd name="connsiteX1032" fmla="*/ 1822048 w 3708449"/>
              <a:gd name="connsiteY1032" fmla="*/ 2418683 h 3514679"/>
              <a:gd name="connsiteX1033" fmla="*/ 1805989 w 3708449"/>
              <a:gd name="connsiteY1033" fmla="*/ 2402623 h 3514679"/>
              <a:gd name="connsiteX1034" fmla="*/ 1822048 w 3708449"/>
              <a:gd name="connsiteY1034" fmla="*/ 2386563 h 3514679"/>
              <a:gd name="connsiteX1035" fmla="*/ 1756879 w 3708449"/>
              <a:gd name="connsiteY1035" fmla="*/ 2386563 h 3514679"/>
              <a:gd name="connsiteX1036" fmla="*/ 1773055 w 3708449"/>
              <a:gd name="connsiteY1036" fmla="*/ 2402623 h 3514679"/>
              <a:gd name="connsiteX1037" fmla="*/ 1756879 w 3708449"/>
              <a:gd name="connsiteY1037" fmla="*/ 2418683 h 3514679"/>
              <a:gd name="connsiteX1038" fmla="*/ 1741635 w 3708449"/>
              <a:gd name="connsiteY1038" fmla="*/ 2402623 h 3514679"/>
              <a:gd name="connsiteX1039" fmla="*/ 1756879 w 3708449"/>
              <a:gd name="connsiteY1039" fmla="*/ 2386563 h 3514679"/>
              <a:gd name="connsiteX1040" fmla="*/ 1692642 w 3708449"/>
              <a:gd name="connsiteY1040" fmla="*/ 2386563 h 3514679"/>
              <a:gd name="connsiteX1041" fmla="*/ 1708701 w 3708449"/>
              <a:gd name="connsiteY1041" fmla="*/ 2402623 h 3514679"/>
              <a:gd name="connsiteX1042" fmla="*/ 1692642 w 3708449"/>
              <a:gd name="connsiteY1042" fmla="*/ 2418683 h 3514679"/>
              <a:gd name="connsiteX1043" fmla="*/ 1676466 w 3708449"/>
              <a:gd name="connsiteY1043" fmla="*/ 2402623 h 3514679"/>
              <a:gd name="connsiteX1044" fmla="*/ 1692642 w 3708449"/>
              <a:gd name="connsiteY1044" fmla="*/ 2386563 h 3514679"/>
              <a:gd name="connsiteX1045" fmla="*/ 1628287 w 3708449"/>
              <a:gd name="connsiteY1045" fmla="*/ 2386563 h 3514679"/>
              <a:gd name="connsiteX1046" fmla="*/ 1644346 w 3708449"/>
              <a:gd name="connsiteY1046" fmla="*/ 2402623 h 3514679"/>
              <a:gd name="connsiteX1047" fmla="*/ 1628287 w 3708449"/>
              <a:gd name="connsiteY1047" fmla="*/ 2418683 h 3514679"/>
              <a:gd name="connsiteX1048" fmla="*/ 1612228 w 3708449"/>
              <a:gd name="connsiteY1048" fmla="*/ 2402623 h 3514679"/>
              <a:gd name="connsiteX1049" fmla="*/ 1628287 w 3708449"/>
              <a:gd name="connsiteY1049" fmla="*/ 2386563 h 3514679"/>
              <a:gd name="connsiteX1050" fmla="*/ 3176161 w 3708449"/>
              <a:gd name="connsiteY1050" fmla="*/ 2322209 h 3514679"/>
              <a:gd name="connsiteX1051" fmla="*/ 3192220 w 3708449"/>
              <a:gd name="connsiteY1051" fmla="*/ 2337571 h 3514679"/>
              <a:gd name="connsiteX1052" fmla="*/ 3176161 w 3708449"/>
              <a:gd name="connsiteY1052" fmla="*/ 2353630 h 3514679"/>
              <a:gd name="connsiteX1053" fmla="*/ 3160102 w 3708449"/>
              <a:gd name="connsiteY1053" fmla="*/ 2337571 h 3514679"/>
              <a:gd name="connsiteX1054" fmla="*/ 3176161 w 3708449"/>
              <a:gd name="connsiteY1054" fmla="*/ 2322209 h 3514679"/>
              <a:gd name="connsiteX1055" fmla="*/ 3111806 w 3708449"/>
              <a:gd name="connsiteY1055" fmla="*/ 2322209 h 3514679"/>
              <a:gd name="connsiteX1056" fmla="*/ 3127866 w 3708449"/>
              <a:gd name="connsiteY1056" fmla="*/ 2337571 h 3514679"/>
              <a:gd name="connsiteX1057" fmla="*/ 3111806 w 3708449"/>
              <a:gd name="connsiteY1057" fmla="*/ 2353630 h 3514679"/>
              <a:gd name="connsiteX1058" fmla="*/ 3095747 w 3708449"/>
              <a:gd name="connsiteY1058" fmla="*/ 2337571 h 3514679"/>
              <a:gd name="connsiteX1059" fmla="*/ 3111806 w 3708449"/>
              <a:gd name="connsiteY1059" fmla="*/ 2322209 h 3514679"/>
              <a:gd name="connsiteX1060" fmla="*/ 3047452 w 3708449"/>
              <a:gd name="connsiteY1060" fmla="*/ 2322209 h 3514679"/>
              <a:gd name="connsiteX1061" fmla="*/ 3063512 w 3708449"/>
              <a:gd name="connsiteY1061" fmla="*/ 2337571 h 3514679"/>
              <a:gd name="connsiteX1062" fmla="*/ 3047452 w 3708449"/>
              <a:gd name="connsiteY1062" fmla="*/ 2353630 h 3514679"/>
              <a:gd name="connsiteX1063" fmla="*/ 3031393 w 3708449"/>
              <a:gd name="connsiteY1063" fmla="*/ 2337571 h 3514679"/>
              <a:gd name="connsiteX1064" fmla="*/ 3047452 w 3708449"/>
              <a:gd name="connsiteY1064" fmla="*/ 2322209 h 3514679"/>
              <a:gd name="connsiteX1065" fmla="*/ 2983099 w 3708449"/>
              <a:gd name="connsiteY1065" fmla="*/ 2322209 h 3514679"/>
              <a:gd name="connsiteX1066" fmla="*/ 2999158 w 3708449"/>
              <a:gd name="connsiteY1066" fmla="*/ 2337571 h 3514679"/>
              <a:gd name="connsiteX1067" fmla="*/ 2983099 w 3708449"/>
              <a:gd name="connsiteY1067" fmla="*/ 2353630 h 3514679"/>
              <a:gd name="connsiteX1068" fmla="*/ 2967039 w 3708449"/>
              <a:gd name="connsiteY1068" fmla="*/ 2337571 h 3514679"/>
              <a:gd name="connsiteX1069" fmla="*/ 2983099 w 3708449"/>
              <a:gd name="connsiteY1069" fmla="*/ 2322209 h 3514679"/>
              <a:gd name="connsiteX1070" fmla="*/ 2918046 w 3708449"/>
              <a:gd name="connsiteY1070" fmla="*/ 2322209 h 3514679"/>
              <a:gd name="connsiteX1071" fmla="*/ 2934106 w 3708449"/>
              <a:gd name="connsiteY1071" fmla="*/ 2337571 h 3514679"/>
              <a:gd name="connsiteX1072" fmla="*/ 2918046 w 3708449"/>
              <a:gd name="connsiteY1072" fmla="*/ 2353630 h 3514679"/>
              <a:gd name="connsiteX1073" fmla="*/ 2902685 w 3708449"/>
              <a:gd name="connsiteY1073" fmla="*/ 2337571 h 3514679"/>
              <a:gd name="connsiteX1074" fmla="*/ 2918046 w 3708449"/>
              <a:gd name="connsiteY1074" fmla="*/ 2322209 h 3514679"/>
              <a:gd name="connsiteX1075" fmla="*/ 2853692 w 3708449"/>
              <a:gd name="connsiteY1075" fmla="*/ 2322209 h 3514679"/>
              <a:gd name="connsiteX1076" fmla="*/ 2869752 w 3708449"/>
              <a:gd name="connsiteY1076" fmla="*/ 2338269 h 3514679"/>
              <a:gd name="connsiteX1077" fmla="*/ 2853692 w 3708449"/>
              <a:gd name="connsiteY1077" fmla="*/ 2353630 h 3514679"/>
              <a:gd name="connsiteX1078" fmla="*/ 2837633 w 3708449"/>
              <a:gd name="connsiteY1078" fmla="*/ 2338269 h 3514679"/>
              <a:gd name="connsiteX1079" fmla="*/ 2853692 w 3708449"/>
              <a:gd name="connsiteY1079" fmla="*/ 2322209 h 3514679"/>
              <a:gd name="connsiteX1080" fmla="*/ 2789338 w 3708449"/>
              <a:gd name="connsiteY1080" fmla="*/ 2322209 h 3514679"/>
              <a:gd name="connsiteX1081" fmla="*/ 2805398 w 3708449"/>
              <a:gd name="connsiteY1081" fmla="*/ 2337571 h 3514679"/>
              <a:gd name="connsiteX1082" fmla="*/ 2789338 w 3708449"/>
              <a:gd name="connsiteY1082" fmla="*/ 2353630 h 3514679"/>
              <a:gd name="connsiteX1083" fmla="*/ 2773279 w 3708449"/>
              <a:gd name="connsiteY1083" fmla="*/ 2337571 h 3514679"/>
              <a:gd name="connsiteX1084" fmla="*/ 2789338 w 3708449"/>
              <a:gd name="connsiteY1084" fmla="*/ 2322209 h 3514679"/>
              <a:gd name="connsiteX1085" fmla="*/ 2724984 w 3708449"/>
              <a:gd name="connsiteY1085" fmla="*/ 2322209 h 3514679"/>
              <a:gd name="connsiteX1086" fmla="*/ 2741159 w 3708449"/>
              <a:gd name="connsiteY1086" fmla="*/ 2338269 h 3514679"/>
              <a:gd name="connsiteX1087" fmla="*/ 2724984 w 3708449"/>
              <a:gd name="connsiteY1087" fmla="*/ 2353630 h 3514679"/>
              <a:gd name="connsiteX1088" fmla="*/ 2708924 w 3708449"/>
              <a:gd name="connsiteY1088" fmla="*/ 2338269 h 3514679"/>
              <a:gd name="connsiteX1089" fmla="*/ 2724984 w 3708449"/>
              <a:gd name="connsiteY1089" fmla="*/ 2322209 h 3514679"/>
              <a:gd name="connsiteX1090" fmla="*/ 2659931 w 3708449"/>
              <a:gd name="connsiteY1090" fmla="*/ 2322209 h 3514679"/>
              <a:gd name="connsiteX1091" fmla="*/ 2675991 w 3708449"/>
              <a:gd name="connsiteY1091" fmla="*/ 2338269 h 3514679"/>
              <a:gd name="connsiteX1092" fmla="*/ 2659931 w 3708449"/>
              <a:gd name="connsiteY1092" fmla="*/ 2353630 h 3514679"/>
              <a:gd name="connsiteX1093" fmla="*/ 2644570 w 3708449"/>
              <a:gd name="connsiteY1093" fmla="*/ 2338269 h 3514679"/>
              <a:gd name="connsiteX1094" fmla="*/ 2659931 w 3708449"/>
              <a:gd name="connsiteY1094" fmla="*/ 2322209 h 3514679"/>
              <a:gd name="connsiteX1095" fmla="*/ 2595577 w 3708449"/>
              <a:gd name="connsiteY1095" fmla="*/ 2322209 h 3514679"/>
              <a:gd name="connsiteX1096" fmla="*/ 2611637 w 3708449"/>
              <a:gd name="connsiteY1096" fmla="*/ 2337571 h 3514679"/>
              <a:gd name="connsiteX1097" fmla="*/ 2595577 w 3708449"/>
              <a:gd name="connsiteY1097" fmla="*/ 2353630 h 3514679"/>
              <a:gd name="connsiteX1098" fmla="*/ 2579518 w 3708449"/>
              <a:gd name="connsiteY1098" fmla="*/ 2337571 h 3514679"/>
              <a:gd name="connsiteX1099" fmla="*/ 2595577 w 3708449"/>
              <a:gd name="connsiteY1099" fmla="*/ 2322209 h 3514679"/>
              <a:gd name="connsiteX1100" fmla="*/ 2531224 w 3708449"/>
              <a:gd name="connsiteY1100" fmla="*/ 2322209 h 3514679"/>
              <a:gd name="connsiteX1101" fmla="*/ 2547283 w 3708449"/>
              <a:gd name="connsiteY1101" fmla="*/ 2337571 h 3514679"/>
              <a:gd name="connsiteX1102" fmla="*/ 2531224 w 3708449"/>
              <a:gd name="connsiteY1102" fmla="*/ 2353630 h 3514679"/>
              <a:gd name="connsiteX1103" fmla="*/ 2515164 w 3708449"/>
              <a:gd name="connsiteY1103" fmla="*/ 2337571 h 3514679"/>
              <a:gd name="connsiteX1104" fmla="*/ 2531224 w 3708449"/>
              <a:gd name="connsiteY1104" fmla="*/ 2322209 h 3514679"/>
              <a:gd name="connsiteX1105" fmla="*/ 2466869 w 3708449"/>
              <a:gd name="connsiteY1105" fmla="*/ 2322209 h 3514679"/>
              <a:gd name="connsiteX1106" fmla="*/ 2483044 w 3708449"/>
              <a:gd name="connsiteY1106" fmla="*/ 2337571 h 3514679"/>
              <a:gd name="connsiteX1107" fmla="*/ 2466869 w 3708449"/>
              <a:gd name="connsiteY1107" fmla="*/ 2353630 h 3514679"/>
              <a:gd name="connsiteX1108" fmla="*/ 2450809 w 3708449"/>
              <a:gd name="connsiteY1108" fmla="*/ 2337571 h 3514679"/>
              <a:gd name="connsiteX1109" fmla="*/ 2466869 w 3708449"/>
              <a:gd name="connsiteY1109" fmla="*/ 2322209 h 3514679"/>
              <a:gd name="connsiteX1110" fmla="*/ 2402631 w 3708449"/>
              <a:gd name="connsiteY1110" fmla="*/ 2322209 h 3514679"/>
              <a:gd name="connsiteX1111" fmla="*/ 2418690 w 3708449"/>
              <a:gd name="connsiteY1111" fmla="*/ 2337571 h 3514679"/>
              <a:gd name="connsiteX1112" fmla="*/ 2402631 w 3708449"/>
              <a:gd name="connsiteY1112" fmla="*/ 2353630 h 3514679"/>
              <a:gd name="connsiteX1113" fmla="*/ 2386455 w 3708449"/>
              <a:gd name="connsiteY1113" fmla="*/ 2337571 h 3514679"/>
              <a:gd name="connsiteX1114" fmla="*/ 2402631 w 3708449"/>
              <a:gd name="connsiteY1114" fmla="*/ 2322209 h 3514679"/>
              <a:gd name="connsiteX1115" fmla="*/ 2337462 w 3708449"/>
              <a:gd name="connsiteY1115" fmla="*/ 2322209 h 3514679"/>
              <a:gd name="connsiteX1116" fmla="*/ 2353522 w 3708449"/>
              <a:gd name="connsiteY1116" fmla="*/ 2337571 h 3514679"/>
              <a:gd name="connsiteX1117" fmla="*/ 2337462 w 3708449"/>
              <a:gd name="connsiteY1117" fmla="*/ 2353630 h 3514679"/>
              <a:gd name="connsiteX1118" fmla="*/ 2322218 w 3708449"/>
              <a:gd name="connsiteY1118" fmla="*/ 2337571 h 3514679"/>
              <a:gd name="connsiteX1119" fmla="*/ 2337462 w 3708449"/>
              <a:gd name="connsiteY1119" fmla="*/ 2322209 h 3514679"/>
              <a:gd name="connsiteX1120" fmla="*/ 2273109 w 3708449"/>
              <a:gd name="connsiteY1120" fmla="*/ 2322209 h 3514679"/>
              <a:gd name="connsiteX1121" fmla="*/ 2289284 w 3708449"/>
              <a:gd name="connsiteY1121" fmla="*/ 2337571 h 3514679"/>
              <a:gd name="connsiteX1122" fmla="*/ 2273109 w 3708449"/>
              <a:gd name="connsiteY1122" fmla="*/ 2353630 h 3514679"/>
              <a:gd name="connsiteX1123" fmla="*/ 2257049 w 3708449"/>
              <a:gd name="connsiteY1123" fmla="*/ 2337571 h 3514679"/>
              <a:gd name="connsiteX1124" fmla="*/ 2273109 w 3708449"/>
              <a:gd name="connsiteY1124" fmla="*/ 2322209 h 3514679"/>
              <a:gd name="connsiteX1125" fmla="*/ 2208755 w 3708449"/>
              <a:gd name="connsiteY1125" fmla="*/ 2322209 h 3514679"/>
              <a:gd name="connsiteX1126" fmla="*/ 2224930 w 3708449"/>
              <a:gd name="connsiteY1126" fmla="*/ 2337571 h 3514679"/>
              <a:gd name="connsiteX1127" fmla="*/ 2208755 w 3708449"/>
              <a:gd name="connsiteY1127" fmla="*/ 2353630 h 3514679"/>
              <a:gd name="connsiteX1128" fmla="*/ 2192695 w 3708449"/>
              <a:gd name="connsiteY1128" fmla="*/ 2337571 h 3514679"/>
              <a:gd name="connsiteX1129" fmla="*/ 2208755 w 3708449"/>
              <a:gd name="connsiteY1129" fmla="*/ 2322209 h 3514679"/>
              <a:gd name="connsiteX1130" fmla="*/ 2144517 w 3708449"/>
              <a:gd name="connsiteY1130" fmla="*/ 2322209 h 3514679"/>
              <a:gd name="connsiteX1131" fmla="*/ 2160576 w 3708449"/>
              <a:gd name="connsiteY1131" fmla="*/ 2337571 h 3514679"/>
              <a:gd name="connsiteX1132" fmla="*/ 2144517 w 3708449"/>
              <a:gd name="connsiteY1132" fmla="*/ 2353630 h 3514679"/>
              <a:gd name="connsiteX1133" fmla="*/ 2128341 w 3708449"/>
              <a:gd name="connsiteY1133" fmla="*/ 2337571 h 3514679"/>
              <a:gd name="connsiteX1134" fmla="*/ 2144517 w 3708449"/>
              <a:gd name="connsiteY1134" fmla="*/ 2322209 h 3514679"/>
              <a:gd name="connsiteX1135" fmla="*/ 2080163 w 3708449"/>
              <a:gd name="connsiteY1135" fmla="*/ 2322209 h 3514679"/>
              <a:gd name="connsiteX1136" fmla="*/ 2095408 w 3708449"/>
              <a:gd name="connsiteY1136" fmla="*/ 2337571 h 3514679"/>
              <a:gd name="connsiteX1137" fmla="*/ 2080163 w 3708449"/>
              <a:gd name="connsiteY1137" fmla="*/ 2353630 h 3514679"/>
              <a:gd name="connsiteX1138" fmla="*/ 2064104 w 3708449"/>
              <a:gd name="connsiteY1138" fmla="*/ 2337571 h 3514679"/>
              <a:gd name="connsiteX1139" fmla="*/ 2080163 w 3708449"/>
              <a:gd name="connsiteY1139" fmla="*/ 2322209 h 3514679"/>
              <a:gd name="connsiteX1140" fmla="*/ 2014994 w 3708449"/>
              <a:gd name="connsiteY1140" fmla="*/ 2322209 h 3514679"/>
              <a:gd name="connsiteX1141" fmla="*/ 2031169 w 3708449"/>
              <a:gd name="connsiteY1141" fmla="*/ 2337571 h 3514679"/>
              <a:gd name="connsiteX1142" fmla="*/ 2014994 w 3708449"/>
              <a:gd name="connsiteY1142" fmla="*/ 2353630 h 3514679"/>
              <a:gd name="connsiteX1143" fmla="*/ 1998934 w 3708449"/>
              <a:gd name="connsiteY1143" fmla="*/ 2337571 h 3514679"/>
              <a:gd name="connsiteX1144" fmla="*/ 2014994 w 3708449"/>
              <a:gd name="connsiteY1144" fmla="*/ 2322209 h 3514679"/>
              <a:gd name="connsiteX1145" fmla="*/ 1950756 w 3708449"/>
              <a:gd name="connsiteY1145" fmla="*/ 2322209 h 3514679"/>
              <a:gd name="connsiteX1146" fmla="*/ 1966815 w 3708449"/>
              <a:gd name="connsiteY1146" fmla="*/ 2337571 h 3514679"/>
              <a:gd name="connsiteX1147" fmla="*/ 1950756 w 3708449"/>
              <a:gd name="connsiteY1147" fmla="*/ 2353630 h 3514679"/>
              <a:gd name="connsiteX1148" fmla="*/ 1934580 w 3708449"/>
              <a:gd name="connsiteY1148" fmla="*/ 2337571 h 3514679"/>
              <a:gd name="connsiteX1149" fmla="*/ 1950756 w 3708449"/>
              <a:gd name="connsiteY1149" fmla="*/ 2322209 h 3514679"/>
              <a:gd name="connsiteX1150" fmla="*/ 1886402 w 3708449"/>
              <a:gd name="connsiteY1150" fmla="*/ 2322209 h 3514679"/>
              <a:gd name="connsiteX1151" fmla="*/ 1902461 w 3708449"/>
              <a:gd name="connsiteY1151" fmla="*/ 2337571 h 3514679"/>
              <a:gd name="connsiteX1152" fmla="*/ 1886402 w 3708449"/>
              <a:gd name="connsiteY1152" fmla="*/ 2353630 h 3514679"/>
              <a:gd name="connsiteX1153" fmla="*/ 1870343 w 3708449"/>
              <a:gd name="connsiteY1153" fmla="*/ 2337571 h 3514679"/>
              <a:gd name="connsiteX1154" fmla="*/ 1886402 w 3708449"/>
              <a:gd name="connsiteY1154" fmla="*/ 2322209 h 3514679"/>
              <a:gd name="connsiteX1155" fmla="*/ 1822048 w 3708449"/>
              <a:gd name="connsiteY1155" fmla="*/ 2322209 h 3514679"/>
              <a:gd name="connsiteX1156" fmla="*/ 1838108 w 3708449"/>
              <a:gd name="connsiteY1156" fmla="*/ 2337571 h 3514679"/>
              <a:gd name="connsiteX1157" fmla="*/ 1822048 w 3708449"/>
              <a:gd name="connsiteY1157" fmla="*/ 2353630 h 3514679"/>
              <a:gd name="connsiteX1158" fmla="*/ 1805989 w 3708449"/>
              <a:gd name="connsiteY1158" fmla="*/ 2337571 h 3514679"/>
              <a:gd name="connsiteX1159" fmla="*/ 1822048 w 3708449"/>
              <a:gd name="connsiteY1159" fmla="*/ 2322209 h 3514679"/>
              <a:gd name="connsiteX1160" fmla="*/ 1756879 w 3708449"/>
              <a:gd name="connsiteY1160" fmla="*/ 2322209 h 3514679"/>
              <a:gd name="connsiteX1161" fmla="*/ 1773055 w 3708449"/>
              <a:gd name="connsiteY1161" fmla="*/ 2337571 h 3514679"/>
              <a:gd name="connsiteX1162" fmla="*/ 1756879 w 3708449"/>
              <a:gd name="connsiteY1162" fmla="*/ 2353630 h 3514679"/>
              <a:gd name="connsiteX1163" fmla="*/ 1741635 w 3708449"/>
              <a:gd name="connsiteY1163" fmla="*/ 2337571 h 3514679"/>
              <a:gd name="connsiteX1164" fmla="*/ 1756879 w 3708449"/>
              <a:gd name="connsiteY1164" fmla="*/ 2322209 h 3514679"/>
              <a:gd name="connsiteX1165" fmla="*/ 1692642 w 3708449"/>
              <a:gd name="connsiteY1165" fmla="*/ 2322209 h 3514679"/>
              <a:gd name="connsiteX1166" fmla="*/ 1708701 w 3708449"/>
              <a:gd name="connsiteY1166" fmla="*/ 2337571 h 3514679"/>
              <a:gd name="connsiteX1167" fmla="*/ 1692642 w 3708449"/>
              <a:gd name="connsiteY1167" fmla="*/ 2353630 h 3514679"/>
              <a:gd name="connsiteX1168" fmla="*/ 1676466 w 3708449"/>
              <a:gd name="connsiteY1168" fmla="*/ 2337571 h 3514679"/>
              <a:gd name="connsiteX1169" fmla="*/ 1692642 w 3708449"/>
              <a:gd name="connsiteY1169" fmla="*/ 2322209 h 3514679"/>
              <a:gd name="connsiteX1170" fmla="*/ 1628287 w 3708449"/>
              <a:gd name="connsiteY1170" fmla="*/ 2322209 h 3514679"/>
              <a:gd name="connsiteX1171" fmla="*/ 1644346 w 3708449"/>
              <a:gd name="connsiteY1171" fmla="*/ 2337571 h 3514679"/>
              <a:gd name="connsiteX1172" fmla="*/ 1628287 w 3708449"/>
              <a:gd name="connsiteY1172" fmla="*/ 2353630 h 3514679"/>
              <a:gd name="connsiteX1173" fmla="*/ 1612228 w 3708449"/>
              <a:gd name="connsiteY1173" fmla="*/ 2337571 h 3514679"/>
              <a:gd name="connsiteX1174" fmla="*/ 1628287 w 3708449"/>
              <a:gd name="connsiteY1174" fmla="*/ 2322209 h 3514679"/>
              <a:gd name="connsiteX1175" fmla="*/ 3241213 w 3708449"/>
              <a:gd name="connsiteY1175" fmla="*/ 2257157 h 3514679"/>
              <a:gd name="connsiteX1176" fmla="*/ 3256574 w 3708449"/>
              <a:gd name="connsiteY1176" fmla="*/ 2273217 h 3514679"/>
              <a:gd name="connsiteX1177" fmla="*/ 3241213 w 3708449"/>
              <a:gd name="connsiteY1177" fmla="*/ 2289277 h 3514679"/>
              <a:gd name="connsiteX1178" fmla="*/ 3225154 w 3708449"/>
              <a:gd name="connsiteY1178" fmla="*/ 2273217 h 3514679"/>
              <a:gd name="connsiteX1179" fmla="*/ 3241213 w 3708449"/>
              <a:gd name="connsiteY1179" fmla="*/ 2257157 h 3514679"/>
              <a:gd name="connsiteX1180" fmla="*/ 3176161 w 3708449"/>
              <a:gd name="connsiteY1180" fmla="*/ 2257157 h 3514679"/>
              <a:gd name="connsiteX1181" fmla="*/ 3192220 w 3708449"/>
              <a:gd name="connsiteY1181" fmla="*/ 2273217 h 3514679"/>
              <a:gd name="connsiteX1182" fmla="*/ 3176161 w 3708449"/>
              <a:gd name="connsiteY1182" fmla="*/ 2289277 h 3514679"/>
              <a:gd name="connsiteX1183" fmla="*/ 3160102 w 3708449"/>
              <a:gd name="connsiteY1183" fmla="*/ 2273217 h 3514679"/>
              <a:gd name="connsiteX1184" fmla="*/ 3176161 w 3708449"/>
              <a:gd name="connsiteY1184" fmla="*/ 2257157 h 3514679"/>
              <a:gd name="connsiteX1185" fmla="*/ 3111806 w 3708449"/>
              <a:gd name="connsiteY1185" fmla="*/ 2257157 h 3514679"/>
              <a:gd name="connsiteX1186" fmla="*/ 3127866 w 3708449"/>
              <a:gd name="connsiteY1186" fmla="*/ 2273217 h 3514679"/>
              <a:gd name="connsiteX1187" fmla="*/ 3111806 w 3708449"/>
              <a:gd name="connsiteY1187" fmla="*/ 2289277 h 3514679"/>
              <a:gd name="connsiteX1188" fmla="*/ 3095747 w 3708449"/>
              <a:gd name="connsiteY1188" fmla="*/ 2273217 h 3514679"/>
              <a:gd name="connsiteX1189" fmla="*/ 3111806 w 3708449"/>
              <a:gd name="connsiteY1189" fmla="*/ 2257157 h 3514679"/>
              <a:gd name="connsiteX1190" fmla="*/ 3047452 w 3708449"/>
              <a:gd name="connsiteY1190" fmla="*/ 2257157 h 3514679"/>
              <a:gd name="connsiteX1191" fmla="*/ 3063512 w 3708449"/>
              <a:gd name="connsiteY1191" fmla="*/ 2273217 h 3514679"/>
              <a:gd name="connsiteX1192" fmla="*/ 3047452 w 3708449"/>
              <a:gd name="connsiteY1192" fmla="*/ 2289277 h 3514679"/>
              <a:gd name="connsiteX1193" fmla="*/ 3031393 w 3708449"/>
              <a:gd name="connsiteY1193" fmla="*/ 2273217 h 3514679"/>
              <a:gd name="connsiteX1194" fmla="*/ 3047452 w 3708449"/>
              <a:gd name="connsiteY1194" fmla="*/ 2257157 h 3514679"/>
              <a:gd name="connsiteX1195" fmla="*/ 2983099 w 3708449"/>
              <a:gd name="connsiteY1195" fmla="*/ 2257157 h 3514679"/>
              <a:gd name="connsiteX1196" fmla="*/ 2999158 w 3708449"/>
              <a:gd name="connsiteY1196" fmla="*/ 2273217 h 3514679"/>
              <a:gd name="connsiteX1197" fmla="*/ 2983099 w 3708449"/>
              <a:gd name="connsiteY1197" fmla="*/ 2289277 h 3514679"/>
              <a:gd name="connsiteX1198" fmla="*/ 2967039 w 3708449"/>
              <a:gd name="connsiteY1198" fmla="*/ 2273217 h 3514679"/>
              <a:gd name="connsiteX1199" fmla="*/ 2983099 w 3708449"/>
              <a:gd name="connsiteY1199" fmla="*/ 2257157 h 3514679"/>
              <a:gd name="connsiteX1200" fmla="*/ 2918046 w 3708449"/>
              <a:gd name="connsiteY1200" fmla="*/ 2257157 h 3514679"/>
              <a:gd name="connsiteX1201" fmla="*/ 2934106 w 3708449"/>
              <a:gd name="connsiteY1201" fmla="*/ 2273217 h 3514679"/>
              <a:gd name="connsiteX1202" fmla="*/ 2918046 w 3708449"/>
              <a:gd name="connsiteY1202" fmla="*/ 2289277 h 3514679"/>
              <a:gd name="connsiteX1203" fmla="*/ 2902685 w 3708449"/>
              <a:gd name="connsiteY1203" fmla="*/ 2273217 h 3514679"/>
              <a:gd name="connsiteX1204" fmla="*/ 2918046 w 3708449"/>
              <a:gd name="connsiteY1204" fmla="*/ 2257157 h 3514679"/>
              <a:gd name="connsiteX1205" fmla="*/ 2853692 w 3708449"/>
              <a:gd name="connsiteY1205" fmla="*/ 2257157 h 3514679"/>
              <a:gd name="connsiteX1206" fmla="*/ 2869752 w 3708449"/>
              <a:gd name="connsiteY1206" fmla="*/ 2273217 h 3514679"/>
              <a:gd name="connsiteX1207" fmla="*/ 2853692 w 3708449"/>
              <a:gd name="connsiteY1207" fmla="*/ 2289277 h 3514679"/>
              <a:gd name="connsiteX1208" fmla="*/ 2837633 w 3708449"/>
              <a:gd name="connsiteY1208" fmla="*/ 2273217 h 3514679"/>
              <a:gd name="connsiteX1209" fmla="*/ 2853692 w 3708449"/>
              <a:gd name="connsiteY1209" fmla="*/ 2257157 h 3514679"/>
              <a:gd name="connsiteX1210" fmla="*/ 2789338 w 3708449"/>
              <a:gd name="connsiteY1210" fmla="*/ 2257157 h 3514679"/>
              <a:gd name="connsiteX1211" fmla="*/ 2805398 w 3708449"/>
              <a:gd name="connsiteY1211" fmla="*/ 2273217 h 3514679"/>
              <a:gd name="connsiteX1212" fmla="*/ 2789338 w 3708449"/>
              <a:gd name="connsiteY1212" fmla="*/ 2289277 h 3514679"/>
              <a:gd name="connsiteX1213" fmla="*/ 2773279 w 3708449"/>
              <a:gd name="connsiteY1213" fmla="*/ 2273217 h 3514679"/>
              <a:gd name="connsiteX1214" fmla="*/ 2789338 w 3708449"/>
              <a:gd name="connsiteY1214" fmla="*/ 2257157 h 3514679"/>
              <a:gd name="connsiteX1215" fmla="*/ 2724984 w 3708449"/>
              <a:gd name="connsiteY1215" fmla="*/ 2257157 h 3514679"/>
              <a:gd name="connsiteX1216" fmla="*/ 2741159 w 3708449"/>
              <a:gd name="connsiteY1216" fmla="*/ 2273217 h 3514679"/>
              <a:gd name="connsiteX1217" fmla="*/ 2724984 w 3708449"/>
              <a:gd name="connsiteY1217" fmla="*/ 2289277 h 3514679"/>
              <a:gd name="connsiteX1218" fmla="*/ 2708924 w 3708449"/>
              <a:gd name="connsiteY1218" fmla="*/ 2273217 h 3514679"/>
              <a:gd name="connsiteX1219" fmla="*/ 2724984 w 3708449"/>
              <a:gd name="connsiteY1219" fmla="*/ 2257157 h 3514679"/>
              <a:gd name="connsiteX1220" fmla="*/ 2659931 w 3708449"/>
              <a:gd name="connsiteY1220" fmla="*/ 2257157 h 3514679"/>
              <a:gd name="connsiteX1221" fmla="*/ 2675991 w 3708449"/>
              <a:gd name="connsiteY1221" fmla="*/ 2273217 h 3514679"/>
              <a:gd name="connsiteX1222" fmla="*/ 2659931 w 3708449"/>
              <a:gd name="connsiteY1222" fmla="*/ 2289277 h 3514679"/>
              <a:gd name="connsiteX1223" fmla="*/ 2644570 w 3708449"/>
              <a:gd name="connsiteY1223" fmla="*/ 2273217 h 3514679"/>
              <a:gd name="connsiteX1224" fmla="*/ 2659931 w 3708449"/>
              <a:gd name="connsiteY1224" fmla="*/ 2257157 h 3514679"/>
              <a:gd name="connsiteX1225" fmla="*/ 2595577 w 3708449"/>
              <a:gd name="connsiteY1225" fmla="*/ 2257157 h 3514679"/>
              <a:gd name="connsiteX1226" fmla="*/ 2611637 w 3708449"/>
              <a:gd name="connsiteY1226" fmla="*/ 2273217 h 3514679"/>
              <a:gd name="connsiteX1227" fmla="*/ 2595577 w 3708449"/>
              <a:gd name="connsiteY1227" fmla="*/ 2289277 h 3514679"/>
              <a:gd name="connsiteX1228" fmla="*/ 2579518 w 3708449"/>
              <a:gd name="connsiteY1228" fmla="*/ 2273217 h 3514679"/>
              <a:gd name="connsiteX1229" fmla="*/ 2595577 w 3708449"/>
              <a:gd name="connsiteY1229" fmla="*/ 2257157 h 3514679"/>
              <a:gd name="connsiteX1230" fmla="*/ 2531224 w 3708449"/>
              <a:gd name="connsiteY1230" fmla="*/ 2257157 h 3514679"/>
              <a:gd name="connsiteX1231" fmla="*/ 2547283 w 3708449"/>
              <a:gd name="connsiteY1231" fmla="*/ 2273217 h 3514679"/>
              <a:gd name="connsiteX1232" fmla="*/ 2531224 w 3708449"/>
              <a:gd name="connsiteY1232" fmla="*/ 2289277 h 3514679"/>
              <a:gd name="connsiteX1233" fmla="*/ 2515164 w 3708449"/>
              <a:gd name="connsiteY1233" fmla="*/ 2273217 h 3514679"/>
              <a:gd name="connsiteX1234" fmla="*/ 2531224 w 3708449"/>
              <a:gd name="connsiteY1234" fmla="*/ 2257157 h 3514679"/>
              <a:gd name="connsiteX1235" fmla="*/ 2466869 w 3708449"/>
              <a:gd name="connsiteY1235" fmla="*/ 2257157 h 3514679"/>
              <a:gd name="connsiteX1236" fmla="*/ 2483044 w 3708449"/>
              <a:gd name="connsiteY1236" fmla="*/ 2273217 h 3514679"/>
              <a:gd name="connsiteX1237" fmla="*/ 2466869 w 3708449"/>
              <a:gd name="connsiteY1237" fmla="*/ 2289277 h 3514679"/>
              <a:gd name="connsiteX1238" fmla="*/ 2450809 w 3708449"/>
              <a:gd name="connsiteY1238" fmla="*/ 2273217 h 3514679"/>
              <a:gd name="connsiteX1239" fmla="*/ 2466869 w 3708449"/>
              <a:gd name="connsiteY1239" fmla="*/ 2257157 h 3514679"/>
              <a:gd name="connsiteX1240" fmla="*/ 2402631 w 3708449"/>
              <a:gd name="connsiteY1240" fmla="*/ 2257157 h 3514679"/>
              <a:gd name="connsiteX1241" fmla="*/ 2418690 w 3708449"/>
              <a:gd name="connsiteY1241" fmla="*/ 2273217 h 3514679"/>
              <a:gd name="connsiteX1242" fmla="*/ 2402631 w 3708449"/>
              <a:gd name="connsiteY1242" fmla="*/ 2289277 h 3514679"/>
              <a:gd name="connsiteX1243" fmla="*/ 2386455 w 3708449"/>
              <a:gd name="connsiteY1243" fmla="*/ 2273217 h 3514679"/>
              <a:gd name="connsiteX1244" fmla="*/ 2402631 w 3708449"/>
              <a:gd name="connsiteY1244" fmla="*/ 2257157 h 3514679"/>
              <a:gd name="connsiteX1245" fmla="*/ 2337462 w 3708449"/>
              <a:gd name="connsiteY1245" fmla="*/ 2257157 h 3514679"/>
              <a:gd name="connsiteX1246" fmla="*/ 2353522 w 3708449"/>
              <a:gd name="connsiteY1246" fmla="*/ 2273217 h 3514679"/>
              <a:gd name="connsiteX1247" fmla="*/ 2337462 w 3708449"/>
              <a:gd name="connsiteY1247" fmla="*/ 2289277 h 3514679"/>
              <a:gd name="connsiteX1248" fmla="*/ 2322218 w 3708449"/>
              <a:gd name="connsiteY1248" fmla="*/ 2273217 h 3514679"/>
              <a:gd name="connsiteX1249" fmla="*/ 2337462 w 3708449"/>
              <a:gd name="connsiteY1249" fmla="*/ 2257157 h 3514679"/>
              <a:gd name="connsiteX1250" fmla="*/ 2273109 w 3708449"/>
              <a:gd name="connsiteY1250" fmla="*/ 2257157 h 3514679"/>
              <a:gd name="connsiteX1251" fmla="*/ 2289284 w 3708449"/>
              <a:gd name="connsiteY1251" fmla="*/ 2273217 h 3514679"/>
              <a:gd name="connsiteX1252" fmla="*/ 2273109 w 3708449"/>
              <a:gd name="connsiteY1252" fmla="*/ 2289277 h 3514679"/>
              <a:gd name="connsiteX1253" fmla="*/ 2257049 w 3708449"/>
              <a:gd name="connsiteY1253" fmla="*/ 2273217 h 3514679"/>
              <a:gd name="connsiteX1254" fmla="*/ 2273109 w 3708449"/>
              <a:gd name="connsiteY1254" fmla="*/ 2257157 h 3514679"/>
              <a:gd name="connsiteX1255" fmla="*/ 2208755 w 3708449"/>
              <a:gd name="connsiteY1255" fmla="*/ 2257157 h 3514679"/>
              <a:gd name="connsiteX1256" fmla="*/ 2224930 w 3708449"/>
              <a:gd name="connsiteY1256" fmla="*/ 2273217 h 3514679"/>
              <a:gd name="connsiteX1257" fmla="*/ 2208755 w 3708449"/>
              <a:gd name="connsiteY1257" fmla="*/ 2289277 h 3514679"/>
              <a:gd name="connsiteX1258" fmla="*/ 2192695 w 3708449"/>
              <a:gd name="connsiteY1258" fmla="*/ 2273217 h 3514679"/>
              <a:gd name="connsiteX1259" fmla="*/ 2208755 w 3708449"/>
              <a:gd name="connsiteY1259" fmla="*/ 2257157 h 3514679"/>
              <a:gd name="connsiteX1260" fmla="*/ 2144517 w 3708449"/>
              <a:gd name="connsiteY1260" fmla="*/ 2257157 h 3514679"/>
              <a:gd name="connsiteX1261" fmla="*/ 2160576 w 3708449"/>
              <a:gd name="connsiteY1261" fmla="*/ 2273217 h 3514679"/>
              <a:gd name="connsiteX1262" fmla="*/ 2144517 w 3708449"/>
              <a:gd name="connsiteY1262" fmla="*/ 2289277 h 3514679"/>
              <a:gd name="connsiteX1263" fmla="*/ 2128341 w 3708449"/>
              <a:gd name="connsiteY1263" fmla="*/ 2273217 h 3514679"/>
              <a:gd name="connsiteX1264" fmla="*/ 2144517 w 3708449"/>
              <a:gd name="connsiteY1264" fmla="*/ 2257157 h 3514679"/>
              <a:gd name="connsiteX1265" fmla="*/ 2080163 w 3708449"/>
              <a:gd name="connsiteY1265" fmla="*/ 2257157 h 3514679"/>
              <a:gd name="connsiteX1266" fmla="*/ 2095408 w 3708449"/>
              <a:gd name="connsiteY1266" fmla="*/ 2273217 h 3514679"/>
              <a:gd name="connsiteX1267" fmla="*/ 2080163 w 3708449"/>
              <a:gd name="connsiteY1267" fmla="*/ 2289277 h 3514679"/>
              <a:gd name="connsiteX1268" fmla="*/ 2064104 w 3708449"/>
              <a:gd name="connsiteY1268" fmla="*/ 2273217 h 3514679"/>
              <a:gd name="connsiteX1269" fmla="*/ 2080163 w 3708449"/>
              <a:gd name="connsiteY1269" fmla="*/ 2257157 h 3514679"/>
              <a:gd name="connsiteX1270" fmla="*/ 2014994 w 3708449"/>
              <a:gd name="connsiteY1270" fmla="*/ 2257157 h 3514679"/>
              <a:gd name="connsiteX1271" fmla="*/ 2031169 w 3708449"/>
              <a:gd name="connsiteY1271" fmla="*/ 2273217 h 3514679"/>
              <a:gd name="connsiteX1272" fmla="*/ 2014994 w 3708449"/>
              <a:gd name="connsiteY1272" fmla="*/ 2289277 h 3514679"/>
              <a:gd name="connsiteX1273" fmla="*/ 1998934 w 3708449"/>
              <a:gd name="connsiteY1273" fmla="*/ 2273217 h 3514679"/>
              <a:gd name="connsiteX1274" fmla="*/ 2014994 w 3708449"/>
              <a:gd name="connsiteY1274" fmla="*/ 2257157 h 3514679"/>
              <a:gd name="connsiteX1275" fmla="*/ 1950756 w 3708449"/>
              <a:gd name="connsiteY1275" fmla="*/ 2257157 h 3514679"/>
              <a:gd name="connsiteX1276" fmla="*/ 1966815 w 3708449"/>
              <a:gd name="connsiteY1276" fmla="*/ 2273217 h 3514679"/>
              <a:gd name="connsiteX1277" fmla="*/ 1950756 w 3708449"/>
              <a:gd name="connsiteY1277" fmla="*/ 2289277 h 3514679"/>
              <a:gd name="connsiteX1278" fmla="*/ 1934580 w 3708449"/>
              <a:gd name="connsiteY1278" fmla="*/ 2273217 h 3514679"/>
              <a:gd name="connsiteX1279" fmla="*/ 1950756 w 3708449"/>
              <a:gd name="connsiteY1279" fmla="*/ 2257157 h 3514679"/>
              <a:gd name="connsiteX1280" fmla="*/ 1886402 w 3708449"/>
              <a:gd name="connsiteY1280" fmla="*/ 2257157 h 3514679"/>
              <a:gd name="connsiteX1281" fmla="*/ 1902461 w 3708449"/>
              <a:gd name="connsiteY1281" fmla="*/ 2273217 h 3514679"/>
              <a:gd name="connsiteX1282" fmla="*/ 1886402 w 3708449"/>
              <a:gd name="connsiteY1282" fmla="*/ 2289277 h 3514679"/>
              <a:gd name="connsiteX1283" fmla="*/ 1870343 w 3708449"/>
              <a:gd name="connsiteY1283" fmla="*/ 2273217 h 3514679"/>
              <a:gd name="connsiteX1284" fmla="*/ 1886402 w 3708449"/>
              <a:gd name="connsiteY1284" fmla="*/ 2257157 h 3514679"/>
              <a:gd name="connsiteX1285" fmla="*/ 1822048 w 3708449"/>
              <a:gd name="connsiteY1285" fmla="*/ 2257157 h 3514679"/>
              <a:gd name="connsiteX1286" fmla="*/ 1838108 w 3708449"/>
              <a:gd name="connsiteY1286" fmla="*/ 2273217 h 3514679"/>
              <a:gd name="connsiteX1287" fmla="*/ 1822048 w 3708449"/>
              <a:gd name="connsiteY1287" fmla="*/ 2289277 h 3514679"/>
              <a:gd name="connsiteX1288" fmla="*/ 1805989 w 3708449"/>
              <a:gd name="connsiteY1288" fmla="*/ 2273217 h 3514679"/>
              <a:gd name="connsiteX1289" fmla="*/ 1822048 w 3708449"/>
              <a:gd name="connsiteY1289" fmla="*/ 2257157 h 3514679"/>
              <a:gd name="connsiteX1290" fmla="*/ 1756879 w 3708449"/>
              <a:gd name="connsiteY1290" fmla="*/ 2257157 h 3514679"/>
              <a:gd name="connsiteX1291" fmla="*/ 1773055 w 3708449"/>
              <a:gd name="connsiteY1291" fmla="*/ 2273217 h 3514679"/>
              <a:gd name="connsiteX1292" fmla="*/ 1756879 w 3708449"/>
              <a:gd name="connsiteY1292" fmla="*/ 2289277 h 3514679"/>
              <a:gd name="connsiteX1293" fmla="*/ 1741635 w 3708449"/>
              <a:gd name="connsiteY1293" fmla="*/ 2273217 h 3514679"/>
              <a:gd name="connsiteX1294" fmla="*/ 1756879 w 3708449"/>
              <a:gd name="connsiteY1294" fmla="*/ 2257157 h 3514679"/>
              <a:gd name="connsiteX1295" fmla="*/ 1692642 w 3708449"/>
              <a:gd name="connsiteY1295" fmla="*/ 2257157 h 3514679"/>
              <a:gd name="connsiteX1296" fmla="*/ 1708701 w 3708449"/>
              <a:gd name="connsiteY1296" fmla="*/ 2273217 h 3514679"/>
              <a:gd name="connsiteX1297" fmla="*/ 1692642 w 3708449"/>
              <a:gd name="connsiteY1297" fmla="*/ 2289277 h 3514679"/>
              <a:gd name="connsiteX1298" fmla="*/ 1676466 w 3708449"/>
              <a:gd name="connsiteY1298" fmla="*/ 2273217 h 3514679"/>
              <a:gd name="connsiteX1299" fmla="*/ 1692642 w 3708449"/>
              <a:gd name="connsiteY1299" fmla="*/ 2257157 h 3514679"/>
              <a:gd name="connsiteX1300" fmla="*/ 1628287 w 3708449"/>
              <a:gd name="connsiteY1300" fmla="*/ 2257157 h 3514679"/>
              <a:gd name="connsiteX1301" fmla="*/ 1644346 w 3708449"/>
              <a:gd name="connsiteY1301" fmla="*/ 2273217 h 3514679"/>
              <a:gd name="connsiteX1302" fmla="*/ 1628287 w 3708449"/>
              <a:gd name="connsiteY1302" fmla="*/ 2289277 h 3514679"/>
              <a:gd name="connsiteX1303" fmla="*/ 1612228 w 3708449"/>
              <a:gd name="connsiteY1303" fmla="*/ 2273217 h 3514679"/>
              <a:gd name="connsiteX1304" fmla="*/ 1628287 w 3708449"/>
              <a:gd name="connsiteY1304" fmla="*/ 2257157 h 3514679"/>
              <a:gd name="connsiteX1305" fmla="*/ 1563933 w 3708449"/>
              <a:gd name="connsiteY1305" fmla="*/ 2257157 h 3514679"/>
              <a:gd name="connsiteX1306" fmla="*/ 1579993 w 3708449"/>
              <a:gd name="connsiteY1306" fmla="*/ 2273217 h 3514679"/>
              <a:gd name="connsiteX1307" fmla="*/ 1563933 w 3708449"/>
              <a:gd name="connsiteY1307" fmla="*/ 2289277 h 3514679"/>
              <a:gd name="connsiteX1308" fmla="*/ 1547874 w 3708449"/>
              <a:gd name="connsiteY1308" fmla="*/ 2273217 h 3514679"/>
              <a:gd name="connsiteX1309" fmla="*/ 1563933 w 3708449"/>
              <a:gd name="connsiteY1309" fmla="*/ 2257157 h 3514679"/>
              <a:gd name="connsiteX1310" fmla="*/ 3305567 w 3708449"/>
              <a:gd name="connsiteY1310" fmla="*/ 2192803 h 3514679"/>
              <a:gd name="connsiteX1311" fmla="*/ 3321627 w 3708449"/>
              <a:gd name="connsiteY1311" fmla="*/ 2208863 h 3514679"/>
              <a:gd name="connsiteX1312" fmla="*/ 3305567 w 3708449"/>
              <a:gd name="connsiteY1312" fmla="*/ 2224923 h 3514679"/>
              <a:gd name="connsiteX1313" fmla="*/ 3289508 w 3708449"/>
              <a:gd name="connsiteY1313" fmla="*/ 2208863 h 3514679"/>
              <a:gd name="connsiteX1314" fmla="*/ 3305567 w 3708449"/>
              <a:gd name="connsiteY1314" fmla="*/ 2192803 h 3514679"/>
              <a:gd name="connsiteX1315" fmla="*/ 3241213 w 3708449"/>
              <a:gd name="connsiteY1315" fmla="*/ 2192803 h 3514679"/>
              <a:gd name="connsiteX1316" fmla="*/ 3256574 w 3708449"/>
              <a:gd name="connsiteY1316" fmla="*/ 2208863 h 3514679"/>
              <a:gd name="connsiteX1317" fmla="*/ 3241213 w 3708449"/>
              <a:gd name="connsiteY1317" fmla="*/ 2224923 h 3514679"/>
              <a:gd name="connsiteX1318" fmla="*/ 3225154 w 3708449"/>
              <a:gd name="connsiteY1318" fmla="*/ 2208863 h 3514679"/>
              <a:gd name="connsiteX1319" fmla="*/ 3241213 w 3708449"/>
              <a:gd name="connsiteY1319" fmla="*/ 2192803 h 3514679"/>
              <a:gd name="connsiteX1320" fmla="*/ 3176161 w 3708449"/>
              <a:gd name="connsiteY1320" fmla="*/ 2192803 h 3514679"/>
              <a:gd name="connsiteX1321" fmla="*/ 3192220 w 3708449"/>
              <a:gd name="connsiteY1321" fmla="*/ 2208863 h 3514679"/>
              <a:gd name="connsiteX1322" fmla="*/ 3176161 w 3708449"/>
              <a:gd name="connsiteY1322" fmla="*/ 2224923 h 3514679"/>
              <a:gd name="connsiteX1323" fmla="*/ 3160102 w 3708449"/>
              <a:gd name="connsiteY1323" fmla="*/ 2208863 h 3514679"/>
              <a:gd name="connsiteX1324" fmla="*/ 3176161 w 3708449"/>
              <a:gd name="connsiteY1324" fmla="*/ 2192803 h 3514679"/>
              <a:gd name="connsiteX1325" fmla="*/ 3111806 w 3708449"/>
              <a:gd name="connsiteY1325" fmla="*/ 2192803 h 3514679"/>
              <a:gd name="connsiteX1326" fmla="*/ 3127866 w 3708449"/>
              <a:gd name="connsiteY1326" fmla="*/ 2208863 h 3514679"/>
              <a:gd name="connsiteX1327" fmla="*/ 3111806 w 3708449"/>
              <a:gd name="connsiteY1327" fmla="*/ 2224923 h 3514679"/>
              <a:gd name="connsiteX1328" fmla="*/ 3095747 w 3708449"/>
              <a:gd name="connsiteY1328" fmla="*/ 2208863 h 3514679"/>
              <a:gd name="connsiteX1329" fmla="*/ 3111806 w 3708449"/>
              <a:gd name="connsiteY1329" fmla="*/ 2192803 h 3514679"/>
              <a:gd name="connsiteX1330" fmla="*/ 3047452 w 3708449"/>
              <a:gd name="connsiteY1330" fmla="*/ 2192803 h 3514679"/>
              <a:gd name="connsiteX1331" fmla="*/ 3063512 w 3708449"/>
              <a:gd name="connsiteY1331" fmla="*/ 2208863 h 3514679"/>
              <a:gd name="connsiteX1332" fmla="*/ 3047452 w 3708449"/>
              <a:gd name="connsiteY1332" fmla="*/ 2224923 h 3514679"/>
              <a:gd name="connsiteX1333" fmla="*/ 3031393 w 3708449"/>
              <a:gd name="connsiteY1333" fmla="*/ 2208863 h 3514679"/>
              <a:gd name="connsiteX1334" fmla="*/ 3047452 w 3708449"/>
              <a:gd name="connsiteY1334" fmla="*/ 2192803 h 3514679"/>
              <a:gd name="connsiteX1335" fmla="*/ 2983099 w 3708449"/>
              <a:gd name="connsiteY1335" fmla="*/ 2192803 h 3514679"/>
              <a:gd name="connsiteX1336" fmla="*/ 2999158 w 3708449"/>
              <a:gd name="connsiteY1336" fmla="*/ 2208863 h 3514679"/>
              <a:gd name="connsiteX1337" fmla="*/ 2983099 w 3708449"/>
              <a:gd name="connsiteY1337" fmla="*/ 2224923 h 3514679"/>
              <a:gd name="connsiteX1338" fmla="*/ 2967039 w 3708449"/>
              <a:gd name="connsiteY1338" fmla="*/ 2208863 h 3514679"/>
              <a:gd name="connsiteX1339" fmla="*/ 2983099 w 3708449"/>
              <a:gd name="connsiteY1339" fmla="*/ 2192803 h 3514679"/>
              <a:gd name="connsiteX1340" fmla="*/ 2918046 w 3708449"/>
              <a:gd name="connsiteY1340" fmla="*/ 2192803 h 3514679"/>
              <a:gd name="connsiteX1341" fmla="*/ 2934106 w 3708449"/>
              <a:gd name="connsiteY1341" fmla="*/ 2208863 h 3514679"/>
              <a:gd name="connsiteX1342" fmla="*/ 2918046 w 3708449"/>
              <a:gd name="connsiteY1342" fmla="*/ 2224923 h 3514679"/>
              <a:gd name="connsiteX1343" fmla="*/ 2902685 w 3708449"/>
              <a:gd name="connsiteY1343" fmla="*/ 2208863 h 3514679"/>
              <a:gd name="connsiteX1344" fmla="*/ 2918046 w 3708449"/>
              <a:gd name="connsiteY1344" fmla="*/ 2192803 h 3514679"/>
              <a:gd name="connsiteX1345" fmla="*/ 2853692 w 3708449"/>
              <a:gd name="connsiteY1345" fmla="*/ 2192803 h 3514679"/>
              <a:gd name="connsiteX1346" fmla="*/ 2869752 w 3708449"/>
              <a:gd name="connsiteY1346" fmla="*/ 2208863 h 3514679"/>
              <a:gd name="connsiteX1347" fmla="*/ 2853692 w 3708449"/>
              <a:gd name="connsiteY1347" fmla="*/ 2224923 h 3514679"/>
              <a:gd name="connsiteX1348" fmla="*/ 2837633 w 3708449"/>
              <a:gd name="connsiteY1348" fmla="*/ 2208863 h 3514679"/>
              <a:gd name="connsiteX1349" fmla="*/ 2853692 w 3708449"/>
              <a:gd name="connsiteY1349" fmla="*/ 2192803 h 3514679"/>
              <a:gd name="connsiteX1350" fmla="*/ 2789338 w 3708449"/>
              <a:gd name="connsiteY1350" fmla="*/ 2192803 h 3514679"/>
              <a:gd name="connsiteX1351" fmla="*/ 2805398 w 3708449"/>
              <a:gd name="connsiteY1351" fmla="*/ 2208863 h 3514679"/>
              <a:gd name="connsiteX1352" fmla="*/ 2789338 w 3708449"/>
              <a:gd name="connsiteY1352" fmla="*/ 2224923 h 3514679"/>
              <a:gd name="connsiteX1353" fmla="*/ 2773279 w 3708449"/>
              <a:gd name="connsiteY1353" fmla="*/ 2208863 h 3514679"/>
              <a:gd name="connsiteX1354" fmla="*/ 2789338 w 3708449"/>
              <a:gd name="connsiteY1354" fmla="*/ 2192803 h 3514679"/>
              <a:gd name="connsiteX1355" fmla="*/ 2724984 w 3708449"/>
              <a:gd name="connsiteY1355" fmla="*/ 2192803 h 3514679"/>
              <a:gd name="connsiteX1356" fmla="*/ 2741159 w 3708449"/>
              <a:gd name="connsiteY1356" fmla="*/ 2208863 h 3514679"/>
              <a:gd name="connsiteX1357" fmla="*/ 2724984 w 3708449"/>
              <a:gd name="connsiteY1357" fmla="*/ 2224923 h 3514679"/>
              <a:gd name="connsiteX1358" fmla="*/ 2708924 w 3708449"/>
              <a:gd name="connsiteY1358" fmla="*/ 2208863 h 3514679"/>
              <a:gd name="connsiteX1359" fmla="*/ 2724984 w 3708449"/>
              <a:gd name="connsiteY1359" fmla="*/ 2192803 h 3514679"/>
              <a:gd name="connsiteX1360" fmla="*/ 2660630 w 3708449"/>
              <a:gd name="connsiteY1360" fmla="*/ 2192803 h 3514679"/>
              <a:gd name="connsiteX1361" fmla="*/ 2675991 w 3708449"/>
              <a:gd name="connsiteY1361" fmla="*/ 2208863 h 3514679"/>
              <a:gd name="connsiteX1362" fmla="*/ 2660630 w 3708449"/>
              <a:gd name="connsiteY1362" fmla="*/ 2224923 h 3514679"/>
              <a:gd name="connsiteX1363" fmla="*/ 2644570 w 3708449"/>
              <a:gd name="connsiteY1363" fmla="*/ 2208863 h 3514679"/>
              <a:gd name="connsiteX1364" fmla="*/ 2660630 w 3708449"/>
              <a:gd name="connsiteY1364" fmla="*/ 2192803 h 3514679"/>
              <a:gd name="connsiteX1365" fmla="*/ 2595577 w 3708449"/>
              <a:gd name="connsiteY1365" fmla="*/ 2192803 h 3514679"/>
              <a:gd name="connsiteX1366" fmla="*/ 2611637 w 3708449"/>
              <a:gd name="connsiteY1366" fmla="*/ 2208863 h 3514679"/>
              <a:gd name="connsiteX1367" fmla="*/ 2595577 w 3708449"/>
              <a:gd name="connsiteY1367" fmla="*/ 2224923 h 3514679"/>
              <a:gd name="connsiteX1368" fmla="*/ 2579518 w 3708449"/>
              <a:gd name="connsiteY1368" fmla="*/ 2208863 h 3514679"/>
              <a:gd name="connsiteX1369" fmla="*/ 2595577 w 3708449"/>
              <a:gd name="connsiteY1369" fmla="*/ 2192803 h 3514679"/>
              <a:gd name="connsiteX1370" fmla="*/ 2531224 w 3708449"/>
              <a:gd name="connsiteY1370" fmla="*/ 2192803 h 3514679"/>
              <a:gd name="connsiteX1371" fmla="*/ 2547283 w 3708449"/>
              <a:gd name="connsiteY1371" fmla="*/ 2208863 h 3514679"/>
              <a:gd name="connsiteX1372" fmla="*/ 2531224 w 3708449"/>
              <a:gd name="connsiteY1372" fmla="*/ 2224923 h 3514679"/>
              <a:gd name="connsiteX1373" fmla="*/ 2515164 w 3708449"/>
              <a:gd name="connsiteY1373" fmla="*/ 2208863 h 3514679"/>
              <a:gd name="connsiteX1374" fmla="*/ 2531224 w 3708449"/>
              <a:gd name="connsiteY1374" fmla="*/ 2192803 h 3514679"/>
              <a:gd name="connsiteX1375" fmla="*/ 2466869 w 3708449"/>
              <a:gd name="connsiteY1375" fmla="*/ 2192803 h 3514679"/>
              <a:gd name="connsiteX1376" fmla="*/ 2483044 w 3708449"/>
              <a:gd name="connsiteY1376" fmla="*/ 2208863 h 3514679"/>
              <a:gd name="connsiteX1377" fmla="*/ 2466869 w 3708449"/>
              <a:gd name="connsiteY1377" fmla="*/ 2224923 h 3514679"/>
              <a:gd name="connsiteX1378" fmla="*/ 2450809 w 3708449"/>
              <a:gd name="connsiteY1378" fmla="*/ 2208863 h 3514679"/>
              <a:gd name="connsiteX1379" fmla="*/ 2466869 w 3708449"/>
              <a:gd name="connsiteY1379" fmla="*/ 2192803 h 3514679"/>
              <a:gd name="connsiteX1380" fmla="*/ 2402631 w 3708449"/>
              <a:gd name="connsiteY1380" fmla="*/ 2192803 h 3514679"/>
              <a:gd name="connsiteX1381" fmla="*/ 2418690 w 3708449"/>
              <a:gd name="connsiteY1381" fmla="*/ 2208863 h 3514679"/>
              <a:gd name="connsiteX1382" fmla="*/ 2402631 w 3708449"/>
              <a:gd name="connsiteY1382" fmla="*/ 2224923 h 3514679"/>
              <a:gd name="connsiteX1383" fmla="*/ 2386455 w 3708449"/>
              <a:gd name="connsiteY1383" fmla="*/ 2208863 h 3514679"/>
              <a:gd name="connsiteX1384" fmla="*/ 2402631 w 3708449"/>
              <a:gd name="connsiteY1384" fmla="*/ 2192803 h 3514679"/>
              <a:gd name="connsiteX1385" fmla="*/ 2337462 w 3708449"/>
              <a:gd name="connsiteY1385" fmla="*/ 2192803 h 3514679"/>
              <a:gd name="connsiteX1386" fmla="*/ 2353522 w 3708449"/>
              <a:gd name="connsiteY1386" fmla="*/ 2208863 h 3514679"/>
              <a:gd name="connsiteX1387" fmla="*/ 2337462 w 3708449"/>
              <a:gd name="connsiteY1387" fmla="*/ 2224923 h 3514679"/>
              <a:gd name="connsiteX1388" fmla="*/ 2322218 w 3708449"/>
              <a:gd name="connsiteY1388" fmla="*/ 2208863 h 3514679"/>
              <a:gd name="connsiteX1389" fmla="*/ 2337462 w 3708449"/>
              <a:gd name="connsiteY1389" fmla="*/ 2192803 h 3514679"/>
              <a:gd name="connsiteX1390" fmla="*/ 2273109 w 3708449"/>
              <a:gd name="connsiteY1390" fmla="*/ 2192803 h 3514679"/>
              <a:gd name="connsiteX1391" fmla="*/ 2289284 w 3708449"/>
              <a:gd name="connsiteY1391" fmla="*/ 2208863 h 3514679"/>
              <a:gd name="connsiteX1392" fmla="*/ 2273109 w 3708449"/>
              <a:gd name="connsiteY1392" fmla="*/ 2224923 h 3514679"/>
              <a:gd name="connsiteX1393" fmla="*/ 2257049 w 3708449"/>
              <a:gd name="connsiteY1393" fmla="*/ 2208863 h 3514679"/>
              <a:gd name="connsiteX1394" fmla="*/ 2273109 w 3708449"/>
              <a:gd name="connsiteY1394" fmla="*/ 2192803 h 3514679"/>
              <a:gd name="connsiteX1395" fmla="*/ 2208755 w 3708449"/>
              <a:gd name="connsiteY1395" fmla="*/ 2192803 h 3514679"/>
              <a:gd name="connsiteX1396" fmla="*/ 2224930 w 3708449"/>
              <a:gd name="connsiteY1396" fmla="*/ 2208863 h 3514679"/>
              <a:gd name="connsiteX1397" fmla="*/ 2208755 w 3708449"/>
              <a:gd name="connsiteY1397" fmla="*/ 2224923 h 3514679"/>
              <a:gd name="connsiteX1398" fmla="*/ 2192695 w 3708449"/>
              <a:gd name="connsiteY1398" fmla="*/ 2208863 h 3514679"/>
              <a:gd name="connsiteX1399" fmla="*/ 2208755 w 3708449"/>
              <a:gd name="connsiteY1399" fmla="*/ 2192803 h 3514679"/>
              <a:gd name="connsiteX1400" fmla="*/ 2144517 w 3708449"/>
              <a:gd name="connsiteY1400" fmla="*/ 2192803 h 3514679"/>
              <a:gd name="connsiteX1401" fmla="*/ 2160576 w 3708449"/>
              <a:gd name="connsiteY1401" fmla="*/ 2208863 h 3514679"/>
              <a:gd name="connsiteX1402" fmla="*/ 2144517 w 3708449"/>
              <a:gd name="connsiteY1402" fmla="*/ 2224923 h 3514679"/>
              <a:gd name="connsiteX1403" fmla="*/ 2128341 w 3708449"/>
              <a:gd name="connsiteY1403" fmla="*/ 2208863 h 3514679"/>
              <a:gd name="connsiteX1404" fmla="*/ 2144517 w 3708449"/>
              <a:gd name="connsiteY1404" fmla="*/ 2192803 h 3514679"/>
              <a:gd name="connsiteX1405" fmla="*/ 2080163 w 3708449"/>
              <a:gd name="connsiteY1405" fmla="*/ 2192803 h 3514679"/>
              <a:gd name="connsiteX1406" fmla="*/ 2095408 w 3708449"/>
              <a:gd name="connsiteY1406" fmla="*/ 2208863 h 3514679"/>
              <a:gd name="connsiteX1407" fmla="*/ 2080163 w 3708449"/>
              <a:gd name="connsiteY1407" fmla="*/ 2224923 h 3514679"/>
              <a:gd name="connsiteX1408" fmla="*/ 2064104 w 3708449"/>
              <a:gd name="connsiteY1408" fmla="*/ 2208863 h 3514679"/>
              <a:gd name="connsiteX1409" fmla="*/ 2080163 w 3708449"/>
              <a:gd name="connsiteY1409" fmla="*/ 2192803 h 3514679"/>
              <a:gd name="connsiteX1410" fmla="*/ 2014994 w 3708449"/>
              <a:gd name="connsiteY1410" fmla="*/ 2192803 h 3514679"/>
              <a:gd name="connsiteX1411" fmla="*/ 2031169 w 3708449"/>
              <a:gd name="connsiteY1411" fmla="*/ 2208863 h 3514679"/>
              <a:gd name="connsiteX1412" fmla="*/ 2014994 w 3708449"/>
              <a:gd name="connsiteY1412" fmla="*/ 2224923 h 3514679"/>
              <a:gd name="connsiteX1413" fmla="*/ 1998934 w 3708449"/>
              <a:gd name="connsiteY1413" fmla="*/ 2208863 h 3514679"/>
              <a:gd name="connsiteX1414" fmla="*/ 2014994 w 3708449"/>
              <a:gd name="connsiteY1414" fmla="*/ 2192803 h 3514679"/>
              <a:gd name="connsiteX1415" fmla="*/ 1950756 w 3708449"/>
              <a:gd name="connsiteY1415" fmla="*/ 2192803 h 3514679"/>
              <a:gd name="connsiteX1416" fmla="*/ 1966815 w 3708449"/>
              <a:gd name="connsiteY1416" fmla="*/ 2208863 h 3514679"/>
              <a:gd name="connsiteX1417" fmla="*/ 1950756 w 3708449"/>
              <a:gd name="connsiteY1417" fmla="*/ 2224923 h 3514679"/>
              <a:gd name="connsiteX1418" fmla="*/ 1934580 w 3708449"/>
              <a:gd name="connsiteY1418" fmla="*/ 2208863 h 3514679"/>
              <a:gd name="connsiteX1419" fmla="*/ 1950756 w 3708449"/>
              <a:gd name="connsiteY1419" fmla="*/ 2192803 h 3514679"/>
              <a:gd name="connsiteX1420" fmla="*/ 1886402 w 3708449"/>
              <a:gd name="connsiteY1420" fmla="*/ 2192803 h 3514679"/>
              <a:gd name="connsiteX1421" fmla="*/ 1902461 w 3708449"/>
              <a:gd name="connsiteY1421" fmla="*/ 2208863 h 3514679"/>
              <a:gd name="connsiteX1422" fmla="*/ 1886402 w 3708449"/>
              <a:gd name="connsiteY1422" fmla="*/ 2224923 h 3514679"/>
              <a:gd name="connsiteX1423" fmla="*/ 1870343 w 3708449"/>
              <a:gd name="connsiteY1423" fmla="*/ 2208863 h 3514679"/>
              <a:gd name="connsiteX1424" fmla="*/ 1886402 w 3708449"/>
              <a:gd name="connsiteY1424" fmla="*/ 2192803 h 3514679"/>
              <a:gd name="connsiteX1425" fmla="*/ 1822048 w 3708449"/>
              <a:gd name="connsiteY1425" fmla="*/ 2192803 h 3514679"/>
              <a:gd name="connsiteX1426" fmla="*/ 1838108 w 3708449"/>
              <a:gd name="connsiteY1426" fmla="*/ 2208863 h 3514679"/>
              <a:gd name="connsiteX1427" fmla="*/ 1822048 w 3708449"/>
              <a:gd name="connsiteY1427" fmla="*/ 2224923 h 3514679"/>
              <a:gd name="connsiteX1428" fmla="*/ 1805989 w 3708449"/>
              <a:gd name="connsiteY1428" fmla="*/ 2208863 h 3514679"/>
              <a:gd name="connsiteX1429" fmla="*/ 1822048 w 3708449"/>
              <a:gd name="connsiteY1429" fmla="*/ 2192803 h 3514679"/>
              <a:gd name="connsiteX1430" fmla="*/ 1756879 w 3708449"/>
              <a:gd name="connsiteY1430" fmla="*/ 2192803 h 3514679"/>
              <a:gd name="connsiteX1431" fmla="*/ 1773055 w 3708449"/>
              <a:gd name="connsiteY1431" fmla="*/ 2208863 h 3514679"/>
              <a:gd name="connsiteX1432" fmla="*/ 1756879 w 3708449"/>
              <a:gd name="connsiteY1432" fmla="*/ 2224923 h 3514679"/>
              <a:gd name="connsiteX1433" fmla="*/ 1741635 w 3708449"/>
              <a:gd name="connsiteY1433" fmla="*/ 2208863 h 3514679"/>
              <a:gd name="connsiteX1434" fmla="*/ 1756879 w 3708449"/>
              <a:gd name="connsiteY1434" fmla="*/ 2192803 h 3514679"/>
              <a:gd name="connsiteX1435" fmla="*/ 1692642 w 3708449"/>
              <a:gd name="connsiteY1435" fmla="*/ 2192803 h 3514679"/>
              <a:gd name="connsiteX1436" fmla="*/ 1708701 w 3708449"/>
              <a:gd name="connsiteY1436" fmla="*/ 2208863 h 3514679"/>
              <a:gd name="connsiteX1437" fmla="*/ 1692642 w 3708449"/>
              <a:gd name="connsiteY1437" fmla="*/ 2224923 h 3514679"/>
              <a:gd name="connsiteX1438" fmla="*/ 1676466 w 3708449"/>
              <a:gd name="connsiteY1438" fmla="*/ 2208863 h 3514679"/>
              <a:gd name="connsiteX1439" fmla="*/ 1692642 w 3708449"/>
              <a:gd name="connsiteY1439" fmla="*/ 2192803 h 3514679"/>
              <a:gd name="connsiteX1440" fmla="*/ 1628287 w 3708449"/>
              <a:gd name="connsiteY1440" fmla="*/ 2192803 h 3514679"/>
              <a:gd name="connsiteX1441" fmla="*/ 1644346 w 3708449"/>
              <a:gd name="connsiteY1441" fmla="*/ 2208863 h 3514679"/>
              <a:gd name="connsiteX1442" fmla="*/ 1628287 w 3708449"/>
              <a:gd name="connsiteY1442" fmla="*/ 2224923 h 3514679"/>
              <a:gd name="connsiteX1443" fmla="*/ 1612228 w 3708449"/>
              <a:gd name="connsiteY1443" fmla="*/ 2208863 h 3514679"/>
              <a:gd name="connsiteX1444" fmla="*/ 1628287 w 3708449"/>
              <a:gd name="connsiteY1444" fmla="*/ 2192803 h 3514679"/>
              <a:gd name="connsiteX1445" fmla="*/ 1563933 w 3708449"/>
              <a:gd name="connsiteY1445" fmla="*/ 2192803 h 3514679"/>
              <a:gd name="connsiteX1446" fmla="*/ 1579993 w 3708449"/>
              <a:gd name="connsiteY1446" fmla="*/ 2208863 h 3514679"/>
              <a:gd name="connsiteX1447" fmla="*/ 1563933 w 3708449"/>
              <a:gd name="connsiteY1447" fmla="*/ 2224923 h 3514679"/>
              <a:gd name="connsiteX1448" fmla="*/ 1547874 w 3708449"/>
              <a:gd name="connsiteY1448" fmla="*/ 2208863 h 3514679"/>
              <a:gd name="connsiteX1449" fmla="*/ 1563933 w 3708449"/>
              <a:gd name="connsiteY1449" fmla="*/ 2192803 h 3514679"/>
              <a:gd name="connsiteX1450" fmla="*/ 3305567 w 3708449"/>
              <a:gd name="connsiteY1450" fmla="*/ 2128449 h 3514679"/>
              <a:gd name="connsiteX1451" fmla="*/ 3321627 w 3708449"/>
              <a:gd name="connsiteY1451" fmla="*/ 2144509 h 3514679"/>
              <a:gd name="connsiteX1452" fmla="*/ 3305567 w 3708449"/>
              <a:gd name="connsiteY1452" fmla="*/ 2160569 h 3514679"/>
              <a:gd name="connsiteX1453" fmla="*/ 3289508 w 3708449"/>
              <a:gd name="connsiteY1453" fmla="*/ 2144509 h 3514679"/>
              <a:gd name="connsiteX1454" fmla="*/ 3305567 w 3708449"/>
              <a:gd name="connsiteY1454" fmla="*/ 2128449 h 3514679"/>
              <a:gd name="connsiteX1455" fmla="*/ 3241213 w 3708449"/>
              <a:gd name="connsiteY1455" fmla="*/ 2128449 h 3514679"/>
              <a:gd name="connsiteX1456" fmla="*/ 3256574 w 3708449"/>
              <a:gd name="connsiteY1456" fmla="*/ 2144509 h 3514679"/>
              <a:gd name="connsiteX1457" fmla="*/ 3241213 w 3708449"/>
              <a:gd name="connsiteY1457" fmla="*/ 2160569 h 3514679"/>
              <a:gd name="connsiteX1458" fmla="*/ 3225154 w 3708449"/>
              <a:gd name="connsiteY1458" fmla="*/ 2144509 h 3514679"/>
              <a:gd name="connsiteX1459" fmla="*/ 3241213 w 3708449"/>
              <a:gd name="connsiteY1459" fmla="*/ 2128449 h 3514679"/>
              <a:gd name="connsiteX1460" fmla="*/ 3176161 w 3708449"/>
              <a:gd name="connsiteY1460" fmla="*/ 2128449 h 3514679"/>
              <a:gd name="connsiteX1461" fmla="*/ 3192220 w 3708449"/>
              <a:gd name="connsiteY1461" fmla="*/ 2144509 h 3514679"/>
              <a:gd name="connsiteX1462" fmla="*/ 3176161 w 3708449"/>
              <a:gd name="connsiteY1462" fmla="*/ 2160569 h 3514679"/>
              <a:gd name="connsiteX1463" fmla="*/ 3160102 w 3708449"/>
              <a:gd name="connsiteY1463" fmla="*/ 2144509 h 3514679"/>
              <a:gd name="connsiteX1464" fmla="*/ 3176161 w 3708449"/>
              <a:gd name="connsiteY1464" fmla="*/ 2128449 h 3514679"/>
              <a:gd name="connsiteX1465" fmla="*/ 3111806 w 3708449"/>
              <a:gd name="connsiteY1465" fmla="*/ 2128449 h 3514679"/>
              <a:gd name="connsiteX1466" fmla="*/ 3127866 w 3708449"/>
              <a:gd name="connsiteY1466" fmla="*/ 2144509 h 3514679"/>
              <a:gd name="connsiteX1467" fmla="*/ 3111806 w 3708449"/>
              <a:gd name="connsiteY1467" fmla="*/ 2160569 h 3514679"/>
              <a:gd name="connsiteX1468" fmla="*/ 3095747 w 3708449"/>
              <a:gd name="connsiteY1468" fmla="*/ 2144509 h 3514679"/>
              <a:gd name="connsiteX1469" fmla="*/ 3111806 w 3708449"/>
              <a:gd name="connsiteY1469" fmla="*/ 2128449 h 3514679"/>
              <a:gd name="connsiteX1470" fmla="*/ 3047452 w 3708449"/>
              <a:gd name="connsiteY1470" fmla="*/ 2128449 h 3514679"/>
              <a:gd name="connsiteX1471" fmla="*/ 3063512 w 3708449"/>
              <a:gd name="connsiteY1471" fmla="*/ 2144509 h 3514679"/>
              <a:gd name="connsiteX1472" fmla="*/ 3047452 w 3708449"/>
              <a:gd name="connsiteY1472" fmla="*/ 2160569 h 3514679"/>
              <a:gd name="connsiteX1473" fmla="*/ 3031393 w 3708449"/>
              <a:gd name="connsiteY1473" fmla="*/ 2144509 h 3514679"/>
              <a:gd name="connsiteX1474" fmla="*/ 3047452 w 3708449"/>
              <a:gd name="connsiteY1474" fmla="*/ 2128449 h 3514679"/>
              <a:gd name="connsiteX1475" fmla="*/ 2983099 w 3708449"/>
              <a:gd name="connsiteY1475" fmla="*/ 2128449 h 3514679"/>
              <a:gd name="connsiteX1476" fmla="*/ 2999158 w 3708449"/>
              <a:gd name="connsiteY1476" fmla="*/ 2144509 h 3514679"/>
              <a:gd name="connsiteX1477" fmla="*/ 2983099 w 3708449"/>
              <a:gd name="connsiteY1477" fmla="*/ 2160569 h 3514679"/>
              <a:gd name="connsiteX1478" fmla="*/ 2967039 w 3708449"/>
              <a:gd name="connsiteY1478" fmla="*/ 2144509 h 3514679"/>
              <a:gd name="connsiteX1479" fmla="*/ 2983099 w 3708449"/>
              <a:gd name="connsiteY1479" fmla="*/ 2128449 h 3514679"/>
              <a:gd name="connsiteX1480" fmla="*/ 2918046 w 3708449"/>
              <a:gd name="connsiteY1480" fmla="*/ 2128449 h 3514679"/>
              <a:gd name="connsiteX1481" fmla="*/ 2934106 w 3708449"/>
              <a:gd name="connsiteY1481" fmla="*/ 2144509 h 3514679"/>
              <a:gd name="connsiteX1482" fmla="*/ 2918046 w 3708449"/>
              <a:gd name="connsiteY1482" fmla="*/ 2160569 h 3514679"/>
              <a:gd name="connsiteX1483" fmla="*/ 2902685 w 3708449"/>
              <a:gd name="connsiteY1483" fmla="*/ 2144509 h 3514679"/>
              <a:gd name="connsiteX1484" fmla="*/ 2918046 w 3708449"/>
              <a:gd name="connsiteY1484" fmla="*/ 2128449 h 3514679"/>
              <a:gd name="connsiteX1485" fmla="*/ 2853692 w 3708449"/>
              <a:gd name="connsiteY1485" fmla="*/ 2128449 h 3514679"/>
              <a:gd name="connsiteX1486" fmla="*/ 2869752 w 3708449"/>
              <a:gd name="connsiteY1486" fmla="*/ 2144509 h 3514679"/>
              <a:gd name="connsiteX1487" fmla="*/ 2853692 w 3708449"/>
              <a:gd name="connsiteY1487" fmla="*/ 2160569 h 3514679"/>
              <a:gd name="connsiteX1488" fmla="*/ 2837633 w 3708449"/>
              <a:gd name="connsiteY1488" fmla="*/ 2144509 h 3514679"/>
              <a:gd name="connsiteX1489" fmla="*/ 2853692 w 3708449"/>
              <a:gd name="connsiteY1489" fmla="*/ 2128449 h 3514679"/>
              <a:gd name="connsiteX1490" fmla="*/ 2789338 w 3708449"/>
              <a:gd name="connsiteY1490" fmla="*/ 2128449 h 3514679"/>
              <a:gd name="connsiteX1491" fmla="*/ 2805398 w 3708449"/>
              <a:gd name="connsiteY1491" fmla="*/ 2144509 h 3514679"/>
              <a:gd name="connsiteX1492" fmla="*/ 2789338 w 3708449"/>
              <a:gd name="connsiteY1492" fmla="*/ 2160569 h 3514679"/>
              <a:gd name="connsiteX1493" fmla="*/ 2773279 w 3708449"/>
              <a:gd name="connsiteY1493" fmla="*/ 2144509 h 3514679"/>
              <a:gd name="connsiteX1494" fmla="*/ 2789338 w 3708449"/>
              <a:gd name="connsiteY1494" fmla="*/ 2128449 h 3514679"/>
              <a:gd name="connsiteX1495" fmla="*/ 2724984 w 3708449"/>
              <a:gd name="connsiteY1495" fmla="*/ 2128449 h 3514679"/>
              <a:gd name="connsiteX1496" fmla="*/ 2741159 w 3708449"/>
              <a:gd name="connsiteY1496" fmla="*/ 2144509 h 3514679"/>
              <a:gd name="connsiteX1497" fmla="*/ 2724984 w 3708449"/>
              <a:gd name="connsiteY1497" fmla="*/ 2160569 h 3514679"/>
              <a:gd name="connsiteX1498" fmla="*/ 2708924 w 3708449"/>
              <a:gd name="connsiteY1498" fmla="*/ 2144509 h 3514679"/>
              <a:gd name="connsiteX1499" fmla="*/ 2724984 w 3708449"/>
              <a:gd name="connsiteY1499" fmla="*/ 2128449 h 3514679"/>
              <a:gd name="connsiteX1500" fmla="*/ 2660630 w 3708449"/>
              <a:gd name="connsiteY1500" fmla="*/ 2128449 h 3514679"/>
              <a:gd name="connsiteX1501" fmla="*/ 2675991 w 3708449"/>
              <a:gd name="connsiteY1501" fmla="*/ 2144509 h 3514679"/>
              <a:gd name="connsiteX1502" fmla="*/ 2660630 w 3708449"/>
              <a:gd name="connsiteY1502" fmla="*/ 2160569 h 3514679"/>
              <a:gd name="connsiteX1503" fmla="*/ 2644570 w 3708449"/>
              <a:gd name="connsiteY1503" fmla="*/ 2144509 h 3514679"/>
              <a:gd name="connsiteX1504" fmla="*/ 2660630 w 3708449"/>
              <a:gd name="connsiteY1504" fmla="*/ 2128449 h 3514679"/>
              <a:gd name="connsiteX1505" fmla="*/ 2595577 w 3708449"/>
              <a:gd name="connsiteY1505" fmla="*/ 2128449 h 3514679"/>
              <a:gd name="connsiteX1506" fmla="*/ 2611637 w 3708449"/>
              <a:gd name="connsiteY1506" fmla="*/ 2144509 h 3514679"/>
              <a:gd name="connsiteX1507" fmla="*/ 2595577 w 3708449"/>
              <a:gd name="connsiteY1507" fmla="*/ 2160569 h 3514679"/>
              <a:gd name="connsiteX1508" fmla="*/ 2579518 w 3708449"/>
              <a:gd name="connsiteY1508" fmla="*/ 2144509 h 3514679"/>
              <a:gd name="connsiteX1509" fmla="*/ 2595577 w 3708449"/>
              <a:gd name="connsiteY1509" fmla="*/ 2128449 h 3514679"/>
              <a:gd name="connsiteX1510" fmla="*/ 2531224 w 3708449"/>
              <a:gd name="connsiteY1510" fmla="*/ 2128449 h 3514679"/>
              <a:gd name="connsiteX1511" fmla="*/ 2547283 w 3708449"/>
              <a:gd name="connsiteY1511" fmla="*/ 2144509 h 3514679"/>
              <a:gd name="connsiteX1512" fmla="*/ 2531224 w 3708449"/>
              <a:gd name="connsiteY1512" fmla="*/ 2160569 h 3514679"/>
              <a:gd name="connsiteX1513" fmla="*/ 2515164 w 3708449"/>
              <a:gd name="connsiteY1513" fmla="*/ 2144509 h 3514679"/>
              <a:gd name="connsiteX1514" fmla="*/ 2531224 w 3708449"/>
              <a:gd name="connsiteY1514" fmla="*/ 2128449 h 3514679"/>
              <a:gd name="connsiteX1515" fmla="*/ 2466869 w 3708449"/>
              <a:gd name="connsiteY1515" fmla="*/ 2128449 h 3514679"/>
              <a:gd name="connsiteX1516" fmla="*/ 2483044 w 3708449"/>
              <a:gd name="connsiteY1516" fmla="*/ 2144509 h 3514679"/>
              <a:gd name="connsiteX1517" fmla="*/ 2466869 w 3708449"/>
              <a:gd name="connsiteY1517" fmla="*/ 2160569 h 3514679"/>
              <a:gd name="connsiteX1518" fmla="*/ 2450809 w 3708449"/>
              <a:gd name="connsiteY1518" fmla="*/ 2144509 h 3514679"/>
              <a:gd name="connsiteX1519" fmla="*/ 2466869 w 3708449"/>
              <a:gd name="connsiteY1519" fmla="*/ 2128449 h 3514679"/>
              <a:gd name="connsiteX1520" fmla="*/ 2402631 w 3708449"/>
              <a:gd name="connsiteY1520" fmla="*/ 2128449 h 3514679"/>
              <a:gd name="connsiteX1521" fmla="*/ 2418690 w 3708449"/>
              <a:gd name="connsiteY1521" fmla="*/ 2144509 h 3514679"/>
              <a:gd name="connsiteX1522" fmla="*/ 2402631 w 3708449"/>
              <a:gd name="connsiteY1522" fmla="*/ 2160569 h 3514679"/>
              <a:gd name="connsiteX1523" fmla="*/ 2386455 w 3708449"/>
              <a:gd name="connsiteY1523" fmla="*/ 2144509 h 3514679"/>
              <a:gd name="connsiteX1524" fmla="*/ 2402631 w 3708449"/>
              <a:gd name="connsiteY1524" fmla="*/ 2128449 h 3514679"/>
              <a:gd name="connsiteX1525" fmla="*/ 2337462 w 3708449"/>
              <a:gd name="connsiteY1525" fmla="*/ 2128449 h 3514679"/>
              <a:gd name="connsiteX1526" fmla="*/ 2353522 w 3708449"/>
              <a:gd name="connsiteY1526" fmla="*/ 2144509 h 3514679"/>
              <a:gd name="connsiteX1527" fmla="*/ 2337462 w 3708449"/>
              <a:gd name="connsiteY1527" fmla="*/ 2160569 h 3514679"/>
              <a:gd name="connsiteX1528" fmla="*/ 2322218 w 3708449"/>
              <a:gd name="connsiteY1528" fmla="*/ 2144509 h 3514679"/>
              <a:gd name="connsiteX1529" fmla="*/ 2337462 w 3708449"/>
              <a:gd name="connsiteY1529" fmla="*/ 2128449 h 3514679"/>
              <a:gd name="connsiteX1530" fmla="*/ 2273109 w 3708449"/>
              <a:gd name="connsiteY1530" fmla="*/ 2128449 h 3514679"/>
              <a:gd name="connsiteX1531" fmla="*/ 2289284 w 3708449"/>
              <a:gd name="connsiteY1531" fmla="*/ 2144509 h 3514679"/>
              <a:gd name="connsiteX1532" fmla="*/ 2273109 w 3708449"/>
              <a:gd name="connsiteY1532" fmla="*/ 2160569 h 3514679"/>
              <a:gd name="connsiteX1533" fmla="*/ 2257049 w 3708449"/>
              <a:gd name="connsiteY1533" fmla="*/ 2144509 h 3514679"/>
              <a:gd name="connsiteX1534" fmla="*/ 2273109 w 3708449"/>
              <a:gd name="connsiteY1534" fmla="*/ 2128449 h 3514679"/>
              <a:gd name="connsiteX1535" fmla="*/ 2208755 w 3708449"/>
              <a:gd name="connsiteY1535" fmla="*/ 2128449 h 3514679"/>
              <a:gd name="connsiteX1536" fmla="*/ 2224930 w 3708449"/>
              <a:gd name="connsiteY1536" fmla="*/ 2144509 h 3514679"/>
              <a:gd name="connsiteX1537" fmla="*/ 2208755 w 3708449"/>
              <a:gd name="connsiteY1537" fmla="*/ 2160569 h 3514679"/>
              <a:gd name="connsiteX1538" fmla="*/ 2192695 w 3708449"/>
              <a:gd name="connsiteY1538" fmla="*/ 2144509 h 3514679"/>
              <a:gd name="connsiteX1539" fmla="*/ 2208755 w 3708449"/>
              <a:gd name="connsiteY1539" fmla="*/ 2128449 h 3514679"/>
              <a:gd name="connsiteX1540" fmla="*/ 2144517 w 3708449"/>
              <a:gd name="connsiteY1540" fmla="*/ 2128449 h 3514679"/>
              <a:gd name="connsiteX1541" fmla="*/ 2160576 w 3708449"/>
              <a:gd name="connsiteY1541" fmla="*/ 2144509 h 3514679"/>
              <a:gd name="connsiteX1542" fmla="*/ 2144517 w 3708449"/>
              <a:gd name="connsiteY1542" fmla="*/ 2160569 h 3514679"/>
              <a:gd name="connsiteX1543" fmla="*/ 2128341 w 3708449"/>
              <a:gd name="connsiteY1543" fmla="*/ 2144509 h 3514679"/>
              <a:gd name="connsiteX1544" fmla="*/ 2144517 w 3708449"/>
              <a:gd name="connsiteY1544" fmla="*/ 2128449 h 3514679"/>
              <a:gd name="connsiteX1545" fmla="*/ 2080163 w 3708449"/>
              <a:gd name="connsiteY1545" fmla="*/ 2128449 h 3514679"/>
              <a:gd name="connsiteX1546" fmla="*/ 2095408 w 3708449"/>
              <a:gd name="connsiteY1546" fmla="*/ 2144509 h 3514679"/>
              <a:gd name="connsiteX1547" fmla="*/ 2080163 w 3708449"/>
              <a:gd name="connsiteY1547" fmla="*/ 2160569 h 3514679"/>
              <a:gd name="connsiteX1548" fmla="*/ 2064104 w 3708449"/>
              <a:gd name="connsiteY1548" fmla="*/ 2144509 h 3514679"/>
              <a:gd name="connsiteX1549" fmla="*/ 2080163 w 3708449"/>
              <a:gd name="connsiteY1549" fmla="*/ 2128449 h 3514679"/>
              <a:gd name="connsiteX1550" fmla="*/ 2014994 w 3708449"/>
              <a:gd name="connsiteY1550" fmla="*/ 2128449 h 3514679"/>
              <a:gd name="connsiteX1551" fmla="*/ 2031169 w 3708449"/>
              <a:gd name="connsiteY1551" fmla="*/ 2144509 h 3514679"/>
              <a:gd name="connsiteX1552" fmla="*/ 2014994 w 3708449"/>
              <a:gd name="connsiteY1552" fmla="*/ 2160569 h 3514679"/>
              <a:gd name="connsiteX1553" fmla="*/ 1998934 w 3708449"/>
              <a:gd name="connsiteY1553" fmla="*/ 2144509 h 3514679"/>
              <a:gd name="connsiteX1554" fmla="*/ 2014994 w 3708449"/>
              <a:gd name="connsiteY1554" fmla="*/ 2128449 h 3514679"/>
              <a:gd name="connsiteX1555" fmla="*/ 1950756 w 3708449"/>
              <a:gd name="connsiteY1555" fmla="*/ 2128449 h 3514679"/>
              <a:gd name="connsiteX1556" fmla="*/ 1966815 w 3708449"/>
              <a:gd name="connsiteY1556" fmla="*/ 2144509 h 3514679"/>
              <a:gd name="connsiteX1557" fmla="*/ 1950756 w 3708449"/>
              <a:gd name="connsiteY1557" fmla="*/ 2160569 h 3514679"/>
              <a:gd name="connsiteX1558" fmla="*/ 1934580 w 3708449"/>
              <a:gd name="connsiteY1558" fmla="*/ 2144509 h 3514679"/>
              <a:gd name="connsiteX1559" fmla="*/ 1950756 w 3708449"/>
              <a:gd name="connsiteY1559" fmla="*/ 2128449 h 3514679"/>
              <a:gd name="connsiteX1560" fmla="*/ 1886402 w 3708449"/>
              <a:gd name="connsiteY1560" fmla="*/ 2128449 h 3514679"/>
              <a:gd name="connsiteX1561" fmla="*/ 1902461 w 3708449"/>
              <a:gd name="connsiteY1561" fmla="*/ 2144509 h 3514679"/>
              <a:gd name="connsiteX1562" fmla="*/ 1886402 w 3708449"/>
              <a:gd name="connsiteY1562" fmla="*/ 2160569 h 3514679"/>
              <a:gd name="connsiteX1563" fmla="*/ 1870343 w 3708449"/>
              <a:gd name="connsiteY1563" fmla="*/ 2144509 h 3514679"/>
              <a:gd name="connsiteX1564" fmla="*/ 1886402 w 3708449"/>
              <a:gd name="connsiteY1564" fmla="*/ 2128449 h 3514679"/>
              <a:gd name="connsiteX1565" fmla="*/ 1822048 w 3708449"/>
              <a:gd name="connsiteY1565" fmla="*/ 2128449 h 3514679"/>
              <a:gd name="connsiteX1566" fmla="*/ 1838108 w 3708449"/>
              <a:gd name="connsiteY1566" fmla="*/ 2144509 h 3514679"/>
              <a:gd name="connsiteX1567" fmla="*/ 1822048 w 3708449"/>
              <a:gd name="connsiteY1567" fmla="*/ 2160569 h 3514679"/>
              <a:gd name="connsiteX1568" fmla="*/ 1805989 w 3708449"/>
              <a:gd name="connsiteY1568" fmla="*/ 2144509 h 3514679"/>
              <a:gd name="connsiteX1569" fmla="*/ 1822048 w 3708449"/>
              <a:gd name="connsiteY1569" fmla="*/ 2128449 h 3514679"/>
              <a:gd name="connsiteX1570" fmla="*/ 1756879 w 3708449"/>
              <a:gd name="connsiteY1570" fmla="*/ 2128449 h 3514679"/>
              <a:gd name="connsiteX1571" fmla="*/ 1773055 w 3708449"/>
              <a:gd name="connsiteY1571" fmla="*/ 2144509 h 3514679"/>
              <a:gd name="connsiteX1572" fmla="*/ 1756879 w 3708449"/>
              <a:gd name="connsiteY1572" fmla="*/ 2160569 h 3514679"/>
              <a:gd name="connsiteX1573" fmla="*/ 1741635 w 3708449"/>
              <a:gd name="connsiteY1573" fmla="*/ 2144509 h 3514679"/>
              <a:gd name="connsiteX1574" fmla="*/ 1756879 w 3708449"/>
              <a:gd name="connsiteY1574" fmla="*/ 2128449 h 3514679"/>
              <a:gd name="connsiteX1575" fmla="*/ 1692642 w 3708449"/>
              <a:gd name="connsiteY1575" fmla="*/ 2128449 h 3514679"/>
              <a:gd name="connsiteX1576" fmla="*/ 1708701 w 3708449"/>
              <a:gd name="connsiteY1576" fmla="*/ 2144509 h 3514679"/>
              <a:gd name="connsiteX1577" fmla="*/ 1692642 w 3708449"/>
              <a:gd name="connsiteY1577" fmla="*/ 2160569 h 3514679"/>
              <a:gd name="connsiteX1578" fmla="*/ 1676466 w 3708449"/>
              <a:gd name="connsiteY1578" fmla="*/ 2144509 h 3514679"/>
              <a:gd name="connsiteX1579" fmla="*/ 1692642 w 3708449"/>
              <a:gd name="connsiteY1579" fmla="*/ 2128449 h 3514679"/>
              <a:gd name="connsiteX1580" fmla="*/ 1628287 w 3708449"/>
              <a:gd name="connsiteY1580" fmla="*/ 2128449 h 3514679"/>
              <a:gd name="connsiteX1581" fmla="*/ 1644346 w 3708449"/>
              <a:gd name="connsiteY1581" fmla="*/ 2144509 h 3514679"/>
              <a:gd name="connsiteX1582" fmla="*/ 1628287 w 3708449"/>
              <a:gd name="connsiteY1582" fmla="*/ 2160569 h 3514679"/>
              <a:gd name="connsiteX1583" fmla="*/ 1612228 w 3708449"/>
              <a:gd name="connsiteY1583" fmla="*/ 2144509 h 3514679"/>
              <a:gd name="connsiteX1584" fmla="*/ 1628287 w 3708449"/>
              <a:gd name="connsiteY1584" fmla="*/ 2128449 h 3514679"/>
              <a:gd name="connsiteX1585" fmla="*/ 3305567 w 3708449"/>
              <a:gd name="connsiteY1585" fmla="*/ 2064095 h 3514679"/>
              <a:gd name="connsiteX1586" fmla="*/ 3321627 w 3708449"/>
              <a:gd name="connsiteY1586" fmla="*/ 2079457 h 3514679"/>
              <a:gd name="connsiteX1587" fmla="*/ 3305567 w 3708449"/>
              <a:gd name="connsiteY1587" fmla="*/ 2095516 h 3514679"/>
              <a:gd name="connsiteX1588" fmla="*/ 3289508 w 3708449"/>
              <a:gd name="connsiteY1588" fmla="*/ 2079457 h 3514679"/>
              <a:gd name="connsiteX1589" fmla="*/ 3305567 w 3708449"/>
              <a:gd name="connsiteY1589" fmla="*/ 2064095 h 3514679"/>
              <a:gd name="connsiteX1590" fmla="*/ 3241213 w 3708449"/>
              <a:gd name="connsiteY1590" fmla="*/ 2064095 h 3514679"/>
              <a:gd name="connsiteX1591" fmla="*/ 3256574 w 3708449"/>
              <a:gd name="connsiteY1591" fmla="*/ 2079457 h 3514679"/>
              <a:gd name="connsiteX1592" fmla="*/ 3241213 w 3708449"/>
              <a:gd name="connsiteY1592" fmla="*/ 2095516 h 3514679"/>
              <a:gd name="connsiteX1593" fmla="*/ 3225154 w 3708449"/>
              <a:gd name="connsiteY1593" fmla="*/ 2079457 h 3514679"/>
              <a:gd name="connsiteX1594" fmla="*/ 3241213 w 3708449"/>
              <a:gd name="connsiteY1594" fmla="*/ 2064095 h 3514679"/>
              <a:gd name="connsiteX1595" fmla="*/ 3176161 w 3708449"/>
              <a:gd name="connsiteY1595" fmla="*/ 2064095 h 3514679"/>
              <a:gd name="connsiteX1596" fmla="*/ 3192220 w 3708449"/>
              <a:gd name="connsiteY1596" fmla="*/ 2079457 h 3514679"/>
              <a:gd name="connsiteX1597" fmla="*/ 3176161 w 3708449"/>
              <a:gd name="connsiteY1597" fmla="*/ 2095516 h 3514679"/>
              <a:gd name="connsiteX1598" fmla="*/ 3160102 w 3708449"/>
              <a:gd name="connsiteY1598" fmla="*/ 2079457 h 3514679"/>
              <a:gd name="connsiteX1599" fmla="*/ 3176161 w 3708449"/>
              <a:gd name="connsiteY1599" fmla="*/ 2064095 h 3514679"/>
              <a:gd name="connsiteX1600" fmla="*/ 3111806 w 3708449"/>
              <a:gd name="connsiteY1600" fmla="*/ 2064095 h 3514679"/>
              <a:gd name="connsiteX1601" fmla="*/ 3127866 w 3708449"/>
              <a:gd name="connsiteY1601" fmla="*/ 2079457 h 3514679"/>
              <a:gd name="connsiteX1602" fmla="*/ 3111806 w 3708449"/>
              <a:gd name="connsiteY1602" fmla="*/ 2095516 h 3514679"/>
              <a:gd name="connsiteX1603" fmla="*/ 3095747 w 3708449"/>
              <a:gd name="connsiteY1603" fmla="*/ 2079457 h 3514679"/>
              <a:gd name="connsiteX1604" fmla="*/ 3111806 w 3708449"/>
              <a:gd name="connsiteY1604" fmla="*/ 2064095 h 3514679"/>
              <a:gd name="connsiteX1605" fmla="*/ 3047452 w 3708449"/>
              <a:gd name="connsiteY1605" fmla="*/ 2064095 h 3514679"/>
              <a:gd name="connsiteX1606" fmla="*/ 3063512 w 3708449"/>
              <a:gd name="connsiteY1606" fmla="*/ 2079457 h 3514679"/>
              <a:gd name="connsiteX1607" fmla="*/ 3047452 w 3708449"/>
              <a:gd name="connsiteY1607" fmla="*/ 2095516 h 3514679"/>
              <a:gd name="connsiteX1608" fmla="*/ 3031393 w 3708449"/>
              <a:gd name="connsiteY1608" fmla="*/ 2079457 h 3514679"/>
              <a:gd name="connsiteX1609" fmla="*/ 3047452 w 3708449"/>
              <a:gd name="connsiteY1609" fmla="*/ 2064095 h 3514679"/>
              <a:gd name="connsiteX1610" fmla="*/ 2983099 w 3708449"/>
              <a:gd name="connsiteY1610" fmla="*/ 2064095 h 3514679"/>
              <a:gd name="connsiteX1611" fmla="*/ 2999158 w 3708449"/>
              <a:gd name="connsiteY1611" fmla="*/ 2079457 h 3514679"/>
              <a:gd name="connsiteX1612" fmla="*/ 2983099 w 3708449"/>
              <a:gd name="connsiteY1612" fmla="*/ 2095516 h 3514679"/>
              <a:gd name="connsiteX1613" fmla="*/ 2967039 w 3708449"/>
              <a:gd name="connsiteY1613" fmla="*/ 2079457 h 3514679"/>
              <a:gd name="connsiteX1614" fmla="*/ 2983099 w 3708449"/>
              <a:gd name="connsiteY1614" fmla="*/ 2064095 h 3514679"/>
              <a:gd name="connsiteX1615" fmla="*/ 2918046 w 3708449"/>
              <a:gd name="connsiteY1615" fmla="*/ 2064095 h 3514679"/>
              <a:gd name="connsiteX1616" fmla="*/ 2934106 w 3708449"/>
              <a:gd name="connsiteY1616" fmla="*/ 2079457 h 3514679"/>
              <a:gd name="connsiteX1617" fmla="*/ 2918046 w 3708449"/>
              <a:gd name="connsiteY1617" fmla="*/ 2095516 h 3514679"/>
              <a:gd name="connsiteX1618" fmla="*/ 2902685 w 3708449"/>
              <a:gd name="connsiteY1618" fmla="*/ 2079457 h 3514679"/>
              <a:gd name="connsiteX1619" fmla="*/ 2918046 w 3708449"/>
              <a:gd name="connsiteY1619" fmla="*/ 2064095 h 3514679"/>
              <a:gd name="connsiteX1620" fmla="*/ 2853692 w 3708449"/>
              <a:gd name="connsiteY1620" fmla="*/ 2064095 h 3514679"/>
              <a:gd name="connsiteX1621" fmla="*/ 2869752 w 3708449"/>
              <a:gd name="connsiteY1621" fmla="*/ 2079457 h 3514679"/>
              <a:gd name="connsiteX1622" fmla="*/ 2853692 w 3708449"/>
              <a:gd name="connsiteY1622" fmla="*/ 2095516 h 3514679"/>
              <a:gd name="connsiteX1623" fmla="*/ 2837633 w 3708449"/>
              <a:gd name="connsiteY1623" fmla="*/ 2079457 h 3514679"/>
              <a:gd name="connsiteX1624" fmla="*/ 2853692 w 3708449"/>
              <a:gd name="connsiteY1624" fmla="*/ 2064095 h 3514679"/>
              <a:gd name="connsiteX1625" fmla="*/ 2789338 w 3708449"/>
              <a:gd name="connsiteY1625" fmla="*/ 2064095 h 3514679"/>
              <a:gd name="connsiteX1626" fmla="*/ 2805398 w 3708449"/>
              <a:gd name="connsiteY1626" fmla="*/ 2079457 h 3514679"/>
              <a:gd name="connsiteX1627" fmla="*/ 2789338 w 3708449"/>
              <a:gd name="connsiteY1627" fmla="*/ 2095516 h 3514679"/>
              <a:gd name="connsiteX1628" fmla="*/ 2773279 w 3708449"/>
              <a:gd name="connsiteY1628" fmla="*/ 2079457 h 3514679"/>
              <a:gd name="connsiteX1629" fmla="*/ 2789338 w 3708449"/>
              <a:gd name="connsiteY1629" fmla="*/ 2064095 h 3514679"/>
              <a:gd name="connsiteX1630" fmla="*/ 2724984 w 3708449"/>
              <a:gd name="connsiteY1630" fmla="*/ 2064095 h 3514679"/>
              <a:gd name="connsiteX1631" fmla="*/ 2741159 w 3708449"/>
              <a:gd name="connsiteY1631" fmla="*/ 2079457 h 3514679"/>
              <a:gd name="connsiteX1632" fmla="*/ 2724984 w 3708449"/>
              <a:gd name="connsiteY1632" fmla="*/ 2095516 h 3514679"/>
              <a:gd name="connsiteX1633" fmla="*/ 2708924 w 3708449"/>
              <a:gd name="connsiteY1633" fmla="*/ 2079457 h 3514679"/>
              <a:gd name="connsiteX1634" fmla="*/ 2724984 w 3708449"/>
              <a:gd name="connsiteY1634" fmla="*/ 2064095 h 3514679"/>
              <a:gd name="connsiteX1635" fmla="*/ 2660630 w 3708449"/>
              <a:gd name="connsiteY1635" fmla="*/ 2064095 h 3514679"/>
              <a:gd name="connsiteX1636" fmla="*/ 2675991 w 3708449"/>
              <a:gd name="connsiteY1636" fmla="*/ 2079457 h 3514679"/>
              <a:gd name="connsiteX1637" fmla="*/ 2660630 w 3708449"/>
              <a:gd name="connsiteY1637" fmla="*/ 2095516 h 3514679"/>
              <a:gd name="connsiteX1638" fmla="*/ 2644570 w 3708449"/>
              <a:gd name="connsiteY1638" fmla="*/ 2079457 h 3514679"/>
              <a:gd name="connsiteX1639" fmla="*/ 2660630 w 3708449"/>
              <a:gd name="connsiteY1639" fmla="*/ 2064095 h 3514679"/>
              <a:gd name="connsiteX1640" fmla="*/ 2595577 w 3708449"/>
              <a:gd name="connsiteY1640" fmla="*/ 2064095 h 3514679"/>
              <a:gd name="connsiteX1641" fmla="*/ 2611637 w 3708449"/>
              <a:gd name="connsiteY1641" fmla="*/ 2079457 h 3514679"/>
              <a:gd name="connsiteX1642" fmla="*/ 2595577 w 3708449"/>
              <a:gd name="connsiteY1642" fmla="*/ 2095516 h 3514679"/>
              <a:gd name="connsiteX1643" fmla="*/ 2579518 w 3708449"/>
              <a:gd name="connsiteY1643" fmla="*/ 2079457 h 3514679"/>
              <a:gd name="connsiteX1644" fmla="*/ 2595577 w 3708449"/>
              <a:gd name="connsiteY1644" fmla="*/ 2064095 h 3514679"/>
              <a:gd name="connsiteX1645" fmla="*/ 2531224 w 3708449"/>
              <a:gd name="connsiteY1645" fmla="*/ 2064095 h 3514679"/>
              <a:gd name="connsiteX1646" fmla="*/ 2547283 w 3708449"/>
              <a:gd name="connsiteY1646" fmla="*/ 2079457 h 3514679"/>
              <a:gd name="connsiteX1647" fmla="*/ 2531224 w 3708449"/>
              <a:gd name="connsiteY1647" fmla="*/ 2095516 h 3514679"/>
              <a:gd name="connsiteX1648" fmla="*/ 2515164 w 3708449"/>
              <a:gd name="connsiteY1648" fmla="*/ 2079457 h 3514679"/>
              <a:gd name="connsiteX1649" fmla="*/ 2531224 w 3708449"/>
              <a:gd name="connsiteY1649" fmla="*/ 2064095 h 3514679"/>
              <a:gd name="connsiteX1650" fmla="*/ 2466869 w 3708449"/>
              <a:gd name="connsiteY1650" fmla="*/ 2064095 h 3514679"/>
              <a:gd name="connsiteX1651" fmla="*/ 2483044 w 3708449"/>
              <a:gd name="connsiteY1651" fmla="*/ 2079457 h 3514679"/>
              <a:gd name="connsiteX1652" fmla="*/ 2466869 w 3708449"/>
              <a:gd name="connsiteY1652" fmla="*/ 2095516 h 3514679"/>
              <a:gd name="connsiteX1653" fmla="*/ 2450809 w 3708449"/>
              <a:gd name="connsiteY1653" fmla="*/ 2079457 h 3514679"/>
              <a:gd name="connsiteX1654" fmla="*/ 2466869 w 3708449"/>
              <a:gd name="connsiteY1654" fmla="*/ 2064095 h 3514679"/>
              <a:gd name="connsiteX1655" fmla="*/ 2402631 w 3708449"/>
              <a:gd name="connsiteY1655" fmla="*/ 2064095 h 3514679"/>
              <a:gd name="connsiteX1656" fmla="*/ 2418690 w 3708449"/>
              <a:gd name="connsiteY1656" fmla="*/ 2079457 h 3514679"/>
              <a:gd name="connsiteX1657" fmla="*/ 2402631 w 3708449"/>
              <a:gd name="connsiteY1657" fmla="*/ 2095516 h 3514679"/>
              <a:gd name="connsiteX1658" fmla="*/ 2386455 w 3708449"/>
              <a:gd name="connsiteY1658" fmla="*/ 2079457 h 3514679"/>
              <a:gd name="connsiteX1659" fmla="*/ 2402631 w 3708449"/>
              <a:gd name="connsiteY1659" fmla="*/ 2064095 h 3514679"/>
              <a:gd name="connsiteX1660" fmla="*/ 2337462 w 3708449"/>
              <a:gd name="connsiteY1660" fmla="*/ 2064095 h 3514679"/>
              <a:gd name="connsiteX1661" fmla="*/ 2353522 w 3708449"/>
              <a:gd name="connsiteY1661" fmla="*/ 2079457 h 3514679"/>
              <a:gd name="connsiteX1662" fmla="*/ 2337462 w 3708449"/>
              <a:gd name="connsiteY1662" fmla="*/ 2095516 h 3514679"/>
              <a:gd name="connsiteX1663" fmla="*/ 2322218 w 3708449"/>
              <a:gd name="connsiteY1663" fmla="*/ 2079457 h 3514679"/>
              <a:gd name="connsiteX1664" fmla="*/ 2337462 w 3708449"/>
              <a:gd name="connsiteY1664" fmla="*/ 2064095 h 3514679"/>
              <a:gd name="connsiteX1665" fmla="*/ 2273109 w 3708449"/>
              <a:gd name="connsiteY1665" fmla="*/ 2064095 h 3514679"/>
              <a:gd name="connsiteX1666" fmla="*/ 2289284 w 3708449"/>
              <a:gd name="connsiteY1666" fmla="*/ 2079457 h 3514679"/>
              <a:gd name="connsiteX1667" fmla="*/ 2273109 w 3708449"/>
              <a:gd name="connsiteY1667" fmla="*/ 2095516 h 3514679"/>
              <a:gd name="connsiteX1668" fmla="*/ 2257049 w 3708449"/>
              <a:gd name="connsiteY1668" fmla="*/ 2079457 h 3514679"/>
              <a:gd name="connsiteX1669" fmla="*/ 2273109 w 3708449"/>
              <a:gd name="connsiteY1669" fmla="*/ 2064095 h 3514679"/>
              <a:gd name="connsiteX1670" fmla="*/ 2208755 w 3708449"/>
              <a:gd name="connsiteY1670" fmla="*/ 2064095 h 3514679"/>
              <a:gd name="connsiteX1671" fmla="*/ 2224930 w 3708449"/>
              <a:gd name="connsiteY1671" fmla="*/ 2079457 h 3514679"/>
              <a:gd name="connsiteX1672" fmla="*/ 2208755 w 3708449"/>
              <a:gd name="connsiteY1672" fmla="*/ 2095516 h 3514679"/>
              <a:gd name="connsiteX1673" fmla="*/ 2192695 w 3708449"/>
              <a:gd name="connsiteY1673" fmla="*/ 2079457 h 3514679"/>
              <a:gd name="connsiteX1674" fmla="*/ 2208755 w 3708449"/>
              <a:gd name="connsiteY1674" fmla="*/ 2064095 h 3514679"/>
              <a:gd name="connsiteX1675" fmla="*/ 2144517 w 3708449"/>
              <a:gd name="connsiteY1675" fmla="*/ 2064095 h 3514679"/>
              <a:gd name="connsiteX1676" fmla="*/ 2160576 w 3708449"/>
              <a:gd name="connsiteY1676" fmla="*/ 2079457 h 3514679"/>
              <a:gd name="connsiteX1677" fmla="*/ 2144517 w 3708449"/>
              <a:gd name="connsiteY1677" fmla="*/ 2095516 h 3514679"/>
              <a:gd name="connsiteX1678" fmla="*/ 2128341 w 3708449"/>
              <a:gd name="connsiteY1678" fmla="*/ 2079457 h 3514679"/>
              <a:gd name="connsiteX1679" fmla="*/ 2144517 w 3708449"/>
              <a:gd name="connsiteY1679" fmla="*/ 2064095 h 3514679"/>
              <a:gd name="connsiteX1680" fmla="*/ 2080163 w 3708449"/>
              <a:gd name="connsiteY1680" fmla="*/ 2064095 h 3514679"/>
              <a:gd name="connsiteX1681" fmla="*/ 2095408 w 3708449"/>
              <a:gd name="connsiteY1681" fmla="*/ 2079457 h 3514679"/>
              <a:gd name="connsiteX1682" fmla="*/ 2080163 w 3708449"/>
              <a:gd name="connsiteY1682" fmla="*/ 2095516 h 3514679"/>
              <a:gd name="connsiteX1683" fmla="*/ 2064104 w 3708449"/>
              <a:gd name="connsiteY1683" fmla="*/ 2079457 h 3514679"/>
              <a:gd name="connsiteX1684" fmla="*/ 2080163 w 3708449"/>
              <a:gd name="connsiteY1684" fmla="*/ 2064095 h 3514679"/>
              <a:gd name="connsiteX1685" fmla="*/ 2014994 w 3708449"/>
              <a:gd name="connsiteY1685" fmla="*/ 2064095 h 3514679"/>
              <a:gd name="connsiteX1686" fmla="*/ 2031169 w 3708449"/>
              <a:gd name="connsiteY1686" fmla="*/ 2079457 h 3514679"/>
              <a:gd name="connsiteX1687" fmla="*/ 2014994 w 3708449"/>
              <a:gd name="connsiteY1687" fmla="*/ 2095516 h 3514679"/>
              <a:gd name="connsiteX1688" fmla="*/ 1998934 w 3708449"/>
              <a:gd name="connsiteY1688" fmla="*/ 2079457 h 3514679"/>
              <a:gd name="connsiteX1689" fmla="*/ 2014994 w 3708449"/>
              <a:gd name="connsiteY1689" fmla="*/ 2064095 h 3514679"/>
              <a:gd name="connsiteX1690" fmla="*/ 1950756 w 3708449"/>
              <a:gd name="connsiteY1690" fmla="*/ 2064095 h 3514679"/>
              <a:gd name="connsiteX1691" fmla="*/ 1966815 w 3708449"/>
              <a:gd name="connsiteY1691" fmla="*/ 2079457 h 3514679"/>
              <a:gd name="connsiteX1692" fmla="*/ 1950756 w 3708449"/>
              <a:gd name="connsiteY1692" fmla="*/ 2095516 h 3514679"/>
              <a:gd name="connsiteX1693" fmla="*/ 1934580 w 3708449"/>
              <a:gd name="connsiteY1693" fmla="*/ 2079457 h 3514679"/>
              <a:gd name="connsiteX1694" fmla="*/ 1950756 w 3708449"/>
              <a:gd name="connsiteY1694" fmla="*/ 2064095 h 3514679"/>
              <a:gd name="connsiteX1695" fmla="*/ 1886402 w 3708449"/>
              <a:gd name="connsiteY1695" fmla="*/ 2064095 h 3514679"/>
              <a:gd name="connsiteX1696" fmla="*/ 1902461 w 3708449"/>
              <a:gd name="connsiteY1696" fmla="*/ 2079457 h 3514679"/>
              <a:gd name="connsiteX1697" fmla="*/ 1886402 w 3708449"/>
              <a:gd name="connsiteY1697" fmla="*/ 2095516 h 3514679"/>
              <a:gd name="connsiteX1698" fmla="*/ 1870343 w 3708449"/>
              <a:gd name="connsiteY1698" fmla="*/ 2079457 h 3514679"/>
              <a:gd name="connsiteX1699" fmla="*/ 1886402 w 3708449"/>
              <a:gd name="connsiteY1699" fmla="*/ 2064095 h 3514679"/>
              <a:gd name="connsiteX1700" fmla="*/ 1822048 w 3708449"/>
              <a:gd name="connsiteY1700" fmla="*/ 2064095 h 3514679"/>
              <a:gd name="connsiteX1701" fmla="*/ 1838108 w 3708449"/>
              <a:gd name="connsiteY1701" fmla="*/ 2079457 h 3514679"/>
              <a:gd name="connsiteX1702" fmla="*/ 1822048 w 3708449"/>
              <a:gd name="connsiteY1702" fmla="*/ 2095516 h 3514679"/>
              <a:gd name="connsiteX1703" fmla="*/ 1805989 w 3708449"/>
              <a:gd name="connsiteY1703" fmla="*/ 2079457 h 3514679"/>
              <a:gd name="connsiteX1704" fmla="*/ 1822048 w 3708449"/>
              <a:gd name="connsiteY1704" fmla="*/ 2064095 h 3514679"/>
              <a:gd name="connsiteX1705" fmla="*/ 1756879 w 3708449"/>
              <a:gd name="connsiteY1705" fmla="*/ 2064095 h 3514679"/>
              <a:gd name="connsiteX1706" fmla="*/ 1773055 w 3708449"/>
              <a:gd name="connsiteY1706" fmla="*/ 2079457 h 3514679"/>
              <a:gd name="connsiteX1707" fmla="*/ 1756879 w 3708449"/>
              <a:gd name="connsiteY1707" fmla="*/ 2095516 h 3514679"/>
              <a:gd name="connsiteX1708" fmla="*/ 1741635 w 3708449"/>
              <a:gd name="connsiteY1708" fmla="*/ 2079457 h 3514679"/>
              <a:gd name="connsiteX1709" fmla="*/ 1756879 w 3708449"/>
              <a:gd name="connsiteY1709" fmla="*/ 2064095 h 3514679"/>
              <a:gd name="connsiteX1710" fmla="*/ 1692642 w 3708449"/>
              <a:gd name="connsiteY1710" fmla="*/ 2064095 h 3514679"/>
              <a:gd name="connsiteX1711" fmla="*/ 1708701 w 3708449"/>
              <a:gd name="connsiteY1711" fmla="*/ 2079457 h 3514679"/>
              <a:gd name="connsiteX1712" fmla="*/ 1692642 w 3708449"/>
              <a:gd name="connsiteY1712" fmla="*/ 2095516 h 3514679"/>
              <a:gd name="connsiteX1713" fmla="*/ 1676466 w 3708449"/>
              <a:gd name="connsiteY1713" fmla="*/ 2079457 h 3514679"/>
              <a:gd name="connsiteX1714" fmla="*/ 1692642 w 3708449"/>
              <a:gd name="connsiteY1714" fmla="*/ 2064095 h 3514679"/>
              <a:gd name="connsiteX1715" fmla="*/ 1628287 w 3708449"/>
              <a:gd name="connsiteY1715" fmla="*/ 2064095 h 3514679"/>
              <a:gd name="connsiteX1716" fmla="*/ 1644346 w 3708449"/>
              <a:gd name="connsiteY1716" fmla="*/ 2079457 h 3514679"/>
              <a:gd name="connsiteX1717" fmla="*/ 1628287 w 3708449"/>
              <a:gd name="connsiteY1717" fmla="*/ 2095516 h 3514679"/>
              <a:gd name="connsiteX1718" fmla="*/ 1612228 w 3708449"/>
              <a:gd name="connsiteY1718" fmla="*/ 2079457 h 3514679"/>
              <a:gd name="connsiteX1719" fmla="*/ 1628287 w 3708449"/>
              <a:gd name="connsiteY1719" fmla="*/ 2064095 h 3514679"/>
              <a:gd name="connsiteX1720" fmla="*/ 3305567 w 3708449"/>
              <a:gd name="connsiteY1720" fmla="*/ 1999042 h 3514679"/>
              <a:gd name="connsiteX1721" fmla="*/ 3321627 w 3708449"/>
              <a:gd name="connsiteY1721" fmla="*/ 2015102 h 3514679"/>
              <a:gd name="connsiteX1722" fmla="*/ 3305567 w 3708449"/>
              <a:gd name="connsiteY1722" fmla="*/ 2031162 h 3514679"/>
              <a:gd name="connsiteX1723" fmla="*/ 3289508 w 3708449"/>
              <a:gd name="connsiteY1723" fmla="*/ 2015102 h 3514679"/>
              <a:gd name="connsiteX1724" fmla="*/ 3305567 w 3708449"/>
              <a:gd name="connsiteY1724" fmla="*/ 1999042 h 3514679"/>
              <a:gd name="connsiteX1725" fmla="*/ 3241213 w 3708449"/>
              <a:gd name="connsiteY1725" fmla="*/ 1999042 h 3514679"/>
              <a:gd name="connsiteX1726" fmla="*/ 3256574 w 3708449"/>
              <a:gd name="connsiteY1726" fmla="*/ 2015102 h 3514679"/>
              <a:gd name="connsiteX1727" fmla="*/ 3241213 w 3708449"/>
              <a:gd name="connsiteY1727" fmla="*/ 2031162 h 3514679"/>
              <a:gd name="connsiteX1728" fmla="*/ 3225154 w 3708449"/>
              <a:gd name="connsiteY1728" fmla="*/ 2015102 h 3514679"/>
              <a:gd name="connsiteX1729" fmla="*/ 3241213 w 3708449"/>
              <a:gd name="connsiteY1729" fmla="*/ 1999042 h 3514679"/>
              <a:gd name="connsiteX1730" fmla="*/ 3176161 w 3708449"/>
              <a:gd name="connsiteY1730" fmla="*/ 1999042 h 3514679"/>
              <a:gd name="connsiteX1731" fmla="*/ 3192220 w 3708449"/>
              <a:gd name="connsiteY1731" fmla="*/ 2015102 h 3514679"/>
              <a:gd name="connsiteX1732" fmla="*/ 3176161 w 3708449"/>
              <a:gd name="connsiteY1732" fmla="*/ 2031162 h 3514679"/>
              <a:gd name="connsiteX1733" fmla="*/ 3160102 w 3708449"/>
              <a:gd name="connsiteY1733" fmla="*/ 2015102 h 3514679"/>
              <a:gd name="connsiteX1734" fmla="*/ 3176161 w 3708449"/>
              <a:gd name="connsiteY1734" fmla="*/ 1999042 h 3514679"/>
              <a:gd name="connsiteX1735" fmla="*/ 3111806 w 3708449"/>
              <a:gd name="connsiteY1735" fmla="*/ 1999042 h 3514679"/>
              <a:gd name="connsiteX1736" fmla="*/ 3127866 w 3708449"/>
              <a:gd name="connsiteY1736" fmla="*/ 2015102 h 3514679"/>
              <a:gd name="connsiteX1737" fmla="*/ 3111806 w 3708449"/>
              <a:gd name="connsiteY1737" fmla="*/ 2031162 h 3514679"/>
              <a:gd name="connsiteX1738" fmla="*/ 3095747 w 3708449"/>
              <a:gd name="connsiteY1738" fmla="*/ 2015102 h 3514679"/>
              <a:gd name="connsiteX1739" fmla="*/ 3111806 w 3708449"/>
              <a:gd name="connsiteY1739" fmla="*/ 1999042 h 3514679"/>
              <a:gd name="connsiteX1740" fmla="*/ 3047452 w 3708449"/>
              <a:gd name="connsiteY1740" fmla="*/ 1999042 h 3514679"/>
              <a:gd name="connsiteX1741" fmla="*/ 3063512 w 3708449"/>
              <a:gd name="connsiteY1741" fmla="*/ 2015102 h 3514679"/>
              <a:gd name="connsiteX1742" fmla="*/ 3047452 w 3708449"/>
              <a:gd name="connsiteY1742" fmla="*/ 2031162 h 3514679"/>
              <a:gd name="connsiteX1743" fmla="*/ 3031393 w 3708449"/>
              <a:gd name="connsiteY1743" fmla="*/ 2015102 h 3514679"/>
              <a:gd name="connsiteX1744" fmla="*/ 3047452 w 3708449"/>
              <a:gd name="connsiteY1744" fmla="*/ 1999042 h 3514679"/>
              <a:gd name="connsiteX1745" fmla="*/ 2983099 w 3708449"/>
              <a:gd name="connsiteY1745" fmla="*/ 1999042 h 3514679"/>
              <a:gd name="connsiteX1746" fmla="*/ 2999158 w 3708449"/>
              <a:gd name="connsiteY1746" fmla="*/ 2015102 h 3514679"/>
              <a:gd name="connsiteX1747" fmla="*/ 2983099 w 3708449"/>
              <a:gd name="connsiteY1747" fmla="*/ 2031162 h 3514679"/>
              <a:gd name="connsiteX1748" fmla="*/ 2967039 w 3708449"/>
              <a:gd name="connsiteY1748" fmla="*/ 2015102 h 3514679"/>
              <a:gd name="connsiteX1749" fmla="*/ 2983099 w 3708449"/>
              <a:gd name="connsiteY1749" fmla="*/ 1999042 h 3514679"/>
              <a:gd name="connsiteX1750" fmla="*/ 2918046 w 3708449"/>
              <a:gd name="connsiteY1750" fmla="*/ 1999042 h 3514679"/>
              <a:gd name="connsiteX1751" fmla="*/ 2934106 w 3708449"/>
              <a:gd name="connsiteY1751" fmla="*/ 2015102 h 3514679"/>
              <a:gd name="connsiteX1752" fmla="*/ 2918046 w 3708449"/>
              <a:gd name="connsiteY1752" fmla="*/ 2031162 h 3514679"/>
              <a:gd name="connsiteX1753" fmla="*/ 2902685 w 3708449"/>
              <a:gd name="connsiteY1753" fmla="*/ 2015102 h 3514679"/>
              <a:gd name="connsiteX1754" fmla="*/ 2918046 w 3708449"/>
              <a:gd name="connsiteY1754" fmla="*/ 1999042 h 3514679"/>
              <a:gd name="connsiteX1755" fmla="*/ 2853692 w 3708449"/>
              <a:gd name="connsiteY1755" fmla="*/ 1999042 h 3514679"/>
              <a:gd name="connsiteX1756" fmla="*/ 2869752 w 3708449"/>
              <a:gd name="connsiteY1756" fmla="*/ 2015102 h 3514679"/>
              <a:gd name="connsiteX1757" fmla="*/ 2853692 w 3708449"/>
              <a:gd name="connsiteY1757" fmla="*/ 2031162 h 3514679"/>
              <a:gd name="connsiteX1758" fmla="*/ 2837633 w 3708449"/>
              <a:gd name="connsiteY1758" fmla="*/ 2015102 h 3514679"/>
              <a:gd name="connsiteX1759" fmla="*/ 2853692 w 3708449"/>
              <a:gd name="connsiteY1759" fmla="*/ 1999042 h 3514679"/>
              <a:gd name="connsiteX1760" fmla="*/ 2789338 w 3708449"/>
              <a:gd name="connsiteY1760" fmla="*/ 1999042 h 3514679"/>
              <a:gd name="connsiteX1761" fmla="*/ 2805398 w 3708449"/>
              <a:gd name="connsiteY1761" fmla="*/ 2015102 h 3514679"/>
              <a:gd name="connsiteX1762" fmla="*/ 2789338 w 3708449"/>
              <a:gd name="connsiteY1762" fmla="*/ 2031162 h 3514679"/>
              <a:gd name="connsiteX1763" fmla="*/ 2773279 w 3708449"/>
              <a:gd name="connsiteY1763" fmla="*/ 2015102 h 3514679"/>
              <a:gd name="connsiteX1764" fmla="*/ 2789338 w 3708449"/>
              <a:gd name="connsiteY1764" fmla="*/ 1999042 h 3514679"/>
              <a:gd name="connsiteX1765" fmla="*/ 2724984 w 3708449"/>
              <a:gd name="connsiteY1765" fmla="*/ 1999042 h 3514679"/>
              <a:gd name="connsiteX1766" fmla="*/ 2741159 w 3708449"/>
              <a:gd name="connsiteY1766" fmla="*/ 2015102 h 3514679"/>
              <a:gd name="connsiteX1767" fmla="*/ 2724984 w 3708449"/>
              <a:gd name="connsiteY1767" fmla="*/ 2031162 h 3514679"/>
              <a:gd name="connsiteX1768" fmla="*/ 2708924 w 3708449"/>
              <a:gd name="connsiteY1768" fmla="*/ 2015102 h 3514679"/>
              <a:gd name="connsiteX1769" fmla="*/ 2724984 w 3708449"/>
              <a:gd name="connsiteY1769" fmla="*/ 1999042 h 3514679"/>
              <a:gd name="connsiteX1770" fmla="*/ 2660630 w 3708449"/>
              <a:gd name="connsiteY1770" fmla="*/ 1999042 h 3514679"/>
              <a:gd name="connsiteX1771" fmla="*/ 2675991 w 3708449"/>
              <a:gd name="connsiteY1771" fmla="*/ 2015102 h 3514679"/>
              <a:gd name="connsiteX1772" fmla="*/ 2660630 w 3708449"/>
              <a:gd name="connsiteY1772" fmla="*/ 2031162 h 3514679"/>
              <a:gd name="connsiteX1773" fmla="*/ 2644570 w 3708449"/>
              <a:gd name="connsiteY1773" fmla="*/ 2015102 h 3514679"/>
              <a:gd name="connsiteX1774" fmla="*/ 2660630 w 3708449"/>
              <a:gd name="connsiteY1774" fmla="*/ 1999042 h 3514679"/>
              <a:gd name="connsiteX1775" fmla="*/ 2595577 w 3708449"/>
              <a:gd name="connsiteY1775" fmla="*/ 1999042 h 3514679"/>
              <a:gd name="connsiteX1776" fmla="*/ 2611637 w 3708449"/>
              <a:gd name="connsiteY1776" fmla="*/ 2015102 h 3514679"/>
              <a:gd name="connsiteX1777" fmla="*/ 2595577 w 3708449"/>
              <a:gd name="connsiteY1777" fmla="*/ 2031162 h 3514679"/>
              <a:gd name="connsiteX1778" fmla="*/ 2579518 w 3708449"/>
              <a:gd name="connsiteY1778" fmla="*/ 2015102 h 3514679"/>
              <a:gd name="connsiteX1779" fmla="*/ 2595577 w 3708449"/>
              <a:gd name="connsiteY1779" fmla="*/ 1999042 h 3514679"/>
              <a:gd name="connsiteX1780" fmla="*/ 2531224 w 3708449"/>
              <a:gd name="connsiteY1780" fmla="*/ 1999042 h 3514679"/>
              <a:gd name="connsiteX1781" fmla="*/ 2547283 w 3708449"/>
              <a:gd name="connsiteY1781" fmla="*/ 2015102 h 3514679"/>
              <a:gd name="connsiteX1782" fmla="*/ 2531224 w 3708449"/>
              <a:gd name="connsiteY1782" fmla="*/ 2031162 h 3514679"/>
              <a:gd name="connsiteX1783" fmla="*/ 2515164 w 3708449"/>
              <a:gd name="connsiteY1783" fmla="*/ 2015102 h 3514679"/>
              <a:gd name="connsiteX1784" fmla="*/ 2531224 w 3708449"/>
              <a:gd name="connsiteY1784" fmla="*/ 1999042 h 3514679"/>
              <a:gd name="connsiteX1785" fmla="*/ 2466869 w 3708449"/>
              <a:gd name="connsiteY1785" fmla="*/ 1999042 h 3514679"/>
              <a:gd name="connsiteX1786" fmla="*/ 2483044 w 3708449"/>
              <a:gd name="connsiteY1786" fmla="*/ 2015102 h 3514679"/>
              <a:gd name="connsiteX1787" fmla="*/ 2466869 w 3708449"/>
              <a:gd name="connsiteY1787" fmla="*/ 2031162 h 3514679"/>
              <a:gd name="connsiteX1788" fmla="*/ 2450809 w 3708449"/>
              <a:gd name="connsiteY1788" fmla="*/ 2015102 h 3514679"/>
              <a:gd name="connsiteX1789" fmla="*/ 2466869 w 3708449"/>
              <a:gd name="connsiteY1789" fmla="*/ 1999042 h 3514679"/>
              <a:gd name="connsiteX1790" fmla="*/ 2402631 w 3708449"/>
              <a:gd name="connsiteY1790" fmla="*/ 1999042 h 3514679"/>
              <a:gd name="connsiteX1791" fmla="*/ 2418690 w 3708449"/>
              <a:gd name="connsiteY1791" fmla="*/ 2015102 h 3514679"/>
              <a:gd name="connsiteX1792" fmla="*/ 2402631 w 3708449"/>
              <a:gd name="connsiteY1792" fmla="*/ 2031162 h 3514679"/>
              <a:gd name="connsiteX1793" fmla="*/ 2386455 w 3708449"/>
              <a:gd name="connsiteY1793" fmla="*/ 2015102 h 3514679"/>
              <a:gd name="connsiteX1794" fmla="*/ 2402631 w 3708449"/>
              <a:gd name="connsiteY1794" fmla="*/ 1999042 h 3514679"/>
              <a:gd name="connsiteX1795" fmla="*/ 2337462 w 3708449"/>
              <a:gd name="connsiteY1795" fmla="*/ 1999042 h 3514679"/>
              <a:gd name="connsiteX1796" fmla="*/ 2353522 w 3708449"/>
              <a:gd name="connsiteY1796" fmla="*/ 2015102 h 3514679"/>
              <a:gd name="connsiteX1797" fmla="*/ 2337462 w 3708449"/>
              <a:gd name="connsiteY1797" fmla="*/ 2031162 h 3514679"/>
              <a:gd name="connsiteX1798" fmla="*/ 2322218 w 3708449"/>
              <a:gd name="connsiteY1798" fmla="*/ 2015102 h 3514679"/>
              <a:gd name="connsiteX1799" fmla="*/ 2337462 w 3708449"/>
              <a:gd name="connsiteY1799" fmla="*/ 1999042 h 3514679"/>
              <a:gd name="connsiteX1800" fmla="*/ 2273109 w 3708449"/>
              <a:gd name="connsiteY1800" fmla="*/ 1999042 h 3514679"/>
              <a:gd name="connsiteX1801" fmla="*/ 2289284 w 3708449"/>
              <a:gd name="connsiteY1801" fmla="*/ 2015102 h 3514679"/>
              <a:gd name="connsiteX1802" fmla="*/ 2273109 w 3708449"/>
              <a:gd name="connsiteY1802" fmla="*/ 2031162 h 3514679"/>
              <a:gd name="connsiteX1803" fmla="*/ 2257049 w 3708449"/>
              <a:gd name="connsiteY1803" fmla="*/ 2015102 h 3514679"/>
              <a:gd name="connsiteX1804" fmla="*/ 2273109 w 3708449"/>
              <a:gd name="connsiteY1804" fmla="*/ 1999042 h 3514679"/>
              <a:gd name="connsiteX1805" fmla="*/ 2208755 w 3708449"/>
              <a:gd name="connsiteY1805" fmla="*/ 1999042 h 3514679"/>
              <a:gd name="connsiteX1806" fmla="*/ 2224930 w 3708449"/>
              <a:gd name="connsiteY1806" fmla="*/ 2015102 h 3514679"/>
              <a:gd name="connsiteX1807" fmla="*/ 2208755 w 3708449"/>
              <a:gd name="connsiteY1807" fmla="*/ 2031162 h 3514679"/>
              <a:gd name="connsiteX1808" fmla="*/ 2192695 w 3708449"/>
              <a:gd name="connsiteY1808" fmla="*/ 2015102 h 3514679"/>
              <a:gd name="connsiteX1809" fmla="*/ 2208755 w 3708449"/>
              <a:gd name="connsiteY1809" fmla="*/ 1999042 h 3514679"/>
              <a:gd name="connsiteX1810" fmla="*/ 2144517 w 3708449"/>
              <a:gd name="connsiteY1810" fmla="*/ 1999042 h 3514679"/>
              <a:gd name="connsiteX1811" fmla="*/ 2160576 w 3708449"/>
              <a:gd name="connsiteY1811" fmla="*/ 2015102 h 3514679"/>
              <a:gd name="connsiteX1812" fmla="*/ 2144517 w 3708449"/>
              <a:gd name="connsiteY1812" fmla="*/ 2031162 h 3514679"/>
              <a:gd name="connsiteX1813" fmla="*/ 2128341 w 3708449"/>
              <a:gd name="connsiteY1813" fmla="*/ 2015102 h 3514679"/>
              <a:gd name="connsiteX1814" fmla="*/ 2144517 w 3708449"/>
              <a:gd name="connsiteY1814" fmla="*/ 1999042 h 3514679"/>
              <a:gd name="connsiteX1815" fmla="*/ 2080163 w 3708449"/>
              <a:gd name="connsiteY1815" fmla="*/ 1999042 h 3514679"/>
              <a:gd name="connsiteX1816" fmla="*/ 2095408 w 3708449"/>
              <a:gd name="connsiteY1816" fmla="*/ 2015102 h 3514679"/>
              <a:gd name="connsiteX1817" fmla="*/ 2080163 w 3708449"/>
              <a:gd name="connsiteY1817" fmla="*/ 2031162 h 3514679"/>
              <a:gd name="connsiteX1818" fmla="*/ 2064104 w 3708449"/>
              <a:gd name="connsiteY1818" fmla="*/ 2015102 h 3514679"/>
              <a:gd name="connsiteX1819" fmla="*/ 2080163 w 3708449"/>
              <a:gd name="connsiteY1819" fmla="*/ 1999042 h 3514679"/>
              <a:gd name="connsiteX1820" fmla="*/ 2014994 w 3708449"/>
              <a:gd name="connsiteY1820" fmla="*/ 1999042 h 3514679"/>
              <a:gd name="connsiteX1821" fmla="*/ 2031169 w 3708449"/>
              <a:gd name="connsiteY1821" fmla="*/ 2015102 h 3514679"/>
              <a:gd name="connsiteX1822" fmla="*/ 2014994 w 3708449"/>
              <a:gd name="connsiteY1822" fmla="*/ 2031162 h 3514679"/>
              <a:gd name="connsiteX1823" fmla="*/ 1998934 w 3708449"/>
              <a:gd name="connsiteY1823" fmla="*/ 2015102 h 3514679"/>
              <a:gd name="connsiteX1824" fmla="*/ 2014994 w 3708449"/>
              <a:gd name="connsiteY1824" fmla="*/ 1999042 h 3514679"/>
              <a:gd name="connsiteX1825" fmla="*/ 1950756 w 3708449"/>
              <a:gd name="connsiteY1825" fmla="*/ 1999042 h 3514679"/>
              <a:gd name="connsiteX1826" fmla="*/ 1966815 w 3708449"/>
              <a:gd name="connsiteY1826" fmla="*/ 2015102 h 3514679"/>
              <a:gd name="connsiteX1827" fmla="*/ 1950756 w 3708449"/>
              <a:gd name="connsiteY1827" fmla="*/ 2031162 h 3514679"/>
              <a:gd name="connsiteX1828" fmla="*/ 1934580 w 3708449"/>
              <a:gd name="connsiteY1828" fmla="*/ 2015102 h 3514679"/>
              <a:gd name="connsiteX1829" fmla="*/ 1950756 w 3708449"/>
              <a:gd name="connsiteY1829" fmla="*/ 1999042 h 3514679"/>
              <a:gd name="connsiteX1830" fmla="*/ 1886402 w 3708449"/>
              <a:gd name="connsiteY1830" fmla="*/ 1999042 h 3514679"/>
              <a:gd name="connsiteX1831" fmla="*/ 1902461 w 3708449"/>
              <a:gd name="connsiteY1831" fmla="*/ 2015102 h 3514679"/>
              <a:gd name="connsiteX1832" fmla="*/ 1886402 w 3708449"/>
              <a:gd name="connsiteY1832" fmla="*/ 2031162 h 3514679"/>
              <a:gd name="connsiteX1833" fmla="*/ 1870343 w 3708449"/>
              <a:gd name="connsiteY1833" fmla="*/ 2015102 h 3514679"/>
              <a:gd name="connsiteX1834" fmla="*/ 1886402 w 3708449"/>
              <a:gd name="connsiteY1834" fmla="*/ 1999042 h 3514679"/>
              <a:gd name="connsiteX1835" fmla="*/ 1822048 w 3708449"/>
              <a:gd name="connsiteY1835" fmla="*/ 1999042 h 3514679"/>
              <a:gd name="connsiteX1836" fmla="*/ 1838108 w 3708449"/>
              <a:gd name="connsiteY1836" fmla="*/ 2015102 h 3514679"/>
              <a:gd name="connsiteX1837" fmla="*/ 1822048 w 3708449"/>
              <a:gd name="connsiteY1837" fmla="*/ 2031162 h 3514679"/>
              <a:gd name="connsiteX1838" fmla="*/ 1805989 w 3708449"/>
              <a:gd name="connsiteY1838" fmla="*/ 2015102 h 3514679"/>
              <a:gd name="connsiteX1839" fmla="*/ 1822048 w 3708449"/>
              <a:gd name="connsiteY1839" fmla="*/ 1999042 h 3514679"/>
              <a:gd name="connsiteX1840" fmla="*/ 1756879 w 3708449"/>
              <a:gd name="connsiteY1840" fmla="*/ 1999042 h 3514679"/>
              <a:gd name="connsiteX1841" fmla="*/ 1773055 w 3708449"/>
              <a:gd name="connsiteY1841" fmla="*/ 2015102 h 3514679"/>
              <a:gd name="connsiteX1842" fmla="*/ 1756879 w 3708449"/>
              <a:gd name="connsiteY1842" fmla="*/ 2031162 h 3514679"/>
              <a:gd name="connsiteX1843" fmla="*/ 1741635 w 3708449"/>
              <a:gd name="connsiteY1843" fmla="*/ 2015102 h 3514679"/>
              <a:gd name="connsiteX1844" fmla="*/ 1756879 w 3708449"/>
              <a:gd name="connsiteY1844" fmla="*/ 1999042 h 3514679"/>
              <a:gd name="connsiteX1845" fmla="*/ 1692642 w 3708449"/>
              <a:gd name="connsiteY1845" fmla="*/ 1999042 h 3514679"/>
              <a:gd name="connsiteX1846" fmla="*/ 1708701 w 3708449"/>
              <a:gd name="connsiteY1846" fmla="*/ 2015102 h 3514679"/>
              <a:gd name="connsiteX1847" fmla="*/ 1692642 w 3708449"/>
              <a:gd name="connsiteY1847" fmla="*/ 2031162 h 3514679"/>
              <a:gd name="connsiteX1848" fmla="*/ 1676466 w 3708449"/>
              <a:gd name="connsiteY1848" fmla="*/ 2015102 h 3514679"/>
              <a:gd name="connsiteX1849" fmla="*/ 1692642 w 3708449"/>
              <a:gd name="connsiteY1849" fmla="*/ 1999042 h 3514679"/>
              <a:gd name="connsiteX1850" fmla="*/ 1628287 w 3708449"/>
              <a:gd name="connsiteY1850" fmla="*/ 1999042 h 3514679"/>
              <a:gd name="connsiteX1851" fmla="*/ 1644346 w 3708449"/>
              <a:gd name="connsiteY1851" fmla="*/ 2015102 h 3514679"/>
              <a:gd name="connsiteX1852" fmla="*/ 1628287 w 3708449"/>
              <a:gd name="connsiteY1852" fmla="*/ 2031162 h 3514679"/>
              <a:gd name="connsiteX1853" fmla="*/ 1612228 w 3708449"/>
              <a:gd name="connsiteY1853" fmla="*/ 2015102 h 3514679"/>
              <a:gd name="connsiteX1854" fmla="*/ 1628287 w 3708449"/>
              <a:gd name="connsiteY1854" fmla="*/ 1999042 h 3514679"/>
              <a:gd name="connsiteX1855" fmla="*/ 1563933 w 3708449"/>
              <a:gd name="connsiteY1855" fmla="*/ 1999042 h 3514679"/>
              <a:gd name="connsiteX1856" fmla="*/ 1579993 w 3708449"/>
              <a:gd name="connsiteY1856" fmla="*/ 2015102 h 3514679"/>
              <a:gd name="connsiteX1857" fmla="*/ 1563933 w 3708449"/>
              <a:gd name="connsiteY1857" fmla="*/ 2031162 h 3514679"/>
              <a:gd name="connsiteX1858" fmla="*/ 1547874 w 3708449"/>
              <a:gd name="connsiteY1858" fmla="*/ 2015102 h 3514679"/>
              <a:gd name="connsiteX1859" fmla="*/ 1563933 w 3708449"/>
              <a:gd name="connsiteY1859" fmla="*/ 1999042 h 3514679"/>
              <a:gd name="connsiteX1860" fmla="*/ 3305567 w 3708449"/>
              <a:gd name="connsiteY1860" fmla="*/ 1934688 h 3514679"/>
              <a:gd name="connsiteX1861" fmla="*/ 3321627 w 3708449"/>
              <a:gd name="connsiteY1861" fmla="*/ 1950748 h 3514679"/>
              <a:gd name="connsiteX1862" fmla="*/ 3305567 w 3708449"/>
              <a:gd name="connsiteY1862" fmla="*/ 1966808 h 3514679"/>
              <a:gd name="connsiteX1863" fmla="*/ 3289508 w 3708449"/>
              <a:gd name="connsiteY1863" fmla="*/ 1950748 h 3514679"/>
              <a:gd name="connsiteX1864" fmla="*/ 3305567 w 3708449"/>
              <a:gd name="connsiteY1864" fmla="*/ 1934688 h 3514679"/>
              <a:gd name="connsiteX1865" fmla="*/ 3241213 w 3708449"/>
              <a:gd name="connsiteY1865" fmla="*/ 1934688 h 3514679"/>
              <a:gd name="connsiteX1866" fmla="*/ 3256574 w 3708449"/>
              <a:gd name="connsiteY1866" fmla="*/ 1950748 h 3514679"/>
              <a:gd name="connsiteX1867" fmla="*/ 3241213 w 3708449"/>
              <a:gd name="connsiteY1867" fmla="*/ 1966808 h 3514679"/>
              <a:gd name="connsiteX1868" fmla="*/ 3225154 w 3708449"/>
              <a:gd name="connsiteY1868" fmla="*/ 1950748 h 3514679"/>
              <a:gd name="connsiteX1869" fmla="*/ 3241213 w 3708449"/>
              <a:gd name="connsiteY1869" fmla="*/ 1934688 h 3514679"/>
              <a:gd name="connsiteX1870" fmla="*/ 3176161 w 3708449"/>
              <a:gd name="connsiteY1870" fmla="*/ 1934688 h 3514679"/>
              <a:gd name="connsiteX1871" fmla="*/ 3192220 w 3708449"/>
              <a:gd name="connsiteY1871" fmla="*/ 1950748 h 3514679"/>
              <a:gd name="connsiteX1872" fmla="*/ 3176161 w 3708449"/>
              <a:gd name="connsiteY1872" fmla="*/ 1966808 h 3514679"/>
              <a:gd name="connsiteX1873" fmla="*/ 3160102 w 3708449"/>
              <a:gd name="connsiteY1873" fmla="*/ 1950748 h 3514679"/>
              <a:gd name="connsiteX1874" fmla="*/ 3176161 w 3708449"/>
              <a:gd name="connsiteY1874" fmla="*/ 1934688 h 3514679"/>
              <a:gd name="connsiteX1875" fmla="*/ 3111806 w 3708449"/>
              <a:gd name="connsiteY1875" fmla="*/ 1934688 h 3514679"/>
              <a:gd name="connsiteX1876" fmla="*/ 3127866 w 3708449"/>
              <a:gd name="connsiteY1876" fmla="*/ 1950748 h 3514679"/>
              <a:gd name="connsiteX1877" fmla="*/ 3111806 w 3708449"/>
              <a:gd name="connsiteY1877" fmla="*/ 1966808 h 3514679"/>
              <a:gd name="connsiteX1878" fmla="*/ 3095747 w 3708449"/>
              <a:gd name="connsiteY1878" fmla="*/ 1950748 h 3514679"/>
              <a:gd name="connsiteX1879" fmla="*/ 3111806 w 3708449"/>
              <a:gd name="connsiteY1879" fmla="*/ 1934688 h 3514679"/>
              <a:gd name="connsiteX1880" fmla="*/ 3047452 w 3708449"/>
              <a:gd name="connsiteY1880" fmla="*/ 1934688 h 3514679"/>
              <a:gd name="connsiteX1881" fmla="*/ 3063512 w 3708449"/>
              <a:gd name="connsiteY1881" fmla="*/ 1950748 h 3514679"/>
              <a:gd name="connsiteX1882" fmla="*/ 3047452 w 3708449"/>
              <a:gd name="connsiteY1882" fmla="*/ 1966808 h 3514679"/>
              <a:gd name="connsiteX1883" fmla="*/ 3031393 w 3708449"/>
              <a:gd name="connsiteY1883" fmla="*/ 1950748 h 3514679"/>
              <a:gd name="connsiteX1884" fmla="*/ 3047452 w 3708449"/>
              <a:gd name="connsiteY1884" fmla="*/ 1934688 h 3514679"/>
              <a:gd name="connsiteX1885" fmla="*/ 2983099 w 3708449"/>
              <a:gd name="connsiteY1885" fmla="*/ 1934688 h 3514679"/>
              <a:gd name="connsiteX1886" fmla="*/ 2999158 w 3708449"/>
              <a:gd name="connsiteY1886" fmla="*/ 1950748 h 3514679"/>
              <a:gd name="connsiteX1887" fmla="*/ 2983099 w 3708449"/>
              <a:gd name="connsiteY1887" fmla="*/ 1966808 h 3514679"/>
              <a:gd name="connsiteX1888" fmla="*/ 2967039 w 3708449"/>
              <a:gd name="connsiteY1888" fmla="*/ 1950748 h 3514679"/>
              <a:gd name="connsiteX1889" fmla="*/ 2983099 w 3708449"/>
              <a:gd name="connsiteY1889" fmla="*/ 1934688 h 3514679"/>
              <a:gd name="connsiteX1890" fmla="*/ 2918046 w 3708449"/>
              <a:gd name="connsiteY1890" fmla="*/ 1934688 h 3514679"/>
              <a:gd name="connsiteX1891" fmla="*/ 2934106 w 3708449"/>
              <a:gd name="connsiteY1891" fmla="*/ 1950748 h 3514679"/>
              <a:gd name="connsiteX1892" fmla="*/ 2918046 w 3708449"/>
              <a:gd name="connsiteY1892" fmla="*/ 1966808 h 3514679"/>
              <a:gd name="connsiteX1893" fmla="*/ 2902685 w 3708449"/>
              <a:gd name="connsiteY1893" fmla="*/ 1950748 h 3514679"/>
              <a:gd name="connsiteX1894" fmla="*/ 2918046 w 3708449"/>
              <a:gd name="connsiteY1894" fmla="*/ 1934688 h 3514679"/>
              <a:gd name="connsiteX1895" fmla="*/ 2853692 w 3708449"/>
              <a:gd name="connsiteY1895" fmla="*/ 1934688 h 3514679"/>
              <a:gd name="connsiteX1896" fmla="*/ 2869752 w 3708449"/>
              <a:gd name="connsiteY1896" fmla="*/ 1950748 h 3514679"/>
              <a:gd name="connsiteX1897" fmla="*/ 2853692 w 3708449"/>
              <a:gd name="connsiteY1897" fmla="*/ 1966808 h 3514679"/>
              <a:gd name="connsiteX1898" fmla="*/ 2837633 w 3708449"/>
              <a:gd name="connsiteY1898" fmla="*/ 1950748 h 3514679"/>
              <a:gd name="connsiteX1899" fmla="*/ 2853692 w 3708449"/>
              <a:gd name="connsiteY1899" fmla="*/ 1934688 h 3514679"/>
              <a:gd name="connsiteX1900" fmla="*/ 2789338 w 3708449"/>
              <a:gd name="connsiteY1900" fmla="*/ 1934688 h 3514679"/>
              <a:gd name="connsiteX1901" fmla="*/ 2805398 w 3708449"/>
              <a:gd name="connsiteY1901" fmla="*/ 1950748 h 3514679"/>
              <a:gd name="connsiteX1902" fmla="*/ 2789338 w 3708449"/>
              <a:gd name="connsiteY1902" fmla="*/ 1966808 h 3514679"/>
              <a:gd name="connsiteX1903" fmla="*/ 2773279 w 3708449"/>
              <a:gd name="connsiteY1903" fmla="*/ 1950748 h 3514679"/>
              <a:gd name="connsiteX1904" fmla="*/ 2789338 w 3708449"/>
              <a:gd name="connsiteY1904" fmla="*/ 1934688 h 3514679"/>
              <a:gd name="connsiteX1905" fmla="*/ 2724984 w 3708449"/>
              <a:gd name="connsiteY1905" fmla="*/ 1934688 h 3514679"/>
              <a:gd name="connsiteX1906" fmla="*/ 2741159 w 3708449"/>
              <a:gd name="connsiteY1906" fmla="*/ 1950748 h 3514679"/>
              <a:gd name="connsiteX1907" fmla="*/ 2724984 w 3708449"/>
              <a:gd name="connsiteY1907" fmla="*/ 1966808 h 3514679"/>
              <a:gd name="connsiteX1908" fmla="*/ 2708924 w 3708449"/>
              <a:gd name="connsiteY1908" fmla="*/ 1950748 h 3514679"/>
              <a:gd name="connsiteX1909" fmla="*/ 2724984 w 3708449"/>
              <a:gd name="connsiteY1909" fmla="*/ 1934688 h 3514679"/>
              <a:gd name="connsiteX1910" fmla="*/ 2660630 w 3708449"/>
              <a:gd name="connsiteY1910" fmla="*/ 1934688 h 3514679"/>
              <a:gd name="connsiteX1911" fmla="*/ 2675991 w 3708449"/>
              <a:gd name="connsiteY1911" fmla="*/ 1950748 h 3514679"/>
              <a:gd name="connsiteX1912" fmla="*/ 2660630 w 3708449"/>
              <a:gd name="connsiteY1912" fmla="*/ 1966808 h 3514679"/>
              <a:gd name="connsiteX1913" fmla="*/ 2644570 w 3708449"/>
              <a:gd name="connsiteY1913" fmla="*/ 1950748 h 3514679"/>
              <a:gd name="connsiteX1914" fmla="*/ 2660630 w 3708449"/>
              <a:gd name="connsiteY1914" fmla="*/ 1934688 h 3514679"/>
              <a:gd name="connsiteX1915" fmla="*/ 2595577 w 3708449"/>
              <a:gd name="connsiteY1915" fmla="*/ 1934688 h 3514679"/>
              <a:gd name="connsiteX1916" fmla="*/ 2611637 w 3708449"/>
              <a:gd name="connsiteY1916" fmla="*/ 1950748 h 3514679"/>
              <a:gd name="connsiteX1917" fmla="*/ 2595577 w 3708449"/>
              <a:gd name="connsiteY1917" fmla="*/ 1966808 h 3514679"/>
              <a:gd name="connsiteX1918" fmla="*/ 2579518 w 3708449"/>
              <a:gd name="connsiteY1918" fmla="*/ 1950748 h 3514679"/>
              <a:gd name="connsiteX1919" fmla="*/ 2595577 w 3708449"/>
              <a:gd name="connsiteY1919" fmla="*/ 1934688 h 3514679"/>
              <a:gd name="connsiteX1920" fmla="*/ 2531224 w 3708449"/>
              <a:gd name="connsiteY1920" fmla="*/ 1934688 h 3514679"/>
              <a:gd name="connsiteX1921" fmla="*/ 2547283 w 3708449"/>
              <a:gd name="connsiteY1921" fmla="*/ 1950748 h 3514679"/>
              <a:gd name="connsiteX1922" fmla="*/ 2531224 w 3708449"/>
              <a:gd name="connsiteY1922" fmla="*/ 1966808 h 3514679"/>
              <a:gd name="connsiteX1923" fmla="*/ 2515164 w 3708449"/>
              <a:gd name="connsiteY1923" fmla="*/ 1950748 h 3514679"/>
              <a:gd name="connsiteX1924" fmla="*/ 2531224 w 3708449"/>
              <a:gd name="connsiteY1924" fmla="*/ 1934688 h 3514679"/>
              <a:gd name="connsiteX1925" fmla="*/ 2466869 w 3708449"/>
              <a:gd name="connsiteY1925" fmla="*/ 1934688 h 3514679"/>
              <a:gd name="connsiteX1926" fmla="*/ 2483044 w 3708449"/>
              <a:gd name="connsiteY1926" fmla="*/ 1950748 h 3514679"/>
              <a:gd name="connsiteX1927" fmla="*/ 2466869 w 3708449"/>
              <a:gd name="connsiteY1927" fmla="*/ 1966808 h 3514679"/>
              <a:gd name="connsiteX1928" fmla="*/ 2450809 w 3708449"/>
              <a:gd name="connsiteY1928" fmla="*/ 1950748 h 3514679"/>
              <a:gd name="connsiteX1929" fmla="*/ 2466869 w 3708449"/>
              <a:gd name="connsiteY1929" fmla="*/ 1934688 h 3514679"/>
              <a:gd name="connsiteX1930" fmla="*/ 2402631 w 3708449"/>
              <a:gd name="connsiteY1930" fmla="*/ 1934688 h 3514679"/>
              <a:gd name="connsiteX1931" fmla="*/ 2418690 w 3708449"/>
              <a:gd name="connsiteY1931" fmla="*/ 1950748 h 3514679"/>
              <a:gd name="connsiteX1932" fmla="*/ 2402631 w 3708449"/>
              <a:gd name="connsiteY1932" fmla="*/ 1966808 h 3514679"/>
              <a:gd name="connsiteX1933" fmla="*/ 2386455 w 3708449"/>
              <a:gd name="connsiteY1933" fmla="*/ 1950748 h 3514679"/>
              <a:gd name="connsiteX1934" fmla="*/ 2402631 w 3708449"/>
              <a:gd name="connsiteY1934" fmla="*/ 1934688 h 3514679"/>
              <a:gd name="connsiteX1935" fmla="*/ 2337462 w 3708449"/>
              <a:gd name="connsiteY1935" fmla="*/ 1934688 h 3514679"/>
              <a:gd name="connsiteX1936" fmla="*/ 2353522 w 3708449"/>
              <a:gd name="connsiteY1936" fmla="*/ 1950748 h 3514679"/>
              <a:gd name="connsiteX1937" fmla="*/ 2337462 w 3708449"/>
              <a:gd name="connsiteY1937" fmla="*/ 1966808 h 3514679"/>
              <a:gd name="connsiteX1938" fmla="*/ 2322218 w 3708449"/>
              <a:gd name="connsiteY1938" fmla="*/ 1950748 h 3514679"/>
              <a:gd name="connsiteX1939" fmla="*/ 2337462 w 3708449"/>
              <a:gd name="connsiteY1939" fmla="*/ 1934688 h 3514679"/>
              <a:gd name="connsiteX1940" fmla="*/ 2273109 w 3708449"/>
              <a:gd name="connsiteY1940" fmla="*/ 1934688 h 3514679"/>
              <a:gd name="connsiteX1941" fmla="*/ 2289284 w 3708449"/>
              <a:gd name="connsiteY1941" fmla="*/ 1950748 h 3514679"/>
              <a:gd name="connsiteX1942" fmla="*/ 2273109 w 3708449"/>
              <a:gd name="connsiteY1942" fmla="*/ 1966808 h 3514679"/>
              <a:gd name="connsiteX1943" fmla="*/ 2257049 w 3708449"/>
              <a:gd name="connsiteY1943" fmla="*/ 1950748 h 3514679"/>
              <a:gd name="connsiteX1944" fmla="*/ 2273109 w 3708449"/>
              <a:gd name="connsiteY1944" fmla="*/ 1934688 h 3514679"/>
              <a:gd name="connsiteX1945" fmla="*/ 2208755 w 3708449"/>
              <a:gd name="connsiteY1945" fmla="*/ 1934688 h 3514679"/>
              <a:gd name="connsiteX1946" fmla="*/ 2224930 w 3708449"/>
              <a:gd name="connsiteY1946" fmla="*/ 1950748 h 3514679"/>
              <a:gd name="connsiteX1947" fmla="*/ 2208755 w 3708449"/>
              <a:gd name="connsiteY1947" fmla="*/ 1966808 h 3514679"/>
              <a:gd name="connsiteX1948" fmla="*/ 2192695 w 3708449"/>
              <a:gd name="connsiteY1948" fmla="*/ 1950748 h 3514679"/>
              <a:gd name="connsiteX1949" fmla="*/ 2208755 w 3708449"/>
              <a:gd name="connsiteY1949" fmla="*/ 1934688 h 3514679"/>
              <a:gd name="connsiteX1950" fmla="*/ 2144517 w 3708449"/>
              <a:gd name="connsiteY1950" fmla="*/ 1934688 h 3514679"/>
              <a:gd name="connsiteX1951" fmla="*/ 2160576 w 3708449"/>
              <a:gd name="connsiteY1951" fmla="*/ 1950748 h 3514679"/>
              <a:gd name="connsiteX1952" fmla="*/ 2144517 w 3708449"/>
              <a:gd name="connsiteY1952" fmla="*/ 1966808 h 3514679"/>
              <a:gd name="connsiteX1953" fmla="*/ 2128341 w 3708449"/>
              <a:gd name="connsiteY1953" fmla="*/ 1950748 h 3514679"/>
              <a:gd name="connsiteX1954" fmla="*/ 2144517 w 3708449"/>
              <a:gd name="connsiteY1954" fmla="*/ 1934688 h 3514679"/>
              <a:gd name="connsiteX1955" fmla="*/ 2080163 w 3708449"/>
              <a:gd name="connsiteY1955" fmla="*/ 1934688 h 3514679"/>
              <a:gd name="connsiteX1956" fmla="*/ 2095408 w 3708449"/>
              <a:gd name="connsiteY1956" fmla="*/ 1950748 h 3514679"/>
              <a:gd name="connsiteX1957" fmla="*/ 2080163 w 3708449"/>
              <a:gd name="connsiteY1957" fmla="*/ 1966808 h 3514679"/>
              <a:gd name="connsiteX1958" fmla="*/ 2064104 w 3708449"/>
              <a:gd name="connsiteY1958" fmla="*/ 1950748 h 3514679"/>
              <a:gd name="connsiteX1959" fmla="*/ 2080163 w 3708449"/>
              <a:gd name="connsiteY1959" fmla="*/ 1934688 h 3514679"/>
              <a:gd name="connsiteX1960" fmla="*/ 2014994 w 3708449"/>
              <a:gd name="connsiteY1960" fmla="*/ 1934688 h 3514679"/>
              <a:gd name="connsiteX1961" fmla="*/ 2031169 w 3708449"/>
              <a:gd name="connsiteY1961" fmla="*/ 1950748 h 3514679"/>
              <a:gd name="connsiteX1962" fmla="*/ 2014994 w 3708449"/>
              <a:gd name="connsiteY1962" fmla="*/ 1966808 h 3514679"/>
              <a:gd name="connsiteX1963" fmla="*/ 1998934 w 3708449"/>
              <a:gd name="connsiteY1963" fmla="*/ 1950748 h 3514679"/>
              <a:gd name="connsiteX1964" fmla="*/ 2014994 w 3708449"/>
              <a:gd name="connsiteY1964" fmla="*/ 1934688 h 3514679"/>
              <a:gd name="connsiteX1965" fmla="*/ 1950756 w 3708449"/>
              <a:gd name="connsiteY1965" fmla="*/ 1934688 h 3514679"/>
              <a:gd name="connsiteX1966" fmla="*/ 1966815 w 3708449"/>
              <a:gd name="connsiteY1966" fmla="*/ 1950748 h 3514679"/>
              <a:gd name="connsiteX1967" fmla="*/ 1950756 w 3708449"/>
              <a:gd name="connsiteY1967" fmla="*/ 1966808 h 3514679"/>
              <a:gd name="connsiteX1968" fmla="*/ 1934580 w 3708449"/>
              <a:gd name="connsiteY1968" fmla="*/ 1950748 h 3514679"/>
              <a:gd name="connsiteX1969" fmla="*/ 1950756 w 3708449"/>
              <a:gd name="connsiteY1969" fmla="*/ 1934688 h 3514679"/>
              <a:gd name="connsiteX1970" fmla="*/ 1886402 w 3708449"/>
              <a:gd name="connsiteY1970" fmla="*/ 1934688 h 3514679"/>
              <a:gd name="connsiteX1971" fmla="*/ 1902461 w 3708449"/>
              <a:gd name="connsiteY1971" fmla="*/ 1950748 h 3514679"/>
              <a:gd name="connsiteX1972" fmla="*/ 1886402 w 3708449"/>
              <a:gd name="connsiteY1972" fmla="*/ 1966808 h 3514679"/>
              <a:gd name="connsiteX1973" fmla="*/ 1870343 w 3708449"/>
              <a:gd name="connsiteY1973" fmla="*/ 1950748 h 3514679"/>
              <a:gd name="connsiteX1974" fmla="*/ 1886402 w 3708449"/>
              <a:gd name="connsiteY1974" fmla="*/ 1934688 h 3514679"/>
              <a:gd name="connsiteX1975" fmla="*/ 1822048 w 3708449"/>
              <a:gd name="connsiteY1975" fmla="*/ 1934688 h 3514679"/>
              <a:gd name="connsiteX1976" fmla="*/ 1838108 w 3708449"/>
              <a:gd name="connsiteY1976" fmla="*/ 1950748 h 3514679"/>
              <a:gd name="connsiteX1977" fmla="*/ 1822048 w 3708449"/>
              <a:gd name="connsiteY1977" fmla="*/ 1966808 h 3514679"/>
              <a:gd name="connsiteX1978" fmla="*/ 1805989 w 3708449"/>
              <a:gd name="connsiteY1978" fmla="*/ 1950748 h 3514679"/>
              <a:gd name="connsiteX1979" fmla="*/ 1822048 w 3708449"/>
              <a:gd name="connsiteY1979" fmla="*/ 1934688 h 3514679"/>
              <a:gd name="connsiteX1980" fmla="*/ 1756879 w 3708449"/>
              <a:gd name="connsiteY1980" fmla="*/ 1934688 h 3514679"/>
              <a:gd name="connsiteX1981" fmla="*/ 1773055 w 3708449"/>
              <a:gd name="connsiteY1981" fmla="*/ 1950748 h 3514679"/>
              <a:gd name="connsiteX1982" fmla="*/ 1756879 w 3708449"/>
              <a:gd name="connsiteY1982" fmla="*/ 1966808 h 3514679"/>
              <a:gd name="connsiteX1983" fmla="*/ 1741635 w 3708449"/>
              <a:gd name="connsiteY1983" fmla="*/ 1950748 h 3514679"/>
              <a:gd name="connsiteX1984" fmla="*/ 1756879 w 3708449"/>
              <a:gd name="connsiteY1984" fmla="*/ 1934688 h 3514679"/>
              <a:gd name="connsiteX1985" fmla="*/ 1692642 w 3708449"/>
              <a:gd name="connsiteY1985" fmla="*/ 1934688 h 3514679"/>
              <a:gd name="connsiteX1986" fmla="*/ 1708701 w 3708449"/>
              <a:gd name="connsiteY1986" fmla="*/ 1950748 h 3514679"/>
              <a:gd name="connsiteX1987" fmla="*/ 1692642 w 3708449"/>
              <a:gd name="connsiteY1987" fmla="*/ 1966808 h 3514679"/>
              <a:gd name="connsiteX1988" fmla="*/ 1676466 w 3708449"/>
              <a:gd name="connsiteY1988" fmla="*/ 1950748 h 3514679"/>
              <a:gd name="connsiteX1989" fmla="*/ 1692642 w 3708449"/>
              <a:gd name="connsiteY1989" fmla="*/ 1934688 h 3514679"/>
              <a:gd name="connsiteX1990" fmla="*/ 1628287 w 3708449"/>
              <a:gd name="connsiteY1990" fmla="*/ 1934688 h 3514679"/>
              <a:gd name="connsiteX1991" fmla="*/ 1644346 w 3708449"/>
              <a:gd name="connsiteY1991" fmla="*/ 1950748 h 3514679"/>
              <a:gd name="connsiteX1992" fmla="*/ 1628287 w 3708449"/>
              <a:gd name="connsiteY1992" fmla="*/ 1966808 h 3514679"/>
              <a:gd name="connsiteX1993" fmla="*/ 1612228 w 3708449"/>
              <a:gd name="connsiteY1993" fmla="*/ 1950748 h 3514679"/>
              <a:gd name="connsiteX1994" fmla="*/ 1628287 w 3708449"/>
              <a:gd name="connsiteY1994" fmla="*/ 1934688 h 3514679"/>
              <a:gd name="connsiteX1995" fmla="*/ 1563933 w 3708449"/>
              <a:gd name="connsiteY1995" fmla="*/ 1934688 h 3514679"/>
              <a:gd name="connsiteX1996" fmla="*/ 1579993 w 3708449"/>
              <a:gd name="connsiteY1996" fmla="*/ 1950748 h 3514679"/>
              <a:gd name="connsiteX1997" fmla="*/ 1563933 w 3708449"/>
              <a:gd name="connsiteY1997" fmla="*/ 1966808 h 3514679"/>
              <a:gd name="connsiteX1998" fmla="*/ 1547874 w 3708449"/>
              <a:gd name="connsiteY1998" fmla="*/ 1950748 h 3514679"/>
              <a:gd name="connsiteX1999" fmla="*/ 1563933 w 3708449"/>
              <a:gd name="connsiteY1999" fmla="*/ 1934688 h 3514679"/>
              <a:gd name="connsiteX2000" fmla="*/ 1499579 w 3708449"/>
              <a:gd name="connsiteY2000" fmla="*/ 1934688 h 3514679"/>
              <a:gd name="connsiteX2001" fmla="*/ 1514940 w 3708449"/>
              <a:gd name="connsiteY2001" fmla="*/ 1950748 h 3514679"/>
              <a:gd name="connsiteX2002" fmla="*/ 1499579 w 3708449"/>
              <a:gd name="connsiteY2002" fmla="*/ 1966808 h 3514679"/>
              <a:gd name="connsiteX2003" fmla="*/ 1483520 w 3708449"/>
              <a:gd name="connsiteY2003" fmla="*/ 1950748 h 3514679"/>
              <a:gd name="connsiteX2004" fmla="*/ 1499579 w 3708449"/>
              <a:gd name="connsiteY2004" fmla="*/ 1934688 h 3514679"/>
              <a:gd name="connsiteX2005" fmla="*/ 3369921 w 3708449"/>
              <a:gd name="connsiteY2005" fmla="*/ 1870335 h 3514679"/>
              <a:gd name="connsiteX2006" fmla="*/ 3385981 w 3708449"/>
              <a:gd name="connsiteY2006" fmla="*/ 1886394 h 3514679"/>
              <a:gd name="connsiteX2007" fmla="*/ 3369921 w 3708449"/>
              <a:gd name="connsiteY2007" fmla="*/ 1902454 h 3514679"/>
              <a:gd name="connsiteX2008" fmla="*/ 3353862 w 3708449"/>
              <a:gd name="connsiteY2008" fmla="*/ 1886394 h 3514679"/>
              <a:gd name="connsiteX2009" fmla="*/ 3369921 w 3708449"/>
              <a:gd name="connsiteY2009" fmla="*/ 1870335 h 3514679"/>
              <a:gd name="connsiteX2010" fmla="*/ 3305567 w 3708449"/>
              <a:gd name="connsiteY2010" fmla="*/ 1870335 h 3514679"/>
              <a:gd name="connsiteX2011" fmla="*/ 3321627 w 3708449"/>
              <a:gd name="connsiteY2011" fmla="*/ 1886394 h 3514679"/>
              <a:gd name="connsiteX2012" fmla="*/ 3305567 w 3708449"/>
              <a:gd name="connsiteY2012" fmla="*/ 1902454 h 3514679"/>
              <a:gd name="connsiteX2013" fmla="*/ 3289508 w 3708449"/>
              <a:gd name="connsiteY2013" fmla="*/ 1886394 h 3514679"/>
              <a:gd name="connsiteX2014" fmla="*/ 3305567 w 3708449"/>
              <a:gd name="connsiteY2014" fmla="*/ 1870335 h 3514679"/>
              <a:gd name="connsiteX2015" fmla="*/ 3241213 w 3708449"/>
              <a:gd name="connsiteY2015" fmla="*/ 1870335 h 3514679"/>
              <a:gd name="connsiteX2016" fmla="*/ 3256574 w 3708449"/>
              <a:gd name="connsiteY2016" fmla="*/ 1886394 h 3514679"/>
              <a:gd name="connsiteX2017" fmla="*/ 3241213 w 3708449"/>
              <a:gd name="connsiteY2017" fmla="*/ 1902454 h 3514679"/>
              <a:gd name="connsiteX2018" fmla="*/ 3225154 w 3708449"/>
              <a:gd name="connsiteY2018" fmla="*/ 1886394 h 3514679"/>
              <a:gd name="connsiteX2019" fmla="*/ 3241213 w 3708449"/>
              <a:gd name="connsiteY2019" fmla="*/ 1870335 h 3514679"/>
              <a:gd name="connsiteX2020" fmla="*/ 3176161 w 3708449"/>
              <a:gd name="connsiteY2020" fmla="*/ 1870335 h 3514679"/>
              <a:gd name="connsiteX2021" fmla="*/ 3192220 w 3708449"/>
              <a:gd name="connsiteY2021" fmla="*/ 1886394 h 3514679"/>
              <a:gd name="connsiteX2022" fmla="*/ 3176161 w 3708449"/>
              <a:gd name="connsiteY2022" fmla="*/ 1902454 h 3514679"/>
              <a:gd name="connsiteX2023" fmla="*/ 3160102 w 3708449"/>
              <a:gd name="connsiteY2023" fmla="*/ 1886394 h 3514679"/>
              <a:gd name="connsiteX2024" fmla="*/ 3176161 w 3708449"/>
              <a:gd name="connsiteY2024" fmla="*/ 1870335 h 3514679"/>
              <a:gd name="connsiteX2025" fmla="*/ 3111806 w 3708449"/>
              <a:gd name="connsiteY2025" fmla="*/ 1870335 h 3514679"/>
              <a:gd name="connsiteX2026" fmla="*/ 3127866 w 3708449"/>
              <a:gd name="connsiteY2026" fmla="*/ 1886394 h 3514679"/>
              <a:gd name="connsiteX2027" fmla="*/ 3111806 w 3708449"/>
              <a:gd name="connsiteY2027" fmla="*/ 1902454 h 3514679"/>
              <a:gd name="connsiteX2028" fmla="*/ 3095747 w 3708449"/>
              <a:gd name="connsiteY2028" fmla="*/ 1886394 h 3514679"/>
              <a:gd name="connsiteX2029" fmla="*/ 3111806 w 3708449"/>
              <a:gd name="connsiteY2029" fmla="*/ 1870335 h 3514679"/>
              <a:gd name="connsiteX2030" fmla="*/ 3047452 w 3708449"/>
              <a:gd name="connsiteY2030" fmla="*/ 1870335 h 3514679"/>
              <a:gd name="connsiteX2031" fmla="*/ 3063512 w 3708449"/>
              <a:gd name="connsiteY2031" fmla="*/ 1886394 h 3514679"/>
              <a:gd name="connsiteX2032" fmla="*/ 3047452 w 3708449"/>
              <a:gd name="connsiteY2032" fmla="*/ 1902454 h 3514679"/>
              <a:gd name="connsiteX2033" fmla="*/ 3031393 w 3708449"/>
              <a:gd name="connsiteY2033" fmla="*/ 1886394 h 3514679"/>
              <a:gd name="connsiteX2034" fmla="*/ 3047452 w 3708449"/>
              <a:gd name="connsiteY2034" fmla="*/ 1870335 h 3514679"/>
              <a:gd name="connsiteX2035" fmla="*/ 2983099 w 3708449"/>
              <a:gd name="connsiteY2035" fmla="*/ 1870335 h 3514679"/>
              <a:gd name="connsiteX2036" fmla="*/ 2999158 w 3708449"/>
              <a:gd name="connsiteY2036" fmla="*/ 1886394 h 3514679"/>
              <a:gd name="connsiteX2037" fmla="*/ 2983099 w 3708449"/>
              <a:gd name="connsiteY2037" fmla="*/ 1902454 h 3514679"/>
              <a:gd name="connsiteX2038" fmla="*/ 2967039 w 3708449"/>
              <a:gd name="connsiteY2038" fmla="*/ 1886394 h 3514679"/>
              <a:gd name="connsiteX2039" fmla="*/ 2983099 w 3708449"/>
              <a:gd name="connsiteY2039" fmla="*/ 1870335 h 3514679"/>
              <a:gd name="connsiteX2040" fmla="*/ 2918046 w 3708449"/>
              <a:gd name="connsiteY2040" fmla="*/ 1870335 h 3514679"/>
              <a:gd name="connsiteX2041" fmla="*/ 2934106 w 3708449"/>
              <a:gd name="connsiteY2041" fmla="*/ 1886394 h 3514679"/>
              <a:gd name="connsiteX2042" fmla="*/ 2918046 w 3708449"/>
              <a:gd name="connsiteY2042" fmla="*/ 1902454 h 3514679"/>
              <a:gd name="connsiteX2043" fmla="*/ 2902685 w 3708449"/>
              <a:gd name="connsiteY2043" fmla="*/ 1886394 h 3514679"/>
              <a:gd name="connsiteX2044" fmla="*/ 2918046 w 3708449"/>
              <a:gd name="connsiteY2044" fmla="*/ 1870335 h 3514679"/>
              <a:gd name="connsiteX2045" fmla="*/ 2853692 w 3708449"/>
              <a:gd name="connsiteY2045" fmla="*/ 1870335 h 3514679"/>
              <a:gd name="connsiteX2046" fmla="*/ 2869752 w 3708449"/>
              <a:gd name="connsiteY2046" fmla="*/ 1886394 h 3514679"/>
              <a:gd name="connsiteX2047" fmla="*/ 2853692 w 3708449"/>
              <a:gd name="connsiteY2047" fmla="*/ 1902454 h 3514679"/>
              <a:gd name="connsiteX2048" fmla="*/ 2837633 w 3708449"/>
              <a:gd name="connsiteY2048" fmla="*/ 1886394 h 3514679"/>
              <a:gd name="connsiteX2049" fmla="*/ 2853692 w 3708449"/>
              <a:gd name="connsiteY2049" fmla="*/ 1870335 h 3514679"/>
              <a:gd name="connsiteX2050" fmla="*/ 2789338 w 3708449"/>
              <a:gd name="connsiteY2050" fmla="*/ 1870335 h 3514679"/>
              <a:gd name="connsiteX2051" fmla="*/ 2805398 w 3708449"/>
              <a:gd name="connsiteY2051" fmla="*/ 1886394 h 3514679"/>
              <a:gd name="connsiteX2052" fmla="*/ 2789338 w 3708449"/>
              <a:gd name="connsiteY2052" fmla="*/ 1902454 h 3514679"/>
              <a:gd name="connsiteX2053" fmla="*/ 2773279 w 3708449"/>
              <a:gd name="connsiteY2053" fmla="*/ 1886394 h 3514679"/>
              <a:gd name="connsiteX2054" fmla="*/ 2789338 w 3708449"/>
              <a:gd name="connsiteY2054" fmla="*/ 1870335 h 3514679"/>
              <a:gd name="connsiteX2055" fmla="*/ 2724984 w 3708449"/>
              <a:gd name="connsiteY2055" fmla="*/ 1870335 h 3514679"/>
              <a:gd name="connsiteX2056" fmla="*/ 2741159 w 3708449"/>
              <a:gd name="connsiteY2056" fmla="*/ 1886394 h 3514679"/>
              <a:gd name="connsiteX2057" fmla="*/ 2724984 w 3708449"/>
              <a:gd name="connsiteY2057" fmla="*/ 1902454 h 3514679"/>
              <a:gd name="connsiteX2058" fmla="*/ 2708924 w 3708449"/>
              <a:gd name="connsiteY2058" fmla="*/ 1886394 h 3514679"/>
              <a:gd name="connsiteX2059" fmla="*/ 2724984 w 3708449"/>
              <a:gd name="connsiteY2059" fmla="*/ 1870335 h 3514679"/>
              <a:gd name="connsiteX2060" fmla="*/ 2660630 w 3708449"/>
              <a:gd name="connsiteY2060" fmla="*/ 1870335 h 3514679"/>
              <a:gd name="connsiteX2061" fmla="*/ 2675991 w 3708449"/>
              <a:gd name="connsiteY2061" fmla="*/ 1886394 h 3514679"/>
              <a:gd name="connsiteX2062" fmla="*/ 2660630 w 3708449"/>
              <a:gd name="connsiteY2062" fmla="*/ 1902454 h 3514679"/>
              <a:gd name="connsiteX2063" fmla="*/ 2644570 w 3708449"/>
              <a:gd name="connsiteY2063" fmla="*/ 1886394 h 3514679"/>
              <a:gd name="connsiteX2064" fmla="*/ 2660630 w 3708449"/>
              <a:gd name="connsiteY2064" fmla="*/ 1870335 h 3514679"/>
              <a:gd name="connsiteX2065" fmla="*/ 2595577 w 3708449"/>
              <a:gd name="connsiteY2065" fmla="*/ 1870335 h 3514679"/>
              <a:gd name="connsiteX2066" fmla="*/ 2611637 w 3708449"/>
              <a:gd name="connsiteY2066" fmla="*/ 1886394 h 3514679"/>
              <a:gd name="connsiteX2067" fmla="*/ 2595577 w 3708449"/>
              <a:gd name="connsiteY2067" fmla="*/ 1902454 h 3514679"/>
              <a:gd name="connsiteX2068" fmla="*/ 2579518 w 3708449"/>
              <a:gd name="connsiteY2068" fmla="*/ 1886394 h 3514679"/>
              <a:gd name="connsiteX2069" fmla="*/ 2595577 w 3708449"/>
              <a:gd name="connsiteY2069" fmla="*/ 1870335 h 3514679"/>
              <a:gd name="connsiteX2070" fmla="*/ 2531224 w 3708449"/>
              <a:gd name="connsiteY2070" fmla="*/ 1870335 h 3514679"/>
              <a:gd name="connsiteX2071" fmla="*/ 2547283 w 3708449"/>
              <a:gd name="connsiteY2071" fmla="*/ 1886394 h 3514679"/>
              <a:gd name="connsiteX2072" fmla="*/ 2531224 w 3708449"/>
              <a:gd name="connsiteY2072" fmla="*/ 1902454 h 3514679"/>
              <a:gd name="connsiteX2073" fmla="*/ 2515164 w 3708449"/>
              <a:gd name="connsiteY2073" fmla="*/ 1886394 h 3514679"/>
              <a:gd name="connsiteX2074" fmla="*/ 2531224 w 3708449"/>
              <a:gd name="connsiteY2074" fmla="*/ 1870335 h 3514679"/>
              <a:gd name="connsiteX2075" fmla="*/ 2466869 w 3708449"/>
              <a:gd name="connsiteY2075" fmla="*/ 1870335 h 3514679"/>
              <a:gd name="connsiteX2076" fmla="*/ 2483044 w 3708449"/>
              <a:gd name="connsiteY2076" fmla="*/ 1886394 h 3514679"/>
              <a:gd name="connsiteX2077" fmla="*/ 2466869 w 3708449"/>
              <a:gd name="connsiteY2077" fmla="*/ 1902454 h 3514679"/>
              <a:gd name="connsiteX2078" fmla="*/ 2450809 w 3708449"/>
              <a:gd name="connsiteY2078" fmla="*/ 1886394 h 3514679"/>
              <a:gd name="connsiteX2079" fmla="*/ 2466869 w 3708449"/>
              <a:gd name="connsiteY2079" fmla="*/ 1870335 h 3514679"/>
              <a:gd name="connsiteX2080" fmla="*/ 2402631 w 3708449"/>
              <a:gd name="connsiteY2080" fmla="*/ 1870335 h 3514679"/>
              <a:gd name="connsiteX2081" fmla="*/ 2418690 w 3708449"/>
              <a:gd name="connsiteY2081" fmla="*/ 1886394 h 3514679"/>
              <a:gd name="connsiteX2082" fmla="*/ 2402631 w 3708449"/>
              <a:gd name="connsiteY2082" fmla="*/ 1902454 h 3514679"/>
              <a:gd name="connsiteX2083" fmla="*/ 2386455 w 3708449"/>
              <a:gd name="connsiteY2083" fmla="*/ 1886394 h 3514679"/>
              <a:gd name="connsiteX2084" fmla="*/ 2402631 w 3708449"/>
              <a:gd name="connsiteY2084" fmla="*/ 1870335 h 3514679"/>
              <a:gd name="connsiteX2085" fmla="*/ 2337462 w 3708449"/>
              <a:gd name="connsiteY2085" fmla="*/ 1870335 h 3514679"/>
              <a:gd name="connsiteX2086" fmla="*/ 2353522 w 3708449"/>
              <a:gd name="connsiteY2086" fmla="*/ 1886394 h 3514679"/>
              <a:gd name="connsiteX2087" fmla="*/ 2337462 w 3708449"/>
              <a:gd name="connsiteY2087" fmla="*/ 1902454 h 3514679"/>
              <a:gd name="connsiteX2088" fmla="*/ 2322218 w 3708449"/>
              <a:gd name="connsiteY2088" fmla="*/ 1886394 h 3514679"/>
              <a:gd name="connsiteX2089" fmla="*/ 2337462 w 3708449"/>
              <a:gd name="connsiteY2089" fmla="*/ 1870335 h 3514679"/>
              <a:gd name="connsiteX2090" fmla="*/ 2273109 w 3708449"/>
              <a:gd name="connsiteY2090" fmla="*/ 1870335 h 3514679"/>
              <a:gd name="connsiteX2091" fmla="*/ 2289284 w 3708449"/>
              <a:gd name="connsiteY2091" fmla="*/ 1886394 h 3514679"/>
              <a:gd name="connsiteX2092" fmla="*/ 2273109 w 3708449"/>
              <a:gd name="connsiteY2092" fmla="*/ 1902454 h 3514679"/>
              <a:gd name="connsiteX2093" fmla="*/ 2257049 w 3708449"/>
              <a:gd name="connsiteY2093" fmla="*/ 1886394 h 3514679"/>
              <a:gd name="connsiteX2094" fmla="*/ 2273109 w 3708449"/>
              <a:gd name="connsiteY2094" fmla="*/ 1870335 h 3514679"/>
              <a:gd name="connsiteX2095" fmla="*/ 2208755 w 3708449"/>
              <a:gd name="connsiteY2095" fmla="*/ 1870335 h 3514679"/>
              <a:gd name="connsiteX2096" fmla="*/ 2224930 w 3708449"/>
              <a:gd name="connsiteY2096" fmla="*/ 1886394 h 3514679"/>
              <a:gd name="connsiteX2097" fmla="*/ 2208755 w 3708449"/>
              <a:gd name="connsiteY2097" fmla="*/ 1902454 h 3514679"/>
              <a:gd name="connsiteX2098" fmla="*/ 2192695 w 3708449"/>
              <a:gd name="connsiteY2098" fmla="*/ 1886394 h 3514679"/>
              <a:gd name="connsiteX2099" fmla="*/ 2208755 w 3708449"/>
              <a:gd name="connsiteY2099" fmla="*/ 1870335 h 3514679"/>
              <a:gd name="connsiteX2100" fmla="*/ 2144517 w 3708449"/>
              <a:gd name="connsiteY2100" fmla="*/ 1870335 h 3514679"/>
              <a:gd name="connsiteX2101" fmla="*/ 2160576 w 3708449"/>
              <a:gd name="connsiteY2101" fmla="*/ 1886394 h 3514679"/>
              <a:gd name="connsiteX2102" fmla="*/ 2144517 w 3708449"/>
              <a:gd name="connsiteY2102" fmla="*/ 1902454 h 3514679"/>
              <a:gd name="connsiteX2103" fmla="*/ 2128341 w 3708449"/>
              <a:gd name="connsiteY2103" fmla="*/ 1886394 h 3514679"/>
              <a:gd name="connsiteX2104" fmla="*/ 2144517 w 3708449"/>
              <a:gd name="connsiteY2104" fmla="*/ 1870335 h 3514679"/>
              <a:gd name="connsiteX2105" fmla="*/ 2080163 w 3708449"/>
              <a:gd name="connsiteY2105" fmla="*/ 1870335 h 3514679"/>
              <a:gd name="connsiteX2106" fmla="*/ 2095408 w 3708449"/>
              <a:gd name="connsiteY2106" fmla="*/ 1886394 h 3514679"/>
              <a:gd name="connsiteX2107" fmla="*/ 2080163 w 3708449"/>
              <a:gd name="connsiteY2107" fmla="*/ 1902454 h 3514679"/>
              <a:gd name="connsiteX2108" fmla="*/ 2064104 w 3708449"/>
              <a:gd name="connsiteY2108" fmla="*/ 1886394 h 3514679"/>
              <a:gd name="connsiteX2109" fmla="*/ 2080163 w 3708449"/>
              <a:gd name="connsiteY2109" fmla="*/ 1870335 h 3514679"/>
              <a:gd name="connsiteX2110" fmla="*/ 2014994 w 3708449"/>
              <a:gd name="connsiteY2110" fmla="*/ 1870335 h 3514679"/>
              <a:gd name="connsiteX2111" fmla="*/ 2031169 w 3708449"/>
              <a:gd name="connsiteY2111" fmla="*/ 1886394 h 3514679"/>
              <a:gd name="connsiteX2112" fmla="*/ 2014994 w 3708449"/>
              <a:gd name="connsiteY2112" fmla="*/ 1902454 h 3514679"/>
              <a:gd name="connsiteX2113" fmla="*/ 1998934 w 3708449"/>
              <a:gd name="connsiteY2113" fmla="*/ 1886394 h 3514679"/>
              <a:gd name="connsiteX2114" fmla="*/ 2014994 w 3708449"/>
              <a:gd name="connsiteY2114" fmla="*/ 1870335 h 3514679"/>
              <a:gd name="connsiteX2115" fmla="*/ 1950756 w 3708449"/>
              <a:gd name="connsiteY2115" fmla="*/ 1870335 h 3514679"/>
              <a:gd name="connsiteX2116" fmla="*/ 1966815 w 3708449"/>
              <a:gd name="connsiteY2116" fmla="*/ 1886394 h 3514679"/>
              <a:gd name="connsiteX2117" fmla="*/ 1950756 w 3708449"/>
              <a:gd name="connsiteY2117" fmla="*/ 1902454 h 3514679"/>
              <a:gd name="connsiteX2118" fmla="*/ 1934580 w 3708449"/>
              <a:gd name="connsiteY2118" fmla="*/ 1886394 h 3514679"/>
              <a:gd name="connsiteX2119" fmla="*/ 1950756 w 3708449"/>
              <a:gd name="connsiteY2119" fmla="*/ 1870335 h 3514679"/>
              <a:gd name="connsiteX2120" fmla="*/ 1886402 w 3708449"/>
              <a:gd name="connsiteY2120" fmla="*/ 1870335 h 3514679"/>
              <a:gd name="connsiteX2121" fmla="*/ 1902461 w 3708449"/>
              <a:gd name="connsiteY2121" fmla="*/ 1886394 h 3514679"/>
              <a:gd name="connsiteX2122" fmla="*/ 1886402 w 3708449"/>
              <a:gd name="connsiteY2122" fmla="*/ 1902454 h 3514679"/>
              <a:gd name="connsiteX2123" fmla="*/ 1870343 w 3708449"/>
              <a:gd name="connsiteY2123" fmla="*/ 1886394 h 3514679"/>
              <a:gd name="connsiteX2124" fmla="*/ 1886402 w 3708449"/>
              <a:gd name="connsiteY2124" fmla="*/ 1870335 h 3514679"/>
              <a:gd name="connsiteX2125" fmla="*/ 1822048 w 3708449"/>
              <a:gd name="connsiteY2125" fmla="*/ 1870335 h 3514679"/>
              <a:gd name="connsiteX2126" fmla="*/ 1838108 w 3708449"/>
              <a:gd name="connsiteY2126" fmla="*/ 1886394 h 3514679"/>
              <a:gd name="connsiteX2127" fmla="*/ 1822048 w 3708449"/>
              <a:gd name="connsiteY2127" fmla="*/ 1902454 h 3514679"/>
              <a:gd name="connsiteX2128" fmla="*/ 1805989 w 3708449"/>
              <a:gd name="connsiteY2128" fmla="*/ 1886394 h 3514679"/>
              <a:gd name="connsiteX2129" fmla="*/ 1822048 w 3708449"/>
              <a:gd name="connsiteY2129" fmla="*/ 1870335 h 3514679"/>
              <a:gd name="connsiteX2130" fmla="*/ 1756879 w 3708449"/>
              <a:gd name="connsiteY2130" fmla="*/ 1870335 h 3514679"/>
              <a:gd name="connsiteX2131" fmla="*/ 1773055 w 3708449"/>
              <a:gd name="connsiteY2131" fmla="*/ 1886394 h 3514679"/>
              <a:gd name="connsiteX2132" fmla="*/ 1756879 w 3708449"/>
              <a:gd name="connsiteY2132" fmla="*/ 1902454 h 3514679"/>
              <a:gd name="connsiteX2133" fmla="*/ 1741635 w 3708449"/>
              <a:gd name="connsiteY2133" fmla="*/ 1886394 h 3514679"/>
              <a:gd name="connsiteX2134" fmla="*/ 1756879 w 3708449"/>
              <a:gd name="connsiteY2134" fmla="*/ 1870335 h 3514679"/>
              <a:gd name="connsiteX2135" fmla="*/ 1692642 w 3708449"/>
              <a:gd name="connsiteY2135" fmla="*/ 1870335 h 3514679"/>
              <a:gd name="connsiteX2136" fmla="*/ 1708701 w 3708449"/>
              <a:gd name="connsiteY2136" fmla="*/ 1886394 h 3514679"/>
              <a:gd name="connsiteX2137" fmla="*/ 1692642 w 3708449"/>
              <a:gd name="connsiteY2137" fmla="*/ 1902454 h 3514679"/>
              <a:gd name="connsiteX2138" fmla="*/ 1676466 w 3708449"/>
              <a:gd name="connsiteY2138" fmla="*/ 1886394 h 3514679"/>
              <a:gd name="connsiteX2139" fmla="*/ 1692642 w 3708449"/>
              <a:gd name="connsiteY2139" fmla="*/ 1870335 h 3514679"/>
              <a:gd name="connsiteX2140" fmla="*/ 1628287 w 3708449"/>
              <a:gd name="connsiteY2140" fmla="*/ 1870335 h 3514679"/>
              <a:gd name="connsiteX2141" fmla="*/ 1644346 w 3708449"/>
              <a:gd name="connsiteY2141" fmla="*/ 1886394 h 3514679"/>
              <a:gd name="connsiteX2142" fmla="*/ 1628287 w 3708449"/>
              <a:gd name="connsiteY2142" fmla="*/ 1902454 h 3514679"/>
              <a:gd name="connsiteX2143" fmla="*/ 1612228 w 3708449"/>
              <a:gd name="connsiteY2143" fmla="*/ 1886394 h 3514679"/>
              <a:gd name="connsiteX2144" fmla="*/ 1628287 w 3708449"/>
              <a:gd name="connsiteY2144" fmla="*/ 1870335 h 3514679"/>
              <a:gd name="connsiteX2145" fmla="*/ 1563933 w 3708449"/>
              <a:gd name="connsiteY2145" fmla="*/ 1870335 h 3514679"/>
              <a:gd name="connsiteX2146" fmla="*/ 1579993 w 3708449"/>
              <a:gd name="connsiteY2146" fmla="*/ 1886394 h 3514679"/>
              <a:gd name="connsiteX2147" fmla="*/ 1563933 w 3708449"/>
              <a:gd name="connsiteY2147" fmla="*/ 1902454 h 3514679"/>
              <a:gd name="connsiteX2148" fmla="*/ 1547874 w 3708449"/>
              <a:gd name="connsiteY2148" fmla="*/ 1886394 h 3514679"/>
              <a:gd name="connsiteX2149" fmla="*/ 1563933 w 3708449"/>
              <a:gd name="connsiteY2149" fmla="*/ 1870335 h 3514679"/>
              <a:gd name="connsiteX2150" fmla="*/ 1499579 w 3708449"/>
              <a:gd name="connsiteY2150" fmla="*/ 1870335 h 3514679"/>
              <a:gd name="connsiteX2151" fmla="*/ 1514940 w 3708449"/>
              <a:gd name="connsiteY2151" fmla="*/ 1886394 h 3514679"/>
              <a:gd name="connsiteX2152" fmla="*/ 1499579 w 3708449"/>
              <a:gd name="connsiteY2152" fmla="*/ 1902454 h 3514679"/>
              <a:gd name="connsiteX2153" fmla="*/ 1483520 w 3708449"/>
              <a:gd name="connsiteY2153" fmla="*/ 1886394 h 3514679"/>
              <a:gd name="connsiteX2154" fmla="*/ 1499579 w 3708449"/>
              <a:gd name="connsiteY2154" fmla="*/ 1870335 h 3514679"/>
              <a:gd name="connsiteX2155" fmla="*/ 1434527 w 3708449"/>
              <a:gd name="connsiteY2155" fmla="*/ 1870335 h 3514679"/>
              <a:gd name="connsiteX2156" fmla="*/ 1450586 w 3708449"/>
              <a:gd name="connsiteY2156" fmla="*/ 1886394 h 3514679"/>
              <a:gd name="connsiteX2157" fmla="*/ 1434527 w 3708449"/>
              <a:gd name="connsiteY2157" fmla="*/ 1902454 h 3514679"/>
              <a:gd name="connsiteX2158" fmla="*/ 1418351 w 3708449"/>
              <a:gd name="connsiteY2158" fmla="*/ 1886394 h 3514679"/>
              <a:gd name="connsiteX2159" fmla="*/ 1434527 w 3708449"/>
              <a:gd name="connsiteY2159" fmla="*/ 1870335 h 3514679"/>
              <a:gd name="connsiteX2160" fmla="*/ 1370173 w 3708449"/>
              <a:gd name="connsiteY2160" fmla="*/ 1870335 h 3514679"/>
              <a:gd name="connsiteX2161" fmla="*/ 1386233 w 3708449"/>
              <a:gd name="connsiteY2161" fmla="*/ 1886394 h 3514679"/>
              <a:gd name="connsiteX2162" fmla="*/ 1370173 w 3708449"/>
              <a:gd name="connsiteY2162" fmla="*/ 1902454 h 3514679"/>
              <a:gd name="connsiteX2163" fmla="*/ 1354114 w 3708449"/>
              <a:gd name="connsiteY2163" fmla="*/ 1886394 h 3514679"/>
              <a:gd name="connsiteX2164" fmla="*/ 1370173 w 3708449"/>
              <a:gd name="connsiteY2164" fmla="*/ 1870335 h 3514679"/>
              <a:gd name="connsiteX2165" fmla="*/ 3369921 w 3708449"/>
              <a:gd name="connsiteY2165" fmla="*/ 1805981 h 3514679"/>
              <a:gd name="connsiteX2166" fmla="*/ 3385981 w 3708449"/>
              <a:gd name="connsiteY2166" fmla="*/ 1822040 h 3514679"/>
              <a:gd name="connsiteX2167" fmla="*/ 3369921 w 3708449"/>
              <a:gd name="connsiteY2167" fmla="*/ 1838216 h 3514679"/>
              <a:gd name="connsiteX2168" fmla="*/ 3353862 w 3708449"/>
              <a:gd name="connsiteY2168" fmla="*/ 1822040 h 3514679"/>
              <a:gd name="connsiteX2169" fmla="*/ 3369921 w 3708449"/>
              <a:gd name="connsiteY2169" fmla="*/ 1805981 h 3514679"/>
              <a:gd name="connsiteX2170" fmla="*/ 3305567 w 3708449"/>
              <a:gd name="connsiteY2170" fmla="*/ 1805981 h 3514679"/>
              <a:gd name="connsiteX2171" fmla="*/ 3321627 w 3708449"/>
              <a:gd name="connsiteY2171" fmla="*/ 1822040 h 3514679"/>
              <a:gd name="connsiteX2172" fmla="*/ 3305567 w 3708449"/>
              <a:gd name="connsiteY2172" fmla="*/ 1838216 h 3514679"/>
              <a:gd name="connsiteX2173" fmla="*/ 3289508 w 3708449"/>
              <a:gd name="connsiteY2173" fmla="*/ 1822040 h 3514679"/>
              <a:gd name="connsiteX2174" fmla="*/ 3305567 w 3708449"/>
              <a:gd name="connsiteY2174" fmla="*/ 1805981 h 3514679"/>
              <a:gd name="connsiteX2175" fmla="*/ 3241213 w 3708449"/>
              <a:gd name="connsiteY2175" fmla="*/ 1805981 h 3514679"/>
              <a:gd name="connsiteX2176" fmla="*/ 3256574 w 3708449"/>
              <a:gd name="connsiteY2176" fmla="*/ 1822040 h 3514679"/>
              <a:gd name="connsiteX2177" fmla="*/ 3241213 w 3708449"/>
              <a:gd name="connsiteY2177" fmla="*/ 1838216 h 3514679"/>
              <a:gd name="connsiteX2178" fmla="*/ 3225154 w 3708449"/>
              <a:gd name="connsiteY2178" fmla="*/ 1822040 h 3514679"/>
              <a:gd name="connsiteX2179" fmla="*/ 3241213 w 3708449"/>
              <a:gd name="connsiteY2179" fmla="*/ 1805981 h 3514679"/>
              <a:gd name="connsiteX2180" fmla="*/ 3176161 w 3708449"/>
              <a:gd name="connsiteY2180" fmla="*/ 1805981 h 3514679"/>
              <a:gd name="connsiteX2181" fmla="*/ 3192220 w 3708449"/>
              <a:gd name="connsiteY2181" fmla="*/ 1822040 h 3514679"/>
              <a:gd name="connsiteX2182" fmla="*/ 3176161 w 3708449"/>
              <a:gd name="connsiteY2182" fmla="*/ 1838216 h 3514679"/>
              <a:gd name="connsiteX2183" fmla="*/ 3160102 w 3708449"/>
              <a:gd name="connsiteY2183" fmla="*/ 1822040 h 3514679"/>
              <a:gd name="connsiteX2184" fmla="*/ 3176161 w 3708449"/>
              <a:gd name="connsiteY2184" fmla="*/ 1805981 h 3514679"/>
              <a:gd name="connsiteX2185" fmla="*/ 3111806 w 3708449"/>
              <a:gd name="connsiteY2185" fmla="*/ 1805981 h 3514679"/>
              <a:gd name="connsiteX2186" fmla="*/ 3127866 w 3708449"/>
              <a:gd name="connsiteY2186" fmla="*/ 1822040 h 3514679"/>
              <a:gd name="connsiteX2187" fmla="*/ 3111806 w 3708449"/>
              <a:gd name="connsiteY2187" fmla="*/ 1838216 h 3514679"/>
              <a:gd name="connsiteX2188" fmla="*/ 3095747 w 3708449"/>
              <a:gd name="connsiteY2188" fmla="*/ 1822040 h 3514679"/>
              <a:gd name="connsiteX2189" fmla="*/ 3111806 w 3708449"/>
              <a:gd name="connsiteY2189" fmla="*/ 1805981 h 3514679"/>
              <a:gd name="connsiteX2190" fmla="*/ 3047452 w 3708449"/>
              <a:gd name="connsiteY2190" fmla="*/ 1805981 h 3514679"/>
              <a:gd name="connsiteX2191" fmla="*/ 3063512 w 3708449"/>
              <a:gd name="connsiteY2191" fmla="*/ 1822040 h 3514679"/>
              <a:gd name="connsiteX2192" fmla="*/ 3047452 w 3708449"/>
              <a:gd name="connsiteY2192" fmla="*/ 1838216 h 3514679"/>
              <a:gd name="connsiteX2193" fmla="*/ 3031393 w 3708449"/>
              <a:gd name="connsiteY2193" fmla="*/ 1822040 h 3514679"/>
              <a:gd name="connsiteX2194" fmla="*/ 3047452 w 3708449"/>
              <a:gd name="connsiteY2194" fmla="*/ 1805981 h 3514679"/>
              <a:gd name="connsiteX2195" fmla="*/ 2983099 w 3708449"/>
              <a:gd name="connsiteY2195" fmla="*/ 1805981 h 3514679"/>
              <a:gd name="connsiteX2196" fmla="*/ 2999158 w 3708449"/>
              <a:gd name="connsiteY2196" fmla="*/ 1822040 h 3514679"/>
              <a:gd name="connsiteX2197" fmla="*/ 2983099 w 3708449"/>
              <a:gd name="connsiteY2197" fmla="*/ 1838216 h 3514679"/>
              <a:gd name="connsiteX2198" fmla="*/ 2967039 w 3708449"/>
              <a:gd name="connsiteY2198" fmla="*/ 1822040 h 3514679"/>
              <a:gd name="connsiteX2199" fmla="*/ 2983099 w 3708449"/>
              <a:gd name="connsiteY2199" fmla="*/ 1805981 h 3514679"/>
              <a:gd name="connsiteX2200" fmla="*/ 2918046 w 3708449"/>
              <a:gd name="connsiteY2200" fmla="*/ 1805981 h 3514679"/>
              <a:gd name="connsiteX2201" fmla="*/ 2934106 w 3708449"/>
              <a:gd name="connsiteY2201" fmla="*/ 1822040 h 3514679"/>
              <a:gd name="connsiteX2202" fmla="*/ 2918046 w 3708449"/>
              <a:gd name="connsiteY2202" fmla="*/ 1838216 h 3514679"/>
              <a:gd name="connsiteX2203" fmla="*/ 2902685 w 3708449"/>
              <a:gd name="connsiteY2203" fmla="*/ 1822040 h 3514679"/>
              <a:gd name="connsiteX2204" fmla="*/ 2918046 w 3708449"/>
              <a:gd name="connsiteY2204" fmla="*/ 1805981 h 3514679"/>
              <a:gd name="connsiteX2205" fmla="*/ 2853692 w 3708449"/>
              <a:gd name="connsiteY2205" fmla="*/ 1805981 h 3514679"/>
              <a:gd name="connsiteX2206" fmla="*/ 2869752 w 3708449"/>
              <a:gd name="connsiteY2206" fmla="*/ 1822040 h 3514679"/>
              <a:gd name="connsiteX2207" fmla="*/ 2853692 w 3708449"/>
              <a:gd name="connsiteY2207" fmla="*/ 1838216 h 3514679"/>
              <a:gd name="connsiteX2208" fmla="*/ 2837633 w 3708449"/>
              <a:gd name="connsiteY2208" fmla="*/ 1822040 h 3514679"/>
              <a:gd name="connsiteX2209" fmla="*/ 2853692 w 3708449"/>
              <a:gd name="connsiteY2209" fmla="*/ 1805981 h 3514679"/>
              <a:gd name="connsiteX2210" fmla="*/ 2789338 w 3708449"/>
              <a:gd name="connsiteY2210" fmla="*/ 1805981 h 3514679"/>
              <a:gd name="connsiteX2211" fmla="*/ 2805398 w 3708449"/>
              <a:gd name="connsiteY2211" fmla="*/ 1822040 h 3514679"/>
              <a:gd name="connsiteX2212" fmla="*/ 2789338 w 3708449"/>
              <a:gd name="connsiteY2212" fmla="*/ 1838216 h 3514679"/>
              <a:gd name="connsiteX2213" fmla="*/ 2773279 w 3708449"/>
              <a:gd name="connsiteY2213" fmla="*/ 1822040 h 3514679"/>
              <a:gd name="connsiteX2214" fmla="*/ 2789338 w 3708449"/>
              <a:gd name="connsiteY2214" fmla="*/ 1805981 h 3514679"/>
              <a:gd name="connsiteX2215" fmla="*/ 2724984 w 3708449"/>
              <a:gd name="connsiteY2215" fmla="*/ 1805981 h 3514679"/>
              <a:gd name="connsiteX2216" fmla="*/ 2741159 w 3708449"/>
              <a:gd name="connsiteY2216" fmla="*/ 1822040 h 3514679"/>
              <a:gd name="connsiteX2217" fmla="*/ 2724984 w 3708449"/>
              <a:gd name="connsiteY2217" fmla="*/ 1838216 h 3514679"/>
              <a:gd name="connsiteX2218" fmla="*/ 2708924 w 3708449"/>
              <a:gd name="connsiteY2218" fmla="*/ 1822040 h 3514679"/>
              <a:gd name="connsiteX2219" fmla="*/ 2724984 w 3708449"/>
              <a:gd name="connsiteY2219" fmla="*/ 1805981 h 3514679"/>
              <a:gd name="connsiteX2220" fmla="*/ 2660630 w 3708449"/>
              <a:gd name="connsiteY2220" fmla="*/ 1805981 h 3514679"/>
              <a:gd name="connsiteX2221" fmla="*/ 2675991 w 3708449"/>
              <a:gd name="connsiteY2221" fmla="*/ 1822040 h 3514679"/>
              <a:gd name="connsiteX2222" fmla="*/ 2660630 w 3708449"/>
              <a:gd name="connsiteY2222" fmla="*/ 1838216 h 3514679"/>
              <a:gd name="connsiteX2223" fmla="*/ 2644570 w 3708449"/>
              <a:gd name="connsiteY2223" fmla="*/ 1822040 h 3514679"/>
              <a:gd name="connsiteX2224" fmla="*/ 2660630 w 3708449"/>
              <a:gd name="connsiteY2224" fmla="*/ 1805981 h 3514679"/>
              <a:gd name="connsiteX2225" fmla="*/ 2595577 w 3708449"/>
              <a:gd name="connsiteY2225" fmla="*/ 1805981 h 3514679"/>
              <a:gd name="connsiteX2226" fmla="*/ 2611637 w 3708449"/>
              <a:gd name="connsiteY2226" fmla="*/ 1822040 h 3514679"/>
              <a:gd name="connsiteX2227" fmla="*/ 2595577 w 3708449"/>
              <a:gd name="connsiteY2227" fmla="*/ 1838216 h 3514679"/>
              <a:gd name="connsiteX2228" fmla="*/ 2579518 w 3708449"/>
              <a:gd name="connsiteY2228" fmla="*/ 1822040 h 3514679"/>
              <a:gd name="connsiteX2229" fmla="*/ 2595577 w 3708449"/>
              <a:gd name="connsiteY2229" fmla="*/ 1805981 h 3514679"/>
              <a:gd name="connsiteX2230" fmla="*/ 2531224 w 3708449"/>
              <a:gd name="connsiteY2230" fmla="*/ 1805981 h 3514679"/>
              <a:gd name="connsiteX2231" fmla="*/ 2547283 w 3708449"/>
              <a:gd name="connsiteY2231" fmla="*/ 1822040 h 3514679"/>
              <a:gd name="connsiteX2232" fmla="*/ 2531224 w 3708449"/>
              <a:gd name="connsiteY2232" fmla="*/ 1838216 h 3514679"/>
              <a:gd name="connsiteX2233" fmla="*/ 2515164 w 3708449"/>
              <a:gd name="connsiteY2233" fmla="*/ 1822040 h 3514679"/>
              <a:gd name="connsiteX2234" fmla="*/ 2531224 w 3708449"/>
              <a:gd name="connsiteY2234" fmla="*/ 1805981 h 3514679"/>
              <a:gd name="connsiteX2235" fmla="*/ 2466869 w 3708449"/>
              <a:gd name="connsiteY2235" fmla="*/ 1805981 h 3514679"/>
              <a:gd name="connsiteX2236" fmla="*/ 2483044 w 3708449"/>
              <a:gd name="connsiteY2236" fmla="*/ 1822040 h 3514679"/>
              <a:gd name="connsiteX2237" fmla="*/ 2466869 w 3708449"/>
              <a:gd name="connsiteY2237" fmla="*/ 1838216 h 3514679"/>
              <a:gd name="connsiteX2238" fmla="*/ 2450809 w 3708449"/>
              <a:gd name="connsiteY2238" fmla="*/ 1822040 h 3514679"/>
              <a:gd name="connsiteX2239" fmla="*/ 2466869 w 3708449"/>
              <a:gd name="connsiteY2239" fmla="*/ 1805981 h 3514679"/>
              <a:gd name="connsiteX2240" fmla="*/ 2402631 w 3708449"/>
              <a:gd name="connsiteY2240" fmla="*/ 1805981 h 3514679"/>
              <a:gd name="connsiteX2241" fmla="*/ 2418690 w 3708449"/>
              <a:gd name="connsiteY2241" fmla="*/ 1822040 h 3514679"/>
              <a:gd name="connsiteX2242" fmla="*/ 2402631 w 3708449"/>
              <a:gd name="connsiteY2242" fmla="*/ 1838216 h 3514679"/>
              <a:gd name="connsiteX2243" fmla="*/ 2386455 w 3708449"/>
              <a:gd name="connsiteY2243" fmla="*/ 1822040 h 3514679"/>
              <a:gd name="connsiteX2244" fmla="*/ 2402631 w 3708449"/>
              <a:gd name="connsiteY2244" fmla="*/ 1805981 h 3514679"/>
              <a:gd name="connsiteX2245" fmla="*/ 2337462 w 3708449"/>
              <a:gd name="connsiteY2245" fmla="*/ 1805981 h 3514679"/>
              <a:gd name="connsiteX2246" fmla="*/ 2353522 w 3708449"/>
              <a:gd name="connsiteY2246" fmla="*/ 1822040 h 3514679"/>
              <a:gd name="connsiteX2247" fmla="*/ 2337462 w 3708449"/>
              <a:gd name="connsiteY2247" fmla="*/ 1838216 h 3514679"/>
              <a:gd name="connsiteX2248" fmla="*/ 2322218 w 3708449"/>
              <a:gd name="connsiteY2248" fmla="*/ 1822040 h 3514679"/>
              <a:gd name="connsiteX2249" fmla="*/ 2337462 w 3708449"/>
              <a:gd name="connsiteY2249" fmla="*/ 1805981 h 3514679"/>
              <a:gd name="connsiteX2250" fmla="*/ 2273109 w 3708449"/>
              <a:gd name="connsiteY2250" fmla="*/ 1805981 h 3514679"/>
              <a:gd name="connsiteX2251" fmla="*/ 2289284 w 3708449"/>
              <a:gd name="connsiteY2251" fmla="*/ 1822040 h 3514679"/>
              <a:gd name="connsiteX2252" fmla="*/ 2273109 w 3708449"/>
              <a:gd name="connsiteY2252" fmla="*/ 1838216 h 3514679"/>
              <a:gd name="connsiteX2253" fmla="*/ 2257049 w 3708449"/>
              <a:gd name="connsiteY2253" fmla="*/ 1822040 h 3514679"/>
              <a:gd name="connsiteX2254" fmla="*/ 2273109 w 3708449"/>
              <a:gd name="connsiteY2254" fmla="*/ 1805981 h 3514679"/>
              <a:gd name="connsiteX2255" fmla="*/ 2208755 w 3708449"/>
              <a:gd name="connsiteY2255" fmla="*/ 1805981 h 3514679"/>
              <a:gd name="connsiteX2256" fmla="*/ 2224930 w 3708449"/>
              <a:gd name="connsiteY2256" fmla="*/ 1822040 h 3514679"/>
              <a:gd name="connsiteX2257" fmla="*/ 2208755 w 3708449"/>
              <a:gd name="connsiteY2257" fmla="*/ 1838216 h 3514679"/>
              <a:gd name="connsiteX2258" fmla="*/ 2192695 w 3708449"/>
              <a:gd name="connsiteY2258" fmla="*/ 1822040 h 3514679"/>
              <a:gd name="connsiteX2259" fmla="*/ 2208755 w 3708449"/>
              <a:gd name="connsiteY2259" fmla="*/ 1805981 h 3514679"/>
              <a:gd name="connsiteX2260" fmla="*/ 2144517 w 3708449"/>
              <a:gd name="connsiteY2260" fmla="*/ 1805981 h 3514679"/>
              <a:gd name="connsiteX2261" fmla="*/ 2160576 w 3708449"/>
              <a:gd name="connsiteY2261" fmla="*/ 1822040 h 3514679"/>
              <a:gd name="connsiteX2262" fmla="*/ 2144517 w 3708449"/>
              <a:gd name="connsiteY2262" fmla="*/ 1838216 h 3514679"/>
              <a:gd name="connsiteX2263" fmla="*/ 2128341 w 3708449"/>
              <a:gd name="connsiteY2263" fmla="*/ 1822040 h 3514679"/>
              <a:gd name="connsiteX2264" fmla="*/ 2144517 w 3708449"/>
              <a:gd name="connsiteY2264" fmla="*/ 1805981 h 3514679"/>
              <a:gd name="connsiteX2265" fmla="*/ 2080163 w 3708449"/>
              <a:gd name="connsiteY2265" fmla="*/ 1805981 h 3514679"/>
              <a:gd name="connsiteX2266" fmla="*/ 2095408 w 3708449"/>
              <a:gd name="connsiteY2266" fmla="*/ 1822040 h 3514679"/>
              <a:gd name="connsiteX2267" fmla="*/ 2080163 w 3708449"/>
              <a:gd name="connsiteY2267" fmla="*/ 1838216 h 3514679"/>
              <a:gd name="connsiteX2268" fmla="*/ 2064104 w 3708449"/>
              <a:gd name="connsiteY2268" fmla="*/ 1822040 h 3514679"/>
              <a:gd name="connsiteX2269" fmla="*/ 2080163 w 3708449"/>
              <a:gd name="connsiteY2269" fmla="*/ 1805981 h 3514679"/>
              <a:gd name="connsiteX2270" fmla="*/ 2014994 w 3708449"/>
              <a:gd name="connsiteY2270" fmla="*/ 1805981 h 3514679"/>
              <a:gd name="connsiteX2271" fmla="*/ 2031169 w 3708449"/>
              <a:gd name="connsiteY2271" fmla="*/ 1822040 h 3514679"/>
              <a:gd name="connsiteX2272" fmla="*/ 2014994 w 3708449"/>
              <a:gd name="connsiteY2272" fmla="*/ 1838216 h 3514679"/>
              <a:gd name="connsiteX2273" fmla="*/ 1998934 w 3708449"/>
              <a:gd name="connsiteY2273" fmla="*/ 1822040 h 3514679"/>
              <a:gd name="connsiteX2274" fmla="*/ 2014994 w 3708449"/>
              <a:gd name="connsiteY2274" fmla="*/ 1805981 h 3514679"/>
              <a:gd name="connsiteX2275" fmla="*/ 1950756 w 3708449"/>
              <a:gd name="connsiteY2275" fmla="*/ 1805981 h 3514679"/>
              <a:gd name="connsiteX2276" fmla="*/ 1966815 w 3708449"/>
              <a:gd name="connsiteY2276" fmla="*/ 1822040 h 3514679"/>
              <a:gd name="connsiteX2277" fmla="*/ 1950756 w 3708449"/>
              <a:gd name="connsiteY2277" fmla="*/ 1838216 h 3514679"/>
              <a:gd name="connsiteX2278" fmla="*/ 1934580 w 3708449"/>
              <a:gd name="connsiteY2278" fmla="*/ 1822040 h 3514679"/>
              <a:gd name="connsiteX2279" fmla="*/ 1950756 w 3708449"/>
              <a:gd name="connsiteY2279" fmla="*/ 1805981 h 3514679"/>
              <a:gd name="connsiteX2280" fmla="*/ 1886402 w 3708449"/>
              <a:gd name="connsiteY2280" fmla="*/ 1805981 h 3514679"/>
              <a:gd name="connsiteX2281" fmla="*/ 1902461 w 3708449"/>
              <a:gd name="connsiteY2281" fmla="*/ 1822040 h 3514679"/>
              <a:gd name="connsiteX2282" fmla="*/ 1886402 w 3708449"/>
              <a:gd name="connsiteY2282" fmla="*/ 1838216 h 3514679"/>
              <a:gd name="connsiteX2283" fmla="*/ 1870343 w 3708449"/>
              <a:gd name="connsiteY2283" fmla="*/ 1822040 h 3514679"/>
              <a:gd name="connsiteX2284" fmla="*/ 1886402 w 3708449"/>
              <a:gd name="connsiteY2284" fmla="*/ 1805981 h 3514679"/>
              <a:gd name="connsiteX2285" fmla="*/ 1822048 w 3708449"/>
              <a:gd name="connsiteY2285" fmla="*/ 1805981 h 3514679"/>
              <a:gd name="connsiteX2286" fmla="*/ 1838108 w 3708449"/>
              <a:gd name="connsiteY2286" fmla="*/ 1822040 h 3514679"/>
              <a:gd name="connsiteX2287" fmla="*/ 1822048 w 3708449"/>
              <a:gd name="connsiteY2287" fmla="*/ 1838216 h 3514679"/>
              <a:gd name="connsiteX2288" fmla="*/ 1805989 w 3708449"/>
              <a:gd name="connsiteY2288" fmla="*/ 1822040 h 3514679"/>
              <a:gd name="connsiteX2289" fmla="*/ 1822048 w 3708449"/>
              <a:gd name="connsiteY2289" fmla="*/ 1805981 h 3514679"/>
              <a:gd name="connsiteX2290" fmla="*/ 1756879 w 3708449"/>
              <a:gd name="connsiteY2290" fmla="*/ 1805981 h 3514679"/>
              <a:gd name="connsiteX2291" fmla="*/ 1773055 w 3708449"/>
              <a:gd name="connsiteY2291" fmla="*/ 1822040 h 3514679"/>
              <a:gd name="connsiteX2292" fmla="*/ 1756879 w 3708449"/>
              <a:gd name="connsiteY2292" fmla="*/ 1838216 h 3514679"/>
              <a:gd name="connsiteX2293" fmla="*/ 1741635 w 3708449"/>
              <a:gd name="connsiteY2293" fmla="*/ 1822040 h 3514679"/>
              <a:gd name="connsiteX2294" fmla="*/ 1756879 w 3708449"/>
              <a:gd name="connsiteY2294" fmla="*/ 1805981 h 3514679"/>
              <a:gd name="connsiteX2295" fmla="*/ 1692642 w 3708449"/>
              <a:gd name="connsiteY2295" fmla="*/ 1805981 h 3514679"/>
              <a:gd name="connsiteX2296" fmla="*/ 1708701 w 3708449"/>
              <a:gd name="connsiteY2296" fmla="*/ 1822040 h 3514679"/>
              <a:gd name="connsiteX2297" fmla="*/ 1692642 w 3708449"/>
              <a:gd name="connsiteY2297" fmla="*/ 1838216 h 3514679"/>
              <a:gd name="connsiteX2298" fmla="*/ 1676466 w 3708449"/>
              <a:gd name="connsiteY2298" fmla="*/ 1822040 h 3514679"/>
              <a:gd name="connsiteX2299" fmla="*/ 1692642 w 3708449"/>
              <a:gd name="connsiteY2299" fmla="*/ 1805981 h 3514679"/>
              <a:gd name="connsiteX2300" fmla="*/ 1628287 w 3708449"/>
              <a:gd name="connsiteY2300" fmla="*/ 1805981 h 3514679"/>
              <a:gd name="connsiteX2301" fmla="*/ 1644346 w 3708449"/>
              <a:gd name="connsiteY2301" fmla="*/ 1822040 h 3514679"/>
              <a:gd name="connsiteX2302" fmla="*/ 1628287 w 3708449"/>
              <a:gd name="connsiteY2302" fmla="*/ 1838216 h 3514679"/>
              <a:gd name="connsiteX2303" fmla="*/ 1612228 w 3708449"/>
              <a:gd name="connsiteY2303" fmla="*/ 1822040 h 3514679"/>
              <a:gd name="connsiteX2304" fmla="*/ 1628287 w 3708449"/>
              <a:gd name="connsiteY2304" fmla="*/ 1805981 h 3514679"/>
              <a:gd name="connsiteX2305" fmla="*/ 1563933 w 3708449"/>
              <a:gd name="connsiteY2305" fmla="*/ 1805981 h 3514679"/>
              <a:gd name="connsiteX2306" fmla="*/ 1579993 w 3708449"/>
              <a:gd name="connsiteY2306" fmla="*/ 1822040 h 3514679"/>
              <a:gd name="connsiteX2307" fmla="*/ 1563933 w 3708449"/>
              <a:gd name="connsiteY2307" fmla="*/ 1838216 h 3514679"/>
              <a:gd name="connsiteX2308" fmla="*/ 1547874 w 3708449"/>
              <a:gd name="connsiteY2308" fmla="*/ 1822040 h 3514679"/>
              <a:gd name="connsiteX2309" fmla="*/ 1563933 w 3708449"/>
              <a:gd name="connsiteY2309" fmla="*/ 1805981 h 3514679"/>
              <a:gd name="connsiteX2310" fmla="*/ 1499579 w 3708449"/>
              <a:gd name="connsiteY2310" fmla="*/ 1805981 h 3514679"/>
              <a:gd name="connsiteX2311" fmla="*/ 1514940 w 3708449"/>
              <a:gd name="connsiteY2311" fmla="*/ 1822040 h 3514679"/>
              <a:gd name="connsiteX2312" fmla="*/ 1499579 w 3708449"/>
              <a:gd name="connsiteY2312" fmla="*/ 1838216 h 3514679"/>
              <a:gd name="connsiteX2313" fmla="*/ 1483520 w 3708449"/>
              <a:gd name="connsiteY2313" fmla="*/ 1822040 h 3514679"/>
              <a:gd name="connsiteX2314" fmla="*/ 1499579 w 3708449"/>
              <a:gd name="connsiteY2314" fmla="*/ 1805981 h 3514679"/>
              <a:gd name="connsiteX2315" fmla="*/ 1434527 w 3708449"/>
              <a:gd name="connsiteY2315" fmla="*/ 1805981 h 3514679"/>
              <a:gd name="connsiteX2316" fmla="*/ 1450586 w 3708449"/>
              <a:gd name="connsiteY2316" fmla="*/ 1822040 h 3514679"/>
              <a:gd name="connsiteX2317" fmla="*/ 1434527 w 3708449"/>
              <a:gd name="connsiteY2317" fmla="*/ 1838216 h 3514679"/>
              <a:gd name="connsiteX2318" fmla="*/ 1418351 w 3708449"/>
              <a:gd name="connsiteY2318" fmla="*/ 1822040 h 3514679"/>
              <a:gd name="connsiteX2319" fmla="*/ 1434527 w 3708449"/>
              <a:gd name="connsiteY2319" fmla="*/ 1805981 h 3514679"/>
              <a:gd name="connsiteX2320" fmla="*/ 1370173 w 3708449"/>
              <a:gd name="connsiteY2320" fmla="*/ 1805981 h 3514679"/>
              <a:gd name="connsiteX2321" fmla="*/ 1386233 w 3708449"/>
              <a:gd name="connsiteY2321" fmla="*/ 1822040 h 3514679"/>
              <a:gd name="connsiteX2322" fmla="*/ 1370173 w 3708449"/>
              <a:gd name="connsiteY2322" fmla="*/ 1838216 h 3514679"/>
              <a:gd name="connsiteX2323" fmla="*/ 1354114 w 3708449"/>
              <a:gd name="connsiteY2323" fmla="*/ 1822040 h 3514679"/>
              <a:gd name="connsiteX2324" fmla="*/ 1370173 w 3708449"/>
              <a:gd name="connsiteY2324" fmla="*/ 1805981 h 3514679"/>
              <a:gd name="connsiteX2325" fmla="*/ 1305819 w 3708449"/>
              <a:gd name="connsiteY2325" fmla="*/ 1805981 h 3514679"/>
              <a:gd name="connsiteX2326" fmla="*/ 1321879 w 3708449"/>
              <a:gd name="connsiteY2326" fmla="*/ 1822040 h 3514679"/>
              <a:gd name="connsiteX2327" fmla="*/ 1305819 w 3708449"/>
              <a:gd name="connsiteY2327" fmla="*/ 1838216 h 3514679"/>
              <a:gd name="connsiteX2328" fmla="*/ 1289760 w 3708449"/>
              <a:gd name="connsiteY2328" fmla="*/ 1822040 h 3514679"/>
              <a:gd name="connsiteX2329" fmla="*/ 1305819 w 3708449"/>
              <a:gd name="connsiteY2329" fmla="*/ 1805981 h 3514679"/>
              <a:gd name="connsiteX2330" fmla="*/ 3305567 w 3708449"/>
              <a:gd name="connsiteY2330" fmla="*/ 1740928 h 3514679"/>
              <a:gd name="connsiteX2331" fmla="*/ 3321627 w 3708449"/>
              <a:gd name="connsiteY2331" fmla="*/ 1756988 h 3514679"/>
              <a:gd name="connsiteX2332" fmla="*/ 3305567 w 3708449"/>
              <a:gd name="connsiteY2332" fmla="*/ 1773048 h 3514679"/>
              <a:gd name="connsiteX2333" fmla="*/ 3289508 w 3708449"/>
              <a:gd name="connsiteY2333" fmla="*/ 1756988 h 3514679"/>
              <a:gd name="connsiteX2334" fmla="*/ 3305567 w 3708449"/>
              <a:gd name="connsiteY2334" fmla="*/ 1740928 h 3514679"/>
              <a:gd name="connsiteX2335" fmla="*/ 3241213 w 3708449"/>
              <a:gd name="connsiteY2335" fmla="*/ 1740928 h 3514679"/>
              <a:gd name="connsiteX2336" fmla="*/ 3256574 w 3708449"/>
              <a:gd name="connsiteY2336" fmla="*/ 1756988 h 3514679"/>
              <a:gd name="connsiteX2337" fmla="*/ 3241213 w 3708449"/>
              <a:gd name="connsiteY2337" fmla="*/ 1773048 h 3514679"/>
              <a:gd name="connsiteX2338" fmla="*/ 3225154 w 3708449"/>
              <a:gd name="connsiteY2338" fmla="*/ 1756988 h 3514679"/>
              <a:gd name="connsiteX2339" fmla="*/ 3241213 w 3708449"/>
              <a:gd name="connsiteY2339" fmla="*/ 1740928 h 3514679"/>
              <a:gd name="connsiteX2340" fmla="*/ 3176161 w 3708449"/>
              <a:gd name="connsiteY2340" fmla="*/ 1740928 h 3514679"/>
              <a:gd name="connsiteX2341" fmla="*/ 3192220 w 3708449"/>
              <a:gd name="connsiteY2341" fmla="*/ 1756988 h 3514679"/>
              <a:gd name="connsiteX2342" fmla="*/ 3176161 w 3708449"/>
              <a:gd name="connsiteY2342" fmla="*/ 1773048 h 3514679"/>
              <a:gd name="connsiteX2343" fmla="*/ 3160102 w 3708449"/>
              <a:gd name="connsiteY2343" fmla="*/ 1756988 h 3514679"/>
              <a:gd name="connsiteX2344" fmla="*/ 3176161 w 3708449"/>
              <a:gd name="connsiteY2344" fmla="*/ 1740928 h 3514679"/>
              <a:gd name="connsiteX2345" fmla="*/ 3111806 w 3708449"/>
              <a:gd name="connsiteY2345" fmla="*/ 1740928 h 3514679"/>
              <a:gd name="connsiteX2346" fmla="*/ 3127866 w 3708449"/>
              <a:gd name="connsiteY2346" fmla="*/ 1756988 h 3514679"/>
              <a:gd name="connsiteX2347" fmla="*/ 3111806 w 3708449"/>
              <a:gd name="connsiteY2347" fmla="*/ 1773048 h 3514679"/>
              <a:gd name="connsiteX2348" fmla="*/ 3095747 w 3708449"/>
              <a:gd name="connsiteY2348" fmla="*/ 1756988 h 3514679"/>
              <a:gd name="connsiteX2349" fmla="*/ 3111806 w 3708449"/>
              <a:gd name="connsiteY2349" fmla="*/ 1740928 h 3514679"/>
              <a:gd name="connsiteX2350" fmla="*/ 3047452 w 3708449"/>
              <a:gd name="connsiteY2350" fmla="*/ 1740928 h 3514679"/>
              <a:gd name="connsiteX2351" fmla="*/ 3063512 w 3708449"/>
              <a:gd name="connsiteY2351" fmla="*/ 1756988 h 3514679"/>
              <a:gd name="connsiteX2352" fmla="*/ 3047452 w 3708449"/>
              <a:gd name="connsiteY2352" fmla="*/ 1773048 h 3514679"/>
              <a:gd name="connsiteX2353" fmla="*/ 3031393 w 3708449"/>
              <a:gd name="connsiteY2353" fmla="*/ 1756988 h 3514679"/>
              <a:gd name="connsiteX2354" fmla="*/ 3047452 w 3708449"/>
              <a:gd name="connsiteY2354" fmla="*/ 1740928 h 3514679"/>
              <a:gd name="connsiteX2355" fmla="*/ 2983099 w 3708449"/>
              <a:gd name="connsiteY2355" fmla="*/ 1740928 h 3514679"/>
              <a:gd name="connsiteX2356" fmla="*/ 2999158 w 3708449"/>
              <a:gd name="connsiteY2356" fmla="*/ 1756988 h 3514679"/>
              <a:gd name="connsiteX2357" fmla="*/ 2983099 w 3708449"/>
              <a:gd name="connsiteY2357" fmla="*/ 1773048 h 3514679"/>
              <a:gd name="connsiteX2358" fmla="*/ 2967039 w 3708449"/>
              <a:gd name="connsiteY2358" fmla="*/ 1756988 h 3514679"/>
              <a:gd name="connsiteX2359" fmla="*/ 2983099 w 3708449"/>
              <a:gd name="connsiteY2359" fmla="*/ 1740928 h 3514679"/>
              <a:gd name="connsiteX2360" fmla="*/ 2918046 w 3708449"/>
              <a:gd name="connsiteY2360" fmla="*/ 1740928 h 3514679"/>
              <a:gd name="connsiteX2361" fmla="*/ 2934106 w 3708449"/>
              <a:gd name="connsiteY2361" fmla="*/ 1756988 h 3514679"/>
              <a:gd name="connsiteX2362" fmla="*/ 2918046 w 3708449"/>
              <a:gd name="connsiteY2362" fmla="*/ 1773048 h 3514679"/>
              <a:gd name="connsiteX2363" fmla="*/ 2902685 w 3708449"/>
              <a:gd name="connsiteY2363" fmla="*/ 1756988 h 3514679"/>
              <a:gd name="connsiteX2364" fmla="*/ 2918046 w 3708449"/>
              <a:gd name="connsiteY2364" fmla="*/ 1740928 h 3514679"/>
              <a:gd name="connsiteX2365" fmla="*/ 2853692 w 3708449"/>
              <a:gd name="connsiteY2365" fmla="*/ 1740928 h 3514679"/>
              <a:gd name="connsiteX2366" fmla="*/ 2869752 w 3708449"/>
              <a:gd name="connsiteY2366" fmla="*/ 1756988 h 3514679"/>
              <a:gd name="connsiteX2367" fmla="*/ 2853692 w 3708449"/>
              <a:gd name="connsiteY2367" fmla="*/ 1773048 h 3514679"/>
              <a:gd name="connsiteX2368" fmla="*/ 2837633 w 3708449"/>
              <a:gd name="connsiteY2368" fmla="*/ 1756988 h 3514679"/>
              <a:gd name="connsiteX2369" fmla="*/ 2853692 w 3708449"/>
              <a:gd name="connsiteY2369" fmla="*/ 1740928 h 3514679"/>
              <a:gd name="connsiteX2370" fmla="*/ 2789338 w 3708449"/>
              <a:gd name="connsiteY2370" fmla="*/ 1740928 h 3514679"/>
              <a:gd name="connsiteX2371" fmla="*/ 2805398 w 3708449"/>
              <a:gd name="connsiteY2371" fmla="*/ 1756988 h 3514679"/>
              <a:gd name="connsiteX2372" fmla="*/ 2789338 w 3708449"/>
              <a:gd name="connsiteY2372" fmla="*/ 1773048 h 3514679"/>
              <a:gd name="connsiteX2373" fmla="*/ 2773279 w 3708449"/>
              <a:gd name="connsiteY2373" fmla="*/ 1756988 h 3514679"/>
              <a:gd name="connsiteX2374" fmla="*/ 2789338 w 3708449"/>
              <a:gd name="connsiteY2374" fmla="*/ 1740928 h 3514679"/>
              <a:gd name="connsiteX2375" fmla="*/ 2724984 w 3708449"/>
              <a:gd name="connsiteY2375" fmla="*/ 1740928 h 3514679"/>
              <a:gd name="connsiteX2376" fmla="*/ 2741159 w 3708449"/>
              <a:gd name="connsiteY2376" fmla="*/ 1756988 h 3514679"/>
              <a:gd name="connsiteX2377" fmla="*/ 2724984 w 3708449"/>
              <a:gd name="connsiteY2377" fmla="*/ 1773048 h 3514679"/>
              <a:gd name="connsiteX2378" fmla="*/ 2708924 w 3708449"/>
              <a:gd name="connsiteY2378" fmla="*/ 1756988 h 3514679"/>
              <a:gd name="connsiteX2379" fmla="*/ 2724984 w 3708449"/>
              <a:gd name="connsiteY2379" fmla="*/ 1740928 h 3514679"/>
              <a:gd name="connsiteX2380" fmla="*/ 2660630 w 3708449"/>
              <a:gd name="connsiteY2380" fmla="*/ 1740928 h 3514679"/>
              <a:gd name="connsiteX2381" fmla="*/ 2675991 w 3708449"/>
              <a:gd name="connsiteY2381" fmla="*/ 1756988 h 3514679"/>
              <a:gd name="connsiteX2382" fmla="*/ 2660630 w 3708449"/>
              <a:gd name="connsiteY2382" fmla="*/ 1773048 h 3514679"/>
              <a:gd name="connsiteX2383" fmla="*/ 2644570 w 3708449"/>
              <a:gd name="connsiteY2383" fmla="*/ 1756988 h 3514679"/>
              <a:gd name="connsiteX2384" fmla="*/ 2660630 w 3708449"/>
              <a:gd name="connsiteY2384" fmla="*/ 1740928 h 3514679"/>
              <a:gd name="connsiteX2385" fmla="*/ 2595577 w 3708449"/>
              <a:gd name="connsiteY2385" fmla="*/ 1740928 h 3514679"/>
              <a:gd name="connsiteX2386" fmla="*/ 2611637 w 3708449"/>
              <a:gd name="connsiteY2386" fmla="*/ 1756988 h 3514679"/>
              <a:gd name="connsiteX2387" fmla="*/ 2595577 w 3708449"/>
              <a:gd name="connsiteY2387" fmla="*/ 1773048 h 3514679"/>
              <a:gd name="connsiteX2388" fmla="*/ 2579518 w 3708449"/>
              <a:gd name="connsiteY2388" fmla="*/ 1756988 h 3514679"/>
              <a:gd name="connsiteX2389" fmla="*/ 2595577 w 3708449"/>
              <a:gd name="connsiteY2389" fmla="*/ 1740928 h 3514679"/>
              <a:gd name="connsiteX2390" fmla="*/ 2531224 w 3708449"/>
              <a:gd name="connsiteY2390" fmla="*/ 1740928 h 3514679"/>
              <a:gd name="connsiteX2391" fmla="*/ 2547283 w 3708449"/>
              <a:gd name="connsiteY2391" fmla="*/ 1756988 h 3514679"/>
              <a:gd name="connsiteX2392" fmla="*/ 2531224 w 3708449"/>
              <a:gd name="connsiteY2392" fmla="*/ 1773048 h 3514679"/>
              <a:gd name="connsiteX2393" fmla="*/ 2515164 w 3708449"/>
              <a:gd name="connsiteY2393" fmla="*/ 1756988 h 3514679"/>
              <a:gd name="connsiteX2394" fmla="*/ 2531224 w 3708449"/>
              <a:gd name="connsiteY2394" fmla="*/ 1740928 h 3514679"/>
              <a:gd name="connsiteX2395" fmla="*/ 2466869 w 3708449"/>
              <a:gd name="connsiteY2395" fmla="*/ 1740928 h 3514679"/>
              <a:gd name="connsiteX2396" fmla="*/ 2483044 w 3708449"/>
              <a:gd name="connsiteY2396" fmla="*/ 1756988 h 3514679"/>
              <a:gd name="connsiteX2397" fmla="*/ 2466869 w 3708449"/>
              <a:gd name="connsiteY2397" fmla="*/ 1773048 h 3514679"/>
              <a:gd name="connsiteX2398" fmla="*/ 2450809 w 3708449"/>
              <a:gd name="connsiteY2398" fmla="*/ 1756988 h 3514679"/>
              <a:gd name="connsiteX2399" fmla="*/ 2466869 w 3708449"/>
              <a:gd name="connsiteY2399" fmla="*/ 1740928 h 3514679"/>
              <a:gd name="connsiteX2400" fmla="*/ 2402631 w 3708449"/>
              <a:gd name="connsiteY2400" fmla="*/ 1740928 h 3514679"/>
              <a:gd name="connsiteX2401" fmla="*/ 2418690 w 3708449"/>
              <a:gd name="connsiteY2401" fmla="*/ 1756988 h 3514679"/>
              <a:gd name="connsiteX2402" fmla="*/ 2402631 w 3708449"/>
              <a:gd name="connsiteY2402" fmla="*/ 1773048 h 3514679"/>
              <a:gd name="connsiteX2403" fmla="*/ 2386455 w 3708449"/>
              <a:gd name="connsiteY2403" fmla="*/ 1756988 h 3514679"/>
              <a:gd name="connsiteX2404" fmla="*/ 2402631 w 3708449"/>
              <a:gd name="connsiteY2404" fmla="*/ 1740928 h 3514679"/>
              <a:gd name="connsiteX2405" fmla="*/ 2337462 w 3708449"/>
              <a:gd name="connsiteY2405" fmla="*/ 1740928 h 3514679"/>
              <a:gd name="connsiteX2406" fmla="*/ 2353522 w 3708449"/>
              <a:gd name="connsiteY2406" fmla="*/ 1756988 h 3514679"/>
              <a:gd name="connsiteX2407" fmla="*/ 2337462 w 3708449"/>
              <a:gd name="connsiteY2407" fmla="*/ 1773048 h 3514679"/>
              <a:gd name="connsiteX2408" fmla="*/ 2322218 w 3708449"/>
              <a:gd name="connsiteY2408" fmla="*/ 1756988 h 3514679"/>
              <a:gd name="connsiteX2409" fmla="*/ 2337462 w 3708449"/>
              <a:gd name="connsiteY2409" fmla="*/ 1740928 h 3514679"/>
              <a:gd name="connsiteX2410" fmla="*/ 2273109 w 3708449"/>
              <a:gd name="connsiteY2410" fmla="*/ 1740928 h 3514679"/>
              <a:gd name="connsiteX2411" fmla="*/ 2289284 w 3708449"/>
              <a:gd name="connsiteY2411" fmla="*/ 1756988 h 3514679"/>
              <a:gd name="connsiteX2412" fmla="*/ 2273109 w 3708449"/>
              <a:gd name="connsiteY2412" fmla="*/ 1773048 h 3514679"/>
              <a:gd name="connsiteX2413" fmla="*/ 2257049 w 3708449"/>
              <a:gd name="connsiteY2413" fmla="*/ 1756988 h 3514679"/>
              <a:gd name="connsiteX2414" fmla="*/ 2273109 w 3708449"/>
              <a:gd name="connsiteY2414" fmla="*/ 1740928 h 3514679"/>
              <a:gd name="connsiteX2415" fmla="*/ 2208755 w 3708449"/>
              <a:gd name="connsiteY2415" fmla="*/ 1740928 h 3514679"/>
              <a:gd name="connsiteX2416" fmla="*/ 2224930 w 3708449"/>
              <a:gd name="connsiteY2416" fmla="*/ 1756988 h 3514679"/>
              <a:gd name="connsiteX2417" fmla="*/ 2208755 w 3708449"/>
              <a:gd name="connsiteY2417" fmla="*/ 1773048 h 3514679"/>
              <a:gd name="connsiteX2418" fmla="*/ 2192695 w 3708449"/>
              <a:gd name="connsiteY2418" fmla="*/ 1756988 h 3514679"/>
              <a:gd name="connsiteX2419" fmla="*/ 2208755 w 3708449"/>
              <a:gd name="connsiteY2419" fmla="*/ 1740928 h 3514679"/>
              <a:gd name="connsiteX2420" fmla="*/ 2144517 w 3708449"/>
              <a:gd name="connsiteY2420" fmla="*/ 1740928 h 3514679"/>
              <a:gd name="connsiteX2421" fmla="*/ 2160576 w 3708449"/>
              <a:gd name="connsiteY2421" fmla="*/ 1756988 h 3514679"/>
              <a:gd name="connsiteX2422" fmla="*/ 2144517 w 3708449"/>
              <a:gd name="connsiteY2422" fmla="*/ 1773048 h 3514679"/>
              <a:gd name="connsiteX2423" fmla="*/ 2128341 w 3708449"/>
              <a:gd name="connsiteY2423" fmla="*/ 1756988 h 3514679"/>
              <a:gd name="connsiteX2424" fmla="*/ 2144517 w 3708449"/>
              <a:gd name="connsiteY2424" fmla="*/ 1740928 h 3514679"/>
              <a:gd name="connsiteX2425" fmla="*/ 2080163 w 3708449"/>
              <a:gd name="connsiteY2425" fmla="*/ 1740928 h 3514679"/>
              <a:gd name="connsiteX2426" fmla="*/ 2095408 w 3708449"/>
              <a:gd name="connsiteY2426" fmla="*/ 1756988 h 3514679"/>
              <a:gd name="connsiteX2427" fmla="*/ 2080163 w 3708449"/>
              <a:gd name="connsiteY2427" fmla="*/ 1773048 h 3514679"/>
              <a:gd name="connsiteX2428" fmla="*/ 2064104 w 3708449"/>
              <a:gd name="connsiteY2428" fmla="*/ 1756988 h 3514679"/>
              <a:gd name="connsiteX2429" fmla="*/ 2080163 w 3708449"/>
              <a:gd name="connsiteY2429" fmla="*/ 1740928 h 3514679"/>
              <a:gd name="connsiteX2430" fmla="*/ 2014994 w 3708449"/>
              <a:gd name="connsiteY2430" fmla="*/ 1740928 h 3514679"/>
              <a:gd name="connsiteX2431" fmla="*/ 2031169 w 3708449"/>
              <a:gd name="connsiteY2431" fmla="*/ 1756988 h 3514679"/>
              <a:gd name="connsiteX2432" fmla="*/ 2014994 w 3708449"/>
              <a:gd name="connsiteY2432" fmla="*/ 1773048 h 3514679"/>
              <a:gd name="connsiteX2433" fmla="*/ 1998934 w 3708449"/>
              <a:gd name="connsiteY2433" fmla="*/ 1756988 h 3514679"/>
              <a:gd name="connsiteX2434" fmla="*/ 2014994 w 3708449"/>
              <a:gd name="connsiteY2434" fmla="*/ 1740928 h 3514679"/>
              <a:gd name="connsiteX2435" fmla="*/ 1950756 w 3708449"/>
              <a:gd name="connsiteY2435" fmla="*/ 1740928 h 3514679"/>
              <a:gd name="connsiteX2436" fmla="*/ 1966815 w 3708449"/>
              <a:gd name="connsiteY2436" fmla="*/ 1756988 h 3514679"/>
              <a:gd name="connsiteX2437" fmla="*/ 1950756 w 3708449"/>
              <a:gd name="connsiteY2437" fmla="*/ 1773048 h 3514679"/>
              <a:gd name="connsiteX2438" fmla="*/ 1934580 w 3708449"/>
              <a:gd name="connsiteY2438" fmla="*/ 1756988 h 3514679"/>
              <a:gd name="connsiteX2439" fmla="*/ 1950756 w 3708449"/>
              <a:gd name="connsiteY2439" fmla="*/ 1740928 h 3514679"/>
              <a:gd name="connsiteX2440" fmla="*/ 1886402 w 3708449"/>
              <a:gd name="connsiteY2440" fmla="*/ 1740928 h 3514679"/>
              <a:gd name="connsiteX2441" fmla="*/ 1902461 w 3708449"/>
              <a:gd name="connsiteY2441" fmla="*/ 1756988 h 3514679"/>
              <a:gd name="connsiteX2442" fmla="*/ 1886402 w 3708449"/>
              <a:gd name="connsiteY2442" fmla="*/ 1773048 h 3514679"/>
              <a:gd name="connsiteX2443" fmla="*/ 1870343 w 3708449"/>
              <a:gd name="connsiteY2443" fmla="*/ 1756988 h 3514679"/>
              <a:gd name="connsiteX2444" fmla="*/ 1886402 w 3708449"/>
              <a:gd name="connsiteY2444" fmla="*/ 1740928 h 3514679"/>
              <a:gd name="connsiteX2445" fmla="*/ 1822048 w 3708449"/>
              <a:gd name="connsiteY2445" fmla="*/ 1740928 h 3514679"/>
              <a:gd name="connsiteX2446" fmla="*/ 1838108 w 3708449"/>
              <a:gd name="connsiteY2446" fmla="*/ 1756988 h 3514679"/>
              <a:gd name="connsiteX2447" fmla="*/ 1822048 w 3708449"/>
              <a:gd name="connsiteY2447" fmla="*/ 1773048 h 3514679"/>
              <a:gd name="connsiteX2448" fmla="*/ 1805989 w 3708449"/>
              <a:gd name="connsiteY2448" fmla="*/ 1756988 h 3514679"/>
              <a:gd name="connsiteX2449" fmla="*/ 1822048 w 3708449"/>
              <a:gd name="connsiteY2449" fmla="*/ 1740928 h 3514679"/>
              <a:gd name="connsiteX2450" fmla="*/ 1756879 w 3708449"/>
              <a:gd name="connsiteY2450" fmla="*/ 1740928 h 3514679"/>
              <a:gd name="connsiteX2451" fmla="*/ 1773055 w 3708449"/>
              <a:gd name="connsiteY2451" fmla="*/ 1756988 h 3514679"/>
              <a:gd name="connsiteX2452" fmla="*/ 1756879 w 3708449"/>
              <a:gd name="connsiteY2452" fmla="*/ 1773048 h 3514679"/>
              <a:gd name="connsiteX2453" fmla="*/ 1741635 w 3708449"/>
              <a:gd name="connsiteY2453" fmla="*/ 1756988 h 3514679"/>
              <a:gd name="connsiteX2454" fmla="*/ 1756879 w 3708449"/>
              <a:gd name="connsiteY2454" fmla="*/ 1740928 h 3514679"/>
              <a:gd name="connsiteX2455" fmla="*/ 1692642 w 3708449"/>
              <a:gd name="connsiteY2455" fmla="*/ 1740928 h 3514679"/>
              <a:gd name="connsiteX2456" fmla="*/ 1708701 w 3708449"/>
              <a:gd name="connsiteY2456" fmla="*/ 1756988 h 3514679"/>
              <a:gd name="connsiteX2457" fmla="*/ 1692642 w 3708449"/>
              <a:gd name="connsiteY2457" fmla="*/ 1773048 h 3514679"/>
              <a:gd name="connsiteX2458" fmla="*/ 1676466 w 3708449"/>
              <a:gd name="connsiteY2458" fmla="*/ 1756988 h 3514679"/>
              <a:gd name="connsiteX2459" fmla="*/ 1692642 w 3708449"/>
              <a:gd name="connsiteY2459" fmla="*/ 1740928 h 3514679"/>
              <a:gd name="connsiteX2460" fmla="*/ 1628287 w 3708449"/>
              <a:gd name="connsiteY2460" fmla="*/ 1740928 h 3514679"/>
              <a:gd name="connsiteX2461" fmla="*/ 1644346 w 3708449"/>
              <a:gd name="connsiteY2461" fmla="*/ 1756988 h 3514679"/>
              <a:gd name="connsiteX2462" fmla="*/ 1628287 w 3708449"/>
              <a:gd name="connsiteY2462" fmla="*/ 1773048 h 3514679"/>
              <a:gd name="connsiteX2463" fmla="*/ 1612228 w 3708449"/>
              <a:gd name="connsiteY2463" fmla="*/ 1756988 h 3514679"/>
              <a:gd name="connsiteX2464" fmla="*/ 1628287 w 3708449"/>
              <a:gd name="connsiteY2464" fmla="*/ 1740928 h 3514679"/>
              <a:gd name="connsiteX2465" fmla="*/ 1563933 w 3708449"/>
              <a:gd name="connsiteY2465" fmla="*/ 1740928 h 3514679"/>
              <a:gd name="connsiteX2466" fmla="*/ 1579993 w 3708449"/>
              <a:gd name="connsiteY2466" fmla="*/ 1756988 h 3514679"/>
              <a:gd name="connsiteX2467" fmla="*/ 1563933 w 3708449"/>
              <a:gd name="connsiteY2467" fmla="*/ 1773048 h 3514679"/>
              <a:gd name="connsiteX2468" fmla="*/ 1547874 w 3708449"/>
              <a:gd name="connsiteY2468" fmla="*/ 1756988 h 3514679"/>
              <a:gd name="connsiteX2469" fmla="*/ 1563933 w 3708449"/>
              <a:gd name="connsiteY2469" fmla="*/ 1740928 h 3514679"/>
              <a:gd name="connsiteX2470" fmla="*/ 1499579 w 3708449"/>
              <a:gd name="connsiteY2470" fmla="*/ 1740928 h 3514679"/>
              <a:gd name="connsiteX2471" fmla="*/ 1514940 w 3708449"/>
              <a:gd name="connsiteY2471" fmla="*/ 1756988 h 3514679"/>
              <a:gd name="connsiteX2472" fmla="*/ 1499579 w 3708449"/>
              <a:gd name="connsiteY2472" fmla="*/ 1773048 h 3514679"/>
              <a:gd name="connsiteX2473" fmla="*/ 1483520 w 3708449"/>
              <a:gd name="connsiteY2473" fmla="*/ 1756988 h 3514679"/>
              <a:gd name="connsiteX2474" fmla="*/ 1499579 w 3708449"/>
              <a:gd name="connsiteY2474" fmla="*/ 1740928 h 3514679"/>
              <a:gd name="connsiteX2475" fmla="*/ 1434527 w 3708449"/>
              <a:gd name="connsiteY2475" fmla="*/ 1740928 h 3514679"/>
              <a:gd name="connsiteX2476" fmla="*/ 1450586 w 3708449"/>
              <a:gd name="connsiteY2476" fmla="*/ 1756988 h 3514679"/>
              <a:gd name="connsiteX2477" fmla="*/ 1434527 w 3708449"/>
              <a:gd name="connsiteY2477" fmla="*/ 1773048 h 3514679"/>
              <a:gd name="connsiteX2478" fmla="*/ 1418351 w 3708449"/>
              <a:gd name="connsiteY2478" fmla="*/ 1756988 h 3514679"/>
              <a:gd name="connsiteX2479" fmla="*/ 1434527 w 3708449"/>
              <a:gd name="connsiteY2479" fmla="*/ 1740928 h 3514679"/>
              <a:gd name="connsiteX2480" fmla="*/ 1370173 w 3708449"/>
              <a:gd name="connsiteY2480" fmla="*/ 1740928 h 3514679"/>
              <a:gd name="connsiteX2481" fmla="*/ 1386233 w 3708449"/>
              <a:gd name="connsiteY2481" fmla="*/ 1756988 h 3514679"/>
              <a:gd name="connsiteX2482" fmla="*/ 1370173 w 3708449"/>
              <a:gd name="connsiteY2482" fmla="*/ 1773048 h 3514679"/>
              <a:gd name="connsiteX2483" fmla="*/ 1354114 w 3708449"/>
              <a:gd name="connsiteY2483" fmla="*/ 1756988 h 3514679"/>
              <a:gd name="connsiteX2484" fmla="*/ 1370173 w 3708449"/>
              <a:gd name="connsiteY2484" fmla="*/ 1740928 h 3514679"/>
              <a:gd name="connsiteX2485" fmla="*/ 1305819 w 3708449"/>
              <a:gd name="connsiteY2485" fmla="*/ 1740928 h 3514679"/>
              <a:gd name="connsiteX2486" fmla="*/ 1321879 w 3708449"/>
              <a:gd name="connsiteY2486" fmla="*/ 1756988 h 3514679"/>
              <a:gd name="connsiteX2487" fmla="*/ 1305819 w 3708449"/>
              <a:gd name="connsiteY2487" fmla="*/ 1773048 h 3514679"/>
              <a:gd name="connsiteX2488" fmla="*/ 1289760 w 3708449"/>
              <a:gd name="connsiteY2488" fmla="*/ 1756988 h 3514679"/>
              <a:gd name="connsiteX2489" fmla="*/ 1305819 w 3708449"/>
              <a:gd name="connsiteY2489" fmla="*/ 1740928 h 3514679"/>
              <a:gd name="connsiteX2490" fmla="*/ 3369921 w 3708449"/>
              <a:gd name="connsiteY2490" fmla="*/ 1676574 h 3514679"/>
              <a:gd name="connsiteX2491" fmla="*/ 3385981 w 3708449"/>
              <a:gd name="connsiteY2491" fmla="*/ 1692634 h 3514679"/>
              <a:gd name="connsiteX2492" fmla="*/ 3369921 w 3708449"/>
              <a:gd name="connsiteY2492" fmla="*/ 1708694 h 3514679"/>
              <a:gd name="connsiteX2493" fmla="*/ 3353862 w 3708449"/>
              <a:gd name="connsiteY2493" fmla="*/ 1692634 h 3514679"/>
              <a:gd name="connsiteX2494" fmla="*/ 3369921 w 3708449"/>
              <a:gd name="connsiteY2494" fmla="*/ 1676574 h 3514679"/>
              <a:gd name="connsiteX2495" fmla="*/ 3305567 w 3708449"/>
              <a:gd name="connsiteY2495" fmla="*/ 1676574 h 3514679"/>
              <a:gd name="connsiteX2496" fmla="*/ 3321627 w 3708449"/>
              <a:gd name="connsiteY2496" fmla="*/ 1692634 h 3514679"/>
              <a:gd name="connsiteX2497" fmla="*/ 3305567 w 3708449"/>
              <a:gd name="connsiteY2497" fmla="*/ 1708694 h 3514679"/>
              <a:gd name="connsiteX2498" fmla="*/ 3289508 w 3708449"/>
              <a:gd name="connsiteY2498" fmla="*/ 1692634 h 3514679"/>
              <a:gd name="connsiteX2499" fmla="*/ 3305567 w 3708449"/>
              <a:gd name="connsiteY2499" fmla="*/ 1676574 h 3514679"/>
              <a:gd name="connsiteX2500" fmla="*/ 3241213 w 3708449"/>
              <a:gd name="connsiteY2500" fmla="*/ 1676574 h 3514679"/>
              <a:gd name="connsiteX2501" fmla="*/ 3256574 w 3708449"/>
              <a:gd name="connsiteY2501" fmla="*/ 1692634 h 3514679"/>
              <a:gd name="connsiteX2502" fmla="*/ 3241213 w 3708449"/>
              <a:gd name="connsiteY2502" fmla="*/ 1708694 h 3514679"/>
              <a:gd name="connsiteX2503" fmla="*/ 3225154 w 3708449"/>
              <a:gd name="connsiteY2503" fmla="*/ 1692634 h 3514679"/>
              <a:gd name="connsiteX2504" fmla="*/ 3241213 w 3708449"/>
              <a:gd name="connsiteY2504" fmla="*/ 1676574 h 3514679"/>
              <a:gd name="connsiteX2505" fmla="*/ 3176161 w 3708449"/>
              <a:gd name="connsiteY2505" fmla="*/ 1676574 h 3514679"/>
              <a:gd name="connsiteX2506" fmla="*/ 3192220 w 3708449"/>
              <a:gd name="connsiteY2506" fmla="*/ 1692634 h 3514679"/>
              <a:gd name="connsiteX2507" fmla="*/ 3176161 w 3708449"/>
              <a:gd name="connsiteY2507" fmla="*/ 1708694 h 3514679"/>
              <a:gd name="connsiteX2508" fmla="*/ 3160102 w 3708449"/>
              <a:gd name="connsiteY2508" fmla="*/ 1692634 h 3514679"/>
              <a:gd name="connsiteX2509" fmla="*/ 3176161 w 3708449"/>
              <a:gd name="connsiteY2509" fmla="*/ 1676574 h 3514679"/>
              <a:gd name="connsiteX2510" fmla="*/ 3111806 w 3708449"/>
              <a:gd name="connsiteY2510" fmla="*/ 1676574 h 3514679"/>
              <a:gd name="connsiteX2511" fmla="*/ 3127866 w 3708449"/>
              <a:gd name="connsiteY2511" fmla="*/ 1692634 h 3514679"/>
              <a:gd name="connsiteX2512" fmla="*/ 3111806 w 3708449"/>
              <a:gd name="connsiteY2512" fmla="*/ 1708694 h 3514679"/>
              <a:gd name="connsiteX2513" fmla="*/ 3095747 w 3708449"/>
              <a:gd name="connsiteY2513" fmla="*/ 1692634 h 3514679"/>
              <a:gd name="connsiteX2514" fmla="*/ 3111806 w 3708449"/>
              <a:gd name="connsiteY2514" fmla="*/ 1676574 h 3514679"/>
              <a:gd name="connsiteX2515" fmla="*/ 3047452 w 3708449"/>
              <a:gd name="connsiteY2515" fmla="*/ 1676574 h 3514679"/>
              <a:gd name="connsiteX2516" fmla="*/ 3063512 w 3708449"/>
              <a:gd name="connsiteY2516" fmla="*/ 1692634 h 3514679"/>
              <a:gd name="connsiteX2517" fmla="*/ 3047452 w 3708449"/>
              <a:gd name="connsiteY2517" fmla="*/ 1708694 h 3514679"/>
              <a:gd name="connsiteX2518" fmla="*/ 3031393 w 3708449"/>
              <a:gd name="connsiteY2518" fmla="*/ 1692634 h 3514679"/>
              <a:gd name="connsiteX2519" fmla="*/ 3047452 w 3708449"/>
              <a:gd name="connsiteY2519" fmla="*/ 1676574 h 3514679"/>
              <a:gd name="connsiteX2520" fmla="*/ 2983099 w 3708449"/>
              <a:gd name="connsiteY2520" fmla="*/ 1676574 h 3514679"/>
              <a:gd name="connsiteX2521" fmla="*/ 2999158 w 3708449"/>
              <a:gd name="connsiteY2521" fmla="*/ 1692634 h 3514679"/>
              <a:gd name="connsiteX2522" fmla="*/ 2983099 w 3708449"/>
              <a:gd name="connsiteY2522" fmla="*/ 1708694 h 3514679"/>
              <a:gd name="connsiteX2523" fmla="*/ 2967039 w 3708449"/>
              <a:gd name="connsiteY2523" fmla="*/ 1692634 h 3514679"/>
              <a:gd name="connsiteX2524" fmla="*/ 2983099 w 3708449"/>
              <a:gd name="connsiteY2524" fmla="*/ 1676574 h 3514679"/>
              <a:gd name="connsiteX2525" fmla="*/ 2918046 w 3708449"/>
              <a:gd name="connsiteY2525" fmla="*/ 1676574 h 3514679"/>
              <a:gd name="connsiteX2526" fmla="*/ 2934106 w 3708449"/>
              <a:gd name="connsiteY2526" fmla="*/ 1692634 h 3514679"/>
              <a:gd name="connsiteX2527" fmla="*/ 2918046 w 3708449"/>
              <a:gd name="connsiteY2527" fmla="*/ 1708694 h 3514679"/>
              <a:gd name="connsiteX2528" fmla="*/ 2902685 w 3708449"/>
              <a:gd name="connsiteY2528" fmla="*/ 1692634 h 3514679"/>
              <a:gd name="connsiteX2529" fmla="*/ 2918046 w 3708449"/>
              <a:gd name="connsiteY2529" fmla="*/ 1676574 h 3514679"/>
              <a:gd name="connsiteX2530" fmla="*/ 2853692 w 3708449"/>
              <a:gd name="connsiteY2530" fmla="*/ 1676574 h 3514679"/>
              <a:gd name="connsiteX2531" fmla="*/ 2869752 w 3708449"/>
              <a:gd name="connsiteY2531" fmla="*/ 1692634 h 3514679"/>
              <a:gd name="connsiteX2532" fmla="*/ 2853692 w 3708449"/>
              <a:gd name="connsiteY2532" fmla="*/ 1708694 h 3514679"/>
              <a:gd name="connsiteX2533" fmla="*/ 2837633 w 3708449"/>
              <a:gd name="connsiteY2533" fmla="*/ 1692634 h 3514679"/>
              <a:gd name="connsiteX2534" fmla="*/ 2853692 w 3708449"/>
              <a:gd name="connsiteY2534" fmla="*/ 1676574 h 3514679"/>
              <a:gd name="connsiteX2535" fmla="*/ 2789338 w 3708449"/>
              <a:gd name="connsiteY2535" fmla="*/ 1676574 h 3514679"/>
              <a:gd name="connsiteX2536" fmla="*/ 2805398 w 3708449"/>
              <a:gd name="connsiteY2536" fmla="*/ 1692634 h 3514679"/>
              <a:gd name="connsiteX2537" fmla="*/ 2789338 w 3708449"/>
              <a:gd name="connsiteY2537" fmla="*/ 1708694 h 3514679"/>
              <a:gd name="connsiteX2538" fmla="*/ 2773279 w 3708449"/>
              <a:gd name="connsiteY2538" fmla="*/ 1692634 h 3514679"/>
              <a:gd name="connsiteX2539" fmla="*/ 2789338 w 3708449"/>
              <a:gd name="connsiteY2539" fmla="*/ 1676574 h 3514679"/>
              <a:gd name="connsiteX2540" fmla="*/ 2724984 w 3708449"/>
              <a:gd name="connsiteY2540" fmla="*/ 1676574 h 3514679"/>
              <a:gd name="connsiteX2541" fmla="*/ 2741159 w 3708449"/>
              <a:gd name="connsiteY2541" fmla="*/ 1692634 h 3514679"/>
              <a:gd name="connsiteX2542" fmla="*/ 2724984 w 3708449"/>
              <a:gd name="connsiteY2542" fmla="*/ 1708694 h 3514679"/>
              <a:gd name="connsiteX2543" fmla="*/ 2708924 w 3708449"/>
              <a:gd name="connsiteY2543" fmla="*/ 1692634 h 3514679"/>
              <a:gd name="connsiteX2544" fmla="*/ 2724984 w 3708449"/>
              <a:gd name="connsiteY2544" fmla="*/ 1676574 h 3514679"/>
              <a:gd name="connsiteX2545" fmla="*/ 2660630 w 3708449"/>
              <a:gd name="connsiteY2545" fmla="*/ 1676574 h 3514679"/>
              <a:gd name="connsiteX2546" fmla="*/ 2675991 w 3708449"/>
              <a:gd name="connsiteY2546" fmla="*/ 1692634 h 3514679"/>
              <a:gd name="connsiteX2547" fmla="*/ 2660630 w 3708449"/>
              <a:gd name="connsiteY2547" fmla="*/ 1708694 h 3514679"/>
              <a:gd name="connsiteX2548" fmla="*/ 2644570 w 3708449"/>
              <a:gd name="connsiteY2548" fmla="*/ 1692634 h 3514679"/>
              <a:gd name="connsiteX2549" fmla="*/ 2660630 w 3708449"/>
              <a:gd name="connsiteY2549" fmla="*/ 1676574 h 3514679"/>
              <a:gd name="connsiteX2550" fmla="*/ 2595577 w 3708449"/>
              <a:gd name="connsiteY2550" fmla="*/ 1676574 h 3514679"/>
              <a:gd name="connsiteX2551" fmla="*/ 2611637 w 3708449"/>
              <a:gd name="connsiteY2551" fmla="*/ 1692634 h 3514679"/>
              <a:gd name="connsiteX2552" fmla="*/ 2595577 w 3708449"/>
              <a:gd name="connsiteY2552" fmla="*/ 1708694 h 3514679"/>
              <a:gd name="connsiteX2553" fmla="*/ 2579518 w 3708449"/>
              <a:gd name="connsiteY2553" fmla="*/ 1692634 h 3514679"/>
              <a:gd name="connsiteX2554" fmla="*/ 2595577 w 3708449"/>
              <a:gd name="connsiteY2554" fmla="*/ 1676574 h 3514679"/>
              <a:gd name="connsiteX2555" fmla="*/ 2531224 w 3708449"/>
              <a:gd name="connsiteY2555" fmla="*/ 1676574 h 3514679"/>
              <a:gd name="connsiteX2556" fmla="*/ 2547283 w 3708449"/>
              <a:gd name="connsiteY2556" fmla="*/ 1692634 h 3514679"/>
              <a:gd name="connsiteX2557" fmla="*/ 2531224 w 3708449"/>
              <a:gd name="connsiteY2557" fmla="*/ 1708694 h 3514679"/>
              <a:gd name="connsiteX2558" fmla="*/ 2515164 w 3708449"/>
              <a:gd name="connsiteY2558" fmla="*/ 1692634 h 3514679"/>
              <a:gd name="connsiteX2559" fmla="*/ 2531224 w 3708449"/>
              <a:gd name="connsiteY2559" fmla="*/ 1676574 h 3514679"/>
              <a:gd name="connsiteX2560" fmla="*/ 2466869 w 3708449"/>
              <a:gd name="connsiteY2560" fmla="*/ 1676574 h 3514679"/>
              <a:gd name="connsiteX2561" fmla="*/ 2483044 w 3708449"/>
              <a:gd name="connsiteY2561" fmla="*/ 1692634 h 3514679"/>
              <a:gd name="connsiteX2562" fmla="*/ 2466869 w 3708449"/>
              <a:gd name="connsiteY2562" fmla="*/ 1708694 h 3514679"/>
              <a:gd name="connsiteX2563" fmla="*/ 2450809 w 3708449"/>
              <a:gd name="connsiteY2563" fmla="*/ 1692634 h 3514679"/>
              <a:gd name="connsiteX2564" fmla="*/ 2466869 w 3708449"/>
              <a:gd name="connsiteY2564" fmla="*/ 1676574 h 3514679"/>
              <a:gd name="connsiteX2565" fmla="*/ 2402631 w 3708449"/>
              <a:gd name="connsiteY2565" fmla="*/ 1676574 h 3514679"/>
              <a:gd name="connsiteX2566" fmla="*/ 2418690 w 3708449"/>
              <a:gd name="connsiteY2566" fmla="*/ 1692634 h 3514679"/>
              <a:gd name="connsiteX2567" fmla="*/ 2402631 w 3708449"/>
              <a:gd name="connsiteY2567" fmla="*/ 1708694 h 3514679"/>
              <a:gd name="connsiteX2568" fmla="*/ 2386455 w 3708449"/>
              <a:gd name="connsiteY2568" fmla="*/ 1692634 h 3514679"/>
              <a:gd name="connsiteX2569" fmla="*/ 2402631 w 3708449"/>
              <a:gd name="connsiteY2569" fmla="*/ 1676574 h 3514679"/>
              <a:gd name="connsiteX2570" fmla="*/ 2337462 w 3708449"/>
              <a:gd name="connsiteY2570" fmla="*/ 1676574 h 3514679"/>
              <a:gd name="connsiteX2571" fmla="*/ 2353522 w 3708449"/>
              <a:gd name="connsiteY2571" fmla="*/ 1692634 h 3514679"/>
              <a:gd name="connsiteX2572" fmla="*/ 2337462 w 3708449"/>
              <a:gd name="connsiteY2572" fmla="*/ 1708694 h 3514679"/>
              <a:gd name="connsiteX2573" fmla="*/ 2322218 w 3708449"/>
              <a:gd name="connsiteY2573" fmla="*/ 1692634 h 3514679"/>
              <a:gd name="connsiteX2574" fmla="*/ 2337462 w 3708449"/>
              <a:gd name="connsiteY2574" fmla="*/ 1676574 h 3514679"/>
              <a:gd name="connsiteX2575" fmla="*/ 2273109 w 3708449"/>
              <a:gd name="connsiteY2575" fmla="*/ 1676574 h 3514679"/>
              <a:gd name="connsiteX2576" fmla="*/ 2289284 w 3708449"/>
              <a:gd name="connsiteY2576" fmla="*/ 1692634 h 3514679"/>
              <a:gd name="connsiteX2577" fmla="*/ 2273109 w 3708449"/>
              <a:gd name="connsiteY2577" fmla="*/ 1708694 h 3514679"/>
              <a:gd name="connsiteX2578" fmla="*/ 2257049 w 3708449"/>
              <a:gd name="connsiteY2578" fmla="*/ 1692634 h 3514679"/>
              <a:gd name="connsiteX2579" fmla="*/ 2273109 w 3708449"/>
              <a:gd name="connsiteY2579" fmla="*/ 1676574 h 3514679"/>
              <a:gd name="connsiteX2580" fmla="*/ 2208755 w 3708449"/>
              <a:gd name="connsiteY2580" fmla="*/ 1676574 h 3514679"/>
              <a:gd name="connsiteX2581" fmla="*/ 2224930 w 3708449"/>
              <a:gd name="connsiteY2581" fmla="*/ 1692634 h 3514679"/>
              <a:gd name="connsiteX2582" fmla="*/ 2208755 w 3708449"/>
              <a:gd name="connsiteY2582" fmla="*/ 1708694 h 3514679"/>
              <a:gd name="connsiteX2583" fmla="*/ 2192695 w 3708449"/>
              <a:gd name="connsiteY2583" fmla="*/ 1692634 h 3514679"/>
              <a:gd name="connsiteX2584" fmla="*/ 2208755 w 3708449"/>
              <a:gd name="connsiteY2584" fmla="*/ 1676574 h 3514679"/>
              <a:gd name="connsiteX2585" fmla="*/ 2144517 w 3708449"/>
              <a:gd name="connsiteY2585" fmla="*/ 1676574 h 3514679"/>
              <a:gd name="connsiteX2586" fmla="*/ 2160576 w 3708449"/>
              <a:gd name="connsiteY2586" fmla="*/ 1692634 h 3514679"/>
              <a:gd name="connsiteX2587" fmla="*/ 2144517 w 3708449"/>
              <a:gd name="connsiteY2587" fmla="*/ 1708694 h 3514679"/>
              <a:gd name="connsiteX2588" fmla="*/ 2128341 w 3708449"/>
              <a:gd name="connsiteY2588" fmla="*/ 1692634 h 3514679"/>
              <a:gd name="connsiteX2589" fmla="*/ 2144517 w 3708449"/>
              <a:gd name="connsiteY2589" fmla="*/ 1676574 h 3514679"/>
              <a:gd name="connsiteX2590" fmla="*/ 2080163 w 3708449"/>
              <a:gd name="connsiteY2590" fmla="*/ 1676574 h 3514679"/>
              <a:gd name="connsiteX2591" fmla="*/ 2095408 w 3708449"/>
              <a:gd name="connsiteY2591" fmla="*/ 1692634 h 3514679"/>
              <a:gd name="connsiteX2592" fmla="*/ 2080163 w 3708449"/>
              <a:gd name="connsiteY2592" fmla="*/ 1708694 h 3514679"/>
              <a:gd name="connsiteX2593" fmla="*/ 2064104 w 3708449"/>
              <a:gd name="connsiteY2593" fmla="*/ 1692634 h 3514679"/>
              <a:gd name="connsiteX2594" fmla="*/ 2080163 w 3708449"/>
              <a:gd name="connsiteY2594" fmla="*/ 1676574 h 3514679"/>
              <a:gd name="connsiteX2595" fmla="*/ 2014994 w 3708449"/>
              <a:gd name="connsiteY2595" fmla="*/ 1676574 h 3514679"/>
              <a:gd name="connsiteX2596" fmla="*/ 2031169 w 3708449"/>
              <a:gd name="connsiteY2596" fmla="*/ 1692634 h 3514679"/>
              <a:gd name="connsiteX2597" fmla="*/ 2014994 w 3708449"/>
              <a:gd name="connsiteY2597" fmla="*/ 1708694 h 3514679"/>
              <a:gd name="connsiteX2598" fmla="*/ 1998934 w 3708449"/>
              <a:gd name="connsiteY2598" fmla="*/ 1692634 h 3514679"/>
              <a:gd name="connsiteX2599" fmla="*/ 2014994 w 3708449"/>
              <a:gd name="connsiteY2599" fmla="*/ 1676574 h 3514679"/>
              <a:gd name="connsiteX2600" fmla="*/ 1950756 w 3708449"/>
              <a:gd name="connsiteY2600" fmla="*/ 1676574 h 3514679"/>
              <a:gd name="connsiteX2601" fmla="*/ 1966815 w 3708449"/>
              <a:gd name="connsiteY2601" fmla="*/ 1692634 h 3514679"/>
              <a:gd name="connsiteX2602" fmla="*/ 1950756 w 3708449"/>
              <a:gd name="connsiteY2602" fmla="*/ 1708694 h 3514679"/>
              <a:gd name="connsiteX2603" fmla="*/ 1934580 w 3708449"/>
              <a:gd name="connsiteY2603" fmla="*/ 1692634 h 3514679"/>
              <a:gd name="connsiteX2604" fmla="*/ 1950756 w 3708449"/>
              <a:gd name="connsiteY2604" fmla="*/ 1676574 h 3514679"/>
              <a:gd name="connsiteX2605" fmla="*/ 1886402 w 3708449"/>
              <a:gd name="connsiteY2605" fmla="*/ 1676574 h 3514679"/>
              <a:gd name="connsiteX2606" fmla="*/ 1902461 w 3708449"/>
              <a:gd name="connsiteY2606" fmla="*/ 1692634 h 3514679"/>
              <a:gd name="connsiteX2607" fmla="*/ 1886402 w 3708449"/>
              <a:gd name="connsiteY2607" fmla="*/ 1708694 h 3514679"/>
              <a:gd name="connsiteX2608" fmla="*/ 1870343 w 3708449"/>
              <a:gd name="connsiteY2608" fmla="*/ 1692634 h 3514679"/>
              <a:gd name="connsiteX2609" fmla="*/ 1886402 w 3708449"/>
              <a:gd name="connsiteY2609" fmla="*/ 1676574 h 3514679"/>
              <a:gd name="connsiteX2610" fmla="*/ 1822048 w 3708449"/>
              <a:gd name="connsiteY2610" fmla="*/ 1676574 h 3514679"/>
              <a:gd name="connsiteX2611" fmla="*/ 1838108 w 3708449"/>
              <a:gd name="connsiteY2611" fmla="*/ 1692634 h 3514679"/>
              <a:gd name="connsiteX2612" fmla="*/ 1822048 w 3708449"/>
              <a:gd name="connsiteY2612" fmla="*/ 1708694 h 3514679"/>
              <a:gd name="connsiteX2613" fmla="*/ 1805989 w 3708449"/>
              <a:gd name="connsiteY2613" fmla="*/ 1692634 h 3514679"/>
              <a:gd name="connsiteX2614" fmla="*/ 1822048 w 3708449"/>
              <a:gd name="connsiteY2614" fmla="*/ 1676574 h 3514679"/>
              <a:gd name="connsiteX2615" fmla="*/ 1756879 w 3708449"/>
              <a:gd name="connsiteY2615" fmla="*/ 1676574 h 3514679"/>
              <a:gd name="connsiteX2616" fmla="*/ 1773055 w 3708449"/>
              <a:gd name="connsiteY2616" fmla="*/ 1692634 h 3514679"/>
              <a:gd name="connsiteX2617" fmla="*/ 1756879 w 3708449"/>
              <a:gd name="connsiteY2617" fmla="*/ 1708694 h 3514679"/>
              <a:gd name="connsiteX2618" fmla="*/ 1741635 w 3708449"/>
              <a:gd name="connsiteY2618" fmla="*/ 1692634 h 3514679"/>
              <a:gd name="connsiteX2619" fmla="*/ 1756879 w 3708449"/>
              <a:gd name="connsiteY2619" fmla="*/ 1676574 h 3514679"/>
              <a:gd name="connsiteX2620" fmla="*/ 1692642 w 3708449"/>
              <a:gd name="connsiteY2620" fmla="*/ 1676574 h 3514679"/>
              <a:gd name="connsiteX2621" fmla="*/ 1708701 w 3708449"/>
              <a:gd name="connsiteY2621" fmla="*/ 1692634 h 3514679"/>
              <a:gd name="connsiteX2622" fmla="*/ 1692642 w 3708449"/>
              <a:gd name="connsiteY2622" fmla="*/ 1708694 h 3514679"/>
              <a:gd name="connsiteX2623" fmla="*/ 1676466 w 3708449"/>
              <a:gd name="connsiteY2623" fmla="*/ 1692634 h 3514679"/>
              <a:gd name="connsiteX2624" fmla="*/ 1692642 w 3708449"/>
              <a:gd name="connsiteY2624" fmla="*/ 1676574 h 3514679"/>
              <a:gd name="connsiteX2625" fmla="*/ 1628287 w 3708449"/>
              <a:gd name="connsiteY2625" fmla="*/ 1676574 h 3514679"/>
              <a:gd name="connsiteX2626" fmla="*/ 1644346 w 3708449"/>
              <a:gd name="connsiteY2626" fmla="*/ 1692634 h 3514679"/>
              <a:gd name="connsiteX2627" fmla="*/ 1628287 w 3708449"/>
              <a:gd name="connsiteY2627" fmla="*/ 1708694 h 3514679"/>
              <a:gd name="connsiteX2628" fmla="*/ 1612228 w 3708449"/>
              <a:gd name="connsiteY2628" fmla="*/ 1692634 h 3514679"/>
              <a:gd name="connsiteX2629" fmla="*/ 1628287 w 3708449"/>
              <a:gd name="connsiteY2629" fmla="*/ 1676574 h 3514679"/>
              <a:gd name="connsiteX2630" fmla="*/ 1563933 w 3708449"/>
              <a:gd name="connsiteY2630" fmla="*/ 1676574 h 3514679"/>
              <a:gd name="connsiteX2631" fmla="*/ 1579993 w 3708449"/>
              <a:gd name="connsiteY2631" fmla="*/ 1692634 h 3514679"/>
              <a:gd name="connsiteX2632" fmla="*/ 1563933 w 3708449"/>
              <a:gd name="connsiteY2632" fmla="*/ 1708694 h 3514679"/>
              <a:gd name="connsiteX2633" fmla="*/ 1547874 w 3708449"/>
              <a:gd name="connsiteY2633" fmla="*/ 1692634 h 3514679"/>
              <a:gd name="connsiteX2634" fmla="*/ 1563933 w 3708449"/>
              <a:gd name="connsiteY2634" fmla="*/ 1676574 h 3514679"/>
              <a:gd name="connsiteX2635" fmla="*/ 1499579 w 3708449"/>
              <a:gd name="connsiteY2635" fmla="*/ 1676574 h 3514679"/>
              <a:gd name="connsiteX2636" fmla="*/ 1514940 w 3708449"/>
              <a:gd name="connsiteY2636" fmla="*/ 1692634 h 3514679"/>
              <a:gd name="connsiteX2637" fmla="*/ 1499579 w 3708449"/>
              <a:gd name="connsiteY2637" fmla="*/ 1708694 h 3514679"/>
              <a:gd name="connsiteX2638" fmla="*/ 1483520 w 3708449"/>
              <a:gd name="connsiteY2638" fmla="*/ 1692634 h 3514679"/>
              <a:gd name="connsiteX2639" fmla="*/ 1499579 w 3708449"/>
              <a:gd name="connsiteY2639" fmla="*/ 1676574 h 3514679"/>
              <a:gd name="connsiteX2640" fmla="*/ 1434527 w 3708449"/>
              <a:gd name="connsiteY2640" fmla="*/ 1676574 h 3514679"/>
              <a:gd name="connsiteX2641" fmla="*/ 1450586 w 3708449"/>
              <a:gd name="connsiteY2641" fmla="*/ 1692634 h 3514679"/>
              <a:gd name="connsiteX2642" fmla="*/ 1434527 w 3708449"/>
              <a:gd name="connsiteY2642" fmla="*/ 1708694 h 3514679"/>
              <a:gd name="connsiteX2643" fmla="*/ 1418351 w 3708449"/>
              <a:gd name="connsiteY2643" fmla="*/ 1692634 h 3514679"/>
              <a:gd name="connsiteX2644" fmla="*/ 1434527 w 3708449"/>
              <a:gd name="connsiteY2644" fmla="*/ 1676574 h 3514679"/>
              <a:gd name="connsiteX2645" fmla="*/ 1370173 w 3708449"/>
              <a:gd name="connsiteY2645" fmla="*/ 1676574 h 3514679"/>
              <a:gd name="connsiteX2646" fmla="*/ 1386233 w 3708449"/>
              <a:gd name="connsiteY2646" fmla="*/ 1692634 h 3514679"/>
              <a:gd name="connsiteX2647" fmla="*/ 1370173 w 3708449"/>
              <a:gd name="connsiteY2647" fmla="*/ 1708694 h 3514679"/>
              <a:gd name="connsiteX2648" fmla="*/ 1354114 w 3708449"/>
              <a:gd name="connsiteY2648" fmla="*/ 1692634 h 3514679"/>
              <a:gd name="connsiteX2649" fmla="*/ 1370173 w 3708449"/>
              <a:gd name="connsiteY2649" fmla="*/ 1676574 h 3514679"/>
              <a:gd name="connsiteX2650" fmla="*/ 1305819 w 3708449"/>
              <a:gd name="connsiteY2650" fmla="*/ 1676574 h 3514679"/>
              <a:gd name="connsiteX2651" fmla="*/ 1321879 w 3708449"/>
              <a:gd name="connsiteY2651" fmla="*/ 1692634 h 3514679"/>
              <a:gd name="connsiteX2652" fmla="*/ 1305819 w 3708449"/>
              <a:gd name="connsiteY2652" fmla="*/ 1708694 h 3514679"/>
              <a:gd name="connsiteX2653" fmla="*/ 1289760 w 3708449"/>
              <a:gd name="connsiteY2653" fmla="*/ 1692634 h 3514679"/>
              <a:gd name="connsiteX2654" fmla="*/ 1305819 w 3708449"/>
              <a:gd name="connsiteY2654" fmla="*/ 1676574 h 3514679"/>
              <a:gd name="connsiteX2655" fmla="*/ 1241465 w 3708449"/>
              <a:gd name="connsiteY2655" fmla="*/ 1676574 h 3514679"/>
              <a:gd name="connsiteX2656" fmla="*/ 1256826 w 3708449"/>
              <a:gd name="connsiteY2656" fmla="*/ 1692634 h 3514679"/>
              <a:gd name="connsiteX2657" fmla="*/ 1241465 w 3708449"/>
              <a:gd name="connsiteY2657" fmla="*/ 1708694 h 3514679"/>
              <a:gd name="connsiteX2658" fmla="*/ 1225406 w 3708449"/>
              <a:gd name="connsiteY2658" fmla="*/ 1692634 h 3514679"/>
              <a:gd name="connsiteX2659" fmla="*/ 1241465 w 3708449"/>
              <a:gd name="connsiteY2659" fmla="*/ 1676574 h 3514679"/>
              <a:gd name="connsiteX2660" fmla="*/ 1176412 w 3708449"/>
              <a:gd name="connsiteY2660" fmla="*/ 1676574 h 3514679"/>
              <a:gd name="connsiteX2661" fmla="*/ 1192472 w 3708449"/>
              <a:gd name="connsiteY2661" fmla="*/ 1692634 h 3514679"/>
              <a:gd name="connsiteX2662" fmla="*/ 1176412 w 3708449"/>
              <a:gd name="connsiteY2662" fmla="*/ 1708694 h 3514679"/>
              <a:gd name="connsiteX2663" fmla="*/ 1161051 w 3708449"/>
              <a:gd name="connsiteY2663" fmla="*/ 1692634 h 3514679"/>
              <a:gd name="connsiteX2664" fmla="*/ 1176412 w 3708449"/>
              <a:gd name="connsiteY2664" fmla="*/ 1676574 h 3514679"/>
              <a:gd name="connsiteX2665" fmla="*/ 3434275 w 3708449"/>
              <a:gd name="connsiteY2665" fmla="*/ 1612220 h 3514679"/>
              <a:gd name="connsiteX2666" fmla="*/ 3450334 w 3708449"/>
              <a:gd name="connsiteY2666" fmla="*/ 1628279 h 3514679"/>
              <a:gd name="connsiteX2667" fmla="*/ 3434275 w 3708449"/>
              <a:gd name="connsiteY2667" fmla="*/ 1644455 h 3514679"/>
              <a:gd name="connsiteX2668" fmla="*/ 3418099 w 3708449"/>
              <a:gd name="connsiteY2668" fmla="*/ 1628279 h 3514679"/>
              <a:gd name="connsiteX2669" fmla="*/ 3434275 w 3708449"/>
              <a:gd name="connsiteY2669" fmla="*/ 1612220 h 3514679"/>
              <a:gd name="connsiteX2670" fmla="*/ 3369921 w 3708449"/>
              <a:gd name="connsiteY2670" fmla="*/ 1612220 h 3514679"/>
              <a:gd name="connsiteX2671" fmla="*/ 3385981 w 3708449"/>
              <a:gd name="connsiteY2671" fmla="*/ 1628279 h 3514679"/>
              <a:gd name="connsiteX2672" fmla="*/ 3369921 w 3708449"/>
              <a:gd name="connsiteY2672" fmla="*/ 1644455 h 3514679"/>
              <a:gd name="connsiteX2673" fmla="*/ 3353862 w 3708449"/>
              <a:gd name="connsiteY2673" fmla="*/ 1628279 h 3514679"/>
              <a:gd name="connsiteX2674" fmla="*/ 3369921 w 3708449"/>
              <a:gd name="connsiteY2674" fmla="*/ 1612220 h 3514679"/>
              <a:gd name="connsiteX2675" fmla="*/ 3305567 w 3708449"/>
              <a:gd name="connsiteY2675" fmla="*/ 1612220 h 3514679"/>
              <a:gd name="connsiteX2676" fmla="*/ 3321627 w 3708449"/>
              <a:gd name="connsiteY2676" fmla="*/ 1628279 h 3514679"/>
              <a:gd name="connsiteX2677" fmla="*/ 3305567 w 3708449"/>
              <a:gd name="connsiteY2677" fmla="*/ 1644455 h 3514679"/>
              <a:gd name="connsiteX2678" fmla="*/ 3289508 w 3708449"/>
              <a:gd name="connsiteY2678" fmla="*/ 1628279 h 3514679"/>
              <a:gd name="connsiteX2679" fmla="*/ 3305567 w 3708449"/>
              <a:gd name="connsiteY2679" fmla="*/ 1612220 h 3514679"/>
              <a:gd name="connsiteX2680" fmla="*/ 3241213 w 3708449"/>
              <a:gd name="connsiteY2680" fmla="*/ 1612220 h 3514679"/>
              <a:gd name="connsiteX2681" fmla="*/ 3256574 w 3708449"/>
              <a:gd name="connsiteY2681" fmla="*/ 1628279 h 3514679"/>
              <a:gd name="connsiteX2682" fmla="*/ 3241213 w 3708449"/>
              <a:gd name="connsiteY2682" fmla="*/ 1644455 h 3514679"/>
              <a:gd name="connsiteX2683" fmla="*/ 3225154 w 3708449"/>
              <a:gd name="connsiteY2683" fmla="*/ 1628279 h 3514679"/>
              <a:gd name="connsiteX2684" fmla="*/ 3241213 w 3708449"/>
              <a:gd name="connsiteY2684" fmla="*/ 1612220 h 3514679"/>
              <a:gd name="connsiteX2685" fmla="*/ 3176161 w 3708449"/>
              <a:gd name="connsiteY2685" fmla="*/ 1612220 h 3514679"/>
              <a:gd name="connsiteX2686" fmla="*/ 3192220 w 3708449"/>
              <a:gd name="connsiteY2686" fmla="*/ 1628279 h 3514679"/>
              <a:gd name="connsiteX2687" fmla="*/ 3176161 w 3708449"/>
              <a:gd name="connsiteY2687" fmla="*/ 1644455 h 3514679"/>
              <a:gd name="connsiteX2688" fmla="*/ 3160102 w 3708449"/>
              <a:gd name="connsiteY2688" fmla="*/ 1628279 h 3514679"/>
              <a:gd name="connsiteX2689" fmla="*/ 3176161 w 3708449"/>
              <a:gd name="connsiteY2689" fmla="*/ 1612220 h 3514679"/>
              <a:gd name="connsiteX2690" fmla="*/ 3111806 w 3708449"/>
              <a:gd name="connsiteY2690" fmla="*/ 1612220 h 3514679"/>
              <a:gd name="connsiteX2691" fmla="*/ 3127866 w 3708449"/>
              <a:gd name="connsiteY2691" fmla="*/ 1628279 h 3514679"/>
              <a:gd name="connsiteX2692" fmla="*/ 3111806 w 3708449"/>
              <a:gd name="connsiteY2692" fmla="*/ 1644455 h 3514679"/>
              <a:gd name="connsiteX2693" fmla="*/ 3095747 w 3708449"/>
              <a:gd name="connsiteY2693" fmla="*/ 1628279 h 3514679"/>
              <a:gd name="connsiteX2694" fmla="*/ 3111806 w 3708449"/>
              <a:gd name="connsiteY2694" fmla="*/ 1612220 h 3514679"/>
              <a:gd name="connsiteX2695" fmla="*/ 3047452 w 3708449"/>
              <a:gd name="connsiteY2695" fmla="*/ 1612220 h 3514679"/>
              <a:gd name="connsiteX2696" fmla="*/ 3063512 w 3708449"/>
              <a:gd name="connsiteY2696" fmla="*/ 1628279 h 3514679"/>
              <a:gd name="connsiteX2697" fmla="*/ 3047452 w 3708449"/>
              <a:gd name="connsiteY2697" fmla="*/ 1644455 h 3514679"/>
              <a:gd name="connsiteX2698" fmla="*/ 3031393 w 3708449"/>
              <a:gd name="connsiteY2698" fmla="*/ 1628279 h 3514679"/>
              <a:gd name="connsiteX2699" fmla="*/ 3047452 w 3708449"/>
              <a:gd name="connsiteY2699" fmla="*/ 1612220 h 3514679"/>
              <a:gd name="connsiteX2700" fmla="*/ 2983099 w 3708449"/>
              <a:gd name="connsiteY2700" fmla="*/ 1612220 h 3514679"/>
              <a:gd name="connsiteX2701" fmla="*/ 2999158 w 3708449"/>
              <a:gd name="connsiteY2701" fmla="*/ 1628279 h 3514679"/>
              <a:gd name="connsiteX2702" fmla="*/ 2983099 w 3708449"/>
              <a:gd name="connsiteY2702" fmla="*/ 1644455 h 3514679"/>
              <a:gd name="connsiteX2703" fmla="*/ 2967039 w 3708449"/>
              <a:gd name="connsiteY2703" fmla="*/ 1628279 h 3514679"/>
              <a:gd name="connsiteX2704" fmla="*/ 2983099 w 3708449"/>
              <a:gd name="connsiteY2704" fmla="*/ 1612220 h 3514679"/>
              <a:gd name="connsiteX2705" fmla="*/ 2918046 w 3708449"/>
              <a:gd name="connsiteY2705" fmla="*/ 1612220 h 3514679"/>
              <a:gd name="connsiteX2706" fmla="*/ 2934106 w 3708449"/>
              <a:gd name="connsiteY2706" fmla="*/ 1628279 h 3514679"/>
              <a:gd name="connsiteX2707" fmla="*/ 2918046 w 3708449"/>
              <a:gd name="connsiteY2707" fmla="*/ 1644455 h 3514679"/>
              <a:gd name="connsiteX2708" fmla="*/ 2902685 w 3708449"/>
              <a:gd name="connsiteY2708" fmla="*/ 1628279 h 3514679"/>
              <a:gd name="connsiteX2709" fmla="*/ 2918046 w 3708449"/>
              <a:gd name="connsiteY2709" fmla="*/ 1612220 h 3514679"/>
              <a:gd name="connsiteX2710" fmla="*/ 2853692 w 3708449"/>
              <a:gd name="connsiteY2710" fmla="*/ 1612220 h 3514679"/>
              <a:gd name="connsiteX2711" fmla="*/ 2869752 w 3708449"/>
              <a:gd name="connsiteY2711" fmla="*/ 1628279 h 3514679"/>
              <a:gd name="connsiteX2712" fmla="*/ 2853692 w 3708449"/>
              <a:gd name="connsiteY2712" fmla="*/ 1644455 h 3514679"/>
              <a:gd name="connsiteX2713" fmla="*/ 2837633 w 3708449"/>
              <a:gd name="connsiteY2713" fmla="*/ 1628279 h 3514679"/>
              <a:gd name="connsiteX2714" fmla="*/ 2853692 w 3708449"/>
              <a:gd name="connsiteY2714" fmla="*/ 1612220 h 3514679"/>
              <a:gd name="connsiteX2715" fmla="*/ 2789338 w 3708449"/>
              <a:gd name="connsiteY2715" fmla="*/ 1612220 h 3514679"/>
              <a:gd name="connsiteX2716" fmla="*/ 2805398 w 3708449"/>
              <a:gd name="connsiteY2716" fmla="*/ 1628279 h 3514679"/>
              <a:gd name="connsiteX2717" fmla="*/ 2789338 w 3708449"/>
              <a:gd name="connsiteY2717" fmla="*/ 1644455 h 3514679"/>
              <a:gd name="connsiteX2718" fmla="*/ 2773279 w 3708449"/>
              <a:gd name="connsiteY2718" fmla="*/ 1628279 h 3514679"/>
              <a:gd name="connsiteX2719" fmla="*/ 2789338 w 3708449"/>
              <a:gd name="connsiteY2719" fmla="*/ 1612220 h 3514679"/>
              <a:gd name="connsiteX2720" fmla="*/ 2724984 w 3708449"/>
              <a:gd name="connsiteY2720" fmla="*/ 1612220 h 3514679"/>
              <a:gd name="connsiteX2721" fmla="*/ 2741159 w 3708449"/>
              <a:gd name="connsiteY2721" fmla="*/ 1628279 h 3514679"/>
              <a:gd name="connsiteX2722" fmla="*/ 2724984 w 3708449"/>
              <a:gd name="connsiteY2722" fmla="*/ 1644455 h 3514679"/>
              <a:gd name="connsiteX2723" fmla="*/ 2708924 w 3708449"/>
              <a:gd name="connsiteY2723" fmla="*/ 1628279 h 3514679"/>
              <a:gd name="connsiteX2724" fmla="*/ 2724984 w 3708449"/>
              <a:gd name="connsiteY2724" fmla="*/ 1612220 h 3514679"/>
              <a:gd name="connsiteX2725" fmla="*/ 2660630 w 3708449"/>
              <a:gd name="connsiteY2725" fmla="*/ 1612220 h 3514679"/>
              <a:gd name="connsiteX2726" fmla="*/ 2675991 w 3708449"/>
              <a:gd name="connsiteY2726" fmla="*/ 1628279 h 3514679"/>
              <a:gd name="connsiteX2727" fmla="*/ 2660630 w 3708449"/>
              <a:gd name="connsiteY2727" fmla="*/ 1644455 h 3514679"/>
              <a:gd name="connsiteX2728" fmla="*/ 2644570 w 3708449"/>
              <a:gd name="connsiteY2728" fmla="*/ 1628279 h 3514679"/>
              <a:gd name="connsiteX2729" fmla="*/ 2660630 w 3708449"/>
              <a:gd name="connsiteY2729" fmla="*/ 1612220 h 3514679"/>
              <a:gd name="connsiteX2730" fmla="*/ 2595577 w 3708449"/>
              <a:gd name="connsiteY2730" fmla="*/ 1612220 h 3514679"/>
              <a:gd name="connsiteX2731" fmla="*/ 2611637 w 3708449"/>
              <a:gd name="connsiteY2731" fmla="*/ 1628279 h 3514679"/>
              <a:gd name="connsiteX2732" fmla="*/ 2595577 w 3708449"/>
              <a:gd name="connsiteY2732" fmla="*/ 1644455 h 3514679"/>
              <a:gd name="connsiteX2733" fmla="*/ 2579518 w 3708449"/>
              <a:gd name="connsiteY2733" fmla="*/ 1628279 h 3514679"/>
              <a:gd name="connsiteX2734" fmla="*/ 2595577 w 3708449"/>
              <a:gd name="connsiteY2734" fmla="*/ 1612220 h 3514679"/>
              <a:gd name="connsiteX2735" fmla="*/ 2531224 w 3708449"/>
              <a:gd name="connsiteY2735" fmla="*/ 1612220 h 3514679"/>
              <a:gd name="connsiteX2736" fmla="*/ 2547283 w 3708449"/>
              <a:gd name="connsiteY2736" fmla="*/ 1628279 h 3514679"/>
              <a:gd name="connsiteX2737" fmla="*/ 2531224 w 3708449"/>
              <a:gd name="connsiteY2737" fmla="*/ 1644455 h 3514679"/>
              <a:gd name="connsiteX2738" fmla="*/ 2515164 w 3708449"/>
              <a:gd name="connsiteY2738" fmla="*/ 1628279 h 3514679"/>
              <a:gd name="connsiteX2739" fmla="*/ 2531224 w 3708449"/>
              <a:gd name="connsiteY2739" fmla="*/ 1612220 h 3514679"/>
              <a:gd name="connsiteX2740" fmla="*/ 2466869 w 3708449"/>
              <a:gd name="connsiteY2740" fmla="*/ 1612220 h 3514679"/>
              <a:gd name="connsiteX2741" fmla="*/ 2483044 w 3708449"/>
              <a:gd name="connsiteY2741" fmla="*/ 1628279 h 3514679"/>
              <a:gd name="connsiteX2742" fmla="*/ 2466869 w 3708449"/>
              <a:gd name="connsiteY2742" fmla="*/ 1644455 h 3514679"/>
              <a:gd name="connsiteX2743" fmla="*/ 2450809 w 3708449"/>
              <a:gd name="connsiteY2743" fmla="*/ 1628279 h 3514679"/>
              <a:gd name="connsiteX2744" fmla="*/ 2466869 w 3708449"/>
              <a:gd name="connsiteY2744" fmla="*/ 1612220 h 3514679"/>
              <a:gd name="connsiteX2745" fmla="*/ 2402631 w 3708449"/>
              <a:gd name="connsiteY2745" fmla="*/ 1612220 h 3514679"/>
              <a:gd name="connsiteX2746" fmla="*/ 2418690 w 3708449"/>
              <a:gd name="connsiteY2746" fmla="*/ 1628279 h 3514679"/>
              <a:gd name="connsiteX2747" fmla="*/ 2402631 w 3708449"/>
              <a:gd name="connsiteY2747" fmla="*/ 1644455 h 3514679"/>
              <a:gd name="connsiteX2748" fmla="*/ 2386455 w 3708449"/>
              <a:gd name="connsiteY2748" fmla="*/ 1628279 h 3514679"/>
              <a:gd name="connsiteX2749" fmla="*/ 2402631 w 3708449"/>
              <a:gd name="connsiteY2749" fmla="*/ 1612220 h 3514679"/>
              <a:gd name="connsiteX2750" fmla="*/ 2337462 w 3708449"/>
              <a:gd name="connsiteY2750" fmla="*/ 1612220 h 3514679"/>
              <a:gd name="connsiteX2751" fmla="*/ 2353522 w 3708449"/>
              <a:gd name="connsiteY2751" fmla="*/ 1628279 h 3514679"/>
              <a:gd name="connsiteX2752" fmla="*/ 2337462 w 3708449"/>
              <a:gd name="connsiteY2752" fmla="*/ 1644455 h 3514679"/>
              <a:gd name="connsiteX2753" fmla="*/ 2322218 w 3708449"/>
              <a:gd name="connsiteY2753" fmla="*/ 1628279 h 3514679"/>
              <a:gd name="connsiteX2754" fmla="*/ 2337462 w 3708449"/>
              <a:gd name="connsiteY2754" fmla="*/ 1612220 h 3514679"/>
              <a:gd name="connsiteX2755" fmla="*/ 2273109 w 3708449"/>
              <a:gd name="connsiteY2755" fmla="*/ 1612220 h 3514679"/>
              <a:gd name="connsiteX2756" fmla="*/ 2289284 w 3708449"/>
              <a:gd name="connsiteY2756" fmla="*/ 1628279 h 3514679"/>
              <a:gd name="connsiteX2757" fmla="*/ 2273109 w 3708449"/>
              <a:gd name="connsiteY2757" fmla="*/ 1644455 h 3514679"/>
              <a:gd name="connsiteX2758" fmla="*/ 2257049 w 3708449"/>
              <a:gd name="connsiteY2758" fmla="*/ 1628279 h 3514679"/>
              <a:gd name="connsiteX2759" fmla="*/ 2273109 w 3708449"/>
              <a:gd name="connsiteY2759" fmla="*/ 1612220 h 3514679"/>
              <a:gd name="connsiteX2760" fmla="*/ 2208755 w 3708449"/>
              <a:gd name="connsiteY2760" fmla="*/ 1612220 h 3514679"/>
              <a:gd name="connsiteX2761" fmla="*/ 2224930 w 3708449"/>
              <a:gd name="connsiteY2761" fmla="*/ 1628279 h 3514679"/>
              <a:gd name="connsiteX2762" fmla="*/ 2208755 w 3708449"/>
              <a:gd name="connsiteY2762" fmla="*/ 1644455 h 3514679"/>
              <a:gd name="connsiteX2763" fmla="*/ 2192695 w 3708449"/>
              <a:gd name="connsiteY2763" fmla="*/ 1628279 h 3514679"/>
              <a:gd name="connsiteX2764" fmla="*/ 2208755 w 3708449"/>
              <a:gd name="connsiteY2764" fmla="*/ 1612220 h 3514679"/>
              <a:gd name="connsiteX2765" fmla="*/ 2144517 w 3708449"/>
              <a:gd name="connsiteY2765" fmla="*/ 1612220 h 3514679"/>
              <a:gd name="connsiteX2766" fmla="*/ 2160576 w 3708449"/>
              <a:gd name="connsiteY2766" fmla="*/ 1628279 h 3514679"/>
              <a:gd name="connsiteX2767" fmla="*/ 2144517 w 3708449"/>
              <a:gd name="connsiteY2767" fmla="*/ 1644455 h 3514679"/>
              <a:gd name="connsiteX2768" fmla="*/ 2128341 w 3708449"/>
              <a:gd name="connsiteY2768" fmla="*/ 1628279 h 3514679"/>
              <a:gd name="connsiteX2769" fmla="*/ 2144517 w 3708449"/>
              <a:gd name="connsiteY2769" fmla="*/ 1612220 h 3514679"/>
              <a:gd name="connsiteX2770" fmla="*/ 2080163 w 3708449"/>
              <a:gd name="connsiteY2770" fmla="*/ 1612220 h 3514679"/>
              <a:gd name="connsiteX2771" fmla="*/ 2095408 w 3708449"/>
              <a:gd name="connsiteY2771" fmla="*/ 1628279 h 3514679"/>
              <a:gd name="connsiteX2772" fmla="*/ 2080163 w 3708449"/>
              <a:gd name="connsiteY2772" fmla="*/ 1644455 h 3514679"/>
              <a:gd name="connsiteX2773" fmla="*/ 2064104 w 3708449"/>
              <a:gd name="connsiteY2773" fmla="*/ 1628279 h 3514679"/>
              <a:gd name="connsiteX2774" fmla="*/ 2080163 w 3708449"/>
              <a:gd name="connsiteY2774" fmla="*/ 1612220 h 3514679"/>
              <a:gd name="connsiteX2775" fmla="*/ 2014994 w 3708449"/>
              <a:gd name="connsiteY2775" fmla="*/ 1612220 h 3514679"/>
              <a:gd name="connsiteX2776" fmla="*/ 2031169 w 3708449"/>
              <a:gd name="connsiteY2776" fmla="*/ 1628279 h 3514679"/>
              <a:gd name="connsiteX2777" fmla="*/ 2014994 w 3708449"/>
              <a:gd name="connsiteY2777" fmla="*/ 1644455 h 3514679"/>
              <a:gd name="connsiteX2778" fmla="*/ 1998934 w 3708449"/>
              <a:gd name="connsiteY2778" fmla="*/ 1628279 h 3514679"/>
              <a:gd name="connsiteX2779" fmla="*/ 2014994 w 3708449"/>
              <a:gd name="connsiteY2779" fmla="*/ 1612220 h 3514679"/>
              <a:gd name="connsiteX2780" fmla="*/ 1950756 w 3708449"/>
              <a:gd name="connsiteY2780" fmla="*/ 1612220 h 3514679"/>
              <a:gd name="connsiteX2781" fmla="*/ 1966815 w 3708449"/>
              <a:gd name="connsiteY2781" fmla="*/ 1628279 h 3514679"/>
              <a:gd name="connsiteX2782" fmla="*/ 1950756 w 3708449"/>
              <a:gd name="connsiteY2782" fmla="*/ 1644455 h 3514679"/>
              <a:gd name="connsiteX2783" fmla="*/ 1934580 w 3708449"/>
              <a:gd name="connsiteY2783" fmla="*/ 1628279 h 3514679"/>
              <a:gd name="connsiteX2784" fmla="*/ 1950756 w 3708449"/>
              <a:gd name="connsiteY2784" fmla="*/ 1612220 h 3514679"/>
              <a:gd name="connsiteX2785" fmla="*/ 1886402 w 3708449"/>
              <a:gd name="connsiteY2785" fmla="*/ 1612220 h 3514679"/>
              <a:gd name="connsiteX2786" fmla="*/ 1902461 w 3708449"/>
              <a:gd name="connsiteY2786" fmla="*/ 1628279 h 3514679"/>
              <a:gd name="connsiteX2787" fmla="*/ 1886402 w 3708449"/>
              <a:gd name="connsiteY2787" fmla="*/ 1644455 h 3514679"/>
              <a:gd name="connsiteX2788" fmla="*/ 1870343 w 3708449"/>
              <a:gd name="connsiteY2788" fmla="*/ 1628279 h 3514679"/>
              <a:gd name="connsiteX2789" fmla="*/ 1886402 w 3708449"/>
              <a:gd name="connsiteY2789" fmla="*/ 1612220 h 3514679"/>
              <a:gd name="connsiteX2790" fmla="*/ 1822048 w 3708449"/>
              <a:gd name="connsiteY2790" fmla="*/ 1612220 h 3514679"/>
              <a:gd name="connsiteX2791" fmla="*/ 1838108 w 3708449"/>
              <a:gd name="connsiteY2791" fmla="*/ 1628279 h 3514679"/>
              <a:gd name="connsiteX2792" fmla="*/ 1822048 w 3708449"/>
              <a:gd name="connsiteY2792" fmla="*/ 1644455 h 3514679"/>
              <a:gd name="connsiteX2793" fmla="*/ 1805989 w 3708449"/>
              <a:gd name="connsiteY2793" fmla="*/ 1628279 h 3514679"/>
              <a:gd name="connsiteX2794" fmla="*/ 1822048 w 3708449"/>
              <a:gd name="connsiteY2794" fmla="*/ 1612220 h 3514679"/>
              <a:gd name="connsiteX2795" fmla="*/ 1756879 w 3708449"/>
              <a:gd name="connsiteY2795" fmla="*/ 1612220 h 3514679"/>
              <a:gd name="connsiteX2796" fmla="*/ 1773055 w 3708449"/>
              <a:gd name="connsiteY2796" fmla="*/ 1628279 h 3514679"/>
              <a:gd name="connsiteX2797" fmla="*/ 1756879 w 3708449"/>
              <a:gd name="connsiteY2797" fmla="*/ 1644455 h 3514679"/>
              <a:gd name="connsiteX2798" fmla="*/ 1741635 w 3708449"/>
              <a:gd name="connsiteY2798" fmla="*/ 1628279 h 3514679"/>
              <a:gd name="connsiteX2799" fmla="*/ 1756879 w 3708449"/>
              <a:gd name="connsiteY2799" fmla="*/ 1612220 h 3514679"/>
              <a:gd name="connsiteX2800" fmla="*/ 1692642 w 3708449"/>
              <a:gd name="connsiteY2800" fmla="*/ 1612220 h 3514679"/>
              <a:gd name="connsiteX2801" fmla="*/ 1708701 w 3708449"/>
              <a:gd name="connsiteY2801" fmla="*/ 1628279 h 3514679"/>
              <a:gd name="connsiteX2802" fmla="*/ 1692642 w 3708449"/>
              <a:gd name="connsiteY2802" fmla="*/ 1644455 h 3514679"/>
              <a:gd name="connsiteX2803" fmla="*/ 1676466 w 3708449"/>
              <a:gd name="connsiteY2803" fmla="*/ 1628279 h 3514679"/>
              <a:gd name="connsiteX2804" fmla="*/ 1692642 w 3708449"/>
              <a:gd name="connsiteY2804" fmla="*/ 1612220 h 3514679"/>
              <a:gd name="connsiteX2805" fmla="*/ 1628287 w 3708449"/>
              <a:gd name="connsiteY2805" fmla="*/ 1612220 h 3514679"/>
              <a:gd name="connsiteX2806" fmla="*/ 1644346 w 3708449"/>
              <a:gd name="connsiteY2806" fmla="*/ 1628279 h 3514679"/>
              <a:gd name="connsiteX2807" fmla="*/ 1628287 w 3708449"/>
              <a:gd name="connsiteY2807" fmla="*/ 1644455 h 3514679"/>
              <a:gd name="connsiteX2808" fmla="*/ 1612228 w 3708449"/>
              <a:gd name="connsiteY2808" fmla="*/ 1628279 h 3514679"/>
              <a:gd name="connsiteX2809" fmla="*/ 1628287 w 3708449"/>
              <a:gd name="connsiteY2809" fmla="*/ 1612220 h 3514679"/>
              <a:gd name="connsiteX2810" fmla="*/ 1563933 w 3708449"/>
              <a:gd name="connsiteY2810" fmla="*/ 1612220 h 3514679"/>
              <a:gd name="connsiteX2811" fmla="*/ 1579993 w 3708449"/>
              <a:gd name="connsiteY2811" fmla="*/ 1628279 h 3514679"/>
              <a:gd name="connsiteX2812" fmla="*/ 1563933 w 3708449"/>
              <a:gd name="connsiteY2812" fmla="*/ 1644455 h 3514679"/>
              <a:gd name="connsiteX2813" fmla="*/ 1547874 w 3708449"/>
              <a:gd name="connsiteY2813" fmla="*/ 1628279 h 3514679"/>
              <a:gd name="connsiteX2814" fmla="*/ 1563933 w 3708449"/>
              <a:gd name="connsiteY2814" fmla="*/ 1612220 h 3514679"/>
              <a:gd name="connsiteX2815" fmla="*/ 1499579 w 3708449"/>
              <a:gd name="connsiteY2815" fmla="*/ 1612220 h 3514679"/>
              <a:gd name="connsiteX2816" fmla="*/ 1514940 w 3708449"/>
              <a:gd name="connsiteY2816" fmla="*/ 1628279 h 3514679"/>
              <a:gd name="connsiteX2817" fmla="*/ 1499579 w 3708449"/>
              <a:gd name="connsiteY2817" fmla="*/ 1644455 h 3514679"/>
              <a:gd name="connsiteX2818" fmla="*/ 1483520 w 3708449"/>
              <a:gd name="connsiteY2818" fmla="*/ 1628279 h 3514679"/>
              <a:gd name="connsiteX2819" fmla="*/ 1499579 w 3708449"/>
              <a:gd name="connsiteY2819" fmla="*/ 1612220 h 3514679"/>
              <a:gd name="connsiteX2820" fmla="*/ 1434527 w 3708449"/>
              <a:gd name="connsiteY2820" fmla="*/ 1612220 h 3514679"/>
              <a:gd name="connsiteX2821" fmla="*/ 1450586 w 3708449"/>
              <a:gd name="connsiteY2821" fmla="*/ 1628279 h 3514679"/>
              <a:gd name="connsiteX2822" fmla="*/ 1434527 w 3708449"/>
              <a:gd name="connsiteY2822" fmla="*/ 1644455 h 3514679"/>
              <a:gd name="connsiteX2823" fmla="*/ 1418351 w 3708449"/>
              <a:gd name="connsiteY2823" fmla="*/ 1628279 h 3514679"/>
              <a:gd name="connsiteX2824" fmla="*/ 1434527 w 3708449"/>
              <a:gd name="connsiteY2824" fmla="*/ 1612220 h 3514679"/>
              <a:gd name="connsiteX2825" fmla="*/ 1370173 w 3708449"/>
              <a:gd name="connsiteY2825" fmla="*/ 1612220 h 3514679"/>
              <a:gd name="connsiteX2826" fmla="*/ 1386233 w 3708449"/>
              <a:gd name="connsiteY2826" fmla="*/ 1628279 h 3514679"/>
              <a:gd name="connsiteX2827" fmla="*/ 1370173 w 3708449"/>
              <a:gd name="connsiteY2827" fmla="*/ 1644455 h 3514679"/>
              <a:gd name="connsiteX2828" fmla="*/ 1354114 w 3708449"/>
              <a:gd name="connsiteY2828" fmla="*/ 1628279 h 3514679"/>
              <a:gd name="connsiteX2829" fmla="*/ 1370173 w 3708449"/>
              <a:gd name="connsiteY2829" fmla="*/ 1612220 h 3514679"/>
              <a:gd name="connsiteX2830" fmla="*/ 1305819 w 3708449"/>
              <a:gd name="connsiteY2830" fmla="*/ 1612220 h 3514679"/>
              <a:gd name="connsiteX2831" fmla="*/ 1321879 w 3708449"/>
              <a:gd name="connsiteY2831" fmla="*/ 1628279 h 3514679"/>
              <a:gd name="connsiteX2832" fmla="*/ 1305819 w 3708449"/>
              <a:gd name="connsiteY2832" fmla="*/ 1644455 h 3514679"/>
              <a:gd name="connsiteX2833" fmla="*/ 1289760 w 3708449"/>
              <a:gd name="connsiteY2833" fmla="*/ 1628279 h 3514679"/>
              <a:gd name="connsiteX2834" fmla="*/ 1305819 w 3708449"/>
              <a:gd name="connsiteY2834" fmla="*/ 1612220 h 3514679"/>
              <a:gd name="connsiteX2835" fmla="*/ 1241465 w 3708449"/>
              <a:gd name="connsiteY2835" fmla="*/ 1612220 h 3514679"/>
              <a:gd name="connsiteX2836" fmla="*/ 1256826 w 3708449"/>
              <a:gd name="connsiteY2836" fmla="*/ 1628279 h 3514679"/>
              <a:gd name="connsiteX2837" fmla="*/ 1241465 w 3708449"/>
              <a:gd name="connsiteY2837" fmla="*/ 1644455 h 3514679"/>
              <a:gd name="connsiteX2838" fmla="*/ 1225406 w 3708449"/>
              <a:gd name="connsiteY2838" fmla="*/ 1628279 h 3514679"/>
              <a:gd name="connsiteX2839" fmla="*/ 1241465 w 3708449"/>
              <a:gd name="connsiteY2839" fmla="*/ 1612220 h 3514679"/>
              <a:gd name="connsiteX2840" fmla="*/ 1176412 w 3708449"/>
              <a:gd name="connsiteY2840" fmla="*/ 1612220 h 3514679"/>
              <a:gd name="connsiteX2841" fmla="*/ 1192472 w 3708449"/>
              <a:gd name="connsiteY2841" fmla="*/ 1628279 h 3514679"/>
              <a:gd name="connsiteX2842" fmla="*/ 1176412 w 3708449"/>
              <a:gd name="connsiteY2842" fmla="*/ 1644455 h 3514679"/>
              <a:gd name="connsiteX2843" fmla="*/ 1161051 w 3708449"/>
              <a:gd name="connsiteY2843" fmla="*/ 1628279 h 3514679"/>
              <a:gd name="connsiteX2844" fmla="*/ 1176412 w 3708449"/>
              <a:gd name="connsiteY2844" fmla="*/ 1612220 h 3514679"/>
              <a:gd name="connsiteX2845" fmla="*/ 1112058 w 3708449"/>
              <a:gd name="connsiteY2845" fmla="*/ 1612220 h 3514679"/>
              <a:gd name="connsiteX2846" fmla="*/ 1128117 w 3708449"/>
              <a:gd name="connsiteY2846" fmla="*/ 1628279 h 3514679"/>
              <a:gd name="connsiteX2847" fmla="*/ 1112058 w 3708449"/>
              <a:gd name="connsiteY2847" fmla="*/ 1644455 h 3514679"/>
              <a:gd name="connsiteX2848" fmla="*/ 1095998 w 3708449"/>
              <a:gd name="connsiteY2848" fmla="*/ 1628279 h 3514679"/>
              <a:gd name="connsiteX2849" fmla="*/ 1112058 w 3708449"/>
              <a:gd name="connsiteY2849" fmla="*/ 1612220 h 3514679"/>
              <a:gd name="connsiteX2850" fmla="*/ 1047704 w 3708449"/>
              <a:gd name="connsiteY2850" fmla="*/ 1612220 h 3514679"/>
              <a:gd name="connsiteX2851" fmla="*/ 1063763 w 3708449"/>
              <a:gd name="connsiteY2851" fmla="*/ 1628279 h 3514679"/>
              <a:gd name="connsiteX2852" fmla="*/ 1047704 w 3708449"/>
              <a:gd name="connsiteY2852" fmla="*/ 1644455 h 3514679"/>
              <a:gd name="connsiteX2853" fmla="*/ 1031644 w 3708449"/>
              <a:gd name="connsiteY2853" fmla="*/ 1628279 h 3514679"/>
              <a:gd name="connsiteX2854" fmla="*/ 1047704 w 3708449"/>
              <a:gd name="connsiteY2854" fmla="*/ 1612220 h 3514679"/>
              <a:gd name="connsiteX2855" fmla="*/ 3434275 w 3708449"/>
              <a:gd name="connsiteY2855" fmla="*/ 1547866 h 3514679"/>
              <a:gd name="connsiteX2856" fmla="*/ 3450334 w 3708449"/>
              <a:gd name="connsiteY2856" fmla="*/ 1564042 h 3514679"/>
              <a:gd name="connsiteX2857" fmla="*/ 3434275 w 3708449"/>
              <a:gd name="connsiteY2857" fmla="*/ 1580101 h 3514679"/>
              <a:gd name="connsiteX2858" fmla="*/ 3418099 w 3708449"/>
              <a:gd name="connsiteY2858" fmla="*/ 1564042 h 3514679"/>
              <a:gd name="connsiteX2859" fmla="*/ 3434275 w 3708449"/>
              <a:gd name="connsiteY2859" fmla="*/ 1547866 h 3514679"/>
              <a:gd name="connsiteX2860" fmla="*/ 3369921 w 3708449"/>
              <a:gd name="connsiteY2860" fmla="*/ 1547866 h 3514679"/>
              <a:gd name="connsiteX2861" fmla="*/ 3385981 w 3708449"/>
              <a:gd name="connsiteY2861" fmla="*/ 1564042 h 3514679"/>
              <a:gd name="connsiteX2862" fmla="*/ 3369921 w 3708449"/>
              <a:gd name="connsiteY2862" fmla="*/ 1580101 h 3514679"/>
              <a:gd name="connsiteX2863" fmla="*/ 3353862 w 3708449"/>
              <a:gd name="connsiteY2863" fmla="*/ 1564042 h 3514679"/>
              <a:gd name="connsiteX2864" fmla="*/ 3369921 w 3708449"/>
              <a:gd name="connsiteY2864" fmla="*/ 1547866 h 3514679"/>
              <a:gd name="connsiteX2865" fmla="*/ 3305567 w 3708449"/>
              <a:gd name="connsiteY2865" fmla="*/ 1547866 h 3514679"/>
              <a:gd name="connsiteX2866" fmla="*/ 3321627 w 3708449"/>
              <a:gd name="connsiteY2866" fmla="*/ 1564042 h 3514679"/>
              <a:gd name="connsiteX2867" fmla="*/ 3305567 w 3708449"/>
              <a:gd name="connsiteY2867" fmla="*/ 1580101 h 3514679"/>
              <a:gd name="connsiteX2868" fmla="*/ 3289508 w 3708449"/>
              <a:gd name="connsiteY2868" fmla="*/ 1564042 h 3514679"/>
              <a:gd name="connsiteX2869" fmla="*/ 3305567 w 3708449"/>
              <a:gd name="connsiteY2869" fmla="*/ 1547866 h 3514679"/>
              <a:gd name="connsiteX2870" fmla="*/ 3241213 w 3708449"/>
              <a:gd name="connsiteY2870" fmla="*/ 1547866 h 3514679"/>
              <a:gd name="connsiteX2871" fmla="*/ 3256574 w 3708449"/>
              <a:gd name="connsiteY2871" fmla="*/ 1564042 h 3514679"/>
              <a:gd name="connsiteX2872" fmla="*/ 3241213 w 3708449"/>
              <a:gd name="connsiteY2872" fmla="*/ 1580101 h 3514679"/>
              <a:gd name="connsiteX2873" fmla="*/ 3225154 w 3708449"/>
              <a:gd name="connsiteY2873" fmla="*/ 1564042 h 3514679"/>
              <a:gd name="connsiteX2874" fmla="*/ 3241213 w 3708449"/>
              <a:gd name="connsiteY2874" fmla="*/ 1547866 h 3514679"/>
              <a:gd name="connsiteX2875" fmla="*/ 3176161 w 3708449"/>
              <a:gd name="connsiteY2875" fmla="*/ 1547866 h 3514679"/>
              <a:gd name="connsiteX2876" fmla="*/ 3192220 w 3708449"/>
              <a:gd name="connsiteY2876" fmla="*/ 1564042 h 3514679"/>
              <a:gd name="connsiteX2877" fmla="*/ 3176161 w 3708449"/>
              <a:gd name="connsiteY2877" fmla="*/ 1580101 h 3514679"/>
              <a:gd name="connsiteX2878" fmla="*/ 3160102 w 3708449"/>
              <a:gd name="connsiteY2878" fmla="*/ 1564042 h 3514679"/>
              <a:gd name="connsiteX2879" fmla="*/ 3176161 w 3708449"/>
              <a:gd name="connsiteY2879" fmla="*/ 1547866 h 3514679"/>
              <a:gd name="connsiteX2880" fmla="*/ 3111806 w 3708449"/>
              <a:gd name="connsiteY2880" fmla="*/ 1547866 h 3514679"/>
              <a:gd name="connsiteX2881" fmla="*/ 3127866 w 3708449"/>
              <a:gd name="connsiteY2881" fmla="*/ 1564042 h 3514679"/>
              <a:gd name="connsiteX2882" fmla="*/ 3111806 w 3708449"/>
              <a:gd name="connsiteY2882" fmla="*/ 1580101 h 3514679"/>
              <a:gd name="connsiteX2883" fmla="*/ 3095747 w 3708449"/>
              <a:gd name="connsiteY2883" fmla="*/ 1564042 h 3514679"/>
              <a:gd name="connsiteX2884" fmla="*/ 3111806 w 3708449"/>
              <a:gd name="connsiteY2884" fmla="*/ 1547866 h 3514679"/>
              <a:gd name="connsiteX2885" fmla="*/ 3047452 w 3708449"/>
              <a:gd name="connsiteY2885" fmla="*/ 1547866 h 3514679"/>
              <a:gd name="connsiteX2886" fmla="*/ 3063512 w 3708449"/>
              <a:gd name="connsiteY2886" fmla="*/ 1564042 h 3514679"/>
              <a:gd name="connsiteX2887" fmla="*/ 3047452 w 3708449"/>
              <a:gd name="connsiteY2887" fmla="*/ 1580101 h 3514679"/>
              <a:gd name="connsiteX2888" fmla="*/ 3031393 w 3708449"/>
              <a:gd name="connsiteY2888" fmla="*/ 1564042 h 3514679"/>
              <a:gd name="connsiteX2889" fmla="*/ 3047452 w 3708449"/>
              <a:gd name="connsiteY2889" fmla="*/ 1547866 h 3514679"/>
              <a:gd name="connsiteX2890" fmla="*/ 2983099 w 3708449"/>
              <a:gd name="connsiteY2890" fmla="*/ 1547866 h 3514679"/>
              <a:gd name="connsiteX2891" fmla="*/ 2999158 w 3708449"/>
              <a:gd name="connsiteY2891" fmla="*/ 1564042 h 3514679"/>
              <a:gd name="connsiteX2892" fmla="*/ 2983099 w 3708449"/>
              <a:gd name="connsiteY2892" fmla="*/ 1580101 h 3514679"/>
              <a:gd name="connsiteX2893" fmla="*/ 2967039 w 3708449"/>
              <a:gd name="connsiteY2893" fmla="*/ 1564042 h 3514679"/>
              <a:gd name="connsiteX2894" fmla="*/ 2983099 w 3708449"/>
              <a:gd name="connsiteY2894" fmla="*/ 1547866 h 3514679"/>
              <a:gd name="connsiteX2895" fmla="*/ 2918046 w 3708449"/>
              <a:gd name="connsiteY2895" fmla="*/ 1547866 h 3514679"/>
              <a:gd name="connsiteX2896" fmla="*/ 2934106 w 3708449"/>
              <a:gd name="connsiteY2896" fmla="*/ 1564042 h 3514679"/>
              <a:gd name="connsiteX2897" fmla="*/ 2918046 w 3708449"/>
              <a:gd name="connsiteY2897" fmla="*/ 1580101 h 3514679"/>
              <a:gd name="connsiteX2898" fmla="*/ 2902685 w 3708449"/>
              <a:gd name="connsiteY2898" fmla="*/ 1564042 h 3514679"/>
              <a:gd name="connsiteX2899" fmla="*/ 2918046 w 3708449"/>
              <a:gd name="connsiteY2899" fmla="*/ 1547866 h 3514679"/>
              <a:gd name="connsiteX2900" fmla="*/ 2853692 w 3708449"/>
              <a:gd name="connsiteY2900" fmla="*/ 1547866 h 3514679"/>
              <a:gd name="connsiteX2901" fmla="*/ 2869752 w 3708449"/>
              <a:gd name="connsiteY2901" fmla="*/ 1564042 h 3514679"/>
              <a:gd name="connsiteX2902" fmla="*/ 2853692 w 3708449"/>
              <a:gd name="connsiteY2902" fmla="*/ 1580101 h 3514679"/>
              <a:gd name="connsiteX2903" fmla="*/ 2837633 w 3708449"/>
              <a:gd name="connsiteY2903" fmla="*/ 1564042 h 3514679"/>
              <a:gd name="connsiteX2904" fmla="*/ 2853692 w 3708449"/>
              <a:gd name="connsiteY2904" fmla="*/ 1547866 h 3514679"/>
              <a:gd name="connsiteX2905" fmla="*/ 2789338 w 3708449"/>
              <a:gd name="connsiteY2905" fmla="*/ 1547866 h 3514679"/>
              <a:gd name="connsiteX2906" fmla="*/ 2805398 w 3708449"/>
              <a:gd name="connsiteY2906" fmla="*/ 1564042 h 3514679"/>
              <a:gd name="connsiteX2907" fmla="*/ 2789338 w 3708449"/>
              <a:gd name="connsiteY2907" fmla="*/ 1580101 h 3514679"/>
              <a:gd name="connsiteX2908" fmla="*/ 2773279 w 3708449"/>
              <a:gd name="connsiteY2908" fmla="*/ 1564042 h 3514679"/>
              <a:gd name="connsiteX2909" fmla="*/ 2789338 w 3708449"/>
              <a:gd name="connsiteY2909" fmla="*/ 1547866 h 3514679"/>
              <a:gd name="connsiteX2910" fmla="*/ 2724984 w 3708449"/>
              <a:gd name="connsiteY2910" fmla="*/ 1547866 h 3514679"/>
              <a:gd name="connsiteX2911" fmla="*/ 2741159 w 3708449"/>
              <a:gd name="connsiteY2911" fmla="*/ 1564042 h 3514679"/>
              <a:gd name="connsiteX2912" fmla="*/ 2724984 w 3708449"/>
              <a:gd name="connsiteY2912" fmla="*/ 1580101 h 3514679"/>
              <a:gd name="connsiteX2913" fmla="*/ 2708924 w 3708449"/>
              <a:gd name="connsiteY2913" fmla="*/ 1564042 h 3514679"/>
              <a:gd name="connsiteX2914" fmla="*/ 2724984 w 3708449"/>
              <a:gd name="connsiteY2914" fmla="*/ 1547866 h 3514679"/>
              <a:gd name="connsiteX2915" fmla="*/ 2660630 w 3708449"/>
              <a:gd name="connsiteY2915" fmla="*/ 1547866 h 3514679"/>
              <a:gd name="connsiteX2916" fmla="*/ 2675991 w 3708449"/>
              <a:gd name="connsiteY2916" fmla="*/ 1564042 h 3514679"/>
              <a:gd name="connsiteX2917" fmla="*/ 2660630 w 3708449"/>
              <a:gd name="connsiteY2917" fmla="*/ 1580101 h 3514679"/>
              <a:gd name="connsiteX2918" fmla="*/ 2644570 w 3708449"/>
              <a:gd name="connsiteY2918" fmla="*/ 1564042 h 3514679"/>
              <a:gd name="connsiteX2919" fmla="*/ 2660630 w 3708449"/>
              <a:gd name="connsiteY2919" fmla="*/ 1547866 h 3514679"/>
              <a:gd name="connsiteX2920" fmla="*/ 2595577 w 3708449"/>
              <a:gd name="connsiteY2920" fmla="*/ 1547866 h 3514679"/>
              <a:gd name="connsiteX2921" fmla="*/ 2611637 w 3708449"/>
              <a:gd name="connsiteY2921" fmla="*/ 1564042 h 3514679"/>
              <a:gd name="connsiteX2922" fmla="*/ 2595577 w 3708449"/>
              <a:gd name="connsiteY2922" fmla="*/ 1580101 h 3514679"/>
              <a:gd name="connsiteX2923" fmla="*/ 2579518 w 3708449"/>
              <a:gd name="connsiteY2923" fmla="*/ 1564042 h 3514679"/>
              <a:gd name="connsiteX2924" fmla="*/ 2595577 w 3708449"/>
              <a:gd name="connsiteY2924" fmla="*/ 1547866 h 3514679"/>
              <a:gd name="connsiteX2925" fmla="*/ 2531224 w 3708449"/>
              <a:gd name="connsiteY2925" fmla="*/ 1547866 h 3514679"/>
              <a:gd name="connsiteX2926" fmla="*/ 2547283 w 3708449"/>
              <a:gd name="connsiteY2926" fmla="*/ 1564042 h 3514679"/>
              <a:gd name="connsiteX2927" fmla="*/ 2531224 w 3708449"/>
              <a:gd name="connsiteY2927" fmla="*/ 1580101 h 3514679"/>
              <a:gd name="connsiteX2928" fmla="*/ 2515164 w 3708449"/>
              <a:gd name="connsiteY2928" fmla="*/ 1564042 h 3514679"/>
              <a:gd name="connsiteX2929" fmla="*/ 2531224 w 3708449"/>
              <a:gd name="connsiteY2929" fmla="*/ 1547866 h 3514679"/>
              <a:gd name="connsiteX2930" fmla="*/ 2466869 w 3708449"/>
              <a:gd name="connsiteY2930" fmla="*/ 1547866 h 3514679"/>
              <a:gd name="connsiteX2931" fmla="*/ 2483044 w 3708449"/>
              <a:gd name="connsiteY2931" fmla="*/ 1564042 h 3514679"/>
              <a:gd name="connsiteX2932" fmla="*/ 2466869 w 3708449"/>
              <a:gd name="connsiteY2932" fmla="*/ 1580101 h 3514679"/>
              <a:gd name="connsiteX2933" fmla="*/ 2450809 w 3708449"/>
              <a:gd name="connsiteY2933" fmla="*/ 1564042 h 3514679"/>
              <a:gd name="connsiteX2934" fmla="*/ 2466869 w 3708449"/>
              <a:gd name="connsiteY2934" fmla="*/ 1547866 h 3514679"/>
              <a:gd name="connsiteX2935" fmla="*/ 2402631 w 3708449"/>
              <a:gd name="connsiteY2935" fmla="*/ 1547866 h 3514679"/>
              <a:gd name="connsiteX2936" fmla="*/ 2418690 w 3708449"/>
              <a:gd name="connsiteY2936" fmla="*/ 1564042 h 3514679"/>
              <a:gd name="connsiteX2937" fmla="*/ 2402631 w 3708449"/>
              <a:gd name="connsiteY2937" fmla="*/ 1580101 h 3514679"/>
              <a:gd name="connsiteX2938" fmla="*/ 2386455 w 3708449"/>
              <a:gd name="connsiteY2938" fmla="*/ 1564042 h 3514679"/>
              <a:gd name="connsiteX2939" fmla="*/ 2402631 w 3708449"/>
              <a:gd name="connsiteY2939" fmla="*/ 1547866 h 3514679"/>
              <a:gd name="connsiteX2940" fmla="*/ 2337462 w 3708449"/>
              <a:gd name="connsiteY2940" fmla="*/ 1547866 h 3514679"/>
              <a:gd name="connsiteX2941" fmla="*/ 2353522 w 3708449"/>
              <a:gd name="connsiteY2941" fmla="*/ 1564042 h 3514679"/>
              <a:gd name="connsiteX2942" fmla="*/ 2337462 w 3708449"/>
              <a:gd name="connsiteY2942" fmla="*/ 1580101 h 3514679"/>
              <a:gd name="connsiteX2943" fmla="*/ 2322218 w 3708449"/>
              <a:gd name="connsiteY2943" fmla="*/ 1564042 h 3514679"/>
              <a:gd name="connsiteX2944" fmla="*/ 2337462 w 3708449"/>
              <a:gd name="connsiteY2944" fmla="*/ 1547866 h 3514679"/>
              <a:gd name="connsiteX2945" fmla="*/ 2273109 w 3708449"/>
              <a:gd name="connsiteY2945" fmla="*/ 1547866 h 3514679"/>
              <a:gd name="connsiteX2946" fmla="*/ 2289284 w 3708449"/>
              <a:gd name="connsiteY2946" fmla="*/ 1564042 h 3514679"/>
              <a:gd name="connsiteX2947" fmla="*/ 2273109 w 3708449"/>
              <a:gd name="connsiteY2947" fmla="*/ 1580101 h 3514679"/>
              <a:gd name="connsiteX2948" fmla="*/ 2257049 w 3708449"/>
              <a:gd name="connsiteY2948" fmla="*/ 1564042 h 3514679"/>
              <a:gd name="connsiteX2949" fmla="*/ 2273109 w 3708449"/>
              <a:gd name="connsiteY2949" fmla="*/ 1547866 h 3514679"/>
              <a:gd name="connsiteX2950" fmla="*/ 2208755 w 3708449"/>
              <a:gd name="connsiteY2950" fmla="*/ 1547866 h 3514679"/>
              <a:gd name="connsiteX2951" fmla="*/ 2224930 w 3708449"/>
              <a:gd name="connsiteY2951" fmla="*/ 1564042 h 3514679"/>
              <a:gd name="connsiteX2952" fmla="*/ 2208755 w 3708449"/>
              <a:gd name="connsiteY2952" fmla="*/ 1580101 h 3514679"/>
              <a:gd name="connsiteX2953" fmla="*/ 2192695 w 3708449"/>
              <a:gd name="connsiteY2953" fmla="*/ 1564042 h 3514679"/>
              <a:gd name="connsiteX2954" fmla="*/ 2208755 w 3708449"/>
              <a:gd name="connsiteY2954" fmla="*/ 1547866 h 3514679"/>
              <a:gd name="connsiteX2955" fmla="*/ 2144517 w 3708449"/>
              <a:gd name="connsiteY2955" fmla="*/ 1547866 h 3514679"/>
              <a:gd name="connsiteX2956" fmla="*/ 2160576 w 3708449"/>
              <a:gd name="connsiteY2956" fmla="*/ 1564042 h 3514679"/>
              <a:gd name="connsiteX2957" fmla="*/ 2144517 w 3708449"/>
              <a:gd name="connsiteY2957" fmla="*/ 1580101 h 3514679"/>
              <a:gd name="connsiteX2958" fmla="*/ 2128341 w 3708449"/>
              <a:gd name="connsiteY2958" fmla="*/ 1564042 h 3514679"/>
              <a:gd name="connsiteX2959" fmla="*/ 2144517 w 3708449"/>
              <a:gd name="connsiteY2959" fmla="*/ 1547866 h 3514679"/>
              <a:gd name="connsiteX2960" fmla="*/ 2080163 w 3708449"/>
              <a:gd name="connsiteY2960" fmla="*/ 1547866 h 3514679"/>
              <a:gd name="connsiteX2961" fmla="*/ 2095408 w 3708449"/>
              <a:gd name="connsiteY2961" fmla="*/ 1564042 h 3514679"/>
              <a:gd name="connsiteX2962" fmla="*/ 2080163 w 3708449"/>
              <a:gd name="connsiteY2962" fmla="*/ 1580101 h 3514679"/>
              <a:gd name="connsiteX2963" fmla="*/ 2064104 w 3708449"/>
              <a:gd name="connsiteY2963" fmla="*/ 1564042 h 3514679"/>
              <a:gd name="connsiteX2964" fmla="*/ 2080163 w 3708449"/>
              <a:gd name="connsiteY2964" fmla="*/ 1547866 h 3514679"/>
              <a:gd name="connsiteX2965" fmla="*/ 2014994 w 3708449"/>
              <a:gd name="connsiteY2965" fmla="*/ 1547866 h 3514679"/>
              <a:gd name="connsiteX2966" fmla="*/ 2031169 w 3708449"/>
              <a:gd name="connsiteY2966" fmla="*/ 1564042 h 3514679"/>
              <a:gd name="connsiteX2967" fmla="*/ 2014994 w 3708449"/>
              <a:gd name="connsiteY2967" fmla="*/ 1580101 h 3514679"/>
              <a:gd name="connsiteX2968" fmla="*/ 1998934 w 3708449"/>
              <a:gd name="connsiteY2968" fmla="*/ 1564042 h 3514679"/>
              <a:gd name="connsiteX2969" fmla="*/ 2014994 w 3708449"/>
              <a:gd name="connsiteY2969" fmla="*/ 1547866 h 3514679"/>
              <a:gd name="connsiteX2970" fmla="*/ 1950756 w 3708449"/>
              <a:gd name="connsiteY2970" fmla="*/ 1547866 h 3514679"/>
              <a:gd name="connsiteX2971" fmla="*/ 1966815 w 3708449"/>
              <a:gd name="connsiteY2971" fmla="*/ 1564042 h 3514679"/>
              <a:gd name="connsiteX2972" fmla="*/ 1950756 w 3708449"/>
              <a:gd name="connsiteY2972" fmla="*/ 1580101 h 3514679"/>
              <a:gd name="connsiteX2973" fmla="*/ 1934580 w 3708449"/>
              <a:gd name="connsiteY2973" fmla="*/ 1564042 h 3514679"/>
              <a:gd name="connsiteX2974" fmla="*/ 1950756 w 3708449"/>
              <a:gd name="connsiteY2974" fmla="*/ 1547866 h 3514679"/>
              <a:gd name="connsiteX2975" fmla="*/ 1886402 w 3708449"/>
              <a:gd name="connsiteY2975" fmla="*/ 1547866 h 3514679"/>
              <a:gd name="connsiteX2976" fmla="*/ 1902461 w 3708449"/>
              <a:gd name="connsiteY2976" fmla="*/ 1564042 h 3514679"/>
              <a:gd name="connsiteX2977" fmla="*/ 1886402 w 3708449"/>
              <a:gd name="connsiteY2977" fmla="*/ 1580101 h 3514679"/>
              <a:gd name="connsiteX2978" fmla="*/ 1870343 w 3708449"/>
              <a:gd name="connsiteY2978" fmla="*/ 1564042 h 3514679"/>
              <a:gd name="connsiteX2979" fmla="*/ 1886402 w 3708449"/>
              <a:gd name="connsiteY2979" fmla="*/ 1547866 h 3514679"/>
              <a:gd name="connsiteX2980" fmla="*/ 1822048 w 3708449"/>
              <a:gd name="connsiteY2980" fmla="*/ 1547866 h 3514679"/>
              <a:gd name="connsiteX2981" fmla="*/ 1838108 w 3708449"/>
              <a:gd name="connsiteY2981" fmla="*/ 1564042 h 3514679"/>
              <a:gd name="connsiteX2982" fmla="*/ 1822048 w 3708449"/>
              <a:gd name="connsiteY2982" fmla="*/ 1580101 h 3514679"/>
              <a:gd name="connsiteX2983" fmla="*/ 1805989 w 3708449"/>
              <a:gd name="connsiteY2983" fmla="*/ 1564042 h 3514679"/>
              <a:gd name="connsiteX2984" fmla="*/ 1822048 w 3708449"/>
              <a:gd name="connsiteY2984" fmla="*/ 1547866 h 3514679"/>
              <a:gd name="connsiteX2985" fmla="*/ 1756879 w 3708449"/>
              <a:gd name="connsiteY2985" fmla="*/ 1547866 h 3514679"/>
              <a:gd name="connsiteX2986" fmla="*/ 1773055 w 3708449"/>
              <a:gd name="connsiteY2986" fmla="*/ 1564042 h 3514679"/>
              <a:gd name="connsiteX2987" fmla="*/ 1756879 w 3708449"/>
              <a:gd name="connsiteY2987" fmla="*/ 1580101 h 3514679"/>
              <a:gd name="connsiteX2988" fmla="*/ 1741635 w 3708449"/>
              <a:gd name="connsiteY2988" fmla="*/ 1564042 h 3514679"/>
              <a:gd name="connsiteX2989" fmla="*/ 1756879 w 3708449"/>
              <a:gd name="connsiteY2989" fmla="*/ 1547866 h 3514679"/>
              <a:gd name="connsiteX2990" fmla="*/ 1692642 w 3708449"/>
              <a:gd name="connsiteY2990" fmla="*/ 1547866 h 3514679"/>
              <a:gd name="connsiteX2991" fmla="*/ 1708701 w 3708449"/>
              <a:gd name="connsiteY2991" fmla="*/ 1564042 h 3514679"/>
              <a:gd name="connsiteX2992" fmla="*/ 1692642 w 3708449"/>
              <a:gd name="connsiteY2992" fmla="*/ 1580101 h 3514679"/>
              <a:gd name="connsiteX2993" fmla="*/ 1676466 w 3708449"/>
              <a:gd name="connsiteY2993" fmla="*/ 1564042 h 3514679"/>
              <a:gd name="connsiteX2994" fmla="*/ 1692642 w 3708449"/>
              <a:gd name="connsiteY2994" fmla="*/ 1547866 h 3514679"/>
              <a:gd name="connsiteX2995" fmla="*/ 1628287 w 3708449"/>
              <a:gd name="connsiteY2995" fmla="*/ 1547866 h 3514679"/>
              <a:gd name="connsiteX2996" fmla="*/ 1644346 w 3708449"/>
              <a:gd name="connsiteY2996" fmla="*/ 1564042 h 3514679"/>
              <a:gd name="connsiteX2997" fmla="*/ 1628287 w 3708449"/>
              <a:gd name="connsiteY2997" fmla="*/ 1580101 h 3514679"/>
              <a:gd name="connsiteX2998" fmla="*/ 1612228 w 3708449"/>
              <a:gd name="connsiteY2998" fmla="*/ 1564042 h 3514679"/>
              <a:gd name="connsiteX2999" fmla="*/ 1628287 w 3708449"/>
              <a:gd name="connsiteY2999" fmla="*/ 1547866 h 3514679"/>
              <a:gd name="connsiteX3000" fmla="*/ 1563933 w 3708449"/>
              <a:gd name="connsiteY3000" fmla="*/ 1547866 h 3514679"/>
              <a:gd name="connsiteX3001" fmla="*/ 1579993 w 3708449"/>
              <a:gd name="connsiteY3001" fmla="*/ 1564042 h 3514679"/>
              <a:gd name="connsiteX3002" fmla="*/ 1563933 w 3708449"/>
              <a:gd name="connsiteY3002" fmla="*/ 1580101 h 3514679"/>
              <a:gd name="connsiteX3003" fmla="*/ 1547874 w 3708449"/>
              <a:gd name="connsiteY3003" fmla="*/ 1564042 h 3514679"/>
              <a:gd name="connsiteX3004" fmla="*/ 1563933 w 3708449"/>
              <a:gd name="connsiteY3004" fmla="*/ 1547866 h 3514679"/>
              <a:gd name="connsiteX3005" fmla="*/ 1499579 w 3708449"/>
              <a:gd name="connsiteY3005" fmla="*/ 1547866 h 3514679"/>
              <a:gd name="connsiteX3006" fmla="*/ 1514940 w 3708449"/>
              <a:gd name="connsiteY3006" fmla="*/ 1564042 h 3514679"/>
              <a:gd name="connsiteX3007" fmla="*/ 1499579 w 3708449"/>
              <a:gd name="connsiteY3007" fmla="*/ 1580101 h 3514679"/>
              <a:gd name="connsiteX3008" fmla="*/ 1483520 w 3708449"/>
              <a:gd name="connsiteY3008" fmla="*/ 1564042 h 3514679"/>
              <a:gd name="connsiteX3009" fmla="*/ 1499579 w 3708449"/>
              <a:gd name="connsiteY3009" fmla="*/ 1547866 h 3514679"/>
              <a:gd name="connsiteX3010" fmla="*/ 1434527 w 3708449"/>
              <a:gd name="connsiteY3010" fmla="*/ 1547866 h 3514679"/>
              <a:gd name="connsiteX3011" fmla="*/ 1450586 w 3708449"/>
              <a:gd name="connsiteY3011" fmla="*/ 1564042 h 3514679"/>
              <a:gd name="connsiteX3012" fmla="*/ 1434527 w 3708449"/>
              <a:gd name="connsiteY3012" fmla="*/ 1580101 h 3514679"/>
              <a:gd name="connsiteX3013" fmla="*/ 1418351 w 3708449"/>
              <a:gd name="connsiteY3013" fmla="*/ 1564042 h 3514679"/>
              <a:gd name="connsiteX3014" fmla="*/ 1434527 w 3708449"/>
              <a:gd name="connsiteY3014" fmla="*/ 1547866 h 3514679"/>
              <a:gd name="connsiteX3015" fmla="*/ 1370173 w 3708449"/>
              <a:gd name="connsiteY3015" fmla="*/ 1547866 h 3514679"/>
              <a:gd name="connsiteX3016" fmla="*/ 1386233 w 3708449"/>
              <a:gd name="connsiteY3016" fmla="*/ 1564042 h 3514679"/>
              <a:gd name="connsiteX3017" fmla="*/ 1370173 w 3708449"/>
              <a:gd name="connsiteY3017" fmla="*/ 1580101 h 3514679"/>
              <a:gd name="connsiteX3018" fmla="*/ 1354114 w 3708449"/>
              <a:gd name="connsiteY3018" fmla="*/ 1564042 h 3514679"/>
              <a:gd name="connsiteX3019" fmla="*/ 1370173 w 3708449"/>
              <a:gd name="connsiteY3019" fmla="*/ 1547866 h 3514679"/>
              <a:gd name="connsiteX3020" fmla="*/ 1305819 w 3708449"/>
              <a:gd name="connsiteY3020" fmla="*/ 1547866 h 3514679"/>
              <a:gd name="connsiteX3021" fmla="*/ 1321879 w 3708449"/>
              <a:gd name="connsiteY3021" fmla="*/ 1564042 h 3514679"/>
              <a:gd name="connsiteX3022" fmla="*/ 1305819 w 3708449"/>
              <a:gd name="connsiteY3022" fmla="*/ 1580101 h 3514679"/>
              <a:gd name="connsiteX3023" fmla="*/ 1289760 w 3708449"/>
              <a:gd name="connsiteY3023" fmla="*/ 1564042 h 3514679"/>
              <a:gd name="connsiteX3024" fmla="*/ 1305819 w 3708449"/>
              <a:gd name="connsiteY3024" fmla="*/ 1547866 h 3514679"/>
              <a:gd name="connsiteX3025" fmla="*/ 1241465 w 3708449"/>
              <a:gd name="connsiteY3025" fmla="*/ 1547866 h 3514679"/>
              <a:gd name="connsiteX3026" fmla="*/ 1256826 w 3708449"/>
              <a:gd name="connsiteY3026" fmla="*/ 1564042 h 3514679"/>
              <a:gd name="connsiteX3027" fmla="*/ 1241465 w 3708449"/>
              <a:gd name="connsiteY3027" fmla="*/ 1580101 h 3514679"/>
              <a:gd name="connsiteX3028" fmla="*/ 1225406 w 3708449"/>
              <a:gd name="connsiteY3028" fmla="*/ 1564042 h 3514679"/>
              <a:gd name="connsiteX3029" fmla="*/ 1241465 w 3708449"/>
              <a:gd name="connsiteY3029" fmla="*/ 1547866 h 3514679"/>
              <a:gd name="connsiteX3030" fmla="*/ 1176412 w 3708449"/>
              <a:gd name="connsiteY3030" fmla="*/ 1547866 h 3514679"/>
              <a:gd name="connsiteX3031" fmla="*/ 1192472 w 3708449"/>
              <a:gd name="connsiteY3031" fmla="*/ 1564042 h 3514679"/>
              <a:gd name="connsiteX3032" fmla="*/ 1176412 w 3708449"/>
              <a:gd name="connsiteY3032" fmla="*/ 1580101 h 3514679"/>
              <a:gd name="connsiteX3033" fmla="*/ 1161051 w 3708449"/>
              <a:gd name="connsiteY3033" fmla="*/ 1564042 h 3514679"/>
              <a:gd name="connsiteX3034" fmla="*/ 1176412 w 3708449"/>
              <a:gd name="connsiteY3034" fmla="*/ 1547866 h 3514679"/>
              <a:gd name="connsiteX3035" fmla="*/ 1112058 w 3708449"/>
              <a:gd name="connsiteY3035" fmla="*/ 1547866 h 3514679"/>
              <a:gd name="connsiteX3036" fmla="*/ 1128117 w 3708449"/>
              <a:gd name="connsiteY3036" fmla="*/ 1564042 h 3514679"/>
              <a:gd name="connsiteX3037" fmla="*/ 1112058 w 3708449"/>
              <a:gd name="connsiteY3037" fmla="*/ 1580101 h 3514679"/>
              <a:gd name="connsiteX3038" fmla="*/ 1095998 w 3708449"/>
              <a:gd name="connsiteY3038" fmla="*/ 1564042 h 3514679"/>
              <a:gd name="connsiteX3039" fmla="*/ 1112058 w 3708449"/>
              <a:gd name="connsiteY3039" fmla="*/ 1547866 h 3514679"/>
              <a:gd name="connsiteX3040" fmla="*/ 1047704 w 3708449"/>
              <a:gd name="connsiteY3040" fmla="*/ 1547866 h 3514679"/>
              <a:gd name="connsiteX3041" fmla="*/ 1063763 w 3708449"/>
              <a:gd name="connsiteY3041" fmla="*/ 1564042 h 3514679"/>
              <a:gd name="connsiteX3042" fmla="*/ 1047704 w 3708449"/>
              <a:gd name="connsiteY3042" fmla="*/ 1580101 h 3514679"/>
              <a:gd name="connsiteX3043" fmla="*/ 1031644 w 3708449"/>
              <a:gd name="connsiteY3043" fmla="*/ 1564042 h 3514679"/>
              <a:gd name="connsiteX3044" fmla="*/ 1047704 w 3708449"/>
              <a:gd name="connsiteY3044" fmla="*/ 1547866 h 3514679"/>
              <a:gd name="connsiteX3045" fmla="*/ 983349 w 3708449"/>
              <a:gd name="connsiteY3045" fmla="*/ 1547866 h 3514679"/>
              <a:gd name="connsiteX3046" fmla="*/ 999408 w 3708449"/>
              <a:gd name="connsiteY3046" fmla="*/ 1564042 h 3514679"/>
              <a:gd name="connsiteX3047" fmla="*/ 983349 w 3708449"/>
              <a:gd name="connsiteY3047" fmla="*/ 1580101 h 3514679"/>
              <a:gd name="connsiteX3048" fmla="*/ 967290 w 3708449"/>
              <a:gd name="connsiteY3048" fmla="*/ 1564042 h 3514679"/>
              <a:gd name="connsiteX3049" fmla="*/ 983349 w 3708449"/>
              <a:gd name="connsiteY3049" fmla="*/ 1547866 h 3514679"/>
              <a:gd name="connsiteX3050" fmla="*/ 918995 w 3708449"/>
              <a:gd name="connsiteY3050" fmla="*/ 1547866 h 3514679"/>
              <a:gd name="connsiteX3051" fmla="*/ 934356 w 3708449"/>
              <a:gd name="connsiteY3051" fmla="*/ 1564042 h 3514679"/>
              <a:gd name="connsiteX3052" fmla="*/ 918995 w 3708449"/>
              <a:gd name="connsiteY3052" fmla="*/ 1580101 h 3514679"/>
              <a:gd name="connsiteX3053" fmla="*/ 902936 w 3708449"/>
              <a:gd name="connsiteY3053" fmla="*/ 1564042 h 3514679"/>
              <a:gd name="connsiteX3054" fmla="*/ 918995 w 3708449"/>
              <a:gd name="connsiteY3054" fmla="*/ 1547866 h 3514679"/>
              <a:gd name="connsiteX3055" fmla="*/ 3498629 w 3708449"/>
              <a:gd name="connsiteY3055" fmla="*/ 1483512 h 3514679"/>
              <a:gd name="connsiteX3056" fmla="*/ 3514688 w 3708449"/>
              <a:gd name="connsiteY3056" fmla="*/ 1498873 h 3514679"/>
              <a:gd name="connsiteX3057" fmla="*/ 3498629 w 3708449"/>
              <a:gd name="connsiteY3057" fmla="*/ 1514933 h 3514679"/>
              <a:gd name="connsiteX3058" fmla="*/ 3483267 w 3708449"/>
              <a:gd name="connsiteY3058" fmla="*/ 1498873 h 3514679"/>
              <a:gd name="connsiteX3059" fmla="*/ 3498629 w 3708449"/>
              <a:gd name="connsiteY3059" fmla="*/ 1483512 h 3514679"/>
              <a:gd name="connsiteX3060" fmla="*/ 3434275 w 3708449"/>
              <a:gd name="connsiteY3060" fmla="*/ 1483512 h 3514679"/>
              <a:gd name="connsiteX3061" fmla="*/ 3450334 w 3708449"/>
              <a:gd name="connsiteY3061" fmla="*/ 1498873 h 3514679"/>
              <a:gd name="connsiteX3062" fmla="*/ 3434275 w 3708449"/>
              <a:gd name="connsiteY3062" fmla="*/ 1514933 h 3514679"/>
              <a:gd name="connsiteX3063" fmla="*/ 3418099 w 3708449"/>
              <a:gd name="connsiteY3063" fmla="*/ 1498873 h 3514679"/>
              <a:gd name="connsiteX3064" fmla="*/ 3434275 w 3708449"/>
              <a:gd name="connsiteY3064" fmla="*/ 1483512 h 3514679"/>
              <a:gd name="connsiteX3065" fmla="*/ 3369921 w 3708449"/>
              <a:gd name="connsiteY3065" fmla="*/ 1483512 h 3514679"/>
              <a:gd name="connsiteX3066" fmla="*/ 3385981 w 3708449"/>
              <a:gd name="connsiteY3066" fmla="*/ 1498873 h 3514679"/>
              <a:gd name="connsiteX3067" fmla="*/ 3369921 w 3708449"/>
              <a:gd name="connsiteY3067" fmla="*/ 1514933 h 3514679"/>
              <a:gd name="connsiteX3068" fmla="*/ 3353862 w 3708449"/>
              <a:gd name="connsiteY3068" fmla="*/ 1498873 h 3514679"/>
              <a:gd name="connsiteX3069" fmla="*/ 3369921 w 3708449"/>
              <a:gd name="connsiteY3069" fmla="*/ 1483512 h 3514679"/>
              <a:gd name="connsiteX3070" fmla="*/ 3305567 w 3708449"/>
              <a:gd name="connsiteY3070" fmla="*/ 1483512 h 3514679"/>
              <a:gd name="connsiteX3071" fmla="*/ 3321627 w 3708449"/>
              <a:gd name="connsiteY3071" fmla="*/ 1498873 h 3514679"/>
              <a:gd name="connsiteX3072" fmla="*/ 3305567 w 3708449"/>
              <a:gd name="connsiteY3072" fmla="*/ 1514933 h 3514679"/>
              <a:gd name="connsiteX3073" fmla="*/ 3289508 w 3708449"/>
              <a:gd name="connsiteY3073" fmla="*/ 1498873 h 3514679"/>
              <a:gd name="connsiteX3074" fmla="*/ 3305567 w 3708449"/>
              <a:gd name="connsiteY3074" fmla="*/ 1483512 h 3514679"/>
              <a:gd name="connsiteX3075" fmla="*/ 3241213 w 3708449"/>
              <a:gd name="connsiteY3075" fmla="*/ 1483512 h 3514679"/>
              <a:gd name="connsiteX3076" fmla="*/ 3256574 w 3708449"/>
              <a:gd name="connsiteY3076" fmla="*/ 1498873 h 3514679"/>
              <a:gd name="connsiteX3077" fmla="*/ 3241213 w 3708449"/>
              <a:gd name="connsiteY3077" fmla="*/ 1514933 h 3514679"/>
              <a:gd name="connsiteX3078" fmla="*/ 3225154 w 3708449"/>
              <a:gd name="connsiteY3078" fmla="*/ 1498873 h 3514679"/>
              <a:gd name="connsiteX3079" fmla="*/ 3241213 w 3708449"/>
              <a:gd name="connsiteY3079" fmla="*/ 1483512 h 3514679"/>
              <a:gd name="connsiteX3080" fmla="*/ 3176161 w 3708449"/>
              <a:gd name="connsiteY3080" fmla="*/ 1483512 h 3514679"/>
              <a:gd name="connsiteX3081" fmla="*/ 3192220 w 3708449"/>
              <a:gd name="connsiteY3081" fmla="*/ 1498873 h 3514679"/>
              <a:gd name="connsiteX3082" fmla="*/ 3176161 w 3708449"/>
              <a:gd name="connsiteY3082" fmla="*/ 1514933 h 3514679"/>
              <a:gd name="connsiteX3083" fmla="*/ 3160102 w 3708449"/>
              <a:gd name="connsiteY3083" fmla="*/ 1498873 h 3514679"/>
              <a:gd name="connsiteX3084" fmla="*/ 3176161 w 3708449"/>
              <a:gd name="connsiteY3084" fmla="*/ 1483512 h 3514679"/>
              <a:gd name="connsiteX3085" fmla="*/ 3111806 w 3708449"/>
              <a:gd name="connsiteY3085" fmla="*/ 1483512 h 3514679"/>
              <a:gd name="connsiteX3086" fmla="*/ 3127866 w 3708449"/>
              <a:gd name="connsiteY3086" fmla="*/ 1498873 h 3514679"/>
              <a:gd name="connsiteX3087" fmla="*/ 3111806 w 3708449"/>
              <a:gd name="connsiteY3087" fmla="*/ 1514933 h 3514679"/>
              <a:gd name="connsiteX3088" fmla="*/ 3095747 w 3708449"/>
              <a:gd name="connsiteY3088" fmla="*/ 1498873 h 3514679"/>
              <a:gd name="connsiteX3089" fmla="*/ 3111806 w 3708449"/>
              <a:gd name="connsiteY3089" fmla="*/ 1483512 h 3514679"/>
              <a:gd name="connsiteX3090" fmla="*/ 3047452 w 3708449"/>
              <a:gd name="connsiteY3090" fmla="*/ 1483512 h 3514679"/>
              <a:gd name="connsiteX3091" fmla="*/ 3063512 w 3708449"/>
              <a:gd name="connsiteY3091" fmla="*/ 1498873 h 3514679"/>
              <a:gd name="connsiteX3092" fmla="*/ 3047452 w 3708449"/>
              <a:gd name="connsiteY3092" fmla="*/ 1514933 h 3514679"/>
              <a:gd name="connsiteX3093" fmla="*/ 3031393 w 3708449"/>
              <a:gd name="connsiteY3093" fmla="*/ 1498873 h 3514679"/>
              <a:gd name="connsiteX3094" fmla="*/ 3047452 w 3708449"/>
              <a:gd name="connsiteY3094" fmla="*/ 1483512 h 3514679"/>
              <a:gd name="connsiteX3095" fmla="*/ 2983099 w 3708449"/>
              <a:gd name="connsiteY3095" fmla="*/ 1483512 h 3514679"/>
              <a:gd name="connsiteX3096" fmla="*/ 2999158 w 3708449"/>
              <a:gd name="connsiteY3096" fmla="*/ 1498873 h 3514679"/>
              <a:gd name="connsiteX3097" fmla="*/ 2983099 w 3708449"/>
              <a:gd name="connsiteY3097" fmla="*/ 1514933 h 3514679"/>
              <a:gd name="connsiteX3098" fmla="*/ 2967039 w 3708449"/>
              <a:gd name="connsiteY3098" fmla="*/ 1498873 h 3514679"/>
              <a:gd name="connsiteX3099" fmla="*/ 2983099 w 3708449"/>
              <a:gd name="connsiteY3099" fmla="*/ 1483512 h 3514679"/>
              <a:gd name="connsiteX3100" fmla="*/ 2918046 w 3708449"/>
              <a:gd name="connsiteY3100" fmla="*/ 1483512 h 3514679"/>
              <a:gd name="connsiteX3101" fmla="*/ 2934106 w 3708449"/>
              <a:gd name="connsiteY3101" fmla="*/ 1498873 h 3514679"/>
              <a:gd name="connsiteX3102" fmla="*/ 2918046 w 3708449"/>
              <a:gd name="connsiteY3102" fmla="*/ 1514933 h 3514679"/>
              <a:gd name="connsiteX3103" fmla="*/ 2902685 w 3708449"/>
              <a:gd name="connsiteY3103" fmla="*/ 1498873 h 3514679"/>
              <a:gd name="connsiteX3104" fmla="*/ 2918046 w 3708449"/>
              <a:gd name="connsiteY3104" fmla="*/ 1483512 h 3514679"/>
              <a:gd name="connsiteX3105" fmla="*/ 2853692 w 3708449"/>
              <a:gd name="connsiteY3105" fmla="*/ 1483512 h 3514679"/>
              <a:gd name="connsiteX3106" fmla="*/ 2869752 w 3708449"/>
              <a:gd name="connsiteY3106" fmla="*/ 1498873 h 3514679"/>
              <a:gd name="connsiteX3107" fmla="*/ 2853692 w 3708449"/>
              <a:gd name="connsiteY3107" fmla="*/ 1514933 h 3514679"/>
              <a:gd name="connsiteX3108" fmla="*/ 2837633 w 3708449"/>
              <a:gd name="connsiteY3108" fmla="*/ 1498873 h 3514679"/>
              <a:gd name="connsiteX3109" fmla="*/ 2853692 w 3708449"/>
              <a:gd name="connsiteY3109" fmla="*/ 1483512 h 3514679"/>
              <a:gd name="connsiteX3110" fmla="*/ 2789338 w 3708449"/>
              <a:gd name="connsiteY3110" fmla="*/ 1483512 h 3514679"/>
              <a:gd name="connsiteX3111" fmla="*/ 2805398 w 3708449"/>
              <a:gd name="connsiteY3111" fmla="*/ 1498873 h 3514679"/>
              <a:gd name="connsiteX3112" fmla="*/ 2789338 w 3708449"/>
              <a:gd name="connsiteY3112" fmla="*/ 1514933 h 3514679"/>
              <a:gd name="connsiteX3113" fmla="*/ 2773279 w 3708449"/>
              <a:gd name="connsiteY3113" fmla="*/ 1498873 h 3514679"/>
              <a:gd name="connsiteX3114" fmla="*/ 2789338 w 3708449"/>
              <a:gd name="connsiteY3114" fmla="*/ 1483512 h 3514679"/>
              <a:gd name="connsiteX3115" fmla="*/ 2724984 w 3708449"/>
              <a:gd name="connsiteY3115" fmla="*/ 1483512 h 3514679"/>
              <a:gd name="connsiteX3116" fmla="*/ 2741159 w 3708449"/>
              <a:gd name="connsiteY3116" fmla="*/ 1498873 h 3514679"/>
              <a:gd name="connsiteX3117" fmla="*/ 2724984 w 3708449"/>
              <a:gd name="connsiteY3117" fmla="*/ 1514933 h 3514679"/>
              <a:gd name="connsiteX3118" fmla="*/ 2708924 w 3708449"/>
              <a:gd name="connsiteY3118" fmla="*/ 1498873 h 3514679"/>
              <a:gd name="connsiteX3119" fmla="*/ 2724984 w 3708449"/>
              <a:gd name="connsiteY3119" fmla="*/ 1483512 h 3514679"/>
              <a:gd name="connsiteX3120" fmla="*/ 2660630 w 3708449"/>
              <a:gd name="connsiteY3120" fmla="*/ 1483512 h 3514679"/>
              <a:gd name="connsiteX3121" fmla="*/ 2675991 w 3708449"/>
              <a:gd name="connsiteY3121" fmla="*/ 1498873 h 3514679"/>
              <a:gd name="connsiteX3122" fmla="*/ 2660630 w 3708449"/>
              <a:gd name="connsiteY3122" fmla="*/ 1514933 h 3514679"/>
              <a:gd name="connsiteX3123" fmla="*/ 2644570 w 3708449"/>
              <a:gd name="connsiteY3123" fmla="*/ 1498873 h 3514679"/>
              <a:gd name="connsiteX3124" fmla="*/ 2660630 w 3708449"/>
              <a:gd name="connsiteY3124" fmla="*/ 1483512 h 3514679"/>
              <a:gd name="connsiteX3125" fmla="*/ 2595577 w 3708449"/>
              <a:gd name="connsiteY3125" fmla="*/ 1483512 h 3514679"/>
              <a:gd name="connsiteX3126" fmla="*/ 2611637 w 3708449"/>
              <a:gd name="connsiteY3126" fmla="*/ 1498873 h 3514679"/>
              <a:gd name="connsiteX3127" fmla="*/ 2595577 w 3708449"/>
              <a:gd name="connsiteY3127" fmla="*/ 1514933 h 3514679"/>
              <a:gd name="connsiteX3128" fmla="*/ 2579518 w 3708449"/>
              <a:gd name="connsiteY3128" fmla="*/ 1498873 h 3514679"/>
              <a:gd name="connsiteX3129" fmla="*/ 2595577 w 3708449"/>
              <a:gd name="connsiteY3129" fmla="*/ 1483512 h 3514679"/>
              <a:gd name="connsiteX3130" fmla="*/ 2531224 w 3708449"/>
              <a:gd name="connsiteY3130" fmla="*/ 1483512 h 3514679"/>
              <a:gd name="connsiteX3131" fmla="*/ 2547283 w 3708449"/>
              <a:gd name="connsiteY3131" fmla="*/ 1498873 h 3514679"/>
              <a:gd name="connsiteX3132" fmla="*/ 2531224 w 3708449"/>
              <a:gd name="connsiteY3132" fmla="*/ 1514933 h 3514679"/>
              <a:gd name="connsiteX3133" fmla="*/ 2515164 w 3708449"/>
              <a:gd name="connsiteY3133" fmla="*/ 1498873 h 3514679"/>
              <a:gd name="connsiteX3134" fmla="*/ 2531224 w 3708449"/>
              <a:gd name="connsiteY3134" fmla="*/ 1483512 h 3514679"/>
              <a:gd name="connsiteX3135" fmla="*/ 2466869 w 3708449"/>
              <a:gd name="connsiteY3135" fmla="*/ 1483512 h 3514679"/>
              <a:gd name="connsiteX3136" fmla="*/ 2483044 w 3708449"/>
              <a:gd name="connsiteY3136" fmla="*/ 1498873 h 3514679"/>
              <a:gd name="connsiteX3137" fmla="*/ 2466869 w 3708449"/>
              <a:gd name="connsiteY3137" fmla="*/ 1514933 h 3514679"/>
              <a:gd name="connsiteX3138" fmla="*/ 2450809 w 3708449"/>
              <a:gd name="connsiteY3138" fmla="*/ 1498873 h 3514679"/>
              <a:gd name="connsiteX3139" fmla="*/ 2466869 w 3708449"/>
              <a:gd name="connsiteY3139" fmla="*/ 1483512 h 3514679"/>
              <a:gd name="connsiteX3140" fmla="*/ 2402631 w 3708449"/>
              <a:gd name="connsiteY3140" fmla="*/ 1483512 h 3514679"/>
              <a:gd name="connsiteX3141" fmla="*/ 2418690 w 3708449"/>
              <a:gd name="connsiteY3141" fmla="*/ 1498873 h 3514679"/>
              <a:gd name="connsiteX3142" fmla="*/ 2402631 w 3708449"/>
              <a:gd name="connsiteY3142" fmla="*/ 1514933 h 3514679"/>
              <a:gd name="connsiteX3143" fmla="*/ 2386455 w 3708449"/>
              <a:gd name="connsiteY3143" fmla="*/ 1498873 h 3514679"/>
              <a:gd name="connsiteX3144" fmla="*/ 2402631 w 3708449"/>
              <a:gd name="connsiteY3144" fmla="*/ 1483512 h 3514679"/>
              <a:gd name="connsiteX3145" fmla="*/ 2337462 w 3708449"/>
              <a:gd name="connsiteY3145" fmla="*/ 1483512 h 3514679"/>
              <a:gd name="connsiteX3146" fmla="*/ 2353522 w 3708449"/>
              <a:gd name="connsiteY3146" fmla="*/ 1498873 h 3514679"/>
              <a:gd name="connsiteX3147" fmla="*/ 2337462 w 3708449"/>
              <a:gd name="connsiteY3147" fmla="*/ 1514933 h 3514679"/>
              <a:gd name="connsiteX3148" fmla="*/ 2322218 w 3708449"/>
              <a:gd name="connsiteY3148" fmla="*/ 1498873 h 3514679"/>
              <a:gd name="connsiteX3149" fmla="*/ 2337462 w 3708449"/>
              <a:gd name="connsiteY3149" fmla="*/ 1483512 h 3514679"/>
              <a:gd name="connsiteX3150" fmla="*/ 2273109 w 3708449"/>
              <a:gd name="connsiteY3150" fmla="*/ 1483512 h 3514679"/>
              <a:gd name="connsiteX3151" fmla="*/ 2289284 w 3708449"/>
              <a:gd name="connsiteY3151" fmla="*/ 1498873 h 3514679"/>
              <a:gd name="connsiteX3152" fmla="*/ 2273109 w 3708449"/>
              <a:gd name="connsiteY3152" fmla="*/ 1514933 h 3514679"/>
              <a:gd name="connsiteX3153" fmla="*/ 2257049 w 3708449"/>
              <a:gd name="connsiteY3153" fmla="*/ 1498873 h 3514679"/>
              <a:gd name="connsiteX3154" fmla="*/ 2273109 w 3708449"/>
              <a:gd name="connsiteY3154" fmla="*/ 1483512 h 3514679"/>
              <a:gd name="connsiteX3155" fmla="*/ 2208755 w 3708449"/>
              <a:gd name="connsiteY3155" fmla="*/ 1483512 h 3514679"/>
              <a:gd name="connsiteX3156" fmla="*/ 2224930 w 3708449"/>
              <a:gd name="connsiteY3156" fmla="*/ 1498873 h 3514679"/>
              <a:gd name="connsiteX3157" fmla="*/ 2208755 w 3708449"/>
              <a:gd name="connsiteY3157" fmla="*/ 1514933 h 3514679"/>
              <a:gd name="connsiteX3158" fmla="*/ 2192695 w 3708449"/>
              <a:gd name="connsiteY3158" fmla="*/ 1498873 h 3514679"/>
              <a:gd name="connsiteX3159" fmla="*/ 2208755 w 3708449"/>
              <a:gd name="connsiteY3159" fmla="*/ 1483512 h 3514679"/>
              <a:gd name="connsiteX3160" fmla="*/ 2144517 w 3708449"/>
              <a:gd name="connsiteY3160" fmla="*/ 1483512 h 3514679"/>
              <a:gd name="connsiteX3161" fmla="*/ 2160576 w 3708449"/>
              <a:gd name="connsiteY3161" fmla="*/ 1498873 h 3514679"/>
              <a:gd name="connsiteX3162" fmla="*/ 2144517 w 3708449"/>
              <a:gd name="connsiteY3162" fmla="*/ 1514933 h 3514679"/>
              <a:gd name="connsiteX3163" fmla="*/ 2128341 w 3708449"/>
              <a:gd name="connsiteY3163" fmla="*/ 1498873 h 3514679"/>
              <a:gd name="connsiteX3164" fmla="*/ 2144517 w 3708449"/>
              <a:gd name="connsiteY3164" fmla="*/ 1483512 h 3514679"/>
              <a:gd name="connsiteX3165" fmla="*/ 2080163 w 3708449"/>
              <a:gd name="connsiteY3165" fmla="*/ 1483512 h 3514679"/>
              <a:gd name="connsiteX3166" fmla="*/ 2095408 w 3708449"/>
              <a:gd name="connsiteY3166" fmla="*/ 1498873 h 3514679"/>
              <a:gd name="connsiteX3167" fmla="*/ 2080163 w 3708449"/>
              <a:gd name="connsiteY3167" fmla="*/ 1514933 h 3514679"/>
              <a:gd name="connsiteX3168" fmla="*/ 2064104 w 3708449"/>
              <a:gd name="connsiteY3168" fmla="*/ 1498873 h 3514679"/>
              <a:gd name="connsiteX3169" fmla="*/ 2080163 w 3708449"/>
              <a:gd name="connsiteY3169" fmla="*/ 1483512 h 3514679"/>
              <a:gd name="connsiteX3170" fmla="*/ 2014994 w 3708449"/>
              <a:gd name="connsiteY3170" fmla="*/ 1483512 h 3514679"/>
              <a:gd name="connsiteX3171" fmla="*/ 2031169 w 3708449"/>
              <a:gd name="connsiteY3171" fmla="*/ 1498873 h 3514679"/>
              <a:gd name="connsiteX3172" fmla="*/ 2014994 w 3708449"/>
              <a:gd name="connsiteY3172" fmla="*/ 1514933 h 3514679"/>
              <a:gd name="connsiteX3173" fmla="*/ 1998934 w 3708449"/>
              <a:gd name="connsiteY3173" fmla="*/ 1498873 h 3514679"/>
              <a:gd name="connsiteX3174" fmla="*/ 2014994 w 3708449"/>
              <a:gd name="connsiteY3174" fmla="*/ 1483512 h 3514679"/>
              <a:gd name="connsiteX3175" fmla="*/ 1950756 w 3708449"/>
              <a:gd name="connsiteY3175" fmla="*/ 1483512 h 3514679"/>
              <a:gd name="connsiteX3176" fmla="*/ 1966815 w 3708449"/>
              <a:gd name="connsiteY3176" fmla="*/ 1498873 h 3514679"/>
              <a:gd name="connsiteX3177" fmla="*/ 1950756 w 3708449"/>
              <a:gd name="connsiteY3177" fmla="*/ 1514933 h 3514679"/>
              <a:gd name="connsiteX3178" fmla="*/ 1934580 w 3708449"/>
              <a:gd name="connsiteY3178" fmla="*/ 1498873 h 3514679"/>
              <a:gd name="connsiteX3179" fmla="*/ 1950756 w 3708449"/>
              <a:gd name="connsiteY3179" fmla="*/ 1483512 h 3514679"/>
              <a:gd name="connsiteX3180" fmla="*/ 1886402 w 3708449"/>
              <a:gd name="connsiteY3180" fmla="*/ 1483512 h 3514679"/>
              <a:gd name="connsiteX3181" fmla="*/ 1902461 w 3708449"/>
              <a:gd name="connsiteY3181" fmla="*/ 1498873 h 3514679"/>
              <a:gd name="connsiteX3182" fmla="*/ 1886402 w 3708449"/>
              <a:gd name="connsiteY3182" fmla="*/ 1514933 h 3514679"/>
              <a:gd name="connsiteX3183" fmla="*/ 1870343 w 3708449"/>
              <a:gd name="connsiteY3183" fmla="*/ 1498873 h 3514679"/>
              <a:gd name="connsiteX3184" fmla="*/ 1886402 w 3708449"/>
              <a:gd name="connsiteY3184" fmla="*/ 1483512 h 3514679"/>
              <a:gd name="connsiteX3185" fmla="*/ 1822048 w 3708449"/>
              <a:gd name="connsiteY3185" fmla="*/ 1483512 h 3514679"/>
              <a:gd name="connsiteX3186" fmla="*/ 1838108 w 3708449"/>
              <a:gd name="connsiteY3186" fmla="*/ 1498873 h 3514679"/>
              <a:gd name="connsiteX3187" fmla="*/ 1822048 w 3708449"/>
              <a:gd name="connsiteY3187" fmla="*/ 1514933 h 3514679"/>
              <a:gd name="connsiteX3188" fmla="*/ 1805989 w 3708449"/>
              <a:gd name="connsiteY3188" fmla="*/ 1498873 h 3514679"/>
              <a:gd name="connsiteX3189" fmla="*/ 1822048 w 3708449"/>
              <a:gd name="connsiteY3189" fmla="*/ 1483512 h 3514679"/>
              <a:gd name="connsiteX3190" fmla="*/ 1756879 w 3708449"/>
              <a:gd name="connsiteY3190" fmla="*/ 1483512 h 3514679"/>
              <a:gd name="connsiteX3191" fmla="*/ 1773055 w 3708449"/>
              <a:gd name="connsiteY3191" fmla="*/ 1498873 h 3514679"/>
              <a:gd name="connsiteX3192" fmla="*/ 1756879 w 3708449"/>
              <a:gd name="connsiteY3192" fmla="*/ 1514933 h 3514679"/>
              <a:gd name="connsiteX3193" fmla="*/ 1741635 w 3708449"/>
              <a:gd name="connsiteY3193" fmla="*/ 1498873 h 3514679"/>
              <a:gd name="connsiteX3194" fmla="*/ 1756879 w 3708449"/>
              <a:gd name="connsiteY3194" fmla="*/ 1483512 h 3514679"/>
              <a:gd name="connsiteX3195" fmla="*/ 1692642 w 3708449"/>
              <a:gd name="connsiteY3195" fmla="*/ 1483512 h 3514679"/>
              <a:gd name="connsiteX3196" fmla="*/ 1708701 w 3708449"/>
              <a:gd name="connsiteY3196" fmla="*/ 1498873 h 3514679"/>
              <a:gd name="connsiteX3197" fmla="*/ 1692642 w 3708449"/>
              <a:gd name="connsiteY3197" fmla="*/ 1514933 h 3514679"/>
              <a:gd name="connsiteX3198" fmla="*/ 1676466 w 3708449"/>
              <a:gd name="connsiteY3198" fmla="*/ 1498873 h 3514679"/>
              <a:gd name="connsiteX3199" fmla="*/ 1692642 w 3708449"/>
              <a:gd name="connsiteY3199" fmla="*/ 1483512 h 3514679"/>
              <a:gd name="connsiteX3200" fmla="*/ 1628287 w 3708449"/>
              <a:gd name="connsiteY3200" fmla="*/ 1483512 h 3514679"/>
              <a:gd name="connsiteX3201" fmla="*/ 1644346 w 3708449"/>
              <a:gd name="connsiteY3201" fmla="*/ 1498873 h 3514679"/>
              <a:gd name="connsiteX3202" fmla="*/ 1628287 w 3708449"/>
              <a:gd name="connsiteY3202" fmla="*/ 1514933 h 3514679"/>
              <a:gd name="connsiteX3203" fmla="*/ 1612228 w 3708449"/>
              <a:gd name="connsiteY3203" fmla="*/ 1498873 h 3514679"/>
              <a:gd name="connsiteX3204" fmla="*/ 1628287 w 3708449"/>
              <a:gd name="connsiteY3204" fmla="*/ 1483512 h 3514679"/>
              <a:gd name="connsiteX3205" fmla="*/ 1563933 w 3708449"/>
              <a:gd name="connsiteY3205" fmla="*/ 1483512 h 3514679"/>
              <a:gd name="connsiteX3206" fmla="*/ 1579993 w 3708449"/>
              <a:gd name="connsiteY3206" fmla="*/ 1498873 h 3514679"/>
              <a:gd name="connsiteX3207" fmla="*/ 1563933 w 3708449"/>
              <a:gd name="connsiteY3207" fmla="*/ 1514933 h 3514679"/>
              <a:gd name="connsiteX3208" fmla="*/ 1547874 w 3708449"/>
              <a:gd name="connsiteY3208" fmla="*/ 1498873 h 3514679"/>
              <a:gd name="connsiteX3209" fmla="*/ 1563933 w 3708449"/>
              <a:gd name="connsiteY3209" fmla="*/ 1483512 h 3514679"/>
              <a:gd name="connsiteX3210" fmla="*/ 1499579 w 3708449"/>
              <a:gd name="connsiteY3210" fmla="*/ 1483512 h 3514679"/>
              <a:gd name="connsiteX3211" fmla="*/ 1514940 w 3708449"/>
              <a:gd name="connsiteY3211" fmla="*/ 1498873 h 3514679"/>
              <a:gd name="connsiteX3212" fmla="*/ 1499579 w 3708449"/>
              <a:gd name="connsiteY3212" fmla="*/ 1514933 h 3514679"/>
              <a:gd name="connsiteX3213" fmla="*/ 1483520 w 3708449"/>
              <a:gd name="connsiteY3213" fmla="*/ 1498873 h 3514679"/>
              <a:gd name="connsiteX3214" fmla="*/ 1499579 w 3708449"/>
              <a:gd name="connsiteY3214" fmla="*/ 1483512 h 3514679"/>
              <a:gd name="connsiteX3215" fmla="*/ 1434527 w 3708449"/>
              <a:gd name="connsiteY3215" fmla="*/ 1483512 h 3514679"/>
              <a:gd name="connsiteX3216" fmla="*/ 1450586 w 3708449"/>
              <a:gd name="connsiteY3216" fmla="*/ 1498873 h 3514679"/>
              <a:gd name="connsiteX3217" fmla="*/ 1434527 w 3708449"/>
              <a:gd name="connsiteY3217" fmla="*/ 1514933 h 3514679"/>
              <a:gd name="connsiteX3218" fmla="*/ 1418351 w 3708449"/>
              <a:gd name="connsiteY3218" fmla="*/ 1498873 h 3514679"/>
              <a:gd name="connsiteX3219" fmla="*/ 1434527 w 3708449"/>
              <a:gd name="connsiteY3219" fmla="*/ 1483512 h 3514679"/>
              <a:gd name="connsiteX3220" fmla="*/ 1370173 w 3708449"/>
              <a:gd name="connsiteY3220" fmla="*/ 1483512 h 3514679"/>
              <a:gd name="connsiteX3221" fmla="*/ 1386233 w 3708449"/>
              <a:gd name="connsiteY3221" fmla="*/ 1498873 h 3514679"/>
              <a:gd name="connsiteX3222" fmla="*/ 1370173 w 3708449"/>
              <a:gd name="connsiteY3222" fmla="*/ 1514933 h 3514679"/>
              <a:gd name="connsiteX3223" fmla="*/ 1354114 w 3708449"/>
              <a:gd name="connsiteY3223" fmla="*/ 1498873 h 3514679"/>
              <a:gd name="connsiteX3224" fmla="*/ 1370173 w 3708449"/>
              <a:gd name="connsiteY3224" fmla="*/ 1483512 h 3514679"/>
              <a:gd name="connsiteX3225" fmla="*/ 1305819 w 3708449"/>
              <a:gd name="connsiteY3225" fmla="*/ 1483512 h 3514679"/>
              <a:gd name="connsiteX3226" fmla="*/ 1321879 w 3708449"/>
              <a:gd name="connsiteY3226" fmla="*/ 1498873 h 3514679"/>
              <a:gd name="connsiteX3227" fmla="*/ 1305819 w 3708449"/>
              <a:gd name="connsiteY3227" fmla="*/ 1514933 h 3514679"/>
              <a:gd name="connsiteX3228" fmla="*/ 1289760 w 3708449"/>
              <a:gd name="connsiteY3228" fmla="*/ 1498873 h 3514679"/>
              <a:gd name="connsiteX3229" fmla="*/ 1305819 w 3708449"/>
              <a:gd name="connsiteY3229" fmla="*/ 1483512 h 3514679"/>
              <a:gd name="connsiteX3230" fmla="*/ 1241465 w 3708449"/>
              <a:gd name="connsiteY3230" fmla="*/ 1483512 h 3514679"/>
              <a:gd name="connsiteX3231" fmla="*/ 1256826 w 3708449"/>
              <a:gd name="connsiteY3231" fmla="*/ 1498873 h 3514679"/>
              <a:gd name="connsiteX3232" fmla="*/ 1241465 w 3708449"/>
              <a:gd name="connsiteY3232" fmla="*/ 1514933 h 3514679"/>
              <a:gd name="connsiteX3233" fmla="*/ 1225406 w 3708449"/>
              <a:gd name="connsiteY3233" fmla="*/ 1498873 h 3514679"/>
              <a:gd name="connsiteX3234" fmla="*/ 1241465 w 3708449"/>
              <a:gd name="connsiteY3234" fmla="*/ 1483512 h 3514679"/>
              <a:gd name="connsiteX3235" fmla="*/ 1176412 w 3708449"/>
              <a:gd name="connsiteY3235" fmla="*/ 1483512 h 3514679"/>
              <a:gd name="connsiteX3236" fmla="*/ 1192472 w 3708449"/>
              <a:gd name="connsiteY3236" fmla="*/ 1498873 h 3514679"/>
              <a:gd name="connsiteX3237" fmla="*/ 1176412 w 3708449"/>
              <a:gd name="connsiteY3237" fmla="*/ 1514933 h 3514679"/>
              <a:gd name="connsiteX3238" fmla="*/ 1161051 w 3708449"/>
              <a:gd name="connsiteY3238" fmla="*/ 1498873 h 3514679"/>
              <a:gd name="connsiteX3239" fmla="*/ 1176412 w 3708449"/>
              <a:gd name="connsiteY3239" fmla="*/ 1483512 h 3514679"/>
              <a:gd name="connsiteX3240" fmla="*/ 1112058 w 3708449"/>
              <a:gd name="connsiteY3240" fmla="*/ 1483512 h 3514679"/>
              <a:gd name="connsiteX3241" fmla="*/ 1128117 w 3708449"/>
              <a:gd name="connsiteY3241" fmla="*/ 1498873 h 3514679"/>
              <a:gd name="connsiteX3242" fmla="*/ 1112058 w 3708449"/>
              <a:gd name="connsiteY3242" fmla="*/ 1514933 h 3514679"/>
              <a:gd name="connsiteX3243" fmla="*/ 1095998 w 3708449"/>
              <a:gd name="connsiteY3243" fmla="*/ 1498873 h 3514679"/>
              <a:gd name="connsiteX3244" fmla="*/ 1112058 w 3708449"/>
              <a:gd name="connsiteY3244" fmla="*/ 1483512 h 3514679"/>
              <a:gd name="connsiteX3245" fmla="*/ 1047704 w 3708449"/>
              <a:gd name="connsiteY3245" fmla="*/ 1483512 h 3514679"/>
              <a:gd name="connsiteX3246" fmla="*/ 1063763 w 3708449"/>
              <a:gd name="connsiteY3246" fmla="*/ 1498873 h 3514679"/>
              <a:gd name="connsiteX3247" fmla="*/ 1047704 w 3708449"/>
              <a:gd name="connsiteY3247" fmla="*/ 1514933 h 3514679"/>
              <a:gd name="connsiteX3248" fmla="*/ 1031644 w 3708449"/>
              <a:gd name="connsiteY3248" fmla="*/ 1498873 h 3514679"/>
              <a:gd name="connsiteX3249" fmla="*/ 1047704 w 3708449"/>
              <a:gd name="connsiteY3249" fmla="*/ 1483512 h 3514679"/>
              <a:gd name="connsiteX3250" fmla="*/ 983349 w 3708449"/>
              <a:gd name="connsiteY3250" fmla="*/ 1483512 h 3514679"/>
              <a:gd name="connsiteX3251" fmla="*/ 999408 w 3708449"/>
              <a:gd name="connsiteY3251" fmla="*/ 1498873 h 3514679"/>
              <a:gd name="connsiteX3252" fmla="*/ 983349 w 3708449"/>
              <a:gd name="connsiteY3252" fmla="*/ 1514933 h 3514679"/>
              <a:gd name="connsiteX3253" fmla="*/ 967290 w 3708449"/>
              <a:gd name="connsiteY3253" fmla="*/ 1498873 h 3514679"/>
              <a:gd name="connsiteX3254" fmla="*/ 983349 w 3708449"/>
              <a:gd name="connsiteY3254" fmla="*/ 1483512 h 3514679"/>
              <a:gd name="connsiteX3255" fmla="*/ 918995 w 3708449"/>
              <a:gd name="connsiteY3255" fmla="*/ 1483512 h 3514679"/>
              <a:gd name="connsiteX3256" fmla="*/ 934356 w 3708449"/>
              <a:gd name="connsiteY3256" fmla="*/ 1498873 h 3514679"/>
              <a:gd name="connsiteX3257" fmla="*/ 918995 w 3708449"/>
              <a:gd name="connsiteY3257" fmla="*/ 1514933 h 3514679"/>
              <a:gd name="connsiteX3258" fmla="*/ 902936 w 3708449"/>
              <a:gd name="connsiteY3258" fmla="*/ 1498873 h 3514679"/>
              <a:gd name="connsiteX3259" fmla="*/ 918995 w 3708449"/>
              <a:gd name="connsiteY3259" fmla="*/ 1483512 h 3514679"/>
              <a:gd name="connsiteX3260" fmla="*/ 853944 w 3708449"/>
              <a:gd name="connsiteY3260" fmla="*/ 1483512 h 3514679"/>
              <a:gd name="connsiteX3261" fmla="*/ 870003 w 3708449"/>
              <a:gd name="connsiteY3261" fmla="*/ 1498873 h 3514679"/>
              <a:gd name="connsiteX3262" fmla="*/ 853944 w 3708449"/>
              <a:gd name="connsiteY3262" fmla="*/ 1514933 h 3514679"/>
              <a:gd name="connsiteX3263" fmla="*/ 837884 w 3708449"/>
              <a:gd name="connsiteY3263" fmla="*/ 1498873 h 3514679"/>
              <a:gd name="connsiteX3264" fmla="*/ 853944 w 3708449"/>
              <a:gd name="connsiteY3264" fmla="*/ 1483512 h 3514679"/>
              <a:gd name="connsiteX3265" fmla="*/ 402882 w 3708449"/>
              <a:gd name="connsiteY3265" fmla="*/ 1483512 h 3514679"/>
              <a:gd name="connsiteX3266" fmla="*/ 418942 w 3708449"/>
              <a:gd name="connsiteY3266" fmla="*/ 1498873 h 3514679"/>
              <a:gd name="connsiteX3267" fmla="*/ 402882 w 3708449"/>
              <a:gd name="connsiteY3267" fmla="*/ 1514933 h 3514679"/>
              <a:gd name="connsiteX3268" fmla="*/ 386707 w 3708449"/>
              <a:gd name="connsiteY3268" fmla="*/ 1498873 h 3514679"/>
              <a:gd name="connsiteX3269" fmla="*/ 402882 w 3708449"/>
              <a:gd name="connsiteY3269" fmla="*/ 1483512 h 3514679"/>
              <a:gd name="connsiteX3270" fmla="*/ 3434275 w 3708449"/>
              <a:gd name="connsiteY3270" fmla="*/ 1419274 h 3514679"/>
              <a:gd name="connsiteX3271" fmla="*/ 3450334 w 3708449"/>
              <a:gd name="connsiteY3271" fmla="*/ 1434519 h 3514679"/>
              <a:gd name="connsiteX3272" fmla="*/ 3434275 w 3708449"/>
              <a:gd name="connsiteY3272" fmla="*/ 1450579 h 3514679"/>
              <a:gd name="connsiteX3273" fmla="*/ 3418099 w 3708449"/>
              <a:gd name="connsiteY3273" fmla="*/ 1434519 h 3514679"/>
              <a:gd name="connsiteX3274" fmla="*/ 3434275 w 3708449"/>
              <a:gd name="connsiteY3274" fmla="*/ 1419274 h 3514679"/>
              <a:gd name="connsiteX3275" fmla="*/ 2853692 w 3708449"/>
              <a:gd name="connsiteY3275" fmla="*/ 1419274 h 3514679"/>
              <a:gd name="connsiteX3276" fmla="*/ 2869752 w 3708449"/>
              <a:gd name="connsiteY3276" fmla="*/ 1434519 h 3514679"/>
              <a:gd name="connsiteX3277" fmla="*/ 2853692 w 3708449"/>
              <a:gd name="connsiteY3277" fmla="*/ 1450579 h 3514679"/>
              <a:gd name="connsiteX3278" fmla="*/ 2837633 w 3708449"/>
              <a:gd name="connsiteY3278" fmla="*/ 1434519 h 3514679"/>
              <a:gd name="connsiteX3279" fmla="*/ 2853692 w 3708449"/>
              <a:gd name="connsiteY3279" fmla="*/ 1419274 h 3514679"/>
              <a:gd name="connsiteX3280" fmla="*/ 2659931 w 3708449"/>
              <a:gd name="connsiteY3280" fmla="*/ 1419274 h 3514679"/>
              <a:gd name="connsiteX3281" fmla="*/ 2675991 w 3708449"/>
              <a:gd name="connsiteY3281" fmla="*/ 1434519 h 3514679"/>
              <a:gd name="connsiteX3282" fmla="*/ 2659931 w 3708449"/>
              <a:gd name="connsiteY3282" fmla="*/ 1450579 h 3514679"/>
              <a:gd name="connsiteX3283" fmla="*/ 2644570 w 3708449"/>
              <a:gd name="connsiteY3283" fmla="*/ 1434519 h 3514679"/>
              <a:gd name="connsiteX3284" fmla="*/ 2659931 w 3708449"/>
              <a:gd name="connsiteY3284" fmla="*/ 1419274 h 3514679"/>
              <a:gd name="connsiteX3285" fmla="*/ 1305819 w 3708449"/>
              <a:gd name="connsiteY3285" fmla="*/ 1419274 h 3514679"/>
              <a:gd name="connsiteX3286" fmla="*/ 1321879 w 3708449"/>
              <a:gd name="connsiteY3286" fmla="*/ 1434519 h 3514679"/>
              <a:gd name="connsiteX3287" fmla="*/ 1305819 w 3708449"/>
              <a:gd name="connsiteY3287" fmla="*/ 1450579 h 3514679"/>
              <a:gd name="connsiteX3288" fmla="*/ 1289760 w 3708449"/>
              <a:gd name="connsiteY3288" fmla="*/ 1434519 h 3514679"/>
              <a:gd name="connsiteX3289" fmla="*/ 1305819 w 3708449"/>
              <a:gd name="connsiteY3289" fmla="*/ 1419274 h 3514679"/>
              <a:gd name="connsiteX3290" fmla="*/ 1241465 w 3708449"/>
              <a:gd name="connsiteY3290" fmla="*/ 1419274 h 3514679"/>
              <a:gd name="connsiteX3291" fmla="*/ 1256826 w 3708449"/>
              <a:gd name="connsiteY3291" fmla="*/ 1434519 h 3514679"/>
              <a:gd name="connsiteX3292" fmla="*/ 1241465 w 3708449"/>
              <a:gd name="connsiteY3292" fmla="*/ 1450579 h 3514679"/>
              <a:gd name="connsiteX3293" fmla="*/ 1225406 w 3708449"/>
              <a:gd name="connsiteY3293" fmla="*/ 1434519 h 3514679"/>
              <a:gd name="connsiteX3294" fmla="*/ 1241465 w 3708449"/>
              <a:gd name="connsiteY3294" fmla="*/ 1419274 h 3514679"/>
              <a:gd name="connsiteX3295" fmla="*/ 983349 w 3708449"/>
              <a:gd name="connsiteY3295" fmla="*/ 1419274 h 3514679"/>
              <a:gd name="connsiteX3296" fmla="*/ 999408 w 3708449"/>
              <a:gd name="connsiteY3296" fmla="*/ 1434519 h 3514679"/>
              <a:gd name="connsiteX3297" fmla="*/ 983349 w 3708449"/>
              <a:gd name="connsiteY3297" fmla="*/ 1450579 h 3514679"/>
              <a:gd name="connsiteX3298" fmla="*/ 967290 w 3708449"/>
              <a:gd name="connsiteY3298" fmla="*/ 1434519 h 3514679"/>
              <a:gd name="connsiteX3299" fmla="*/ 983349 w 3708449"/>
              <a:gd name="connsiteY3299" fmla="*/ 1419274 h 3514679"/>
              <a:gd name="connsiteX3300" fmla="*/ 918297 w 3708449"/>
              <a:gd name="connsiteY3300" fmla="*/ 1419274 h 3514679"/>
              <a:gd name="connsiteX3301" fmla="*/ 934356 w 3708449"/>
              <a:gd name="connsiteY3301" fmla="*/ 1434519 h 3514679"/>
              <a:gd name="connsiteX3302" fmla="*/ 918297 w 3708449"/>
              <a:gd name="connsiteY3302" fmla="*/ 1450579 h 3514679"/>
              <a:gd name="connsiteX3303" fmla="*/ 902936 w 3708449"/>
              <a:gd name="connsiteY3303" fmla="*/ 1434519 h 3514679"/>
              <a:gd name="connsiteX3304" fmla="*/ 918297 w 3708449"/>
              <a:gd name="connsiteY3304" fmla="*/ 1419274 h 3514679"/>
              <a:gd name="connsiteX3305" fmla="*/ 402882 w 3708449"/>
              <a:gd name="connsiteY3305" fmla="*/ 1419274 h 3514679"/>
              <a:gd name="connsiteX3306" fmla="*/ 418942 w 3708449"/>
              <a:gd name="connsiteY3306" fmla="*/ 1434519 h 3514679"/>
              <a:gd name="connsiteX3307" fmla="*/ 402882 w 3708449"/>
              <a:gd name="connsiteY3307" fmla="*/ 1450579 h 3514679"/>
              <a:gd name="connsiteX3308" fmla="*/ 386707 w 3708449"/>
              <a:gd name="connsiteY3308" fmla="*/ 1434519 h 3514679"/>
              <a:gd name="connsiteX3309" fmla="*/ 402882 w 3708449"/>
              <a:gd name="connsiteY3309" fmla="*/ 1419274 h 3514679"/>
              <a:gd name="connsiteX3310" fmla="*/ 3563682 w 3708449"/>
              <a:gd name="connsiteY3310" fmla="*/ 1418460 h 3514679"/>
              <a:gd name="connsiteX3311" fmla="*/ 3579742 w 3708449"/>
              <a:gd name="connsiteY3311" fmla="*/ 1434519 h 3514679"/>
              <a:gd name="connsiteX3312" fmla="*/ 3563682 w 3708449"/>
              <a:gd name="connsiteY3312" fmla="*/ 1450579 h 3514679"/>
              <a:gd name="connsiteX3313" fmla="*/ 3547622 w 3708449"/>
              <a:gd name="connsiteY3313" fmla="*/ 1434519 h 3514679"/>
              <a:gd name="connsiteX3314" fmla="*/ 3563682 w 3708449"/>
              <a:gd name="connsiteY3314" fmla="*/ 1418460 h 3514679"/>
              <a:gd name="connsiteX3315" fmla="*/ 3498629 w 3708449"/>
              <a:gd name="connsiteY3315" fmla="*/ 1418460 h 3514679"/>
              <a:gd name="connsiteX3316" fmla="*/ 3514688 w 3708449"/>
              <a:gd name="connsiteY3316" fmla="*/ 1434519 h 3514679"/>
              <a:gd name="connsiteX3317" fmla="*/ 3498629 w 3708449"/>
              <a:gd name="connsiteY3317" fmla="*/ 1450579 h 3514679"/>
              <a:gd name="connsiteX3318" fmla="*/ 3483267 w 3708449"/>
              <a:gd name="connsiteY3318" fmla="*/ 1434519 h 3514679"/>
              <a:gd name="connsiteX3319" fmla="*/ 3498629 w 3708449"/>
              <a:gd name="connsiteY3319" fmla="*/ 1418460 h 3514679"/>
              <a:gd name="connsiteX3320" fmla="*/ 3369921 w 3708449"/>
              <a:gd name="connsiteY3320" fmla="*/ 1418460 h 3514679"/>
              <a:gd name="connsiteX3321" fmla="*/ 3385981 w 3708449"/>
              <a:gd name="connsiteY3321" fmla="*/ 1434519 h 3514679"/>
              <a:gd name="connsiteX3322" fmla="*/ 3369921 w 3708449"/>
              <a:gd name="connsiteY3322" fmla="*/ 1450579 h 3514679"/>
              <a:gd name="connsiteX3323" fmla="*/ 3353862 w 3708449"/>
              <a:gd name="connsiteY3323" fmla="*/ 1434519 h 3514679"/>
              <a:gd name="connsiteX3324" fmla="*/ 3369921 w 3708449"/>
              <a:gd name="connsiteY3324" fmla="*/ 1418460 h 3514679"/>
              <a:gd name="connsiteX3325" fmla="*/ 3305567 w 3708449"/>
              <a:gd name="connsiteY3325" fmla="*/ 1418460 h 3514679"/>
              <a:gd name="connsiteX3326" fmla="*/ 3321627 w 3708449"/>
              <a:gd name="connsiteY3326" fmla="*/ 1434519 h 3514679"/>
              <a:gd name="connsiteX3327" fmla="*/ 3305567 w 3708449"/>
              <a:gd name="connsiteY3327" fmla="*/ 1450579 h 3514679"/>
              <a:gd name="connsiteX3328" fmla="*/ 3289508 w 3708449"/>
              <a:gd name="connsiteY3328" fmla="*/ 1434519 h 3514679"/>
              <a:gd name="connsiteX3329" fmla="*/ 3305567 w 3708449"/>
              <a:gd name="connsiteY3329" fmla="*/ 1418460 h 3514679"/>
              <a:gd name="connsiteX3330" fmla="*/ 3241213 w 3708449"/>
              <a:gd name="connsiteY3330" fmla="*/ 1418460 h 3514679"/>
              <a:gd name="connsiteX3331" fmla="*/ 3256574 w 3708449"/>
              <a:gd name="connsiteY3331" fmla="*/ 1434519 h 3514679"/>
              <a:gd name="connsiteX3332" fmla="*/ 3241213 w 3708449"/>
              <a:gd name="connsiteY3332" fmla="*/ 1450579 h 3514679"/>
              <a:gd name="connsiteX3333" fmla="*/ 3225154 w 3708449"/>
              <a:gd name="connsiteY3333" fmla="*/ 1434519 h 3514679"/>
              <a:gd name="connsiteX3334" fmla="*/ 3241213 w 3708449"/>
              <a:gd name="connsiteY3334" fmla="*/ 1418460 h 3514679"/>
              <a:gd name="connsiteX3335" fmla="*/ 3176161 w 3708449"/>
              <a:gd name="connsiteY3335" fmla="*/ 1418460 h 3514679"/>
              <a:gd name="connsiteX3336" fmla="*/ 3192220 w 3708449"/>
              <a:gd name="connsiteY3336" fmla="*/ 1434519 h 3514679"/>
              <a:gd name="connsiteX3337" fmla="*/ 3176161 w 3708449"/>
              <a:gd name="connsiteY3337" fmla="*/ 1450579 h 3514679"/>
              <a:gd name="connsiteX3338" fmla="*/ 3160102 w 3708449"/>
              <a:gd name="connsiteY3338" fmla="*/ 1434519 h 3514679"/>
              <a:gd name="connsiteX3339" fmla="*/ 3176161 w 3708449"/>
              <a:gd name="connsiteY3339" fmla="*/ 1418460 h 3514679"/>
              <a:gd name="connsiteX3340" fmla="*/ 3111806 w 3708449"/>
              <a:gd name="connsiteY3340" fmla="*/ 1418460 h 3514679"/>
              <a:gd name="connsiteX3341" fmla="*/ 3127866 w 3708449"/>
              <a:gd name="connsiteY3341" fmla="*/ 1434519 h 3514679"/>
              <a:gd name="connsiteX3342" fmla="*/ 3111806 w 3708449"/>
              <a:gd name="connsiteY3342" fmla="*/ 1450579 h 3514679"/>
              <a:gd name="connsiteX3343" fmla="*/ 3095747 w 3708449"/>
              <a:gd name="connsiteY3343" fmla="*/ 1434519 h 3514679"/>
              <a:gd name="connsiteX3344" fmla="*/ 3111806 w 3708449"/>
              <a:gd name="connsiteY3344" fmla="*/ 1418460 h 3514679"/>
              <a:gd name="connsiteX3345" fmla="*/ 3047452 w 3708449"/>
              <a:gd name="connsiteY3345" fmla="*/ 1418460 h 3514679"/>
              <a:gd name="connsiteX3346" fmla="*/ 3063512 w 3708449"/>
              <a:gd name="connsiteY3346" fmla="*/ 1434519 h 3514679"/>
              <a:gd name="connsiteX3347" fmla="*/ 3047452 w 3708449"/>
              <a:gd name="connsiteY3347" fmla="*/ 1450579 h 3514679"/>
              <a:gd name="connsiteX3348" fmla="*/ 3031393 w 3708449"/>
              <a:gd name="connsiteY3348" fmla="*/ 1434519 h 3514679"/>
              <a:gd name="connsiteX3349" fmla="*/ 3047452 w 3708449"/>
              <a:gd name="connsiteY3349" fmla="*/ 1418460 h 3514679"/>
              <a:gd name="connsiteX3350" fmla="*/ 2983099 w 3708449"/>
              <a:gd name="connsiteY3350" fmla="*/ 1418460 h 3514679"/>
              <a:gd name="connsiteX3351" fmla="*/ 2999158 w 3708449"/>
              <a:gd name="connsiteY3351" fmla="*/ 1434519 h 3514679"/>
              <a:gd name="connsiteX3352" fmla="*/ 2983099 w 3708449"/>
              <a:gd name="connsiteY3352" fmla="*/ 1450579 h 3514679"/>
              <a:gd name="connsiteX3353" fmla="*/ 2967039 w 3708449"/>
              <a:gd name="connsiteY3353" fmla="*/ 1434519 h 3514679"/>
              <a:gd name="connsiteX3354" fmla="*/ 2983099 w 3708449"/>
              <a:gd name="connsiteY3354" fmla="*/ 1418460 h 3514679"/>
              <a:gd name="connsiteX3355" fmla="*/ 2918046 w 3708449"/>
              <a:gd name="connsiteY3355" fmla="*/ 1418460 h 3514679"/>
              <a:gd name="connsiteX3356" fmla="*/ 2934106 w 3708449"/>
              <a:gd name="connsiteY3356" fmla="*/ 1434519 h 3514679"/>
              <a:gd name="connsiteX3357" fmla="*/ 2918046 w 3708449"/>
              <a:gd name="connsiteY3357" fmla="*/ 1450579 h 3514679"/>
              <a:gd name="connsiteX3358" fmla="*/ 2902685 w 3708449"/>
              <a:gd name="connsiteY3358" fmla="*/ 1434519 h 3514679"/>
              <a:gd name="connsiteX3359" fmla="*/ 2918046 w 3708449"/>
              <a:gd name="connsiteY3359" fmla="*/ 1418460 h 3514679"/>
              <a:gd name="connsiteX3360" fmla="*/ 2789338 w 3708449"/>
              <a:gd name="connsiteY3360" fmla="*/ 1418460 h 3514679"/>
              <a:gd name="connsiteX3361" fmla="*/ 2805398 w 3708449"/>
              <a:gd name="connsiteY3361" fmla="*/ 1434519 h 3514679"/>
              <a:gd name="connsiteX3362" fmla="*/ 2789338 w 3708449"/>
              <a:gd name="connsiteY3362" fmla="*/ 1450579 h 3514679"/>
              <a:gd name="connsiteX3363" fmla="*/ 2773279 w 3708449"/>
              <a:gd name="connsiteY3363" fmla="*/ 1434519 h 3514679"/>
              <a:gd name="connsiteX3364" fmla="*/ 2789338 w 3708449"/>
              <a:gd name="connsiteY3364" fmla="*/ 1418460 h 3514679"/>
              <a:gd name="connsiteX3365" fmla="*/ 2724984 w 3708449"/>
              <a:gd name="connsiteY3365" fmla="*/ 1418460 h 3514679"/>
              <a:gd name="connsiteX3366" fmla="*/ 2741159 w 3708449"/>
              <a:gd name="connsiteY3366" fmla="*/ 1434519 h 3514679"/>
              <a:gd name="connsiteX3367" fmla="*/ 2724984 w 3708449"/>
              <a:gd name="connsiteY3367" fmla="*/ 1450579 h 3514679"/>
              <a:gd name="connsiteX3368" fmla="*/ 2708924 w 3708449"/>
              <a:gd name="connsiteY3368" fmla="*/ 1434519 h 3514679"/>
              <a:gd name="connsiteX3369" fmla="*/ 2724984 w 3708449"/>
              <a:gd name="connsiteY3369" fmla="*/ 1418460 h 3514679"/>
              <a:gd name="connsiteX3370" fmla="*/ 2595577 w 3708449"/>
              <a:gd name="connsiteY3370" fmla="*/ 1418460 h 3514679"/>
              <a:gd name="connsiteX3371" fmla="*/ 2611637 w 3708449"/>
              <a:gd name="connsiteY3371" fmla="*/ 1434519 h 3514679"/>
              <a:gd name="connsiteX3372" fmla="*/ 2595577 w 3708449"/>
              <a:gd name="connsiteY3372" fmla="*/ 1450579 h 3514679"/>
              <a:gd name="connsiteX3373" fmla="*/ 2579518 w 3708449"/>
              <a:gd name="connsiteY3373" fmla="*/ 1434519 h 3514679"/>
              <a:gd name="connsiteX3374" fmla="*/ 2595577 w 3708449"/>
              <a:gd name="connsiteY3374" fmla="*/ 1418460 h 3514679"/>
              <a:gd name="connsiteX3375" fmla="*/ 2531224 w 3708449"/>
              <a:gd name="connsiteY3375" fmla="*/ 1418460 h 3514679"/>
              <a:gd name="connsiteX3376" fmla="*/ 2547283 w 3708449"/>
              <a:gd name="connsiteY3376" fmla="*/ 1434519 h 3514679"/>
              <a:gd name="connsiteX3377" fmla="*/ 2531224 w 3708449"/>
              <a:gd name="connsiteY3377" fmla="*/ 1450579 h 3514679"/>
              <a:gd name="connsiteX3378" fmla="*/ 2515164 w 3708449"/>
              <a:gd name="connsiteY3378" fmla="*/ 1434519 h 3514679"/>
              <a:gd name="connsiteX3379" fmla="*/ 2531224 w 3708449"/>
              <a:gd name="connsiteY3379" fmla="*/ 1418460 h 3514679"/>
              <a:gd name="connsiteX3380" fmla="*/ 2466869 w 3708449"/>
              <a:gd name="connsiteY3380" fmla="*/ 1418460 h 3514679"/>
              <a:gd name="connsiteX3381" fmla="*/ 2483044 w 3708449"/>
              <a:gd name="connsiteY3381" fmla="*/ 1434519 h 3514679"/>
              <a:gd name="connsiteX3382" fmla="*/ 2466869 w 3708449"/>
              <a:gd name="connsiteY3382" fmla="*/ 1450579 h 3514679"/>
              <a:gd name="connsiteX3383" fmla="*/ 2450809 w 3708449"/>
              <a:gd name="connsiteY3383" fmla="*/ 1434519 h 3514679"/>
              <a:gd name="connsiteX3384" fmla="*/ 2466869 w 3708449"/>
              <a:gd name="connsiteY3384" fmla="*/ 1418460 h 3514679"/>
              <a:gd name="connsiteX3385" fmla="*/ 2402631 w 3708449"/>
              <a:gd name="connsiteY3385" fmla="*/ 1418460 h 3514679"/>
              <a:gd name="connsiteX3386" fmla="*/ 2418690 w 3708449"/>
              <a:gd name="connsiteY3386" fmla="*/ 1434519 h 3514679"/>
              <a:gd name="connsiteX3387" fmla="*/ 2402631 w 3708449"/>
              <a:gd name="connsiteY3387" fmla="*/ 1450579 h 3514679"/>
              <a:gd name="connsiteX3388" fmla="*/ 2386455 w 3708449"/>
              <a:gd name="connsiteY3388" fmla="*/ 1434519 h 3514679"/>
              <a:gd name="connsiteX3389" fmla="*/ 2402631 w 3708449"/>
              <a:gd name="connsiteY3389" fmla="*/ 1418460 h 3514679"/>
              <a:gd name="connsiteX3390" fmla="*/ 2337462 w 3708449"/>
              <a:gd name="connsiteY3390" fmla="*/ 1418460 h 3514679"/>
              <a:gd name="connsiteX3391" fmla="*/ 2353522 w 3708449"/>
              <a:gd name="connsiteY3391" fmla="*/ 1434519 h 3514679"/>
              <a:gd name="connsiteX3392" fmla="*/ 2337462 w 3708449"/>
              <a:gd name="connsiteY3392" fmla="*/ 1450579 h 3514679"/>
              <a:gd name="connsiteX3393" fmla="*/ 2322218 w 3708449"/>
              <a:gd name="connsiteY3393" fmla="*/ 1434519 h 3514679"/>
              <a:gd name="connsiteX3394" fmla="*/ 2337462 w 3708449"/>
              <a:gd name="connsiteY3394" fmla="*/ 1418460 h 3514679"/>
              <a:gd name="connsiteX3395" fmla="*/ 2273109 w 3708449"/>
              <a:gd name="connsiteY3395" fmla="*/ 1418460 h 3514679"/>
              <a:gd name="connsiteX3396" fmla="*/ 2289284 w 3708449"/>
              <a:gd name="connsiteY3396" fmla="*/ 1434519 h 3514679"/>
              <a:gd name="connsiteX3397" fmla="*/ 2273109 w 3708449"/>
              <a:gd name="connsiteY3397" fmla="*/ 1450579 h 3514679"/>
              <a:gd name="connsiteX3398" fmla="*/ 2257049 w 3708449"/>
              <a:gd name="connsiteY3398" fmla="*/ 1434519 h 3514679"/>
              <a:gd name="connsiteX3399" fmla="*/ 2273109 w 3708449"/>
              <a:gd name="connsiteY3399" fmla="*/ 1418460 h 3514679"/>
              <a:gd name="connsiteX3400" fmla="*/ 2208755 w 3708449"/>
              <a:gd name="connsiteY3400" fmla="*/ 1418460 h 3514679"/>
              <a:gd name="connsiteX3401" fmla="*/ 2224930 w 3708449"/>
              <a:gd name="connsiteY3401" fmla="*/ 1434519 h 3514679"/>
              <a:gd name="connsiteX3402" fmla="*/ 2208755 w 3708449"/>
              <a:gd name="connsiteY3402" fmla="*/ 1450579 h 3514679"/>
              <a:gd name="connsiteX3403" fmla="*/ 2192695 w 3708449"/>
              <a:gd name="connsiteY3403" fmla="*/ 1434519 h 3514679"/>
              <a:gd name="connsiteX3404" fmla="*/ 2208755 w 3708449"/>
              <a:gd name="connsiteY3404" fmla="*/ 1418460 h 3514679"/>
              <a:gd name="connsiteX3405" fmla="*/ 2144517 w 3708449"/>
              <a:gd name="connsiteY3405" fmla="*/ 1418460 h 3514679"/>
              <a:gd name="connsiteX3406" fmla="*/ 2160576 w 3708449"/>
              <a:gd name="connsiteY3406" fmla="*/ 1434519 h 3514679"/>
              <a:gd name="connsiteX3407" fmla="*/ 2144517 w 3708449"/>
              <a:gd name="connsiteY3407" fmla="*/ 1450579 h 3514679"/>
              <a:gd name="connsiteX3408" fmla="*/ 2128341 w 3708449"/>
              <a:gd name="connsiteY3408" fmla="*/ 1434519 h 3514679"/>
              <a:gd name="connsiteX3409" fmla="*/ 2144517 w 3708449"/>
              <a:gd name="connsiteY3409" fmla="*/ 1418460 h 3514679"/>
              <a:gd name="connsiteX3410" fmla="*/ 2080163 w 3708449"/>
              <a:gd name="connsiteY3410" fmla="*/ 1418460 h 3514679"/>
              <a:gd name="connsiteX3411" fmla="*/ 2095408 w 3708449"/>
              <a:gd name="connsiteY3411" fmla="*/ 1434519 h 3514679"/>
              <a:gd name="connsiteX3412" fmla="*/ 2080163 w 3708449"/>
              <a:gd name="connsiteY3412" fmla="*/ 1450579 h 3514679"/>
              <a:gd name="connsiteX3413" fmla="*/ 2064104 w 3708449"/>
              <a:gd name="connsiteY3413" fmla="*/ 1434519 h 3514679"/>
              <a:gd name="connsiteX3414" fmla="*/ 2080163 w 3708449"/>
              <a:gd name="connsiteY3414" fmla="*/ 1418460 h 3514679"/>
              <a:gd name="connsiteX3415" fmla="*/ 2014994 w 3708449"/>
              <a:gd name="connsiteY3415" fmla="*/ 1418460 h 3514679"/>
              <a:gd name="connsiteX3416" fmla="*/ 2031169 w 3708449"/>
              <a:gd name="connsiteY3416" fmla="*/ 1434519 h 3514679"/>
              <a:gd name="connsiteX3417" fmla="*/ 2014994 w 3708449"/>
              <a:gd name="connsiteY3417" fmla="*/ 1450579 h 3514679"/>
              <a:gd name="connsiteX3418" fmla="*/ 1998934 w 3708449"/>
              <a:gd name="connsiteY3418" fmla="*/ 1434519 h 3514679"/>
              <a:gd name="connsiteX3419" fmla="*/ 2014994 w 3708449"/>
              <a:gd name="connsiteY3419" fmla="*/ 1418460 h 3514679"/>
              <a:gd name="connsiteX3420" fmla="*/ 1950756 w 3708449"/>
              <a:gd name="connsiteY3420" fmla="*/ 1418460 h 3514679"/>
              <a:gd name="connsiteX3421" fmla="*/ 1966815 w 3708449"/>
              <a:gd name="connsiteY3421" fmla="*/ 1434519 h 3514679"/>
              <a:gd name="connsiteX3422" fmla="*/ 1950756 w 3708449"/>
              <a:gd name="connsiteY3422" fmla="*/ 1450579 h 3514679"/>
              <a:gd name="connsiteX3423" fmla="*/ 1934580 w 3708449"/>
              <a:gd name="connsiteY3423" fmla="*/ 1434519 h 3514679"/>
              <a:gd name="connsiteX3424" fmla="*/ 1950756 w 3708449"/>
              <a:gd name="connsiteY3424" fmla="*/ 1418460 h 3514679"/>
              <a:gd name="connsiteX3425" fmla="*/ 1886402 w 3708449"/>
              <a:gd name="connsiteY3425" fmla="*/ 1418460 h 3514679"/>
              <a:gd name="connsiteX3426" fmla="*/ 1902461 w 3708449"/>
              <a:gd name="connsiteY3426" fmla="*/ 1434519 h 3514679"/>
              <a:gd name="connsiteX3427" fmla="*/ 1886402 w 3708449"/>
              <a:gd name="connsiteY3427" fmla="*/ 1450579 h 3514679"/>
              <a:gd name="connsiteX3428" fmla="*/ 1870343 w 3708449"/>
              <a:gd name="connsiteY3428" fmla="*/ 1434519 h 3514679"/>
              <a:gd name="connsiteX3429" fmla="*/ 1886402 w 3708449"/>
              <a:gd name="connsiteY3429" fmla="*/ 1418460 h 3514679"/>
              <a:gd name="connsiteX3430" fmla="*/ 1822048 w 3708449"/>
              <a:gd name="connsiteY3430" fmla="*/ 1418460 h 3514679"/>
              <a:gd name="connsiteX3431" fmla="*/ 1838108 w 3708449"/>
              <a:gd name="connsiteY3431" fmla="*/ 1434519 h 3514679"/>
              <a:gd name="connsiteX3432" fmla="*/ 1822048 w 3708449"/>
              <a:gd name="connsiteY3432" fmla="*/ 1450579 h 3514679"/>
              <a:gd name="connsiteX3433" fmla="*/ 1805989 w 3708449"/>
              <a:gd name="connsiteY3433" fmla="*/ 1434519 h 3514679"/>
              <a:gd name="connsiteX3434" fmla="*/ 1822048 w 3708449"/>
              <a:gd name="connsiteY3434" fmla="*/ 1418460 h 3514679"/>
              <a:gd name="connsiteX3435" fmla="*/ 1756879 w 3708449"/>
              <a:gd name="connsiteY3435" fmla="*/ 1418460 h 3514679"/>
              <a:gd name="connsiteX3436" fmla="*/ 1773055 w 3708449"/>
              <a:gd name="connsiteY3436" fmla="*/ 1434519 h 3514679"/>
              <a:gd name="connsiteX3437" fmla="*/ 1756879 w 3708449"/>
              <a:gd name="connsiteY3437" fmla="*/ 1450579 h 3514679"/>
              <a:gd name="connsiteX3438" fmla="*/ 1741635 w 3708449"/>
              <a:gd name="connsiteY3438" fmla="*/ 1434519 h 3514679"/>
              <a:gd name="connsiteX3439" fmla="*/ 1756879 w 3708449"/>
              <a:gd name="connsiteY3439" fmla="*/ 1418460 h 3514679"/>
              <a:gd name="connsiteX3440" fmla="*/ 1692642 w 3708449"/>
              <a:gd name="connsiteY3440" fmla="*/ 1418460 h 3514679"/>
              <a:gd name="connsiteX3441" fmla="*/ 1708701 w 3708449"/>
              <a:gd name="connsiteY3441" fmla="*/ 1434519 h 3514679"/>
              <a:gd name="connsiteX3442" fmla="*/ 1692642 w 3708449"/>
              <a:gd name="connsiteY3442" fmla="*/ 1450579 h 3514679"/>
              <a:gd name="connsiteX3443" fmla="*/ 1676466 w 3708449"/>
              <a:gd name="connsiteY3443" fmla="*/ 1434519 h 3514679"/>
              <a:gd name="connsiteX3444" fmla="*/ 1692642 w 3708449"/>
              <a:gd name="connsiteY3444" fmla="*/ 1418460 h 3514679"/>
              <a:gd name="connsiteX3445" fmla="*/ 1628287 w 3708449"/>
              <a:gd name="connsiteY3445" fmla="*/ 1418460 h 3514679"/>
              <a:gd name="connsiteX3446" fmla="*/ 1644346 w 3708449"/>
              <a:gd name="connsiteY3446" fmla="*/ 1434519 h 3514679"/>
              <a:gd name="connsiteX3447" fmla="*/ 1628287 w 3708449"/>
              <a:gd name="connsiteY3447" fmla="*/ 1450579 h 3514679"/>
              <a:gd name="connsiteX3448" fmla="*/ 1612228 w 3708449"/>
              <a:gd name="connsiteY3448" fmla="*/ 1434519 h 3514679"/>
              <a:gd name="connsiteX3449" fmla="*/ 1628287 w 3708449"/>
              <a:gd name="connsiteY3449" fmla="*/ 1418460 h 3514679"/>
              <a:gd name="connsiteX3450" fmla="*/ 1563933 w 3708449"/>
              <a:gd name="connsiteY3450" fmla="*/ 1418460 h 3514679"/>
              <a:gd name="connsiteX3451" fmla="*/ 1579993 w 3708449"/>
              <a:gd name="connsiteY3451" fmla="*/ 1434519 h 3514679"/>
              <a:gd name="connsiteX3452" fmla="*/ 1563933 w 3708449"/>
              <a:gd name="connsiteY3452" fmla="*/ 1450579 h 3514679"/>
              <a:gd name="connsiteX3453" fmla="*/ 1547874 w 3708449"/>
              <a:gd name="connsiteY3453" fmla="*/ 1434519 h 3514679"/>
              <a:gd name="connsiteX3454" fmla="*/ 1563933 w 3708449"/>
              <a:gd name="connsiteY3454" fmla="*/ 1418460 h 3514679"/>
              <a:gd name="connsiteX3455" fmla="*/ 1499579 w 3708449"/>
              <a:gd name="connsiteY3455" fmla="*/ 1418460 h 3514679"/>
              <a:gd name="connsiteX3456" fmla="*/ 1514940 w 3708449"/>
              <a:gd name="connsiteY3456" fmla="*/ 1434519 h 3514679"/>
              <a:gd name="connsiteX3457" fmla="*/ 1499579 w 3708449"/>
              <a:gd name="connsiteY3457" fmla="*/ 1450579 h 3514679"/>
              <a:gd name="connsiteX3458" fmla="*/ 1483520 w 3708449"/>
              <a:gd name="connsiteY3458" fmla="*/ 1434519 h 3514679"/>
              <a:gd name="connsiteX3459" fmla="*/ 1499579 w 3708449"/>
              <a:gd name="connsiteY3459" fmla="*/ 1418460 h 3514679"/>
              <a:gd name="connsiteX3460" fmla="*/ 1434527 w 3708449"/>
              <a:gd name="connsiteY3460" fmla="*/ 1418460 h 3514679"/>
              <a:gd name="connsiteX3461" fmla="*/ 1450586 w 3708449"/>
              <a:gd name="connsiteY3461" fmla="*/ 1434519 h 3514679"/>
              <a:gd name="connsiteX3462" fmla="*/ 1434527 w 3708449"/>
              <a:gd name="connsiteY3462" fmla="*/ 1450579 h 3514679"/>
              <a:gd name="connsiteX3463" fmla="*/ 1418351 w 3708449"/>
              <a:gd name="connsiteY3463" fmla="*/ 1434519 h 3514679"/>
              <a:gd name="connsiteX3464" fmla="*/ 1434527 w 3708449"/>
              <a:gd name="connsiteY3464" fmla="*/ 1418460 h 3514679"/>
              <a:gd name="connsiteX3465" fmla="*/ 1370173 w 3708449"/>
              <a:gd name="connsiteY3465" fmla="*/ 1418460 h 3514679"/>
              <a:gd name="connsiteX3466" fmla="*/ 1386233 w 3708449"/>
              <a:gd name="connsiteY3466" fmla="*/ 1434519 h 3514679"/>
              <a:gd name="connsiteX3467" fmla="*/ 1370173 w 3708449"/>
              <a:gd name="connsiteY3467" fmla="*/ 1450579 h 3514679"/>
              <a:gd name="connsiteX3468" fmla="*/ 1354114 w 3708449"/>
              <a:gd name="connsiteY3468" fmla="*/ 1434519 h 3514679"/>
              <a:gd name="connsiteX3469" fmla="*/ 1370173 w 3708449"/>
              <a:gd name="connsiteY3469" fmla="*/ 1418460 h 3514679"/>
              <a:gd name="connsiteX3470" fmla="*/ 1176412 w 3708449"/>
              <a:gd name="connsiteY3470" fmla="*/ 1418460 h 3514679"/>
              <a:gd name="connsiteX3471" fmla="*/ 1192472 w 3708449"/>
              <a:gd name="connsiteY3471" fmla="*/ 1434519 h 3514679"/>
              <a:gd name="connsiteX3472" fmla="*/ 1176412 w 3708449"/>
              <a:gd name="connsiteY3472" fmla="*/ 1450579 h 3514679"/>
              <a:gd name="connsiteX3473" fmla="*/ 1161051 w 3708449"/>
              <a:gd name="connsiteY3473" fmla="*/ 1434519 h 3514679"/>
              <a:gd name="connsiteX3474" fmla="*/ 1176412 w 3708449"/>
              <a:gd name="connsiteY3474" fmla="*/ 1418460 h 3514679"/>
              <a:gd name="connsiteX3475" fmla="*/ 1112058 w 3708449"/>
              <a:gd name="connsiteY3475" fmla="*/ 1418460 h 3514679"/>
              <a:gd name="connsiteX3476" fmla="*/ 1128117 w 3708449"/>
              <a:gd name="connsiteY3476" fmla="*/ 1434519 h 3514679"/>
              <a:gd name="connsiteX3477" fmla="*/ 1112058 w 3708449"/>
              <a:gd name="connsiteY3477" fmla="*/ 1450579 h 3514679"/>
              <a:gd name="connsiteX3478" fmla="*/ 1095998 w 3708449"/>
              <a:gd name="connsiteY3478" fmla="*/ 1434519 h 3514679"/>
              <a:gd name="connsiteX3479" fmla="*/ 1112058 w 3708449"/>
              <a:gd name="connsiteY3479" fmla="*/ 1418460 h 3514679"/>
              <a:gd name="connsiteX3480" fmla="*/ 1047704 w 3708449"/>
              <a:gd name="connsiteY3480" fmla="*/ 1418460 h 3514679"/>
              <a:gd name="connsiteX3481" fmla="*/ 1063763 w 3708449"/>
              <a:gd name="connsiteY3481" fmla="*/ 1434519 h 3514679"/>
              <a:gd name="connsiteX3482" fmla="*/ 1047704 w 3708449"/>
              <a:gd name="connsiteY3482" fmla="*/ 1450579 h 3514679"/>
              <a:gd name="connsiteX3483" fmla="*/ 1031644 w 3708449"/>
              <a:gd name="connsiteY3483" fmla="*/ 1434519 h 3514679"/>
              <a:gd name="connsiteX3484" fmla="*/ 1047704 w 3708449"/>
              <a:gd name="connsiteY3484" fmla="*/ 1418460 h 3514679"/>
              <a:gd name="connsiteX3485" fmla="*/ 853944 w 3708449"/>
              <a:gd name="connsiteY3485" fmla="*/ 1418460 h 3514679"/>
              <a:gd name="connsiteX3486" fmla="*/ 870003 w 3708449"/>
              <a:gd name="connsiteY3486" fmla="*/ 1434519 h 3514679"/>
              <a:gd name="connsiteX3487" fmla="*/ 853944 w 3708449"/>
              <a:gd name="connsiteY3487" fmla="*/ 1450579 h 3514679"/>
              <a:gd name="connsiteX3488" fmla="*/ 837884 w 3708449"/>
              <a:gd name="connsiteY3488" fmla="*/ 1434519 h 3514679"/>
              <a:gd name="connsiteX3489" fmla="*/ 853944 w 3708449"/>
              <a:gd name="connsiteY3489" fmla="*/ 1418460 h 3514679"/>
              <a:gd name="connsiteX3490" fmla="*/ 660998 w 3708449"/>
              <a:gd name="connsiteY3490" fmla="*/ 1418460 h 3514679"/>
              <a:gd name="connsiteX3491" fmla="*/ 676242 w 3708449"/>
              <a:gd name="connsiteY3491" fmla="*/ 1434519 h 3514679"/>
              <a:gd name="connsiteX3492" fmla="*/ 660998 w 3708449"/>
              <a:gd name="connsiteY3492" fmla="*/ 1450579 h 3514679"/>
              <a:gd name="connsiteX3493" fmla="*/ 644822 w 3708449"/>
              <a:gd name="connsiteY3493" fmla="*/ 1434519 h 3514679"/>
              <a:gd name="connsiteX3494" fmla="*/ 660998 w 3708449"/>
              <a:gd name="connsiteY3494" fmla="*/ 1418460 h 3514679"/>
              <a:gd name="connsiteX3495" fmla="*/ 595829 w 3708449"/>
              <a:gd name="connsiteY3495" fmla="*/ 1418460 h 3514679"/>
              <a:gd name="connsiteX3496" fmla="*/ 611888 w 3708449"/>
              <a:gd name="connsiteY3496" fmla="*/ 1434519 h 3514679"/>
              <a:gd name="connsiteX3497" fmla="*/ 595829 w 3708449"/>
              <a:gd name="connsiteY3497" fmla="*/ 1450579 h 3514679"/>
              <a:gd name="connsiteX3498" fmla="*/ 580468 w 3708449"/>
              <a:gd name="connsiteY3498" fmla="*/ 1434519 h 3514679"/>
              <a:gd name="connsiteX3499" fmla="*/ 595829 w 3708449"/>
              <a:gd name="connsiteY3499" fmla="*/ 1418460 h 3514679"/>
              <a:gd name="connsiteX3500" fmla="*/ 531474 w 3708449"/>
              <a:gd name="connsiteY3500" fmla="*/ 1418460 h 3514679"/>
              <a:gd name="connsiteX3501" fmla="*/ 547533 w 3708449"/>
              <a:gd name="connsiteY3501" fmla="*/ 1434519 h 3514679"/>
              <a:gd name="connsiteX3502" fmla="*/ 531474 w 3708449"/>
              <a:gd name="connsiteY3502" fmla="*/ 1450579 h 3514679"/>
              <a:gd name="connsiteX3503" fmla="*/ 515415 w 3708449"/>
              <a:gd name="connsiteY3503" fmla="*/ 1434519 h 3514679"/>
              <a:gd name="connsiteX3504" fmla="*/ 531474 w 3708449"/>
              <a:gd name="connsiteY3504" fmla="*/ 1418460 h 3514679"/>
              <a:gd name="connsiteX3505" fmla="*/ 467120 w 3708449"/>
              <a:gd name="connsiteY3505" fmla="*/ 1418460 h 3514679"/>
              <a:gd name="connsiteX3506" fmla="*/ 483296 w 3708449"/>
              <a:gd name="connsiteY3506" fmla="*/ 1434519 h 3514679"/>
              <a:gd name="connsiteX3507" fmla="*/ 467120 w 3708449"/>
              <a:gd name="connsiteY3507" fmla="*/ 1450579 h 3514679"/>
              <a:gd name="connsiteX3508" fmla="*/ 451061 w 3708449"/>
              <a:gd name="connsiteY3508" fmla="*/ 1434519 h 3514679"/>
              <a:gd name="connsiteX3509" fmla="*/ 467120 w 3708449"/>
              <a:gd name="connsiteY3509" fmla="*/ 1418460 h 3514679"/>
              <a:gd name="connsiteX3510" fmla="*/ 338529 w 3708449"/>
              <a:gd name="connsiteY3510" fmla="*/ 1418460 h 3514679"/>
              <a:gd name="connsiteX3511" fmla="*/ 353773 w 3708449"/>
              <a:gd name="connsiteY3511" fmla="*/ 1434519 h 3514679"/>
              <a:gd name="connsiteX3512" fmla="*/ 338529 w 3708449"/>
              <a:gd name="connsiteY3512" fmla="*/ 1450579 h 3514679"/>
              <a:gd name="connsiteX3513" fmla="*/ 322469 w 3708449"/>
              <a:gd name="connsiteY3513" fmla="*/ 1434519 h 3514679"/>
              <a:gd name="connsiteX3514" fmla="*/ 338529 w 3708449"/>
              <a:gd name="connsiteY3514" fmla="*/ 1418460 h 3514679"/>
              <a:gd name="connsiteX3515" fmla="*/ 3628036 w 3708449"/>
              <a:gd name="connsiteY3515" fmla="*/ 1354106 h 3514679"/>
              <a:gd name="connsiteX3516" fmla="*/ 3644095 w 3708449"/>
              <a:gd name="connsiteY3516" fmla="*/ 1370165 h 3514679"/>
              <a:gd name="connsiteX3517" fmla="*/ 3628036 w 3708449"/>
              <a:gd name="connsiteY3517" fmla="*/ 1386341 h 3514679"/>
              <a:gd name="connsiteX3518" fmla="*/ 3611976 w 3708449"/>
              <a:gd name="connsiteY3518" fmla="*/ 1370165 h 3514679"/>
              <a:gd name="connsiteX3519" fmla="*/ 3628036 w 3708449"/>
              <a:gd name="connsiteY3519" fmla="*/ 1354106 h 3514679"/>
              <a:gd name="connsiteX3520" fmla="*/ 3563682 w 3708449"/>
              <a:gd name="connsiteY3520" fmla="*/ 1354106 h 3514679"/>
              <a:gd name="connsiteX3521" fmla="*/ 3579742 w 3708449"/>
              <a:gd name="connsiteY3521" fmla="*/ 1370165 h 3514679"/>
              <a:gd name="connsiteX3522" fmla="*/ 3563682 w 3708449"/>
              <a:gd name="connsiteY3522" fmla="*/ 1386341 h 3514679"/>
              <a:gd name="connsiteX3523" fmla="*/ 3547622 w 3708449"/>
              <a:gd name="connsiteY3523" fmla="*/ 1370165 h 3514679"/>
              <a:gd name="connsiteX3524" fmla="*/ 3563682 w 3708449"/>
              <a:gd name="connsiteY3524" fmla="*/ 1354106 h 3514679"/>
              <a:gd name="connsiteX3525" fmla="*/ 3498629 w 3708449"/>
              <a:gd name="connsiteY3525" fmla="*/ 1354106 h 3514679"/>
              <a:gd name="connsiteX3526" fmla="*/ 3514688 w 3708449"/>
              <a:gd name="connsiteY3526" fmla="*/ 1370165 h 3514679"/>
              <a:gd name="connsiteX3527" fmla="*/ 3498629 w 3708449"/>
              <a:gd name="connsiteY3527" fmla="*/ 1386341 h 3514679"/>
              <a:gd name="connsiteX3528" fmla="*/ 3483267 w 3708449"/>
              <a:gd name="connsiteY3528" fmla="*/ 1370165 h 3514679"/>
              <a:gd name="connsiteX3529" fmla="*/ 3498629 w 3708449"/>
              <a:gd name="connsiteY3529" fmla="*/ 1354106 h 3514679"/>
              <a:gd name="connsiteX3530" fmla="*/ 3434275 w 3708449"/>
              <a:gd name="connsiteY3530" fmla="*/ 1354106 h 3514679"/>
              <a:gd name="connsiteX3531" fmla="*/ 3450334 w 3708449"/>
              <a:gd name="connsiteY3531" fmla="*/ 1370165 h 3514679"/>
              <a:gd name="connsiteX3532" fmla="*/ 3434275 w 3708449"/>
              <a:gd name="connsiteY3532" fmla="*/ 1386341 h 3514679"/>
              <a:gd name="connsiteX3533" fmla="*/ 3418099 w 3708449"/>
              <a:gd name="connsiteY3533" fmla="*/ 1370165 h 3514679"/>
              <a:gd name="connsiteX3534" fmla="*/ 3434275 w 3708449"/>
              <a:gd name="connsiteY3534" fmla="*/ 1354106 h 3514679"/>
              <a:gd name="connsiteX3535" fmla="*/ 3369921 w 3708449"/>
              <a:gd name="connsiteY3535" fmla="*/ 1354106 h 3514679"/>
              <a:gd name="connsiteX3536" fmla="*/ 3385981 w 3708449"/>
              <a:gd name="connsiteY3536" fmla="*/ 1370165 h 3514679"/>
              <a:gd name="connsiteX3537" fmla="*/ 3369921 w 3708449"/>
              <a:gd name="connsiteY3537" fmla="*/ 1386341 h 3514679"/>
              <a:gd name="connsiteX3538" fmla="*/ 3353862 w 3708449"/>
              <a:gd name="connsiteY3538" fmla="*/ 1370165 h 3514679"/>
              <a:gd name="connsiteX3539" fmla="*/ 3369921 w 3708449"/>
              <a:gd name="connsiteY3539" fmla="*/ 1354106 h 3514679"/>
              <a:gd name="connsiteX3540" fmla="*/ 3305567 w 3708449"/>
              <a:gd name="connsiteY3540" fmla="*/ 1354106 h 3514679"/>
              <a:gd name="connsiteX3541" fmla="*/ 3321627 w 3708449"/>
              <a:gd name="connsiteY3541" fmla="*/ 1370165 h 3514679"/>
              <a:gd name="connsiteX3542" fmla="*/ 3305567 w 3708449"/>
              <a:gd name="connsiteY3542" fmla="*/ 1386341 h 3514679"/>
              <a:gd name="connsiteX3543" fmla="*/ 3289508 w 3708449"/>
              <a:gd name="connsiteY3543" fmla="*/ 1370165 h 3514679"/>
              <a:gd name="connsiteX3544" fmla="*/ 3305567 w 3708449"/>
              <a:gd name="connsiteY3544" fmla="*/ 1354106 h 3514679"/>
              <a:gd name="connsiteX3545" fmla="*/ 3241213 w 3708449"/>
              <a:gd name="connsiteY3545" fmla="*/ 1354106 h 3514679"/>
              <a:gd name="connsiteX3546" fmla="*/ 3256574 w 3708449"/>
              <a:gd name="connsiteY3546" fmla="*/ 1370165 h 3514679"/>
              <a:gd name="connsiteX3547" fmla="*/ 3241213 w 3708449"/>
              <a:gd name="connsiteY3547" fmla="*/ 1386341 h 3514679"/>
              <a:gd name="connsiteX3548" fmla="*/ 3225154 w 3708449"/>
              <a:gd name="connsiteY3548" fmla="*/ 1370165 h 3514679"/>
              <a:gd name="connsiteX3549" fmla="*/ 3241213 w 3708449"/>
              <a:gd name="connsiteY3549" fmla="*/ 1354106 h 3514679"/>
              <a:gd name="connsiteX3550" fmla="*/ 3176161 w 3708449"/>
              <a:gd name="connsiteY3550" fmla="*/ 1354106 h 3514679"/>
              <a:gd name="connsiteX3551" fmla="*/ 3192220 w 3708449"/>
              <a:gd name="connsiteY3551" fmla="*/ 1370165 h 3514679"/>
              <a:gd name="connsiteX3552" fmla="*/ 3176161 w 3708449"/>
              <a:gd name="connsiteY3552" fmla="*/ 1386341 h 3514679"/>
              <a:gd name="connsiteX3553" fmla="*/ 3160102 w 3708449"/>
              <a:gd name="connsiteY3553" fmla="*/ 1370165 h 3514679"/>
              <a:gd name="connsiteX3554" fmla="*/ 3176161 w 3708449"/>
              <a:gd name="connsiteY3554" fmla="*/ 1354106 h 3514679"/>
              <a:gd name="connsiteX3555" fmla="*/ 3111806 w 3708449"/>
              <a:gd name="connsiteY3555" fmla="*/ 1354106 h 3514679"/>
              <a:gd name="connsiteX3556" fmla="*/ 3127866 w 3708449"/>
              <a:gd name="connsiteY3556" fmla="*/ 1370165 h 3514679"/>
              <a:gd name="connsiteX3557" fmla="*/ 3111806 w 3708449"/>
              <a:gd name="connsiteY3557" fmla="*/ 1386341 h 3514679"/>
              <a:gd name="connsiteX3558" fmla="*/ 3095747 w 3708449"/>
              <a:gd name="connsiteY3558" fmla="*/ 1370165 h 3514679"/>
              <a:gd name="connsiteX3559" fmla="*/ 3111806 w 3708449"/>
              <a:gd name="connsiteY3559" fmla="*/ 1354106 h 3514679"/>
              <a:gd name="connsiteX3560" fmla="*/ 3047452 w 3708449"/>
              <a:gd name="connsiteY3560" fmla="*/ 1354106 h 3514679"/>
              <a:gd name="connsiteX3561" fmla="*/ 3063512 w 3708449"/>
              <a:gd name="connsiteY3561" fmla="*/ 1370165 h 3514679"/>
              <a:gd name="connsiteX3562" fmla="*/ 3047452 w 3708449"/>
              <a:gd name="connsiteY3562" fmla="*/ 1386341 h 3514679"/>
              <a:gd name="connsiteX3563" fmla="*/ 3031393 w 3708449"/>
              <a:gd name="connsiteY3563" fmla="*/ 1370165 h 3514679"/>
              <a:gd name="connsiteX3564" fmla="*/ 3047452 w 3708449"/>
              <a:gd name="connsiteY3564" fmla="*/ 1354106 h 3514679"/>
              <a:gd name="connsiteX3565" fmla="*/ 2983099 w 3708449"/>
              <a:gd name="connsiteY3565" fmla="*/ 1354106 h 3514679"/>
              <a:gd name="connsiteX3566" fmla="*/ 2999158 w 3708449"/>
              <a:gd name="connsiteY3566" fmla="*/ 1370165 h 3514679"/>
              <a:gd name="connsiteX3567" fmla="*/ 2983099 w 3708449"/>
              <a:gd name="connsiteY3567" fmla="*/ 1386341 h 3514679"/>
              <a:gd name="connsiteX3568" fmla="*/ 2967039 w 3708449"/>
              <a:gd name="connsiteY3568" fmla="*/ 1370165 h 3514679"/>
              <a:gd name="connsiteX3569" fmla="*/ 2983099 w 3708449"/>
              <a:gd name="connsiteY3569" fmla="*/ 1354106 h 3514679"/>
              <a:gd name="connsiteX3570" fmla="*/ 2918046 w 3708449"/>
              <a:gd name="connsiteY3570" fmla="*/ 1354106 h 3514679"/>
              <a:gd name="connsiteX3571" fmla="*/ 2934106 w 3708449"/>
              <a:gd name="connsiteY3571" fmla="*/ 1370165 h 3514679"/>
              <a:gd name="connsiteX3572" fmla="*/ 2918046 w 3708449"/>
              <a:gd name="connsiteY3572" fmla="*/ 1386341 h 3514679"/>
              <a:gd name="connsiteX3573" fmla="*/ 2902685 w 3708449"/>
              <a:gd name="connsiteY3573" fmla="*/ 1370165 h 3514679"/>
              <a:gd name="connsiteX3574" fmla="*/ 2918046 w 3708449"/>
              <a:gd name="connsiteY3574" fmla="*/ 1354106 h 3514679"/>
              <a:gd name="connsiteX3575" fmla="*/ 2853692 w 3708449"/>
              <a:gd name="connsiteY3575" fmla="*/ 1354106 h 3514679"/>
              <a:gd name="connsiteX3576" fmla="*/ 2869752 w 3708449"/>
              <a:gd name="connsiteY3576" fmla="*/ 1370165 h 3514679"/>
              <a:gd name="connsiteX3577" fmla="*/ 2853692 w 3708449"/>
              <a:gd name="connsiteY3577" fmla="*/ 1386341 h 3514679"/>
              <a:gd name="connsiteX3578" fmla="*/ 2837633 w 3708449"/>
              <a:gd name="connsiteY3578" fmla="*/ 1370165 h 3514679"/>
              <a:gd name="connsiteX3579" fmla="*/ 2853692 w 3708449"/>
              <a:gd name="connsiteY3579" fmla="*/ 1354106 h 3514679"/>
              <a:gd name="connsiteX3580" fmla="*/ 2789338 w 3708449"/>
              <a:gd name="connsiteY3580" fmla="*/ 1354106 h 3514679"/>
              <a:gd name="connsiteX3581" fmla="*/ 2805398 w 3708449"/>
              <a:gd name="connsiteY3581" fmla="*/ 1370165 h 3514679"/>
              <a:gd name="connsiteX3582" fmla="*/ 2789338 w 3708449"/>
              <a:gd name="connsiteY3582" fmla="*/ 1386341 h 3514679"/>
              <a:gd name="connsiteX3583" fmla="*/ 2773279 w 3708449"/>
              <a:gd name="connsiteY3583" fmla="*/ 1370165 h 3514679"/>
              <a:gd name="connsiteX3584" fmla="*/ 2789338 w 3708449"/>
              <a:gd name="connsiteY3584" fmla="*/ 1354106 h 3514679"/>
              <a:gd name="connsiteX3585" fmla="*/ 2724984 w 3708449"/>
              <a:gd name="connsiteY3585" fmla="*/ 1354106 h 3514679"/>
              <a:gd name="connsiteX3586" fmla="*/ 2741159 w 3708449"/>
              <a:gd name="connsiteY3586" fmla="*/ 1370165 h 3514679"/>
              <a:gd name="connsiteX3587" fmla="*/ 2724984 w 3708449"/>
              <a:gd name="connsiteY3587" fmla="*/ 1386341 h 3514679"/>
              <a:gd name="connsiteX3588" fmla="*/ 2708924 w 3708449"/>
              <a:gd name="connsiteY3588" fmla="*/ 1370165 h 3514679"/>
              <a:gd name="connsiteX3589" fmla="*/ 2724984 w 3708449"/>
              <a:gd name="connsiteY3589" fmla="*/ 1354106 h 3514679"/>
              <a:gd name="connsiteX3590" fmla="*/ 2660630 w 3708449"/>
              <a:gd name="connsiteY3590" fmla="*/ 1354106 h 3514679"/>
              <a:gd name="connsiteX3591" fmla="*/ 2675991 w 3708449"/>
              <a:gd name="connsiteY3591" fmla="*/ 1370165 h 3514679"/>
              <a:gd name="connsiteX3592" fmla="*/ 2660630 w 3708449"/>
              <a:gd name="connsiteY3592" fmla="*/ 1386341 h 3514679"/>
              <a:gd name="connsiteX3593" fmla="*/ 2644570 w 3708449"/>
              <a:gd name="connsiteY3593" fmla="*/ 1370165 h 3514679"/>
              <a:gd name="connsiteX3594" fmla="*/ 2660630 w 3708449"/>
              <a:gd name="connsiteY3594" fmla="*/ 1354106 h 3514679"/>
              <a:gd name="connsiteX3595" fmla="*/ 2595577 w 3708449"/>
              <a:gd name="connsiteY3595" fmla="*/ 1354106 h 3514679"/>
              <a:gd name="connsiteX3596" fmla="*/ 2611637 w 3708449"/>
              <a:gd name="connsiteY3596" fmla="*/ 1370165 h 3514679"/>
              <a:gd name="connsiteX3597" fmla="*/ 2595577 w 3708449"/>
              <a:gd name="connsiteY3597" fmla="*/ 1386341 h 3514679"/>
              <a:gd name="connsiteX3598" fmla="*/ 2579518 w 3708449"/>
              <a:gd name="connsiteY3598" fmla="*/ 1370165 h 3514679"/>
              <a:gd name="connsiteX3599" fmla="*/ 2595577 w 3708449"/>
              <a:gd name="connsiteY3599" fmla="*/ 1354106 h 3514679"/>
              <a:gd name="connsiteX3600" fmla="*/ 2531224 w 3708449"/>
              <a:gd name="connsiteY3600" fmla="*/ 1354106 h 3514679"/>
              <a:gd name="connsiteX3601" fmla="*/ 2547283 w 3708449"/>
              <a:gd name="connsiteY3601" fmla="*/ 1370165 h 3514679"/>
              <a:gd name="connsiteX3602" fmla="*/ 2531224 w 3708449"/>
              <a:gd name="connsiteY3602" fmla="*/ 1386341 h 3514679"/>
              <a:gd name="connsiteX3603" fmla="*/ 2515164 w 3708449"/>
              <a:gd name="connsiteY3603" fmla="*/ 1370165 h 3514679"/>
              <a:gd name="connsiteX3604" fmla="*/ 2531224 w 3708449"/>
              <a:gd name="connsiteY3604" fmla="*/ 1354106 h 3514679"/>
              <a:gd name="connsiteX3605" fmla="*/ 2466869 w 3708449"/>
              <a:gd name="connsiteY3605" fmla="*/ 1354106 h 3514679"/>
              <a:gd name="connsiteX3606" fmla="*/ 2483044 w 3708449"/>
              <a:gd name="connsiteY3606" fmla="*/ 1370165 h 3514679"/>
              <a:gd name="connsiteX3607" fmla="*/ 2466869 w 3708449"/>
              <a:gd name="connsiteY3607" fmla="*/ 1386341 h 3514679"/>
              <a:gd name="connsiteX3608" fmla="*/ 2450809 w 3708449"/>
              <a:gd name="connsiteY3608" fmla="*/ 1370165 h 3514679"/>
              <a:gd name="connsiteX3609" fmla="*/ 2466869 w 3708449"/>
              <a:gd name="connsiteY3609" fmla="*/ 1354106 h 3514679"/>
              <a:gd name="connsiteX3610" fmla="*/ 2402631 w 3708449"/>
              <a:gd name="connsiteY3610" fmla="*/ 1354106 h 3514679"/>
              <a:gd name="connsiteX3611" fmla="*/ 2418690 w 3708449"/>
              <a:gd name="connsiteY3611" fmla="*/ 1370165 h 3514679"/>
              <a:gd name="connsiteX3612" fmla="*/ 2402631 w 3708449"/>
              <a:gd name="connsiteY3612" fmla="*/ 1386341 h 3514679"/>
              <a:gd name="connsiteX3613" fmla="*/ 2386455 w 3708449"/>
              <a:gd name="connsiteY3613" fmla="*/ 1370165 h 3514679"/>
              <a:gd name="connsiteX3614" fmla="*/ 2402631 w 3708449"/>
              <a:gd name="connsiteY3614" fmla="*/ 1354106 h 3514679"/>
              <a:gd name="connsiteX3615" fmla="*/ 2337462 w 3708449"/>
              <a:gd name="connsiteY3615" fmla="*/ 1354106 h 3514679"/>
              <a:gd name="connsiteX3616" fmla="*/ 2353522 w 3708449"/>
              <a:gd name="connsiteY3616" fmla="*/ 1370165 h 3514679"/>
              <a:gd name="connsiteX3617" fmla="*/ 2337462 w 3708449"/>
              <a:gd name="connsiteY3617" fmla="*/ 1386341 h 3514679"/>
              <a:gd name="connsiteX3618" fmla="*/ 2322218 w 3708449"/>
              <a:gd name="connsiteY3618" fmla="*/ 1370165 h 3514679"/>
              <a:gd name="connsiteX3619" fmla="*/ 2337462 w 3708449"/>
              <a:gd name="connsiteY3619" fmla="*/ 1354106 h 3514679"/>
              <a:gd name="connsiteX3620" fmla="*/ 2273109 w 3708449"/>
              <a:gd name="connsiteY3620" fmla="*/ 1354106 h 3514679"/>
              <a:gd name="connsiteX3621" fmla="*/ 2289284 w 3708449"/>
              <a:gd name="connsiteY3621" fmla="*/ 1370165 h 3514679"/>
              <a:gd name="connsiteX3622" fmla="*/ 2273109 w 3708449"/>
              <a:gd name="connsiteY3622" fmla="*/ 1386341 h 3514679"/>
              <a:gd name="connsiteX3623" fmla="*/ 2257049 w 3708449"/>
              <a:gd name="connsiteY3623" fmla="*/ 1370165 h 3514679"/>
              <a:gd name="connsiteX3624" fmla="*/ 2273109 w 3708449"/>
              <a:gd name="connsiteY3624" fmla="*/ 1354106 h 3514679"/>
              <a:gd name="connsiteX3625" fmla="*/ 2208755 w 3708449"/>
              <a:gd name="connsiteY3625" fmla="*/ 1354106 h 3514679"/>
              <a:gd name="connsiteX3626" fmla="*/ 2224930 w 3708449"/>
              <a:gd name="connsiteY3626" fmla="*/ 1370165 h 3514679"/>
              <a:gd name="connsiteX3627" fmla="*/ 2208755 w 3708449"/>
              <a:gd name="connsiteY3627" fmla="*/ 1386341 h 3514679"/>
              <a:gd name="connsiteX3628" fmla="*/ 2192695 w 3708449"/>
              <a:gd name="connsiteY3628" fmla="*/ 1370165 h 3514679"/>
              <a:gd name="connsiteX3629" fmla="*/ 2208755 w 3708449"/>
              <a:gd name="connsiteY3629" fmla="*/ 1354106 h 3514679"/>
              <a:gd name="connsiteX3630" fmla="*/ 2144517 w 3708449"/>
              <a:gd name="connsiteY3630" fmla="*/ 1354106 h 3514679"/>
              <a:gd name="connsiteX3631" fmla="*/ 2160576 w 3708449"/>
              <a:gd name="connsiteY3631" fmla="*/ 1370165 h 3514679"/>
              <a:gd name="connsiteX3632" fmla="*/ 2144517 w 3708449"/>
              <a:gd name="connsiteY3632" fmla="*/ 1386341 h 3514679"/>
              <a:gd name="connsiteX3633" fmla="*/ 2128341 w 3708449"/>
              <a:gd name="connsiteY3633" fmla="*/ 1370165 h 3514679"/>
              <a:gd name="connsiteX3634" fmla="*/ 2144517 w 3708449"/>
              <a:gd name="connsiteY3634" fmla="*/ 1354106 h 3514679"/>
              <a:gd name="connsiteX3635" fmla="*/ 2080163 w 3708449"/>
              <a:gd name="connsiteY3635" fmla="*/ 1354106 h 3514679"/>
              <a:gd name="connsiteX3636" fmla="*/ 2095408 w 3708449"/>
              <a:gd name="connsiteY3636" fmla="*/ 1370165 h 3514679"/>
              <a:gd name="connsiteX3637" fmla="*/ 2080163 w 3708449"/>
              <a:gd name="connsiteY3637" fmla="*/ 1386341 h 3514679"/>
              <a:gd name="connsiteX3638" fmla="*/ 2064104 w 3708449"/>
              <a:gd name="connsiteY3638" fmla="*/ 1370165 h 3514679"/>
              <a:gd name="connsiteX3639" fmla="*/ 2080163 w 3708449"/>
              <a:gd name="connsiteY3639" fmla="*/ 1354106 h 3514679"/>
              <a:gd name="connsiteX3640" fmla="*/ 2014994 w 3708449"/>
              <a:gd name="connsiteY3640" fmla="*/ 1354106 h 3514679"/>
              <a:gd name="connsiteX3641" fmla="*/ 2031169 w 3708449"/>
              <a:gd name="connsiteY3641" fmla="*/ 1370165 h 3514679"/>
              <a:gd name="connsiteX3642" fmla="*/ 2014994 w 3708449"/>
              <a:gd name="connsiteY3642" fmla="*/ 1386341 h 3514679"/>
              <a:gd name="connsiteX3643" fmla="*/ 1998934 w 3708449"/>
              <a:gd name="connsiteY3643" fmla="*/ 1370165 h 3514679"/>
              <a:gd name="connsiteX3644" fmla="*/ 2014994 w 3708449"/>
              <a:gd name="connsiteY3644" fmla="*/ 1354106 h 3514679"/>
              <a:gd name="connsiteX3645" fmla="*/ 1950756 w 3708449"/>
              <a:gd name="connsiteY3645" fmla="*/ 1354106 h 3514679"/>
              <a:gd name="connsiteX3646" fmla="*/ 1966815 w 3708449"/>
              <a:gd name="connsiteY3646" fmla="*/ 1370165 h 3514679"/>
              <a:gd name="connsiteX3647" fmla="*/ 1950756 w 3708449"/>
              <a:gd name="connsiteY3647" fmla="*/ 1386341 h 3514679"/>
              <a:gd name="connsiteX3648" fmla="*/ 1934580 w 3708449"/>
              <a:gd name="connsiteY3648" fmla="*/ 1370165 h 3514679"/>
              <a:gd name="connsiteX3649" fmla="*/ 1950756 w 3708449"/>
              <a:gd name="connsiteY3649" fmla="*/ 1354106 h 3514679"/>
              <a:gd name="connsiteX3650" fmla="*/ 1886402 w 3708449"/>
              <a:gd name="connsiteY3650" fmla="*/ 1354106 h 3514679"/>
              <a:gd name="connsiteX3651" fmla="*/ 1902461 w 3708449"/>
              <a:gd name="connsiteY3651" fmla="*/ 1370165 h 3514679"/>
              <a:gd name="connsiteX3652" fmla="*/ 1886402 w 3708449"/>
              <a:gd name="connsiteY3652" fmla="*/ 1386341 h 3514679"/>
              <a:gd name="connsiteX3653" fmla="*/ 1870343 w 3708449"/>
              <a:gd name="connsiteY3653" fmla="*/ 1370165 h 3514679"/>
              <a:gd name="connsiteX3654" fmla="*/ 1886402 w 3708449"/>
              <a:gd name="connsiteY3654" fmla="*/ 1354106 h 3514679"/>
              <a:gd name="connsiteX3655" fmla="*/ 1822048 w 3708449"/>
              <a:gd name="connsiteY3655" fmla="*/ 1354106 h 3514679"/>
              <a:gd name="connsiteX3656" fmla="*/ 1838108 w 3708449"/>
              <a:gd name="connsiteY3656" fmla="*/ 1370165 h 3514679"/>
              <a:gd name="connsiteX3657" fmla="*/ 1822048 w 3708449"/>
              <a:gd name="connsiteY3657" fmla="*/ 1386341 h 3514679"/>
              <a:gd name="connsiteX3658" fmla="*/ 1805989 w 3708449"/>
              <a:gd name="connsiteY3658" fmla="*/ 1370165 h 3514679"/>
              <a:gd name="connsiteX3659" fmla="*/ 1822048 w 3708449"/>
              <a:gd name="connsiteY3659" fmla="*/ 1354106 h 3514679"/>
              <a:gd name="connsiteX3660" fmla="*/ 1756879 w 3708449"/>
              <a:gd name="connsiteY3660" fmla="*/ 1354106 h 3514679"/>
              <a:gd name="connsiteX3661" fmla="*/ 1773055 w 3708449"/>
              <a:gd name="connsiteY3661" fmla="*/ 1370165 h 3514679"/>
              <a:gd name="connsiteX3662" fmla="*/ 1756879 w 3708449"/>
              <a:gd name="connsiteY3662" fmla="*/ 1386341 h 3514679"/>
              <a:gd name="connsiteX3663" fmla="*/ 1741635 w 3708449"/>
              <a:gd name="connsiteY3663" fmla="*/ 1370165 h 3514679"/>
              <a:gd name="connsiteX3664" fmla="*/ 1756879 w 3708449"/>
              <a:gd name="connsiteY3664" fmla="*/ 1354106 h 3514679"/>
              <a:gd name="connsiteX3665" fmla="*/ 1692642 w 3708449"/>
              <a:gd name="connsiteY3665" fmla="*/ 1354106 h 3514679"/>
              <a:gd name="connsiteX3666" fmla="*/ 1708701 w 3708449"/>
              <a:gd name="connsiteY3666" fmla="*/ 1370165 h 3514679"/>
              <a:gd name="connsiteX3667" fmla="*/ 1692642 w 3708449"/>
              <a:gd name="connsiteY3667" fmla="*/ 1386341 h 3514679"/>
              <a:gd name="connsiteX3668" fmla="*/ 1676466 w 3708449"/>
              <a:gd name="connsiteY3668" fmla="*/ 1370165 h 3514679"/>
              <a:gd name="connsiteX3669" fmla="*/ 1692642 w 3708449"/>
              <a:gd name="connsiteY3669" fmla="*/ 1354106 h 3514679"/>
              <a:gd name="connsiteX3670" fmla="*/ 1628287 w 3708449"/>
              <a:gd name="connsiteY3670" fmla="*/ 1354106 h 3514679"/>
              <a:gd name="connsiteX3671" fmla="*/ 1644346 w 3708449"/>
              <a:gd name="connsiteY3671" fmla="*/ 1370165 h 3514679"/>
              <a:gd name="connsiteX3672" fmla="*/ 1628287 w 3708449"/>
              <a:gd name="connsiteY3672" fmla="*/ 1386341 h 3514679"/>
              <a:gd name="connsiteX3673" fmla="*/ 1612228 w 3708449"/>
              <a:gd name="connsiteY3673" fmla="*/ 1370165 h 3514679"/>
              <a:gd name="connsiteX3674" fmla="*/ 1628287 w 3708449"/>
              <a:gd name="connsiteY3674" fmla="*/ 1354106 h 3514679"/>
              <a:gd name="connsiteX3675" fmla="*/ 1563933 w 3708449"/>
              <a:gd name="connsiteY3675" fmla="*/ 1354106 h 3514679"/>
              <a:gd name="connsiteX3676" fmla="*/ 1579993 w 3708449"/>
              <a:gd name="connsiteY3676" fmla="*/ 1370165 h 3514679"/>
              <a:gd name="connsiteX3677" fmla="*/ 1563933 w 3708449"/>
              <a:gd name="connsiteY3677" fmla="*/ 1386341 h 3514679"/>
              <a:gd name="connsiteX3678" fmla="*/ 1547874 w 3708449"/>
              <a:gd name="connsiteY3678" fmla="*/ 1370165 h 3514679"/>
              <a:gd name="connsiteX3679" fmla="*/ 1563933 w 3708449"/>
              <a:gd name="connsiteY3679" fmla="*/ 1354106 h 3514679"/>
              <a:gd name="connsiteX3680" fmla="*/ 1499579 w 3708449"/>
              <a:gd name="connsiteY3680" fmla="*/ 1354106 h 3514679"/>
              <a:gd name="connsiteX3681" fmla="*/ 1514940 w 3708449"/>
              <a:gd name="connsiteY3681" fmla="*/ 1370165 h 3514679"/>
              <a:gd name="connsiteX3682" fmla="*/ 1499579 w 3708449"/>
              <a:gd name="connsiteY3682" fmla="*/ 1386341 h 3514679"/>
              <a:gd name="connsiteX3683" fmla="*/ 1483520 w 3708449"/>
              <a:gd name="connsiteY3683" fmla="*/ 1370165 h 3514679"/>
              <a:gd name="connsiteX3684" fmla="*/ 1499579 w 3708449"/>
              <a:gd name="connsiteY3684" fmla="*/ 1354106 h 3514679"/>
              <a:gd name="connsiteX3685" fmla="*/ 1434527 w 3708449"/>
              <a:gd name="connsiteY3685" fmla="*/ 1354106 h 3514679"/>
              <a:gd name="connsiteX3686" fmla="*/ 1450586 w 3708449"/>
              <a:gd name="connsiteY3686" fmla="*/ 1370165 h 3514679"/>
              <a:gd name="connsiteX3687" fmla="*/ 1434527 w 3708449"/>
              <a:gd name="connsiteY3687" fmla="*/ 1386341 h 3514679"/>
              <a:gd name="connsiteX3688" fmla="*/ 1418351 w 3708449"/>
              <a:gd name="connsiteY3688" fmla="*/ 1370165 h 3514679"/>
              <a:gd name="connsiteX3689" fmla="*/ 1434527 w 3708449"/>
              <a:gd name="connsiteY3689" fmla="*/ 1354106 h 3514679"/>
              <a:gd name="connsiteX3690" fmla="*/ 1370173 w 3708449"/>
              <a:gd name="connsiteY3690" fmla="*/ 1354106 h 3514679"/>
              <a:gd name="connsiteX3691" fmla="*/ 1386233 w 3708449"/>
              <a:gd name="connsiteY3691" fmla="*/ 1370165 h 3514679"/>
              <a:gd name="connsiteX3692" fmla="*/ 1370173 w 3708449"/>
              <a:gd name="connsiteY3692" fmla="*/ 1386341 h 3514679"/>
              <a:gd name="connsiteX3693" fmla="*/ 1354114 w 3708449"/>
              <a:gd name="connsiteY3693" fmla="*/ 1370165 h 3514679"/>
              <a:gd name="connsiteX3694" fmla="*/ 1370173 w 3708449"/>
              <a:gd name="connsiteY3694" fmla="*/ 1354106 h 3514679"/>
              <a:gd name="connsiteX3695" fmla="*/ 1305819 w 3708449"/>
              <a:gd name="connsiteY3695" fmla="*/ 1354106 h 3514679"/>
              <a:gd name="connsiteX3696" fmla="*/ 1321879 w 3708449"/>
              <a:gd name="connsiteY3696" fmla="*/ 1370165 h 3514679"/>
              <a:gd name="connsiteX3697" fmla="*/ 1305819 w 3708449"/>
              <a:gd name="connsiteY3697" fmla="*/ 1386341 h 3514679"/>
              <a:gd name="connsiteX3698" fmla="*/ 1289760 w 3708449"/>
              <a:gd name="connsiteY3698" fmla="*/ 1370165 h 3514679"/>
              <a:gd name="connsiteX3699" fmla="*/ 1305819 w 3708449"/>
              <a:gd name="connsiteY3699" fmla="*/ 1354106 h 3514679"/>
              <a:gd name="connsiteX3700" fmla="*/ 1241465 w 3708449"/>
              <a:gd name="connsiteY3700" fmla="*/ 1354106 h 3514679"/>
              <a:gd name="connsiteX3701" fmla="*/ 1256826 w 3708449"/>
              <a:gd name="connsiteY3701" fmla="*/ 1370165 h 3514679"/>
              <a:gd name="connsiteX3702" fmla="*/ 1241465 w 3708449"/>
              <a:gd name="connsiteY3702" fmla="*/ 1386341 h 3514679"/>
              <a:gd name="connsiteX3703" fmla="*/ 1225406 w 3708449"/>
              <a:gd name="connsiteY3703" fmla="*/ 1370165 h 3514679"/>
              <a:gd name="connsiteX3704" fmla="*/ 1241465 w 3708449"/>
              <a:gd name="connsiteY3704" fmla="*/ 1354106 h 3514679"/>
              <a:gd name="connsiteX3705" fmla="*/ 1176412 w 3708449"/>
              <a:gd name="connsiteY3705" fmla="*/ 1354106 h 3514679"/>
              <a:gd name="connsiteX3706" fmla="*/ 1192472 w 3708449"/>
              <a:gd name="connsiteY3706" fmla="*/ 1370165 h 3514679"/>
              <a:gd name="connsiteX3707" fmla="*/ 1176412 w 3708449"/>
              <a:gd name="connsiteY3707" fmla="*/ 1386341 h 3514679"/>
              <a:gd name="connsiteX3708" fmla="*/ 1161051 w 3708449"/>
              <a:gd name="connsiteY3708" fmla="*/ 1370165 h 3514679"/>
              <a:gd name="connsiteX3709" fmla="*/ 1176412 w 3708449"/>
              <a:gd name="connsiteY3709" fmla="*/ 1354106 h 3514679"/>
              <a:gd name="connsiteX3710" fmla="*/ 1112058 w 3708449"/>
              <a:gd name="connsiteY3710" fmla="*/ 1354106 h 3514679"/>
              <a:gd name="connsiteX3711" fmla="*/ 1128117 w 3708449"/>
              <a:gd name="connsiteY3711" fmla="*/ 1370165 h 3514679"/>
              <a:gd name="connsiteX3712" fmla="*/ 1112058 w 3708449"/>
              <a:gd name="connsiteY3712" fmla="*/ 1386341 h 3514679"/>
              <a:gd name="connsiteX3713" fmla="*/ 1095998 w 3708449"/>
              <a:gd name="connsiteY3713" fmla="*/ 1370165 h 3514679"/>
              <a:gd name="connsiteX3714" fmla="*/ 1112058 w 3708449"/>
              <a:gd name="connsiteY3714" fmla="*/ 1354106 h 3514679"/>
              <a:gd name="connsiteX3715" fmla="*/ 1047704 w 3708449"/>
              <a:gd name="connsiteY3715" fmla="*/ 1354106 h 3514679"/>
              <a:gd name="connsiteX3716" fmla="*/ 1063763 w 3708449"/>
              <a:gd name="connsiteY3716" fmla="*/ 1370165 h 3514679"/>
              <a:gd name="connsiteX3717" fmla="*/ 1047704 w 3708449"/>
              <a:gd name="connsiteY3717" fmla="*/ 1386341 h 3514679"/>
              <a:gd name="connsiteX3718" fmla="*/ 1031644 w 3708449"/>
              <a:gd name="connsiteY3718" fmla="*/ 1370165 h 3514679"/>
              <a:gd name="connsiteX3719" fmla="*/ 1047704 w 3708449"/>
              <a:gd name="connsiteY3719" fmla="*/ 1354106 h 3514679"/>
              <a:gd name="connsiteX3720" fmla="*/ 983349 w 3708449"/>
              <a:gd name="connsiteY3720" fmla="*/ 1354106 h 3514679"/>
              <a:gd name="connsiteX3721" fmla="*/ 999408 w 3708449"/>
              <a:gd name="connsiteY3721" fmla="*/ 1370165 h 3514679"/>
              <a:gd name="connsiteX3722" fmla="*/ 983349 w 3708449"/>
              <a:gd name="connsiteY3722" fmla="*/ 1386341 h 3514679"/>
              <a:gd name="connsiteX3723" fmla="*/ 967290 w 3708449"/>
              <a:gd name="connsiteY3723" fmla="*/ 1370165 h 3514679"/>
              <a:gd name="connsiteX3724" fmla="*/ 983349 w 3708449"/>
              <a:gd name="connsiteY3724" fmla="*/ 1354106 h 3514679"/>
              <a:gd name="connsiteX3725" fmla="*/ 918995 w 3708449"/>
              <a:gd name="connsiteY3725" fmla="*/ 1354106 h 3514679"/>
              <a:gd name="connsiteX3726" fmla="*/ 934356 w 3708449"/>
              <a:gd name="connsiteY3726" fmla="*/ 1370165 h 3514679"/>
              <a:gd name="connsiteX3727" fmla="*/ 918995 w 3708449"/>
              <a:gd name="connsiteY3727" fmla="*/ 1386341 h 3514679"/>
              <a:gd name="connsiteX3728" fmla="*/ 902936 w 3708449"/>
              <a:gd name="connsiteY3728" fmla="*/ 1370165 h 3514679"/>
              <a:gd name="connsiteX3729" fmla="*/ 918995 w 3708449"/>
              <a:gd name="connsiteY3729" fmla="*/ 1354106 h 3514679"/>
              <a:gd name="connsiteX3730" fmla="*/ 853944 w 3708449"/>
              <a:gd name="connsiteY3730" fmla="*/ 1354106 h 3514679"/>
              <a:gd name="connsiteX3731" fmla="*/ 870003 w 3708449"/>
              <a:gd name="connsiteY3731" fmla="*/ 1370165 h 3514679"/>
              <a:gd name="connsiteX3732" fmla="*/ 853944 w 3708449"/>
              <a:gd name="connsiteY3732" fmla="*/ 1386341 h 3514679"/>
              <a:gd name="connsiteX3733" fmla="*/ 837884 w 3708449"/>
              <a:gd name="connsiteY3733" fmla="*/ 1370165 h 3514679"/>
              <a:gd name="connsiteX3734" fmla="*/ 853944 w 3708449"/>
              <a:gd name="connsiteY3734" fmla="*/ 1354106 h 3514679"/>
              <a:gd name="connsiteX3735" fmla="*/ 789590 w 3708449"/>
              <a:gd name="connsiteY3735" fmla="*/ 1354106 h 3514679"/>
              <a:gd name="connsiteX3736" fmla="*/ 805649 w 3708449"/>
              <a:gd name="connsiteY3736" fmla="*/ 1370165 h 3514679"/>
              <a:gd name="connsiteX3737" fmla="*/ 789590 w 3708449"/>
              <a:gd name="connsiteY3737" fmla="*/ 1386341 h 3514679"/>
              <a:gd name="connsiteX3738" fmla="*/ 773530 w 3708449"/>
              <a:gd name="connsiteY3738" fmla="*/ 1370165 h 3514679"/>
              <a:gd name="connsiteX3739" fmla="*/ 789590 w 3708449"/>
              <a:gd name="connsiteY3739" fmla="*/ 1354106 h 3514679"/>
              <a:gd name="connsiteX3740" fmla="*/ 725235 w 3708449"/>
              <a:gd name="connsiteY3740" fmla="*/ 1354106 h 3514679"/>
              <a:gd name="connsiteX3741" fmla="*/ 741411 w 3708449"/>
              <a:gd name="connsiteY3741" fmla="*/ 1370165 h 3514679"/>
              <a:gd name="connsiteX3742" fmla="*/ 725235 w 3708449"/>
              <a:gd name="connsiteY3742" fmla="*/ 1386341 h 3514679"/>
              <a:gd name="connsiteX3743" fmla="*/ 709176 w 3708449"/>
              <a:gd name="connsiteY3743" fmla="*/ 1370165 h 3514679"/>
              <a:gd name="connsiteX3744" fmla="*/ 725235 w 3708449"/>
              <a:gd name="connsiteY3744" fmla="*/ 1354106 h 3514679"/>
              <a:gd name="connsiteX3745" fmla="*/ 660998 w 3708449"/>
              <a:gd name="connsiteY3745" fmla="*/ 1354106 h 3514679"/>
              <a:gd name="connsiteX3746" fmla="*/ 676242 w 3708449"/>
              <a:gd name="connsiteY3746" fmla="*/ 1370165 h 3514679"/>
              <a:gd name="connsiteX3747" fmla="*/ 660998 w 3708449"/>
              <a:gd name="connsiteY3747" fmla="*/ 1386341 h 3514679"/>
              <a:gd name="connsiteX3748" fmla="*/ 644822 w 3708449"/>
              <a:gd name="connsiteY3748" fmla="*/ 1370165 h 3514679"/>
              <a:gd name="connsiteX3749" fmla="*/ 660998 w 3708449"/>
              <a:gd name="connsiteY3749" fmla="*/ 1354106 h 3514679"/>
              <a:gd name="connsiteX3750" fmla="*/ 595829 w 3708449"/>
              <a:gd name="connsiteY3750" fmla="*/ 1354106 h 3514679"/>
              <a:gd name="connsiteX3751" fmla="*/ 611888 w 3708449"/>
              <a:gd name="connsiteY3751" fmla="*/ 1370165 h 3514679"/>
              <a:gd name="connsiteX3752" fmla="*/ 595829 w 3708449"/>
              <a:gd name="connsiteY3752" fmla="*/ 1386341 h 3514679"/>
              <a:gd name="connsiteX3753" fmla="*/ 580468 w 3708449"/>
              <a:gd name="connsiteY3753" fmla="*/ 1370165 h 3514679"/>
              <a:gd name="connsiteX3754" fmla="*/ 595829 w 3708449"/>
              <a:gd name="connsiteY3754" fmla="*/ 1354106 h 3514679"/>
              <a:gd name="connsiteX3755" fmla="*/ 531474 w 3708449"/>
              <a:gd name="connsiteY3755" fmla="*/ 1354106 h 3514679"/>
              <a:gd name="connsiteX3756" fmla="*/ 547533 w 3708449"/>
              <a:gd name="connsiteY3756" fmla="*/ 1370165 h 3514679"/>
              <a:gd name="connsiteX3757" fmla="*/ 531474 w 3708449"/>
              <a:gd name="connsiteY3757" fmla="*/ 1386341 h 3514679"/>
              <a:gd name="connsiteX3758" fmla="*/ 515415 w 3708449"/>
              <a:gd name="connsiteY3758" fmla="*/ 1370165 h 3514679"/>
              <a:gd name="connsiteX3759" fmla="*/ 531474 w 3708449"/>
              <a:gd name="connsiteY3759" fmla="*/ 1354106 h 3514679"/>
              <a:gd name="connsiteX3760" fmla="*/ 467120 w 3708449"/>
              <a:gd name="connsiteY3760" fmla="*/ 1354106 h 3514679"/>
              <a:gd name="connsiteX3761" fmla="*/ 483296 w 3708449"/>
              <a:gd name="connsiteY3761" fmla="*/ 1370165 h 3514679"/>
              <a:gd name="connsiteX3762" fmla="*/ 467120 w 3708449"/>
              <a:gd name="connsiteY3762" fmla="*/ 1386341 h 3514679"/>
              <a:gd name="connsiteX3763" fmla="*/ 451061 w 3708449"/>
              <a:gd name="connsiteY3763" fmla="*/ 1370165 h 3514679"/>
              <a:gd name="connsiteX3764" fmla="*/ 467120 w 3708449"/>
              <a:gd name="connsiteY3764" fmla="*/ 1354106 h 3514679"/>
              <a:gd name="connsiteX3765" fmla="*/ 402882 w 3708449"/>
              <a:gd name="connsiteY3765" fmla="*/ 1354106 h 3514679"/>
              <a:gd name="connsiteX3766" fmla="*/ 418942 w 3708449"/>
              <a:gd name="connsiteY3766" fmla="*/ 1370165 h 3514679"/>
              <a:gd name="connsiteX3767" fmla="*/ 402882 w 3708449"/>
              <a:gd name="connsiteY3767" fmla="*/ 1386341 h 3514679"/>
              <a:gd name="connsiteX3768" fmla="*/ 386707 w 3708449"/>
              <a:gd name="connsiteY3768" fmla="*/ 1370165 h 3514679"/>
              <a:gd name="connsiteX3769" fmla="*/ 402882 w 3708449"/>
              <a:gd name="connsiteY3769" fmla="*/ 1354106 h 3514679"/>
              <a:gd name="connsiteX3770" fmla="*/ 338529 w 3708449"/>
              <a:gd name="connsiteY3770" fmla="*/ 1354106 h 3514679"/>
              <a:gd name="connsiteX3771" fmla="*/ 353773 w 3708449"/>
              <a:gd name="connsiteY3771" fmla="*/ 1370165 h 3514679"/>
              <a:gd name="connsiteX3772" fmla="*/ 338529 w 3708449"/>
              <a:gd name="connsiteY3772" fmla="*/ 1386341 h 3514679"/>
              <a:gd name="connsiteX3773" fmla="*/ 322469 w 3708449"/>
              <a:gd name="connsiteY3773" fmla="*/ 1370165 h 3514679"/>
              <a:gd name="connsiteX3774" fmla="*/ 338529 w 3708449"/>
              <a:gd name="connsiteY3774" fmla="*/ 1354106 h 3514679"/>
              <a:gd name="connsiteX3775" fmla="*/ 273360 w 3708449"/>
              <a:gd name="connsiteY3775" fmla="*/ 1354106 h 3514679"/>
              <a:gd name="connsiteX3776" fmla="*/ 289536 w 3708449"/>
              <a:gd name="connsiteY3776" fmla="*/ 1370165 h 3514679"/>
              <a:gd name="connsiteX3777" fmla="*/ 273360 w 3708449"/>
              <a:gd name="connsiteY3777" fmla="*/ 1386341 h 3514679"/>
              <a:gd name="connsiteX3778" fmla="*/ 257301 w 3708449"/>
              <a:gd name="connsiteY3778" fmla="*/ 1370165 h 3514679"/>
              <a:gd name="connsiteX3779" fmla="*/ 273360 w 3708449"/>
              <a:gd name="connsiteY3779" fmla="*/ 1354106 h 3514679"/>
              <a:gd name="connsiteX3780" fmla="*/ 209122 w 3708449"/>
              <a:gd name="connsiteY3780" fmla="*/ 1354106 h 3514679"/>
              <a:gd name="connsiteX3781" fmla="*/ 225182 w 3708449"/>
              <a:gd name="connsiteY3781" fmla="*/ 1370165 h 3514679"/>
              <a:gd name="connsiteX3782" fmla="*/ 209122 w 3708449"/>
              <a:gd name="connsiteY3782" fmla="*/ 1386341 h 3514679"/>
              <a:gd name="connsiteX3783" fmla="*/ 192947 w 3708449"/>
              <a:gd name="connsiteY3783" fmla="*/ 1370165 h 3514679"/>
              <a:gd name="connsiteX3784" fmla="*/ 209122 w 3708449"/>
              <a:gd name="connsiteY3784" fmla="*/ 1354106 h 3514679"/>
              <a:gd name="connsiteX3785" fmla="*/ 3692390 w 3708449"/>
              <a:gd name="connsiteY3785" fmla="*/ 1289752 h 3514679"/>
              <a:gd name="connsiteX3786" fmla="*/ 3708449 w 3708449"/>
              <a:gd name="connsiteY3786" fmla="*/ 1305928 h 3514679"/>
              <a:gd name="connsiteX3787" fmla="*/ 3692390 w 3708449"/>
              <a:gd name="connsiteY3787" fmla="*/ 1321987 h 3514679"/>
              <a:gd name="connsiteX3788" fmla="*/ 3676214 w 3708449"/>
              <a:gd name="connsiteY3788" fmla="*/ 1305928 h 3514679"/>
              <a:gd name="connsiteX3789" fmla="*/ 3692390 w 3708449"/>
              <a:gd name="connsiteY3789" fmla="*/ 1289752 h 3514679"/>
              <a:gd name="connsiteX3790" fmla="*/ 3628036 w 3708449"/>
              <a:gd name="connsiteY3790" fmla="*/ 1289752 h 3514679"/>
              <a:gd name="connsiteX3791" fmla="*/ 3644095 w 3708449"/>
              <a:gd name="connsiteY3791" fmla="*/ 1305928 h 3514679"/>
              <a:gd name="connsiteX3792" fmla="*/ 3628036 w 3708449"/>
              <a:gd name="connsiteY3792" fmla="*/ 1321987 h 3514679"/>
              <a:gd name="connsiteX3793" fmla="*/ 3611976 w 3708449"/>
              <a:gd name="connsiteY3793" fmla="*/ 1305928 h 3514679"/>
              <a:gd name="connsiteX3794" fmla="*/ 3628036 w 3708449"/>
              <a:gd name="connsiteY3794" fmla="*/ 1289752 h 3514679"/>
              <a:gd name="connsiteX3795" fmla="*/ 3563682 w 3708449"/>
              <a:gd name="connsiteY3795" fmla="*/ 1289752 h 3514679"/>
              <a:gd name="connsiteX3796" fmla="*/ 3579742 w 3708449"/>
              <a:gd name="connsiteY3796" fmla="*/ 1305928 h 3514679"/>
              <a:gd name="connsiteX3797" fmla="*/ 3563682 w 3708449"/>
              <a:gd name="connsiteY3797" fmla="*/ 1321987 h 3514679"/>
              <a:gd name="connsiteX3798" fmla="*/ 3547622 w 3708449"/>
              <a:gd name="connsiteY3798" fmla="*/ 1305928 h 3514679"/>
              <a:gd name="connsiteX3799" fmla="*/ 3563682 w 3708449"/>
              <a:gd name="connsiteY3799" fmla="*/ 1289752 h 3514679"/>
              <a:gd name="connsiteX3800" fmla="*/ 3498629 w 3708449"/>
              <a:gd name="connsiteY3800" fmla="*/ 1289752 h 3514679"/>
              <a:gd name="connsiteX3801" fmla="*/ 3514688 w 3708449"/>
              <a:gd name="connsiteY3801" fmla="*/ 1305928 h 3514679"/>
              <a:gd name="connsiteX3802" fmla="*/ 3498629 w 3708449"/>
              <a:gd name="connsiteY3802" fmla="*/ 1321987 h 3514679"/>
              <a:gd name="connsiteX3803" fmla="*/ 3483267 w 3708449"/>
              <a:gd name="connsiteY3803" fmla="*/ 1305928 h 3514679"/>
              <a:gd name="connsiteX3804" fmla="*/ 3498629 w 3708449"/>
              <a:gd name="connsiteY3804" fmla="*/ 1289752 h 3514679"/>
              <a:gd name="connsiteX3805" fmla="*/ 3434275 w 3708449"/>
              <a:gd name="connsiteY3805" fmla="*/ 1289752 h 3514679"/>
              <a:gd name="connsiteX3806" fmla="*/ 3450334 w 3708449"/>
              <a:gd name="connsiteY3806" fmla="*/ 1305928 h 3514679"/>
              <a:gd name="connsiteX3807" fmla="*/ 3434275 w 3708449"/>
              <a:gd name="connsiteY3807" fmla="*/ 1321987 h 3514679"/>
              <a:gd name="connsiteX3808" fmla="*/ 3418099 w 3708449"/>
              <a:gd name="connsiteY3808" fmla="*/ 1305928 h 3514679"/>
              <a:gd name="connsiteX3809" fmla="*/ 3434275 w 3708449"/>
              <a:gd name="connsiteY3809" fmla="*/ 1289752 h 3514679"/>
              <a:gd name="connsiteX3810" fmla="*/ 3369921 w 3708449"/>
              <a:gd name="connsiteY3810" fmla="*/ 1289752 h 3514679"/>
              <a:gd name="connsiteX3811" fmla="*/ 3385981 w 3708449"/>
              <a:gd name="connsiteY3811" fmla="*/ 1305928 h 3514679"/>
              <a:gd name="connsiteX3812" fmla="*/ 3369921 w 3708449"/>
              <a:gd name="connsiteY3812" fmla="*/ 1321987 h 3514679"/>
              <a:gd name="connsiteX3813" fmla="*/ 3353862 w 3708449"/>
              <a:gd name="connsiteY3813" fmla="*/ 1305928 h 3514679"/>
              <a:gd name="connsiteX3814" fmla="*/ 3369921 w 3708449"/>
              <a:gd name="connsiteY3814" fmla="*/ 1289752 h 3514679"/>
              <a:gd name="connsiteX3815" fmla="*/ 3305567 w 3708449"/>
              <a:gd name="connsiteY3815" fmla="*/ 1289752 h 3514679"/>
              <a:gd name="connsiteX3816" fmla="*/ 3321627 w 3708449"/>
              <a:gd name="connsiteY3816" fmla="*/ 1305928 h 3514679"/>
              <a:gd name="connsiteX3817" fmla="*/ 3305567 w 3708449"/>
              <a:gd name="connsiteY3817" fmla="*/ 1321987 h 3514679"/>
              <a:gd name="connsiteX3818" fmla="*/ 3289508 w 3708449"/>
              <a:gd name="connsiteY3818" fmla="*/ 1305928 h 3514679"/>
              <a:gd name="connsiteX3819" fmla="*/ 3305567 w 3708449"/>
              <a:gd name="connsiteY3819" fmla="*/ 1289752 h 3514679"/>
              <a:gd name="connsiteX3820" fmla="*/ 3241213 w 3708449"/>
              <a:gd name="connsiteY3820" fmla="*/ 1289752 h 3514679"/>
              <a:gd name="connsiteX3821" fmla="*/ 3256574 w 3708449"/>
              <a:gd name="connsiteY3821" fmla="*/ 1305928 h 3514679"/>
              <a:gd name="connsiteX3822" fmla="*/ 3241213 w 3708449"/>
              <a:gd name="connsiteY3822" fmla="*/ 1321987 h 3514679"/>
              <a:gd name="connsiteX3823" fmla="*/ 3225154 w 3708449"/>
              <a:gd name="connsiteY3823" fmla="*/ 1305928 h 3514679"/>
              <a:gd name="connsiteX3824" fmla="*/ 3241213 w 3708449"/>
              <a:gd name="connsiteY3824" fmla="*/ 1289752 h 3514679"/>
              <a:gd name="connsiteX3825" fmla="*/ 3176161 w 3708449"/>
              <a:gd name="connsiteY3825" fmla="*/ 1289752 h 3514679"/>
              <a:gd name="connsiteX3826" fmla="*/ 3192220 w 3708449"/>
              <a:gd name="connsiteY3826" fmla="*/ 1305928 h 3514679"/>
              <a:gd name="connsiteX3827" fmla="*/ 3176161 w 3708449"/>
              <a:gd name="connsiteY3827" fmla="*/ 1321987 h 3514679"/>
              <a:gd name="connsiteX3828" fmla="*/ 3160102 w 3708449"/>
              <a:gd name="connsiteY3828" fmla="*/ 1305928 h 3514679"/>
              <a:gd name="connsiteX3829" fmla="*/ 3176161 w 3708449"/>
              <a:gd name="connsiteY3829" fmla="*/ 1289752 h 3514679"/>
              <a:gd name="connsiteX3830" fmla="*/ 3111806 w 3708449"/>
              <a:gd name="connsiteY3830" fmla="*/ 1289752 h 3514679"/>
              <a:gd name="connsiteX3831" fmla="*/ 3127866 w 3708449"/>
              <a:gd name="connsiteY3831" fmla="*/ 1305928 h 3514679"/>
              <a:gd name="connsiteX3832" fmla="*/ 3111806 w 3708449"/>
              <a:gd name="connsiteY3832" fmla="*/ 1321987 h 3514679"/>
              <a:gd name="connsiteX3833" fmla="*/ 3095747 w 3708449"/>
              <a:gd name="connsiteY3833" fmla="*/ 1305928 h 3514679"/>
              <a:gd name="connsiteX3834" fmla="*/ 3111806 w 3708449"/>
              <a:gd name="connsiteY3834" fmla="*/ 1289752 h 3514679"/>
              <a:gd name="connsiteX3835" fmla="*/ 3047452 w 3708449"/>
              <a:gd name="connsiteY3835" fmla="*/ 1289752 h 3514679"/>
              <a:gd name="connsiteX3836" fmla="*/ 3063512 w 3708449"/>
              <a:gd name="connsiteY3836" fmla="*/ 1305928 h 3514679"/>
              <a:gd name="connsiteX3837" fmla="*/ 3047452 w 3708449"/>
              <a:gd name="connsiteY3837" fmla="*/ 1321987 h 3514679"/>
              <a:gd name="connsiteX3838" fmla="*/ 3031393 w 3708449"/>
              <a:gd name="connsiteY3838" fmla="*/ 1305928 h 3514679"/>
              <a:gd name="connsiteX3839" fmla="*/ 3047452 w 3708449"/>
              <a:gd name="connsiteY3839" fmla="*/ 1289752 h 3514679"/>
              <a:gd name="connsiteX3840" fmla="*/ 2983099 w 3708449"/>
              <a:gd name="connsiteY3840" fmla="*/ 1289752 h 3514679"/>
              <a:gd name="connsiteX3841" fmla="*/ 2999158 w 3708449"/>
              <a:gd name="connsiteY3841" fmla="*/ 1305928 h 3514679"/>
              <a:gd name="connsiteX3842" fmla="*/ 2983099 w 3708449"/>
              <a:gd name="connsiteY3842" fmla="*/ 1321987 h 3514679"/>
              <a:gd name="connsiteX3843" fmla="*/ 2967039 w 3708449"/>
              <a:gd name="connsiteY3843" fmla="*/ 1305928 h 3514679"/>
              <a:gd name="connsiteX3844" fmla="*/ 2983099 w 3708449"/>
              <a:gd name="connsiteY3844" fmla="*/ 1289752 h 3514679"/>
              <a:gd name="connsiteX3845" fmla="*/ 2918046 w 3708449"/>
              <a:gd name="connsiteY3845" fmla="*/ 1289752 h 3514679"/>
              <a:gd name="connsiteX3846" fmla="*/ 2934106 w 3708449"/>
              <a:gd name="connsiteY3846" fmla="*/ 1305928 h 3514679"/>
              <a:gd name="connsiteX3847" fmla="*/ 2918046 w 3708449"/>
              <a:gd name="connsiteY3847" fmla="*/ 1321987 h 3514679"/>
              <a:gd name="connsiteX3848" fmla="*/ 2902685 w 3708449"/>
              <a:gd name="connsiteY3848" fmla="*/ 1305928 h 3514679"/>
              <a:gd name="connsiteX3849" fmla="*/ 2918046 w 3708449"/>
              <a:gd name="connsiteY3849" fmla="*/ 1289752 h 3514679"/>
              <a:gd name="connsiteX3850" fmla="*/ 2853692 w 3708449"/>
              <a:gd name="connsiteY3850" fmla="*/ 1289752 h 3514679"/>
              <a:gd name="connsiteX3851" fmla="*/ 2869752 w 3708449"/>
              <a:gd name="connsiteY3851" fmla="*/ 1305928 h 3514679"/>
              <a:gd name="connsiteX3852" fmla="*/ 2853692 w 3708449"/>
              <a:gd name="connsiteY3852" fmla="*/ 1321987 h 3514679"/>
              <a:gd name="connsiteX3853" fmla="*/ 2837633 w 3708449"/>
              <a:gd name="connsiteY3853" fmla="*/ 1305928 h 3514679"/>
              <a:gd name="connsiteX3854" fmla="*/ 2853692 w 3708449"/>
              <a:gd name="connsiteY3854" fmla="*/ 1289752 h 3514679"/>
              <a:gd name="connsiteX3855" fmla="*/ 2789338 w 3708449"/>
              <a:gd name="connsiteY3855" fmla="*/ 1289752 h 3514679"/>
              <a:gd name="connsiteX3856" fmla="*/ 2805398 w 3708449"/>
              <a:gd name="connsiteY3856" fmla="*/ 1305928 h 3514679"/>
              <a:gd name="connsiteX3857" fmla="*/ 2789338 w 3708449"/>
              <a:gd name="connsiteY3857" fmla="*/ 1321987 h 3514679"/>
              <a:gd name="connsiteX3858" fmla="*/ 2773279 w 3708449"/>
              <a:gd name="connsiteY3858" fmla="*/ 1305928 h 3514679"/>
              <a:gd name="connsiteX3859" fmla="*/ 2789338 w 3708449"/>
              <a:gd name="connsiteY3859" fmla="*/ 1289752 h 3514679"/>
              <a:gd name="connsiteX3860" fmla="*/ 2724984 w 3708449"/>
              <a:gd name="connsiteY3860" fmla="*/ 1289752 h 3514679"/>
              <a:gd name="connsiteX3861" fmla="*/ 2741159 w 3708449"/>
              <a:gd name="connsiteY3861" fmla="*/ 1305928 h 3514679"/>
              <a:gd name="connsiteX3862" fmla="*/ 2724984 w 3708449"/>
              <a:gd name="connsiteY3862" fmla="*/ 1321987 h 3514679"/>
              <a:gd name="connsiteX3863" fmla="*/ 2708924 w 3708449"/>
              <a:gd name="connsiteY3863" fmla="*/ 1305928 h 3514679"/>
              <a:gd name="connsiteX3864" fmla="*/ 2724984 w 3708449"/>
              <a:gd name="connsiteY3864" fmla="*/ 1289752 h 3514679"/>
              <a:gd name="connsiteX3865" fmla="*/ 2660630 w 3708449"/>
              <a:gd name="connsiteY3865" fmla="*/ 1289752 h 3514679"/>
              <a:gd name="connsiteX3866" fmla="*/ 2675991 w 3708449"/>
              <a:gd name="connsiteY3866" fmla="*/ 1305928 h 3514679"/>
              <a:gd name="connsiteX3867" fmla="*/ 2660630 w 3708449"/>
              <a:gd name="connsiteY3867" fmla="*/ 1321987 h 3514679"/>
              <a:gd name="connsiteX3868" fmla="*/ 2644570 w 3708449"/>
              <a:gd name="connsiteY3868" fmla="*/ 1305928 h 3514679"/>
              <a:gd name="connsiteX3869" fmla="*/ 2660630 w 3708449"/>
              <a:gd name="connsiteY3869" fmla="*/ 1289752 h 3514679"/>
              <a:gd name="connsiteX3870" fmla="*/ 2595577 w 3708449"/>
              <a:gd name="connsiteY3870" fmla="*/ 1289752 h 3514679"/>
              <a:gd name="connsiteX3871" fmla="*/ 2611637 w 3708449"/>
              <a:gd name="connsiteY3871" fmla="*/ 1305928 h 3514679"/>
              <a:gd name="connsiteX3872" fmla="*/ 2595577 w 3708449"/>
              <a:gd name="connsiteY3872" fmla="*/ 1321987 h 3514679"/>
              <a:gd name="connsiteX3873" fmla="*/ 2579518 w 3708449"/>
              <a:gd name="connsiteY3873" fmla="*/ 1305928 h 3514679"/>
              <a:gd name="connsiteX3874" fmla="*/ 2595577 w 3708449"/>
              <a:gd name="connsiteY3874" fmla="*/ 1289752 h 3514679"/>
              <a:gd name="connsiteX3875" fmla="*/ 2531224 w 3708449"/>
              <a:gd name="connsiteY3875" fmla="*/ 1289752 h 3514679"/>
              <a:gd name="connsiteX3876" fmla="*/ 2547283 w 3708449"/>
              <a:gd name="connsiteY3876" fmla="*/ 1305928 h 3514679"/>
              <a:gd name="connsiteX3877" fmla="*/ 2531224 w 3708449"/>
              <a:gd name="connsiteY3877" fmla="*/ 1321987 h 3514679"/>
              <a:gd name="connsiteX3878" fmla="*/ 2515164 w 3708449"/>
              <a:gd name="connsiteY3878" fmla="*/ 1305928 h 3514679"/>
              <a:gd name="connsiteX3879" fmla="*/ 2531224 w 3708449"/>
              <a:gd name="connsiteY3879" fmla="*/ 1289752 h 3514679"/>
              <a:gd name="connsiteX3880" fmla="*/ 2466869 w 3708449"/>
              <a:gd name="connsiteY3880" fmla="*/ 1289752 h 3514679"/>
              <a:gd name="connsiteX3881" fmla="*/ 2483044 w 3708449"/>
              <a:gd name="connsiteY3881" fmla="*/ 1305928 h 3514679"/>
              <a:gd name="connsiteX3882" fmla="*/ 2466869 w 3708449"/>
              <a:gd name="connsiteY3882" fmla="*/ 1321987 h 3514679"/>
              <a:gd name="connsiteX3883" fmla="*/ 2450809 w 3708449"/>
              <a:gd name="connsiteY3883" fmla="*/ 1305928 h 3514679"/>
              <a:gd name="connsiteX3884" fmla="*/ 2466869 w 3708449"/>
              <a:gd name="connsiteY3884" fmla="*/ 1289752 h 3514679"/>
              <a:gd name="connsiteX3885" fmla="*/ 2402631 w 3708449"/>
              <a:gd name="connsiteY3885" fmla="*/ 1289752 h 3514679"/>
              <a:gd name="connsiteX3886" fmla="*/ 2418690 w 3708449"/>
              <a:gd name="connsiteY3886" fmla="*/ 1305928 h 3514679"/>
              <a:gd name="connsiteX3887" fmla="*/ 2402631 w 3708449"/>
              <a:gd name="connsiteY3887" fmla="*/ 1321987 h 3514679"/>
              <a:gd name="connsiteX3888" fmla="*/ 2386455 w 3708449"/>
              <a:gd name="connsiteY3888" fmla="*/ 1305928 h 3514679"/>
              <a:gd name="connsiteX3889" fmla="*/ 2402631 w 3708449"/>
              <a:gd name="connsiteY3889" fmla="*/ 1289752 h 3514679"/>
              <a:gd name="connsiteX3890" fmla="*/ 2337462 w 3708449"/>
              <a:gd name="connsiteY3890" fmla="*/ 1289752 h 3514679"/>
              <a:gd name="connsiteX3891" fmla="*/ 2353522 w 3708449"/>
              <a:gd name="connsiteY3891" fmla="*/ 1305928 h 3514679"/>
              <a:gd name="connsiteX3892" fmla="*/ 2337462 w 3708449"/>
              <a:gd name="connsiteY3892" fmla="*/ 1321987 h 3514679"/>
              <a:gd name="connsiteX3893" fmla="*/ 2322218 w 3708449"/>
              <a:gd name="connsiteY3893" fmla="*/ 1305928 h 3514679"/>
              <a:gd name="connsiteX3894" fmla="*/ 2337462 w 3708449"/>
              <a:gd name="connsiteY3894" fmla="*/ 1289752 h 3514679"/>
              <a:gd name="connsiteX3895" fmla="*/ 2273109 w 3708449"/>
              <a:gd name="connsiteY3895" fmla="*/ 1289752 h 3514679"/>
              <a:gd name="connsiteX3896" fmla="*/ 2289284 w 3708449"/>
              <a:gd name="connsiteY3896" fmla="*/ 1305928 h 3514679"/>
              <a:gd name="connsiteX3897" fmla="*/ 2273109 w 3708449"/>
              <a:gd name="connsiteY3897" fmla="*/ 1321987 h 3514679"/>
              <a:gd name="connsiteX3898" fmla="*/ 2257049 w 3708449"/>
              <a:gd name="connsiteY3898" fmla="*/ 1305928 h 3514679"/>
              <a:gd name="connsiteX3899" fmla="*/ 2273109 w 3708449"/>
              <a:gd name="connsiteY3899" fmla="*/ 1289752 h 3514679"/>
              <a:gd name="connsiteX3900" fmla="*/ 2208755 w 3708449"/>
              <a:gd name="connsiteY3900" fmla="*/ 1289752 h 3514679"/>
              <a:gd name="connsiteX3901" fmla="*/ 2224930 w 3708449"/>
              <a:gd name="connsiteY3901" fmla="*/ 1305928 h 3514679"/>
              <a:gd name="connsiteX3902" fmla="*/ 2208755 w 3708449"/>
              <a:gd name="connsiteY3902" fmla="*/ 1321987 h 3514679"/>
              <a:gd name="connsiteX3903" fmla="*/ 2192695 w 3708449"/>
              <a:gd name="connsiteY3903" fmla="*/ 1305928 h 3514679"/>
              <a:gd name="connsiteX3904" fmla="*/ 2208755 w 3708449"/>
              <a:gd name="connsiteY3904" fmla="*/ 1289752 h 3514679"/>
              <a:gd name="connsiteX3905" fmla="*/ 2144517 w 3708449"/>
              <a:gd name="connsiteY3905" fmla="*/ 1289752 h 3514679"/>
              <a:gd name="connsiteX3906" fmla="*/ 2160576 w 3708449"/>
              <a:gd name="connsiteY3906" fmla="*/ 1305928 h 3514679"/>
              <a:gd name="connsiteX3907" fmla="*/ 2144517 w 3708449"/>
              <a:gd name="connsiteY3907" fmla="*/ 1321987 h 3514679"/>
              <a:gd name="connsiteX3908" fmla="*/ 2128341 w 3708449"/>
              <a:gd name="connsiteY3908" fmla="*/ 1305928 h 3514679"/>
              <a:gd name="connsiteX3909" fmla="*/ 2144517 w 3708449"/>
              <a:gd name="connsiteY3909" fmla="*/ 1289752 h 3514679"/>
              <a:gd name="connsiteX3910" fmla="*/ 2080163 w 3708449"/>
              <a:gd name="connsiteY3910" fmla="*/ 1289752 h 3514679"/>
              <a:gd name="connsiteX3911" fmla="*/ 2095408 w 3708449"/>
              <a:gd name="connsiteY3911" fmla="*/ 1305928 h 3514679"/>
              <a:gd name="connsiteX3912" fmla="*/ 2080163 w 3708449"/>
              <a:gd name="connsiteY3912" fmla="*/ 1321987 h 3514679"/>
              <a:gd name="connsiteX3913" fmla="*/ 2064104 w 3708449"/>
              <a:gd name="connsiteY3913" fmla="*/ 1305928 h 3514679"/>
              <a:gd name="connsiteX3914" fmla="*/ 2080163 w 3708449"/>
              <a:gd name="connsiteY3914" fmla="*/ 1289752 h 3514679"/>
              <a:gd name="connsiteX3915" fmla="*/ 2014994 w 3708449"/>
              <a:gd name="connsiteY3915" fmla="*/ 1289752 h 3514679"/>
              <a:gd name="connsiteX3916" fmla="*/ 2031169 w 3708449"/>
              <a:gd name="connsiteY3916" fmla="*/ 1305928 h 3514679"/>
              <a:gd name="connsiteX3917" fmla="*/ 2014994 w 3708449"/>
              <a:gd name="connsiteY3917" fmla="*/ 1321987 h 3514679"/>
              <a:gd name="connsiteX3918" fmla="*/ 1998934 w 3708449"/>
              <a:gd name="connsiteY3918" fmla="*/ 1305928 h 3514679"/>
              <a:gd name="connsiteX3919" fmla="*/ 2014994 w 3708449"/>
              <a:gd name="connsiteY3919" fmla="*/ 1289752 h 3514679"/>
              <a:gd name="connsiteX3920" fmla="*/ 1950756 w 3708449"/>
              <a:gd name="connsiteY3920" fmla="*/ 1289752 h 3514679"/>
              <a:gd name="connsiteX3921" fmla="*/ 1966815 w 3708449"/>
              <a:gd name="connsiteY3921" fmla="*/ 1305928 h 3514679"/>
              <a:gd name="connsiteX3922" fmla="*/ 1950756 w 3708449"/>
              <a:gd name="connsiteY3922" fmla="*/ 1321987 h 3514679"/>
              <a:gd name="connsiteX3923" fmla="*/ 1934580 w 3708449"/>
              <a:gd name="connsiteY3923" fmla="*/ 1305928 h 3514679"/>
              <a:gd name="connsiteX3924" fmla="*/ 1950756 w 3708449"/>
              <a:gd name="connsiteY3924" fmla="*/ 1289752 h 3514679"/>
              <a:gd name="connsiteX3925" fmla="*/ 1886402 w 3708449"/>
              <a:gd name="connsiteY3925" fmla="*/ 1289752 h 3514679"/>
              <a:gd name="connsiteX3926" fmla="*/ 1902461 w 3708449"/>
              <a:gd name="connsiteY3926" fmla="*/ 1305928 h 3514679"/>
              <a:gd name="connsiteX3927" fmla="*/ 1886402 w 3708449"/>
              <a:gd name="connsiteY3927" fmla="*/ 1321987 h 3514679"/>
              <a:gd name="connsiteX3928" fmla="*/ 1870343 w 3708449"/>
              <a:gd name="connsiteY3928" fmla="*/ 1305928 h 3514679"/>
              <a:gd name="connsiteX3929" fmla="*/ 1886402 w 3708449"/>
              <a:gd name="connsiteY3929" fmla="*/ 1289752 h 3514679"/>
              <a:gd name="connsiteX3930" fmla="*/ 1822048 w 3708449"/>
              <a:gd name="connsiteY3930" fmla="*/ 1289752 h 3514679"/>
              <a:gd name="connsiteX3931" fmla="*/ 1838108 w 3708449"/>
              <a:gd name="connsiteY3931" fmla="*/ 1305928 h 3514679"/>
              <a:gd name="connsiteX3932" fmla="*/ 1822048 w 3708449"/>
              <a:gd name="connsiteY3932" fmla="*/ 1321987 h 3514679"/>
              <a:gd name="connsiteX3933" fmla="*/ 1805989 w 3708449"/>
              <a:gd name="connsiteY3933" fmla="*/ 1305928 h 3514679"/>
              <a:gd name="connsiteX3934" fmla="*/ 1822048 w 3708449"/>
              <a:gd name="connsiteY3934" fmla="*/ 1289752 h 3514679"/>
              <a:gd name="connsiteX3935" fmla="*/ 1756879 w 3708449"/>
              <a:gd name="connsiteY3935" fmla="*/ 1289752 h 3514679"/>
              <a:gd name="connsiteX3936" fmla="*/ 1773055 w 3708449"/>
              <a:gd name="connsiteY3936" fmla="*/ 1305928 h 3514679"/>
              <a:gd name="connsiteX3937" fmla="*/ 1756879 w 3708449"/>
              <a:gd name="connsiteY3937" fmla="*/ 1321987 h 3514679"/>
              <a:gd name="connsiteX3938" fmla="*/ 1741635 w 3708449"/>
              <a:gd name="connsiteY3938" fmla="*/ 1305928 h 3514679"/>
              <a:gd name="connsiteX3939" fmla="*/ 1756879 w 3708449"/>
              <a:gd name="connsiteY3939" fmla="*/ 1289752 h 3514679"/>
              <a:gd name="connsiteX3940" fmla="*/ 1692642 w 3708449"/>
              <a:gd name="connsiteY3940" fmla="*/ 1289752 h 3514679"/>
              <a:gd name="connsiteX3941" fmla="*/ 1708701 w 3708449"/>
              <a:gd name="connsiteY3941" fmla="*/ 1305928 h 3514679"/>
              <a:gd name="connsiteX3942" fmla="*/ 1692642 w 3708449"/>
              <a:gd name="connsiteY3942" fmla="*/ 1321987 h 3514679"/>
              <a:gd name="connsiteX3943" fmla="*/ 1676466 w 3708449"/>
              <a:gd name="connsiteY3943" fmla="*/ 1305928 h 3514679"/>
              <a:gd name="connsiteX3944" fmla="*/ 1692642 w 3708449"/>
              <a:gd name="connsiteY3944" fmla="*/ 1289752 h 3514679"/>
              <a:gd name="connsiteX3945" fmla="*/ 1628287 w 3708449"/>
              <a:gd name="connsiteY3945" fmla="*/ 1289752 h 3514679"/>
              <a:gd name="connsiteX3946" fmla="*/ 1644346 w 3708449"/>
              <a:gd name="connsiteY3946" fmla="*/ 1305928 h 3514679"/>
              <a:gd name="connsiteX3947" fmla="*/ 1628287 w 3708449"/>
              <a:gd name="connsiteY3947" fmla="*/ 1321987 h 3514679"/>
              <a:gd name="connsiteX3948" fmla="*/ 1612228 w 3708449"/>
              <a:gd name="connsiteY3948" fmla="*/ 1305928 h 3514679"/>
              <a:gd name="connsiteX3949" fmla="*/ 1628287 w 3708449"/>
              <a:gd name="connsiteY3949" fmla="*/ 1289752 h 3514679"/>
              <a:gd name="connsiteX3950" fmla="*/ 1563933 w 3708449"/>
              <a:gd name="connsiteY3950" fmla="*/ 1289752 h 3514679"/>
              <a:gd name="connsiteX3951" fmla="*/ 1579993 w 3708449"/>
              <a:gd name="connsiteY3951" fmla="*/ 1305928 h 3514679"/>
              <a:gd name="connsiteX3952" fmla="*/ 1563933 w 3708449"/>
              <a:gd name="connsiteY3952" fmla="*/ 1321987 h 3514679"/>
              <a:gd name="connsiteX3953" fmla="*/ 1547874 w 3708449"/>
              <a:gd name="connsiteY3953" fmla="*/ 1305928 h 3514679"/>
              <a:gd name="connsiteX3954" fmla="*/ 1563933 w 3708449"/>
              <a:gd name="connsiteY3954" fmla="*/ 1289752 h 3514679"/>
              <a:gd name="connsiteX3955" fmla="*/ 1499579 w 3708449"/>
              <a:gd name="connsiteY3955" fmla="*/ 1289752 h 3514679"/>
              <a:gd name="connsiteX3956" fmla="*/ 1514940 w 3708449"/>
              <a:gd name="connsiteY3956" fmla="*/ 1305928 h 3514679"/>
              <a:gd name="connsiteX3957" fmla="*/ 1499579 w 3708449"/>
              <a:gd name="connsiteY3957" fmla="*/ 1321987 h 3514679"/>
              <a:gd name="connsiteX3958" fmla="*/ 1483520 w 3708449"/>
              <a:gd name="connsiteY3958" fmla="*/ 1305928 h 3514679"/>
              <a:gd name="connsiteX3959" fmla="*/ 1499579 w 3708449"/>
              <a:gd name="connsiteY3959" fmla="*/ 1289752 h 3514679"/>
              <a:gd name="connsiteX3960" fmla="*/ 1434527 w 3708449"/>
              <a:gd name="connsiteY3960" fmla="*/ 1289752 h 3514679"/>
              <a:gd name="connsiteX3961" fmla="*/ 1450586 w 3708449"/>
              <a:gd name="connsiteY3961" fmla="*/ 1305928 h 3514679"/>
              <a:gd name="connsiteX3962" fmla="*/ 1434527 w 3708449"/>
              <a:gd name="connsiteY3962" fmla="*/ 1321987 h 3514679"/>
              <a:gd name="connsiteX3963" fmla="*/ 1418351 w 3708449"/>
              <a:gd name="connsiteY3963" fmla="*/ 1305928 h 3514679"/>
              <a:gd name="connsiteX3964" fmla="*/ 1434527 w 3708449"/>
              <a:gd name="connsiteY3964" fmla="*/ 1289752 h 3514679"/>
              <a:gd name="connsiteX3965" fmla="*/ 1370173 w 3708449"/>
              <a:gd name="connsiteY3965" fmla="*/ 1289752 h 3514679"/>
              <a:gd name="connsiteX3966" fmla="*/ 1386233 w 3708449"/>
              <a:gd name="connsiteY3966" fmla="*/ 1305928 h 3514679"/>
              <a:gd name="connsiteX3967" fmla="*/ 1370173 w 3708449"/>
              <a:gd name="connsiteY3967" fmla="*/ 1321987 h 3514679"/>
              <a:gd name="connsiteX3968" fmla="*/ 1354114 w 3708449"/>
              <a:gd name="connsiteY3968" fmla="*/ 1305928 h 3514679"/>
              <a:gd name="connsiteX3969" fmla="*/ 1370173 w 3708449"/>
              <a:gd name="connsiteY3969" fmla="*/ 1289752 h 3514679"/>
              <a:gd name="connsiteX3970" fmla="*/ 1305819 w 3708449"/>
              <a:gd name="connsiteY3970" fmla="*/ 1289752 h 3514679"/>
              <a:gd name="connsiteX3971" fmla="*/ 1321879 w 3708449"/>
              <a:gd name="connsiteY3971" fmla="*/ 1305928 h 3514679"/>
              <a:gd name="connsiteX3972" fmla="*/ 1305819 w 3708449"/>
              <a:gd name="connsiteY3972" fmla="*/ 1321987 h 3514679"/>
              <a:gd name="connsiteX3973" fmla="*/ 1289760 w 3708449"/>
              <a:gd name="connsiteY3973" fmla="*/ 1305928 h 3514679"/>
              <a:gd name="connsiteX3974" fmla="*/ 1305819 w 3708449"/>
              <a:gd name="connsiteY3974" fmla="*/ 1289752 h 3514679"/>
              <a:gd name="connsiteX3975" fmla="*/ 1241465 w 3708449"/>
              <a:gd name="connsiteY3975" fmla="*/ 1289752 h 3514679"/>
              <a:gd name="connsiteX3976" fmla="*/ 1256826 w 3708449"/>
              <a:gd name="connsiteY3976" fmla="*/ 1305928 h 3514679"/>
              <a:gd name="connsiteX3977" fmla="*/ 1241465 w 3708449"/>
              <a:gd name="connsiteY3977" fmla="*/ 1321987 h 3514679"/>
              <a:gd name="connsiteX3978" fmla="*/ 1225406 w 3708449"/>
              <a:gd name="connsiteY3978" fmla="*/ 1305928 h 3514679"/>
              <a:gd name="connsiteX3979" fmla="*/ 1241465 w 3708449"/>
              <a:gd name="connsiteY3979" fmla="*/ 1289752 h 3514679"/>
              <a:gd name="connsiteX3980" fmla="*/ 1176412 w 3708449"/>
              <a:gd name="connsiteY3980" fmla="*/ 1289752 h 3514679"/>
              <a:gd name="connsiteX3981" fmla="*/ 1192472 w 3708449"/>
              <a:gd name="connsiteY3981" fmla="*/ 1305928 h 3514679"/>
              <a:gd name="connsiteX3982" fmla="*/ 1176412 w 3708449"/>
              <a:gd name="connsiteY3982" fmla="*/ 1321987 h 3514679"/>
              <a:gd name="connsiteX3983" fmla="*/ 1161051 w 3708449"/>
              <a:gd name="connsiteY3983" fmla="*/ 1305928 h 3514679"/>
              <a:gd name="connsiteX3984" fmla="*/ 1176412 w 3708449"/>
              <a:gd name="connsiteY3984" fmla="*/ 1289752 h 3514679"/>
              <a:gd name="connsiteX3985" fmla="*/ 1112058 w 3708449"/>
              <a:gd name="connsiteY3985" fmla="*/ 1289752 h 3514679"/>
              <a:gd name="connsiteX3986" fmla="*/ 1128117 w 3708449"/>
              <a:gd name="connsiteY3986" fmla="*/ 1305928 h 3514679"/>
              <a:gd name="connsiteX3987" fmla="*/ 1112058 w 3708449"/>
              <a:gd name="connsiteY3987" fmla="*/ 1321987 h 3514679"/>
              <a:gd name="connsiteX3988" fmla="*/ 1095998 w 3708449"/>
              <a:gd name="connsiteY3988" fmla="*/ 1305928 h 3514679"/>
              <a:gd name="connsiteX3989" fmla="*/ 1112058 w 3708449"/>
              <a:gd name="connsiteY3989" fmla="*/ 1289752 h 3514679"/>
              <a:gd name="connsiteX3990" fmla="*/ 1047704 w 3708449"/>
              <a:gd name="connsiteY3990" fmla="*/ 1289752 h 3514679"/>
              <a:gd name="connsiteX3991" fmla="*/ 1063763 w 3708449"/>
              <a:gd name="connsiteY3991" fmla="*/ 1305928 h 3514679"/>
              <a:gd name="connsiteX3992" fmla="*/ 1047704 w 3708449"/>
              <a:gd name="connsiteY3992" fmla="*/ 1321987 h 3514679"/>
              <a:gd name="connsiteX3993" fmla="*/ 1031644 w 3708449"/>
              <a:gd name="connsiteY3993" fmla="*/ 1305928 h 3514679"/>
              <a:gd name="connsiteX3994" fmla="*/ 1047704 w 3708449"/>
              <a:gd name="connsiteY3994" fmla="*/ 1289752 h 3514679"/>
              <a:gd name="connsiteX3995" fmla="*/ 983349 w 3708449"/>
              <a:gd name="connsiteY3995" fmla="*/ 1289752 h 3514679"/>
              <a:gd name="connsiteX3996" fmla="*/ 999408 w 3708449"/>
              <a:gd name="connsiteY3996" fmla="*/ 1305928 h 3514679"/>
              <a:gd name="connsiteX3997" fmla="*/ 983349 w 3708449"/>
              <a:gd name="connsiteY3997" fmla="*/ 1321987 h 3514679"/>
              <a:gd name="connsiteX3998" fmla="*/ 967290 w 3708449"/>
              <a:gd name="connsiteY3998" fmla="*/ 1305928 h 3514679"/>
              <a:gd name="connsiteX3999" fmla="*/ 983349 w 3708449"/>
              <a:gd name="connsiteY3999" fmla="*/ 1289752 h 3514679"/>
              <a:gd name="connsiteX4000" fmla="*/ 918995 w 3708449"/>
              <a:gd name="connsiteY4000" fmla="*/ 1289752 h 3514679"/>
              <a:gd name="connsiteX4001" fmla="*/ 934356 w 3708449"/>
              <a:gd name="connsiteY4001" fmla="*/ 1305928 h 3514679"/>
              <a:gd name="connsiteX4002" fmla="*/ 918995 w 3708449"/>
              <a:gd name="connsiteY4002" fmla="*/ 1321987 h 3514679"/>
              <a:gd name="connsiteX4003" fmla="*/ 902936 w 3708449"/>
              <a:gd name="connsiteY4003" fmla="*/ 1305928 h 3514679"/>
              <a:gd name="connsiteX4004" fmla="*/ 918995 w 3708449"/>
              <a:gd name="connsiteY4004" fmla="*/ 1289752 h 3514679"/>
              <a:gd name="connsiteX4005" fmla="*/ 853944 w 3708449"/>
              <a:gd name="connsiteY4005" fmla="*/ 1289752 h 3514679"/>
              <a:gd name="connsiteX4006" fmla="*/ 870003 w 3708449"/>
              <a:gd name="connsiteY4006" fmla="*/ 1305928 h 3514679"/>
              <a:gd name="connsiteX4007" fmla="*/ 853944 w 3708449"/>
              <a:gd name="connsiteY4007" fmla="*/ 1321987 h 3514679"/>
              <a:gd name="connsiteX4008" fmla="*/ 837884 w 3708449"/>
              <a:gd name="connsiteY4008" fmla="*/ 1305928 h 3514679"/>
              <a:gd name="connsiteX4009" fmla="*/ 853944 w 3708449"/>
              <a:gd name="connsiteY4009" fmla="*/ 1289752 h 3514679"/>
              <a:gd name="connsiteX4010" fmla="*/ 789590 w 3708449"/>
              <a:gd name="connsiteY4010" fmla="*/ 1289752 h 3514679"/>
              <a:gd name="connsiteX4011" fmla="*/ 805649 w 3708449"/>
              <a:gd name="connsiteY4011" fmla="*/ 1305928 h 3514679"/>
              <a:gd name="connsiteX4012" fmla="*/ 789590 w 3708449"/>
              <a:gd name="connsiteY4012" fmla="*/ 1321987 h 3514679"/>
              <a:gd name="connsiteX4013" fmla="*/ 773530 w 3708449"/>
              <a:gd name="connsiteY4013" fmla="*/ 1305928 h 3514679"/>
              <a:gd name="connsiteX4014" fmla="*/ 789590 w 3708449"/>
              <a:gd name="connsiteY4014" fmla="*/ 1289752 h 3514679"/>
              <a:gd name="connsiteX4015" fmla="*/ 725235 w 3708449"/>
              <a:gd name="connsiteY4015" fmla="*/ 1289752 h 3514679"/>
              <a:gd name="connsiteX4016" fmla="*/ 741411 w 3708449"/>
              <a:gd name="connsiteY4016" fmla="*/ 1305928 h 3514679"/>
              <a:gd name="connsiteX4017" fmla="*/ 725235 w 3708449"/>
              <a:gd name="connsiteY4017" fmla="*/ 1321987 h 3514679"/>
              <a:gd name="connsiteX4018" fmla="*/ 709176 w 3708449"/>
              <a:gd name="connsiteY4018" fmla="*/ 1305928 h 3514679"/>
              <a:gd name="connsiteX4019" fmla="*/ 725235 w 3708449"/>
              <a:gd name="connsiteY4019" fmla="*/ 1289752 h 3514679"/>
              <a:gd name="connsiteX4020" fmla="*/ 660998 w 3708449"/>
              <a:gd name="connsiteY4020" fmla="*/ 1289752 h 3514679"/>
              <a:gd name="connsiteX4021" fmla="*/ 676242 w 3708449"/>
              <a:gd name="connsiteY4021" fmla="*/ 1305928 h 3514679"/>
              <a:gd name="connsiteX4022" fmla="*/ 660998 w 3708449"/>
              <a:gd name="connsiteY4022" fmla="*/ 1321987 h 3514679"/>
              <a:gd name="connsiteX4023" fmla="*/ 644822 w 3708449"/>
              <a:gd name="connsiteY4023" fmla="*/ 1305928 h 3514679"/>
              <a:gd name="connsiteX4024" fmla="*/ 660998 w 3708449"/>
              <a:gd name="connsiteY4024" fmla="*/ 1289752 h 3514679"/>
              <a:gd name="connsiteX4025" fmla="*/ 595829 w 3708449"/>
              <a:gd name="connsiteY4025" fmla="*/ 1289752 h 3514679"/>
              <a:gd name="connsiteX4026" fmla="*/ 611888 w 3708449"/>
              <a:gd name="connsiteY4026" fmla="*/ 1305928 h 3514679"/>
              <a:gd name="connsiteX4027" fmla="*/ 595829 w 3708449"/>
              <a:gd name="connsiteY4027" fmla="*/ 1321987 h 3514679"/>
              <a:gd name="connsiteX4028" fmla="*/ 580468 w 3708449"/>
              <a:gd name="connsiteY4028" fmla="*/ 1305928 h 3514679"/>
              <a:gd name="connsiteX4029" fmla="*/ 595829 w 3708449"/>
              <a:gd name="connsiteY4029" fmla="*/ 1289752 h 3514679"/>
              <a:gd name="connsiteX4030" fmla="*/ 531474 w 3708449"/>
              <a:gd name="connsiteY4030" fmla="*/ 1289752 h 3514679"/>
              <a:gd name="connsiteX4031" fmla="*/ 547533 w 3708449"/>
              <a:gd name="connsiteY4031" fmla="*/ 1305928 h 3514679"/>
              <a:gd name="connsiteX4032" fmla="*/ 531474 w 3708449"/>
              <a:gd name="connsiteY4032" fmla="*/ 1321987 h 3514679"/>
              <a:gd name="connsiteX4033" fmla="*/ 515415 w 3708449"/>
              <a:gd name="connsiteY4033" fmla="*/ 1305928 h 3514679"/>
              <a:gd name="connsiteX4034" fmla="*/ 531474 w 3708449"/>
              <a:gd name="connsiteY4034" fmla="*/ 1289752 h 3514679"/>
              <a:gd name="connsiteX4035" fmla="*/ 467120 w 3708449"/>
              <a:gd name="connsiteY4035" fmla="*/ 1289752 h 3514679"/>
              <a:gd name="connsiteX4036" fmla="*/ 483296 w 3708449"/>
              <a:gd name="connsiteY4036" fmla="*/ 1305928 h 3514679"/>
              <a:gd name="connsiteX4037" fmla="*/ 467120 w 3708449"/>
              <a:gd name="connsiteY4037" fmla="*/ 1321987 h 3514679"/>
              <a:gd name="connsiteX4038" fmla="*/ 451061 w 3708449"/>
              <a:gd name="connsiteY4038" fmla="*/ 1305928 h 3514679"/>
              <a:gd name="connsiteX4039" fmla="*/ 467120 w 3708449"/>
              <a:gd name="connsiteY4039" fmla="*/ 1289752 h 3514679"/>
              <a:gd name="connsiteX4040" fmla="*/ 402882 w 3708449"/>
              <a:gd name="connsiteY4040" fmla="*/ 1289752 h 3514679"/>
              <a:gd name="connsiteX4041" fmla="*/ 418942 w 3708449"/>
              <a:gd name="connsiteY4041" fmla="*/ 1305928 h 3514679"/>
              <a:gd name="connsiteX4042" fmla="*/ 402882 w 3708449"/>
              <a:gd name="connsiteY4042" fmla="*/ 1321987 h 3514679"/>
              <a:gd name="connsiteX4043" fmla="*/ 386707 w 3708449"/>
              <a:gd name="connsiteY4043" fmla="*/ 1305928 h 3514679"/>
              <a:gd name="connsiteX4044" fmla="*/ 402882 w 3708449"/>
              <a:gd name="connsiteY4044" fmla="*/ 1289752 h 3514679"/>
              <a:gd name="connsiteX4045" fmla="*/ 338529 w 3708449"/>
              <a:gd name="connsiteY4045" fmla="*/ 1289752 h 3514679"/>
              <a:gd name="connsiteX4046" fmla="*/ 353773 w 3708449"/>
              <a:gd name="connsiteY4046" fmla="*/ 1305928 h 3514679"/>
              <a:gd name="connsiteX4047" fmla="*/ 338529 w 3708449"/>
              <a:gd name="connsiteY4047" fmla="*/ 1321987 h 3514679"/>
              <a:gd name="connsiteX4048" fmla="*/ 322469 w 3708449"/>
              <a:gd name="connsiteY4048" fmla="*/ 1305928 h 3514679"/>
              <a:gd name="connsiteX4049" fmla="*/ 338529 w 3708449"/>
              <a:gd name="connsiteY4049" fmla="*/ 1289752 h 3514679"/>
              <a:gd name="connsiteX4050" fmla="*/ 273360 w 3708449"/>
              <a:gd name="connsiteY4050" fmla="*/ 1289752 h 3514679"/>
              <a:gd name="connsiteX4051" fmla="*/ 289536 w 3708449"/>
              <a:gd name="connsiteY4051" fmla="*/ 1305928 h 3514679"/>
              <a:gd name="connsiteX4052" fmla="*/ 273360 w 3708449"/>
              <a:gd name="connsiteY4052" fmla="*/ 1321987 h 3514679"/>
              <a:gd name="connsiteX4053" fmla="*/ 257301 w 3708449"/>
              <a:gd name="connsiteY4053" fmla="*/ 1305928 h 3514679"/>
              <a:gd name="connsiteX4054" fmla="*/ 273360 w 3708449"/>
              <a:gd name="connsiteY4054" fmla="*/ 1289752 h 3514679"/>
              <a:gd name="connsiteX4055" fmla="*/ 209122 w 3708449"/>
              <a:gd name="connsiteY4055" fmla="*/ 1289752 h 3514679"/>
              <a:gd name="connsiteX4056" fmla="*/ 225182 w 3708449"/>
              <a:gd name="connsiteY4056" fmla="*/ 1305928 h 3514679"/>
              <a:gd name="connsiteX4057" fmla="*/ 209122 w 3708449"/>
              <a:gd name="connsiteY4057" fmla="*/ 1321987 h 3514679"/>
              <a:gd name="connsiteX4058" fmla="*/ 192947 w 3708449"/>
              <a:gd name="connsiteY4058" fmla="*/ 1305928 h 3514679"/>
              <a:gd name="connsiteX4059" fmla="*/ 209122 w 3708449"/>
              <a:gd name="connsiteY4059" fmla="*/ 1289752 h 3514679"/>
              <a:gd name="connsiteX4060" fmla="*/ 144767 w 3708449"/>
              <a:gd name="connsiteY4060" fmla="*/ 1289752 h 3514679"/>
              <a:gd name="connsiteX4061" fmla="*/ 160827 w 3708449"/>
              <a:gd name="connsiteY4061" fmla="*/ 1305928 h 3514679"/>
              <a:gd name="connsiteX4062" fmla="*/ 144767 w 3708449"/>
              <a:gd name="connsiteY4062" fmla="*/ 1321987 h 3514679"/>
              <a:gd name="connsiteX4063" fmla="*/ 128592 w 3708449"/>
              <a:gd name="connsiteY4063" fmla="*/ 1305928 h 3514679"/>
              <a:gd name="connsiteX4064" fmla="*/ 144767 w 3708449"/>
              <a:gd name="connsiteY4064" fmla="*/ 1289752 h 3514679"/>
              <a:gd name="connsiteX4065" fmla="*/ 80414 w 3708449"/>
              <a:gd name="connsiteY4065" fmla="*/ 1289752 h 3514679"/>
              <a:gd name="connsiteX4066" fmla="*/ 95658 w 3708449"/>
              <a:gd name="connsiteY4066" fmla="*/ 1305928 h 3514679"/>
              <a:gd name="connsiteX4067" fmla="*/ 80414 w 3708449"/>
              <a:gd name="connsiteY4067" fmla="*/ 1321987 h 3514679"/>
              <a:gd name="connsiteX4068" fmla="*/ 64354 w 3708449"/>
              <a:gd name="connsiteY4068" fmla="*/ 1305928 h 3514679"/>
              <a:gd name="connsiteX4069" fmla="*/ 80414 w 3708449"/>
              <a:gd name="connsiteY4069" fmla="*/ 1289752 h 3514679"/>
              <a:gd name="connsiteX4070" fmla="*/ 15245 w 3708449"/>
              <a:gd name="connsiteY4070" fmla="*/ 1289752 h 3514679"/>
              <a:gd name="connsiteX4071" fmla="*/ 31421 w 3708449"/>
              <a:gd name="connsiteY4071" fmla="*/ 1305928 h 3514679"/>
              <a:gd name="connsiteX4072" fmla="*/ 15245 w 3708449"/>
              <a:gd name="connsiteY4072" fmla="*/ 1321987 h 3514679"/>
              <a:gd name="connsiteX4073" fmla="*/ 0 w 3708449"/>
              <a:gd name="connsiteY4073" fmla="*/ 1305928 h 3514679"/>
              <a:gd name="connsiteX4074" fmla="*/ 15245 w 3708449"/>
              <a:gd name="connsiteY4074" fmla="*/ 1289752 h 3514679"/>
              <a:gd name="connsiteX4075" fmla="*/ 3692390 w 3708449"/>
              <a:gd name="connsiteY4075" fmla="*/ 1225514 h 3514679"/>
              <a:gd name="connsiteX4076" fmla="*/ 3708449 w 3708449"/>
              <a:gd name="connsiteY4076" fmla="*/ 1241574 h 3514679"/>
              <a:gd name="connsiteX4077" fmla="*/ 3692390 w 3708449"/>
              <a:gd name="connsiteY4077" fmla="*/ 1257633 h 3514679"/>
              <a:gd name="connsiteX4078" fmla="*/ 3676214 w 3708449"/>
              <a:gd name="connsiteY4078" fmla="*/ 1241574 h 3514679"/>
              <a:gd name="connsiteX4079" fmla="*/ 3692390 w 3708449"/>
              <a:gd name="connsiteY4079" fmla="*/ 1225514 h 3514679"/>
              <a:gd name="connsiteX4080" fmla="*/ 3628036 w 3708449"/>
              <a:gd name="connsiteY4080" fmla="*/ 1225514 h 3514679"/>
              <a:gd name="connsiteX4081" fmla="*/ 3644095 w 3708449"/>
              <a:gd name="connsiteY4081" fmla="*/ 1241574 h 3514679"/>
              <a:gd name="connsiteX4082" fmla="*/ 3628036 w 3708449"/>
              <a:gd name="connsiteY4082" fmla="*/ 1257633 h 3514679"/>
              <a:gd name="connsiteX4083" fmla="*/ 3611976 w 3708449"/>
              <a:gd name="connsiteY4083" fmla="*/ 1241574 h 3514679"/>
              <a:gd name="connsiteX4084" fmla="*/ 3628036 w 3708449"/>
              <a:gd name="connsiteY4084" fmla="*/ 1225514 h 3514679"/>
              <a:gd name="connsiteX4085" fmla="*/ 3563682 w 3708449"/>
              <a:gd name="connsiteY4085" fmla="*/ 1225514 h 3514679"/>
              <a:gd name="connsiteX4086" fmla="*/ 3579742 w 3708449"/>
              <a:gd name="connsiteY4086" fmla="*/ 1241574 h 3514679"/>
              <a:gd name="connsiteX4087" fmla="*/ 3563682 w 3708449"/>
              <a:gd name="connsiteY4087" fmla="*/ 1257633 h 3514679"/>
              <a:gd name="connsiteX4088" fmla="*/ 3547622 w 3708449"/>
              <a:gd name="connsiteY4088" fmla="*/ 1241574 h 3514679"/>
              <a:gd name="connsiteX4089" fmla="*/ 3563682 w 3708449"/>
              <a:gd name="connsiteY4089" fmla="*/ 1225514 h 3514679"/>
              <a:gd name="connsiteX4090" fmla="*/ 3498629 w 3708449"/>
              <a:gd name="connsiteY4090" fmla="*/ 1225514 h 3514679"/>
              <a:gd name="connsiteX4091" fmla="*/ 3514688 w 3708449"/>
              <a:gd name="connsiteY4091" fmla="*/ 1241574 h 3514679"/>
              <a:gd name="connsiteX4092" fmla="*/ 3498629 w 3708449"/>
              <a:gd name="connsiteY4092" fmla="*/ 1257633 h 3514679"/>
              <a:gd name="connsiteX4093" fmla="*/ 3483267 w 3708449"/>
              <a:gd name="connsiteY4093" fmla="*/ 1241574 h 3514679"/>
              <a:gd name="connsiteX4094" fmla="*/ 3498629 w 3708449"/>
              <a:gd name="connsiteY4094" fmla="*/ 1225514 h 3514679"/>
              <a:gd name="connsiteX4095" fmla="*/ 3434275 w 3708449"/>
              <a:gd name="connsiteY4095" fmla="*/ 1225514 h 3514679"/>
              <a:gd name="connsiteX4096" fmla="*/ 3450334 w 3708449"/>
              <a:gd name="connsiteY4096" fmla="*/ 1241574 h 3514679"/>
              <a:gd name="connsiteX4097" fmla="*/ 3434275 w 3708449"/>
              <a:gd name="connsiteY4097" fmla="*/ 1257633 h 3514679"/>
              <a:gd name="connsiteX4098" fmla="*/ 3418099 w 3708449"/>
              <a:gd name="connsiteY4098" fmla="*/ 1241574 h 3514679"/>
              <a:gd name="connsiteX4099" fmla="*/ 3434275 w 3708449"/>
              <a:gd name="connsiteY4099" fmla="*/ 1225514 h 3514679"/>
              <a:gd name="connsiteX4100" fmla="*/ 3369921 w 3708449"/>
              <a:gd name="connsiteY4100" fmla="*/ 1225514 h 3514679"/>
              <a:gd name="connsiteX4101" fmla="*/ 3385981 w 3708449"/>
              <a:gd name="connsiteY4101" fmla="*/ 1241574 h 3514679"/>
              <a:gd name="connsiteX4102" fmla="*/ 3369921 w 3708449"/>
              <a:gd name="connsiteY4102" fmla="*/ 1257633 h 3514679"/>
              <a:gd name="connsiteX4103" fmla="*/ 3353862 w 3708449"/>
              <a:gd name="connsiteY4103" fmla="*/ 1241574 h 3514679"/>
              <a:gd name="connsiteX4104" fmla="*/ 3369921 w 3708449"/>
              <a:gd name="connsiteY4104" fmla="*/ 1225514 h 3514679"/>
              <a:gd name="connsiteX4105" fmla="*/ 3305567 w 3708449"/>
              <a:gd name="connsiteY4105" fmla="*/ 1225514 h 3514679"/>
              <a:gd name="connsiteX4106" fmla="*/ 3321627 w 3708449"/>
              <a:gd name="connsiteY4106" fmla="*/ 1241574 h 3514679"/>
              <a:gd name="connsiteX4107" fmla="*/ 3305567 w 3708449"/>
              <a:gd name="connsiteY4107" fmla="*/ 1257633 h 3514679"/>
              <a:gd name="connsiteX4108" fmla="*/ 3289508 w 3708449"/>
              <a:gd name="connsiteY4108" fmla="*/ 1241574 h 3514679"/>
              <a:gd name="connsiteX4109" fmla="*/ 3305567 w 3708449"/>
              <a:gd name="connsiteY4109" fmla="*/ 1225514 h 3514679"/>
              <a:gd name="connsiteX4110" fmla="*/ 3241213 w 3708449"/>
              <a:gd name="connsiteY4110" fmla="*/ 1225514 h 3514679"/>
              <a:gd name="connsiteX4111" fmla="*/ 3256574 w 3708449"/>
              <a:gd name="connsiteY4111" fmla="*/ 1241574 h 3514679"/>
              <a:gd name="connsiteX4112" fmla="*/ 3241213 w 3708449"/>
              <a:gd name="connsiteY4112" fmla="*/ 1257633 h 3514679"/>
              <a:gd name="connsiteX4113" fmla="*/ 3225154 w 3708449"/>
              <a:gd name="connsiteY4113" fmla="*/ 1241574 h 3514679"/>
              <a:gd name="connsiteX4114" fmla="*/ 3241213 w 3708449"/>
              <a:gd name="connsiteY4114" fmla="*/ 1225514 h 3514679"/>
              <a:gd name="connsiteX4115" fmla="*/ 3176161 w 3708449"/>
              <a:gd name="connsiteY4115" fmla="*/ 1225514 h 3514679"/>
              <a:gd name="connsiteX4116" fmla="*/ 3192220 w 3708449"/>
              <a:gd name="connsiteY4116" fmla="*/ 1241574 h 3514679"/>
              <a:gd name="connsiteX4117" fmla="*/ 3176161 w 3708449"/>
              <a:gd name="connsiteY4117" fmla="*/ 1257633 h 3514679"/>
              <a:gd name="connsiteX4118" fmla="*/ 3160102 w 3708449"/>
              <a:gd name="connsiteY4118" fmla="*/ 1241574 h 3514679"/>
              <a:gd name="connsiteX4119" fmla="*/ 3176161 w 3708449"/>
              <a:gd name="connsiteY4119" fmla="*/ 1225514 h 3514679"/>
              <a:gd name="connsiteX4120" fmla="*/ 3111806 w 3708449"/>
              <a:gd name="connsiteY4120" fmla="*/ 1225514 h 3514679"/>
              <a:gd name="connsiteX4121" fmla="*/ 3127866 w 3708449"/>
              <a:gd name="connsiteY4121" fmla="*/ 1241574 h 3514679"/>
              <a:gd name="connsiteX4122" fmla="*/ 3111806 w 3708449"/>
              <a:gd name="connsiteY4122" fmla="*/ 1257633 h 3514679"/>
              <a:gd name="connsiteX4123" fmla="*/ 3095747 w 3708449"/>
              <a:gd name="connsiteY4123" fmla="*/ 1241574 h 3514679"/>
              <a:gd name="connsiteX4124" fmla="*/ 3111806 w 3708449"/>
              <a:gd name="connsiteY4124" fmla="*/ 1225514 h 3514679"/>
              <a:gd name="connsiteX4125" fmla="*/ 3047452 w 3708449"/>
              <a:gd name="connsiteY4125" fmla="*/ 1225514 h 3514679"/>
              <a:gd name="connsiteX4126" fmla="*/ 3063512 w 3708449"/>
              <a:gd name="connsiteY4126" fmla="*/ 1241574 h 3514679"/>
              <a:gd name="connsiteX4127" fmla="*/ 3047452 w 3708449"/>
              <a:gd name="connsiteY4127" fmla="*/ 1257633 h 3514679"/>
              <a:gd name="connsiteX4128" fmla="*/ 3031393 w 3708449"/>
              <a:gd name="connsiteY4128" fmla="*/ 1241574 h 3514679"/>
              <a:gd name="connsiteX4129" fmla="*/ 3047452 w 3708449"/>
              <a:gd name="connsiteY4129" fmla="*/ 1225514 h 3514679"/>
              <a:gd name="connsiteX4130" fmla="*/ 2983099 w 3708449"/>
              <a:gd name="connsiteY4130" fmla="*/ 1225514 h 3514679"/>
              <a:gd name="connsiteX4131" fmla="*/ 2999158 w 3708449"/>
              <a:gd name="connsiteY4131" fmla="*/ 1241574 h 3514679"/>
              <a:gd name="connsiteX4132" fmla="*/ 2983099 w 3708449"/>
              <a:gd name="connsiteY4132" fmla="*/ 1257633 h 3514679"/>
              <a:gd name="connsiteX4133" fmla="*/ 2967039 w 3708449"/>
              <a:gd name="connsiteY4133" fmla="*/ 1241574 h 3514679"/>
              <a:gd name="connsiteX4134" fmla="*/ 2983099 w 3708449"/>
              <a:gd name="connsiteY4134" fmla="*/ 1225514 h 3514679"/>
              <a:gd name="connsiteX4135" fmla="*/ 2918046 w 3708449"/>
              <a:gd name="connsiteY4135" fmla="*/ 1225514 h 3514679"/>
              <a:gd name="connsiteX4136" fmla="*/ 2934106 w 3708449"/>
              <a:gd name="connsiteY4136" fmla="*/ 1241574 h 3514679"/>
              <a:gd name="connsiteX4137" fmla="*/ 2918046 w 3708449"/>
              <a:gd name="connsiteY4137" fmla="*/ 1257633 h 3514679"/>
              <a:gd name="connsiteX4138" fmla="*/ 2902685 w 3708449"/>
              <a:gd name="connsiteY4138" fmla="*/ 1241574 h 3514679"/>
              <a:gd name="connsiteX4139" fmla="*/ 2918046 w 3708449"/>
              <a:gd name="connsiteY4139" fmla="*/ 1225514 h 3514679"/>
              <a:gd name="connsiteX4140" fmla="*/ 2853692 w 3708449"/>
              <a:gd name="connsiteY4140" fmla="*/ 1225514 h 3514679"/>
              <a:gd name="connsiteX4141" fmla="*/ 2869752 w 3708449"/>
              <a:gd name="connsiteY4141" fmla="*/ 1241574 h 3514679"/>
              <a:gd name="connsiteX4142" fmla="*/ 2853692 w 3708449"/>
              <a:gd name="connsiteY4142" fmla="*/ 1257633 h 3514679"/>
              <a:gd name="connsiteX4143" fmla="*/ 2837633 w 3708449"/>
              <a:gd name="connsiteY4143" fmla="*/ 1241574 h 3514679"/>
              <a:gd name="connsiteX4144" fmla="*/ 2853692 w 3708449"/>
              <a:gd name="connsiteY4144" fmla="*/ 1225514 h 3514679"/>
              <a:gd name="connsiteX4145" fmla="*/ 2789338 w 3708449"/>
              <a:gd name="connsiteY4145" fmla="*/ 1225514 h 3514679"/>
              <a:gd name="connsiteX4146" fmla="*/ 2805398 w 3708449"/>
              <a:gd name="connsiteY4146" fmla="*/ 1241574 h 3514679"/>
              <a:gd name="connsiteX4147" fmla="*/ 2789338 w 3708449"/>
              <a:gd name="connsiteY4147" fmla="*/ 1257633 h 3514679"/>
              <a:gd name="connsiteX4148" fmla="*/ 2773279 w 3708449"/>
              <a:gd name="connsiteY4148" fmla="*/ 1241574 h 3514679"/>
              <a:gd name="connsiteX4149" fmla="*/ 2789338 w 3708449"/>
              <a:gd name="connsiteY4149" fmla="*/ 1225514 h 3514679"/>
              <a:gd name="connsiteX4150" fmla="*/ 2724984 w 3708449"/>
              <a:gd name="connsiteY4150" fmla="*/ 1225514 h 3514679"/>
              <a:gd name="connsiteX4151" fmla="*/ 2741159 w 3708449"/>
              <a:gd name="connsiteY4151" fmla="*/ 1241574 h 3514679"/>
              <a:gd name="connsiteX4152" fmla="*/ 2724984 w 3708449"/>
              <a:gd name="connsiteY4152" fmla="*/ 1257633 h 3514679"/>
              <a:gd name="connsiteX4153" fmla="*/ 2708924 w 3708449"/>
              <a:gd name="connsiteY4153" fmla="*/ 1241574 h 3514679"/>
              <a:gd name="connsiteX4154" fmla="*/ 2724984 w 3708449"/>
              <a:gd name="connsiteY4154" fmla="*/ 1225514 h 3514679"/>
              <a:gd name="connsiteX4155" fmla="*/ 2660630 w 3708449"/>
              <a:gd name="connsiteY4155" fmla="*/ 1225514 h 3514679"/>
              <a:gd name="connsiteX4156" fmla="*/ 2675991 w 3708449"/>
              <a:gd name="connsiteY4156" fmla="*/ 1241574 h 3514679"/>
              <a:gd name="connsiteX4157" fmla="*/ 2660630 w 3708449"/>
              <a:gd name="connsiteY4157" fmla="*/ 1257633 h 3514679"/>
              <a:gd name="connsiteX4158" fmla="*/ 2644570 w 3708449"/>
              <a:gd name="connsiteY4158" fmla="*/ 1241574 h 3514679"/>
              <a:gd name="connsiteX4159" fmla="*/ 2660630 w 3708449"/>
              <a:gd name="connsiteY4159" fmla="*/ 1225514 h 3514679"/>
              <a:gd name="connsiteX4160" fmla="*/ 2595577 w 3708449"/>
              <a:gd name="connsiteY4160" fmla="*/ 1225514 h 3514679"/>
              <a:gd name="connsiteX4161" fmla="*/ 2611637 w 3708449"/>
              <a:gd name="connsiteY4161" fmla="*/ 1241574 h 3514679"/>
              <a:gd name="connsiteX4162" fmla="*/ 2595577 w 3708449"/>
              <a:gd name="connsiteY4162" fmla="*/ 1257633 h 3514679"/>
              <a:gd name="connsiteX4163" fmla="*/ 2579518 w 3708449"/>
              <a:gd name="connsiteY4163" fmla="*/ 1241574 h 3514679"/>
              <a:gd name="connsiteX4164" fmla="*/ 2595577 w 3708449"/>
              <a:gd name="connsiteY4164" fmla="*/ 1225514 h 3514679"/>
              <a:gd name="connsiteX4165" fmla="*/ 2531224 w 3708449"/>
              <a:gd name="connsiteY4165" fmla="*/ 1225514 h 3514679"/>
              <a:gd name="connsiteX4166" fmla="*/ 2547283 w 3708449"/>
              <a:gd name="connsiteY4166" fmla="*/ 1241574 h 3514679"/>
              <a:gd name="connsiteX4167" fmla="*/ 2531224 w 3708449"/>
              <a:gd name="connsiteY4167" fmla="*/ 1257633 h 3514679"/>
              <a:gd name="connsiteX4168" fmla="*/ 2515164 w 3708449"/>
              <a:gd name="connsiteY4168" fmla="*/ 1241574 h 3514679"/>
              <a:gd name="connsiteX4169" fmla="*/ 2531224 w 3708449"/>
              <a:gd name="connsiteY4169" fmla="*/ 1225514 h 3514679"/>
              <a:gd name="connsiteX4170" fmla="*/ 2466869 w 3708449"/>
              <a:gd name="connsiteY4170" fmla="*/ 1225514 h 3514679"/>
              <a:gd name="connsiteX4171" fmla="*/ 2483044 w 3708449"/>
              <a:gd name="connsiteY4171" fmla="*/ 1241574 h 3514679"/>
              <a:gd name="connsiteX4172" fmla="*/ 2466869 w 3708449"/>
              <a:gd name="connsiteY4172" fmla="*/ 1257633 h 3514679"/>
              <a:gd name="connsiteX4173" fmla="*/ 2450809 w 3708449"/>
              <a:gd name="connsiteY4173" fmla="*/ 1241574 h 3514679"/>
              <a:gd name="connsiteX4174" fmla="*/ 2466869 w 3708449"/>
              <a:gd name="connsiteY4174" fmla="*/ 1225514 h 3514679"/>
              <a:gd name="connsiteX4175" fmla="*/ 2402631 w 3708449"/>
              <a:gd name="connsiteY4175" fmla="*/ 1225514 h 3514679"/>
              <a:gd name="connsiteX4176" fmla="*/ 2418690 w 3708449"/>
              <a:gd name="connsiteY4176" fmla="*/ 1241574 h 3514679"/>
              <a:gd name="connsiteX4177" fmla="*/ 2402631 w 3708449"/>
              <a:gd name="connsiteY4177" fmla="*/ 1257633 h 3514679"/>
              <a:gd name="connsiteX4178" fmla="*/ 2386455 w 3708449"/>
              <a:gd name="connsiteY4178" fmla="*/ 1241574 h 3514679"/>
              <a:gd name="connsiteX4179" fmla="*/ 2402631 w 3708449"/>
              <a:gd name="connsiteY4179" fmla="*/ 1225514 h 3514679"/>
              <a:gd name="connsiteX4180" fmla="*/ 2337462 w 3708449"/>
              <a:gd name="connsiteY4180" fmla="*/ 1225514 h 3514679"/>
              <a:gd name="connsiteX4181" fmla="*/ 2353522 w 3708449"/>
              <a:gd name="connsiteY4181" fmla="*/ 1241574 h 3514679"/>
              <a:gd name="connsiteX4182" fmla="*/ 2337462 w 3708449"/>
              <a:gd name="connsiteY4182" fmla="*/ 1257633 h 3514679"/>
              <a:gd name="connsiteX4183" fmla="*/ 2322218 w 3708449"/>
              <a:gd name="connsiteY4183" fmla="*/ 1241574 h 3514679"/>
              <a:gd name="connsiteX4184" fmla="*/ 2337462 w 3708449"/>
              <a:gd name="connsiteY4184" fmla="*/ 1225514 h 3514679"/>
              <a:gd name="connsiteX4185" fmla="*/ 2273109 w 3708449"/>
              <a:gd name="connsiteY4185" fmla="*/ 1225514 h 3514679"/>
              <a:gd name="connsiteX4186" fmla="*/ 2289284 w 3708449"/>
              <a:gd name="connsiteY4186" fmla="*/ 1241574 h 3514679"/>
              <a:gd name="connsiteX4187" fmla="*/ 2273109 w 3708449"/>
              <a:gd name="connsiteY4187" fmla="*/ 1257633 h 3514679"/>
              <a:gd name="connsiteX4188" fmla="*/ 2257049 w 3708449"/>
              <a:gd name="connsiteY4188" fmla="*/ 1241574 h 3514679"/>
              <a:gd name="connsiteX4189" fmla="*/ 2273109 w 3708449"/>
              <a:gd name="connsiteY4189" fmla="*/ 1225514 h 3514679"/>
              <a:gd name="connsiteX4190" fmla="*/ 2208755 w 3708449"/>
              <a:gd name="connsiteY4190" fmla="*/ 1225514 h 3514679"/>
              <a:gd name="connsiteX4191" fmla="*/ 2224930 w 3708449"/>
              <a:gd name="connsiteY4191" fmla="*/ 1241574 h 3514679"/>
              <a:gd name="connsiteX4192" fmla="*/ 2208755 w 3708449"/>
              <a:gd name="connsiteY4192" fmla="*/ 1257633 h 3514679"/>
              <a:gd name="connsiteX4193" fmla="*/ 2192695 w 3708449"/>
              <a:gd name="connsiteY4193" fmla="*/ 1241574 h 3514679"/>
              <a:gd name="connsiteX4194" fmla="*/ 2208755 w 3708449"/>
              <a:gd name="connsiteY4194" fmla="*/ 1225514 h 3514679"/>
              <a:gd name="connsiteX4195" fmla="*/ 2144517 w 3708449"/>
              <a:gd name="connsiteY4195" fmla="*/ 1225514 h 3514679"/>
              <a:gd name="connsiteX4196" fmla="*/ 2160576 w 3708449"/>
              <a:gd name="connsiteY4196" fmla="*/ 1241574 h 3514679"/>
              <a:gd name="connsiteX4197" fmla="*/ 2144517 w 3708449"/>
              <a:gd name="connsiteY4197" fmla="*/ 1257633 h 3514679"/>
              <a:gd name="connsiteX4198" fmla="*/ 2128341 w 3708449"/>
              <a:gd name="connsiteY4198" fmla="*/ 1241574 h 3514679"/>
              <a:gd name="connsiteX4199" fmla="*/ 2144517 w 3708449"/>
              <a:gd name="connsiteY4199" fmla="*/ 1225514 h 3514679"/>
              <a:gd name="connsiteX4200" fmla="*/ 2080163 w 3708449"/>
              <a:gd name="connsiteY4200" fmla="*/ 1225514 h 3514679"/>
              <a:gd name="connsiteX4201" fmla="*/ 2095408 w 3708449"/>
              <a:gd name="connsiteY4201" fmla="*/ 1241574 h 3514679"/>
              <a:gd name="connsiteX4202" fmla="*/ 2080163 w 3708449"/>
              <a:gd name="connsiteY4202" fmla="*/ 1257633 h 3514679"/>
              <a:gd name="connsiteX4203" fmla="*/ 2064104 w 3708449"/>
              <a:gd name="connsiteY4203" fmla="*/ 1241574 h 3514679"/>
              <a:gd name="connsiteX4204" fmla="*/ 2080163 w 3708449"/>
              <a:gd name="connsiteY4204" fmla="*/ 1225514 h 3514679"/>
              <a:gd name="connsiteX4205" fmla="*/ 2014994 w 3708449"/>
              <a:gd name="connsiteY4205" fmla="*/ 1225514 h 3514679"/>
              <a:gd name="connsiteX4206" fmla="*/ 2031169 w 3708449"/>
              <a:gd name="connsiteY4206" fmla="*/ 1241574 h 3514679"/>
              <a:gd name="connsiteX4207" fmla="*/ 2014994 w 3708449"/>
              <a:gd name="connsiteY4207" fmla="*/ 1257633 h 3514679"/>
              <a:gd name="connsiteX4208" fmla="*/ 1998934 w 3708449"/>
              <a:gd name="connsiteY4208" fmla="*/ 1241574 h 3514679"/>
              <a:gd name="connsiteX4209" fmla="*/ 2014994 w 3708449"/>
              <a:gd name="connsiteY4209" fmla="*/ 1225514 h 3514679"/>
              <a:gd name="connsiteX4210" fmla="*/ 1950756 w 3708449"/>
              <a:gd name="connsiteY4210" fmla="*/ 1225514 h 3514679"/>
              <a:gd name="connsiteX4211" fmla="*/ 1966815 w 3708449"/>
              <a:gd name="connsiteY4211" fmla="*/ 1241574 h 3514679"/>
              <a:gd name="connsiteX4212" fmla="*/ 1950756 w 3708449"/>
              <a:gd name="connsiteY4212" fmla="*/ 1257633 h 3514679"/>
              <a:gd name="connsiteX4213" fmla="*/ 1934580 w 3708449"/>
              <a:gd name="connsiteY4213" fmla="*/ 1241574 h 3514679"/>
              <a:gd name="connsiteX4214" fmla="*/ 1950756 w 3708449"/>
              <a:gd name="connsiteY4214" fmla="*/ 1225514 h 3514679"/>
              <a:gd name="connsiteX4215" fmla="*/ 1886402 w 3708449"/>
              <a:gd name="connsiteY4215" fmla="*/ 1225514 h 3514679"/>
              <a:gd name="connsiteX4216" fmla="*/ 1902461 w 3708449"/>
              <a:gd name="connsiteY4216" fmla="*/ 1241574 h 3514679"/>
              <a:gd name="connsiteX4217" fmla="*/ 1886402 w 3708449"/>
              <a:gd name="connsiteY4217" fmla="*/ 1257633 h 3514679"/>
              <a:gd name="connsiteX4218" fmla="*/ 1870343 w 3708449"/>
              <a:gd name="connsiteY4218" fmla="*/ 1241574 h 3514679"/>
              <a:gd name="connsiteX4219" fmla="*/ 1886402 w 3708449"/>
              <a:gd name="connsiteY4219" fmla="*/ 1225514 h 3514679"/>
              <a:gd name="connsiteX4220" fmla="*/ 1822048 w 3708449"/>
              <a:gd name="connsiteY4220" fmla="*/ 1225514 h 3514679"/>
              <a:gd name="connsiteX4221" fmla="*/ 1838108 w 3708449"/>
              <a:gd name="connsiteY4221" fmla="*/ 1241574 h 3514679"/>
              <a:gd name="connsiteX4222" fmla="*/ 1822048 w 3708449"/>
              <a:gd name="connsiteY4222" fmla="*/ 1257633 h 3514679"/>
              <a:gd name="connsiteX4223" fmla="*/ 1805989 w 3708449"/>
              <a:gd name="connsiteY4223" fmla="*/ 1241574 h 3514679"/>
              <a:gd name="connsiteX4224" fmla="*/ 1822048 w 3708449"/>
              <a:gd name="connsiteY4224" fmla="*/ 1225514 h 3514679"/>
              <a:gd name="connsiteX4225" fmla="*/ 1756879 w 3708449"/>
              <a:gd name="connsiteY4225" fmla="*/ 1225514 h 3514679"/>
              <a:gd name="connsiteX4226" fmla="*/ 1773055 w 3708449"/>
              <a:gd name="connsiteY4226" fmla="*/ 1241574 h 3514679"/>
              <a:gd name="connsiteX4227" fmla="*/ 1756879 w 3708449"/>
              <a:gd name="connsiteY4227" fmla="*/ 1257633 h 3514679"/>
              <a:gd name="connsiteX4228" fmla="*/ 1741635 w 3708449"/>
              <a:gd name="connsiteY4228" fmla="*/ 1241574 h 3514679"/>
              <a:gd name="connsiteX4229" fmla="*/ 1756879 w 3708449"/>
              <a:gd name="connsiteY4229" fmla="*/ 1225514 h 3514679"/>
              <a:gd name="connsiteX4230" fmla="*/ 1692642 w 3708449"/>
              <a:gd name="connsiteY4230" fmla="*/ 1225514 h 3514679"/>
              <a:gd name="connsiteX4231" fmla="*/ 1708701 w 3708449"/>
              <a:gd name="connsiteY4231" fmla="*/ 1241574 h 3514679"/>
              <a:gd name="connsiteX4232" fmla="*/ 1692642 w 3708449"/>
              <a:gd name="connsiteY4232" fmla="*/ 1257633 h 3514679"/>
              <a:gd name="connsiteX4233" fmla="*/ 1676466 w 3708449"/>
              <a:gd name="connsiteY4233" fmla="*/ 1241574 h 3514679"/>
              <a:gd name="connsiteX4234" fmla="*/ 1692642 w 3708449"/>
              <a:gd name="connsiteY4234" fmla="*/ 1225514 h 3514679"/>
              <a:gd name="connsiteX4235" fmla="*/ 1628287 w 3708449"/>
              <a:gd name="connsiteY4235" fmla="*/ 1225514 h 3514679"/>
              <a:gd name="connsiteX4236" fmla="*/ 1644346 w 3708449"/>
              <a:gd name="connsiteY4236" fmla="*/ 1241574 h 3514679"/>
              <a:gd name="connsiteX4237" fmla="*/ 1628287 w 3708449"/>
              <a:gd name="connsiteY4237" fmla="*/ 1257633 h 3514679"/>
              <a:gd name="connsiteX4238" fmla="*/ 1612228 w 3708449"/>
              <a:gd name="connsiteY4238" fmla="*/ 1241574 h 3514679"/>
              <a:gd name="connsiteX4239" fmla="*/ 1628287 w 3708449"/>
              <a:gd name="connsiteY4239" fmla="*/ 1225514 h 3514679"/>
              <a:gd name="connsiteX4240" fmla="*/ 1563933 w 3708449"/>
              <a:gd name="connsiteY4240" fmla="*/ 1225514 h 3514679"/>
              <a:gd name="connsiteX4241" fmla="*/ 1579993 w 3708449"/>
              <a:gd name="connsiteY4241" fmla="*/ 1241574 h 3514679"/>
              <a:gd name="connsiteX4242" fmla="*/ 1563933 w 3708449"/>
              <a:gd name="connsiteY4242" fmla="*/ 1257633 h 3514679"/>
              <a:gd name="connsiteX4243" fmla="*/ 1547874 w 3708449"/>
              <a:gd name="connsiteY4243" fmla="*/ 1241574 h 3514679"/>
              <a:gd name="connsiteX4244" fmla="*/ 1563933 w 3708449"/>
              <a:gd name="connsiteY4244" fmla="*/ 1225514 h 3514679"/>
              <a:gd name="connsiteX4245" fmla="*/ 1499579 w 3708449"/>
              <a:gd name="connsiteY4245" fmla="*/ 1225514 h 3514679"/>
              <a:gd name="connsiteX4246" fmla="*/ 1514940 w 3708449"/>
              <a:gd name="connsiteY4246" fmla="*/ 1241574 h 3514679"/>
              <a:gd name="connsiteX4247" fmla="*/ 1499579 w 3708449"/>
              <a:gd name="connsiteY4247" fmla="*/ 1257633 h 3514679"/>
              <a:gd name="connsiteX4248" fmla="*/ 1483520 w 3708449"/>
              <a:gd name="connsiteY4248" fmla="*/ 1241574 h 3514679"/>
              <a:gd name="connsiteX4249" fmla="*/ 1499579 w 3708449"/>
              <a:gd name="connsiteY4249" fmla="*/ 1225514 h 3514679"/>
              <a:gd name="connsiteX4250" fmla="*/ 1434527 w 3708449"/>
              <a:gd name="connsiteY4250" fmla="*/ 1225514 h 3514679"/>
              <a:gd name="connsiteX4251" fmla="*/ 1450586 w 3708449"/>
              <a:gd name="connsiteY4251" fmla="*/ 1241574 h 3514679"/>
              <a:gd name="connsiteX4252" fmla="*/ 1434527 w 3708449"/>
              <a:gd name="connsiteY4252" fmla="*/ 1257633 h 3514679"/>
              <a:gd name="connsiteX4253" fmla="*/ 1418351 w 3708449"/>
              <a:gd name="connsiteY4253" fmla="*/ 1241574 h 3514679"/>
              <a:gd name="connsiteX4254" fmla="*/ 1434527 w 3708449"/>
              <a:gd name="connsiteY4254" fmla="*/ 1225514 h 3514679"/>
              <a:gd name="connsiteX4255" fmla="*/ 1370173 w 3708449"/>
              <a:gd name="connsiteY4255" fmla="*/ 1225514 h 3514679"/>
              <a:gd name="connsiteX4256" fmla="*/ 1386233 w 3708449"/>
              <a:gd name="connsiteY4256" fmla="*/ 1241574 h 3514679"/>
              <a:gd name="connsiteX4257" fmla="*/ 1370173 w 3708449"/>
              <a:gd name="connsiteY4257" fmla="*/ 1257633 h 3514679"/>
              <a:gd name="connsiteX4258" fmla="*/ 1354114 w 3708449"/>
              <a:gd name="connsiteY4258" fmla="*/ 1241574 h 3514679"/>
              <a:gd name="connsiteX4259" fmla="*/ 1370173 w 3708449"/>
              <a:gd name="connsiteY4259" fmla="*/ 1225514 h 3514679"/>
              <a:gd name="connsiteX4260" fmla="*/ 1305819 w 3708449"/>
              <a:gd name="connsiteY4260" fmla="*/ 1225514 h 3514679"/>
              <a:gd name="connsiteX4261" fmla="*/ 1321879 w 3708449"/>
              <a:gd name="connsiteY4261" fmla="*/ 1241574 h 3514679"/>
              <a:gd name="connsiteX4262" fmla="*/ 1305819 w 3708449"/>
              <a:gd name="connsiteY4262" fmla="*/ 1257633 h 3514679"/>
              <a:gd name="connsiteX4263" fmla="*/ 1289760 w 3708449"/>
              <a:gd name="connsiteY4263" fmla="*/ 1241574 h 3514679"/>
              <a:gd name="connsiteX4264" fmla="*/ 1305819 w 3708449"/>
              <a:gd name="connsiteY4264" fmla="*/ 1225514 h 3514679"/>
              <a:gd name="connsiteX4265" fmla="*/ 1241465 w 3708449"/>
              <a:gd name="connsiteY4265" fmla="*/ 1225514 h 3514679"/>
              <a:gd name="connsiteX4266" fmla="*/ 1256826 w 3708449"/>
              <a:gd name="connsiteY4266" fmla="*/ 1241574 h 3514679"/>
              <a:gd name="connsiteX4267" fmla="*/ 1241465 w 3708449"/>
              <a:gd name="connsiteY4267" fmla="*/ 1257633 h 3514679"/>
              <a:gd name="connsiteX4268" fmla="*/ 1225406 w 3708449"/>
              <a:gd name="connsiteY4268" fmla="*/ 1241574 h 3514679"/>
              <a:gd name="connsiteX4269" fmla="*/ 1241465 w 3708449"/>
              <a:gd name="connsiteY4269" fmla="*/ 1225514 h 3514679"/>
              <a:gd name="connsiteX4270" fmla="*/ 1176412 w 3708449"/>
              <a:gd name="connsiteY4270" fmla="*/ 1225514 h 3514679"/>
              <a:gd name="connsiteX4271" fmla="*/ 1192472 w 3708449"/>
              <a:gd name="connsiteY4271" fmla="*/ 1241574 h 3514679"/>
              <a:gd name="connsiteX4272" fmla="*/ 1176412 w 3708449"/>
              <a:gd name="connsiteY4272" fmla="*/ 1257633 h 3514679"/>
              <a:gd name="connsiteX4273" fmla="*/ 1161051 w 3708449"/>
              <a:gd name="connsiteY4273" fmla="*/ 1241574 h 3514679"/>
              <a:gd name="connsiteX4274" fmla="*/ 1176412 w 3708449"/>
              <a:gd name="connsiteY4274" fmla="*/ 1225514 h 3514679"/>
              <a:gd name="connsiteX4275" fmla="*/ 1112058 w 3708449"/>
              <a:gd name="connsiteY4275" fmla="*/ 1225514 h 3514679"/>
              <a:gd name="connsiteX4276" fmla="*/ 1128117 w 3708449"/>
              <a:gd name="connsiteY4276" fmla="*/ 1241574 h 3514679"/>
              <a:gd name="connsiteX4277" fmla="*/ 1112058 w 3708449"/>
              <a:gd name="connsiteY4277" fmla="*/ 1257633 h 3514679"/>
              <a:gd name="connsiteX4278" fmla="*/ 1095998 w 3708449"/>
              <a:gd name="connsiteY4278" fmla="*/ 1241574 h 3514679"/>
              <a:gd name="connsiteX4279" fmla="*/ 1112058 w 3708449"/>
              <a:gd name="connsiteY4279" fmla="*/ 1225514 h 3514679"/>
              <a:gd name="connsiteX4280" fmla="*/ 1047704 w 3708449"/>
              <a:gd name="connsiteY4280" fmla="*/ 1225514 h 3514679"/>
              <a:gd name="connsiteX4281" fmla="*/ 1063763 w 3708449"/>
              <a:gd name="connsiteY4281" fmla="*/ 1241574 h 3514679"/>
              <a:gd name="connsiteX4282" fmla="*/ 1047704 w 3708449"/>
              <a:gd name="connsiteY4282" fmla="*/ 1257633 h 3514679"/>
              <a:gd name="connsiteX4283" fmla="*/ 1031644 w 3708449"/>
              <a:gd name="connsiteY4283" fmla="*/ 1241574 h 3514679"/>
              <a:gd name="connsiteX4284" fmla="*/ 1047704 w 3708449"/>
              <a:gd name="connsiteY4284" fmla="*/ 1225514 h 3514679"/>
              <a:gd name="connsiteX4285" fmla="*/ 983349 w 3708449"/>
              <a:gd name="connsiteY4285" fmla="*/ 1225514 h 3514679"/>
              <a:gd name="connsiteX4286" fmla="*/ 999408 w 3708449"/>
              <a:gd name="connsiteY4286" fmla="*/ 1241574 h 3514679"/>
              <a:gd name="connsiteX4287" fmla="*/ 983349 w 3708449"/>
              <a:gd name="connsiteY4287" fmla="*/ 1257633 h 3514679"/>
              <a:gd name="connsiteX4288" fmla="*/ 967290 w 3708449"/>
              <a:gd name="connsiteY4288" fmla="*/ 1241574 h 3514679"/>
              <a:gd name="connsiteX4289" fmla="*/ 983349 w 3708449"/>
              <a:gd name="connsiteY4289" fmla="*/ 1225514 h 3514679"/>
              <a:gd name="connsiteX4290" fmla="*/ 918995 w 3708449"/>
              <a:gd name="connsiteY4290" fmla="*/ 1225514 h 3514679"/>
              <a:gd name="connsiteX4291" fmla="*/ 934356 w 3708449"/>
              <a:gd name="connsiteY4291" fmla="*/ 1241574 h 3514679"/>
              <a:gd name="connsiteX4292" fmla="*/ 918995 w 3708449"/>
              <a:gd name="connsiteY4292" fmla="*/ 1257633 h 3514679"/>
              <a:gd name="connsiteX4293" fmla="*/ 902936 w 3708449"/>
              <a:gd name="connsiteY4293" fmla="*/ 1241574 h 3514679"/>
              <a:gd name="connsiteX4294" fmla="*/ 918995 w 3708449"/>
              <a:gd name="connsiteY4294" fmla="*/ 1225514 h 3514679"/>
              <a:gd name="connsiteX4295" fmla="*/ 853944 w 3708449"/>
              <a:gd name="connsiteY4295" fmla="*/ 1225514 h 3514679"/>
              <a:gd name="connsiteX4296" fmla="*/ 870003 w 3708449"/>
              <a:gd name="connsiteY4296" fmla="*/ 1241574 h 3514679"/>
              <a:gd name="connsiteX4297" fmla="*/ 853944 w 3708449"/>
              <a:gd name="connsiteY4297" fmla="*/ 1257633 h 3514679"/>
              <a:gd name="connsiteX4298" fmla="*/ 837884 w 3708449"/>
              <a:gd name="connsiteY4298" fmla="*/ 1241574 h 3514679"/>
              <a:gd name="connsiteX4299" fmla="*/ 853944 w 3708449"/>
              <a:gd name="connsiteY4299" fmla="*/ 1225514 h 3514679"/>
              <a:gd name="connsiteX4300" fmla="*/ 789590 w 3708449"/>
              <a:gd name="connsiteY4300" fmla="*/ 1225514 h 3514679"/>
              <a:gd name="connsiteX4301" fmla="*/ 805649 w 3708449"/>
              <a:gd name="connsiteY4301" fmla="*/ 1241574 h 3514679"/>
              <a:gd name="connsiteX4302" fmla="*/ 789590 w 3708449"/>
              <a:gd name="connsiteY4302" fmla="*/ 1257633 h 3514679"/>
              <a:gd name="connsiteX4303" fmla="*/ 773530 w 3708449"/>
              <a:gd name="connsiteY4303" fmla="*/ 1241574 h 3514679"/>
              <a:gd name="connsiteX4304" fmla="*/ 789590 w 3708449"/>
              <a:gd name="connsiteY4304" fmla="*/ 1225514 h 3514679"/>
              <a:gd name="connsiteX4305" fmla="*/ 725235 w 3708449"/>
              <a:gd name="connsiteY4305" fmla="*/ 1225514 h 3514679"/>
              <a:gd name="connsiteX4306" fmla="*/ 741411 w 3708449"/>
              <a:gd name="connsiteY4306" fmla="*/ 1241574 h 3514679"/>
              <a:gd name="connsiteX4307" fmla="*/ 725235 w 3708449"/>
              <a:gd name="connsiteY4307" fmla="*/ 1257633 h 3514679"/>
              <a:gd name="connsiteX4308" fmla="*/ 709176 w 3708449"/>
              <a:gd name="connsiteY4308" fmla="*/ 1241574 h 3514679"/>
              <a:gd name="connsiteX4309" fmla="*/ 725235 w 3708449"/>
              <a:gd name="connsiteY4309" fmla="*/ 1225514 h 3514679"/>
              <a:gd name="connsiteX4310" fmla="*/ 660998 w 3708449"/>
              <a:gd name="connsiteY4310" fmla="*/ 1225514 h 3514679"/>
              <a:gd name="connsiteX4311" fmla="*/ 676242 w 3708449"/>
              <a:gd name="connsiteY4311" fmla="*/ 1241574 h 3514679"/>
              <a:gd name="connsiteX4312" fmla="*/ 660998 w 3708449"/>
              <a:gd name="connsiteY4312" fmla="*/ 1257633 h 3514679"/>
              <a:gd name="connsiteX4313" fmla="*/ 644822 w 3708449"/>
              <a:gd name="connsiteY4313" fmla="*/ 1241574 h 3514679"/>
              <a:gd name="connsiteX4314" fmla="*/ 660998 w 3708449"/>
              <a:gd name="connsiteY4314" fmla="*/ 1225514 h 3514679"/>
              <a:gd name="connsiteX4315" fmla="*/ 595829 w 3708449"/>
              <a:gd name="connsiteY4315" fmla="*/ 1225514 h 3514679"/>
              <a:gd name="connsiteX4316" fmla="*/ 611888 w 3708449"/>
              <a:gd name="connsiteY4316" fmla="*/ 1241574 h 3514679"/>
              <a:gd name="connsiteX4317" fmla="*/ 595829 w 3708449"/>
              <a:gd name="connsiteY4317" fmla="*/ 1257633 h 3514679"/>
              <a:gd name="connsiteX4318" fmla="*/ 580468 w 3708449"/>
              <a:gd name="connsiteY4318" fmla="*/ 1241574 h 3514679"/>
              <a:gd name="connsiteX4319" fmla="*/ 595829 w 3708449"/>
              <a:gd name="connsiteY4319" fmla="*/ 1225514 h 3514679"/>
              <a:gd name="connsiteX4320" fmla="*/ 531474 w 3708449"/>
              <a:gd name="connsiteY4320" fmla="*/ 1225514 h 3514679"/>
              <a:gd name="connsiteX4321" fmla="*/ 547533 w 3708449"/>
              <a:gd name="connsiteY4321" fmla="*/ 1241574 h 3514679"/>
              <a:gd name="connsiteX4322" fmla="*/ 531474 w 3708449"/>
              <a:gd name="connsiteY4322" fmla="*/ 1257633 h 3514679"/>
              <a:gd name="connsiteX4323" fmla="*/ 515415 w 3708449"/>
              <a:gd name="connsiteY4323" fmla="*/ 1241574 h 3514679"/>
              <a:gd name="connsiteX4324" fmla="*/ 531474 w 3708449"/>
              <a:gd name="connsiteY4324" fmla="*/ 1225514 h 3514679"/>
              <a:gd name="connsiteX4325" fmla="*/ 467120 w 3708449"/>
              <a:gd name="connsiteY4325" fmla="*/ 1225514 h 3514679"/>
              <a:gd name="connsiteX4326" fmla="*/ 483296 w 3708449"/>
              <a:gd name="connsiteY4326" fmla="*/ 1241574 h 3514679"/>
              <a:gd name="connsiteX4327" fmla="*/ 467120 w 3708449"/>
              <a:gd name="connsiteY4327" fmla="*/ 1257633 h 3514679"/>
              <a:gd name="connsiteX4328" fmla="*/ 451061 w 3708449"/>
              <a:gd name="connsiteY4328" fmla="*/ 1241574 h 3514679"/>
              <a:gd name="connsiteX4329" fmla="*/ 467120 w 3708449"/>
              <a:gd name="connsiteY4329" fmla="*/ 1225514 h 3514679"/>
              <a:gd name="connsiteX4330" fmla="*/ 402882 w 3708449"/>
              <a:gd name="connsiteY4330" fmla="*/ 1225514 h 3514679"/>
              <a:gd name="connsiteX4331" fmla="*/ 418942 w 3708449"/>
              <a:gd name="connsiteY4331" fmla="*/ 1241574 h 3514679"/>
              <a:gd name="connsiteX4332" fmla="*/ 402882 w 3708449"/>
              <a:gd name="connsiteY4332" fmla="*/ 1257633 h 3514679"/>
              <a:gd name="connsiteX4333" fmla="*/ 386707 w 3708449"/>
              <a:gd name="connsiteY4333" fmla="*/ 1241574 h 3514679"/>
              <a:gd name="connsiteX4334" fmla="*/ 402882 w 3708449"/>
              <a:gd name="connsiteY4334" fmla="*/ 1225514 h 3514679"/>
              <a:gd name="connsiteX4335" fmla="*/ 338529 w 3708449"/>
              <a:gd name="connsiteY4335" fmla="*/ 1225514 h 3514679"/>
              <a:gd name="connsiteX4336" fmla="*/ 353773 w 3708449"/>
              <a:gd name="connsiteY4336" fmla="*/ 1241574 h 3514679"/>
              <a:gd name="connsiteX4337" fmla="*/ 338529 w 3708449"/>
              <a:gd name="connsiteY4337" fmla="*/ 1257633 h 3514679"/>
              <a:gd name="connsiteX4338" fmla="*/ 322469 w 3708449"/>
              <a:gd name="connsiteY4338" fmla="*/ 1241574 h 3514679"/>
              <a:gd name="connsiteX4339" fmla="*/ 338529 w 3708449"/>
              <a:gd name="connsiteY4339" fmla="*/ 1225514 h 3514679"/>
              <a:gd name="connsiteX4340" fmla="*/ 273360 w 3708449"/>
              <a:gd name="connsiteY4340" fmla="*/ 1225514 h 3514679"/>
              <a:gd name="connsiteX4341" fmla="*/ 289536 w 3708449"/>
              <a:gd name="connsiteY4341" fmla="*/ 1241574 h 3514679"/>
              <a:gd name="connsiteX4342" fmla="*/ 273360 w 3708449"/>
              <a:gd name="connsiteY4342" fmla="*/ 1257633 h 3514679"/>
              <a:gd name="connsiteX4343" fmla="*/ 257301 w 3708449"/>
              <a:gd name="connsiteY4343" fmla="*/ 1241574 h 3514679"/>
              <a:gd name="connsiteX4344" fmla="*/ 273360 w 3708449"/>
              <a:gd name="connsiteY4344" fmla="*/ 1225514 h 3514679"/>
              <a:gd name="connsiteX4345" fmla="*/ 209122 w 3708449"/>
              <a:gd name="connsiteY4345" fmla="*/ 1225514 h 3514679"/>
              <a:gd name="connsiteX4346" fmla="*/ 225182 w 3708449"/>
              <a:gd name="connsiteY4346" fmla="*/ 1241574 h 3514679"/>
              <a:gd name="connsiteX4347" fmla="*/ 209122 w 3708449"/>
              <a:gd name="connsiteY4347" fmla="*/ 1257633 h 3514679"/>
              <a:gd name="connsiteX4348" fmla="*/ 192947 w 3708449"/>
              <a:gd name="connsiteY4348" fmla="*/ 1241574 h 3514679"/>
              <a:gd name="connsiteX4349" fmla="*/ 209122 w 3708449"/>
              <a:gd name="connsiteY4349" fmla="*/ 1225514 h 3514679"/>
              <a:gd name="connsiteX4350" fmla="*/ 144767 w 3708449"/>
              <a:gd name="connsiteY4350" fmla="*/ 1225514 h 3514679"/>
              <a:gd name="connsiteX4351" fmla="*/ 160827 w 3708449"/>
              <a:gd name="connsiteY4351" fmla="*/ 1241574 h 3514679"/>
              <a:gd name="connsiteX4352" fmla="*/ 144767 w 3708449"/>
              <a:gd name="connsiteY4352" fmla="*/ 1257633 h 3514679"/>
              <a:gd name="connsiteX4353" fmla="*/ 128592 w 3708449"/>
              <a:gd name="connsiteY4353" fmla="*/ 1241574 h 3514679"/>
              <a:gd name="connsiteX4354" fmla="*/ 144767 w 3708449"/>
              <a:gd name="connsiteY4354" fmla="*/ 1225514 h 3514679"/>
              <a:gd name="connsiteX4355" fmla="*/ 80414 w 3708449"/>
              <a:gd name="connsiteY4355" fmla="*/ 1225514 h 3514679"/>
              <a:gd name="connsiteX4356" fmla="*/ 95658 w 3708449"/>
              <a:gd name="connsiteY4356" fmla="*/ 1241574 h 3514679"/>
              <a:gd name="connsiteX4357" fmla="*/ 80414 w 3708449"/>
              <a:gd name="connsiteY4357" fmla="*/ 1257633 h 3514679"/>
              <a:gd name="connsiteX4358" fmla="*/ 64354 w 3708449"/>
              <a:gd name="connsiteY4358" fmla="*/ 1241574 h 3514679"/>
              <a:gd name="connsiteX4359" fmla="*/ 80414 w 3708449"/>
              <a:gd name="connsiteY4359" fmla="*/ 1225514 h 3514679"/>
              <a:gd name="connsiteX4360" fmla="*/ 15245 w 3708449"/>
              <a:gd name="connsiteY4360" fmla="*/ 1225514 h 3514679"/>
              <a:gd name="connsiteX4361" fmla="*/ 31421 w 3708449"/>
              <a:gd name="connsiteY4361" fmla="*/ 1241574 h 3514679"/>
              <a:gd name="connsiteX4362" fmla="*/ 15245 w 3708449"/>
              <a:gd name="connsiteY4362" fmla="*/ 1257633 h 3514679"/>
              <a:gd name="connsiteX4363" fmla="*/ 0 w 3708449"/>
              <a:gd name="connsiteY4363" fmla="*/ 1241574 h 3514679"/>
              <a:gd name="connsiteX4364" fmla="*/ 15245 w 3708449"/>
              <a:gd name="connsiteY4364" fmla="*/ 1225514 h 3514679"/>
              <a:gd name="connsiteX4365" fmla="*/ 3692390 w 3708449"/>
              <a:gd name="connsiteY4365" fmla="*/ 1161160 h 3514679"/>
              <a:gd name="connsiteX4366" fmla="*/ 3708449 w 3708449"/>
              <a:gd name="connsiteY4366" fmla="*/ 1176405 h 3514679"/>
              <a:gd name="connsiteX4367" fmla="*/ 3692390 w 3708449"/>
              <a:gd name="connsiteY4367" fmla="*/ 1192581 h 3514679"/>
              <a:gd name="connsiteX4368" fmla="*/ 3676214 w 3708449"/>
              <a:gd name="connsiteY4368" fmla="*/ 1176405 h 3514679"/>
              <a:gd name="connsiteX4369" fmla="*/ 3692390 w 3708449"/>
              <a:gd name="connsiteY4369" fmla="*/ 1161160 h 3514679"/>
              <a:gd name="connsiteX4370" fmla="*/ 3628036 w 3708449"/>
              <a:gd name="connsiteY4370" fmla="*/ 1161160 h 3514679"/>
              <a:gd name="connsiteX4371" fmla="*/ 3644095 w 3708449"/>
              <a:gd name="connsiteY4371" fmla="*/ 1176405 h 3514679"/>
              <a:gd name="connsiteX4372" fmla="*/ 3628036 w 3708449"/>
              <a:gd name="connsiteY4372" fmla="*/ 1192581 h 3514679"/>
              <a:gd name="connsiteX4373" fmla="*/ 3611976 w 3708449"/>
              <a:gd name="connsiteY4373" fmla="*/ 1176405 h 3514679"/>
              <a:gd name="connsiteX4374" fmla="*/ 3628036 w 3708449"/>
              <a:gd name="connsiteY4374" fmla="*/ 1161160 h 3514679"/>
              <a:gd name="connsiteX4375" fmla="*/ 3563682 w 3708449"/>
              <a:gd name="connsiteY4375" fmla="*/ 1161160 h 3514679"/>
              <a:gd name="connsiteX4376" fmla="*/ 3579742 w 3708449"/>
              <a:gd name="connsiteY4376" fmla="*/ 1176405 h 3514679"/>
              <a:gd name="connsiteX4377" fmla="*/ 3563682 w 3708449"/>
              <a:gd name="connsiteY4377" fmla="*/ 1192581 h 3514679"/>
              <a:gd name="connsiteX4378" fmla="*/ 3547622 w 3708449"/>
              <a:gd name="connsiteY4378" fmla="*/ 1176405 h 3514679"/>
              <a:gd name="connsiteX4379" fmla="*/ 3563682 w 3708449"/>
              <a:gd name="connsiteY4379" fmla="*/ 1161160 h 3514679"/>
              <a:gd name="connsiteX4380" fmla="*/ 3498629 w 3708449"/>
              <a:gd name="connsiteY4380" fmla="*/ 1161160 h 3514679"/>
              <a:gd name="connsiteX4381" fmla="*/ 3514688 w 3708449"/>
              <a:gd name="connsiteY4381" fmla="*/ 1176405 h 3514679"/>
              <a:gd name="connsiteX4382" fmla="*/ 3498629 w 3708449"/>
              <a:gd name="connsiteY4382" fmla="*/ 1192581 h 3514679"/>
              <a:gd name="connsiteX4383" fmla="*/ 3483267 w 3708449"/>
              <a:gd name="connsiteY4383" fmla="*/ 1176405 h 3514679"/>
              <a:gd name="connsiteX4384" fmla="*/ 3498629 w 3708449"/>
              <a:gd name="connsiteY4384" fmla="*/ 1161160 h 3514679"/>
              <a:gd name="connsiteX4385" fmla="*/ 3434275 w 3708449"/>
              <a:gd name="connsiteY4385" fmla="*/ 1161160 h 3514679"/>
              <a:gd name="connsiteX4386" fmla="*/ 3450334 w 3708449"/>
              <a:gd name="connsiteY4386" fmla="*/ 1176405 h 3514679"/>
              <a:gd name="connsiteX4387" fmla="*/ 3434275 w 3708449"/>
              <a:gd name="connsiteY4387" fmla="*/ 1192581 h 3514679"/>
              <a:gd name="connsiteX4388" fmla="*/ 3418099 w 3708449"/>
              <a:gd name="connsiteY4388" fmla="*/ 1176405 h 3514679"/>
              <a:gd name="connsiteX4389" fmla="*/ 3434275 w 3708449"/>
              <a:gd name="connsiteY4389" fmla="*/ 1161160 h 3514679"/>
              <a:gd name="connsiteX4390" fmla="*/ 3369921 w 3708449"/>
              <a:gd name="connsiteY4390" fmla="*/ 1161160 h 3514679"/>
              <a:gd name="connsiteX4391" fmla="*/ 3385981 w 3708449"/>
              <a:gd name="connsiteY4391" fmla="*/ 1176405 h 3514679"/>
              <a:gd name="connsiteX4392" fmla="*/ 3369921 w 3708449"/>
              <a:gd name="connsiteY4392" fmla="*/ 1192581 h 3514679"/>
              <a:gd name="connsiteX4393" fmla="*/ 3353862 w 3708449"/>
              <a:gd name="connsiteY4393" fmla="*/ 1176405 h 3514679"/>
              <a:gd name="connsiteX4394" fmla="*/ 3369921 w 3708449"/>
              <a:gd name="connsiteY4394" fmla="*/ 1161160 h 3514679"/>
              <a:gd name="connsiteX4395" fmla="*/ 3305567 w 3708449"/>
              <a:gd name="connsiteY4395" fmla="*/ 1161160 h 3514679"/>
              <a:gd name="connsiteX4396" fmla="*/ 3321627 w 3708449"/>
              <a:gd name="connsiteY4396" fmla="*/ 1176405 h 3514679"/>
              <a:gd name="connsiteX4397" fmla="*/ 3305567 w 3708449"/>
              <a:gd name="connsiteY4397" fmla="*/ 1192581 h 3514679"/>
              <a:gd name="connsiteX4398" fmla="*/ 3289508 w 3708449"/>
              <a:gd name="connsiteY4398" fmla="*/ 1176405 h 3514679"/>
              <a:gd name="connsiteX4399" fmla="*/ 3305567 w 3708449"/>
              <a:gd name="connsiteY4399" fmla="*/ 1161160 h 3514679"/>
              <a:gd name="connsiteX4400" fmla="*/ 3241213 w 3708449"/>
              <a:gd name="connsiteY4400" fmla="*/ 1161160 h 3514679"/>
              <a:gd name="connsiteX4401" fmla="*/ 3256574 w 3708449"/>
              <a:gd name="connsiteY4401" fmla="*/ 1176405 h 3514679"/>
              <a:gd name="connsiteX4402" fmla="*/ 3241213 w 3708449"/>
              <a:gd name="connsiteY4402" fmla="*/ 1192581 h 3514679"/>
              <a:gd name="connsiteX4403" fmla="*/ 3225154 w 3708449"/>
              <a:gd name="connsiteY4403" fmla="*/ 1176405 h 3514679"/>
              <a:gd name="connsiteX4404" fmla="*/ 3241213 w 3708449"/>
              <a:gd name="connsiteY4404" fmla="*/ 1161160 h 3514679"/>
              <a:gd name="connsiteX4405" fmla="*/ 3176161 w 3708449"/>
              <a:gd name="connsiteY4405" fmla="*/ 1161160 h 3514679"/>
              <a:gd name="connsiteX4406" fmla="*/ 3192220 w 3708449"/>
              <a:gd name="connsiteY4406" fmla="*/ 1176405 h 3514679"/>
              <a:gd name="connsiteX4407" fmla="*/ 3176161 w 3708449"/>
              <a:gd name="connsiteY4407" fmla="*/ 1192581 h 3514679"/>
              <a:gd name="connsiteX4408" fmla="*/ 3160102 w 3708449"/>
              <a:gd name="connsiteY4408" fmla="*/ 1176405 h 3514679"/>
              <a:gd name="connsiteX4409" fmla="*/ 3176161 w 3708449"/>
              <a:gd name="connsiteY4409" fmla="*/ 1161160 h 3514679"/>
              <a:gd name="connsiteX4410" fmla="*/ 3111806 w 3708449"/>
              <a:gd name="connsiteY4410" fmla="*/ 1161160 h 3514679"/>
              <a:gd name="connsiteX4411" fmla="*/ 3127866 w 3708449"/>
              <a:gd name="connsiteY4411" fmla="*/ 1176405 h 3514679"/>
              <a:gd name="connsiteX4412" fmla="*/ 3111806 w 3708449"/>
              <a:gd name="connsiteY4412" fmla="*/ 1192581 h 3514679"/>
              <a:gd name="connsiteX4413" fmla="*/ 3095747 w 3708449"/>
              <a:gd name="connsiteY4413" fmla="*/ 1176405 h 3514679"/>
              <a:gd name="connsiteX4414" fmla="*/ 3111806 w 3708449"/>
              <a:gd name="connsiteY4414" fmla="*/ 1161160 h 3514679"/>
              <a:gd name="connsiteX4415" fmla="*/ 3047452 w 3708449"/>
              <a:gd name="connsiteY4415" fmla="*/ 1161160 h 3514679"/>
              <a:gd name="connsiteX4416" fmla="*/ 3063512 w 3708449"/>
              <a:gd name="connsiteY4416" fmla="*/ 1176405 h 3514679"/>
              <a:gd name="connsiteX4417" fmla="*/ 3047452 w 3708449"/>
              <a:gd name="connsiteY4417" fmla="*/ 1192581 h 3514679"/>
              <a:gd name="connsiteX4418" fmla="*/ 3031393 w 3708449"/>
              <a:gd name="connsiteY4418" fmla="*/ 1176405 h 3514679"/>
              <a:gd name="connsiteX4419" fmla="*/ 3047452 w 3708449"/>
              <a:gd name="connsiteY4419" fmla="*/ 1161160 h 3514679"/>
              <a:gd name="connsiteX4420" fmla="*/ 2983099 w 3708449"/>
              <a:gd name="connsiteY4420" fmla="*/ 1161160 h 3514679"/>
              <a:gd name="connsiteX4421" fmla="*/ 2999158 w 3708449"/>
              <a:gd name="connsiteY4421" fmla="*/ 1176405 h 3514679"/>
              <a:gd name="connsiteX4422" fmla="*/ 2983099 w 3708449"/>
              <a:gd name="connsiteY4422" fmla="*/ 1192581 h 3514679"/>
              <a:gd name="connsiteX4423" fmla="*/ 2967039 w 3708449"/>
              <a:gd name="connsiteY4423" fmla="*/ 1176405 h 3514679"/>
              <a:gd name="connsiteX4424" fmla="*/ 2983099 w 3708449"/>
              <a:gd name="connsiteY4424" fmla="*/ 1161160 h 3514679"/>
              <a:gd name="connsiteX4425" fmla="*/ 2918046 w 3708449"/>
              <a:gd name="connsiteY4425" fmla="*/ 1161160 h 3514679"/>
              <a:gd name="connsiteX4426" fmla="*/ 2934106 w 3708449"/>
              <a:gd name="connsiteY4426" fmla="*/ 1176405 h 3514679"/>
              <a:gd name="connsiteX4427" fmla="*/ 2918046 w 3708449"/>
              <a:gd name="connsiteY4427" fmla="*/ 1192581 h 3514679"/>
              <a:gd name="connsiteX4428" fmla="*/ 2902685 w 3708449"/>
              <a:gd name="connsiteY4428" fmla="*/ 1176405 h 3514679"/>
              <a:gd name="connsiteX4429" fmla="*/ 2918046 w 3708449"/>
              <a:gd name="connsiteY4429" fmla="*/ 1161160 h 3514679"/>
              <a:gd name="connsiteX4430" fmla="*/ 2853692 w 3708449"/>
              <a:gd name="connsiteY4430" fmla="*/ 1161160 h 3514679"/>
              <a:gd name="connsiteX4431" fmla="*/ 2869752 w 3708449"/>
              <a:gd name="connsiteY4431" fmla="*/ 1176405 h 3514679"/>
              <a:gd name="connsiteX4432" fmla="*/ 2853692 w 3708449"/>
              <a:gd name="connsiteY4432" fmla="*/ 1192581 h 3514679"/>
              <a:gd name="connsiteX4433" fmla="*/ 2837633 w 3708449"/>
              <a:gd name="connsiteY4433" fmla="*/ 1176405 h 3514679"/>
              <a:gd name="connsiteX4434" fmla="*/ 2853692 w 3708449"/>
              <a:gd name="connsiteY4434" fmla="*/ 1161160 h 3514679"/>
              <a:gd name="connsiteX4435" fmla="*/ 2789338 w 3708449"/>
              <a:gd name="connsiteY4435" fmla="*/ 1161160 h 3514679"/>
              <a:gd name="connsiteX4436" fmla="*/ 2805398 w 3708449"/>
              <a:gd name="connsiteY4436" fmla="*/ 1176405 h 3514679"/>
              <a:gd name="connsiteX4437" fmla="*/ 2789338 w 3708449"/>
              <a:gd name="connsiteY4437" fmla="*/ 1192581 h 3514679"/>
              <a:gd name="connsiteX4438" fmla="*/ 2773279 w 3708449"/>
              <a:gd name="connsiteY4438" fmla="*/ 1176405 h 3514679"/>
              <a:gd name="connsiteX4439" fmla="*/ 2789338 w 3708449"/>
              <a:gd name="connsiteY4439" fmla="*/ 1161160 h 3514679"/>
              <a:gd name="connsiteX4440" fmla="*/ 2724984 w 3708449"/>
              <a:gd name="connsiteY4440" fmla="*/ 1161160 h 3514679"/>
              <a:gd name="connsiteX4441" fmla="*/ 2741159 w 3708449"/>
              <a:gd name="connsiteY4441" fmla="*/ 1176405 h 3514679"/>
              <a:gd name="connsiteX4442" fmla="*/ 2724984 w 3708449"/>
              <a:gd name="connsiteY4442" fmla="*/ 1192581 h 3514679"/>
              <a:gd name="connsiteX4443" fmla="*/ 2708924 w 3708449"/>
              <a:gd name="connsiteY4443" fmla="*/ 1176405 h 3514679"/>
              <a:gd name="connsiteX4444" fmla="*/ 2724984 w 3708449"/>
              <a:gd name="connsiteY4444" fmla="*/ 1161160 h 3514679"/>
              <a:gd name="connsiteX4445" fmla="*/ 2660630 w 3708449"/>
              <a:gd name="connsiteY4445" fmla="*/ 1161160 h 3514679"/>
              <a:gd name="connsiteX4446" fmla="*/ 2675991 w 3708449"/>
              <a:gd name="connsiteY4446" fmla="*/ 1176405 h 3514679"/>
              <a:gd name="connsiteX4447" fmla="*/ 2660630 w 3708449"/>
              <a:gd name="connsiteY4447" fmla="*/ 1192581 h 3514679"/>
              <a:gd name="connsiteX4448" fmla="*/ 2644570 w 3708449"/>
              <a:gd name="connsiteY4448" fmla="*/ 1176405 h 3514679"/>
              <a:gd name="connsiteX4449" fmla="*/ 2660630 w 3708449"/>
              <a:gd name="connsiteY4449" fmla="*/ 1161160 h 3514679"/>
              <a:gd name="connsiteX4450" fmla="*/ 2595577 w 3708449"/>
              <a:gd name="connsiteY4450" fmla="*/ 1161160 h 3514679"/>
              <a:gd name="connsiteX4451" fmla="*/ 2611637 w 3708449"/>
              <a:gd name="connsiteY4451" fmla="*/ 1176405 h 3514679"/>
              <a:gd name="connsiteX4452" fmla="*/ 2595577 w 3708449"/>
              <a:gd name="connsiteY4452" fmla="*/ 1192581 h 3514679"/>
              <a:gd name="connsiteX4453" fmla="*/ 2579518 w 3708449"/>
              <a:gd name="connsiteY4453" fmla="*/ 1176405 h 3514679"/>
              <a:gd name="connsiteX4454" fmla="*/ 2595577 w 3708449"/>
              <a:gd name="connsiteY4454" fmla="*/ 1161160 h 3514679"/>
              <a:gd name="connsiteX4455" fmla="*/ 2531224 w 3708449"/>
              <a:gd name="connsiteY4455" fmla="*/ 1161160 h 3514679"/>
              <a:gd name="connsiteX4456" fmla="*/ 2547283 w 3708449"/>
              <a:gd name="connsiteY4456" fmla="*/ 1176405 h 3514679"/>
              <a:gd name="connsiteX4457" fmla="*/ 2531224 w 3708449"/>
              <a:gd name="connsiteY4457" fmla="*/ 1192581 h 3514679"/>
              <a:gd name="connsiteX4458" fmla="*/ 2515164 w 3708449"/>
              <a:gd name="connsiteY4458" fmla="*/ 1176405 h 3514679"/>
              <a:gd name="connsiteX4459" fmla="*/ 2531224 w 3708449"/>
              <a:gd name="connsiteY4459" fmla="*/ 1161160 h 3514679"/>
              <a:gd name="connsiteX4460" fmla="*/ 2466869 w 3708449"/>
              <a:gd name="connsiteY4460" fmla="*/ 1161160 h 3514679"/>
              <a:gd name="connsiteX4461" fmla="*/ 2483044 w 3708449"/>
              <a:gd name="connsiteY4461" fmla="*/ 1176405 h 3514679"/>
              <a:gd name="connsiteX4462" fmla="*/ 2466869 w 3708449"/>
              <a:gd name="connsiteY4462" fmla="*/ 1192581 h 3514679"/>
              <a:gd name="connsiteX4463" fmla="*/ 2450809 w 3708449"/>
              <a:gd name="connsiteY4463" fmla="*/ 1176405 h 3514679"/>
              <a:gd name="connsiteX4464" fmla="*/ 2466869 w 3708449"/>
              <a:gd name="connsiteY4464" fmla="*/ 1161160 h 3514679"/>
              <a:gd name="connsiteX4465" fmla="*/ 2402631 w 3708449"/>
              <a:gd name="connsiteY4465" fmla="*/ 1161160 h 3514679"/>
              <a:gd name="connsiteX4466" fmla="*/ 2418690 w 3708449"/>
              <a:gd name="connsiteY4466" fmla="*/ 1176405 h 3514679"/>
              <a:gd name="connsiteX4467" fmla="*/ 2402631 w 3708449"/>
              <a:gd name="connsiteY4467" fmla="*/ 1192581 h 3514679"/>
              <a:gd name="connsiteX4468" fmla="*/ 2386455 w 3708449"/>
              <a:gd name="connsiteY4468" fmla="*/ 1176405 h 3514679"/>
              <a:gd name="connsiteX4469" fmla="*/ 2402631 w 3708449"/>
              <a:gd name="connsiteY4469" fmla="*/ 1161160 h 3514679"/>
              <a:gd name="connsiteX4470" fmla="*/ 2337462 w 3708449"/>
              <a:gd name="connsiteY4470" fmla="*/ 1161160 h 3514679"/>
              <a:gd name="connsiteX4471" fmla="*/ 2353522 w 3708449"/>
              <a:gd name="connsiteY4471" fmla="*/ 1176405 h 3514679"/>
              <a:gd name="connsiteX4472" fmla="*/ 2337462 w 3708449"/>
              <a:gd name="connsiteY4472" fmla="*/ 1192581 h 3514679"/>
              <a:gd name="connsiteX4473" fmla="*/ 2322218 w 3708449"/>
              <a:gd name="connsiteY4473" fmla="*/ 1176405 h 3514679"/>
              <a:gd name="connsiteX4474" fmla="*/ 2337462 w 3708449"/>
              <a:gd name="connsiteY4474" fmla="*/ 1161160 h 3514679"/>
              <a:gd name="connsiteX4475" fmla="*/ 2273109 w 3708449"/>
              <a:gd name="connsiteY4475" fmla="*/ 1161160 h 3514679"/>
              <a:gd name="connsiteX4476" fmla="*/ 2289284 w 3708449"/>
              <a:gd name="connsiteY4476" fmla="*/ 1176405 h 3514679"/>
              <a:gd name="connsiteX4477" fmla="*/ 2273109 w 3708449"/>
              <a:gd name="connsiteY4477" fmla="*/ 1192581 h 3514679"/>
              <a:gd name="connsiteX4478" fmla="*/ 2257049 w 3708449"/>
              <a:gd name="connsiteY4478" fmla="*/ 1176405 h 3514679"/>
              <a:gd name="connsiteX4479" fmla="*/ 2273109 w 3708449"/>
              <a:gd name="connsiteY4479" fmla="*/ 1161160 h 3514679"/>
              <a:gd name="connsiteX4480" fmla="*/ 2208755 w 3708449"/>
              <a:gd name="connsiteY4480" fmla="*/ 1161160 h 3514679"/>
              <a:gd name="connsiteX4481" fmla="*/ 2224930 w 3708449"/>
              <a:gd name="connsiteY4481" fmla="*/ 1176405 h 3514679"/>
              <a:gd name="connsiteX4482" fmla="*/ 2208755 w 3708449"/>
              <a:gd name="connsiteY4482" fmla="*/ 1192581 h 3514679"/>
              <a:gd name="connsiteX4483" fmla="*/ 2192695 w 3708449"/>
              <a:gd name="connsiteY4483" fmla="*/ 1176405 h 3514679"/>
              <a:gd name="connsiteX4484" fmla="*/ 2208755 w 3708449"/>
              <a:gd name="connsiteY4484" fmla="*/ 1161160 h 3514679"/>
              <a:gd name="connsiteX4485" fmla="*/ 2144517 w 3708449"/>
              <a:gd name="connsiteY4485" fmla="*/ 1161160 h 3514679"/>
              <a:gd name="connsiteX4486" fmla="*/ 2160576 w 3708449"/>
              <a:gd name="connsiteY4486" fmla="*/ 1176405 h 3514679"/>
              <a:gd name="connsiteX4487" fmla="*/ 2144517 w 3708449"/>
              <a:gd name="connsiteY4487" fmla="*/ 1192581 h 3514679"/>
              <a:gd name="connsiteX4488" fmla="*/ 2128341 w 3708449"/>
              <a:gd name="connsiteY4488" fmla="*/ 1176405 h 3514679"/>
              <a:gd name="connsiteX4489" fmla="*/ 2144517 w 3708449"/>
              <a:gd name="connsiteY4489" fmla="*/ 1161160 h 3514679"/>
              <a:gd name="connsiteX4490" fmla="*/ 2080163 w 3708449"/>
              <a:gd name="connsiteY4490" fmla="*/ 1161160 h 3514679"/>
              <a:gd name="connsiteX4491" fmla="*/ 2095408 w 3708449"/>
              <a:gd name="connsiteY4491" fmla="*/ 1176405 h 3514679"/>
              <a:gd name="connsiteX4492" fmla="*/ 2080163 w 3708449"/>
              <a:gd name="connsiteY4492" fmla="*/ 1192581 h 3514679"/>
              <a:gd name="connsiteX4493" fmla="*/ 2064104 w 3708449"/>
              <a:gd name="connsiteY4493" fmla="*/ 1176405 h 3514679"/>
              <a:gd name="connsiteX4494" fmla="*/ 2080163 w 3708449"/>
              <a:gd name="connsiteY4494" fmla="*/ 1161160 h 3514679"/>
              <a:gd name="connsiteX4495" fmla="*/ 2014994 w 3708449"/>
              <a:gd name="connsiteY4495" fmla="*/ 1161160 h 3514679"/>
              <a:gd name="connsiteX4496" fmla="*/ 2031169 w 3708449"/>
              <a:gd name="connsiteY4496" fmla="*/ 1176405 h 3514679"/>
              <a:gd name="connsiteX4497" fmla="*/ 2014994 w 3708449"/>
              <a:gd name="connsiteY4497" fmla="*/ 1192581 h 3514679"/>
              <a:gd name="connsiteX4498" fmla="*/ 1998934 w 3708449"/>
              <a:gd name="connsiteY4498" fmla="*/ 1176405 h 3514679"/>
              <a:gd name="connsiteX4499" fmla="*/ 2014994 w 3708449"/>
              <a:gd name="connsiteY4499" fmla="*/ 1161160 h 3514679"/>
              <a:gd name="connsiteX4500" fmla="*/ 1950756 w 3708449"/>
              <a:gd name="connsiteY4500" fmla="*/ 1161160 h 3514679"/>
              <a:gd name="connsiteX4501" fmla="*/ 1966815 w 3708449"/>
              <a:gd name="connsiteY4501" fmla="*/ 1176405 h 3514679"/>
              <a:gd name="connsiteX4502" fmla="*/ 1950756 w 3708449"/>
              <a:gd name="connsiteY4502" fmla="*/ 1192581 h 3514679"/>
              <a:gd name="connsiteX4503" fmla="*/ 1934580 w 3708449"/>
              <a:gd name="connsiteY4503" fmla="*/ 1176405 h 3514679"/>
              <a:gd name="connsiteX4504" fmla="*/ 1950756 w 3708449"/>
              <a:gd name="connsiteY4504" fmla="*/ 1161160 h 3514679"/>
              <a:gd name="connsiteX4505" fmla="*/ 1886402 w 3708449"/>
              <a:gd name="connsiteY4505" fmla="*/ 1161160 h 3514679"/>
              <a:gd name="connsiteX4506" fmla="*/ 1902461 w 3708449"/>
              <a:gd name="connsiteY4506" fmla="*/ 1176405 h 3514679"/>
              <a:gd name="connsiteX4507" fmla="*/ 1886402 w 3708449"/>
              <a:gd name="connsiteY4507" fmla="*/ 1192581 h 3514679"/>
              <a:gd name="connsiteX4508" fmla="*/ 1870343 w 3708449"/>
              <a:gd name="connsiteY4508" fmla="*/ 1176405 h 3514679"/>
              <a:gd name="connsiteX4509" fmla="*/ 1886402 w 3708449"/>
              <a:gd name="connsiteY4509" fmla="*/ 1161160 h 3514679"/>
              <a:gd name="connsiteX4510" fmla="*/ 1822048 w 3708449"/>
              <a:gd name="connsiteY4510" fmla="*/ 1161160 h 3514679"/>
              <a:gd name="connsiteX4511" fmla="*/ 1838108 w 3708449"/>
              <a:gd name="connsiteY4511" fmla="*/ 1176405 h 3514679"/>
              <a:gd name="connsiteX4512" fmla="*/ 1822048 w 3708449"/>
              <a:gd name="connsiteY4512" fmla="*/ 1192581 h 3514679"/>
              <a:gd name="connsiteX4513" fmla="*/ 1805989 w 3708449"/>
              <a:gd name="connsiteY4513" fmla="*/ 1176405 h 3514679"/>
              <a:gd name="connsiteX4514" fmla="*/ 1822048 w 3708449"/>
              <a:gd name="connsiteY4514" fmla="*/ 1161160 h 3514679"/>
              <a:gd name="connsiteX4515" fmla="*/ 1756879 w 3708449"/>
              <a:gd name="connsiteY4515" fmla="*/ 1161160 h 3514679"/>
              <a:gd name="connsiteX4516" fmla="*/ 1773055 w 3708449"/>
              <a:gd name="connsiteY4516" fmla="*/ 1176405 h 3514679"/>
              <a:gd name="connsiteX4517" fmla="*/ 1756879 w 3708449"/>
              <a:gd name="connsiteY4517" fmla="*/ 1192581 h 3514679"/>
              <a:gd name="connsiteX4518" fmla="*/ 1741635 w 3708449"/>
              <a:gd name="connsiteY4518" fmla="*/ 1176405 h 3514679"/>
              <a:gd name="connsiteX4519" fmla="*/ 1756879 w 3708449"/>
              <a:gd name="connsiteY4519" fmla="*/ 1161160 h 3514679"/>
              <a:gd name="connsiteX4520" fmla="*/ 1692642 w 3708449"/>
              <a:gd name="connsiteY4520" fmla="*/ 1161160 h 3514679"/>
              <a:gd name="connsiteX4521" fmla="*/ 1708701 w 3708449"/>
              <a:gd name="connsiteY4521" fmla="*/ 1176405 h 3514679"/>
              <a:gd name="connsiteX4522" fmla="*/ 1692642 w 3708449"/>
              <a:gd name="connsiteY4522" fmla="*/ 1192581 h 3514679"/>
              <a:gd name="connsiteX4523" fmla="*/ 1676466 w 3708449"/>
              <a:gd name="connsiteY4523" fmla="*/ 1176405 h 3514679"/>
              <a:gd name="connsiteX4524" fmla="*/ 1692642 w 3708449"/>
              <a:gd name="connsiteY4524" fmla="*/ 1161160 h 3514679"/>
              <a:gd name="connsiteX4525" fmla="*/ 1628287 w 3708449"/>
              <a:gd name="connsiteY4525" fmla="*/ 1161160 h 3514679"/>
              <a:gd name="connsiteX4526" fmla="*/ 1644346 w 3708449"/>
              <a:gd name="connsiteY4526" fmla="*/ 1176405 h 3514679"/>
              <a:gd name="connsiteX4527" fmla="*/ 1628287 w 3708449"/>
              <a:gd name="connsiteY4527" fmla="*/ 1192581 h 3514679"/>
              <a:gd name="connsiteX4528" fmla="*/ 1612228 w 3708449"/>
              <a:gd name="connsiteY4528" fmla="*/ 1176405 h 3514679"/>
              <a:gd name="connsiteX4529" fmla="*/ 1628287 w 3708449"/>
              <a:gd name="connsiteY4529" fmla="*/ 1161160 h 3514679"/>
              <a:gd name="connsiteX4530" fmla="*/ 1563933 w 3708449"/>
              <a:gd name="connsiteY4530" fmla="*/ 1161160 h 3514679"/>
              <a:gd name="connsiteX4531" fmla="*/ 1579993 w 3708449"/>
              <a:gd name="connsiteY4531" fmla="*/ 1176405 h 3514679"/>
              <a:gd name="connsiteX4532" fmla="*/ 1563933 w 3708449"/>
              <a:gd name="connsiteY4532" fmla="*/ 1192581 h 3514679"/>
              <a:gd name="connsiteX4533" fmla="*/ 1547874 w 3708449"/>
              <a:gd name="connsiteY4533" fmla="*/ 1176405 h 3514679"/>
              <a:gd name="connsiteX4534" fmla="*/ 1563933 w 3708449"/>
              <a:gd name="connsiteY4534" fmla="*/ 1161160 h 3514679"/>
              <a:gd name="connsiteX4535" fmla="*/ 1499579 w 3708449"/>
              <a:gd name="connsiteY4535" fmla="*/ 1161160 h 3514679"/>
              <a:gd name="connsiteX4536" fmla="*/ 1514940 w 3708449"/>
              <a:gd name="connsiteY4536" fmla="*/ 1176405 h 3514679"/>
              <a:gd name="connsiteX4537" fmla="*/ 1499579 w 3708449"/>
              <a:gd name="connsiteY4537" fmla="*/ 1192581 h 3514679"/>
              <a:gd name="connsiteX4538" fmla="*/ 1483520 w 3708449"/>
              <a:gd name="connsiteY4538" fmla="*/ 1176405 h 3514679"/>
              <a:gd name="connsiteX4539" fmla="*/ 1499579 w 3708449"/>
              <a:gd name="connsiteY4539" fmla="*/ 1161160 h 3514679"/>
              <a:gd name="connsiteX4540" fmla="*/ 1434527 w 3708449"/>
              <a:gd name="connsiteY4540" fmla="*/ 1161160 h 3514679"/>
              <a:gd name="connsiteX4541" fmla="*/ 1450586 w 3708449"/>
              <a:gd name="connsiteY4541" fmla="*/ 1176405 h 3514679"/>
              <a:gd name="connsiteX4542" fmla="*/ 1434527 w 3708449"/>
              <a:gd name="connsiteY4542" fmla="*/ 1192581 h 3514679"/>
              <a:gd name="connsiteX4543" fmla="*/ 1418351 w 3708449"/>
              <a:gd name="connsiteY4543" fmla="*/ 1176405 h 3514679"/>
              <a:gd name="connsiteX4544" fmla="*/ 1434527 w 3708449"/>
              <a:gd name="connsiteY4544" fmla="*/ 1161160 h 3514679"/>
              <a:gd name="connsiteX4545" fmla="*/ 1370173 w 3708449"/>
              <a:gd name="connsiteY4545" fmla="*/ 1161160 h 3514679"/>
              <a:gd name="connsiteX4546" fmla="*/ 1386233 w 3708449"/>
              <a:gd name="connsiteY4546" fmla="*/ 1176405 h 3514679"/>
              <a:gd name="connsiteX4547" fmla="*/ 1370173 w 3708449"/>
              <a:gd name="connsiteY4547" fmla="*/ 1192581 h 3514679"/>
              <a:gd name="connsiteX4548" fmla="*/ 1354114 w 3708449"/>
              <a:gd name="connsiteY4548" fmla="*/ 1176405 h 3514679"/>
              <a:gd name="connsiteX4549" fmla="*/ 1370173 w 3708449"/>
              <a:gd name="connsiteY4549" fmla="*/ 1161160 h 3514679"/>
              <a:gd name="connsiteX4550" fmla="*/ 1305819 w 3708449"/>
              <a:gd name="connsiteY4550" fmla="*/ 1161160 h 3514679"/>
              <a:gd name="connsiteX4551" fmla="*/ 1321879 w 3708449"/>
              <a:gd name="connsiteY4551" fmla="*/ 1176405 h 3514679"/>
              <a:gd name="connsiteX4552" fmla="*/ 1305819 w 3708449"/>
              <a:gd name="connsiteY4552" fmla="*/ 1192581 h 3514679"/>
              <a:gd name="connsiteX4553" fmla="*/ 1289760 w 3708449"/>
              <a:gd name="connsiteY4553" fmla="*/ 1176405 h 3514679"/>
              <a:gd name="connsiteX4554" fmla="*/ 1305819 w 3708449"/>
              <a:gd name="connsiteY4554" fmla="*/ 1161160 h 3514679"/>
              <a:gd name="connsiteX4555" fmla="*/ 1241465 w 3708449"/>
              <a:gd name="connsiteY4555" fmla="*/ 1161160 h 3514679"/>
              <a:gd name="connsiteX4556" fmla="*/ 1256826 w 3708449"/>
              <a:gd name="connsiteY4556" fmla="*/ 1176405 h 3514679"/>
              <a:gd name="connsiteX4557" fmla="*/ 1241465 w 3708449"/>
              <a:gd name="connsiteY4557" fmla="*/ 1192581 h 3514679"/>
              <a:gd name="connsiteX4558" fmla="*/ 1225406 w 3708449"/>
              <a:gd name="connsiteY4558" fmla="*/ 1176405 h 3514679"/>
              <a:gd name="connsiteX4559" fmla="*/ 1241465 w 3708449"/>
              <a:gd name="connsiteY4559" fmla="*/ 1161160 h 3514679"/>
              <a:gd name="connsiteX4560" fmla="*/ 1176412 w 3708449"/>
              <a:gd name="connsiteY4560" fmla="*/ 1161160 h 3514679"/>
              <a:gd name="connsiteX4561" fmla="*/ 1192472 w 3708449"/>
              <a:gd name="connsiteY4561" fmla="*/ 1176405 h 3514679"/>
              <a:gd name="connsiteX4562" fmla="*/ 1176412 w 3708449"/>
              <a:gd name="connsiteY4562" fmla="*/ 1192581 h 3514679"/>
              <a:gd name="connsiteX4563" fmla="*/ 1161051 w 3708449"/>
              <a:gd name="connsiteY4563" fmla="*/ 1176405 h 3514679"/>
              <a:gd name="connsiteX4564" fmla="*/ 1176412 w 3708449"/>
              <a:gd name="connsiteY4564" fmla="*/ 1161160 h 3514679"/>
              <a:gd name="connsiteX4565" fmla="*/ 1112058 w 3708449"/>
              <a:gd name="connsiteY4565" fmla="*/ 1161160 h 3514679"/>
              <a:gd name="connsiteX4566" fmla="*/ 1128117 w 3708449"/>
              <a:gd name="connsiteY4566" fmla="*/ 1176405 h 3514679"/>
              <a:gd name="connsiteX4567" fmla="*/ 1112058 w 3708449"/>
              <a:gd name="connsiteY4567" fmla="*/ 1192581 h 3514679"/>
              <a:gd name="connsiteX4568" fmla="*/ 1095998 w 3708449"/>
              <a:gd name="connsiteY4568" fmla="*/ 1176405 h 3514679"/>
              <a:gd name="connsiteX4569" fmla="*/ 1112058 w 3708449"/>
              <a:gd name="connsiteY4569" fmla="*/ 1161160 h 3514679"/>
              <a:gd name="connsiteX4570" fmla="*/ 1047704 w 3708449"/>
              <a:gd name="connsiteY4570" fmla="*/ 1161160 h 3514679"/>
              <a:gd name="connsiteX4571" fmla="*/ 1063763 w 3708449"/>
              <a:gd name="connsiteY4571" fmla="*/ 1176405 h 3514679"/>
              <a:gd name="connsiteX4572" fmla="*/ 1047704 w 3708449"/>
              <a:gd name="connsiteY4572" fmla="*/ 1192581 h 3514679"/>
              <a:gd name="connsiteX4573" fmla="*/ 1031644 w 3708449"/>
              <a:gd name="connsiteY4573" fmla="*/ 1176405 h 3514679"/>
              <a:gd name="connsiteX4574" fmla="*/ 1047704 w 3708449"/>
              <a:gd name="connsiteY4574" fmla="*/ 1161160 h 3514679"/>
              <a:gd name="connsiteX4575" fmla="*/ 983349 w 3708449"/>
              <a:gd name="connsiteY4575" fmla="*/ 1161160 h 3514679"/>
              <a:gd name="connsiteX4576" fmla="*/ 999408 w 3708449"/>
              <a:gd name="connsiteY4576" fmla="*/ 1176405 h 3514679"/>
              <a:gd name="connsiteX4577" fmla="*/ 983349 w 3708449"/>
              <a:gd name="connsiteY4577" fmla="*/ 1192581 h 3514679"/>
              <a:gd name="connsiteX4578" fmla="*/ 967290 w 3708449"/>
              <a:gd name="connsiteY4578" fmla="*/ 1176405 h 3514679"/>
              <a:gd name="connsiteX4579" fmla="*/ 983349 w 3708449"/>
              <a:gd name="connsiteY4579" fmla="*/ 1161160 h 3514679"/>
              <a:gd name="connsiteX4580" fmla="*/ 918995 w 3708449"/>
              <a:gd name="connsiteY4580" fmla="*/ 1161160 h 3514679"/>
              <a:gd name="connsiteX4581" fmla="*/ 934356 w 3708449"/>
              <a:gd name="connsiteY4581" fmla="*/ 1176405 h 3514679"/>
              <a:gd name="connsiteX4582" fmla="*/ 918995 w 3708449"/>
              <a:gd name="connsiteY4582" fmla="*/ 1192581 h 3514679"/>
              <a:gd name="connsiteX4583" fmla="*/ 902936 w 3708449"/>
              <a:gd name="connsiteY4583" fmla="*/ 1176405 h 3514679"/>
              <a:gd name="connsiteX4584" fmla="*/ 918995 w 3708449"/>
              <a:gd name="connsiteY4584" fmla="*/ 1161160 h 3514679"/>
              <a:gd name="connsiteX4585" fmla="*/ 853944 w 3708449"/>
              <a:gd name="connsiteY4585" fmla="*/ 1161160 h 3514679"/>
              <a:gd name="connsiteX4586" fmla="*/ 870003 w 3708449"/>
              <a:gd name="connsiteY4586" fmla="*/ 1176405 h 3514679"/>
              <a:gd name="connsiteX4587" fmla="*/ 853944 w 3708449"/>
              <a:gd name="connsiteY4587" fmla="*/ 1192581 h 3514679"/>
              <a:gd name="connsiteX4588" fmla="*/ 837884 w 3708449"/>
              <a:gd name="connsiteY4588" fmla="*/ 1176405 h 3514679"/>
              <a:gd name="connsiteX4589" fmla="*/ 853944 w 3708449"/>
              <a:gd name="connsiteY4589" fmla="*/ 1161160 h 3514679"/>
              <a:gd name="connsiteX4590" fmla="*/ 789590 w 3708449"/>
              <a:gd name="connsiteY4590" fmla="*/ 1161160 h 3514679"/>
              <a:gd name="connsiteX4591" fmla="*/ 805649 w 3708449"/>
              <a:gd name="connsiteY4591" fmla="*/ 1176405 h 3514679"/>
              <a:gd name="connsiteX4592" fmla="*/ 789590 w 3708449"/>
              <a:gd name="connsiteY4592" fmla="*/ 1192581 h 3514679"/>
              <a:gd name="connsiteX4593" fmla="*/ 773530 w 3708449"/>
              <a:gd name="connsiteY4593" fmla="*/ 1176405 h 3514679"/>
              <a:gd name="connsiteX4594" fmla="*/ 789590 w 3708449"/>
              <a:gd name="connsiteY4594" fmla="*/ 1161160 h 3514679"/>
              <a:gd name="connsiteX4595" fmla="*/ 725235 w 3708449"/>
              <a:gd name="connsiteY4595" fmla="*/ 1161160 h 3514679"/>
              <a:gd name="connsiteX4596" fmla="*/ 741411 w 3708449"/>
              <a:gd name="connsiteY4596" fmla="*/ 1176405 h 3514679"/>
              <a:gd name="connsiteX4597" fmla="*/ 725235 w 3708449"/>
              <a:gd name="connsiteY4597" fmla="*/ 1192581 h 3514679"/>
              <a:gd name="connsiteX4598" fmla="*/ 709176 w 3708449"/>
              <a:gd name="connsiteY4598" fmla="*/ 1176405 h 3514679"/>
              <a:gd name="connsiteX4599" fmla="*/ 725235 w 3708449"/>
              <a:gd name="connsiteY4599" fmla="*/ 1161160 h 3514679"/>
              <a:gd name="connsiteX4600" fmla="*/ 660998 w 3708449"/>
              <a:gd name="connsiteY4600" fmla="*/ 1161160 h 3514679"/>
              <a:gd name="connsiteX4601" fmla="*/ 676242 w 3708449"/>
              <a:gd name="connsiteY4601" fmla="*/ 1176405 h 3514679"/>
              <a:gd name="connsiteX4602" fmla="*/ 660998 w 3708449"/>
              <a:gd name="connsiteY4602" fmla="*/ 1192581 h 3514679"/>
              <a:gd name="connsiteX4603" fmla="*/ 644822 w 3708449"/>
              <a:gd name="connsiteY4603" fmla="*/ 1176405 h 3514679"/>
              <a:gd name="connsiteX4604" fmla="*/ 660998 w 3708449"/>
              <a:gd name="connsiteY4604" fmla="*/ 1161160 h 3514679"/>
              <a:gd name="connsiteX4605" fmla="*/ 595829 w 3708449"/>
              <a:gd name="connsiteY4605" fmla="*/ 1161160 h 3514679"/>
              <a:gd name="connsiteX4606" fmla="*/ 611888 w 3708449"/>
              <a:gd name="connsiteY4606" fmla="*/ 1176405 h 3514679"/>
              <a:gd name="connsiteX4607" fmla="*/ 595829 w 3708449"/>
              <a:gd name="connsiteY4607" fmla="*/ 1192581 h 3514679"/>
              <a:gd name="connsiteX4608" fmla="*/ 580468 w 3708449"/>
              <a:gd name="connsiteY4608" fmla="*/ 1176405 h 3514679"/>
              <a:gd name="connsiteX4609" fmla="*/ 595829 w 3708449"/>
              <a:gd name="connsiteY4609" fmla="*/ 1161160 h 3514679"/>
              <a:gd name="connsiteX4610" fmla="*/ 531474 w 3708449"/>
              <a:gd name="connsiteY4610" fmla="*/ 1161160 h 3514679"/>
              <a:gd name="connsiteX4611" fmla="*/ 547533 w 3708449"/>
              <a:gd name="connsiteY4611" fmla="*/ 1176405 h 3514679"/>
              <a:gd name="connsiteX4612" fmla="*/ 531474 w 3708449"/>
              <a:gd name="connsiteY4612" fmla="*/ 1192581 h 3514679"/>
              <a:gd name="connsiteX4613" fmla="*/ 515415 w 3708449"/>
              <a:gd name="connsiteY4613" fmla="*/ 1176405 h 3514679"/>
              <a:gd name="connsiteX4614" fmla="*/ 531474 w 3708449"/>
              <a:gd name="connsiteY4614" fmla="*/ 1161160 h 3514679"/>
              <a:gd name="connsiteX4615" fmla="*/ 467120 w 3708449"/>
              <a:gd name="connsiteY4615" fmla="*/ 1161160 h 3514679"/>
              <a:gd name="connsiteX4616" fmla="*/ 483296 w 3708449"/>
              <a:gd name="connsiteY4616" fmla="*/ 1176405 h 3514679"/>
              <a:gd name="connsiteX4617" fmla="*/ 467120 w 3708449"/>
              <a:gd name="connsiteY4617" fmla="*/ 1192581 h 3514679"/>
              <a:gd name="connsiteX4618" fmla="*/ 451061 w 3708449"/>
              <a:gd name="connsiteY4618" fmla="*/ 1176405 h 3514679"/>
              <a:gd name="connsiteX4619" fmla="*/ 467120 w 3708449"/>
              <a:gd name="connsiteY4619" fmla="*/ 1161160 h 3514679"/>
              <a:gd name="connsiteX4620" fmla="*/ 402882 w 3708449"/>
              <a:gd name="connsiteY4620" fmla="*/ 1161160 h 3514679"/>
              <a:gd name="connsiteX4621" fmla="*/ 418942 w 3708449"/>
              <a:gd name="connsiteY4621" fmla="*/ 1176405 h 3514679"/>
              <a:gd name="connsiteX4622" fmla="*/ 402882 w 3708449"/>
              <a:gd name="connsiteY4622" fmla="*/ 1192581 h 3514679"/>
              <a:gd name="connsiteX4623" fmla="*/ 386707 w 3708449"/>
              <a:gd name="connsiteY4623" fmla="*/ 1176405 h 3514679"/>
              <a:gd name="connsiteX4624" fmla="*/ 402882 w 3708449"/>
              <a:gd name="connsiteY4624" fmla="*/ 1161160 h 3514679"/>
              <a:gd name="connsiteX4625" fmla="*/ 338529 w 3708449"/>
              <a:gd name="connsiteY4625" fmla="*/ 1161160 h 3514679"/>
              <a:gd name="connsiteX4626" fmla="*/ 353773 w 3708449"/>
              <a:gd name="connsiteY4626" fmla="*/ 1176405 h 3514679"/>
              <a:gd name="connsiteX4627" fmla="*/ 338529 w 3708449"/>
              <a:gd name="connsiteY4627" fmla="*/ 1192581 h 3514679"/>
              <a:gd name="connsiteX4628" fmla="*/ 322469 w 3708449"/>
              <a:gd name="connsiteY4628" fmla="*/ 1176405 h 3514679"/>
              <a:gd name="connsiteX4629" fmla="*/ 338529 w 3708449"/>
              <a:gd name="connsiteY4629" fmla="*/ 1161160 h 3514679"/>
              <a:gd name="connsiteX4630" fmla="*/ 273360 w 3708449"/>
              <a:gd name="connsiteY4630" fmla="*/ 1161160 h 3514679"/>
              <a:gd name="connsiteX4631" fmla="*/ 289536 w 3708449"/>
              <a:gd name="connsiteY4631" fmla="*/ 1176405 h 3514679"/>
              <a:gd name="connsiteX4632" fmla="*/ 273360 w 3708449"/>
              <a:gd name="connsiteY4632" fmla="*/ 1192581 h 3514679"/>
              <a:gd name="connsiteX4633" fmla="*/ 257301 w 3708449"/>
              <a:gd name="connsiteY4633" fmla="*/ 1176405 h 3514679"/>
              <a:gd name="connsiteX4634" fmla="*/ 273360 w 3708449"/>
              <a:gd name="connsiteY4634" fmla="*/ 1161160 h 3514679"/>
              <a:gd name="connsiteX4635" fmla="*/ 209122 w 3708449"/>
              <a:gd name="connsiteY4635" fmla="*/ 1161160 h 3514679"/>
              <a:gd name="connsiteX4636" fmla="*/ 225182 w 3708449"/>
              <a:gd name="connsiteY4636" fmla="*/ 1176405 h 3514679"/>
              <a:gd name="connsiteX4637" fmla="*/ 209122 w 3708449"/>
              <a:gd name="connsiteY4637" fmla="*/ 1192581 h 3514679"/>
              <a:gd name="connsiteX4638" fmla="*/ 192947 w 3708449"/>
              <a:gd name="connsiteY4638" fmla="*/ 1176405 h 3514679"/>
              <a:gd name="connsiteX4639" fmla="*/ 209122 w 3708449"/>
              <a:gd name="connsiteY4639" fmla="*/ 1161160 h 3514679"/>
              <a:gd name="connsiteX4640" fmla="*/ 144767 w 3708449"/>
              <a:gd name="connsiteY4640" fmla="*/ 1161160 h 3514679"/>
              <a:gd name="connsiteX4641" fmla="*/ 160827 w 3708449"/>
              <a:gd name="connsiteY4641" fmla="*/ 1176405 h 3514679"/>
              <a:gd name="connsiteX4642" fmla="*/ 144767 w 3708449"/>
              <a:gd name="connsiteY4642" fmla="*/ 1192581 h 3514679"/>
              <a:gd name="connsiteX4643" fmla="*/ 128592 w 3708449"/>
              <a:gd name="connsiteY4643" fmla="*/ 1176405 h 3514679"/>
              <a:gd name="connsiteX4644" fmla="*/ 144767 w 3708449"/>
              <a:gd name="connsiteY4644" fmla="*/ 1161160 h 3514679"/>
              <a:gd name="connsiteX4645" fmla="*/ 80414 w 3708449"/>
              <a:gd name="connsiteY4645" fmla="*/ 1161160 h 3514679"/>
              <a:gd name="connsiteX4646" fmla="*/ 95658 w 3708449"/>
              <a:gd name="connsiteY4646" fmla="*/ 1176405 h 3514679"/>
              <a:gd name="connsiteX4647" fmla="*/ 80414 w 3708449"/>
              <a:gd name="connsiteY4647" fmla="*/ 1192581 h 3514679"/>
              <a:gd name="connsiteX4648" fmla="*/ 64354 w 3708449"/>
              <a:gd name="connsiteY4648" fmla="*/ 1176405 h 3514679"/>
              <a:gd name="connsiteX4649" fmla="*/ 80414 w 3708449"/>
              <a:gd name="connsiteY4649" fmla="*/ 1161160 h 3514679"/>
              <a:gd name="connsiteX4650" fmla="*/ 15245 w 3708449"/>
              <a:gd name="connsiteY4650" fmla="*/ 1161160 h 3514679"/>
              <a:gd name="connsiteX4651" fmla="*/ 31421 w 3708449"/>
              <a:gd name="connsiteY4651" fmla="*/ 1176405 h 3514679"/>
              <a:gd name="connsiteX4652" fmla="*/ 15245 w 3708449"/>
              <a:gd name="connsiteY4652" fmla="*/ 1192581 h 3514679"/>
              <a:gd name="connsiteX4653" fmla="*/ 0 w 3708449"/>
              <a:gd name="connsiteY4653" fmla="*/ 1176405 h 3514679"/>
              <a:gd name="connsiteX4654" fmla="*/ 15245 w 3708449"/>
              <a:gd name="connsiteY4654" fmla="*/ 1161160 h 3514679"/>
              <a:gd name="connsiteX4655" fmla="*/ 3692390 w 3708449"/>
              <a:gd name="connsiteY4655" fmla="*/ 1095992 h 3514679"/>
              <a:gd name="connsiteX4656" fmla="*/ 3708449 w 3708449"/>
              <a:gd name="connsiteY4656" fmla="*/ 1112168 h 3514679"/>
              <a:gd name="connsiteX4657" fmla="*/ 3692390 w 3708449"/>
              <a:gd name="connsiteY4657" fmla="*/ 1128227 h 3514679"/>
              <a:gd name="connsiteX4658" fmla="*/ 3676214 w 3708449"/>
              <a:gd name="connsiteY4658" fmla="*/ 1112168 h 3514679"/>
              <a:gd name="connsiteX4659" fmla="*/ 3692390 w 3708449"/>
              <a:gd name="connsiteY4659" fmla="*/ 1095992 h 3514679"/>
              <a:gd name="connsiteX4660" fmla="*/ 3628036 w 3708449"/>
              <a:gd name="connsiteY4660" fmla="*/ 1095992 h 3514679"/>
              <a:gd name="connsiteX4661" fmla="*/ 3644095 w 3708449"/>
              <a:gd name="connsiteY4661" fmla="*/ 1112168 h 3514679"/>
              <a:gd name="connsiteX4662" fmla="*/ 3628036 w 3708449"/>
              <a:gd name="connsiteY4662" fmla="*/ 1128227 h 3514679"/>
              <a:gd name="connsiteX4663" fmla="*/ 3611976 w 3708449"/>
              <a:gd name="connsiteY4663" fmla="*/ 1112168 h 3514679"/>
              <a:gd name="connsiteX4664" fmla="*/ 3628036 w 3708449"/>
              <a:gd name="connsiteY4664" fmla="*/ 1095992 h 3514679"/>
              <a:gd name="connsiteX4665" fmla="*/ 3563682 w 3708449"/>
              <a:gd name="connsiteY4665" fmla="*/ 1095992 h 3514679"/>
              <a:gd name="connsiteX4666" fmla="*/ 3579742 w 3708449"/>
              <a:gd name="connsiteY4666" fmla="*/ 1112168 h 3514679"/>
              <a:gd name="connsiteX4667" fmla="*/ 3563682 w 3708449"/>
              <a:gd name="connsiteY4667" fmla="*/ 1128227 h 3514679"/>
              <a:gd name="connsiteX4668" fmla="*/ 3547622 w 3708449"/>
              <a:gd name="connsiteY4668" fmla="*/ 1112168 h 3514679"/>
              <a:gd name="connsiteX4669" fmla="*/ 3563682 w 3708449"/>
              <a:gd name="connsiteY4669" fmla="*/ 1095992 h 3514679"/>
              <a:gd name="connsiteX4670" fmla="*/ 3498629 w 3708449"/>
              <a:gd name="connsiteY4670" fmla="*/ 1095992 h 3514679"/>
              <a:gd name="connsiteX4671" fmla="*/ 3514688 w 3708449"/>
              <a:gd name="connsiteY4671" fmla="*/ 1112168 h 3514679"/>
              <a:gd name="connsiteX4672" fmla="*/ 3498629 w 3708449"/>
              <a:gd name="connsiteY4672" fmla="*/ 1128227 h 3514679"/>
              <a:gd name="connsiteX4673" fmla="*/ 3483267 w 3708449"/>
              <a:gd name="connsiteY4673" fmla="*/ 1112168 h 3514679"/>
              <a:gd name="connsiteX4674" fmla="*/ 3498629 w 3708449"/>
              <a:gd name="connsiteY4674" fmla="*/ 1095992 h 3514679"/>
              <a:gd name="connsiteX4675" fmla="*/ 3434275 w 3708449"/>
              <a:gd name="connsiteY4675" fmla="*/ 1095992 h 3514679"/>
              <a:gd name="connsiteX4676" fmla="*/ 3450334 w 3708449"/>
              <a:gd name="connsiteY4676" fmla="*/ 1112168 h 3514679"/>
              <a:gd name="connsiteX4677" fmla="*/ 3434275 w 3708449"/>
              <a:gd name="connsiteY4677" fmla="*/ 1128227 h 3514679"/>
              <a:gd name="connsiteX4678" fmla="*/ 3418099 w 3708449"/>
              <a:gd name="connsiteY4678" fmla="*/ 1112168 h 3514679"/>
              <a:gd name="connsiteX4679" fmla="*/ 3434275 w 3708449"/>
              <a:gd name="connsiteY4679" fmla="*/ 1095992 h 3514679"/>
              <a:gd name="connsiteX4680" fmla="*/ 3369921 w 3708449"/>
              <a:gd name="connsiteY4680" fmla="*/ 1095992 h 3514679"/>
              <a:gd name="connsiteX4681" fmla="*/ 3385981 w 3708449"/>
              <a:gd name="connsiteY4681" fmla="*/ 1112168 h 3514679"/>
              <a:gd name="connsiteX4682" fmla="*/ 3369921 w 3708449"/>
              <a:gd name="connsiteY4682" fmla="*/ 1128227 h 3514679"/>
              <a:gd name="connsiteX4683" fmla="*/ 3353862 w 3708449"/>
              <a:gd name="connsiteY4683" fmla="*/ 1112168 h 3514679"/>
              <a:gd name="connsiteX4684" fmla="*/ 3369921 w 3708449"/>
              <a:gd name="connsiteY4684" fmla="*/ 1095992 h 3514679"/>
              <a:gd name="connsiteX4685" fmla="*/ 3305567 w 3708449"/>
              <a:gd name="connsiteY4685" fmla="*/ 1095992 h 3514679"/>
              <a:gd name="connsiteX4686" fmla="*/ 3321627 w 3708449"/>
              <a:gd name="connsiteY4686" fmla="*/ 1112168 h 3514679"/>
              <a:gd name="connsiteX4687" fmla="*/ 3305567 w 3708449"/>
              <a:gd name="connsiteY4687" fmla="*/ 1128227 h 3514679"/>
              <a:gd name="connsiteX4688" fmla="*/ 3289508 w 3708449"/>
              <a:gd name="connsiteY4688" fmla="*/ 1112168 h 3514679"/>
              <a:gd name="connsiteX4689" fmla="*/ 3305567 w 3708449"/>
              <a:gd name="connsiteY4689" fmla="*/ 1095992 h 3514679"/>
              <a:gd name="connsiteX4690" fmla="*/ 3241213 w 3708449"/>
              <a:gd name="connsiteY4690" fmla="*/ 1095992 h 3514679"/>
              <a:gd name="connsiteX4691" fmla="*/ 3256574 w 3708449"/>
              <a:gd name="connsiteY4691" fmla="*/ 1112168 h 3514679"/>
              <a:gd name="connsiteX4692" fmla="*/ 3241213 w 3708449"/>
              <a:gd name="connsiteY4692" fmla="*/ 1128227 h 3514679"/>
              <a:gd name="connsiteX4693" fmla="*/ 3225154 w 3708449"/>
              <a:gd name="connsiteY4693" fmla="*/ 1112168 h 3514679"/>
              <a:gd name="connsiteX4694" fmla="*/ 3241213 w 3708449"/>
              <a:gd name="connsiteY4694" fmla="*/ 1095992 h 3514679"/>
              <a:gd name="connsiteX4695" fmla="*/ 3176161 w 3708449"/>
              <a:gd name="connsiteY4695" fmla="*/ 1095992 h 3514679"/>
              <a:gd name="connsiteX4696" fmla="*/ 3192220 w 3708449"/>
              <a:gd name="connsiteY4696" fmla="*/ 1112168 h 3514679"/>
              <a:gd name="connsiteX4697" fmla="*/ 3176161 w 3708449"/>
              <a:gd name="connsiteY4697" fmla="*/ 1128227 h 3514679"/>
              <a:gd name="connsiteX4698" fmla="*/ 3160102 w 3708449"/>
              <a:gd name="connsiteY4698" fmla="*/ 1112168 h 3514679"/>
              <a:gd name="connsiteX4699" fmla="*/ 3176161 w 3708449"/>
              <a:gd name="connsiteY4699" fmla="*/ 1095992 h 3514679"/>
              <a:gd name="connsiteX4700" fmla="*/ 3111806 w 3708449"/>
              <a:gd name="connsiteY4700" fmla="*/ 1095992 h 3514679"/>
              <a:gd name="connsiteX4701" fmla="*/ 3127866 w 3708449"/>
              <a:gd name="connsiteY4701" fmla="*/ 1112168 h 3514679"/>
              <a:gd name="connsiteX4702" fmla="*/ 3111806 w 3708449"/>
              <a:gd name="connsiteY4702" fmla="*/ 1128227 h 3514679"/>
              <a:gd name="connsiteX4703" fmla="*/ 3095747 w 3708449"/>
              <a:gd name="connsiteY4703" fmla="*/ 1112168 h 3514679"/>
              <a:gd name="connsiteX4704" fmla="*/ 3111806 w 3708449"/>
              <a:gd name="connsiteY4704" fmla="*/ 1095992 h 3514679"/>
              <a:gd name="connsiteX4705" fmla="*/ 3047452 w 3708449"/>
              <a:gd name="connsiteY4705" fmla="*/ 1095992 h 3514679"/>
              <a:gd name="connsiteX4706" fmla="*/ 3063512 w 3708449"/>
              <a:gd name="connsiteY4706" fmla="*/ 1112168 h 3514679"/>
              <a:gd name="connsiteX4707" fmla="*/ 3047452 w 3708449"/>
              <a:gd name="connsiteY4707" fmla="*/ 1128227 h 3514679"/>
              <a:gd name="connsiteX4708" fmla="*/ 3031393 w 3708449"/>
              <a:gd name="connsiteY4708" fmla="*/ 1112168 h 3514679"/>
              <a:gd name="connsiteX4709" fmla="*/ 3047452 w 3708449"/>
              <a:gd name="connsiteY4709" fmla="*/ 1095992 h 3514679"/>
              <a:gd name="connsiteX4710" fmla="*/ 2983099 w 3708449"/>
              <a:gd name="connsiteY4710" fmla="*/ 1095992 h 3514679"/>
              <a:gd name="connsiteX4711" fmla="*/ 2999158 w 3708449"/>
              <a:gd name="connsiteY4711" fmla="*/ 1112168 h 3514679"/>
              <a:gd name="connsiteX4712" fmla="*/ 2983099 w 3708449"/>
              <a:gd name="connsiteY4712" fmla="*/ 1128227 h 3514679"/>
              <a:gd name="connsiteX4713" fmla="*/ 2967039 w 3708449"/>
              <a:gd name="connsiteY4713" fmla="*/ 1112168 h 3514679"/>
              <a:gd name="connsiteX4714" fmla="*/ 2983099 w 3708449"/>
              <a:gd name="connsiteY4714" fmla="*/ 1095992 h 3514679"/>
              <a:gd name="connsiteX4715" fmla="*/ 2918046 w 3708449"/>
              <a:gd name="connsiteY4715" fmla="*/ 1095992 h 3514679"/>
              <a:gd name="connsiteX4716" fmla="*/ 2934106 w 3708449"/>
              <a:gd name="connsiteY4716" fmla="*/ 1112168 h 3514679"/>
              <a:gd name="connsiteX4717" fmla="*/ 2918046 w 3708449"/>
              <a:gd name="connsiteY4717" fmla="*/ 1128227 h 3514679"/>
              <a:gd name="connsiteX4718" fmla="*/ 2902685 w 3708449"/>
              <a:gd name="connsiteY4718" fmla="*/ 1112168 h 3514679"/>
              <a:gd name="connsiteX4719" fmla="*/ 2918046 w 3708449"/>
              <a:gd name="connsiteY4719" fmla="*/ 1095992 h 3514679"/>
              <a:gd name="connsiteX4720" fmla="*/ 2853692 w 3708449"/>
              <a:gd name="connsiteY4720" fmla="*/ 1095992 h 3514679"/>
              <a:gd name="connsiteX4721" fmla="*/ 2869752 w 3708449"/>
              <a:gd name="connsiteY4721" fmla="*/ 1112168 h 3514679"/>
              <a:gd name="connsiteX4722" fmla="*/ 2853692 w 3708449"/>
              <a:gd name="connsiteY4722" fmla="*/ 1128227 h 3514679"/>
              <a:gd name="connsiteX4723" fmla="*/ 2837633 w 3708449"/>
              <a:gd name="connsiteY4723" fmla="*/ 1112168 h 3514679"/>
              <a:gd name="connsiteX4724" fmla="*/ 2853692 w 3708449"/>
              <a:gd name="connsiteY4724" fmla="*/ 1095992 h 3514679"/>
              <a:gd name="connsiteX4725" fmla="*/ 2789338 w 3708449"/>
              <a:gd name="connsiteY4725" fmla="*/ 1095992 h 3514679"/>
              <a:gd name="connsiteX4726" fmla="*/ 2805398 w 3708449"/>
              <a:gd name="connsiteY4726" fmla="*/ 1112168 h 3514679"/>
              <a:gd name="connsiteX4727" fmla="*/ 2789338 w 3708449"/>
              <a:gd name="connsiteY4727" fmla="*/ 1128227 h 3514679"/>
              <a:gd name="connsiteX4728" fmla="*/ 2773279 w 3708449"/>
              <a:gd name="connsiteY4728" fmla="*/ 1112168 h 3514679"/>
              <a:gd name="connsiteX4729" fmla="*/ 2789338 w 3708449"/>
              <a:gd name="connsiteY4729" fmla="*/ 1095992 h 3514679"/>
              <a:gd name="connsiteX4730" fmla="*/ 2724984 w 3708449"/>
              <a:gd name="connsiteY4730" fmla="*/ 1095992 h 3514679"/>
              <a:gd name="connsiteX4731" fmla="*/ 2741159 w 3708449"/>
              <a:gd name="connsiteY4731" fmla="*/ 1112168 h 3514679"/>
              <a:gd name="connsiteX4732" fmla="*/ 2724984 w 3708449"/>
              <a:gd name="connsiteY4732" fmla="*/ 1128227 h 3514679"/>
              <a:gd name="connsiteX4733" fmla="*/ 2708924 w 3708449"/>
              <a:gd name="connsiteY4733" fmla="*/ 1112168 h 3514679"/>
              <a:gd name="connsiteX4734" fmla="*/ 2724984 w 3708449"/>
              <a:gd name="connsiteY4734" fmla="*/ 1095992 h 3514679"/>
              <a:gd name="connsiteX4735" fmla="*/ 2660630 w 3708449"/>
              <a:gd name="connsiteY4735" fmla="*/ 1095992 h 3514679"/>
              <a:gd name="connsiteX4736" fmla="*/ 2675991 w 3708449"/>
              <a:gd name="connsiteY4736" fmla="*/ 1112168 h 3514679"/>
              <a:gd name="connsiteX4737" fmla="*/ 2660630 w 3708449"/>
              <a:gd name="connsiteY4737" fmla="*/ 1128227 h 3514679"/>
              <a:gd name="connsiteX4738" fmla="*/ 2644570 w 3708449"/>
              <a:gd name="connsiteY4738" fmla="*/ 1112168 h 3514679"/>
              <a:gd name="connsiteX4739" fmla="*/ 2660630 w 3708449"/>
              <a:gd name="connsiteY4739" fmla="*/ 1095992 h 3514679"/>
              <a:gd name="connsiteX4740" fmla="*/ 2595577 w 3708449"/>
              <a:gd name="connsiteY4740" fmla="*/ 1095992 h 3514679"/>
              <a:gd name="connsiteX4741" fmla="*/ 2611637 w 3708449"/>
              <a:gd name="connsiteY4741" fmla="*/ 1112168 h 3514679"/>
              <a:gd name="connsiteX4742" fmla="*/ 2595577 w 3708449"/>
              <a:gd name="connsiteY4742" fmla="*/ 1128227 h 3514679"/>
              <a:gd name="connsiteX4743" fmla="*/ 2579518 w 3708449"/>
              <a:gd name="connsiteY4743" fmla="*/ 1112168 h 3514679"/>
              <a:gd name="connsiteX4744" fmla="*/ 2595577 w 3708449"/>
              <a:gd name="connsiteY4744" fmla="*/ 1095992 h 3514679"/>
              <a:gd name="connsiteX4745" fmla="*/ 2531224 w 3708449"/>
              <a:gd name="connsiteY4745" fmla="*/ 1095992 h 3514679"/>
              <a:gd name="connsiteX4746" fmla="*/ 2547283 w 3708449"/>
              <a:gd name="connsiteY4746" fmla="*/ 1112168 h 3514679"/>
              <a:gd name="connsiteX4747" fmla="*/ 2531224 w 3708449"/>
              <a:gd name="connsiteY4747" fmla="*/ 1128227 h 3514679"/>
              <a:gd name="connsiteX4748" fmla="*/ 2515164 w 3708449"/>
              <a:gd name="connsiteY4748" fmla="*/ 1112168 h 3514679"/>
              <a:gd name="connsiteX4749" fmla="*/ 2531224 w 3708449"/>
              <a:gd name="connsiteY4749" fmla="*/ 1095992 h 3514679"/>
              <a:gd name="connsiteX4750" fmla="*/ 2466869 w 3708449"/>
              <a:gd name="connsiteY4750" fmla="*/ 1095992 h 3514679"/>
              <a:gd name="connsiteX4751" fmla="*/ 2483044 w 3708449"/>
              <a:gd name="connsiteY4751" fmla="*/ 1112168 h 3514679"/>
              <a:gd name="connsiteX4752" fmla="*/ 2466869 w 3708449"/>
              <a:gd name="connsiteY4752" fmla="*/ 1128227 h 3514679"/>
              <a:gd name="connsiteX4753" fmla="*/ 2450809 w 3708449"/>
              <a:gd name="connsiteY4753" fmla="*/ 1112168 h 3514679"/>
              <a:gd name="connsiteX4754" fmla="*/ 2466869 w 3708449"/>
              <a:gd name="connsiteY4754" fmla="*/ 1095992 h 3514679"/>
              <a:gd name="connsiteX4755" fmla="*/ 2402631 w 3708449"/>
              <a:gd name="connsiteY4755" fmla="*/ 1095992 h 3514679"/>
              <a:gd name="connsiteX4756" fmla="*/ 2418690 w 3708449"/>
              <a:gd name="connsiteY4756" fmla="*/ 1112168 h 3514679"/>
              <a:gd name="connsiteX4757" fmla="*/ 2402631 w 3708449"/>
              <a:gd name="connsiteY4757" fmla="*/ 1128227 h 3514679"/>
              <a:gd name="connsiteX4758" fmla="*/ 2386455 w 3708449"/>
              <a:gd name="connsiteY4758" fmla="*/ 1112168 h 3514679"/>
              <a:gd name="connsiteX4759" fmla="*/ 2402631 w 3708449"/>
              <a:gd name="connsiteY4759" fmla="*/ 1095992 h 3514679"/>
              <a:gd name="connsiteX4760" fmla="*/ 2337462 w 3708449"/>
              <a:gd name="connsiteY4760" fmla="*/ 1095992 h 3514679"/>
              <a:gd name="connsiteX4761" fmla="*/ 2353522 w 3708449"/>
              <a:gd name="connsiteY4761" fmla="*/ 1112168 h 3514679"/>
              <a:gd name="connsiteX4762" fmla="*/ 2337462 w 3708449"/>
              <a:gd name="connsiteY4762" fmla="*/ 1128227 h 3514679"/>
              <a:gd name="connsiteX4763" fmla="*/ 2322218 w 3708449"/>
              <a:gd name="connsiteY4763" fmla="*/ 1112168 h 3514679"/>
              <a:gd name="connsiteX4764" fmla="*/ 2337462 w 3708449"/>
              <a:gd name="connsiteY4764" fmla="*/ 1095992 h 3514679"/>
              <a:gd name="connsiteX4765" fmla="*/ 2273109 w 3708449"/>
              <a:gd name="connsiteY4765" fmla="*/ 1095992 h 3514679"/>
              <a:gd name="connsiteX4766" fmla="*/ 2289284 w 3708449"/>
              <a:gd name="connsiteY4766" fmla="*/ 1112168 h 3514679"/>
              <a:gd name="connsiteX4767" fmla="*/ 2273109 w 3708449"/>
              <a:gd name="connsiteY4767" fmla="*/ 1128227 h 3514679"/>
              <a:gd name="connsiteX4768" fmla="*/ 2257049 w 3708449"/>
              <a:gd name="connsiteY4768" fmla="*/ 1112168 h 3514679"/>
              <a:gd name="connsiteX4769" fmla="*/ 2273109 w 3708449"/>
              <a:gd name="connsiteY4769" fmla="*/ 1095992 h 3514679"/>
              <a:gd name="connsiteX4770" fmla="*/ 2208755 w 3708449"/>
              <a:gd name="connsiteY4770" fmla="*/ 1095992 h 3514679"/>
              <a:gd name="connsiteX4771" fmla="*/ 2224930 w 3708449"/>
              <a:gd name="connsiteY4771" fmla="*/ 1112168 h 3514679"/>
              <a:gd name="connsiteX4772" fmla="*/ 2208755 w 3708449"/>
              <a:gd name="connsiteY4772" fmla="*/ 1128227 h 3514679"/>
              <a:gd name="connsiteX4773" fmla="*/ 2192695 w 3708449"/>
              <a:gd name="connsiteY4773" fmla="*/ 1112168 h 3514679"/>
              <a:gd name="connsiteX4774" fmla="*/ 2208755 w 3708449"/>
              <a:gd name="connsiteY4774" fmla="*/ 1095992 h 3514679"/>
              <a:gd name="connsiteX4775" fmla="*/ 2144517 w 3708449"/>
              <a:gd name="connsiteY4775" fmla="*/ 1095992 h 3514679"/>
              <a:gd name="connsiteX4776" fmla="*/ 2160576 w 3708449"/>
              <a:gd name="connsiteY4776" fmla="*/ 1112168 h 3514679"/>
              <a:gd name="connsiteX4777" fmla="*/ 2144517 w 3708449"/>
              <a:gd name="connsiteY4777" fmla="*/ 1128227 h 3514679"/>
              <a:gd name="connsiteX4778" fmla="*/ 2128341 w 3708449"/>
              <a:gd name="connsiteY4778" fmla="*/ 1112168 h 3514679"/>
              <a:gd name="connsiteX4779" fmla="*/ 2144517 w 3708449"/>
              <a:gd name="connsiteY4779" fmla="*/ 1095992 h 3514679"/>
              <a:gd name="connsiteX4780" fmla="*/ 2080163 w 3708449"/>
              <a:gd name="connsiteY4780" fmla="*/ 1095992 h 3514679"/>
              <a:gd name="connsiteX4781" fmla="*/ 2095408 w 3708449"/>
              <a:gd name="connsiteY4781" fmla="*/ 1112168 h 3514679"/>
              <a:gd name="connsiteX4782" fmla="*/ 2080163 w 3708449"/>
              <a:gd name="connsiteY4782" fmla="*/ 1128227 h 3514679"/>
              <a:gd name="connsiteX4783" fmla="*/ 2064104 w 3708449"/>
              <a:gd name="connsiteY4783" fmla="*/ 1112168 h 3514679"/>
              <a:gd name="connsiteX4784" fmla="*/ 2080163 w 3708449"/>
              <a:gd name="connsiteY4784" fmla="*/ 1095992 h 3514679"/>
              <a:gd name="connsiteX4785" fmla="*/ 2014994 w 3708449"/>
              <a:gd name="connsiteY4785" fmla="*/ 1095992 h 3514679"/>
              <a:gd name="connsiteX4786" fmla="*/ 2031169 w 3708449"/>
              <a:gd name="connsiteY4786" fmla="*/ 1112168 h 3514679"/>
              <a:gd name="connsiteX4787" fmla="*/ 2014994 w 3708449"/>
              <a:gd name="connsiteY4787" fmla="*/ 1128227 h 3514679"/>
              <a:gd name="connsiteX4788" fmla="*/ 1998934 w 3708449"/>
              <a:gd name="connsiteY4788" fmla="*/ 1112168 h 3514679"/>
              <a:gd name="connsiteX4789" fmla="*/ 2014994 w 3708449"/>
              <a:gd name="connsiteY4789" fmla="*/ 1095992 h 3514679"/>
              <a:gd name="connsiteX4790" fmla="*/ 1950756 w 3708449"/>
              <a:gd name="connsiteY4790" fmla="*/ 1095992 h 3514679"/>
              <a:gd name="connsiteX4791" fmla="*/ 1966815 w 3708449"/>
              <a:gd name="connsiteY4791" fmla="*/ 1112168 h 3514679"/>
              <a:gd name="connsiteX4792" fmla="*/ 1950756 w 3708449"/>
              <a:gd name="connsiteY4792" fmla="*/ 1128227 h 3514679"/>
              <a:gd name="connsiteX4793" fmla="*/ 1934580 w 3708449"/>
              <a:gd name="connsiteY4793" fmla="*/ 1112168 h 3514679"/>
              <a:gd name="connsiteX4794" fmla="*/ 1950756 w 3708449"/>
              <a:gd name="connsiteY4794" fmla="*/ 1095992 h 3514679"/>
              <a:gd name="connsiteX4795" fmla="*/ 1886402 w 3708449"/>
              <a:gd name="connsiteY4795" fmla="*/ 1095992 h 3514679"/>
              <a:gd name="connsiteX4796" fmla="*/ 1902461 w 3708449"/>
              <a:gd name="connsiteY4796" fmla="*/ 1112168 h 3514679"/>
              <a:gd name="connsiteX4797" fmla="*/ 1886402 w 3708449"/>
              <a:gd name="connsiteY4797" fmla="*/ 1128227 h 3514679"/>
              <a:gd name="connsiteX4798" fmla="*/ 1870343 w 3708449"/>
              <a:gd name="connsiteY4798" fmla="*/ 1112168 h 3514679"/>
              <a:gd name="connsiteX4799" fmla="*/ 1886402 w 3708449"/>
              <a:gd name="connsiteY4799" fmla="*/ 1095992 h 3514679"/>
              <a:gd name="connsiteX4800" fmla="*/ 1822048 w 3708449"/>
              <a:gd name="connsiteY4800" fmla="*/ 1095992 h 3514679"/>
              <a:gd name="connsiteX4801" fmla="*/ 1838108 w 3708449"/>
              <a:gd name="connsiteY4801" fmla="*/ 1112168 h 3514679"/>
              <a:gd name="connsiteX4802" fmla="*/ 1822048 w 3708449"/>
              <a:gd name="connsiteY4802" fmla="*/ 1128227 h 3514679"/>
              <a:gd name="connsiteX4803" fmla="*/ 1805989 w 3708449"/>
              <a:gd name="connsiteY4803" fmla="*/ 1112168 h 3514679"/>
              <a:gd name="connsiteX4804" fmla="*/ 1822048 w 3708449"/>
              <a:gd name="connsiteY4804" fmla="*/ 1095992 h 3514679"/>
              <a:gd name="connsiteX4805" fmla="*/ 1756879 w 3708449"/>
              <a:gd name="connsiteY4805" fmla="*/ 1095992 h 3514679"/>
              <a:gd name="connsiteX4806" fmla="*/ 1773055 w 3708449"/>
              <a:gd name="connsiteY4806" fmla="*/ 1112168 h 3514679"/>
              <a:gd name="connsiteX4807" fmla="*/ 1756879 w 3708449"/>
              <a:gd name="connsiteY4807" fmla="*/ 1128227 h 3514679"/>
              <a:gd name="connsiteX4808" fmla="*/ 1741635 w 3708449"/>
              <a:gd name="connsiteY4808" fmla="*/ 1112168 h 3514679"/>
              <a:gd name="connsiteX4809" fmla="*/ 1756879 w 3708449"/>
              <a:gd name="connsiteY4809" fmla="*/ 1095992 h 3514679"/>
              <a:gd name="connsiteX4810" fmla="*/ 1692642 w 3708449"/>
              <a:gd name="connsiteY4810" fmla="*/ 1095992 h 3514679"/>
              <a:gd name="connsiteX4811" fmla="*/ 1708701 w 3708449"/>
              <a:gd name="connsiteY4811" fmla="*/ 1112168 h 3514679"/>
              <a:gd name="connsiteX4812" fmla="*/ 1692642 w 3708449"/>
              <a:gd name="connsiteY4812" fmla="*/ 1128227 h 3514679"/>
              <a:gd name="connsiteX4813" fmla="*/ 1676466 w 3708449"/>
              <a:gd name="connsiteY4813" fmla="*/ 1112168 h 3514679"/>
              <a:gd name="connsiteX4814" fmla="*/ 1692642 w 3708449"/>
              <a:gd name="connsiteY4814" fmla="*/ 1095992 h 3514679"/>
              <a:gd name="connsiteX4815" fmla="*/ 1628287 w 3708449"/>
              <a:gd name="connsiteY4815" fmla="*/ 1095992 h 3514679"/>
              <a:gd name="connsiteX4816" fmla="*/ 1644346 w 3708449"/>
              <a:gd name="connsiteY4816" fmla="*/ 1112168 h 3514679"/>
              <a:gd name="connsiteX4817" fmla="*/ 1628287 w 3708449"/>
              <a:gd name="connsiteY4817" fmla="*/ 1128227 h 3514679"/>
              <a:gd name="connsiteX4818" fmla="*/ 1612228 w 3708449"/>
              <a:gd name="connsiteY4818" fmla="*/ 1112168 h 3514679"/>
              <a:gd name="connsiteX4819" fmla="*/ 1628287 w 3708449"/>
              <a:gd name="connsiteY4819" fmla="*/ 1095992 h 3514679"/>
              <a:gd name="connsiteX4820" fmla="*/ 1563933 w 3708449"/>
              <a:gd name="connsiteY4820" fmla="*/ 1095992 h 3514679"/>
              <a:gd name="connsiteX4821" fmla="*/ 1579993 w 3708449"/>
              <a:gd name="connsiteY4821" fmla="*/ 1112168 h 3514679"/>
              <a:gd name="connsiteX4822" fmla="*/ 1563933 w 3708449"/>
              <a:gd name="connsiteY4822" fmla="*/ 1128227 h 3514679"/>
              <a:gd name="connsiteX4823" fmla="*/ 1547874 w 3708449"/>
              <a:gd name="connsiteY4823" fmla="*/ 1112168 h 3514679"/>
              <a:gd name="connsiteX4824" fmla="*/ 1563933 w 3708449"/>
              <a:gd name="connsiteY4824" fmla="*/ 1095992 h 3514679"/>
              <a:gd name="connsiteX4825" fmla="*/ 1499579 w 3708449"/>
              <a:gd name="connsiteY4825" fmla="*/ 1095992 h 3514679"/>
              <a:gd name="connsiteX4826" fmla="*/ 1514940 w 3708449"/>
              <a:gd name="connsiteY4826" fmla="*/ 1112168 h 3514679"/>
              <a:gd name="connsiteX4827" fmla="*/ 1499579 w 3708449"/>
              <a:gd name="connsiteY4827" fmla="*/ 1128227 h 3514679"/>
              <a:gd name="connsiteX4828" fmla="*/ 1483520 w 3708449"/>
              <a:gd name="connsiteY4828" fmla="*/ 1112168 h 3514679"/>
              <a:gd name="connsiteX4829" fmla="*/ 1499579 w 3708449"/>
              <a:gd name="connsiteY4829" fmla="*/ 1095992 h 3514679"/>
              <a:gd name="connsiteX4830" fmla="*/ 1434527 w 3708449"/>
              <a:gd name="connsiteY4830" fmla="*/ 1095992 h 3514679"/>
              <a:gd name="connsiteX4831" fmla="*/ 1450586 w 3708449"/>
              <a:gd name="connsiteY4831" fmla="*/ 1112168 h 3514679"/>
              <a:gd name="connsiteX4832" fmla="*/ 1434527 w 3708449"/>
              <a:gd name="connsiteY4832" fmla="*/ 1128227 h 3514679"/>
              <a:gd name="connsiteX4833" fmla="*/ 1418351 w 3708449"/>
              <a:gd name="connsiteY4833" fmla="*/ 1112168 h 3514679"/>
              <a:gd name="connsiteX4834" fmla="*/ 1434527 w 3708449"/>
              <a:gd name="connsiteY4834" fmla="*/ 1095992 h 3514679"/>
              <a:gd name="connsiteX4835" fmla="*/ 1370173 w 3708449"/>
              <a:gd name="connsiteY4835" fmla="*/ 1095992 h 3514679"/>
              <a:gd name="connsiteX4836" fmla="*/ 1386233 w 3708449"/>
              <a:gd name="connsiteY4836" fmla="*/ 1112168 h 3514679"/>
              <a:gd name="connsiteX4837" fmla="*/ 1370173 w 3708449"/>
              <a:gd name="connsiteY4837" fmla="*/ 1128227 h 3514679"/>
              <a:gd name="connsiteX4838" fmla="*/ 1354114 w 3708449"/>
              <a:gd name="connsiteY4838" fmla="*/ 1112168 h 3514679"/>
              <a:gd name="connsiteX4839" fmla="*/ 1370173 w 3708449"/>
              <a:gd name="connsiteY4839" fmla="*/ 1095992 h 3514679"/>
              <a:gd name="connsiteX4840" fmla="*/ 1305819 w 3708449"/>
              <a:gd name="connsiteY4840" fmla="*/ 1095992 h 3514679"/>
              <a:gd name="connsiteX4841" fmla="*/ 1321879 w 3708449"/>
              <a:gd name="connsiteY4841" fmla="*/ 1112168 h 3514679"/>
              <a:gd name="connsiteX4842" fmla="*/ 1305819 w 3708449"/>
              <a:gd name="connsiteY4842" fmla="*/ 1128227 h 3514679"/>
              <a:gd name="connsiteX4843" fmla="*/ 1289760 w 3708449"/>
              <a:gd name="connsiteY4843" fmla="*/ 1112168 h 3514679"/>
              <a:gd name="connsiteX4844" fmla="*/ 1305819 w 3708449"/>
              <a:gd name="connsiteY4844" fmla="*/ 1095992 h 3514679"/>
              <a:gd name="connsiteX4845" fmla="*/ 1241465 w 3708449"/>
              <a:gd name="connsiteY4845" fmla="*/ 1095992 h 3514679"/>
              <a:gd name="connsiteX4846" fmla="*/ 1256826 w 3708449"/>
              <a:gd name="connsiteY4846" fmla="*/ 1112168 h 3514679"/>
              <a:gd name="connsiteX4847" fmla="*/ 1241465 w 3708449"/>
              <a:gd name="connsiteY4847" fmla="*/ 1128227 h 3514679"/>
              <a:gd name="connsiteX4848" fmla="*/ 1225406 w 3708449"/>
              <a:gd name="connsiteY4848" fmla="*/ 1112168 h 3514679"/>
              <a:gd name="connsiteX4849" fmla="*/ 1241465 w 3708449"/>
              <a:gd name="connsiteY4849" fmla="*/ 1095992 h 3514679"/>
              <a:gd name="connsiteX4850" fmla="*/ 1176412 w 3708449"/>
              <a:gd name="connsiteY4850" fmla="*/ 1095992 h 3514679"/>
              <a:gd name="connsiteX4851" fmla="*/ 1192472 w 3708449"/>
              <a:gd name="connsiteY4851" fmla="*/ 1112168 h 3514679"/>
              <a:gd name="connsiteX4852" fmla="*/ 1176412 w 3708449"/>
              <a:gd name="connsiteY4852" fmla="*/ 1128227 h 3514679"/>
              <a:gd name="connsiteX4853" fmla="*/ 1161051 w 3708449"/>
              <a:gd name="connsiteY4853" fmla="*/ 1112168 h 3514679"/>
              <a:gd name="connsiteX4854" fmla="*/ 1176412 w 3708449"/>
              <a:gd name="connsiteY4854" fmla="*/ 1095992 h 3514679"/>
              <a:gd name="connsiteX4855" fmla="*/ 1112058 w 3708449"/>
              <a:gd name="connsiteY4855" fmla="*/ 1095992 h 3514679"/>
              <a:gd name="connsiteX4856" fmla="*/ 1128117 w 3708449"/>
              <a:gd name="connsiteY4856" fmla="*/ 1112168 h 3514679"/>
              <a:gd name="connsiteX4857" fmla="*/ 1112058 w 3708449"/>
              <a:gd name="connsiteY4857" fmla="*/ 1128227 h 3514679"/>
              <a:gd name="connsiteX4858" fmla="*/ 1095998 w 3708449"/>
              <a:gd name="connsiteY4858" fmla="*/ 1112168 h 3514679"/>
              <a:gd name="connsiteX4859" fmla="*/ 1112058 w 3708449"/>
              <a:gd name="connsiteY4859" fmla="*/ 1095992 h 3514679"/>
              <a:gd name="connsiteX4860" fmla="*/ 1047704 w 3708449"/>
              <a:gd name="connsiteY4860" fmla="*/ 1095992 h 3514679"/>
              <a:gd name="connsiteX4861" fmla="*/ 1063763 w 3708449"/>
              <a:gd name="connsiteY4861" fmla="*/ 1112168 h 3514679"/>
              <a:gd name="connsiteX4862" fmla="*/ 1047704 w 3708449"/>
              <a:gd name="connsiteY4862" fmla="*/ 1128227 h 3514679"/>
              <a:gd name="connsiteX4863" fmla="*/ 1031644 w 3708449"/>
              <a:gd name="connsiteY4863" fmla="*/ 1112168 h 3514679"/>
              <a:gd name="connsiteX4864" fmla="*/ 1047704 w 3708449"/>
              <a:gd name="connsiteY4864" fmla="*/ 1095992 h 3514679"/>
              <a:gd name="connsiteX4865" fmla="*/ 983349 w 3708449"/>
              <a:gd name="connsiteY4865" fmla="*/ 1095992 h 3514679"/>
              <a:gd name="connsiteX4866" fmla="*/ 999408 w 3708449"/>
              <a:gd name="connsiteY4866" fmla="*/ 1112168 h 3514679"/>
              <a:gd name="connsiteX4867" fmla="*/ 983349 w 3708449"/>
              <a:gd name="connsiteY4867" fmla="*/ 1128227 h 3514679"/>
              <a:gd name="connsiteX4868" fmla="*/ 967290 w 3708449"/>
              <a:gd name="connsiteY4868" fmla="*/ 1112168 h 3514679"/>
              <a:gd name="connsiteX4869" fmla="*/ 983349 w 3708449"/>
              <a:gd name="connsiteY4869" fmla="*/ 1095992 h 3514679"/>
              <a:gd name="connsiteX4870" fmla="*/ 918995 w 3708449"/>
              <a:gd name="connsiteY4870" fmla="*/ 1095992 h 3514679"/>
              <a:gd name="connsiteX4871" fmla="*/ 934356 w 3708449"/>
              <a:gd name="connsiteY4871" fmla="*/ 1112168 h 3514679"/>
              <a:gd name="connsiteX4872" fmla="*/ 918995 w 3708449"/>
              <a:gd name="connsiteY4872" fmla="*/ 1128227 h 3514679"/>
              <a:gd name="connsiteX4873" fmla="*/ 902936 w 3708449"/>
              <a:gd name="connsiteY4873" fmla="*/ 1112168 h 3514679"/>
              <a:gd name="connsiteX4874" fmla="*/ 918995 w 3708449"/>
              <a:gd name="connsiteY4874" fmla="*/ 1095992 h 3514679"/>
              <a:gd name="connsiteX4875" fmla="*/ 853944 w 3708449"/>
              <a:gd name="connsiteY4875" fmla="*/ 1095992 h 3514679"/>
              <a:gd name="connsiteX4876" fmla="*/ 870003 w 3708449"/>
              <a:gd name="connsiteY4876" fmla="*/ 1112168 h 3514679"/>
              <a:gd name="connsiteX4877" fmla="*/ 853944 w 3708449"/>
              <a:gd name="connsiteY4877" fmla="*/ 1128227 h 3514679"/>
              <a:gd name="connsiteX4878" fmla="*/ 837884 w 3708449"/>
              <a:gd name="connsiteY4878" fmla="*/ 1112168 h 3514679"/>
              <a:gd name="connsiteX4879" fmla="*/ 853944 w 3708449"/>
              <a:gd name="connsiteY4879" fmla="*/ 1095992 h 3514679"/>
              <a:gd name="connsiteX4880" fmla="*/ 789590 w 3708449"/>
              <a:gd name="connsiteY4880" fmla="*/ 1095992 h 3514679"/>
              <a:gd name="connsiteX4881" fmla="*/ 805649 w 3708449"/>
              <a:gd name="connsiteY4881" fmla="*/ 1112168 h 3514679"/>
              <a:gd name="connsiteX4882" fmla="*/ 789590 w 3708449"/>
              <a:gd name="connsiteY4882" fmla="*/ 1128227 h 3514679"/>
              <a:gd name="connsiteX4883" fmla="*/ 773530 w 3708449"/>
              <a:gd name="connsiteY4883" fmla="*/ 1112168 h 3514679"/>
              <a:gd name="connsiteX4884" fmla="*/ 789590 w 3708449"/>
              <a:gd name="connsiteY4884" fmla="*/ 1095992 h 3514679"/>
              <a:gd name="connsiteX4885" fmla="*/ 725235 w 3708449"/>
              <a:gd name="connsiteY4885" fmla="*/ 1095992 h 3514679"/>
              <a:gd name="connsiteX4886" fmla="*/ 741411 w 3708449"/>
              <a:gd name="connsiteY4886" fmla="*/ 1112168 h 3514679"/>
              <a:gd name="connsiteX4887" fmla="*/ 725235 w 3708449"/>
              <a:gd name="connsiteY4887" fmla="*/ 1128227 h 3514679"/>
              <a:gd name="connsiteX4888" fmla="*/ 709176 w 3708449"/>
              <a:gd name="connsiteY4888" fmla="*/ 1112168 h 3514679"/>
              <a:gd name="connsiteX4889" fmla="*/ 725235 w 3708449"/>
              <a:gd name="connsiteY4889" fmla="*/ 1095992 h 3514679"/>
              <a:gd name="connsiteX4890" fmla="*/ 660998 w 3708449"/>
              <a:gd name="connsiteY4890" fmla="*/ 1095992 h 3514679"/>
              <a:gd name="connsiteX4891" fmla="*/ 676242 w 3708449"/>
              <a:gd name="connsiteY4891" fmla="*/ 1112168 h 3514679"/>
              <a:gd name="connsiteX4892" fmla="*/ 660998 w 3708449"/>
              <a:gd name="connsiteY4892" fmla="*/ 1128227 h 3514679"/>
              <a:gd name="connsiteX4893" fmla="*/ 644822 w 3708449"/>
              <a:gd name="connsiteY4893" fmla="*/ 1112168 h 3514679"/>
              <a:gd name="connsiteX4894" fmla="*/ 660998 w 3708449"/>
              <a:gd name="connsiteY4894" fmla="*/ 1095992 h 3514679"/>
              <a:gd name="connsiteX4895" fmla="*/ 595829 w 3708449"/>
              <a:gd name="connsiteY4895" fmla="*/ 1095992 h 3514679"/>
              <a:gd name="connsiteX4896" fmla="*/ 611888 w 3708449"/>
              <a:gd name="connsiteY4896" fmla="*/ 1112168 h 3514679"/>
              <a:gd name="connsiteX4897" fmla="*/ 595829 w 3708449"/>
              <a:gd name="connsiteY4897" fmla="*/ 1128227 h 3514679"/>
              <a:gd name="connsiteX4898" fmla="*/ 580468 w 3708449"/>
              <a:gd name="connsiteY4898" fmla="*/ 1112168 h 3514679"/>
              <a:gd name="connsiteX4899" fmla="*/ 595829 w 3708449"/>
              <a:gd name="connsiteY4899" fmla="*/ 1095992 h 3514679"/>
              <a:gd name="connsiteX4900" fmla="*/ 531474 w 3708449"/>
              <a:gd name="connsiteY4900" fmla="*/ 1095992 h 3514679"/>
              <a:gd name="connsiteX4901" fmla="*/ 547533 w 3708449"/>
              <a:gd name="connsiteY4901" fmla="*/ 1112168 h 3514679"/>
              <a:gd name="connsiteX4902" fmla="*/ 531474 w 3708449"/>
              <a:gd name="connsiteY4902" fmla="*/ 1128227 h 3514679"/>
              <a:gd name="connsiteX4903" fmla="*/ 515415 w 3708449"/>
              <a:gd name="connsiteY4903" fmla="*/ 1112168 h 3514679"/>
              <a:gd name="connsiteX4904" fmla="*/ 531474 w 3708449"/>
              <a:gd name="connsiteY4904" fmla="*/ 1095992 h 3514679"/>
              <a:gd name="connsiteX4905" fmla="*/ 467120 w 3708449"/>
              <a:gd name="connsiteY4905" fmla="*/ 1095992 h 3514679"/>
              <a:gd name="connsiteX4906" fmla="*/ 483296 w 3708449"/>
              <a:gd name="connsiteY4906" fmla="*/ 1112168 h 3514679"/>
              <a:gd name="connsiteX4907" fmla="*/ 467120 w 3708449"/>
              <a:gd name="connsiteY4907" fmla="*/ 1128227 h 3514679"/>
              <a:gd name="connsiteX4908" fmla="*/ 451061 w 3708449"/>
              <a:gd name="connsiteY4908" fmla="*/ 1112168 h 3514679"/>
              <a:gd name="connsiteX4909" fmla="*/ 467120 w 3708449"/>
              <a:gd name="connsiteY4909" fmla="*/ 1095992 h 3514679"/>
              <a:gd name="connsiteX4910" fmla="*/ 402882 w 3708449"/>
              <a:gd name="connsiteY4910" fmla="*/ 1095992 h 3514679"/>
              <a:gd name="connsiteX4911" fmla="*/ 418942 w 3708449"/>
              <a:gd name="connsiteY4911" fmla="*/ 1112168 h 3514679"/>
              <a:gd name="connsiteX4912" fmla="*/ 402882 w 3708449"/>
              <a:gd name="connsiteY4912" fmla="*/ 1128227 h 3514679"/>
              <a:gd name="connsiteX4913" fmla="*/ 386707 w 3708449"/>
              <a:gd name="connsiteY4913" fmla="*/ 1112168 h 3514679"/>
              <a:gd name="connsiteX4914" fmla="*/ 402882 w 3708449"/>
              <a:gd name="connsiteY4914" fmla="*/ 1095992 h 3514679"/>
              <a:gd name="connsiteX4915" fmla="*/ 338529 w 3708449"/>
              <a:gd name="connsiteY4915" fmla="*/ 1095992 h 3514679"/>
              <a:gd name="connsiteX4916" fmla="*/ 353773 w 3708449"/>
              <a:gd name="connsiteY4916" fmla="*/ 1112168 h 3514679"/>
              <a:gd name="connsiteX4917" fmla="*/ 338529 w 3708449"/>
              <a:gd name="connsiteY4917" fmla="*/ 1128227 h 3514679"/>
              <a:gd name="connsiteX4918" fmla="*/ 322469 w 3708449"/>
              <a:gd name="connsiteY4918" fmla="*/ 1112168 h 3514679"/>
              <a:gd name="connsiteX4919" fmla="*/ 338529 w 3708449"/>
              <a:gd name="connsiteY4919" fmla="*/ 1095992 h 3514679"/>
              <a:gd name="connsiteX4920" fmla="*/ 273360 w 3708449"/>
              <a:gd name="connsiteY4920" fmla="*/ 1095992 h 3514679"/>
              <a:gd name="connsiteX4921" fmla="*/ 289536 w 3708449"/>
              <a:gd name="connsiteY4921" fmla="*/ 1112168 h 3514679"/>
              <a:gd name="connsiteX4922" fmla="*/ 273360 w 3708449"/>
              <a:gd name="connsiteY4922" fmla="*/ 1128227 h 3514679"/>
              <a:gd name="connsiteX4923" fmla="*/ 257301 w 3708449"/>
              <a:gd name="connsiteY4923" fmla="*/ 1112168 h 3514679"/>
              <a:gd name="connsiteX4924" fmla="*/ 273360 w 3708449"/>
              <a:gd name="connsiteY4924" fmla="*/ 1095992 h 3514679"/>
              <a:gd name="connsiteX4925" fmla="*/ 209122 w 3708449"/>
              <a:gd name="connsiteY4925" fmla="*/ 1095992 h 3514679"/>
              <a:gd name="connsiteX4926" fmla="*/ 225182 w 3708449"/>
              <a:gd name="connsiteY4926" fmla="*/ 1112168 h 3514679"/>
              <a:gd name="connsiteX4927" fmla="*/ 209122 w 3708449"/>
              <a:gd name="connsiteY4927" fmla="*/ 1128227 h 3514679"/>
              <a:gd name="connsiteX4928" fmla="*/ 192947 w 3708449"/>
              <a:gd name="connsiteY4928" fmla="*/ 1112168 h 3514679"/>
              <a:gd name="connsiteX4929" fmla="*/ 209122 w 3708449"/>
              <a:gd name="connsiteY4929" fmla="*/ 1095992 h 3514679"/>
              <a:gd name="connsiteX4930" fmla="*/ 144767 w 3708449"/>
              <a:gd name="connsiteY4930" fmla="*/ 1095992 h 3514679"/>
              <a:gd name="connsiteX4931" fmla="*/ 160827 w 3708449"/>
              <a:gd name="connsiteY4931" fmla="*/ 1112168 h 3514679"/>
              <a:gd name="connsiteX4932" fmla="*/ 144767 w 3708449"/>
              <a:gd name="connsiteY4932" fmla="*/ 1128227 h 3514679"/>
              <a:gd name="connsiteX4933" fmla="*/ 128592 w 3708449"/>
              <a:gd name="connsiteY4933" fmla="*/ 1112168 h 3514679"/>
              <a:gd name="connsiteX4934" fmla="*/ 144767 w 3708449"/>
              <a:gd name="connsiteY4934" fmla="*/ 1095992 h 3514679"/>
              <a:gd name="connsiteX4935" fmla="*/ 80414 w 3708449"/>
              <a:gd name="connsiteY4935" fmla="*/ 1095992 h 3514679"/>
              <a:gd name="connsiteX4936" fmla="*/ 95658 w 3708449"/>
              <a:gd name="connsiteY4936" fmla="*/ 1112168 h 3514679"/>
              <a:gd name="connsiteX4937" fmla="*/ 80414 w 3708449"/>
              <a:gd name="connsiteY4937" fmla="*/ 1128227 h 3514679"/>
              <a:gd name="connsiteX4938" fmla="*/ 64354 w 3708449"/>
              <a:gd name="connsiteY4938" fmla="*/ 1112168 h 3514679"/>
              <a:gd name="connsiteX4939" fmla="*/ 80414 w 3708449"/>
              <a:gd name="connsiteY4939" fmla="*/ 1095992 h 3514679"/>
              <a:gd name="connsiteX4940" fmla="*/ 15245 w 3708449"/>
              <a:gd name="connsiteY4940" fmla="*/ 1095992 h 3514679"/>
              <a:gd name="connsiteX4941" fmla="*/ 31421 w 3708449"/>
              <a:gd name="connsiteY4941" fmla="*/ 1112168 h 3514679"/>
              <a:gd name="connsiteX4942" fmla="*/ 15245 w 3708449"/>
              <a:gd name="connsiteY4942" fmla="*/ 1128227 h 3514679"/>
              <a:gd name="connsiteX4943" fmla="*/ 0 w 3708449"/>
              <a:gd name="connsiteY4943" fmla="*/ 1112168 h 3514679"/>
              <a:gd name="connsiteX4944" fmla="*/ 15245 w 3708449"/>
              <a:gd name="connsiteY4944" fmla="*/ 1095992 h 3514679"/>
              <a:gd name="connsiteX4945" fmla="*/ 3692390 w 3708449"/>
              <a:gd name="connsiteY4945" fmla="*/ 1031756 h 3514679"/>
              <a:gd name="connsiteX4946" fmla="*/ 3708449 w 3708449"/>
              <a:gd name="connsiteY4946" fmla="*/ 1047815 h 3514679"/>
              <a:gd name="connsiteX4947" fmla="*/ 3692390 w 3708449"/>
              <a:gd name="connsiteY4947" fmla="*/ 1063874 h 3514679"/>
              <a:gd name="connsiteX4948" fmla="*/ 3676214 w 3708449"/>
              <a:gd name="connsiteY4948" fmla="*/ 1047815 h 3514679"/>
              <a:gd name="connsiteX4949" fmla="*/ 3692390 w 3708449"/>
              <a:gd name="connsiteY4949" fmla="*/ 1031756 h 3514679"/>
              <a:gd name="connsiteX4950" fmla="*/ 3628036 w 3708449"/>
              <a:gd name="connsiteY4950" fmla="*/ 1031756 h 3514679"/>
              <a:gd name="connsiteX4951" fmla="*/ 3644095 w 3708449"/>
              <a:gd name="connsiteY4951" fmla="*/ 1047815 h 3514679"/>
              <a:gd name="connsiteX4952" fmla="*/ 3628036 w 3708449"/>
              <a:gd name="connsiteY4952" fmla="*/ 1063874 h 3514679"/>
              <a:gd name="connsiteX4953" fmla="*/ 3611976 w 3708449"/>
              <a:gd name="connsiteY4953" fmla="*/ 1047815 h 3514679"/>
              <a:gd name="connsiteX4954" fmla="*/ 3628036 w 3708449"/>
              <a:gd name="connsiteY4954" fmla="*/ 1031756 h 3514679"/>
              <a:gd name="connsiteX4955" fmla="*/ 3563682 w 3708449"/>
              <a:gd name="connsiteY4955" fmla="*/ 1031756 h 3514679"/>
              <a:gd name="connsiteX4956" fmla="*/ 3579742 w 3708449"/>
              <a:gd name="connsiteY4956" fmla="*/ 1047815 h 3514679"/>
              <a:gd name="connsiteX4957" fmla="*/ 3563682 w 3708449"/>
              <a:gd name="connsiteY4957" fmla="*/ 1063874 h 3514679"/>
              <a:gd name="connsiteX4958" fmla="*/ 3547622 w 3708449"/>
              <a:gd name="connsiteY4958" fmla="*/ 1047815 h 3514679"/>
              <a:gd name="connsiteX4959" fmla="*/ 3563682 w 3708449"/>
              <a:gd name="connsiteY4959" fmla="*/ 1031756 h 3514679"/>
              <a:gd name="connsiteX4960" fmla="*/ 3498629 w 3708449"/>
              <a:gd name="connsiteY4960" fmla="*/ 1031756 h 3514679"/>
              <a:gd name="connsiteX4961" fmla="*/ 3514688 w 3708449"/>
              <a:gd name="connsiteY4961" fmla="*/ 1047815 h 3514679"/>
              <a:gd name="connsiteX4962" fmla="*/ 3498629 w 3708449"/>
              <a:gd name="connsiteY4962" fmla="*/ 1063874 h 3514679"/>
              <a:gd name="connsiteX4963" fmla="*/ 3483267 w 3708449"/>
              <a:gd name="connsiteY4963" fmla="*/ 1047815 h 3514679"/>
              <a:gd name="connsiteX4964" fmla="*/ 3498629 w 3708449"/>
              <a:gd name="connsiteY4964" fmla="*/ 1031756 h 3514679"/>
              <a:gd name="connsiteX4965" fmla="*/ 3434275 w 3708449"/>
              <a:gd name="connsiteY4965" fmla="*/ 1031756 h 3514679"/>
              <a:gd name="connsiteX4966" fmla="*/ 3450334 w 3708449"/>
              <a:gd name="connsiteY4966" fmla="*/ 1047815 h 3514679"/>
              <a:gd name="connsiteX4967" fmla="*/ 3434275 w 3708449"/>
              <a:gd name="connsiteY4967" fmla="*/ 1063874 h 3514679"/>
              <a:gd name="connsiteX4968" fmla="*/ 3418099 w 3708449"/>
              <a:gd name="connsiteY4968" fmla="*/ 1047815 h 3514679"/>
              <a:gd name="connsiteX4969" fmla="*/ 3434275 w 3708449"/>
              <a:gd name="connsiteY4969" fmla="*/ 1031756 h 3514679"/>
              <a:gd name="connsiteX4970" fmla="*/ 3369921 w 3708449"/>
              <a:gd name="connsiteY4970" fmla="*/ 1031756 h 3514679"/>
              <a:gd name="connsiteX4971" fmla="*/ 3385981 w 3708449"/>
              <a:gd name="connsiteY4971" fmla="*/ 1047815 h 3514679"/>
              <a:gd name="connsiteX4972" fmla="*/ 3369921 w 3708449"/>
              <a:gd name="connsiteY4972" fmla="*/ 1063874 h 3514679"/>
              <a:gd name="connsiteX4973" fmla="*/ 3353862 w 3708449"/>
              <a:gd name="connsiteY4973" fmla="*/ 1047815 h 3514679"/>
              <a:gd name="connsiteX4974" fmla="*/ 3369921 w 3708449"/>
              <a:gd name="connsiteY4974" fmla="*/ 1031756 h 3514679"/>
              <a:gd name="connsiteX4975" fmla="*/ 3305567 w 3708449"/>
              <a:gd name="connsiteY4975" fmla="*/ 1031756 h 3514679"/>
              <a:gd name="connsiteX4976" fmla="*/ 3321627 w 3708449"/>
              <a:gd name="connsiteY4976" fmla="*/ 1047815 h 3514679"/>
              <a:gd name="connsiteX4977" fmla="*/ 3305567 w 3708449"/>
              <a:gd name="connsiteY4977" fmla="*/ 1063874 h 3514679"/>
              <a:gd name="connsiteX4978" fmla="*/ 3289508 w 3708449"/>
              <a:gd name="connsiteY4978" fmla="*/ 1047815 h 3514679"/>
              <a:gd name="connsiteX4979" fmla="*/ 3305567 w 3708449"/>
              <a:gd name="connsiteY4979" fmla="*/ 1031756 h 3514679"/>
              <a:gd name="connsiteX4980" fmla="*/ 3241213 w 3708449"/>
              <a:gd name="connsiteY4980" fmla="*/ 1031756 h 3514679"/>
              <a:gd name="connsiteX4981" fmla="*/ 3256574 w 3708449"/>
              <a:gd name="connsiteY4981" fmla="*/ 1047815 h 3514679"/>
              <a:gd name="connsiteX4982" fmla="*/ 3241213 w 3708449"/>
              <a:gd name="connsiteY4982" fmla="*/ 1063874 h 3514679"/>
              <a:gd name="connsiteX4983" fmla="*/ 3225154 w 3708449"/>
              <a:gd name="connsiteY4983" fmla="*/ 1047815 h 3514679"/>
              <a:gd name="connsiteX4984" fmla="*/ 3241213 w 3708449"/>
              <a:gd name="connsiteY4984" fmla="*/ 1031756 h 3514679"/>
              <a:gd name="connsiteX4985" fmla="*/ 3176161 w 3708449"/>
              <a:gd name="connsiteY4985" fmla="*/ 1031756 h 3514679"/>
              <a:gd name="connsiteX4986" fmla="*/ 3192220 w 3708449"/>
              <a:gd name="connsiteY4986" fmla="*/ 1047815 h 3514679"/>
              <a:gd name="connsiteX4987" fmla="*/ 3176161 w 3708449"/>
              <a:gd name="connsiteY4987" fmla="*/ 1063874 h 3514679"/>
              <a:gd name="connsiteX4988" fmla="*/ 3160102 w 3708449"/>
              <a:gd name="connsiteY4988" fmla="*/ 1047815 h 3514679"/>
              <a:gd name="connsiteX4989" fmla="*/ 3176161 w 3708449"/>
              <a:gd name="connsiteY4989" fmla="*/ 1031756 h 3514679"/>
              <a:gd name="connsiteX4990" fmla="*/ 3111806 w 3708449"/>
              <a:gd name="connsiteY4990" fmla="*/ 1031756 h 3514679"/>
              <a:gd name="connsiteX4991" fmla="*/ 3127866 w 3708449"/>
              <a:gd name="connsiteY4991" fmla="*/ 1047815 h 3514679"/>
              <a:gd name="connsiteX4992" fmla="*/ 3111806 w 3708449"/>
              <a:gd name="connsiteY4992" fmla="*/ 1063874 h 3514679"/>
              <a:gd name="connsiteX4993" fmla="*/ 3095747 w 3708449"/>
              <a:gd name="connsiteY4993" fmla="*/ 1047815 h 3514679"/>
              <a:gd name="connsiteX4994" fmla="*/ 3111806 w 3708449"/>
              <a:gd name="connsiteY4994" fmla="*/ 1031756 h 3514679"/>
              <a:gd name="connsiteX4995" fmla="*/ 3047452 w 3708449"/>
              <a:gd name="connsiteY4995" fmla="*/ 1031756 h 3514679"/>
              <a:gd name="connsiteX4996" fmla="*/ 3063512 w 3708449"/>
              <a:gd name="connsiteY4996" fmla="*/ 1047815 h 3514679"/>
              <a:gd name="connsiteX4997" fmla="*/ 3047452 w 3708449"/>
              <a:gd name="connsiteY4997" fmla="*/ 1063874 h 3514679"/>
              <a:gd name="connsiteX4998" fmla="*/ 3031393 w 3708449"/>
              <a:gd name="connsiteY4998" fmla="*/ 1047815 h 3514679"/>
              <a:gd name="connsiteX4999" fmla="*/ 3047452 w 3708449"/>
              <a:gd name="connsiteY4999" fmla="*/ 1031756 h 3514679"/>
              <a:gd name="connsiteX5000" fmla="*/ 2983099 w 3708449"/>
              <a:gd name="connsiteY5000" fmla="*/ 1031756 h 3514679"/>
              <a:gd name="connsiteX5001" fmla="*/ 2999158 w 3708449"/>
              <a:gd name="connsiteY5001" fmla="*/ 1047815 h 3514679"/>
              <a:gd name="connsiteX5002" fmla="*/ 2983099 w 3708449"/>
              <a:gd name="connsiteY5002" fmla="*/ 1063874 h 3514679"/>
              <a:gd name="connsiteX5003" fmla="*/ 2967039 w 3708449"/>
              <a:gd name="connsiteY5003" fmla="*/ 1047815 h 3514679"/>
              <a:gd name="connsiteX5004" fmla="*/ 2983099 w 3708449"/>
              <a:gd name="connsiteY5004" fmla="*/ 1031756 h 3514679"/>
              <a:gd name="connsiteX5005" fmla="*/ 2918046 w 3708449"/>
              <a:gd name="connsiteY5005" fmla="*/ 1031756 h 3514679"/>
              <a:gd name="connsiteX5006" fmla="*/ 2934106 w 3708449"/>
              <a:gd name="connsiteY5006" fmla="*/ 1047815 h 3514679"/>
              <a:gd name="connsiteX5007" fmla="*/ 2918046 w 3708449"/>
              <a:gd name="connsiteY5007" fmla="*/ 1063874 h 3514679"/>
              <a:gd name="connsiteX5008" fmla="*/ 2902685 w 3708449"/>
              <a:gd name="connsiteY5008" fmla="*/ 1047815 h 3514679"/>
              <a:gd name="connsiteX5009" fmla="*/ 2918046 w 3708449"/>
              <a:gd name="connsiteY5009" fmla="*/ 1031756 h 3514679"/>
              <a:gd name="connsiteX5010" fmla="*/ 2853692 w 3708449"/>
              <a:gd name="connsiteY5010" fmla="*/ 1031756 h 3514679"/>
              <a:gd name="connsiteX5011" fmla="*/ 2869752 w 3708449"/>
              <a:gd name="connsiteY5011" fmla="*/ 1047815 h 3514679"/>
              <a:gd name="connsiteX5012" fmla="*/ 2853692 w 3708449"/>
              <a:gd name="connsiteY5012" fmla="*/ 1063874 h 3514679"/>
              <a:gd name="connsiteX5013" fmla="*/ 2837633 w 3708449"/>
              <a:gd name="connsiteY5013" fmla="*/ 1047815 h 3514679"/>
              <a:gd name="connsiteX5014" fmla="*/ 2853692 w 3708449"/>
              <a:gd name="connsiteY5014" fmla="*/ 1031756 h 3514679"/>
              <a:gd name="connsiteX5015" fmla="*/ 2789338 w 3708449"/>
              <a:gd name="connsiteY5015" fmla="*/ 1031756 h 3514679"/>
              <a:gd name="connsiteX5016" fmla="*/ 2805398 w 3708449"/>
              <a:gd name="connsiteY5016" fmla="*/ 1047815 h 3514679"/>
              <a:gd name="connsiteX5017" fmla="*/ 2789338 w 3708449"/>
              <a:gd name="connsiteY5017" fmla="*/ 1063874 h 3514679"/>
              <a:gd name="connsiteX5018" fmla="*/ 2773279 w 3708449"/>
              <a:gd name="connsiteY5018" fmla="*/ 1047815 h 3514679"/>
              <a:gd name="connsiteX5019" fmla="*/ 2789338 w 3708449"/>
              <a:gd name="connsiteY5019" fmla="*/ 1031756 h 3514679"/>
              <a:gd name="connsiteX5020" fmla="*/ 2724984 w 3708449"/>
              <a:gd name="connsiteY5020" fmla="*/ 1031756 h 3514679"/>
              <a:gd name="connsiteX5021" fmla="*/ 2741159 w 3708449"/>
              <a:gd name="connsiteY5021" fmla="*/ 1047815 h 3514679"/>
              <a:gd name="connsiteX5022" fmla="*/ 2724984 w 3708449"/>
              <a:gd name="connsiteY5022" fmla="*/ 1063874 h 3514679"/>
              <a:gd name="connsiteX5023" fmla="*/ 2708924 w 3708449"/>
              <a:gd name="connsiteY5023" fmla="*/ 1047815 h 3514679"/>
              <a:gd name="connsiteX5024" fmla="*/ 2724984 w 3708449"/>
              <a:gd name="connsiteY5024" fmla="*/ 1031756 h 3514679"/>
              <a:gd name="connsiteX5025" fmla="*/ 2659931 w 3708449"/>
              <a:gd name="connsiteY5025" fmla="*/ 1031756 h 3514679"/>
              <a:gd name="connsiteX5026" fmla="*/ 2675991 w 3708449"/>
              <a:gd name="connsiteY5026" fmla="*/ 1047815 h 3514679"/>
              <a:gd name="connsiteX5027" fmla="*/ 2659931 w 3708449"/>
              <a:gd name="connsiteY5027" fmla="*/ 1063874 h 3514679"/>
              <a:gd name="connsiteX5028" fmla="*/ 2644570 w 3708449"/>
              <a:gd name="connsiteY5028" fmla="*/ 1047815 h 3514679"/>
              <a:gd name="connsiteX5029" fmla="*/ 2659931 w 3708449"/>
              <a:gd name="connsiteY5029" fmla="*/ 1031756 h 3514679"/>
              <a:gd name="connsiteX5030" fmla="*/ 2595577 w 3708449"/>
              <a:gd name="connsiteY5030" fmla="*/ 1031756 h 3514679"/>
              <a:gd name="connsiteX5031" fmla="*/ 2611637 w 3708449"/>
              <a:gd name="connsiteY5031" fmla="*/ 1047815 h 3514679"/>
              <a:gd name="connsiteX5032" fmla="*/ 2595577 w 3708449"/>
              <a:gd name="connsiteY5032" fmla="*/ 1063874 h 3514679"/>
              <a:gd name="connsiteX5033" fmla="*/ 2579518 w 3708449"/>
              <a:gd name="connsiteY5033" fmla="*/ 1047815 h 3514679"/>
              <a:gd name="connsiteX5034" fmla="*/ 2595577 w 3708449"/>
              <a:gd name="connsiteY5034" fmla="*/ 1031756 h 3514679"/>
              <a:gd name="connsiteX5035" fmla="*/ 2531224 w 3708449"/>
              <a:gd name="connsiteY5035" fmla="*/ 1031756 h 3514679"/>
              <a:gd name="connsiteX5036" fmla="*/ 2547283 w 3708449"/>
              <a:gd name="connsiteY5036" fmla="*/ 1047815 h 3514679"/>
              <a:gd name="connsiteX5037" fmla="*/ 2531224 w 3708449"/>
              <a:gd name="connsiteY5037" fmla="*/ 1063874 h 3514679"/>
              <a:gd name="connsiteX5038" fmla="*/ 2515164 w 3708449"/>
              <a:gd name="connsiteY5038" fmla="*/ 1047815 h 3514679"/>
              <a:gd name="connsiteX5039" fmla="*/ 2531224 w 3708449"/>
              <a:gd name="connsiteY5039" fmla="*/ 1031756 h 3514679"/>
              <a:gd name="connsiteX5040" fmla="*/ 2466869 w 3708449"/>
              <a:gd name="connsiteY5040" fmla="*/ 1031756 h 3514679"/>
              <a:gd name="connsiteX5041" fmla="*/ 2483044 w 3708449"/>
              <a:gd name="connsiteY5041" fmla="*/ 1047815 h 3514679"/>
              <a:gd name="connsiteX5042" fmla="*/ 2466869 w 3708449"/>
              <a:gd name="connsiteY5042" fmla="*/ 1063874 h 3514679"/>
              <a:gd name="connsiteX5043" fmla="*/ 2450809 w 3708449"/>
              <a:gd name="connsiteY5043" fmla="*/ 1047815 h 3514679"/>
              <a:gd name="connsiteX5044" fmla="*/ 2466869 w 3708449"/>
              <a:gd name="connsiteY5044" fmla="*/ 1031756 h 3514679"/>
              <a:gd name="connsiteX5045" fmla="*/ 2402631 w 3708449"/>
              <a:gd name="connsiteY5045" fmla="*/ 1031756 h 3514679"/>
              <a:gd name="connsiteX5046" fmla="*/ 2418690 w 3708449"/>
              <a:gd name="connsiteY5046" fmla="*/ 1047815 h 3514679"/>
              <a:gd name="connsiteX5047" fmla="*/ 2402631 w 3708449"/>
              <a:gd name="connsiteY5047" fmla="*/ 1063874 h 3514679"/>
              <a:gd name="connsiteX5048" fmla="*/ 2386455 w 3708449"/>
              <a:gd name="connsiteY5048" fmla="*/ 1047815 h 3514679"/>
              <a:gd name="connsiteX5049" fmla="*/ 2402631 w 3708449"/>
              <a:gd name="connsiteY5049" fmla="*/ 1031756 h 3514679"/>
              <a:gd name="connsiteX5050" fmla="*/ 2337462 w 3708449"/>
              <a:gd name="connsiteY5050" fmla="*/ 1031756 h 3514679"/>
              <a:gd name="connsiteX5051" fmla="*/ 2353522 w 3708449"/>
              <a:gd name="connsiteY5051" fmla="*/ 1047815 h 3514679"/>
              <a:gd name="connsiteX5052" fmla="*/ 2337462 w 3708449"/>
              <a:gd name="connsiteY5052" fmla="*/ 1063874 h 3514679"/>
              <a:gd name="connsiteX5053" fmla="*/ 2322218 w 3708449"/>
              <a:gd name="connsiteY5053" fmla="*/ 1047815 h 3514679"/>
              <a:gd name="connsiteX5054" fmla="*/ 2337462 w 3708449"/>
              <a:gd name="connsiteY5054" fmla="*/ 1031756 h 3514679"/>
              <a:gd name="connsiteX5055" fmla="*/ 2273109 w 3708449"/>
              <a:gd name="connsiteY5055" fmla="*/ 1031756 h 3514679"/>
              <a:gd name="connsiteX5056" fmla="*/ 2289284 w 3708449"/>
              <a:gd name="connsiteY5056" fmla="*/ 1047815 h 3514679"/>
              <a:gd name="connsiteX5057" fmla="*/ 2273109 w 3708449"/>
              <a:gd name="connsiteY5057" fmla="*/ 1063874 h 3514679"/>
              <a:gd name="connsiteX5058" fmla="*/ 2257049 w 3708449"/>
              <a:gd name="connsiteY5058" fmla="*/ 1047815 h 3514679"/>
              <a:gd name="connsiteX5059" fmla="*/ 2273109 w 3708449"/>
              <a:gd name="connsiteY5059" fmla="*/ 1031756 h 3514679"/>
              <a:gd name="connsiteX5060" fmla="*/ 2208755 w 3708449"/>
              <a:gd name="connsiteY5060" fmla="*/ 1031756 h 3514679"/>
              <a:gd name="connsiteX5061" fmla="*/ 2224930 w 3708449"/>
              <a:gd name="connsiteY5061" fmla="*/ 1047815 h 3514679"/>
              <a:gd name="connsiteX5062" fmla="*/ 2208755 w 3708449"/>
              <a:gd name="connsiteY5062" fmla="*/ 1063874 h 3514679"/>
              <a:gd name="connsiteX5063" fmla="*/ 2192695 w 3708449"/>
              <a:gd name="connsiteY5063" fmla="*/ 1047815 h 3514679"/>
              <a:gd name="connsiteX5064" fmla="*/ 2208755 w 3708449"/>
              <a:gd name="connsiteY5064" fmla="*/ 1031756 h 3514679"/>
              <a:gd name="connsiteX5065" fmla="*/ 2144517 w 3708449"/>
              <a:gd name="connsiteY5065" fmla="*/ 1031756 h 3514679"/>
              <a:gd name="connsiteX5066" fmla="*/ 2160576 w 3708449"/>
              <a:gd name="connsiteY5066" fmla="*/ 1047815 h 3514679"/>
              <a:gd name="connsiteX5067" fmla="*/ 2144517 w 3708449"/>
              <a:gd name="connsiteY5067" fmla="*/ 1063874 h 3514679"/>
              <a:gd name="connsiteX5068" fmla="*/ 2128341 w 3708449"/>
              <a:gd name="connsiteY5068" fmla="*/ 1047815 h 3514679"/>
              <a:gd name="connsiteX5069" fmla="*/ 2144517 w 3708449"/>
              <a:gd name="connsiteY5069" fmla="*/ 1031756 h 3514679"/>
              <a:gd name="connsiteX5070" fmla="*/ 2080163 w 3708449"/>
              <a:gd name="connsiteY5070" fmla="*/ 1031756 h 3514679"/>
              <a:gd name="connsiteX5071" fmla="*/ 2095408 w 3708449"/>
              <a:gd name="connsiteY5071" fmla="*/ 1047815 h 3514679"/>
              <a:gd name="connsiteX5072" fmla="*/ 2080163 w 3708449"/>
              <a:gd name="connsiteY5072" fmla="*/ 1063874 h 3514679"/>
              <a:gd name="connsiteX5073" fmla="*/ 2064104 w 3708449"/>
              <a:gd name="connsiteY5073" fmla="*/ 1047815 h 3514679"/>
              <a:gd name="connsiteX5074" fmla="*/ 2080163 w 3708449"/>
              <a:gd name="connsiteY5074" fmla="*/ 1031756 h 3514679"/>
              <a:gd name="connsiteX5075" fmla="*/ 2014994 w 3708449"/>
              <a:gd name="connsiteY5075" fmla="*/ 1031756 h 3514679"/>
              <a:gd name="connsiteX5076" fmla="*/ 2031169 w 3708449"/>
              <a:gd name="connsiteY5076" fmla="*/ 1047815 h 3514679"/>
              <a:gd name="connsiteX5077" fmla="*/ 2014994 w 3708449"/>
              <a:gd name="connsiteY5077" fmla="*/ 1063874 h 3514679"/>
              <a:gd name="connsiteX5078" fmla="*/ 1998934 w 3708449"/>
              <a:gd name="connsiteY5078" fmla="*/ 1047815 h 3514679"/>
              <a:gd name="connsiteX5079" fmla="*/ 2014994 w 3708449"/>
              <a:gd name="connsiteY5079" fmla="*/ 1031756 h 3514679"/>
              <a:gd name="connsiteX5080" fmla="*/ 1950756 w 3708449"/>
              <a:gd name="connsiteY5080" fmla="*/ 1031756 h 3514679"/>
              <a:gd name="connsiteX5081" fmla="*/ 1966815 w 3708449"/>
              <a:gd name="connsiteY5081" fmla="*/ 1047815 h 3514679"/>
              <a:gd name="connsiteX5082" fmla="*/ 1950756 w 3708449"/>
              <a:gd name="connsiteY5082" fmla="*/ 1063874 h 3514679"/>
              <a:gd name="connsiteX5083" fmla="*/ 1934580 w 3708449"/>
              <a:gd name="connsiteY5083" fmla="*/ 1047815 h 3514679"/>
              <a:gd name="connsiteX5084" fmla="*/ 1950756 w 3708449"/>
              <a:gd name="connsiteY5084" fmla="*/ 1031756 h 3514679"/>
              <a:gd name="connsiteX5085" fmla="*/ 1886402 w 3708449"/>
              <a:gd name="connsiteY5085" fmla="*/ 1031756 h 3514679"/>
              <a:gd name="connsiteX5086" fmla="*/ 1902461 w 3708449"/>
              <a:gd name="connsiteY5086" fmla="*/ 1047815 h 3514679"/>
              <a:gd name="connsiteX5087" fmla="*/ 1886402 w 3708449"/>
              <a:gd name="connsiteY5087" fmla="*/ 1063874 h 3514679"/>
              <a:gd name="connsiteX5088" fmla="*/ 1870343 w 3708449"/>
              <a:gd name="connsiteY5088" fmla="*/ 1047815 h 3514679"/>
              <a:gd name="connsiteX5089" fmla="*/ 1886402 w 3708449"/>
              <a:gd name="connsiteY5089" fmla="*/ 1031756 h 3514679"/>
              <a:gd name="connsiteX5090" fmla="*/ 1822048 w 3708449"/>
              <a:gd name="connsiteY5090" fmla="*/ 1031756 h 3514679"/>
              <a:gd name="connsiteX5091" fmla="*/ 1838108 w 3708449"/>
              <a:gd name="connsiteY5091" fmla="*/ 1047815 h 3514679"/>
              <a:gd name="connsiteX5092" fmla="*/ 1822048 w 3708449"/>
              <a:gd name="connsiteY5092" fmla="*/ 1063874 h 3514679"/>
              <a:gd name="connsiteX5093" fmla="*/ 1805989 w 3708449"/>
              <a:gd name="connsiteY5093" fmla="*/ 1047815 h 3514679"/>
              <a:gd name="connsiteX5094" fmla="*/ 1822048 w 3708449"/>
              <a:gd name="connsiteY5094" fmla="*/ 1031756 h 3514679"/>
              <a:gd name="connsiteX5095" fmla="*/ 1756879 w 3708449"/>
              <a:gd name="connsiteY5095" fmla="*/ 1031756 h 3514679"/>
              <a:gd name="connsiteX5096" fmla="*/ 1773055 w 3708449"/>
              <a:gd name="connsiteY5096" fmla="*/ 1047815 h 3514679"/>
              <a:gd name="connsiteX5097" fmla="*/ 1756879 w 3708449"/>
              <a:gd name="connsiteY5097" fmla="*/ 1063874 h 3514679"/>
              <a:gd name="connsiteX5098" fmla="*/ 1741635 w 3708449"/>
              <a:gd name="connsiteY5098" fmla="*/ 1047815 h 3514679"/>
              <a:gd name="connsiteX5099" fmla="*/ 1756879 w 3708449"/>
              <a:gd name="connsiteY5099" fmla="*/ 1031756 h 3514679"/>
              <a:gd name="connsiteX5100" fmla="*/ 1692642 w 3708449"/>
              <a:gd name="connsiteY5100" fmla="*/ 1031756 h 3514679"/>
              <a:gd name="connsiteX5101" fmla="*/ 1708701 w 3708449"/>
              <a:gd name="connsiteY5101" fmla="*/ 1047815 h 3514679"/>
              <a:gd name="connsiteX5102" fmla="*/ 1692642 w 3708449"/>
              <a:gd name="connsiteY5102" fmla="*/ 1063874 h 3514679"/>
              <a:gd name="connsiteX5103" fmla="*/ 1676466 w 3708449"/>
              <a:gd name="connsiteY5103" fmla="*/ 1047815 h 3514679"/>
              <a:gd name="connsiteX5104" fmla="*/ 1692642 w 3708449"/>
              <a:gd name="connsiteY5104" fmla="*/ 1031756 h 3514679"/>
              <a:gd name="connsiteX5105" fmla="*/ 1628287 w 3708449"/>
              <a:gd name="connsiteY5105" fmla="*/ 1031756 h 3514679"/>
              <a:gd name="connsiteX5106" fmla="*/ 1644346 w 3708449"/>
              <a:gd name="connsiteY5106" fmla="*/ 1047815 h 3514679"/>
              <a:gd name="connsiteX5107" fmla="*/ 1628287 w 3708449"/>
              <a:gd name="connsiteY5107" fmla="*/ 1063874 h 3514679"/>
              <a:gd name="connsiteX5108" fmla="*/ 1612228 w 3708449"/>
              <a:gd name="connsiteY5108" fmla="*/ 1047815 h 3514679"/>
              <a:gd name="connsiteX5109" fmla="*/ 1628287 w 3708449"/>
              <a:gd name="connsiteY5109" fmla="*/ 1031756 h 3514679"/>
              <a:gd name="connsiteX5110" fmla="*/ 1563933 w 3708449"/>
              <a:gd name="connsiteY5110" fmla="*/ 1031756 h 3514679"/>
              <a:gd name="connsiteX5111" fmla="*/ 1579993 w 3708449"/>
              <a:gd name="connsiteY5111" fmla="*/ 1047815 h 3514679"/>
              <a:gd name="connsiteX5112" fmla="*/ 1563933 w 3708449"/>
              <a:gd name="connsiteY5112" fmla="*/ 1063874 h 3514679"/>
              <a:gd name="connsiteX5113" fmla="*/ 1547874 w 3708449"/>
              <a:gd name="connsiteY5113" fmla="*/ 1047815 h 3514679"/>
              <a:gd name="connsiteX5114" fmla="*/ 1563933 w 3708449"/>
              <a:gd name="connsiteY5114" fmla="*/ 1031756 h 3514679"/>
              <a:gd name="connsiteX5115" fmla="*/ 1499579 w 3708449"/>
              <a:gd name="connsiteY5115" fmla="*/ 1031756 h 3514679"/>
              <a:gd name="connsiteX5116" fmla="*/ 1514940 w 3708449"/>
              <a:gd name="connsiteY5116" fmla="*/ 1047815 h 3514679"/>
              <a:gd name="connsiteX5117" fmla="*/ 1499579 w 3708449"/>
              <a:gd name="connsiteY5117" fmla="*/ 1063874 h 3514679"/>
              <a:gd name="connsiteX5118" fmla="*/ 1483520 w 3708449"/>
              <a:gd name="connsiteY5118" fmla="*/ 1047815 h 3514679"/>
              <a:gd name="connsiteX5119" fmla="*/ 1499579 w 3708449"/>
              <a:gd name="connsiteY5119" fmla="*/ 1031756 h 3514679"/>
              <a:gd name="connsiteX5120" fmla="*/ 1434527 w 3708449"/>
              <a:gd name="connsiteY5120" fmla="*/ 1031756 h 3514679"/>
              <a:gd name="connsiteX5121" fmla="*/ 1450586 w 3708449"/>
              <a:gd name="connsiteY5121" fmla="*/ 1047815 h 3514679"/>
              <a:gd name="connsiteX5122" fmla="*/ 1434527 w 3708449"/>
              <a:gd name="connsiteY5122" fmla="*/ 1063874 h 3514679"/>
              <a:gd name="connsiteX5123" fmla="*/ 1418351 w 3708449"/>
              <a:gd name="connsiteY5123" fmla="*/ 1047815 h 3514679"/>
              <a:gd name="connsiteX5124" fmla="*/ 1434527 w 3708449"/>
              <a:gd name="connsiteY5124" fmla="*/ 1031756 h 3514679"/>
              <a:gd name="connsiteX5125" fmla="*/ 1370173 w 3708449"/>
              <a:gd name="connsiteY5125" fmla="*/ 1031756 h 3514679"/>
              <a:gd name="connsiteX5126" fmla="*/ 1386233 w 3708449"/>
              <a:gd name="connsiteY5126" fmla="*/ 1047815 h 3514679"/>
              <a:gd name="connsiteX5127" fmla="*/ 1370173 w 3708449"/>
              <a:gd name="connsiteY5127" fmla="*/ 1063874 h 3514679"/>
              <a:gd name="connsiteX5128" fmla="*/ 1354114 w 3708449"/>
              <a:gd name="connsiteY5128" fmla="*/ 1047815 h 3514679"/>
              <a:gd name="connsiteX5129" fmla="*/ 1370173 w 3708449"/>
              <a:gd name="connsiteY5129" fmla="*/ 1031756 h 3514679"/>
              <a:gd name="connsiteX5130" fmla="*/ 1305819 w 3708449"/>
              <a:gd name="connsiteY5130" fmla="*/ 1031756 h 3514679"/>
              <a:gd name="connsiteX5131" fmla="*/ 1321879 w 3708449"/>
              <a:gd name="connsiteY5131" fmla="*/ 1047815 h 3514679"/>
              <a:gd name="connsiteX5132" fmla="*/ 1305819 w 3708449"/>
              <a:gd name="connsiteY5132" fmla="*/ 1063874 h 3514679"/>
              <a:gd name="connsiteX5133" fmla="*/ 1289760 w 3708449"/>
              <a:gd name="connsiteY5133" fmla="*/ 1047815 h 3514679"/>
              <a:gd name="connsiteX5134" fmla="*/ 1305819 w 3708449"/>
              <a:gd name="connsiteY5134" fmla="*/ 1031756 h 3514679"/>
              <a:gd name="connsiteX5135" fmla="*/ 1241465 w 3708449"/>
              <a:gd name="connsiteY5135" fmla="*/ 1031756 h 3514679"/>
              <a:gd name="connsiteX5136" fmla="*/ 1256826 w 3708449"/>
              <a:gd name="connsiteY5136" fmla="*/ 1047815 h 3514679"/>
              <a:gd name="connsiteX5137" fmla="*/ 1241465 w 3708449"/>
              <a:gd name="connsiteY5137" fmla="*/ 1063874 h 3514679"/>
              <a:gd name="connsiteX5138" fmla="*/ 1225406 w 3708449"/>
              <a:gd name="connsiteY5138" fmla="*/ 1047815 h 3514679"/>
              <a:gd name="connsiteX5139" fmla="*/ 1241465 w 3708449"/>
              <a:gd name="connsiteY5139" fmla="*/ 1031756 h 3514679"/>
              <a:gd name="connsiteX5140" fmla="*/ 1176412 w 3708449"/>
              <a:gd name="connsiteY5140" fmla="*/ 1031756 h 3514679"/>
              <a:gd name="connsiteX5141" fmla="*/ 1192472 w 3708449"/>
              <a:gd name="connsiteY5141" fmla="*/ 1047815 h 3514679"/>
              <a:gd name="connsiteX5142" fmla="*/ 1176412 w 3708449"/>
              <a:gd name="connsiteY5142" fmla="*/ 1063874 h 3514679"/>
              <a:gd name="connsiteX5143" fmla="*/ 1161051 w 3708449"/>
              <a:gd name="connsiteY5143" fmla="*/ 1047815 h 3514679"/>
              <a:gd name="connsiteX5144" fmla="*/ 1176412 w 3708449"/>
              <a:gd name="connsiteY5144" fmla="*/ 1031756 h 3514679"/>
              <a:gd name="connsiteX5145" fmla="*/ 1112058 w 3708449"/>
              <a:gd name="connsiteY5145" fmla="*/ 1031756 h 3514679"/>
              <a:gd name="connsiteX5146" fmla="*/ 1128117 w 3708449"/>
              <a:gd name="connsiteY5146" fmla="*/ 1047815 h 3514679"/>
              <a:gd name="connsiteX5147" fmla="*/ 1112058 w 3708449"/>
              <a:gd name="connsiteY5147" fmla="*/ 1063874 h 3514679"/>
              <a:gd name="connsiteX5148" fmla="*/ 1095998 w 3708449"/>
              <a:gd name="connsiteY5148" fmla="*/ 1047815 h 3514679"/>
              <a:gd name="connsiteX5149" fmla="*/ 1112058 w 3708449"/>
              <a:gd name="connsiteY5149" fmla="*/ 1031756 h 3514679"/>
              <a:gd name="connsiteX5150" fmla="*/ 1047704 w 3708449"/>
              <a:gd name="connsiteY5150" fmla="*/ 1031756 h 3514679"/>
              <a:gd name="connsiteX5151" fmla="*/ 1063763 w 3708449"/>
              <a:gd name="connsiteY5151" fmla="*/ 1047815 h 3514679"/>
              <a:gd name="connsiteX5152" fmla="*/ 1047704 w 3708449"/>
              <a:gd name="connsiteY5152" fmla="*/ 1063874 h 3514679"/>
              <a:gd name="connsiteX5153" fmla="*/ 1031644 w 3708449"/>
              <a:gd name="connsiteY5153" fmla="*/ 1047815 h 3514679"/>
              <a:gd name="connsiteX5154" fmla="*/ 1047704 w 3708449"/>
              <a:gd name="connsiteY5154" fmla="*/ 1031756 h 3514679"/>
              <a:gd name="connsiteX5155" fmla="*/ 983349 w 3708449"/>
              <a:gd name="connsiteY5155" fmla="*/ 1031756 h 3514679"/>
              <a:gd name="connsiteX5156" fmla="*/ 999408 w 3708449"/>
              <a:gd name="connsiteY5156" fmla="*/ 1047815 h 3514679"/>
              <a:gd name="connsiteX5157" fmla="*/ 983349 w 3708449"/>
              <a:gd name="connsiteY5157" fmla="*/ 1063874 h 3514679"/>
              <a:gd name="connsiteX5158" fmla="*/ 967290 w 3708449"/>
              <a:gd name="connsiteY5158" fmla="*/ 1047815 h 3514679"/>
              <a:gd name="connsiteX5159" fmla="*/ 983349 w 3708449"/>
              <a:gd name="connsiteY5159" fmla="*/ 1031756 h 3514679"/>
              <a:gd name="connsiteX5160" fmla="*/ 918297 w 3708449"/>
              <a:gd name="connsiteY5160" fmla="*/ 1031756 h 3514679"/>
              <a:gd name="connsiteX5161" fmla="*/ 934356 w 3708449"/>
              <a:gd name="connsiteY5161" fmla="*/ 1047815 h 3514679"/>
              <a:gd name="connsiteX5162" fmla="*/ 918297 w 3708449"/>
              <a:gd name="connsiteY5162" fmla="*/ 1063874 h 3514679"/>
              <a:gd name="connsiteX5163" fmla="*/ 902936 w 3708449"/>
              <a:gd name="connsiteY5163" fmla="*/ 1047815 h 3514679"/>
              <a:gd name="connsiteX5164" fmla="*/ 918297 w 3708449"/>
              <a:gd name="connsiteY5164" fmla="*/ 1031756 h 3514679"/>
              <a:gd name="connsiteX5165" fmla="*/ 853944 w 3708449"/>
              <a:gd name="connsiteY5165" fmla="*/ 1031756 h 3514679"/>
              <a:gd name="connsiteX5166" fmla="*/ 870003 w 3708449"/>
              <a:gd name="connsiteY5166" fmla="*/ 1047815 h 3514679"/>
              <a:gd name="connsiteX5167" fmla="*/ 853944 w 3708449"/>
              <a:gd name="connsiteY5167" fmla="*/ 1063874 h 3514679"/>
              <a:gd name="connsiteX5168" fmla="*/ 837884 w 3708449"/>
              <a:gd name="connsiteY5168" fmla="*/ 1047815 h 3514679"/>
              <a:gd name="connsiteX5169" fmla="*/ 853944 w 3708449"/>
              <a:gd name="connsiteY5169" fmla="*/ 1031756 h 3514679"/>
              <a:gd name="connsiteX5170" fmla="*/ 789590 w 3708449"/>
              <a:gd name="connsiteY5170" fmla="*/ 1031756 h 3514679"/>
              <a:gd name="connsiteX5171" fmla="*/ 805649 w 3708449"/>
              <a:gd name="connsiteY5171" fmla="*/ 1047815 h 3514679"/>
              <a:gd name="connsiteX5172" fmla="*/ 789590 w 3708449"/>
              <a:gd name="connsiteY5172" fmla="*/ 1063874 h 3514679"/>
              <a:gd name="connsiteX5173" fmla="*/ 773530 w 3708449"/>
              <a:gd name="connsiteY5173" fmla="*/ 1047815 h 3514679"/>
              <a:gd name="connsiteX5174" fmla="*/ 789590 w 3708449"/>
              <a:gd name="connsiteY5174" fmla="*/ 1031756 h 3514679"/>
              <a:gd name="connsiteX5175" fmla="*/ 725235 w 3708449"/>
              <a:gd name="connsiteY5175" fmla="*/ 1031756 h 3514679"/>
              <a:gd name="connsiteX5176" fmla="*/ 741411 w 3708449"/>
              <a:gd name="connsiteY5176" fmla="*/ 1047815 h 3514679"/>
              <a:gd name="connsiteX5177" fmla="*/ 725235 w 3708449"/>
              <a:gd name="connsiteY5177" fmla="*/ 1063874 h 3514679"/>
              <a:gd name="connsiteX5178" fmla="*/ 709176 w 3708449"/>
              <a:gd name="connsiteY5178" fmla="*/ 1047815 h 3514679"/>
              <a:gd name="connsiteX5179" fmla="*/ 725235 w 3708449"/>
              <a:gd name="connsiteY5179" fmla="*/ 1031756 h 3514679"/>
              <a:gd name="connsiteX5180" fmla="*/ 660998 w 3708449"/>
              <a:gd name="connsiteY5180" fmla="*/ 1031756 h 3514679"/>
              <a:gd name="connsiteX5181" fmla="*/ 676242 w 3708449"/>
              <a:gd name="connsiteY5181" fmla="*/ 1047815 h 3514679"/>
              <a:gd name="connsiteX5182" fmla="*/ 660998 w 3708449"/>
              <a:gd name="connsiteY5182" fmla="*/ 1063874 h 3514679"/>
              <a:gd name="connsiteX5183" fmla="*/ 644822 w 3708449"/>
              <a:gd name="connsiteY5183" fmla="*/ 1047815 h 3514679"/>
              <a:gd name="connsiteX5184" fmla="*/ 660998 w 3708449"/>
              <a:gd name="connsiteY5184" fmla="*/ 1031756 h 3514679"/>
              <a:gd name="connsiteX5185" fmla="*/ 595829 w 3708449"/>
              <a:gd name="connsiteY5185" fmla="*/ 1031756 h 3514679"/>
              <a:gd name="connsiteX5186" fmla="*/ 611888 w 3708449"/>
              <a:gd name="connsiteY5186" fmla="*/ 1047815 h 3514679"/>
              <a:gd name="connsiteX5187" fmla="*/ 595829 w 3708449"/>
              <a:gd name="connsiteY5187" fmla="*/ 1063874 h 3514679"/>
              <a:gd name="connsiteX5188" fmla="*/ 580468 w 3708449"/>
              <a:gd name="connsiteY5188" fmla="*/ 1047815 h 3514679"/>
              <a:gd name="connsiteX5189" fmla="*/ 595829 w 3708449"/>
              <a:gd name="connsiteY5189" fmla="*/ 1031756 h 3514679"/>
              <a:gd name="connsiteX5190" fmla="*/ 531474 w 3708449"/>
              <a:gd name="connsiteY5190" fmla="*/ 1031756 h 3514679"/>
              <a:gd name="connsiteX5191" fmla="*/ 547533 w 3708449"/>
              <a:gd name="connsiteY5191" fmla="*/ 1047815 h 3514679"/>
              <a:gd name="connsiteX5192" fmla="*/ 531474 w 3708449"/>
              <a:gd name="connsiteY5192" fmla="*/ 1063874 h 3514679"/>
              <a:gd name="connsiteX5193" fmla="*/ 515415 w 3708449"/>
              <a:gd name="connsiteY5193" fmla="*/ 1047815 h 3514679"/>
              <a:gd name="connsiteX5194" fmla="*/ 531474 w 3708449"/>
              <a:gd name="connsiteY5194" fmla="*/ 1031756 h 3514679"/>
              <a:gd name="connsiteX5195" fmla="*/ 467120 w 3708449"/>
              <a:gd name="connsiteY5195" fmla="*/ 1031756 h 3514679"/>
              <a:gd name="connsiteX5196" fmla="*/ 483296 w 3708449"/>
              <a:gd name="connsiteY5196" fmla="*/ 1047815 h 3514679"/>
              <a:gd name="connsiteX5197" fmla="*/ 467120 w 3708449"/>
              <a:gd name="connsiteY5197" fmla="*/ 1063874 h 3514679"/>
              <a:gd name="connsiteX5198" fmla="*/ 451061 w 3708449"/>
              <a:gd name="connsiteY5198" fmla="*/ 1047815 h 3514679"/>
              <a:gd name="connsiteX5199" fmla="*/ 467120 w 3708449"/>
              <a:gd name="connsiteY5199" fmla="*/ 1031756 h 3514679"/>
              <a:gd name="connsiteX5200" fmla="*/ 402882 w 3708449"/>
              <a:gd name="connsiteY5200" fmla="*/ 1031756 h 3514679"/>
              <a:gd name="connsiteX5201" fmla="*/ 418942 w 3708449"/>
              <a:gd name="connsiteY5201" fmla="*/ 1047815 h 3514679"/>
              <a:gd name="connsiteX5202" fmla="*/ 402882 w 3708449"/>
              <a:gd name="connsiteY5202" fmla="*/ 1063874 h 3514679"/>
              <a:gd name="connsiteX5203" fmla="*/ 386707 w 3708449"/>
              <a:gd name="connsiteY5203" fmla="*/ 1047815 h 3514679"/>
              <a:gd name="connsiteX5204" fmla="*/ 402882 w 3708449"/>
              <a:gd name="connsiteY5204" fmla="*/ 1031756 h 3514679"/>
              <a:gd name="connsiteX5205" fmla="*/ 338529 w 3708449"/>
              <a:gd name="connsiteY5205" fmla="*/ 1031756 h 3514679"/>
              <a:gd name="connsiteX5206" fmla="*/ 353773 w 3708449"/>
              <a:gd name="connsiteY5206" fmla="*/ 1047815 h 3514679"/>
              <a:gd name="connsiteX5207" fmla="*/ 338529 w 3708449"/>
              <a:gd name="connsiteY5207" fmla="*/ 1063874 h 3514679"/>
              <a:gd name="connsiteX5208" fmla="*/ 322469 w 3708449"/>
              <a:gd name="connsiteY5208" fmla="*/ 1047815 h 3514679"/>
              <a:gd name="connsiteX5209" fmla="*/ 338529 w 3708449"/>
              <a:gd name="connsiteY5209" fmla="*/ 1031756 h 3514679"/>
              <a:gd name="connsiteX5210" fmla="*/ 273360 w 3708449"/>
              <a:gd name="connsiteY5210" fmla="*/ 1031756 h 3514679"/>
              <a:gd name="connsiteX5211" fmla="*/ 289536 w 3708449"/>
              <a:gd name="connsiteY5211" fmla="*/ 1047815 h 3514679"/>
              <a:gd name="connsiteX5212" fmla="*/ 273360 w 3708449"/>
              <a:gd name="connsiteY5212" fmla="*/ 1063874 h 3514679"/>
              <a:gd name="connsiteX5213" fmla="*/ 257301 w 3708449"/>
              <a:gd name="connsiteY5213" fmla="*/ 1047815 h 3514679"/>
              <a:gd name="connsiteX5214" fmla="*/ 273360 w 3708449"/>
              <a:gd name="connsiteY5214" fmla="*/ 1031756 h 3514679"/>
              <a:gd name="connsiteX5215" fmla="*/ 209122 w 3708449"/>
              <a:gd name="connsiteY5215" fmla="*/ 1031756 h 3514679"/>
              <a:gd name="connsiteX5216" fmla="*/ 225182 w 3708449"/>
              <a:gd name="connsiteY5216" fmla="*/ 1047815 h 3514679"/>
              <a:gd name="connsiteX5217" fmla="*/ 209122 w 3708449"/>
              <a:gd name="connsiteY5217" fmla="*/ 1063874 h 3514679"/>
              <a:gd name="connsiteX5218" fmla="*/ 192947 w 3708449"/>
              <a:gd name="connsiteY5218" fmla="*/ 1047815 h 3514679"/>
              <a:gd name="connsiteX5219" fmla="*/ 209122 w 3708449"/>
              <a:gd name="connsiteY5219" fmla="*/ 1031756 h 3514679"/>
              <a:gd name="connsiteX5220" fmla="*/ 144767 w 3708449"/>
              <a:gd name="connsiteY5220" fmla="*/ 1031756 h 3514679"/>
              <a:gd name="connsiteX5221" fmla="*/ 160827 w 3708449"/>
              <a:gd name="connsiteY5221" fmla="*/ 1047815 h 3514679"/>
              <a:gd name="connsiteX5222" fmla="*/ 144767 w 3708449"/>
              <a:gd name="connsiteY5222" fmla="*/ 1063874 h 3514679"/>
              <a:gd name="connsiteX5223" fmla="*/ 128592 w 3708449"/>
              <a:gd name="connsiteY5223" fmla="*/ 1047815 h 3514679"/>
              <a:gd name="connsiteX5224" fmla="*/ 144767 w 3708449"/>
              <a:gd name="connsiteY5224" fmla="*/ 1031756 h 3514679"/>
              <a:gd name="connsiteX5225" fmla="*/ 80414 w 3708449"/>
              <a:gd name="connsiteY5225" fmla="*/ 1031756 h 3514679"/>
              <a:gd name="connsiteX5226" fmla="*/ 95658 w 3708449"/>
              <a:gd name="connsiteY5226" fmla="*/ 1047815 h 3514679"/>
              <a:gd name="connsiteX5227" fmla="*/ 80414 w 3708449"/>
              <a:gd name="connsiteY5227" fmla="*/ 1063874 h 3514679"/>
              <a:gd name="connsiteX5228" fmla="*/ 64354 w 3708449"/>
              <a:gd name="connsiteY5228" fmla="*/ 1047815 h 3514679"/>
              <a:gd name="connsiteX5229" fmla="*/ 80414 w 3708449"/>
              <a:gd name="connsiteY5229" fmla="*/ 1031756 h 3514679"/>
              <a:gd name="connsiteX5230" fmla="*/ 15245 w 3708449"/>
              <a:gd name="connsiteY5230" fmla="*/ 1031756 h 3514679"/>
              <a:gd name="connsiteX5231" fmla="*/ 31421 w 3708449"/>
              <a:gd name="connsiteY5231" fmla="*/ 1047815 h 3514679"/>
              <a:gd name="connsiteX5232" fmla="*/ 15245 w 3708449"/>
              <a:gd name="connsiteY5232" fmla="*/ 1063874 h 3514679"/>
              <a:gd name="connsiteX5233" fmla="*/ 0 w 3708449"/>
              <a:gd name="connsiteY5233" fmla="*/ 1047815 h 3514679"/>
              <a:gd name="connsiteX5234" fmla="*/ 15245 w 3708449"/>
              <a:gd name="connsiteY5234" fmla="*/ 1031756 h 3514679"/>
              <a:gd name="connsiteX5235" fmla="*/ 3692390 w 3708449"/>
              <a:gd name="connsiteY5235" fmla="*/ 967402 h 3514679"/>
              <a:gd name="connsiteX5236" fmla="*/ 3708449 w 3708449"/>
              <a:gd name="connsiteY5236" fmla="*/ 983461 h 3514679"/>
              <a:gd name="connsiteX5237" fmla="*/ 3692390 w 3708449"/>
              <a:gd name="connsiteY5237" fmla="*/ 999522 h 3514679"/>
              <a:gd name="connsiteX5238" fmla="*/ 3676214 w 3708449"/>
              <a:gd name="connsiteY5238" fmla="*/ 983461 h 3514679"/>
              <a:gd name="connsiteX5239" fmla="*/ 3692390 w 3708449"/>
              <a:gd name="connsiteY5239" fmla="*/ 967402 h 3514679"/>
              <a:gd name="connsiteX5240" fmla="*/ 3628036 w 3708449"/>
              <a:gd name="connsiteY5240" fmla="*/ 967402 h 3514679"/>
              <a:gd name="connsiteX5241" fmla="*/ 3644095 w 3708449"/>
              <a:gd name="connsiteY5241" fmla="*/ 983461 h 3514679"/>
              <a:gd name="connsiteX5242" fmla="*/ 3628036 w 3708449"/>
              <a:gd name="connsiteY5242" fmla="*/ 999522 h 3514679"/>
              <a:gd name="connsiteX5243" fmla="*/ 3611976 w 3708449"/>
              <a:gd name="connsiteY5243" fmla="*/ 983461 h 3514679"/>
              <a:gd name="connsiteX5244" fmla="*/ 3628036 w 3708449"/>
              <a:gd name="connsiteY5244" fmla="*/ 967402 h 3514679"/>
              <a:gd name="connsiteX5245" fmla="*/ 3563682 w 3708449"/>
              <a:gd name="connsiteY5245" fmla="*/ 967402 h 3514679"/>
              <a:gd name="connsiteX5246" fmla="*/ 3579742 w 3708449"/>
              <a:gd name="connsiteY5246" fmla="*/ 983461 h 3514679"/>
              <a:gd name="connsiteX5247" fmla="*/ 3563682 w 3708449"/>
              <a:gd name="connsiteY5247" fmla="*/ 999522 h 3514679"/>
              <a:gd name="connsiteX5248" fmla="*/ 3547622 w 3708449"/>
              <a:gd name="connsiteY5248" fmla="*/ 983461 h 3514679"/>
              <a:gd name="connsiteX5249" fmla="*/ 3563682 w 3708449"/>
              <a:gd name="connsiteY5249" fmla="*/ 967402 h 3514679"/>
              <a:gd name="connsiteX5250" fmla="*/ 3498629 w 3708449"/>
              <a:gd name="connsiteY5250" fmla="*/ 967402 h 3514679"/>
              <a:gd name="connsiteX5251" fmla="*/ 3514688 w 3708449"/>
              <a:gd name="connsiteY5251" fmla="*/ 983461 h 3514679"/>
              <a:gd name="connsiteX5252" fmla="*/ 3498629 w 3708449"/>
              <a:gd name="connsiteY5252" fmla="*/ 999522 h 3514679"/>
              <a:gd name="connsiteX5253" fmla="*/ 3483267 w 3708449"/>
              <a:gd name="connsiteY5253" fmla="*/ 983461 h 3514679"/>
              <a:gd name="connsiteX5254" fmla="*/ 3498629 w 3708449"/>
              <a:gd name="connsiteY5254" fmla="*/ 967402 h 3514679"/>
              <a:gd name="connsiteX5255" fmla="*/ 3434275 w 3708449"/>
              <a:gd name="connsiteY5255" fmla="*/ 967402 h 3514679"/>
              <a:gd name="connsiteX5256" fmla="*/ 3450334 w 3708449"/>
              <a:gd name="connsiteY5256" fmla="*/ 983461 h 3514679"/>
              <a:gd name="connsiteX5257" fmla="*/ 3434275 w 3708449"/>
              <a:gd name="connsiteY5257" fmla="*/ 999522 h 3514679"/>
              <a:gd name="connsiteX5258" fmla="*/ 3418099 w 3708449"/>
              <a:gd name="connsiteY5258" fmla="*/ 983461 h 3514679"/>
              <a:gd name="connsiteX5259" fmla="*/ 3434275 w 3708449"/>
              <a:gd name="connsiteY5259" fmla="*/ 967402 h 3514679"/>
              <a:gd name="connsiteX5260" fmla="*/ 3369921 w 3708449"/>
              <a:gd name="connsiteY5260" fmla="*/ 967402 h 3514679"/>
              <a:gd name="connsiteX5261" fmla="*/ 3385981 w 3708449"/>
              <a:gd name="connsiteY5261" fmla="*/ 983461 h 3514679"/>
              <a:gd name="connsiteX5262" fmla="*/ 3369921 w 3708449"/>
              <a:gd name="connsiteY5262" fmla="*/ 999522 h 3514679"/>
              <a:gd name="connsiteX5263" fmla="*/ 3353862 w 3708449"/>
              <a:gd name="connsiteY5263" fmla="*/ 983461 h 3514679"/>
              <a:gd name="connsiteX5264" fmla="*/ 3369921 w 3708449"/>
              <a:gd name="connsiteY5264" fmla="*/ 967402 h 3514679"/>
              <a:gd name="connsiteX5265" fmla="*/ 3305567 w 3708449"/>
              <a:gd name="connsiteY5265" fmla="*/ 967402 h 3514679"/>
              <a:gd name="connsiteX5266" fmla="*/ 3321627 w 3708449"/>
              <a:gd name="connsiteY5266" fmla="*/ 983461 h 3514679"/>
              <a:gd name="connsiteX5267" fmla="*/ 3305567 w 3708449"/>
              <a:gd name="connsiteY5267" fmla="*/ 999522 h 3514679"/>
              <a:gd name="connsiteX5268" fmla="*/ 3289508 w 3708449"/>
              <a:gd name="connsiteY5268" fmla="*/ 983461 h 3514679"/>
              <a:gd name="connsiteX5269" fmla="*/ 3305567 w 3708449"/>
              <a:gd name="connsiteY5269" fmla="*/ 967402 h 3514679"/>
              <a:gd name="connsiteX5270" fmla="*/ 3241213 w 3708449"/>
              <a:gd name="connsiteY5270" fmla="*/ 967402 h 3514679"/>
              <a:gd name="connsiteX5271" fmla="*/ 3256574 w 3708449"/>
              <a:gd name="connsiteY5271" fmla="*/ 983461 h 3514679"/>
              <a:gd name="connsiteX5272" fmla="*/ 3241213 w 3708449"/>
              <a:gd name="connsiteY5272" fmla="*/ 999522 h 3514679"/>
              <a:gd name="connsiteX5273" fmla="*/ 3225154 w 3708449"/>
              <a:gd name="connsiteY5273" fmla="*/ 983461 h 3514679"/>
              <a:gd name="connsiteX5274" fmla="*/ 3241213 w 3708449"/>
              <a:gd name="connsiteY5274" fmla="*/ 967402 h 3514679"/>
              <a:gd name="connsiteX5275" fmla="*/ 3176161 w 3708449"/>
              <a:gd name="connsiteY5275" fmla="*/ 967402 h 3514679"/>
              <a:gd name="connsiteX5276" fmla="*/ 3192220 w 3708449"/>
              <a:gd name="connsiteY5276" fmla="*/ 983461 h 3514679"/>
              <a:gd name="connsiteX5277" fmla="*/ 3176161 w 3708449"/>
              <a:gd name="connsiteY5277" fmla="*/ 999522 h 3514679"/>
              <a:gd name="connsiteX5278" fmla="*/ 3160102 w 3708449"/>
              <a:gd name="connsiteY5278" fmla="*/ 983461 h 3514679"/>
              <a:gd name="connsiteX5279" fmla="*/ 3176161 w 3708449"/>
              <a:gd name="connsiteY5279" fmla="*/ 967402 h 3514679"/>
              <a:gd name="connsiteX5280" fmla="*/ 3111806 w 3708449"/>
              <a:gd name="connsiteY5280" fmla="*/ 967402 h 3514679"/>
              <a:gd name="connsiteX5281" fmla="*/ 3127866 w 3708449"/>
              <a:gd name="connsiteY5281" fmla="*/ 983461 h 3514679"/>
              <a:gd name="connsiteX5282" fmla="*/ 3111806 w 3708449"/>
              <a:gd name="connsiteY5282" fmla="*/ 999522 h 3514679"/>
              <a:gd name="connsiteX5283" fmla="*/ 3095747 w 3708449"/>
              <a:gd name="connsiteY5283" fmla="*/ 983461 h 3514679"/>
              <a:gd name="connsiteX5284" fmla="*/ 3111806 w 3708449"/>
              <a:gd name="connsiteY5284" fmla="*/ 967402 h 3514679"/>
              <a:gd name="connsiteX5285" fmla="*/ 3047452 w 3708449"/>
              <a:gd name="connsiteY5285" fmla="*/ 967402 h 3514679"/>
              <a:gd name="connsiteX5286" fmla="*/ 3063512 w 3708449"/>
              <a:gd name="connsiteY5286" fmla="*/ 983461 h 3514679"/>
              <a:gd name="connsiteX5287" fmla="*/ 3047452 w 3708449"/>
              <a:gd name="connsiteY5287" fmla="*/ 999522 h 3514679"/>
              <a:gd name="connsiteX5288" fmla="*/ 3031393 w 3708449"/>
              <a:gd name="connsiteY5288" fmla="*/ 983461 h 3514679"/>
              <a:gd name="connsiteX5289" fmla="*/ 3047452 w 3708449"/>
              <a:gd name="connsiteY5289" fmla="*/ 967402 h 3514679"/>
              <a:gd name="connsiteX5290" fmla="*/ 2983099 w 3708449"/>
              <a:gd name="connsiteY5290" fmla="*/ 967402 h 3514679"/>
              <a:gd name="connsiteX5291" fmla="*/ 2999158 w 3708449"/>
              <a:gd name="connsiteY5291" fmla="*/ 983461 h 3514679"/>
              <a:gd name="connsiteX5292" fmla="*/ 2983099 w 3708449"/>
              <a:gd name="connsiteY5292" fmla="*/ 999522 h 3514679"/>
              <a:gd name="connsiteX5293" fmla="*/ 2967039 w 3708449"/>
              <a:gd name="connsiteY5293" fmla="*/ 983461 h 3514679"/>
              <a:gd name="connsiteX5294" fmla="*/ 2983099 w 3708449"/>
              <a:gd name="connsiteY5294" fmla="*/ 967402 h 3514679"/>
              <a:gd name="connsiteX5295" fmla="*/ 2918046 w 3708449"/>
              <a:gd name="connsiteY5295" fmla="*/ 967402 h 3514679"/>
              <a:gd name="connsiteX5296" fmla="*/ 2934106 w 3708449"/>
              <a:gd name="connsiteY5296" fmla="*/ 983461 h 3514679"/>
              <a:gd name="connsiteX5297" fmla="*/ 2918046 w 3708449"/>
              <a:gd name="connsiteY5297" fmla="*/ 999522 h 3514679"/>
              <a:gd name="connsiteX5298" fmla="*/ 2902685 w 3708449"/>
              <a:gd name="connsiteY5298" fmla="*/ 983461 h 3514679"/>
              <a:gd name="connsiteX5299" fmla="*/ 2918046 w 3708449"/>
              <a:gd name="connsiteY5299" fmla="*/ 967402 h 3514679"/>
              <a:gd name="connsiteX5300" fmla="*/ 2853692 w 3708449"/>
              <a:gd name="connsiteY5300" fmla="*/ 967402 h 3514679"/>
              <a:gd name="connsiteX5301" fmla="*/ 2869752 w 3708449"/>
              <a:gd name="connsiteY5301" fmla="*/ 983461 h 3514679"/>
              <a:gd name="connsiteX5302" fmla="*/ 2853692 w 3708449"/>
              <a:gd name="connsiteY5302" fmla="*/ 999522 h 3514679"/>
              <a:gd name="connsiteX5303" fmla="*/ 2837633 w 3708449"/>
              <a:gd name="connsiteY5303" fmla="*/ 983461 h 3514679"/>
              <a:gd name="connsiteX5304" fmla="*/ 2853692 w 3708449"/>
              <a:gd name="connsiteY5304" fmla="*/ 967402 h 3514679"/>
              <a:gd name="connsiteX5305" fmla="*/ 2789338 w 3708449"/>
              <a:gd name="connsiteY5305" fmla="*/ 967402 h 3514679"/>
              <a:gd name="connsiteX5306" fmla="*/ 2805398 w 3708449"/>
              <a:gd name="connsiteY5306" fmla="*/ 983461 h 3514679"/>
              <a:gd name="connsiteX5307" fmla="*/ 2789338 w 3708449"/>
              <a:gd name="connsiteY5307" fmla="*/ 999522 h 3514679"/>
              <a:gd name="connsiteX5308" fmla="*/ 2773279 w 3708449"/>
              <a:gd name="connsiteY5308" fmla="*/ 983461 h 3514679"/>
              <a:gd name="connsiteX5309" fmla="*/ 2789338 w 3708449"/>
              <a:gd name="connsiteY5309" fmla="*/ 967402 h 3514679"/>
              <a:gd name="connsiteX5310" fmla="*/ 2724984 w 3708449"/>
              <a:gd name="connsiteY5310" fmla="*/ 967402 h 3514679"/>
              <a:gd name="connsiteX5311" fmla="*/ 2741159 w 3708449"/>
              <a:gd name="connsiteY5311" fmla="*/ 983461 h 3514679"/>
              <a:gd name="connsiteX5312" fmla="*/ 2724984 w 3708449"/>
              <a:gd name="connsiteY5312" fmla="*/ 999522 h 3514679"/>
              <a:gd name="connsiteX5313" fmla="*/ 2708924 w 3708449"/>
              <a:gd name="connsiteY5313" fmla="*/ 983461 h 3514679"/>
              <a:gd name="connsiteX5314" fmla="*/ 2724984 w 3708449"/>
              <a:gd name="connsiteY5314" fmla="*/ 967402 h 3514679"/>
              <a:gd name="connsiteX5315" fmla="*/ 2660630 w 3708449"/>
              <a:gd name="connsiteY5315" fmla="*/ 967402 h 3514679"/>
              <a:gd name="connsiteX5316" fmla="*/ 2675991 w 3708449"/>
              <a:gd name="connsiteY5316" fmla="*/ 983461 h 3514679"/>
              <a:gd name="connsiteX5317" fmla="*/ 2660630 w 3708449"/>
              <a:gd name="connsiteY5317" fmla="*/ 999522 h 3514679"/>
              <a:gd name="connsiteX5318" fmla="*/ 2644570 w 3708449"/>
              <a:gd name="connsiteY5318" fmla="*/ 983461 h 3514679"/>
              <a:gd name="connsiteX5319" fmla="*/ 2660630 w 3708449"/>
              <a:gd name="connsiteY5319" fmla="*/ 967402 h 3514679"/>
              <a:gd name="connsiteX5320" fmla="*/ 2595577 w 3708449"/>
              <a:gd name="connsiteY5320" fmla="*/ 967402 h 3514679"/>
              <a:gd name="connsiteX5321" fmla="*/ 2611637 w 3708449"/>
              <a:gd name="connsiteY5321" fmla="*/ 983461 h 3514679"/>
              <a:gd name="connsiteX5322" fmla="*/ 2595577 w 3708449"/>
              <a:gd name="connsiteY5322" fmla="*/ 999522 h 3514679"/>
              <a:gd name="connsiteX5323" fmla="*/ 2579518 w 3708449"/>
              <a:gd name="connsiteY5323" fmla="*/ 983461 h 3514679"/>
              <a:gd name="connsiteX5324" fmla="*/ 2595577 w 3708449"/>
              <a:gd name="connsiteY5324" fmla="*/ 967402 h 3514679"/>
              <a:gd name="connsiteX5325" fmla="*/ 2531224 w 3708449"/>
              <a:gd name="connsiteY5325" fmla="*/ 967402 h 3514679"/>
              <a:gd name="connsiteX5326" fmla="*/ 2547283 w 3708449"/>
              <a:gd name="connsiteY5326" fmla="*/ 983461 h 3514679"/>
              <a:gd name="connsiteX5327" fmla="*/ 2531224 w 3708449"/>
              <a:gd name="connsiteY5327" fmla="*/ 999522 h 3514679"/>
              <a:gd name="connsiteX5328" fmla="*/ 2515164 w 3708449"/>
              <a:gd name="connsiteY5328" fmla="*/ 983461 h 3514679"/>
              <a:gd name="connsiteX5329" fmla="*/ 2531224 w 3708449"/>
              <a:gd name="connsiteY5329" fmla="*/ 967402 h 3514679"/>
              <a:gd name="connsiteX5330" fmla="*/ 2466869 w 3708449"/>
              <a:gd name="connsiteY5330" fmla="*/ 967402 h 3514679"/>
              <a:gd name="connsiteX5331" fmla="*/ 2483044 w 3708449"/>
              <a:gd name="connsiteY5331" fmla="*/ 983461 h 3514679"/>
              <a:gd name="connsiteX5332" fmla="*/ 2466869 w 3708449"/>
              <a:gd name="connsiteY5332" fmla="*/ 999522 h 3514679"/>
              <a:gd name="connsiteX5333" fmla="*/ 2450809 w 3708449"/>
              <a:gd name="connsiteY5333" fmla="*/ 983461 h 3514679"/>
              <a:gd name="connsiteX5334" fmla="*/ 2466869 w 3708449"/>
              <a:gd name="connsiteY5334" fmla="*/ 967402 h 3514679"/>
              <a:gd name="connsiteX5335" fmla="*/ 2402631 w 3708449"/>
              <a:gd name="connsiteY5335" fmla="*/ 967402 h 3514679"/>
              <a:gd name="connsiteX5336" fmla="*/ 2418690 w 3708449"/>
              <a:gd name="connsiteY5336" fmla="*/ 983461 h 3514679"/>
              <a:gd name="connsiteX5337" fmla="*/ 2402631 w 3708449"/>
              <a:gd name="connsiteY5337" fmla="*/ 999522 h 3514679"/>
              <a:gd name="connsiteX5338" fmla="*/ 2386455 w 3708449"/>
              <a:gd name="connsiteY5338" fmla="*/ 983461 h 3514679"/>
              <a:gd name="connsiteX5339" fmla="*/ 2402631 w 3708449"/>
              <a:gd name="connsiteY5339" fmla="*/ 967402 h 3514679"/>
              <a:gd name="connsiteX5340" fmla="*/ 2337462 w 3708449"/>
              <a:gd name="connsiteY5340" fmla="*/ 967402 h 3514679"/>
              <a:gd name="connsiteX5341" fmla="*/ 2353522 w 3708449"/>
              <a:gd name="connsiteY5341" fmla="*/ 983461 h 3514679"/>
              <a:gd name="connsiteX5342" fmla="*/ 2337462 w 3708449"/>
              <a:gd name="connsiteY5342" fmla="*/ 999522 h 3514679"/>
              <a:gd name="connsiteX5343" fmla="*/ 2322218 w 3708449"/>
              <a:gd name="connsiteY5343" fmla="*/ 983461 h 3514679"/>
              <a:gd name="connsiteX5344" fmla="*/ 2337462 w 3708449"/>
              <a:gd name="connsiteY5344" fmla="*/ 967402 h 3514679"/>
              <a:gd name="connsiteX5345" fmla="*/ 2273109 w 3708449"/>
              <a:gd name="connsiteY5345" fmla="*/ 967402 h 3514679"/>
              <a:gd name="connsiteX5346" fmla="*/ 2289284 w 3708449"/>
              <a:gd name="connsiteY5346" fmla="*/ 983461 h 3514679"/>
              <a:gd name="connsiteX5347" fmla="*/ 2273109 w 3708449"/>
              <a:gd name="connsiteY5347" fmla="*/ 999522 h 3514679"/>
              <a:gd name="connsiteX5348" fmla="*/ 2257049 w 3708449"/>
              <a:gd name="connsiteY5348" fmla="*/ 983461 h 3514679"/>
              <a:gd name="connsiteX5349" fmla="*/ 2273109 w 3708449"/>
              <a:gd name="connsiteY5349" fmla="*/ 967402 h 3514679"/>
              <a:gd name="connsiteX5350" fmla="*/ 2208755 w 3708449"/>
              <a:gd name="connsiteY5350" fmla="*/ 967402 h 3514679"/>
              <a:gd name="connsiteX5351" fmla="*/ 2224930 w 3708449"/>
              <a:gd name="connsiteY5351" fmla="*/ 983461 h 3514679"/>
              <a:gd name="connsiteX5352" fmla="*/ 2208755 w 3708449"/>
              <a:gd name="connsiteY5352" fmla="*/ 999522 h 3514679"/>
              <a:gd name="connsiteX5353" fmla="*/ 2192695 w 3708449"/>
              <a:gd name="connsiteY5353" fmla="*/ 983461 h 3514679"/>
              <a:gd name="connsiteX5354" fmla="*/ 2208755 w 3708449"/>
              <a:gd name="connsiteY5354" fmla="*/ 967402 h 3514679"/>
              <a:gd name="connsiteX5355" fmla="*/ 2144517 w 3708449"/>
              <a:gd name="connsiteY5355" fmla="*/ 967402 h 3514679"/>
              <a:gd name="connsiteX5356" fmla="*/ 2160576 w 3708449"/>
              <a:gd name="connsiteY5356" fmla="*/ 983461 h 3514679"/>
              <a:gd name="connsiteX5357" fmla="*/ 2144517 w 3708449"/>
              <a:gd name="connsiteY5357" fmla="*/ 999522 h 3514679"/>
              <a:gd name="connsiteX5358" fmla="*/ 2128341 w 3708449"/>
              <a:gd name="connsiteY5358" fmla="*/ 983461 h 3514679"/>
              <a:gd name="connsiteX5359" fmla="*/ 2144517 w 3708449"/>
              <a:gd name="connsiteY5359" fmla="*/ 967402 h 3514679"/>
              <a:gd name="connsiteX5360" fmla="*/ 2080163 w 3708449"/>
              <a:gd name="connsiteY5360" fmla="*/ 967402 h 3514679"/>
              <a:gd name="connsiteX5361" fmla="*/ 2095408 w 3708449"/>
              <a:gd name="connsiteY5361" fmla="*/ 983461 h 3514679"/>
              <a:gd name="connsiteX5362" fmla="*/ 2080163 w 3708449"/>
              <a:gd name="connsiteY5362" fmla="*/ 999522 h 3514679"/>
              <a:gd name="connsiteX5363" fmla="*/ 2064104 w 3708449"/>
              <a:gd name="connsiteY5363" fmla="*/ 983461 h 3514679"/>
              <a:gd name="connsiteX5364" fmla="*/ 2080163 w 3708449"/>
              <a:gd name="connsiteY5364" fmla="*/ 967402 h 3514679"/>
              <a:gd name="connsiteX5365" fmla="*/ 2014994 w 3708449"/>
              <a:gd name="connsiteY5365" fmla="*/ 967402 h 3514679"/>
              <a:gd name="connsiteX5366" fmla="*/ 2031169 w 3708449"/>
              <a:gd name="connsiteY5366" fmla="*/ 983461 h 3514679"/>
              <a:gd name="connsiteX5367" fmla="*/ 2014994 w 3708449"/>
              <a:gd name="connsiteY5367" fmla="*/ 999522 h 3514679"/>
              <a:gd name="connsiteX5368" fmla="*/ 1998934 w 3708449"/>
              <a:gd name="connsiteY5368" fmla="*/ 983461 h 3514679"/>
              <a:gd name="connsiteX5369" fmla="*/ 2014994 w 3708449"/>
              <a:gd name="connsiteY5369" fmla="*/ 967402 h 3514679"/>
              <a:gd name="connsiteX5370" fmla="*/ 1950756 w 3708449"/>
              <a:gd name="connsiteY5370" fmla="*/ 967402 h 3514679"/>
              <a:gd name="connsiteX5371" fmla="*/ 1966815 w 3708449"/>
              <a:gd name="connsiteY5371" fmla="*/ 983461 h 3514679"/>
              <a:gd name="connsiteX5372" fmla="*/ 1950756 w 3708449"/>
              <a:gd name="connsiteY5372" fmla="*/ 999522 h 3514679"/>
              <a:gd name="connsiteX5373" fmla="*/ 1934580 w 3708449"/>
              <a:gd name="connsiteY5373" fmla="*/ 983461 h 3514679"/>
              <a:gd name="connsiteX5374" fmla="*/ 1950756 w 3708449"/>
              <a:gd name="connsiteY5374" fmla="*/ 967402 h 3514679"/>
              <a:gd name="connsiteX5375" fmla="*/ 1886402 w 3708449"/>
              <a:gd name="connsiteY5375" fmla="*/ 967402 h 3514679"/>
              <a:gd name="connsiteX5376" fmla="*/ 1902461 w 3708449"/>
              <a:gd name="connsiteY5376" fmla="*/ 983461 h 3514679"/>
              <a:gd name="connsiteX5377" fmla="*/ 1886402 w 3708449"/>
              <a:gd name="connsiteY5377" fmla="*/ 999522 h 3514679"/>
              <a:gd name="connsiteX5378" fmla="*/ 1870343 w 3708449"/>
              <a:gd name="connsiteY5378" fmla="*/ 983461 h 3514679"/>
              <a:gd name="connsiteX5379" fmla="*/ 1886402 w 3708449"/>
              <a:gd name="connsiteY5379" fmla="*/ 967402 h 3514679"/>
              <a:gd name="connsiteX5380" fmla="*/ 1822048 w 3708449"/>
              <a:gd name="connsiteY5380" fmla="*/ 967402 h 3514679"/>
              <a:gd name="connsiteX5381" fmla="*/ 1838108 w 3708449"/>
              <a:gd name="connsiteY5381" fmla="*/ 983461 h 3514679"/>
              <a:gd name="connsiteX5382" fmla="*/ 1822048 w 3708449"/>
              <a:gd name="connsiteY5382" fmla="*/ 999522 h 3514679"/>
              <a:gd name="connsiteX5383" fmla="*/ 1805989 w 3708449"/>
              <a:gd name="connsiteY5383" fmla="*/ 983461 h 3514679"/>
              <a:gd name="connsiteX5384" fmla="*/ 1822048 w 3708449"/>
              <a:gd name="connsiteY5384" fmla="*/ 967402 h 3514679"/>
              <a:gd name="connsiteX5385" fmla="*/ 1756879 w 3708449"/>
              <a:gd name="connsiteY5385" fmla="*/ 967402 h 3514679"/>
              <a:gd name="connsiteX5386" fmla="*/ 1773055 w 3708449"/>
              <a:gd name="connsiteY5386" fmla="*/ 983461 h 3514679"/>
              <a:gd name="connsiteX5387" fmla="*/ 1756879 w 3708449"/>
              <a:gd name="connsiteY5387" fmla="*/ 999522 h 3514679"/>
              <a:gd name="connsiteX5388" fmla="*/ 1741635 w 3708449"/>
              <a:gd name="connsiteY5388" fmla="*/ 983461 h 3514679"/>
              <a:gd name="connsiteX5389" fmla="*/ 1756879 w 3708449"/>
              <a:gd name="connsiteY5389" fmla="*/ 967402 h 3514679"/>
              <a:gd name="connsiteX5390" fmla="*/ 1692642 w 3708449"/>
              <a:gd name="connsiteY5390" fmla="*/ 967402 h 3514679"/>
              <a:gd name="connsiteX5391" fmla="*/ 1708701 w 3708449"/>
              <a:gd name="connsiteY5391" fmla="*/ 983461 h 3514679"/>
              <a:gd name="connsiteX5392" fmla="*/ 1692642 w 3708449"/>
              <a:gd name="connsiteY5392" fmla="*/ 999522 h 3514679"/>
              <a:gd name="connsiteX5393" fmla="*/ 1676466 w 3708449"/>
              <a:gd name="connsiteY5393" fmla="*/ 983461 h 3514679"/>
              <a:gd name="connsiteX5394" fmla="*/ 1692642 w 3708449"/>
              <a:gd name="connsiteY5394" fmla="*/ 967402 h 3514679"/>
              <a:gd name="connsiteX5395" fmla="*/ 1628287 w 3708449"/>
              <a:gd name="connsiteY5395" fmla="*/ 967402 h 3514679"/>
              <a:gd name="connsiteX5396" fmla="*/ 1644346 w 3708449"/>
              <a:gd name="connsiteY5396" fmla="*/ 983461 h 3514679"/>
              <a:gd name="connsiteX5397" fmla="*/ 1628287 w 3708449"/>
              <a:gd name="connsiteY5397" fmla="*/ 999522 h 3514679"/>
              <a:gd name="connsiteX5398" fmla="*/ 1612228 w 3708449"/>
              <a:gd name="connsiteY5398" fmla="*/ 983461 h 3514679"/>
              <a:gd name="connsiteX5399" fmla="*/ 1628287 w 3708449"/>
              <a:gd name="connsiteY5399" fmla="*/ 967402 h 3514679"/>
              <a:gd name="connsiteX5400" fmla="*/ 1563933 w 3708449"/>
              <a:gd name="connsiteY5400" fmla="*/ 967402 h 3514679"/>
              <a:gd name="connsiteX5401" fmla="*/ 1579993 w 3708449"/>
              <a:gd name="connsiteY5401" fmla="*/ 983461 h 3514679"/>
              <a:gd name="connsiteX5402" fmla="*/ 1563933 w 3708449"/>
              <a:gd name="connsiteY5402" fmla="*/ 999522 h 3514679"/>
              <a:gd name="connsiteX5403" fmla="*/ 1547874 w 3708449"/>
              <a:gd name="connsiteY5403" fmla="*/ 983461 h 3514679"/>
              <a:gd name="connsiteX5404" fmla="*/ 1563933 w 3708449"/>
              <a:gd name="connsiteY5404" fmla="*/ 967402 h 3514679"/>
              <a:gd name="connsiteX5405" fmla="*/ 1499579 w 3708449"/>
              <a:gd name="connsiteY5405" fmla="*/ 967402 h 3514679"/>
              <a:gd name="connsiteX5406" fmla="*/ 1514940 w 3708449"/>
              <a:gd name="connsiteY5406" fmla="*/ 983461 h 3514679"/>
              <a:gd name="connsiteX5407" fmla="*/ 1499579 w 3708449"/>
              <a:gd name="connsiteY5407" fmla="*/ 999522 h 3514679"/>
              <a:gd name="connsiteX5408" fmla="*/ 1483520 w 3708449"/>
              <a:gd name="connsiteY5408" fmla="*/ 983461 h 3514679"/>
              <a:gd name="connsiteX5409" fmla="*/ 1499579 w 3708449"/>
              <a:gd name="connsiteY5409" fmla="*/ 967402 h 3514679"/>
              <a:gd name="connsiteX5410" fmla="*/ 1434527 w 3708449"/>
              <a:gd name="connsiteY5410" fmla="*/ 967402 h 3514679"/>
              <a:gd name="connsiteX5411" fmla="*/ 1450586 w 3708449"/>
              <a:gd name="connsiteY5411" fmla="*/ 983461 h 3514679"/>
              <a:gd name="connsiteX5412" fmla="*/ 1434527 w 3708449"/>
              <a:gd name="connsiteY5412" fmla="*/ 999522 h 3514679"/>
              <a:gd name="connsiteX5413" fmla="*/ 1418351 w 3708449"/>
              <a:gd name="connsiteY5413" fmla="*/ 983461 h 3514679"/>
              <a:gd name="connsiteX5414" fmla="*/ 1434527 w 3708449"/>
              <a:gd name="connsiteY5414" fmla="*/ 967402 h 3514679"/>
              <a:gd name="connsiteX5415" fmla="*/ 1370173 w 3708449"/>
              <a:gd name="connsiteY5415" fmla="*/ 967402 h 3514679"/>
              <a:gd name="connsiteX5416" fmla="*/ 1386233 w 3708449"/>
              <a:gd name="connsiteY5416" fmla="*/ 983461 h 3514679"/>
              <a:gd name="connsiteX5417" fmla="*/ 1370173 w 3708449"/>
              <a:gd name="connsiteY5417" fmla="*/ 999522 h 3514679"/>
              <a:gd name="connsiteX5418" fmla="*/ 1354114 w 3708449"/>
              <a:gd name="connsiteY5418" fmla="*/ 983461 h 3514679"/>
              <a:gd name="connsiteX5419" fmla="*/ 1370173 w 3708449"/>
              <a:gd name="connsiteY5419" fmla="*/ 967402 h 3514679"/>
              <a:gd name="connsiteX5420" fmla="*/ 1305819 w 3708449"/>
              <a:gd name="connsiteY5420" fmla="*/ 967402 h 3514679"/>
              <a:gd name="connsiteX5421" fmla="*/ 1321879 w 3708449"/>
              <a:gd name="connsiteY5421" fmla="*/ 983461 h 3514679"/>
              <a:gd name="connsiteX5422" fmla="*/ 1305819 w 3708449"/>
              <a:gd name="connsiteY5422" fmla="*/ 999522 h 3514679"/>
              <a:gd name="connsiteX5423" fmla="*/ 1289760 w 3708449"/>
              <a:gd name="connsiteY5423" fmla="*/ 983461 h 3514679"/>
              <a:gd name="connsiteX5424" fmla="*/ 1305819 w 3708449"/>
              <a:gd name="connsiteY5424" fmla="*/ 967402 h 3514679"/>
              <a:gd name="connsiteX5425" fmla="*/ 1241465 w 3708449"/>
              <a:gd name="connsiteY5425" fmla="*/ 967402 h 3514679"/>
              <a:gd name="connsiteX5426" fmla="*/ 1256826 w 3708449"/>
              <a:gd name="connsiteY5426" fmla="*/ 983461 h 3514679"/>
              <a:gd name="connsiteX5427" fmla="*/ 1241465 w 3708449"/>
              <a:gd name="connsiteY5427" fmla="*/ 999522 h 3514679"/>
              <a:gd name="connsiteX5428" fmla="*/ 1225406 w 3708449"/>
              <a:gd name="connsiteY5428" fmla="*/ 983461 h 3514679"/>
              <a:gd name="connsiteX5429" fmla="*/ 1241465 w 3708449"/>
              <a:gd name="connsiteY5429" fmla="*/ 967402 h 3514679"/>
              <a:gd name="connsiteX5430" fmla="*/ 1176412 w 3708449"/>
              <a:gd name="connsiteY5430" fmla="*/ 967402 h 3514679"/>
              <a:gd name="connsiteX5431" fmla="*/ 1192472 w 3708449"/>
              <a:gd name="connsiteY5431" fmla="*/ 983461 h 3514679"/>
              <a:gd name="connsiteX5432" fmla="*/ 1176412 w 3708449"/>
              <a:gd name="connsiteY5432" fmla="*/ 999522 h 3514679"/>
              <a:gd name="connsiteX5433" fmla="*/ 1161051 w 3708449"/>
              <a:gd name="connsiteY5433" fmla="*/ 983461 h 3514679"/>
              <a:gd name="connsiteX5434" fmla="*/ 1176412 w 3708449"/>
              <a:gd name="connsiteY5434" fmla="*/ 967402 h 3514679"/>
              <a:gd name="connsiteX5435" fmla="*/ 1112058 w 3708449"/>
              <a:gd name="connsiteY5435" fmla="*/ 967402 h 3514679"/>
              <a:gd name="connsiteX5436" fmla="*/ 1128117 w 3708449"/>
              <a:gd name="connsiteY5436" fmla="*/ 983461 h 3514679"/>
              <a:gd name="connsiteX5437" fmla="*/ 1112058 w 3708449"/>
              <a:gd name="connsiteY5437" fmla="*/ 999522 h 3514679"/>
              <a:gd name="connsiteX5438" fmla="*/ 1095998 w 3708449"/>
              <a:gd name="connsiteY5438" fmla="*/ 983461 h 3514679"/>
              <a:gd name="connsiteX5439" fmla="*/ 1112058 w 3708449"/>
              <a:gd name="connsiteY5439" fmla="*/ 967402 h 3514679"/>
              <a:gd name="connsiteX5440" fmla="*/ 1047704 w 3708449"/>
              <a:gd name="connsiteY5440" fmla="*/ 967402 h 3514679"/>
              <a:gd name="connsiteX5441" fmla="*/ 1063763 w 3708449"/>
              <a:gd name="connsiteY5441" fmla="*/ 983461 h 3514679"/>
              <a:gd name="connsiteX5442" fmla="*/ 1047704 w 3708449"/>
              <a:gd name="connsiteY5442" fmla="*/ 999522 h 3514679"/>
              <a:gd name="connsiteX5443" fmla="*/ 1031644 w 3708449"/>
              <a:gd name="connsiteY5443" fmla="*/ 983461 h 3514679"/>
              <a:gd name="connsiteX5444" fmla="*/ 1047704 w 3708449"/>
              <a:gd name="connsiteY5444" fmla="*/ 967402 h 3514679"/>
              <a:gd name="connsiteX5445" fmla="*/ 983349 w 3708449"/>
              <a:gd name="connsiteY5445" fmla="*/ 967402 h 3514679"/>
              <a:gd name="connsiteX5446" fmla="*/ 999408 w 3708449"/>
              <a:gd name="connsiteY5446" fmla="*/ 983461 h 3514679"/>
              <a:gd name="connsiteX5447" fmla="*/ 983349 w 3708449"/>
              <a:gd name="connsiteY5447" fmla="*/ 999522 h 3514679"/>
              <a:gd name="connsiteX5448" fmla="*/ 967290 w 3708449"/>
              <a:gd name="connsiteY5448" fmla="*/ 983461 h 3514679"/>
              <a:gd name="connsiteX5449" fmla="*/ 983349 w 3708449"/>
              <a:gd name="connsiteY5449" fmla="*/ 967402 h 3514679"/>
              <a:gd name="connsiteX5450" fmla="*/ 918995 w 3708449"/>
              <a:gd name="connsiteY5450" fmla="*/ 967402 h 3514679"/>
              <a:gd name="connsiteX5451" fmla="*/ 934356 w 3708449"/>
              <a:gd name="connsiteY5451" fmla="*/ 983461 h 3514679"/>
              <a:gd name="connsiteX5452" fmla="*/ 918995 w 3708449"/>
              <a:gd name="connsiteY5452" fmla="*/ 999522 h 3514679"/>
              <a:gd name="connsiteX5453" fmla="*/ 902936 w 3708449"/>
              <a:gd name="connsiteY5453" fmla="*/ 983461 h 3514679"/>
              <a:gd name="connsiteX5454" fmla="*/ 918995 w 3708449"/>
              <a:gd name="connsiteY5454" fmla="*/ 967402 h 3514679"/>
              <a:gd name="connsiteX5455" fmla="*/ 853944 w 3708449"/>
              <a:gd name="connsiteY5455" fmla="*/ 967402 h 3514679"/>
              <a:gd name="connsiteX5456" fmla="*/ 870003 w 3708449"/>
              <a:gd name="connsiteY5456" fmla="*/ 983461 h 3514679"/>
              <a:gd name="connsiteX5457" fmla="*/ 853944 w 3708449"/>
              <a:gd name="connsiteY5457" fmla="*/ 999522 h 3514679"/>
              <a:gd name="connsiteX5458" fmla="*/ 837884 w 3708449"/>
              <a:gd name="connsiteY5458" fmla="*/ 983461 h 3514679"/>
              <a:gd name="connsiteX5459" fmla="*/ 853944 w 3708449"/>
              <a:gd name="connsiteY5459" fmla="*/ 967402 h 3514679"/>
              <a:gd name="connsiteX5460" fmla="*/ 789590 w 3708449"/>
              <a:gd name="connsiteY5460" fmla="*/ 967402 h 3514679"/>
              <a:gd name="connsiteX5461" fmla="*/ 805649 w 3708449"/>
              <a:gd name="connsiteY5461" fmla="*/ 983461 h 3514679"/>
              <a:gd name="connsiteX5462" fmla="*/ 789590 w 3708449"/>
              <a:gd name="connsiteY5462" fmla="*/ 999522 h 3514679"/>
              <a:gd name="connsiteX5463" fmla="*/ 773530 w 3708449"/>
              <a:gd name="connsiteY5463" fmla="*/ 983461 h 3514679"/>
              <a:gd name="connsiteX5464" fmla="*/ 789590 w 3708449"/>
              <a:gd name="connsiteY5464" fmla="*/ 967402 h 3514679"/>
              <a:gd name="connsiteX5465" fmla="*/ 725235 w 3708449"/>
              <a:gd name="connsiteY5465" fmla="*/ 967402 h 3514679"/>
              <a:gd name="connsiteX5466" fmla="*/ 741411 w 3708449"/>
              <a:gd name="connsiteY5466" fmla="*/ 983461 h 3514679"/>
              <a:gd name="connsiteX5467" fmla="*/ 725235 w 3708449"/>
              <a:gd name="connsiteY5467" fmla="*/ 999522 h 3514679"/>
              <a:gd name="connsiteX5468" fmla="*/ 709176 w 3708449"/>
              <a:gd name="connsiteY5468" fmla="*/ 983461 h 3514679"/>
              <a:gd name="connsiteX5469" fmla="*/ 725235 w 3708449"/>
              <a:gd name="connsiteY5469" fmla="*/ 967402 h 3514679"/>
              <a:gd name="connsiteX5470" fmla="*/ 660998 w 3708449"/>
              <a:gd name="connsiteY5470" fmla="*/ 967402 h 3514679"/>
              <a:gd name="connsiteX5471" fmla="*/ 676242 w 3708449"/>
              <a:gd name="connsiteY5471" fmla="*/ 983461 h 3514679"/>
              <a:gd name="connsiteX5472" fmla="*/ 660998 w 3708449"/>
              <a:gd name="connsiteY5472" fmla="*/ 999522 h 3514679"/>
              <a:gd name="connsiteX5473" fmla="*/ 644822 w 3708449"/>
              <a:gd name="connsiteY5473" fmla="*/ 983461 h 3514679"/>
              <a:gd name="connsiteX5474" fmla="*/ 660998 w 3708449"/>
              <a:gd name="connsiteY5474" fmla="*/ 967402 h 3514679"/>
              <a:gd name="connsiteX5475" fmla="*/ 595829 w 3708449"/>
              <a:gd name="connsiteY5475" fmla="*/ 967402 h 3514679"/>
              <a:gd name="connsiteX5476" fmla="*/ 611888 w 3708449"/>
              <a:gd name="connsiteY5476" fmla="*/ 983461 h 3514679"/>
              <a:gd name="connsiteX5477" fmla="*/ 595829 w 3708449"/>
              <a:gd name="connsiteY5477" fmla="*/ 999522 h 3514679"/>
              <a:gd name="connsiteX5478" fmla="*/ 580468 w 3708449"/>
              <a:gd name="connsiteY5478" fmla="*/ 983461 h 3514679"/>
              <a:gd name="connsiteX5479" fmla="*/ 595829 w 3708449"/>
              <a:gd name="connsiteY5479" fmla="*/ 967402 h 3514679"/>
              <a:gd name="connsiteX5480" fmla="*/ 531474 w 3708449"/>
              <a:gd name="connsiteY5480" fmla="*/ 967402 h 3514679"/>
              <a:gd name="connsiteX5481" fmla="*/ 547533 w 3708449"/>
              <a:gd name="connsiteY5481" fmla="*/ 983461 h 3514679"/>
              <a:gd name="connsiteX5482" fmla="*/ 531474 w 3708449"/>
              <a:gd name="connsiteY5482" fmla="*/ 999522 h 3514679"/>
              <a:gd name="connsiteX5483" fmla="*/ 515415 w 3708449"/>
              <a:gd name="connsiteY5483" fmla="*/ 983461 h 3514679"/>
              <a:gd name="connsiteX5484" fmla="*/ 531474 w 3708449"/>
              <a:gd name="connsiteY5484" fmla="*/ 967402 h 3514679"/>
              <a:gd name="connsiteX5485" fmla="*/ 467120 w 3708449"/>
              <a:gd name="connsiteY5485" fmla="*/ 967402 h 3514679"/>
              <a:gd name="connsiteX5486" fmla="*/ 483296 w 3708449"/>
              <a:gd name="connsiteY5486" fmla="*/ 983461 h 3514679"/>
              <a:gd name="connsiteX5487" fmla="*/ 467120 w 3708449"/>
              <a:gd name="connsiteY5487" fmla="*/ 999522 h 3514679"/>
              <a:gd name="connsiteX5488" fmla="*/ 451061 w 3708449"/>
              <a:gd name="connsiteY5488" fmla="*/ 983461 h 3514679"/>
              <a:gd name="connsiteX5489" fmla="*/ 467120 w 3708449"/>
              <a:gd name="connsiteY5489" fmla="*/ 967402 h 3514679"/>
              <a:gd name="connsiteX5490" fmla="*/ 402882 w 3708449"/>
              <a:gd name="connsiteY5490" fmla="*/ 967402 h 3514679"/>
              <a:gd name="connsiteX5491" fmla="*/ 418942 w 3708449"/>
              <a:gd name="connsiteY5491" fmla="*/ 983461 h 3514679"/>
              <a:gd name="connsiteX5492" fmla="*/ 402882 w 3708449"/>
              <a:gd name="connsiteY5492" fmla="*/ 999522 h 3514679"/>
              <a:gd name="connsiteX5493" fmla="*/ 386707 w 3708449"/>
              <a:gd name="connsiteY5493" fmla="*/ 983461 h 3514679"/>
              <a:gd name="connsiteX5494" fmla="*/ 402882 w 3708449"/>
              <a:gd name="connsiteY5494" fmla="*/ 967402 h 3514679"/>
              <a:gd name="connsiteX5495" fmla="*/ 338529 w 3708449"/>
              <a:gd name="connsiteY5495" fmla="*/ 967402 h 3514679"/>
              <a:gd name="connsiteX5496" fmla="*/ 353773 w 3708449"/>
              <a:gd name="connsiteY5496" fmla="*/ 983461 h 3514679"/>
              <a:gd name="connsiteX5497" fmla="*/ 338529 w 3708449"/>
              <a:gd name="connsiteY5497" fmla="*/ 999522 h 3514679"/>
              <a:gd name="connsiteX5498" fmla="*/ 322469 w 3708449"/>
              <a:gd name="connsiteY5498" fmla="*/ 983461 h 3514679"/>
              <a:gd name="connsiteX5499" fmla="*/ 338529 w 3708449"/>
              <a:gd name="connsiteY5499" fmla="*/ 967402 h 3514679"/>
              <a:gd name="connsiteX5500" fmla="*/ 273360 w 3708449"/>
              <a:gd name="connsiteY5500" fmla="*/ 967402 h 3514679"/>
              <a:gd name="connsiteX5501" fmla="*/ 289536 w 3708449"/>
              <a:gd name="connsiteY5501" fmla="*/ 983461 h 3514679"/>
              <a:gd name="connsiteX5502" fmla="*/ 273360 w 3708449"/>
              <a:gd name="connsiteY5502" fmla="*/ 999522 h 3514679"/>
              <a:gd name="connsiteX5503" fmla="*/ 257301 w 3708449"/>
              <a:gd name="connsiteY5503" fmla="*/ 983461 h 3514679"/>
              <a:gd name="connsiteX5504" fmla="*/ 273360 w 3708449"/>
              <a:gd name="connsiteY5504" fmla="*/ 967402 h 3514679"/>
              <a:gd name="connsiteX5505" fmla="*/ 209122 w 3708449"/>
              <a:gd name="connsiteY5505" fmla="*/ 967402 h 3514679"/>
              <a:gd name="connsiteX5506" fmla="*/ 225182 w 3708449"/>
              <a:gd name="connsiteY5506" fmla="*/ 983461 h 3514679"/>
              <a:gd name="connsiteX5507" fmla="*/ 209122 w 3708449"/>
              <a:gd name="connsiteY5507" fmla="*/ 999522 h 3514679"/>
              <a:gd name="connsiteX5508" fmla="*/ 192947 w 3708449"/>
              <a:gd name="connsiteY5508" fmla="*/ 983461 h 3514679"/>
              <a:gd name="connsiteX5509" fmla="*/ 209122 w 3708449"/>
              <a:gd name="connsiteY5509" fmla="*/ 967402 h 3514679"/>
              <a:gd name="connsiteX5510" fmla="*/ 144767 w 3708449"/>
              <a:gd name="connsiteY5510" fmla="*/ 967402 h 3514679"/>
              <a:gd name="connsiteX5511" fmla="*/ 160827 w 3708449"/>
              <a:gd name="connsiteY5511" fmla="*/ 983461 h 3514679"/>
              <a:gd name="connsiteX5512" fmla="*/ 144767 w 3708449"/>
              <a:gd name="connsiteY5512" fmla="*/ 999522 h 3514679"/>
              <a:gd name="connsiteX5513" fmla="*/ 128592 w 3708449"/>
              <a:gd name="connsiteY5513" fmla="*/ 983461 h 3514679"/>
              <a:gd name="connsiteX5514" fmla="*/ 144767 w 3708449"/>
              <a:gd name="connsiteY5514" fmla="*/ 967402 h 3514679"/>
              <a:gd name="connsiteX5515" fmla="*/ 3628036 w 3708449"/>
              <a:gd name="connsiteY5515" fmla="*/ 903048 h 3514679"/>
              <a:gd name="connsiteX5516" fmla="*/ 3644095 w 3708449"/>
              <a:gd name="connsiteY5516" fmla="*/ 918292 h 3514679"/>
              <a:gd name="connsiteX5517" fmla="*/ 3628036 w 3708449"/>
              <a:gd name="connsiteY5517" fmla="*/ 934469 h 3514679"/>
              <a:gd name="connsiteX5518" fmla="*/ 3611976 w 3708449"/>
              <a:gd name="connsiteY5518" fmla="*/ 918292 h 3514679"/>
              <a:gd name="connsiteX5519" fmla="*/ 3628036 w 3708449"/>
              <a:gd name="connsiteY5519" fmla="*/ 903048 h 3514679"/>
              <a:gd name="connsiteX5520" fmla="*/ 3563682 w 3708449"/>
              <a:gd name="connsiteY5520" fmla="*/ 903048 h 3514679"/>
              <a:gd name="connsiteX5521" fmla="*/ 3579742 w 3708449"/>
              <a:gd name="connsiteY5521" fmla="*/ 919107 h 3514679"/>
              <a:gd name="connsiteX5522" fmla="*/ 3563682 w 3708449"/>
              <a:gd name="connsiteY5522" fmla="*/ 934469 h 3514679"/>
              <a:gd name="connsiteX5523" fmla="*/ 3547622 w 3708449"/>
              <a:gd name="connsiteY5523" fmla="*/ 919107 h 3514679"/>
              <a:gd name="connsiteX5524" fmla="*/ 3563682 w 3708449"/>
              <a:gd name="connsiteY5524" fmla="*/ 903048 h 3514679"/>
              <a:gd name="connsiteX5525" fmla="*/ 3498629 w 3708449"/>
              <a:gd name="connsiteY5525" fmla="*/ 903048 h 3514679"/>
              <a:gd name="connsiteX5526" fmla="*/ 3514688 w 3708449"/>
              <a:gd name="connsiteY5526" fmla="*/ 919107 h 3514679"/>
              <a:gd name="connsiteX5527" fmla="*/ 3498629 w 3708449"/>
              <a:gd name="connsiteY5527" fmla="*/ 934469 h 3514679"/>
              <a:gd name="connsiteX5528" fmla="*/ 3483267 w 3708449"/>
              <a:gd name="connsiteY5528" fmla="*/ 919107 h 3514679"/>
              <a:gd name="connsiteX5529" fmla="*/ 3498629 w 3708449"/>
              <a:gd name="connsiteY5529" fmla="*/ 903048 h 3514679"/>
              <a:gd name="connsiteX5530" fmla="*/ 3434275 w 3708449"/>
              <a:gd name="connsiteY5530" fmla="*/ 903048 h 3514679"/>
              <a:gd name="connsiteX5531" fmla="*/ 3450334 w 3708449"/>
              <a:gd name="connsiteY5531" fmla="*/ 918292 h 3514679"/>
              <a:gd name="connsiteX5532" fmla="*/ 3434275 w 3708449"/>
              <a:gd name="connsiteY5532" fmla="*/ 934469 h 3514679"/>
              <a:gd name="connsiteX5533" fmla="*/ 3418099 w 3708449"/>
              <a:gd name="connsiteY5533" fmla="*/ 918292 h 3514679"/>
              <a:gd name="connsiteX5534" fmla="*/ 3434275 w 3708449"/>
              <a:gd name="connsiteY5534" fmla="*/ 903048 h 3514679"/>
              <a:gd name="connsiteX5535" fmla="*/ 3369921 w 3708449"/>
              <a:gd name="connsiteY5535" fmla="*/ 903048 h 3514679"/>
              <a:gd name="connsiteX5536" fmla="*/ 3385981 w 3708449"/>
              <a:gd name="connsiteY5536" fmla="*/ 919107 h 3514679"/>
              <a:gd name="connsiteX5537" fmla="*/ 3369921 w 3708449"/>
              <a:gd name="connsiteY5537" fmla="*/ 934469 h 3514679"/>
              <a:gd name="connsiteX5538" fmla="*/ 3353862 w 3708449"/>
              <a:gd name="connsiteY5538" fmla="*/ 919107 h 3514679"/>
              <a:gd name="connsiteX5539" fmla="*/ 3369921 w 3708449"/>
              <a:gd name="connsiteY5539" fmla="*/ 903048 h 3514679"/>
              <a:gd name="connsiteX5540" fmla="*/ 3305567 w 3708449"/>
              <a:gd name="connsiteY5540" fmla="*/ 903048 h 3514679"/>
              <a:gd name="connsiteX5541" fmla="*/ 3321627 w 3708449"/>
              <a:gd name="connsiteY5541" fmla="*/ 919107 h 3514679"/>
              <a:gd name="connsiteX5542" fmla="*/ 3305567 w 3708449"/>
              <a:gd name="connsiteY5542" fmla="*/ 934469 h 3514679"/>
              <a:gd name="connsiteX5543" fmla="*/ 3289508 w 3708449"/>
              <a:gd name="connsiteY5543" fmla="*/ 919107 h 3514679"/>
              <a:gd name="connsiteX5544" fmla="*/ 3305567 w 3708449"/>
              <a:gd name="connsiteY5544" fmla="*/ 903048 h 3514679"/>
              <a:gd name="connsiteX5545" fmla="*/ 3241213 w 3708449"/>
              <a:gd name="connsiteY5545" fmla="*/ 903048 h 3514679"/>
              <a:gd name="connsiteX5546" fmla="*/ 3256574 w 3708449"/>
              <a:gd name="connsiteY5546" fmla="*/ 919107 h 3514679"/>
              <a:gd name="connsiteX5547" fmla="*/ 3241213 w 3708449"/>
              <a:gd name="connsiteY5547" fmla="*/ 934469 h 3514679"/>
              <a:gd name="connsiteX5548" fmla="*/ 3225154 w 3708449"/>
              <a:gd name="connsiteY5548" fmla="*/ 919107 h 3514679"/>
              <a:gd name="connsiteX5549" fmla="*/ 3241213 w 3708449"/>
              <a:gd name="connsiteY5549" fmla="*/ 903048 h 3514679"/>
              <a:gd name="connsiteX5550" fmla="*/ 3176161 w 3708449"/>
              <a:gd name="connsiteY5550" fmla="*/ 903048 h 3514679"/>
              <a:gd name="connsiteX5551" fmla="*/ 3192220 w 3708449"/>
              <a:gd name="connsiteY5551" fmla="*/ 919107 h 3514679"/>
              <a:gd name="connsiteX5552" fmla="*/ 3176161 w 3708449"/>
              <a:gd name="connsiteY5552" fmla="*/ 934469 h 3514679"/>
              <a:gd name="connsiteX5553" fmla="*/ 3160102 w 3708449"/>
              <a:gd name="connsiteY5553" fmla="*/ 919107 h 3514679"/>
              <a:gd name="connsiteX5554" fmla="*/ 3176161 w 3708449"/>
              <a:gd name="connsiteY5554" fmla="*/ 903048 h 3514679"/>
              <a:gd name="connsiteX5555" fmla="*/ 3111806 w 3708449"/>
              <a:gd name="connsiteY5555" fmla="*/ 903048 h 3514679"/>
              <a:gd name="connsiteX5556" fmla="*/ 3127866 w 3708449"/>
              <a:gd name="connsiteY5556" fmla="*/ 919107 h 3514679"/>
              <a:gd name="connsiteX5557" fmla="*/ 3111806 w 3708449"/>
              <a:gd name="connsiteY5557" fmla="*/ 934469 h 3514679"/>
              <a:gd name="connsiteX5558" fmla="*/ 3095747 w 3708449"/>
              <a:gd name="connsiteY5558" fmla="*/ 919107 h 3514679"/>
              <a:gd name="connsiteX5559" fmla="*/ 3111806 w 3708449"/>
              <a:gd name="connsiteY5559" fmla="*/ 903048 h 3514679"/>
              <a:gd name="connsiteX5560" fmla="*/ 3047452 w 3708449"/>
              <a:gd name="connsiteY5560" fmla="*/ 903048 h 3514679"/>
              <a:gd name="connsiteX5561" fmla="*/ 3063512 w 3708449"/>
              <a:gd name="connsiteY5561" fmla="*/ 919107 h 3514679"/>
              <a:gd name="connsiteX5562" fmla="*/ 3047452 w 3708449"/>
              <a:gd name="connsiteY5562" fmla="*/ 934469 h 3514679"/>
              <a:gd name="connsiteX5563" fmla="*/ 3031393 w 3708449"/>
              <a:gd name="connsiteY5563" fmla="*/ 919107 h 3514679"/>
              <a:gd name="connsiteX5564" fmla="*/ 3047452 w 3708449"/>
              <a:gd name="connsiteY5564" fmla="*/ 903048 h 3514679"/>
              <a:gd name="connsiteX5565" fmla="*/ 2983099 w 3708449"/>
              <a:gd name="connsiteY5565" fmla="*/ 903048 h 3514679"/>
              <a:gd name="connsiteX5566" fmla="*/ 2999158 w 3708449"/>
              <a:gd name="connsiteY5566" fmla="*/ 919107 h 3514679"/>
              <a:gd name="connsiteX5567" fmla="*/ 2983099 w 3708449"/>
              <a:gd name="connsiteY5567" fmla="*/ 934469 h 3514679"/>
              <a:gd name="connsiteX5568" fmla="*/ 2967039 w 3708449"/>
              <a:gd name="connsiteY5568" fmla="*/ 919107 h 3514679"/>
              <a:gd name="connsiteX5569" fmla="*/ 2983099 w 3708449"/>
              <a:gd name="connsiteY5569" fmla="*/ 903048 h 3514679"/>
              <a:gd name="connsiteX5570" fmla="*/ 2918046 w 3708449"/>
              <a:gd name="connsiteY5570" fmla="*/ 903048 h 3514679"/>
              <a:gd name="connsiteX5571" fmla="*/ 2934106 w 3708449"/>
              <a:gd name="connsiteY5571" fmla="*/ 919107 h 3514679"/>
              <a:gd name="connsiteX5572" fmla="*/ 2918046 w 3708449"/>
              <a:gd name="connsiteY5572" fmla="*/ 934469 h 3514679"/>
              <a:gd name="connsiteX5573" fmla="*/ 2902685 w 3708449"/>
              <a:gd name="connsiteY5573" fmla="*/ 919107 h 3514679"/>
              <a:gd name="connsiteX5574" fmla="*/ 2918046 w 3708449"/>
              <a:gd name="connsiteY5574" fmla="*/ 903048 h 3514679"/>
              <a:gd name="connsiteX5575" fmla="*/ 2853692 w 3708449"/>
              <a:gd name="connsiteY5575" fmla="*/ 903048 h 3514679"/>
              <a:gd name="connsiteX5576" fmla="*/ 2869752 w 3708449"/>
              <a:gd name="connsiteY5576" fmla="*/ 918292 h 3514679"/>
              <a:gd name="connsiteX5577" fmla="*/ 2853692 w 3708449"/>
              <a:gd name="connsiteY5577" fmla="*/ 934469 h 3514679"/>
              <a:gd name="connsiteX5578" fmla="*/ 2837633 w 3708449"/>
              <a:gd name="connsiteY5578" fmla="*/ 918292 h 3514679"/>
              <a:gd name="connsiteX5579" fmla="*/ 2853692 w 3708449"/>
              <a:gd name="connsiteY5579" fmla="*/ 903048 h 3514679"/>
              <a:gd name="connsiteX5580" fmla="*/ 2789338 w 3708449"/>
              <a:gd name="connsiteY5580" fmla="*/ 903048 h 3514679"/>
              <a:gd name="connsiteX5581" fmla="*/ 2805398 w 3708449"/>
              <a:gd name="connsiteY5581" fmla="*/ 919107 h 3514679"/>
              <a:gd name="connsiteX5582" fmla="*/ 2789338 w 3708449"/>
              <a:gd name="connsiteY5582" fmla="*/ 934469 h 3514679"/>
              <a:gd name="connsiteX5583" fmla="*/ 2773279 w 3708449"/>
              <a:gd name="connsiteY5583" fmla="*/ 919107 h 3514679"/>
              <a:gd name="connsiteX5584" fmla="*/ 2789338 w 3708449"/>
              <a:gd name="connsiteY5584" fmla="*/ 903048 h 3514679"/>
              <a:gd name="connsiteX5585" fmla="*/ 2724984 w 3708449"/>
              <a:gd name="connsiteY5585" fmla="*/ 903048 h 3514679"/>
              <a:gd name="connsiteX5586" fmla="*/ 2741159 w 3708449"/>
              <a:gd name="connsiteY5586" fmla="*/ 919107 h 3514679"/>
              <a:gd name="connsiteX5587" fmla="*/ 2724984 w 3708449"/>
              <a:gd name="connsiteY5587" fmla="*/ 934469 h 3514679"/>
              <a:gd name="connsiteX5588" fmla="*/ 2708924 w 3708449"/>
              <a:gd name="connsiteY5588" fmla="*/ 918292 h 3514679"/>
              <a:gd name="connsiteX5589" fmla="*/ 2724984 w 3708449"/>
              <a:gd name="connsiteY5589" fmla="*/ 903048 h 3514679"/>
              <a:gd name="connsiteX5590" fmla="*/ 2659931 w 3708449"/>
              <a:gd name="connsiteY5590" fmla="*/ 903048 h 3514679"/>
              <a:gd name="connsiteX5591" fmla="*/ 2675991 w 3708449"/>
              <a:gd name="connsiteY5591" fmla="*/ 918292 h 3514679"/>
              <a:gd name="connsiteX5592" fmla="*/ 2659931 w 3708449"/>
              <a:gd name="connsiteY5592" fmla="*/ 934469 h 3514679"/>
              <a:gd name="connsiteX5593" fmla="*/ 2644570 w 3708449"/>
              <a:gd name="connsiteY5593" fmla="*/ 918292 h 3514679"/>
              <a:gd name="connsiteX5594" fmla="*/ 2659931 w 3708449"/>
              <a:gd name="connsiteY5594" fmla="*/ 903048 h 3514679"/>
              <a:gd name="connsiteX5595" fmla="*/ 2595577 w 3708449"/>
              <a:gd name="connsiteY5595" fmla="*/ 903048 h 3514679"/>
              <a:gd name="connsiteX5596" fmla="*/ 2611637 w 3708449"/>
              <a:gd name="connsiteY5596" fmla="*/ 919107 h 3514679"/>
              <a:gd name="connsiteX5597" fmla="*/ 2595577 w 3708449"/>
              <a:gd name="connsiteY5597" fmla="*/ 934469 h 3514679"/>
              <a:gd name="connsiteX5598" fmla="*/ 2579518 w 3708449"/>
              <a:gd name="connsiteY5598" fmla="*/ 919107 h 3514679"/>
              <a:gd name="connsiteX5599" fmla="*/ 2595577 w 3708449"/>
              <a:gd name="connsiteY5599" fmla="*/ 903048 h 3514679"/>
              <a:gd name="connsiteX5600" fmla="*/ 2531224 w 3708449"/>
              <a:gd name="connsiteY5600" fmla="*/ 903048 h 3514679"/>
              <a:gd name="connsiteX5601" fmla="*/ 2547283 w 3708449"/>
              <a:gd name="connsiteY5601" fmla="*/ 919107 h 3514679"/>
              <a:gd name="connsiteX5602" fmla="*/ 2531224 w 3708449"/>
              <a:gd name="connsiteY5602" fmla="*/ 934469 h 3514679"/>
              <a:gd name="connsiteX5603" fmla="*/ 2515164 w 3708449"/>
              <a:gd name="connsiteY5603" fmla="*/ 919107 h 3514679"/>
              <a:gd name="connsiteX5604" fmla="*/ 2531224 w 3708449"/>
              <a:gd name="connsiteY5604" fmla="*/ 903048 h 3514679"/>
              <a:gd name="connsiteX5605" fmla="*/ 2466869 w 3708449"/>
              <a:gd name="connsiteY5605" fmla="*/ 903048 h 3514679"/>
              <a:gd name="connsiteX5606" fmla="*/ 2483044 w 3708449"/>
              <a:gd name="connsiteY5606" fmla="*/ 919107 h 3514679"/>
              <a:gd name="connsiteX5607" fmla="*/ 2466869 w 3708449"/>
              <a:gd name="connsiteY5607" fmla="*/ 934469 h 3514679"/>
              <a:gd name="connsiteX5608" fmla="*/ 2450809 w 3708449"/>
              <a:gd name="connsiteY5608" fmla="*/ 919107 h 3514679"/>
              <a:gd name="connsiteX5609" fmla="*/ 2466869 w 3708449"/>
              <a:gd name="connsiteY5609" fmla="*/ 903048 h 3514679"/>
              <a:gd name="connsiteX5610" fmla="*/ 2402631 w 3708449"/>
              <a:gd name="connsiteY5610" fmla="*/ 903048 h 3514679"/>
              <a:gd name="connsiteX5611" fmla="*/ 2418690 w 3708449"/>
              <a:gd name="connsiteY5611" fmla="*/ 919107 h 3514679"/>
              <a:gd name="connsiteX5612" fmla="*/ 2402631 w 3708449"/>
              <a:gd name="connsiteY5612" fmla="*/ 934469 h 3514679"/>
              <a:gd name="connsiteX5613" fmla="*/ 2386455 w 3708449"/>
              <a:gd name="connsiteY5613" fmla="*/ 919107 h 3514679"/>
              <a:gd name="connsiteX5614" fmla="*/ 2402631 w 3708449"/>
              <a:gd name="connsiteY5614" fmla="*/ 903048 h 3514679"/>
              <a:gd name="connsiteX5615" fmla="*/ 2337462 w 3708449"/>
              <a:gd name="connsiteY5615" fmla="*/ 903048 h 3514679"/>
              <a:gd name="connsiteX5616" fmla="*/ 2353522 w 3708449"/>
              <a:gd name="connsiteY5616" fmla="*/ 919107 h 3514679"/>
              <a:gd name="connsiteX5617" fmla="*/ 2337462 w 3708449"/>
              <a:gd name="connsiteY5617" fmla="*/ 934469 h 3514679"/>
              <a:gd name="connsiteX5618" fmla="*/ 2322218 w 3708449"/>
              <a:gd name="connsiteY5618" fmla="*/ 919107 h 3514679"/>
              <a:gd name="connsiteX5619" fmla="*/ 2337462 w 3708449"/>
              <a:gd name="connsiteY5619" fmla="*/ 903048 h 3514679"/>
              <a:gd name="connsiteX5620" fmla="*/ 2273109 w 3708449"/>
              <a:gd name="connsiteY5620" fmla="*/ 903048 h 3514679"/>
              <a:gd name="connsiteX5621" fmla="*/ 2289284 w 3708449"/>
              <a:gd name="connsiteY5621" fmla="*/ 919107 h 3514679"/>
              <a:gd name="connsiteX5622" fmla="*/ 2273109 w 3708449"/>
              <a:gd name="connsiteY5622" fmla="*/ 934469 h 3514679"/>
              <a:gd name="connsiteX5623" fmla="*/ 2257049 w 3708449"/>
              <a:gd name="connsiteY5623" fmla="*/ 919107 h 3514679"/>
              <a:gd name="connsiteX5624" fmla="*/ 2273109 w 3708449"/>
              <a:gd name="connsiteY5624" fmla="*/ 903048 h 3514679"/>
              <a:gd name="connsiteX5625" fmla="*/ 2208755 w 3708449"/>
              <a:gd name="connsiteY5625" fmla="*/ 903048 h 3514679"/>
              <a:gd name="connsiteX5626" fmla="*/ 2224930 w 3708449"/>
              <a:gd name="connsiteY5626" fmla="*/ 919107 h 3514679"/>
              <a:gd name="connsiteX5627" fmla="*/ 2208755 w 3708449"/>
              <a:gd name="connsiteY5627" fmla="*/ 934469 h 3514679"/>
              <a:gd name="connsiteX5628" fmla="*/ 2192695 w 3708449"/>
              <a:gd name="connsiteY5628" fmla="*/ 919107 h 3514679"/>
              <a:gd name="connsiteX5629" fmla="*/ 2208755 w 3708449"/>
              <a:gd name="connsiteY5629" fmla="*/ 903048 h 3514679"/>
              <a:gd name="connsiteX5630" fmla="*/ 2144517 w 3708449"/>
              <a:gd name="connsiteY5630" fmla="*/ 903048 h 3514679"/>
              <a:gd name="connsiteX5631" fmla="*/ 2160576 w 3708449"/>
              <a:gd name="connsiteY5631" fmla="*/ 919107 h 3514679"/>
              <a:gd name="connsiteX5632" fmla="*/ 2144517 w 3708449"/>
              <a:gd name="connsiteY5632" fmla="*/ 934469 h 3514679"/>
              <a:gd name="connsiteX5633" fmla="*/ 2128341 w 3708449"/>
              <a:gd name="connsiteY5633" fmla="*/ 919107 h 3514679"/>
              <a:gd name="connsiteX5634" fmla="*/ 2144517 w 3708449"/>
              <a:gd name="connsiteY5634" fmla="*/ 903048 h 3514679"/>
              <a:gd name="connsiteX5635" fmla="*/ 2080163 w 3708449"/>
              <a:gd name="connsiteY5635" fmla="*/ 903048 h 3514679"/>
              <a:gd name="connsiteX5636" fmla="*/ 2095408 w 3708449"/>
              <a:gd name="connsiteY5636" fmla="*/ 919107 h 3514679"/>
              <a:gd name="connsiteX5637" fmla="*/ 2080163 w 3708449"/>
              <a:gd name="connsiteY5637" fmla="*/ 934469 h 3514679"/>
              <a:gd name="connsiteX5638" fmla="*/ 2064104 w 3708449"/>
              <a:gd name="connsiteY5638" fmla="*/ 919107 h 3514679"/>
              <a:gd name="connsiteX5639" fmla="*/ 2080163 w 3708449"/>
              <a:gd name="connsiteY5639" fmla="*/ 903048 h 3514679"/>
              <a:gd name="connsiteX5640" fmla="*/ 2014994 w 3708449"/>
              <a:gd name="connsiteY5640" fmla="*/ 903048 h 3514679"/>
              <a:gd name="connsiteX5641" fmla="*/ 2031169 w 3708449"/>
              <a:gd name="connsiteY5641" fmla="*/ 919107 h 3514679"/>
              <a:gd name="connsiteX5642" fmla="*/ 2014994 w 3708449"/>
              <a:gd name="connsiteY5642" fmla="*/ 934469 h 3514679"/>
              <a:gd name="connsiteX5643" fmla="*/ 1998934 w 3708449"/>
              <a:gd name="connsiteY5643" fmla="*/ 919107 h 3514679"/>
              <a:gd name="connsiteX5644" fmla="*/ 2014994 w 3708449"/>
              <a:gd name="connsiteY5644" fmla="*/ 903048 h 3514679"/>
              <a:gd name="connsiteX5645" fmla="*/ 1950756 w 3708449"/>
              <a:gd name="connsiteY5645" fmla="*/ 903048 h 3514679"/>
              <a:gd name="connsiteX5646" fmla="*/ 1966815 w 3708449"/>
              <a:gd name="connsiteY5646" fmla="*/ 919107 h 3514679"/>
              <a:gd name="connsiteX5647" fmla="*/ 1950756 w 3708449"/>
              <a:gd name="connsiteY5647" fmla="*/ 934469 h 3514679"/>
              <a:gd name="connsiteX5648" fmla="*/ 1934580 w 3708449"/>
              <a:gd name="connsiteY5648" fmla="*/ 919107 h 3514679"/>
              <a:gd name="connsiteX5649" fmla="*/ 1950756 w 3708449"/>
              <a:gd name="connsiteY5649" fmla="*/ 903048 h 3514679"/>
              <a:gd name="connsiteX5650" fmla="*/ 1886402 w 3708449"/>
              <a:gd name="connsiteY5650" fmla="*/ 903048 h 3514679"/>
              <a:gd name="connsiteX5651" fmla="*/ 1902461 w 3708449"/>
              <a:gd name="connsiteY5651" fmla="*/ 919107 h 3514679"/>
              <a:gd name="connsiteX5652" fmla="*/ 1886402 w 3708449"/>
              <a:gd name="connsiteY5652" fmla="*/ 934469 h 3514679"/>
              <a:gd name="connsiteX5653" fmla="*/ 1870343 w 3708449"/>
              <a:gd name="connsiteY5653" fmla="*/ 919107 h 3514679"/>
              <a:gd name="connsiteX5654" fmla="*/ 1886402 w 3708449"/>
              <a:gd name="connsiteY5654" fmla="*/ 903048 h 3514679"/>
              <a:gd name="connsiteX5655" fmla="*/ 1822048 w 3708449"/>
              <a:gd name="connsiteY5655" fmla="*/ 903048 h 3514679"/>
              <a:gd name="connsiteX5656" fmla="*/ 1838108 w 3708449"/>
              <a:gd name="connsiteY5656" fmla="*/ 919107 h 3514679"/>
              <a:gd name="connsiteX5657" fmla="*/ 1822048 w 3708449"/>
              <a:gd name="connsiteY5657" fmla="*/ 934469 h 3514679"/>
              <a:gd name="connsiteX5658" fmla="*/ 1805989 w 3708449"/>
              <a:gd name="connsiteY5658" fmla="*/ 919107 h 3514679"/>
              <a:gd name="connsiteX5659" fmla="*/ 1822048 w 3708449"/>
              <a:gd name="connsiteY5659" fmla="*/ 903048 h 3514679"/>
              <a:gd name="connsiteX5660" fmla="*/ 1756879 w 3708449"/>
              <a:gd name="connsiteY5660" fmla="*/ 903048 h 3514679"/>
              <a:gd name="connsiteX5661" fmla="*/ 1773055 w 3708449"/>
              <a:gd name="connsiteY5661" fmla="*/ 919107 h 3514679"/>
              <a:gd name="connsiteX5662" fmla="*/ 1756879 w 3708449"/>
              <a:gd name="connsiteY5662" fmla="*/ 934469 h 3514679"/>
              <a:gd name="connsiteX5663" fmla="*/ 1741635 w 3708449"/>
              <a:gd name="connsiteY5663" fmla="*/ 919107 h 3514679"/>
              <a:gd name="connsiteX5664" fmla="*/ 1756879 w 3708449"/>
              <a:gd name="connsiteY5664" fmla="*/ 903048 h 3514679"/>
              <a:gd name="connsiteX5665" fmla="*/ 1692642 w 3708449"/>
              <a:gd name="connsiteY5665" fmla="*/ 903048 h 3514679"/>
              <a:gd name="connsiteX5666" fmla="*/ 1708701 w 3708449"/>
              <a:gd name="connsiteY5666" fmla="*/ 919107 h 3514679"/>
              <a:gd name="connsiteX5667" fmla="*/ 1692642 w 3708449"/>
              <a:gd name="connsiteY5667" fmla="*/ 934469 h 3514679"/>
              <a:gd name="connsiteX5668" fmla="*/ 1676466 w 3708449"/>
              <a:gd name="connsiteY5668" fmla="*/ 919107 h 3514679"/>
              <a:gd name="connsiteX5669" fmla="*/ 1692642 w 3708449"/>
              <a:gd name="connsiteY5669" fmla="*/ 903048 h 3514679"/>
              <a:gd name="connsiteX5670" fmla="*/ 1628287 w 3708449"/>
              <a:gd name="connsiteY5670" fmla="*/ 903048 h 3514679"/>
              <a:gd name="connsiteX5671" fmla="*/ 1644346 w 3708449"/>
              <a:gd name="connsiteY5671" fmla="*/ 919107 h 3514679"/>
              <a:gd name="connsiteX5672" fmla="*/ 1628287 w 3708449"/>
              <a:gd name="connsiteY5672" fmla="*/ 934469 h 3514679"/>
              <a:gd name="connsiteX5673" fmla="*/ 1612228 w 3708449"/>
              <a:gd name="connsiteY5673" fmla="*/ 919107 h 3514679"/>
              <a:gd name="connsiteX5674" fmla="*/ 1628287 w 3708449"/>
              <a:gd name="connsiteY5674" fmla="*/ 903048 h 3514679"/>
              <a:gd name="connsiteX5675" fmla="*/ 1563933 w 3708449"/>
              <a:gd name="connsiteY5675" fmla="*/ 903048 h 3514679"/>
              <a:gd name="connsiteX5676" fmla="*/ 1579993 w 3708449"/>
              <a:gd name="connsiteY5676" fmla="*/ 919107 h 3514679"/>
              <a:gd name="connsiteX5677" fmla="*/ 1563933 w 3708449"/>
              <a:gd name="connsiteY5677" fmla="*/ 934469 h 3514679"/>
              <a:gd name="connsiteX5678" fmla="*/ 1547874 w 3708449"/>
              <a:gd name="connsiteY5678" fmla="*/ 919107 h 3514679"/>
              <a:gd name="connsiteX5679" fmla="*/ 1563933 w 3708449"/>
              <a:gd name="connsiteY5679" fmla="*/ 903048 h 3514679"/>
              <a:gd name="connsiteX5680" fmla="*/ 1499579 w 3708449"/>
              <a:gd name="connsiteY5680" fmla="*/ 903048 h 3514679"/>
              <a:gd name="connsiteX5681" fmla="*/ 1514940 w 3708449"/>
              <a:gd name="connsiteY5681" fmla="*/ 919107 h 3514679"/>
              <a:gd name="connsiteX5682" fmla="*/ 1499579 w 3708449"/>
              <a:gd name="connsiteY5682" fmla="*/ 934469 h 3514679"/>
              <a:gd name="connsiteX5683" fmla="*/ 1483520 w 3708449"/>
              <a:gd name="connsiteY5683" fmla="*/ 919107 h 3514679"/>
              <a:gd name="connsiteX5684" fmla="*/ 1499579 w 3708449"/>
              <a:gd name="connsiteY5684" fmla="*/ 903048 h 3514679"/>
              <a:gd name="connsiteX5685" fmla="*/ 1434527 w 3708449"/>
              <a:gd name="connsiteY5685" fmla="*/ 903048 h 3514679"/>
              <a:gd name="connsiteX5686" fmla="*/ 1450586 w 3708449"/>
              <a:gd name="connsiteY5686" fmla="*/ 919107 h 3514679"/>
              <a:gd name="connsiteX5687" fmla="*/ 1434527 w 3708449"/>
              <a:gd name="connsiteY5687" fmla="*/ 934469 h 3514679"/>
              <a:gd name="connsiteX5688" fmla="*/ 1418351 w 3708449"/>
              <a:gd name="connsiteY5688" fmla="*/ 919107 h 3514679"/>
              <a:gd name="connsiteX5689" fmla="*/ 1434527 w 3708449"/>
              <a:gd name="connsiteY5689" fmla="*/ 903048 h 3514679"/>
              <a:gd name="connsiteX5690" fmla="*/ 1370173 w 3708449"/>
              <a:gd name="connsiteY5690" fmla="*/ 903048 h 3514679"/>
              <a:gd name="connsiteX5691" fmla="*/ 1386233 w 3708449"/>
              <a:gd name="connsiteY5691" fmla="*/ 919107 h 3514679"/>
              <a:gd name="connsiteX5692" fmla="*/ 1370173 w 3708449"/>
              <a:gd name="connsiteY5692" fmla="*/ 934469 h 3514679"/>
              <a:gd name="connsiteX5693" fmla="*/ 1354114 w 3708449"/>
              <a:gd name="connsiteY5693" fmla="*/ 919107 h 3514679"/>
              <a:gd name="connsiteX5694" fmla="*/ 1370173 w 3708449"/>
              <a:gd name="connsiteY5694" fmla="*/ 903048 h 3514679"/>
              <a:gd name="connsiteX5695" fmla="*/ 1305819 w 3708449"/>
              <a:gd name="connsiteY5695" fmla="*/ 903048 h 3514679"/>
              <a:gd name="connsiteX5696" fmla="*/ 1321879 w 3708449"/>
              <a:gd name="connsiteY5696" fmla="*/ 918292 h 3514679"/>
              <a:gd name="connsiteX5697" fmla="*/ 1305819 w 3708449"/>
              <a:gd name="connsiteY5697" fmla="*/ 934469 h 3514679"/>
              <a:gd name="connsiteX5698" fmla="*/ 1289760 w 3708449"/>
              <a:gd name="connsiteY5698" fmla="*/ 918292 h 3514679"/>
              <a:gd name="connsiteX5699" fmla="*/ 1305819 w 3708449"/>
              <a:gd name="connsiteY5699" fmla="*/ 903048 h 3514679"/>
              <a:gd name="connsiteX5700" fmla="*/ 1241465 w 3708449"/>
              <a:gd name="connsiteY5700" fmla="*/ 903048 h 3514679"/>
              <a:gd name="connsiteX5701" fmla="*/ 1256826 w 3708449"/>
              <a:gd name="connsiteY5701" fmla="*/ 918292 h 3514679"/>
              <a:gd name="connsiteX5702" fmla="*/ 1241465 w 3708449"/>
              <a:gd name="connsiteY5702" fmla="*/ 934469 h 3514679"/>
              <a:gd name="connsiteX5703" fmla="*/ 1225406 w 3708449"/>
              <a:gd name="connsiteY5703" fmla="*/ 918292 h 3514679"/>
              <a:gd name="connsiteX5704" fmla="*/ 1241465 w 3708449"/>
              <a:gd name="connsiteY5704" fmla="*/ 903048 h 3514679"/>
              <a:gd name="connsiteX5705" fmla="*/ 1176412 w 3708449"/>
              <a:gd name="connsiteY5705" fmla="*/ 903048 h 3514679"/>
              <a:gd name="connsiteX5706" fmla="*/ 1192472 w 3708449"/>
              <a:gd name="connsiteY5706" fmla="*/ 919107 h 3514679"/>
              <a:gd name="connsiteX5707" fmla="*/ 1176412 w 3708449"/>
              <a:gd name="connsiteY5707" fmla="*/ 934469 h 3514679"/>
              <a:gd name="connsiteX5708" fmla="*/ 1161051 w 3708449"/>
              <a:gd name="connsiteY5708" fmla="*/ 919107 h 3514679"/>
              <a:gd name="connsiteX5709" fmla="*/ 1176412 w 3708449"/>
              <a:gd name="connsiteY5709" fmla="*/ 903048 h 3514679"/>
              <a:gd name="connsiteX5710" fmla="*/ 1112058 w 3708449"/>
              <a:gd name="connsiteY5710" fmla="*/ 903048 h 3514679"/>
              <a:gd name="connsiteX5711" fmla="*/ 1128117 w 3708449"/>
              <a:gd name="connsiteY5711" fmla="*/ 919107 h 3514679"/>
              <a:gd name="connsiteX5712" fmla="*/ 1112058 w 3708449"/>
              <a:gd name="connsiteY5712" fmla="*/ 934469 h 3514679"/>
              <a:gd name="connsiteX5713" fmla="*/ 1095998 w 3708449"/>
              <a:gd name="connsiteY5713" fmla="*/ 919107 h 3514679"/>
              <a:gd name="connsiteX5714" fmla="*/ 1112058 w 3708449"/>
              <a:gd name="connsiteY5714" fmla="*/ 903048 h 3514679"/>
              <a:gd name="connsiteX5715" fmla="*/ 1047704 w 3708449"/>
              <a:gd name="connsiteY5715" fmla="*/ 903048 h 3514679"/>
              <a:gd name="connsiteX5716" fmla="*/ 1063763 w 3708449"/>
              <a:gd name="connsiteY5716" fmla="*/ 919107 h 3514679"/>
              <a:gd name="connsiteX5717" fmla="*/ 1047704 w 3708449"/>
              <a:gd name="connsiteY5717" fmla="*/ 934469 h 3514679"/>
              <a:gd name="connsiteX5718" fmla="*/ 1031644 w 3708449"/>
              <a:gd name="connsiteY5718" fmla="*/ 919107 h 3514679"/>
              <a:gd name="connsiteX5719" fmla="*/ 1047704 w 3708449"/>
              <a:gd name="connsiteY5719" fmla="*/ 903048 h 3514679"/>
              <a:gd name="connsiteX5720" fmla="*/ 983349 w 3708449"/>
              <a:gd name="connsiteY5720" fmla="*/ 903048 h 3514679"/>
              <a:gd name="connsiteX5721" fmla="*/ 999408 w 3708449"/>
              <a:gd name="connsiteY5721" fmla="*/ 918292 h 3514679"/>
              <a:gd name="connsiteX5722" fmla="*/ 983349 w 3708449"/>
              <a:gd name="connsiteY5722" fmla="*/ 934469 h 3514679"/>
              <a:gd name="connsiteX5723" fmla="*/ 967290 w 3708449"/>
              <a:gd name="connsiteY5723" fmla="*/ 918292 h 3514679"/>
              <a:gd name="connsiteX5724" fmla="*/ 983349 w 3708449"/>
              <a:gd name="connsiteY5724" fmla="*/ 903048 h 3514679"/>
              <a:gd name="connsiteX5725" fmla="*/ 918297 w 3708449"/>
              <a:gd name="connsiteY5725" fmla="*/ 903048 h 3514679"/>
              <a:gd name="connsiteX5726" fmla="*/ 934356 w 3708449"/>
              <a:gd name="connsiteY5726" fmla="*/ 918292 h 3514679"/>
              <a:gd name="connsiteX5727" fmla="*/ 918297 w 3708449"/>
              <a:gd name="connsiteY5727" fmla="*/ 934469 h 3514679"/>
              <a:gd name="connsiteX5728" fmla="*/ 902936 w 3708449"/>
              <a:gd name="connsiteY5728" fmla="*/ 918292 h 3514679"/>
              <a:gd name="connsiteX5729" fmla="*/ 918297 w 3708449"/>
              <a:gd name="connsiteY5729" fmla="*/ 903048 h 3514679"/>
              <a:gd name="connsiteX5730" fmla="*/ 853944 w 3708449"/>
              <a:gd name="connsiteY5730" fmla="*/ 903048 h 3514679"/>
              <a:gd name="connsiteX5731" fmla="*/ 870003 w 3708449"/>
              <a:gd name="connsiteY5731" fmla="*/ 919107 h 3514679"/>
              <a:gd name="connsiteX5732" fmla="*/ 853944 w 3708449"/>
              <a:gd name="connsiteY5732" fmla="*/ 934469 h 3514679"/>
              <a:gd name="connsiteX5733" fmla="*/ 837884 w 3708449"/>
              <a:gd name="connsiteY5733" fmla="*/ 919107 h 3514679"/>
              <a:gd name="connsiteX5734" fmla="*/ 853944 w 3708449"/>
              <a:gd name="connsiteY5734" fmla="*/ 903048 h 3514679"/>
              <a:gd name="connsiteX5735" fmla="*/ 789590 w 3708449"/>
              <a:gd name="connsiteY5735" fmla="*/ 903048 h 3514679"/>
              <a:gd name="connsiteX5736" fmla="*/ 805649 w 3708449"/>
              <a:gd name="connsiteY5736" fmla="*/ 918292 h 3514679"/>
              <a:gd name="connsiteX5737" fmla="*/ 789590 w 3708449"/>
              <a:gd name="connsiteY5737" fmla="*/ 934469 h 3514679"/>
              <a:gd name="connsiteX5738" fmla="*/ 773530 w 3708449"/>
              <a:gd name="connsiteY5738" fmla="*/ 918292 h 3514679"/>
              <a:gd name="connsiteX5739" fmla="*/ 789590 w 3708449"/>
              <a:gd name="connsiteY5739" fmla="*/ 903048 h 3514679"/>
              <a:gd name="connsiteX5740" fmla="*/ 725235 w 3708449"/>
              <a:gd name="connsiteY5740" fmla="*/ 903048 h 3514679"/>
              <a:gd name="connsiteX5741" fmla="*/ 741411 w 3708449"/>
              <a:gd name="connsiteY5741" fmla="*/ 919107 h 3514679"/>
              <a:gd name="connsiteX5742" fmla="*/ 725235 w 3708449"/>
              <a:gd name="connsiteY5742" fmla="*/ 934469 h 3514679"/>
              <a:gd name="connsiteX5743" fmla="*/ 709176 w 3708449"/>
              <a:gd name="connsiteY5743" fmla="*/ 919107 h 3514679"/>
              <a:gd name="connsiteX5744" fmla="*/ 725235 w 3708449"/>
              <a:gd name="connsiteY5744" fmla="*/ 903048 h 3514679"/>
              <a:gd name="connsiteX5745" fmla="*/ 660998 w 3708449"/>
              <a:gd name="connsiteY5745" fmla="*/ 903048 h 3514679"/>
              <a:gd name="connsiteX5746" fmla="*/ 676242 w 3708449"/>
              <a:gd name="connsiteY5746" fmla="*/ 919107 h 3514679"/>
              <a:gd name="connsiteX5747" fmla="*/ 660998 w 3708449"/>
              <a:gd name="connsiteY5747" fmla="*/ 934469 h 3514679"/>
              <a:gd name="connsiteX5748" fmla="*/ 644822 w 3708449"/>
              <a:gd name="connsiteY5748" fmla="*/ 919107 h 3514679"/>
              <a:gd name="connsiteX5749" fmla="*/ 660998 w 3708449"/>
              <a:gd name="connsiteY5749" fmla="*/ 903048 h 3514679"/>
              <a:gd name="connsiteX5750" fmla="*/ 595829 w 3708449"/>
              <a:gd name="connsiteY5750" fmla="*/ 903048 h 3514679"/>
              <a:gd name="connsiteX5751" fmla="*/ 611888 w 3708449"/>
              <a:gd name="connsiteY5751" fmla="*/ 919107 h 3514679"/>
              <a:gd name="connsiteX5752" fmla="*/ 595829 w 3708449"/>
              <a:gd name="connsiteY5752" fmla="*/ 934469 h 3514679"/>
              <a:gd name="connsiteX5753" fmla="*/ 580468 w 3708449"/>
              <a:gd name="connsiteY5753" fmla="*/ 919107 h 3514679"/>
              <a:gd name="connsiteX5754" fmla="*/ 595829 w 3708449"/>
              <a:gd name="connsiteY5754" fmla="*/ 903048 h 3514679"/>
              <a:gd name="connsiteX5755" fmla="*/ 531474 w 3708449"/>
              <a:gd name="connsiteY5755" fmla="*/ 903048 h 3514679"/>
              <a:gd name="connsiteX5756" fmla="*/ 547533 w 3708449"/>
              <a:gd name="connsiteY5756" fmla="*/ 919107 h 3514679"/>
              <a:gd name="connsiteX5757" fmla="*/ 531474 w 3708449"/>
              <a:gd name="connsiteY5757" fmla="*/ 934469 h 3514679"/>
              <a:gd name="connsiteX5758" fmla="*/ 515415 w 3708449"/>
              <a:gd name="connsiteY5758" fmla="*/ 919107 h 3514679"/>
              <a:gd name="connsiteX5759" fmla="*/ 531474 w 3708449"/>
              <a:gd name="connsiteY5759" fmla="*/ 903048 h 3514679"/>
              <a:gd name="connsiteX5760" fmla="*/ 467120 w 3708449"/>
              <a:gd name="connsiteY5760" fmla="*/ 903048 h 3514679"/>
              <a:gd name="connsiteX5761" fmla="*/ 483296 w 3708449"/>
              <a:gd name="connsiteY5761" fmla="*/ 919107 h 3514679"/>
              <a:gd name="connsiteX5762" fmla="*/ 467120 w 3708449"/>
              <a:gd name="connsiteY5762" fmla="*/ 934469 h 3514679"/>
              <a:gd name="connsiteX5763" fmla="*/ 451061 w 3708449"/>
              <a:gd name="connsiteY5763" fmla="*/ 919107 h 3514679"/>
              <a:gd name="connsiteX5764" fmla="*/ 467120 w 3708449"/>
              <a:gd name="connsiteY5764" fmla="*/ 903048 h 3514679"/>
              <a:gd name="connsiteX5765" fmla="*/ 402882 w 3708449"/>
              <a:gd name="connsiteY5765" fmla="*/ 903048 h 3514679"/>
              <a:gd name="connsiteX5766" fmla="*/ 418942 w 3708449"/>
              <a:gd name="connsiteY5766" fmla="*/ 918292 h 3514679"/>
              <a:gd name="connsiteX5767" fmla="*/ 402882 w 3708449"/>
              <a:gd name="connsiteY5767" fmla="*/ 934469 h 3514679"/>
              <a:gd name="connsiteX5768" fmla="*/ 386707 w 3708449"/>
              <a:gd name="connsiteY5768" fmla="*/ 918292 h 3514679"/>
              <a:gd name="connsiteX5769" fmla="*/ 402882 w 3708449"/>
              <a:gd name="connsiteY5769" fmla="*/ 903048 h 3514679"/>
              <a:gd name="connsiteX5770" fmla="*/ 338529 w 3708449"/>
              <a:gd name="connsiteY5770" fmla="*/ 903048 h 3514679"/>
              <a:gd name="connsiteX5771" fmla="*/ 353773 w 3708449"/>
              <a:gd name="connsiteY5771" fmla="*/ 919107 h 3514679"/>
              <a:gd name="connsiteX5772" fmla="*/ 338529 w 3708449"/>
              <a:gd name="connsiteY5772" fmla="*/ 934469 h 3514679"/>
              <a:gd name="connsiteX5773" fmla="*/ 322469 w 3708449"/>
              <a:gd name="connsiteY5773" fmla="*/ 919107 h 3514679"/>
              <a:gd name="connsiteX5774" fmla="*/ 338529 w 3708449"/>
              <a:gd name="connsiteY5774" fmla="*/ 903048 h 3514679"/>
              <a:gd name="connsiteX5775" fmla="*/ 273360 w 3708449"/>
              <a:gd name="connsiteY5775" fmla="*/ 903048 h 3514679"/>
              <a:gd name="connsiteX5776" fmla="*/ 289536 w 3708449"/>
              <a:gd name="connsiteY5776" fmla="*/ 919107 h 3514679"/>
              <a:gd name="connsiteX5777" fmla="*/ 273360 w 3708449"/>
              <a:gd name="connsiteY5777" fmla="*/ 934469 h 3514679"/>
              <a:gd name="connsiteX5778" fmla="*/ 257301 w 3708449"/>
              <a:gd name="connsiteY5778" fmla="*/ 919107 h 3514679"/>
              <a:gd name="connsiteX5779" fmla="*/ 273360 w 3708449"/>
              <a:gd name="connsiteY5779" fmla="*/ 903048 h 3514679"/>
              <a:gd name="connsiteX5780" fmla="*/ 209122 w 3708449"/>
              <a:gd name="connsiteY5780" fmla="*/ 903048 h 3514679"/>
              <a:gd name="connsiteX5781" fmla="*/ 225182 w 3708449"/>
              <a:gd name="connsiteY5781" fmla="*/ 919107 h 3514679"/>
              <a:gd name="connsiteX5782" fmla="*/ 209122 w 3708449"/>
              <a:gd name="connsiteY5782" fmla="*/ 934469 h 3514679"/>
              <a:gd name="connsiteX5783" fmla="*/ 192947 w 3708449"/>
              <a:gd name="connsiteY5783" fmla="*/ 919107 h 3514679"/>
              <a:gd name="connsiteX5784" fmla="*/ 209122 w 3708449"/>
              <a:gd name="connsiteY5784" fmla="*/ 903048 h 3514679"/>
              <a:gd name="connsiteX5785" fmla="*/ 144767 w 3708449"/>
              <a:gd name="connsiteY5785" fmla="*/ 903048 h 3514679"/>
              <a:gd name="connsiteX5786" fmla="*/ 160827 w 3708449"/>
              <a:gd name="connsiteY5786" fmla="*/ 919107 h 3514679"/>
              <a:gd name="connsiteX5787" fmla="*/ 144767 w 3708449"/>
              <a:gd name="connsiteY5787" fmla="*/ 934469 h 3514679"/>
              <a:gd name="connsiteX5788" fmla="*/ 128592 w 3708449"/>
              <a:gd name="connsiteY5788" fmla="*/ 919107 h 3514679"/>
              <a:gd name="connsiteX5789" fmla="*/ 144767 w 3708449"/>
              <a:gd name="connsiteY5789" fmla="*/ 903048 h 3514679"/>
              <a:gd name="connsiteX5790" fmla="*/ 3434275 w 3708449"/>
              <a:gd name="connsiteY5790" fmla="*/ 837878 h 3514679"/>
              <a:gd name="connsiteX5791" fmla="*/ 3450334 w 3708449"/>
              <a:gd name="connsiteY5791" fmla="*/ 854055 h 3514679"/>
              <a:gd name="connsiteX5792" fmla="*/ 3434275 w 3708449"/>
              <a:gd name="connsiteY5792" fmla="*/ 870114 h 3514679"/>
              <a:gd name="connsiteX5793" fmla="*/ 3418099 w 3708449"/>
              <a:gd name="connsiteY5793" fmla="*/ 854055 h 3514679"/>
              <a:gd name="connsiteX5794" fmla="*/ 3434275 w 3708449"/>
              <a:gd name="connsiteY5794" fmla="*/ 837878 h 3514679"/>
              <a:gd name="connsiteX5795" fmla="*/ 3369921 w 3708449"/>
              <a:gd name="connsiteY5795" fmla="*/ 837878 h 3514679"/>
              <a:gd name="connsiteX5796" fmla="*/ 3385981 w 3708449"/>
              <a:gd name="connsiteY5796" fmla="*/ 854055 h 3514679"/>
              <a:gd name="connsiteX5797" fmla="*/ 3369921 w 3708449"/>
              <a:gd name="connsiteY5797" fmla="*/ 870114 h 3514679"/>
              <a:gd name="connsiteX5798" fmla="*/ 3353862 w 3708449"/>
              <a:gd name="connsiteY5798" fmla="*/ 854055 h 3514679"/>
              <a:gd name="connsiteX5799" fmla="*/ 3369921 w 3708449"/>
              <a:gd name="connsiteY5799" fmla="*/ 837878 h 3514679"/>
              <a:gd name="connsiteX5800" fmla="*/ 3305567 w 3708449"/>
              <a:gd name="connsiteY5800" fmla="*/ 837878 h 3514679"/>
              <a:gd name="connsiteX5801" fmla="*/ 3321627 w 3708449"/>
              <a:gd name="connsiteY5801" fmla="*/ 854055 h 3514679"/>
              <a:gd name="connsiteX5802" fmla="*/ 3305567 w 3708449"/>
              <a:gd name="connsiteY5802" fmla="*/ 870114 h 3514679"/>
              <a:gd name="connsiteX5803" fmla="*/ 3289508 w 3708449"/>
              <a:gd name="connsiteY5803" fmla="*/ 854055 h 3514679"/>
              <a:gd name="connsiteX5804" fmla="*/ 3305567 w 3708449"/>
              <a:gd name="connsiteY5804" fmla="*/ 837878 h 3514679"/>
              <a:gd name="connsiteX5805" fmla="*/ 3241213 w 3708449"/>
              <a:gd name="connsiteY5805" fmla="*/ 837878 h 3514679"/>
              <a:gd name="connsiteX5806" fmla="*/ 3256574 w 3708449"/>
              <a:gd name="connsiteY5806" fmla="*/ 854055 h 3514679"/>
              <a:gd name="connsiteX5807" fmla="*/ 3241213 w 3708449"/>
              <a:gd name="connsiteY5807" fmla="*/ 870114 h 3514679"/>
              <a:gd name="connsiteX5808" fmla="*/ 3225154 w 3708449"/>
              <a:gd name="connsiteY5808" fmla="*/ 854055 h 3514679"/>
              <a:gd name="connsiteX5809" fmla="*/ 3241213 w 3708449"/>
              <a:gd name="connsiteY5809" fmla="*/ 837878 h 3514679"/>
              <a:gd name="connsiteX5810" fmla="*/ 3176161 w 3708449"/>
              <a:gd name="connsiteY5810" fmla="*/ 837878 h 3514679"/>
              <a:gd name="connsiteX5811" fmla="*/ 3192220 w 3708449"/>
              <a:gd name="connsiteY5811" fmla="*/ 854055 h 3514679"/>
              <a:gd name="connsiteX5812" fmla="*/ 3176161 w 3708449"/>
              <a:gd name="connsiteY5812" fmla="*/ 870114 h 3514679"/>
              <a:gd name="connsiteX5813" fmla="*/ 3160102 w 3708449"/>
              <a:gd name="connsiteY5813" fmla="*/ 854055 h 3514679"/>
              <a:gd name="connsiteX5814" fmla="*/ 3176161 w 3708449"/>
              <a:gd name="connsiteY5814" fmla="*/ 837878 h 3514679"/>
              <a:gd name="connsiteX5815" fmla="*/ 3111806 w 3708449"/>
              <a:gd name="connsiteY5815" fmla="*/ 837878 h 3514679"/>
              <a:gd name="connsiteX5816" fmla="*/ 3127866 w 3708449"/>
              <a:gd name="connsiteY5816" fmla="*/ 854055 h 3514679"/>
              <a:gd name="connsiteX5817" fmla="*/ 3111806 w 3708449"/>
              <a:gd name="connsiteY5817" fmla="*/ 870114 h 3514679"/>
              <a:gd name="connsiteX5818" fmla="*/ 3095747 w 3708449"/>
              <a:gd name="connsiteY5818" fmla="*/ 854055 h 3514679"/>
              <a:gd name="connsiteX5819" fmla="*/ 3111806 w 3708449"/>
              <a:gd name="connsiteY5819" fmla="*/ 837878 h 3514679"/>
              <a:gd name="connsiteX5820" fmla="*/ 3047452 w 3708449"/>
              <a:gd name="connsiteY5820" fmla="*/ 837878 h 3514679"/>
              <a:gd name="connsiteX5821" fmla="*/ 3063512 w 3708449"/>
              <a:gd name="connsiteY5821" fmla="*/ 854055 h 3514679"/>
              <a:gd name="connsiteX5822" fmla="*/ 3047452 w 3708449"/>
              <a:gd name="connsiteY5822" fmla="*/ 870114 h 3514679"/>
              <a:gd name="connsiteX5823" fmla="*/ 3031393 w 3708449"/>
              <a:gd name="connsiteY5823" fmla="*/ 854055 h 3514679"/>
              <a:gd name="connsiteX5824" fmla="*/ 3047452 w 3708449"/>
              <a:gd name="connsiteY5824" fmla="*/ 837878 h 3514679"/>
              <a:gd name="connsiteX5825" fmla="*/ 2983099 w 3708449"/>
              <a:gd name="connsiteY5825" fmla="*/ 837878 h 3514679"/>
              <a:gd name="connsiteX5826" fmla="*/ 2999158 w 3708449"/>
              <a:gd name="connsiteY5826" fmla="*/ 854055 h 3514679"/>
              <a:gd name="connsiteX5827" fmla="*/ 2983099 w 3708449"/>
              <a:gd name="connsiteY5827" fmla="*/ 870114 h 3514679"/>
              <a:gd name="connsiteX5828" fmla="*/ 2967039 w 3708449"/>
              <a:gd name="connsiteY5828" fmla="*/ 854055 h 3514679"/>
              <a:gd name="connsiteX5829" fmla="*/ 2983099 w 3708449"/>
              <a:gd name="connsiteY5829" fmla="*/ 837878 h 3514679"/>
              <a:gd name="connsiteX5830" fmla="*/ 2918046 w 3708449"/>
              <a:gd name="connsiteY5830" fmla="*/ 837878 h 3514679"/>
              <a:gd name="connsiteX5831" fmla="*/ 2934106 w 3708449"/>
              <a:gd name="connsiteY5831" fmla="*/ 854055 h 3514679"/>
              <a:gd name="connsiteX5832" fmla="*/ 2918046 w 3708449"/>
              <a:gd name="connsiteY5832" fmla="*/ 870114 h 3514679"/>
              <a:gd name="connsiteX5833" fmla="*/ 2902685 w 3708449"/>
              <a:gd name="connsiteY5833" fmla="*/ 854055 h 3514679"/>
              <a:gd name="connsiteX5834" fmla="*/ 2918046 w 3708449"/>
              <a:gd name="connsiteY5834" fmla="*/ 837878 h 3514679"/>
              <a:gd name="connsiteX5835" fmla="*/ 2853692 w 3708449"/>
              <a:gd name="connsiteY5835" fmla="*/ 837878 h 3514679"/>
              <a:gd name="connsiteX5836" fmla="*/ 2869752 w 3708449"/>
              <a:gd name="connsiteY5836" fmla="*/ 854055 h 3514679"/>
              <a:gd name="connsiteX5837" fmla="*/ 2853692 w 3708449"/>
              <a:gd name="connsiteY5837" fmla="*/ 870114 h 3514679"/>
              <a:gd name="connsiteX5838" fmla="*/ 2837633 w 3708449"/>
              <a:gd name="connsiteY5838" fmla="*/ 854055 h 3514679"/>
              <a:gd name="connsiteX5839" fmla="*/ 2853692 w 3708449"/>
              <a:gd name="connsiteY5839" fmla="*/ 837878 h 3514679"/>
              <a:gd name="connsiteX5840" fmla="*/ 2789338 w 3708449"/>
              <a:gd name="connsiteY5840" fmla="*/ 837878 h 3514679"/>
              <a:gd name="connsiteX5841" fmla="*/ 2805398 w 3708449"/>
              <a:gd name="connsiteY5841" fmla="*/ 854055 h 3514679"/>
              <a:gd name="connsiteX5842" fmla="*/ 2789338 w 3708449"/>
              <a:gd name="connsiteY5842" fmla="*/ 870114 h 3514679"/>
              <a:gd name="connsiteX5843" fmla="*/ 2773279 w 3708449"/>
              <a:gd name="connsiteY5843" fmla="*/ 854055 h 3514679"/>
              <a:gd name="connsiteX5844" fmla="*/ 2789338 w 3708449"/>
              <a:gd name="connsiteY5844" fmla="*/ 837878 h 3514679"/>
              <a:gd name="connsiteX5845" fmla="*/ 2724984 w 3708449"/>
              <a:gd name="connsiteY5845" fmla="*/ 837878 h 3514679"/>
              <a:gd name="connsiteX5846" fmla="*/ 2741159 w 3708449"/>
              <a:gd name="connsiteY5846" fmla="*/ 854055 h 3514679"/>
              <a:gd name="connsiteX5847" fmla="*/ 2724984 w 3708449"/>
              <a:gd name="connsiteY5847" fmla="*/ 870114 h 3514679"/>
              <a:gd name="connsiteX5848" fmla="*/ 2708924 w 3708449"/>
              <a:gd name="connsiteY5848" fmla="*/ 854055 h 3514679"/>
              <a:gd name="connsiteX5849" fmla="*/ 2724984 w 3708449"/>
              <a:gd name="connsiteY5849" fmla="*/ 837878 h 3514679"/>
              <a:gd name="connsiteX5850" fmla="*/ 2660630 w 3708449"/>
              <a:gd name="connsiteY5850" fmla="*/ 837878 h 3514679"/>
              <a:gd name="connsiteX5851" fmla="*/ 2675991 w 3708449"/>
              <a:gd name="connsiteY5851" fmla="*/ 854055 h 3514679"/>
              <a:gd name="connsiteX5852" fmla="*/ 2660630 w 3708449"/>
              <a:gd name="connsiteY5852" fmla="*/ 870114 h 3514679"/>
              <a:gd name="connsiteX5853" fmla="*/ 2644570 w 3708449"/>
              <a:gd name="connsiteY5853" fmla="*/ 854055 h 3514679"/>
              <a:gd name="connsiteX5854" fmla="*/ 2660630 w 3708449"/>
              <a:gd name="connsiteY5854" fmla="*/ 837878 h 3514679"/>
              <a:gd name="connsiteX5855" fmla="*/ 2595577 w 3708449"/>
              <a:gd name="connsiteY5855" fmla="*/ 837878 h 3514679"/>
              <a:gd name="connsiteX5856" fmla="*/ 2611637 w 3708449"/>
              <a:gd name="connsiteY5856" fmla="*/ 854055 h 3514679"/>
              <a:gd name="connsiteX5857" fmla="*/ 2595577 w 3708449"/>
              <a:gd name="connsiteY5857" fmla="*/ 870114 h 3514679"/>
              <a:gd name="connsiteX5858" fmla="*/ 2579518 w 3708449"/>
              <a:gd name="connsiteY5858" fmla="*/ 854055 h 3514679"/>
              <a:gd name="connsiteX5859" fmla="*/ 2595577 w 3708449"/>
              <a:gd name="connsiteY5859" fmla="*/ 837878 h 3514679"/>
              <a:gd name="connsiteX5860" fmla="*/ 2531224 w 3708449"/>
              <a:gd name="connsiteY5860" fmla="*/ 837878 h 3514679"/>
              <a:gd name="connsiteX5861" fmla="*/ 2547283 w 3708449"/>
              <a:gd name="connsiteY5861" fmla="*/ 854055 h 3514679"/>
              <a:gd name="connsiteX5862" fmla="*/ 2531224 w 3708449"/>
              <a:gd name="connsiteY5862" fmla="*/ 870114 h 3514679"/>
              <a:gd name="connsiteX5863" fmla="*/ 2515164 w 3708449"/>
              <a:gd name="connsiteY5863" fmla="*/ 854055 h 3514679"/>
              <a:gd name="connsiteX5864" fmla="*/ 2531224 w 3708449"/>
              <a:gd name="connsiteY5864" fmla="*/ 837878 h 3514679"/>
              <a:gd name="connsiteX5865" fmla="*/ 2466869 w 3708449"/>
              <a:gd name="connsiteY5865" fmla="*/ 837878 h 3514679"/>
              <a:gd name="connsiteX5866" fmla="*/ 2483044 w 3708449"/>
              <a:gd name="connsiteY5866" fmla="*/ 854055 h 3514679"/>
              <a:gd name="connsiteX5867" fmla="*/ 2466869 w 3708449"/>
              <a:gd name="connsiteY5867" fmla="*/ 870114 h 3514679"/>
              <a:gd name="connsiteX5868" fmla="*/ 2450809 w 3708449"/>
              <a:gd name="connsiteY5868" fmla="*/ 854055 h 3514679"/>
              <a:gd name="connsiteX5869" fmla="*/ 2466869 w 3708449"/>
              <a:gd name="connsiteY5869" fmla="*/ 837878 h 3514679"/>
              <a:gd name="connsiteX5870" fmla="*/ 2402631 w 3708449"/>
              <a:gd name="connsiteY5870" fmla="*/ 837878 h 3514679"/>
              <a:gd name="connsiteX5871" fmla="*/ 2418690 w 3708449"/>
              <a:gd name="connsiteY5871" fmla="*/ 854055 h 3514679"/>
              <a:gd name="connsiteX5872" fmla="*/ 2402631 w 3708449"/>
              <a:gd name="connsiteY5872" fmla="*/ 870114 h 3514679"/>
              <a:gd name="connsiteX5873" fmla="*/ 2386455 w 3708449"/>
              <a:gd name="connsiteY5873" fmla="*/ 854055 h 3514679"/>
              <a:gd name="connsiteX5874" fmla="*/ 2402631 w 3708449"/>
              <a:gd name="connsiteY5874" fmla="*/ 837878 h 3514679"/>
              <a:gd name="connsiteX5875" fmla="*/ 2337462 w 3708449"/>
              <a:gd name="connsiteY5875" fmla="*/ 837878 h 3514679"/>
              <a:gd name="connsiteX5876" fmla="*/ 2353522 w 3708449"/>
              <a:gd name="connsiteY5876" fmla="*/ 854055 h 3514679"/>
              <a:gd name="connsiteX5877" fmla="*/ 2337462 w 3708449"/>
              <a:gd name="connsiteY5877" fmla="*/ 870114 h 3514679"/>
              <a:gd name="connsiteX5878" fmla="*/ 2322218 w 3708449"/>
              <a:gd name="connsiteY5878" fmla="*/ 854055 h 3514679"/>
              <a:gd name="connsiteX5879" fmla="*/ 2337462 w 3708449"/>
              <a:gd name="connsiteY5879" fmla="*/ 837878 h 3514679"/>
              <a:gd name="connsiteX5880" fmla="*/ 2273109 w 3708449"/>
              <a:gd name="connsiteY5880" fmla="*/ 837878 h 3514679"/>
              <a:gd name="connsiteX5881" fmla="*/ 2289284 w 3708449"/>
              <a:gd name="connsiteY5881" fmla="*/ 854055 h 3514679"/>
              <a:gd name="connsiteX5882" fmla="*/ 2273109 w 3708449"/>
              <a:gd name="connsiteY5882" fmla="*/ 870114 h 3514679"/>
              <a:gd name="connsiteX5883" fmla="*/ 2257049 w 3708449"/>
              <a:gd name="connsiteY5883" fmla="*/ 854055 h 3514679"/>
              <a:gd name="connsiteX5884" fmla="*/ 2273109 w 3708449"/>
              <a:gd name="connsiteY5884" fmla="*/ 837878 h 3514679"/>
              <a:gd name="connsiteX5885" fmla="*/ 2208755 w 3708449"/>
              <a:gd name="connsiteY5885" fmla="*/ 837878 h 3514679"/>
              <a:gd name="connsiteX5886" fmla="*/ 2224930 w 3708449"/>
              <a:gd name="connsiteY5886" fmla="*/ 854055 h 3514679"/>
              <a:gd name="connsiteX5887" fmla="*/ 2208755 w 3708449"/>
              <a:gd name="connsiteY5887" fmla="*/ 870114 h 3514679"/>
              <a:gd name="connsiteX5888" fmla="*/ 2192695 w 3708449"/>
              <a:gd name="connsiteY5888" fmla="*/ 854055 h 3514679"/>
              <a:gd name="connsiteX5889" fmla="*/ 2208755 w 3708449"/>
              <a:gd name="connsiteY5889" fmla="*/ 837878 h 3514679"/>
              <a:gd name="connsiteX5890" fmla="*/ 2144517 w 3708449"/>
              <a:gd name="connsiteY5890" fmla="*/ 837878 h 3514679"/>
              <a:gd name="connsiteX5891" fmla="*/ 2160576 w 3708449"/>
              <a:gd name="connsiteY5891" fmla="*/ 854055 h 3514679"/>
              <a:gd name="connsiteX5892" fmla="*/ 2144517 w 3708449"/>
              <a:gd name="connsiteY5892" fmla="*/ 870114 h 3514679"/>
              <a:gd name="connsiteX5893" fmla="*/ 2128341 w 3708449"/>
              <a:gd name="connsiteY5893" fmla="*/ 854055 h 3514679"/>
              <a:gd name="connsiteX5894" fmla="*/ 2144517 w 3708449"/>
              <a:gd name="connsiteY5894" fmla="*/ 837878 h 3514679"/>
              <a:gd name="connsiteX5895" fmla="*/ 2080163 w 3708449"/>
              <a:gd name="connsiteY5895" fmla="*/ 837878 h 3514679"/>
              <a:gd name="connsiteX5896" fmla="*/ 2095408 w 3708449"/>
              <a:gd name="connsiteY5896" fmla="*/ 854055 h 3514679"/>
              <a:gd name="connsiteX5897" fmla="*/ 2080163 w 3708449"/>
              <a:gd name="connsiteY5897" fmla="*/ 870114 h 3514679"/>
              <a:gd name="connsiteX5898" fmla="*/ 2064104 w 3708449"/>
              <a:gd name="connsiteY5898" fmla="*/ 854055 h 3514679"/>
              <a:gd name="connsiteX5899" fmla="*/ 2080163 w 3708449"/>
              <a:gd name="connsiteY5899" fmla="*/ 837878 h 3514679"/>
              <a:gd name="connsiteX5900" fmla="*/ 2014994 w 3708449"/>
              <a:gd name="connsiteY5900" fmla="*/ 837878 h 3514679"/>
              <a:gd name="connsiteX5901" fmla="*/ 2031169 w 3708449"/>
              <a:gd name="connsiteY5901" fmla="*/ 854055 h 3514679"/>
              <a:gd name="connsiteX5902" fmla="*/ 2014994 w 3708449"/>
              <a:gd name="connsiteY5902" fmla="*/ 870114 h 3514679"/>
              <a:gd name="connsiteX5903" fmla="*/ 1998934 w 3708449"/>
              <a:gd name="connsiteY5903" fmla="*/ 854055 h 3514679"/>
              <a:gd name="connsiteX5904" fmla="*/ 2014994 w 3708449"/>
              <a:gd name="connsiteY5904" fmla="*/ 837878 h 3514679"/>
              <a:gd name="connsiteX5905" fmla="*/ 1950756 w 3708449"/>
              <a:gd name="connsiteY5905" fmla="*/ 837878 h 3514679"/>
              <a:gd name="connsiteX5906" fmla="*/ 1966815 w 3708449"/>
              <a:gd name="connsiteY5906" fmla="*/ 854055 h 3514679"/>
              <a:gd name="connsiteX5907" fmla="*/ 1950756 w 3708449"/>
              <a:gd name="connsiteY5907" fmla="*/ 870114 h 3514679"/>
              <a:gd name="connsiteX5908" fmla="*/ 1934580 w 3708449"/>
              <a:gd name="connsiteY5908" fmla="*/ 854055 h 3514679"/>
              <a:gd name="connsiteX5909" fmla="*/ 1950756 w 3708449"/>
              <a:gd name="connsiteY5909" fmla="*/ 837878 h 3514679"/>
              <a:gd name="connsiteX5910" fmla="*/ 1886402 w 3708449"/>
              <a:gd name="connsiteY5910" fmla="*/ 837878 h 3514679"/>
              <a:gd name="connsiteX5911" fmla="*/ 1902461 w 3708449"/>
              <a:gd name="connsiteY5911" fmla="*/ 854055 h 3514679"/>
              <a:gd name="connsiteX5912" fmla="*/ 1886402 w 3708449"/>
              <a:gd name="connsiteY5912" fmla="*/ 870114 h 3514679"/>
              <a:gd name="connsiteX5913" fmla="*/ 1870343 w 3708449"/>
              <a:gd name="connsiteY5913" fmla="*/ 854055 h 3514679"/>
              <a:gd name="connsiteX5914" fmla="*/ 1886402 w 3708449"/>
              <a:gd name="connsiteY5914" fmla="*/ 837878 h 3514679"/>
              <a:gd name="connsiteX5915" fmla="*/ 1822048 w 3708449"/>
              <a:gd name="connsiteY5915" fmla="*/ 837878 h 3514679"/>
              <a:gd name="connsiteX5916" fmla="*/ 1838108 w 3708449"/>
              <a:gd name="connsiteY5916" fmla="*/ 854055 h 3514679"/>
              <a:gd name="connsiteX5917" fmla="*/ 1822048 w 3708449"/>
              <a:gd name="connsiteY5917" fmla="*/ 870114 h 3514679"/>
              <a:gd name="connsiteX5918" fmla="*/ 1805989 w 3708449"/>
              <a:gd name="connsiteY5918" fmla="*/ 854055 h 3514679"/>
              <a:gd name="connsiteX5919" fmla="*/ 1822048 w 3708449"/>
              <a:gd name="connsiteY5919" fmla="*/ 837878 h 3514679"/>
              <a:gd name="connsiteX5920" fmla="*/ 1756879 w 3708449"/>
              <a:gd name="connsiteY5920" fmla="*/ 837878 h 3514679"/>
              <a:gd name="connsiteX5921" fmla="*/ 1773055 w 3708449"/>
              <a:gd name="connsiteY5921" fmla="*/ 854055 h 3514679"/>
              <a:gd name="connsiteX5922" fmla="*/ 1756879 w 3708449"/>
              <a:gd name="connsiteY5922" fmla="*/ 870114 h 3514679"/>
              <a:gd name="connsiteX5923" fmla="*/ 1741635 w 3708449"/>
              <a:gd name="connsiteY5923" fmla="*/ 854055 h 3514679"/>
              <a:gd name="connsiteX5924" fmla="*/ 1756879 w 3708449"/>
              <a:gd name="connsiteY5924" fmla="*/ 837878 h 3514679"/>
              <a:gd name="connsiteX5925" fmla="*/ 1692642 w 3708449"/>
              <a:gd name="connsiteY5925" fmla="*/ 837878 h 3514679"/>
              <a:gd name="connsiteX5926" fmla="*/ 1708701 w 3708449"/>
              <a:gd name="connsiteY5926" fmla="*/ 854055 h 3514679"/>
              <a:gd name="connsiteX5927" fmla="*/ 1692642 w 3708449"/>
              <a:gd name="connsiteY5927" fmla="*/ 870114 h 3514679"/>
              <a:gd name="connsiteX5928" fmla="*/ 1676466 w 3708449"/>
              <a:gd name="connsiteY5928" fmla="*/ 854055 h 3514679"/>
              <a:gd name="connsiteX5929" fmla="*/ 1692642 w 3708449"/>
              <a:gd name="connsiteY5929" fmla="*/ 837878 h 3514679"/>
              <a:gd name="connsiteX5930" fmla="*/ 1628287 w 3708449"/>
              <a:gd name="connsiteY5930" fmla="*/ 837878 h 3514679"/>
              <a:gd name="connsiteX5931" fmla="*/ 1644346 w 3708449"/>
              <a:gd name="connsiteY5931" fmla="*/ 854055 h 3514679"/>
              <a:gd name="connsiteX5932" fmla="*/ 1628287 w 3708449"/>
              <a:gd name="connsiteY5932" fmla="*/ 870114 h 3514679"/>
              <a:gd name="connsiteX5933" fmla="*/ 1612228 w 3708449"/>
              <a:gd name="connsiteY5933" fmla="*/ 854055 h 3514679"/>
              <a:gd name="connsiteX5934" fmla="*/ 1628287 w 3708449"/>
              <a:gd name="connsiteY5934" fmla="*/ 837878 h 3514679"/>
              <a:gd name="connsiteX5935" fmla="*/ 1563933 w 3708449"/>
              <a:gd name="connsiteY5935" fmla="*/ 837878 h 3514679"/>
              <a:gd name="connsiteX5936" fmla="*/ 1579993 w 3708449"/>
              <a:gd name="connsiteY5936" fmla="*/ 854055 h 3514679"/>
              <a:gd name="connsiteX5937" fmla="*/ 1563933 w 3708449"/>
              <a:gd name="connsiteY5937" fmla="*/ 870114 h 3514679"/>
              <a:gd name="connsiteX5938" fmla="*/ 1547874 w 3708449"/>
              <a:gd name="connsiteY5938" fmla="*/ 854055 h 3514679"/>
              <a:gd name="connsiteX5939" fmla="*/ 1563933 w 3708449"/>
              <a:gd name="connsiteY5939" fmla="*/ 837878 h 3514679"/>
              <a:gd name="connsiteX5940" fmla="*/ 1499579 w 3708449"/>
              <a:gd name="connsiteY5940" fmla="*/ 837878 h 3514679"/>
              <a:gd name="connsiteX5941" fmla="*/ 1514940 w 3708449"/>
              <a:gd name="connsiteY5941" fmla="*/ 854055 h 3514679"/>
              <a:gd name="connsiteX5942" fmla="*/ 1499579 w 3708449"/>
              <a:gd name="connsiteY5942" fmla="*/ 870114 h 3514679"/>
              <a:gd name="connsiteX5943" fmla="*/ 1483520 w 3708449"/>
              <a:gd name="connsiteY5943" fmla="*/ 854055 h 3514679"/>
              <a:gd name="connsiteX5944" fmla="*/ 1499579 w 3708449"/>
              <a:gd name="connsiteY5944" fmla="*/ 837878 h 3514679"/>
              <a:gd name="connsiteX5945" fmla="*/ 1434527 w 3708449"/>
              <a:gd name="connsiteY5945" fmla="*/ 837878 h 3514679"/>
              <a:gd name="connsiteX5946" fmla="*/ 1450586 w 3708449"/>
              <a:gd name="connsiteY5946" fmla="*/ 854055 h 3514679"/>
              <a:gd name="connsiteX5947" fmla="*/ 1434527 w 3708449"/>
              <a:gd name="connsiteY5947" fmla="*/ 870114 h 3514679"/>
              <a:gd name="connsiteX5948" fmla="*/ 1418351 w 3708449"/>
              <a:gd name="connsiteY5948" fmla="*/ 854055 h 3514679"/>
              <a:gd name="connsiteX5949" fmla="*/ 1434527 w 3708449"/>
              <a:gd name="connsiteY5949" fmla="*/ 837878 h 3514679"/>
              <a:gd name="connsiteX5950" fmla="*/ 1370173 w 3708449"/>
              <a:gd name="connsiteY5950" fmla="*/ 837878 h 3514679"/>
              <a:gd name="connsiteX5951" fmla="*/ 1386233 w 3708449"/>
              <a:gd name="connsiteY5951" fmla="*/ 854055 h 3514679"/>
              <a:gd name="connsiteX5952" fmla="*/ 1370173 w 3708449"/>
              <a:gd name="connsiteY5952" fmla="*/ 870114 h 3514679"/>
              <a:gd name="connsiteX5953" fmla="*/ 1354114 w 3708449"/>
              <a:gd name="connsiteY5953" fmla="*/ 854055 h 3514679"/>
              <a:gd name="connsiteX5954" fmla="*/ 1370173 w 3708449"/>
              <a:gd name="connsiteY5954" fmla="*/ 837878 h 3514679"/>
              <a:gd name="connsiteX5955" fmla="*/ 1305819 w 3708449"/>
              <a:gd name="connsiteY5955" fmla="*/ 837878 h 3514679"/>
              <a:gd name="connsiteX5956" fmla="*/ 1321879 w 3708449"/>
              <a:gd name="connsiteY5956" fmla="*/ 854055 h 3514679"/>
              <a:gd name="connsiteX5957" fmla="*/ 1305819 w 3708449"/>
              <a:gd name="connsiteY5957" fmla="*/ 870114 h 3514679"/>
              <a:gd name="connsiteX5958" fmla="*/ 1289760 w 3708449"/>
              <a:gd name="connsiteY5958" fmla="*/ 854055 h 3514679"/>
              <a:gd name="connsiteX5959" fmla="*/ 1305819 w 3708449"/>
              <a:gd name="connsiteY5959" fmla="*/ 837878 h 3514679"/>
              <a:gd name="connsiteX5960" fmla="*/ 1241465 w 3708449"/>
              <a:gd name="connsiteY5960" fmla="*/ 837878 h 3514679"/>
              <a:gd name="connsiteX5961" fmla="*/ 1256826 w 3708449"/>
              <a:gd name="connsiteY5961" fmla="*/ 854055 h 3514679"/>
              <a:gd name="connsiteX5962" fmla="*/ 1241465 w 3708449"/>
              <a:gd name="connsiteY5962" fmla="*/ 870114 h 3514679"/>
              <a:gd name="connsiteX5963" fmla="*/ 1225406 w 3708449"/>
              <a:gd name="connsiteY5963" fmla="*/ 854055 h 3514679"/>
              <a:gd name="connsiteX5964" fmla="*/ 1241465 w 3708449"/>
              <a:gd name="connsiteY5964" fmla="*/ 837878 h 3514679"/>
              <a:gd name="connsiteX5965" fmla="*/ 1176412 w 3708449"/>
              <a:gd name="connsiteY5965" fmla="*/ 837878 h 3514679"/>
              <a:gd name="connsiteX5966" fmla="*/ 1192472 w 3708449"/>
              <a:gd name="connsiteY5966" fmla="*/ 854055 h 3514679"/>
              <a:gd name="connsiteX5967" fmla="*/ 1176412 w 3708449"/>
              <a:gd name="connsiteY5967" fmla="*/ 870114 h 3514679"/>
              <a:gd name="connsiteX5968" fmla="*/ 1161051 w 3708449"/>
              <a:gd name="connsiteY5968" fmla="*/ 854055 h 3514679"/>
              <a:gd name="connsiteX5969" fmla="*/ 1176412 w 3708449"/>
              <a:gd name="connsiteY5969" fmla="*/ 837878 h 3514679"/>
              <a:gd name="connsiteX5970" fmla="*/ 1112058 w 3708449"/>
              <a:gd name="connsiteY5970" fmla="*/ 837878 h 3514679"/>
              <a:gd name="connsiteX5971" fmla="*/ 1128117 w 3708449"/>
              <a:gd name="connsiteY5971" fmla="*/ 854055 h 3514679"/>
              <a:gd name="connsiteX5972" fmla="*/ 1112058 w 3708449"/>
              <a:gd name="connsiteY5972" fmla="*/ 870114 h 3514679"/>
              <a:gd name="connsiteX5973" fmla="*/ 1095998 w 3708449"/>
              <a:gd name="connsiteY5973" fmla="*/ 854055 h 3514679"/>
              <a:gd name="connsiteX5974" fmla="*/ 1112058 w 3708449"/>
              <a:gd name="connsiteY5974" fmla="*/ 837878 h 3514679"/>
              <a:gd name="connsiteX5975" fmla="*/ 1047704 w 3708449"/>
              <a:gd name="connsiteY5975" fmla="*/ 837878 h 3514679"/>
              <a:gd name="connsiteX5976" fmla="*/ 1063763 w 3708449"/>
              <a:gd name="connsiteY5976" fmla="*/ 854055 h 3514679"/>
              <a:gd name="connsiteX5977" fmla="*/ 1047704 w 3708449"/>
              <a:gd name="connsiteY5977" fmla="*/ 870114 h 3514679"/>
              <a:gd name="connsiteX5978" fmla="*/ 1031644 w 3708449"/>
              <a:gd name="connsiteY5978" fmla="*/ 854055 h 3514679"/>
              <a:gd name="connsiteX5979" fmla="*/ 1047704 w 3708449"/>
              <a:gd name="connsiteY5979" fmla="*/ 837878 h 3514679"/>
              <a:gd name="connsiteX5980" fmla="*/ 983349 w 3708449"/>
              <a:gd name="connsiteY5980" fmla="*/ 837878 h 3514679"/>
              <a:gd name="connsiteX5981" fmla="*/ 999408 w 3708449"/>
              <a:gd name="connsiteY5981" fmla="*/ 854055 h 3514679"/>
              <a:gd name="connsiteX5982" fmla="*/ 983349 w 3708449"/>
              <a:gd name="connsiteY5982" fmla="*/ 870114 h 3514679"/>
              <a:gd name="connsiteX5983" fmla="*/ 967290 w 3708449"/>
              <a:gd name="connsiteY5983" fmla="*/ 854055 h 3514679"/>
              <a:gd name="connsiteX5984" fmla="*/ 983349 w 3708449"/>
              <a:gd name="connsiteY5984" fmla="*/ 837878 h 3514679"/>
              <a:gd name="connsiteX5985" fmla="*/ 918995 w 3708449"/>
              <a:gd name="connsiteY5985" fmla="*/ 837878 h 3514679"/>
              <a:gd name="connsiteX5986" fmla="*/ 934356 w 3708449"/>
              <a:gd name="connsiteY5986" fmla="*/ 854055 h 3514679"/>
              <a:gd name="connsiteX5987" fmla="*/ 918995 w 3708449"/>
              <a:gd name="connsiteY5987" fmla="*/ 870114 h 3514679"/>
              <a:gd name="connsiteX5988" fmla="*/ 902936 w 3708449"/>
              <a:gd name="connsiteY5988" fmla="*/ 854055 h 3514679"/>
              <a:gd name="connsiteX5989" fmla="*/ 918995 w 3708449"/>
              <a:gd name="connsiteY5989" fmla="*/ 837878 h 3514679"/>
              <a:gd name="connsiteX5990" fmla="*/ 853944 w 3708449"/>
              <a:gd name="connsiteY5990" fmla="*/ 837878 h 3514679"/>
              <a:gd name="connsiteX5991" fmla="*/ 870003 w 3708449"/>
              <a:gd name="connsiteY5991" fmla="*/ 854055 h 3514679"/>
              <a:gd name="connsiteX5992" fmla="*/ 853944 w 3708449"/>
              <a:gd name="connsiteY5992" fmla="*/ 870114 h 3514679"/>
              <a:gd name="connsiteX5993" fmla="*/ 837884 w 3708449"/>
              <a:gd name="connsiteY5993" fmla="*/ 854055 h 3514679"/>
              <a:gd name="connsiteX5994" fmla="*/ 853944 w 3708449"/>
              <a:gd name="connsiteY5994" fmla="*/ 837878 h 3514679"/>
              <a:gd name="connsiteX5995" fmla="*/ 789590 w 3708449"/>
              <a:gd name="connsiteY5995" fmla="*/ 837878 h 3514679"/>
              <a:gd name="connsiteX5996" fmla="*/ 805649 w 3708449"/>
              <a:gd name="connsiteY5996" fmla="*/ 854055 h 3514679"/>
              <a:gd name="connsiteX5997" fmla="*/ 789590 w 3708449"/>
              <a:gd name="connsiteY5997" fmla="*/ 870114 h 3514679"/>
              <a:gd name="connsiteX5998" fmla="*/ 773530 w 3708449"/>
              <a:gd name="connsiteY5998" fmla="*/ 854055 h 3514679"/>
              <a:gd name="connsiteX5999" fmla="*/ 789590 w 3708449"/>
              <a:gd name="connsiteY5999" fmla="*/ 837878 h 3514679"/>
              <a:gd name="connsiteX6000" fmla="*/ 725235 w 3708449"/>
              <a:gd name="connsiteY6000" fmla="*/ 837878 h 3514679"/>
              <a:gd name="connsiteX6001" fmla="*/ 741411 w 3708449"/>
              <a:gd name="connsiteY6001" fmla="*/ 854055 h 3514679"/>
              <a:gd name="connsiteX6002" fmla="*/ 725235 w 3708449"/>
              <a:gd name="connsiteY6002" fmla="*/ 870114 h 3514679"/>
              <a:gd name="connsiteX6003" fmla="*/ 709176 w 3708449"/>
              <a:gd name="connsiteY6003" fmla="*/ 854055 h 3514679"/>
              <a:gd name="connsiteX6004" fmla="*/ 725235 w 3708449"/>
              <a:gd name="connsiteY6004" fmla="*/ 837878 h 3514679"/>
              <a:gd name="connsiteX6005" fmla="*/ 660998 w 3708449"/>
              <a:gd name="connsiteY6005" fmla="*/ 837878 h 3514679"/>
              <a:gd name="connsiteX6006" fmla="*/ 676242 w 3708449"/>
              <a:gd name="connsiteY6006" fmla="*/ 854055 h 3514679"/>
              <a:gd name="connsiteX6007" fmla="*/ 660998 w 3708449"/>
              <a:gd name="connsiteY6007" fmla="*/ 870114 h 3514679"/>
              <a:gd name="connsiteX6008" fmla="*/ 644822 w 3708449"/>
              <a:gd name="connsiteY6008" fmla="*/ 854055 h 3514679"/>
              <a:gd name="connsiteX6009" fmla="*/ 660998 w 3708449"/>
              <a:gd name="connsiteY6009" fmla="*/ 837878 h 3514679"/>
              <a:gd name="connsiteX6010" fmla="*/ 595829 w 3708449"/>
              <a:gd name="connsiteY6010" fmla="*/ 837878 h 3514679"/>
              <a:gd name="connsiteX6011" fmla="*/ 611888 w 3708449"/>
              <a:gd name="connsiteY6011" fmla="*/ 854055 h 3514679"/>
              <a:gd name="connsiteX6012" fmla="*/ 595829 w 3708449"/>
              <a:gd name="connsiteY6012" fmla="*/ 870114 h 3514679"/>
              <a:gd name="connsiteX6013" fmla="*/ 580468 w 3708449"/>
              <a:gd name="connsiteY6013" fmla="*/ 854055 h 3514679"/>
              <a:gd name="connsiteX6014" fmla="*/ 595829 w 3708449"/>
              <a:gd name="connsiteY6014" fmla="*/ 837878 h 3514679"/>
              <a:gd name="connsiteX6015" fmla="*/ 531474 w 3708449"/>
              <a:gd name="connsiteY6015" fmla="*/ 837878 h 3514679"/>
              <a:gd name="connsiteX6016" fmla="*/ 547533 w 3708449"/>
              <a:gd name="connsiteY6016" fmla="*/ 854055 h 3514679"/>
              <a:gd name="connsiteX6017" fmla="*/ 531474 w 3708449"/>
              <a:gd name="connsiteY6017" fmla="*/ 870114 h 3514679"/>
              <a:gd name="connsiteX6018" fmla="*/ 515415 w 3708449"/>
              <a:gd name="connsiteY6018" fmla="*/ 854055 h 3514679"/>
              <a:gd name="connsiteX6019" fmla="*/ 531474 w 3708449"/>
              <a:gd name="connsiteY6019" fmla="*/ 837878 h 3514679"/>
              <a:gd name="connsiteX6020" fmla="*/ 467120 w 3708449"/>
              <a:gd name="connsiteY6020" fmla="*/ 837878 h 3514679"/>
              <a:gd name="connsiteX6021" fmla="*/ 483296 w 3708449"/>
              <a:gd name="connsiteY6021" fmla="*/ 854055 h 3514679"/>
              <a:gd name="connsiteX6022" fmla="*/ 467120 w 3708449"/>
              <a:gd name="connsiteY6022" fmla="*/ 870114 h 3514679"/>
              <a:gd name="connsiteX6023" fmla="*/ 451061 w 3708449"/>
              <a:gd name="connsiteY6023" fmla="*/ 854055 h 3514679"/>
              <a:gd name="connsiteX6024" fmla="*/ 467120 w 3708449"/>
              <a:gd name="connsiteY6024" fmla="*/ 837878 h 3514679"/>
              <a:gd name="connsiteX6025" fmla="*/ 402882 w 3708449"/>
              <a:gd name="connsiteY6025" fmla="*/ 837878 h 3514679"/>
              <a:gd name="connsiteX6026" fmla="*/ 418942 w 3708449"/>
              <a:gd name="connsiteY6026" fmla="*/ 854055 h 3514679"/>
              <a:gd name="connsiteX6027" fmla="*/ 402882 w 3708449"/>
              <a:gd name="connsiteY6027" fmla="*/ 870114 h 3514679"/>
              <a:gd name="connsiteX6028" fmla="*/ 386707 w 3708449"/>
              <a:gd name="connsiteY6028" fmla="*/ 854055 h 3514679"/>
              <a:gd name="connsiteX6029" fmla="*/ 402882 w 3708449"/>
              <a:gd name="connsiteY6029" fmla="*/ 837878 h 3514679"/>
              <a:gd name="connsiteX6030" fmla="*/ 338529 w 3708449"/>
              <a:gd name="connsiteY6030" fmla="*/ 837878 h 3514679"/>
              <a:gd name="connsiteX6031" fmla="*/ 353773 w 3708449"/>
              <a:gd name="connsiteY6031" fmla="*/ 854055 h 3514679"/>
              <a:gd name="connsiteX6032" fmla="*/ 338529 w 3708449"/>
              <a:gd name="connsiteY6032" fmla="*/ 870114 h 3514679"/>
              <a:gd name="connsiteX6033" fmla="*/ 322469 w 3708449"/>
              <a:gd name="connsiteY6033" fmla="*/ 854055 h 3514679"/>
              <a:gd name="connsiteX6034" fmla="*/ 338529 w 3708449"/>
              <a:gd name="connsiteY6034" fmla="*/ 837878 h 3514679"/>
              <a:gd name="connsiteX6035" fmla="*/ 273360 w 3708449"/>
              <a:gd name="connsiteY6035" fmla="*/ 837878 h 3514679"/>
              <a:gd name="connsiteX6036" fmla="*/ 289536 w 3708449"/>
              <a:gd name="connsiteY6036" fmla="*/ 854055 h 3514679"/>
              <a:gd name="connsiteX6037" fmla="*/ 273360 w 3708449"/>
              <a:gd name="connsiteY6037" fmla="*/ 870114 h 3514679"/>
              <a:gd name="connsiteX6038" fmla="*/ 257301 w 3708449"/>
              <a:gd name="connsiteY6038" fmla="*/ 854055 h 3514679"/>
              <a:gd name="connsiteX6039" fmla="*/ 273360 w 3708449"/>
              <a:gd name="connsiteY6039" fmla="*/ 837878 h 3514679"/>
              <a:gd name="connsiteX6040" fmla="*/ 3369921 w 3708449"/>
              <a:gd name="connsiteY6040" fmla="*/ 773641 h 3514679"/>
              <a:gd name="connsiteX6041" fmla="*/ 3385981 w 3708449"/>
              <a:gd name="connsiteY6041" fmla="*/ 789700 h 3514679"/>
              <a:gd name="connsiteX6042" fmla="*/ 3369921 w 3708449"/>
              <a:gd name="connsiteY6042" fmla="*/ 805760 h 3514679"/>
              <a:gd name="connsiteX6043" fmla="*/ 3353862 w 3708449"/>
              <a:gd name="connsiteY6043" fmla="*/ 789700 h 3514679"/>
              <a:gd name="connsiteX6044" fmla="*/ 3369921 w 3708449"/>
              <a:gd name="connsiteY6044" fmla="*/ 773641 h 3514679"/>
              <a:gd name="connsiteX6045" fmla="*/ 3305567 w 3708449"/>
              <a:gd name="connsiteY6045" fmla="*/ 773641 h 3514679"/>
              <a:gd name="connsiteX6046" fmla="*/ 3321627 w 3708449"/>
              <a:gd name="connsiteY6046" fmla="*/ 789700 h 3514679"/>
              <a:gd name="connsiteX6047" fmla="*/ 3305567 w 3708449"/>
              <a:gd name="connsiteY6047" fmla="*/ 805760 h 3514679"/>
              <a:gd name="connsiteX6048" fmla="*/ 3289508 w 3708449"/>
              <a:gd name="connsiteY6048" fmla="*/ 789700 h 3514679"/>
              <a:gd name="connsiteX6049" fmla="*/ 3305567 w 3708449"/>
              <a:gd name="connsiteY6049" fmla="*/ 773641 h 3514679"/>
              <a:gd name="connsiteX6050" fmla="*/ 3241213 w 3708449"/>
              <a:gd name="connsiteY6050" fmla="*/ 773641 h 3514679"/>
              <a:gd name="connsiteX6051" fmla="*/ 3256574 w 3708449"/>
              <a:gd name="connsiteY6051" fmla="*/ 789700 h 3514679"/>
              <a:gd name="connsiteX6052" fmla="*/ 3241213 w 3708449"/>
              <a:gd name="connsiteY6052" fmla="*/ 805760 h 3514679"/>
              <a:gd name="connsiteX6053" fmla="*/ 3225154 w 3708449"/>
              <a:gd name="connsiteY6053" fmla="*/ 789700 h 3514679"/>
              <a:gd name="connsiteX6054" fmla="*/ 3241213 w 3708449"/>
              <a:gd name="connsiteY6054" fmla="*/ 773641 h 3514679"/>
              <a:gd name="connsiteX6055" fmla="*/ 3176161 w 3708449"/>
              <a:gd name="connsiteY6055" fmla="*/ 773641 h 3514679"/>
              <a:gd name="connsiteX6056" fmla="*/ 3192220 w 3708449"/>
              <a:gd name="connsiteY6056" fmla="*/ 789700 h 3514679"/>
              <a:gd name="connsiteX6057" fmla="*/ 3176161 w 3708449"/>
              <a:gd name="connsiteY6057" fmla="*/ 805760 h 3514679"/>
              <a:gd name="connsiteX6058" fmla="*/ 3160102 w 3708449"/>
              <a:gd name="connsiteY6058" fmla="*/ 789700 h 3514679"/>
              <a:gd name="connsiteX6059" fmla="*/ 3176161 w 3708449"/>
              <a:gd name="connsiteY6059" fmla="*/ 773641 h 3514679"/>
              <a:gd name="connsiteX6060" fmla="*/ 3111806 w 3708449"/>
              <a:gd name="connsiteY6060" fmla="*/ 773641 h 3514679"/>
              <a:gd name="connsiteX6061" fmla="*/ 3127866 w 3708449"/>
              <a:gd name="connsiteY6061" fmla="*/ 789700 h 3514679"/>
              <a:gd name="connsiteX6062" fmla="*/ 3111806 w 3708449"/>
              <a:gd name="connsiteY6062" fmla="*/ 805760 h 3514679"/>
              <a:gd name="connsiteX6063" fmla="*/ 3095747 w 3708449"/>
              <a:gd name="connsiteY6063" fmla="*/ 789700 h 3514679"/>
              <a:gd name="connsiteX6064" fmla="*/ 3111806 w 3708449"/>
              <a:gd name="connsiteY6064" fmla="*/ 773641 h 3514679"/>
              <a:gd name="connsiteX6065" fmla="*/ 3047452 w 3708449"/>
              <a:gd name="connsiteY6065" fmla="*/ 773641 h 3514679"/>
              <a:gd name="connsiteX6066" fmla="*/ 3063512 w 3708449"/>
              <a:gd name="connsiteY6066" fmla="*/ 789700 h 3514679"/>
              <a:gd name="connsiteX6067" fmla="*/ 3047452 w 3708449"/>
              <a:gd name="connsiteY6067" fmla="*/ 805760 h 3514679"/>
              <a:gd name="connsiteX6068" fmla="*/ 3031393 w 3708449"/>
              <a:gd name="connsiteY6068" fmla="*/ 789700 h 3514679"/>
              <a:gd name="connsiteX6069" fmla="*/ 3047452 w 3708449"/>
              <a:gd name="connsiteY6069" fmla="*/ 773641 h 3514679"/>
              <a:gd name="connsiteX6070" fmla="*/ 2983099 w 3708449"/>
              <a:gd name="connsiteY6070" fmla="*/ 773641 h 3514679"/>
              <a:gd name="connsiteX6071" fmla="*/ 2999158 w 3708449"/>
              <a:gd name="connsiteY6071" fmla="*/ 789700 h 3514679"/>
              <a:gd name="connsiteX6072" fmla="*/ 2983099 w 3708449"/>
              <a:gd name="connsiteY6072" fmla="*/ 805760 h 3514679"/>
              <a:gd name="connsiteX6073" fmla="*/ 2967039 w 3708449"/>
              <a:gd name="connsiteY6073" fmla="*/ 789700 h 3514679"/>
              <a:gd name="connsiteX6074" fmla="*/ 2983099 w 3708449"/>
              <a:gd name="connsiteY6074" fmla="*/ 773641 h 3514679"/>
              <a:gd name="connsiteX6075" fmla="*/ 2918046 w 3708449"/>
              <a:gd name="connsiteY6075" fmla="*/ 773641 h 3514679"/>
              <a:gd name="connsiteX6076" fmla="*/ 2934106 w 3708449"/>
              <a:gd name="connsiteY6076" fmla="*/ 789700 h 3514679"/>
              <a:gd name="connsiteX6077" fmla="*/ 2918046 w 3708449"/>
              <a:gd name="connsiteY6077" fmla="*/ 805760 h 3514679"/>
              <a:gd name="connsiteX6078" fmla="*/ 2902685 w 3708449"/>
              <a:gd name="connsiteY6078" fmla="*/ 789700 h 3514679"/>
              <a:gd name="connsiteX6079" fmla="*/ 2918046 w 3708449"/>
              <a:gd name="connsiteY6079" fmla="*/ 773641 h 3514679"/>
              <a:gd name="connsiteX6080" fmla="*/ 2853692 w 3708449"/>
              <a:gd name="connsiteY6080" fmla="*/ 773641 h 3514679"/>
              <a:gd name="connsiteX6081" fmla="*/ 2869752 w 3708449"/>
              <a:gd name="connsiteY6081" fmla="*/ 789700 h 3514679"/>
              <a:gd name="connsiteX6082" fmla="*/ 2853692 w 3708449"/>
              <a:gd name="connsiteY6082" fmla="*/ 805760 h 3514679"/>
              <a:gd name="connsiteX6083" fmla="*/ 2837633 w 3708449"/>
              <a:gd name="connsiteY6083" fmla="*/ 789700 h 3514679"/>
              <a:gd name="connsiteX6084" fmla="*/ 2853692 w 3708449"/>
              <a:gd name="connsiteY6084" fmla="*/ 773641 h 3514679"/>
              <a:gd name="connsiteX6085" fmla="*/ 2789338 w 3708449"/>
              <a:gd name="connsiteY6085" fmla="*/ 773641 h 3514679"/>
              <a:gd name="connsiteX6086" fmla="*/ 2805398 w 3708449"/>
              <a:gd name="connsiteY6086" fmla="*/ 789700 h 3514679"/>
              <a:gd name="connsiteX6087" fmla="*/ 2789338 w 3708449"/>
              <a:gd name="connsiteY6087" fmla="*/ 805760 h 3514679"/>
              <a:gd name="connsiteX6088" fmla="*/ 2773279 w 3708449"/>
              <a:gd name="connsiteY6088" fmla="*/ 789700 h 3514679"/>
              <a:gd name="connsiteX6089" fmla="*/ 2789338 w 3708449"/>
              <a:gd name="connsiteY6089" fmla="*/ 773641 h 3514679"/>
              <a:gd name="connsiteX6090" fmla="*/ 2724984 w 3708449"/>
              <a:gd name="connsiteY6090" fmla="*/ 773641 h 3514679"/>
              <a:gd name="connsiteX6091" fmla="*/ 2741159 w 3708449"/>
              <a:gd name="connsiteY6091" fmla="*/ 789700 h 3514679"/>
              <a:gd name="connsiteX6092" fmla="*/ 2724984 w 3708449"/>
              <a:gd name="connsiteY6092" fmla="*/ 805760 h 3514679"/>
              <a:gd name="connsiteX6093" fmla="*/ 2708924 w 3708449"/>
              <a:gd name="connsiteY6093" fmla="*/ 789700 h 3514679"/>
              <a:gd name="connsiteX6094" fmla="*/ 2724984 w 3708449"/>
              <a:gd name="connsiteY6094" fmla="*/ 773641 h 3514679"/>
              <a:gd name="connsiteX6095" fmla="*/ 2660630 w 3708449"/>
              <a:gd name="connsiteY6095" fmla="*/ 773641 h 3514679"/>
              <a:gd name="connsiteX6096" fmla="*/ 2675991 w 3708449"/>
              <a:gd name="connsiteY6096" fmla="*/ 789700 h 3514679"/>
              <a:gd name="connsiteX6097" fmla="*/ 2660630 w 3708449"/>
              <a:gd name="connsiteY6097" fmla="*/ 805760 h 3514679"/>
              <a:gd name="connsiteX6098" fmla="*/ 2644570 w 3708449"/>
              <a:gd name="connsiteY6098" fmla="*/ 789700 h 3514679"/>
              <a:gd name="connsiteX6099" fmla="*/ 2660630 w 3708449"/>
              <a:gd name="connsiteY6099" fmla="*/ 773641 h 3514679"/>
              <a:gd name="connsiteX6100" fmla="*/ 2595577 w 3708449"/>
              <a:gd name="connsiteY6100" fmla="*/ 773641 h 3514679"/>
              <a:gd name="connsiteX6101" fmla="*/ 2611637 w 3708449"/>
              <a:gd name="connsiteY6101" fmla="*/ 789700 h 3514679"/>
              <a:gd name="connsiteX6102" fmla="*/ 2595577 w 3708449"/>
              <a:gd name="connsiteY6102" fmla="*/ 805760 h 3514679"/>
              <a:gd name="connsiteX6103" fmla="*/ 2579518 w 3708449"/>
              <a:gd name="connsiteY6103" fmla="*/ 789700 h 3514679"/>
              <a:gd name="connsiteX6104" fmla="*/ 2595577 w 3708449"/>
              <a:gd name="connsiteY6104" fmla="*/ 773641 h 3514679"/>
              <a:gd name="connsiteX6105" fmla="*/ 2531224 w 3708449"/>
              <a:gd name="connsiteY6105" fmla="*/ 773641 h 3514679"/>
              <a:gd name="connsiteX6106" fmla="*/ 2547283 w 3708449"/>
              <a:gd name="connsiteY6106" fmla="*/ 789700 h 3514679"/>
              <a:gd name="connsiteX6107" fmla="*/ 2531224 w 3708449"/>
              <a:gd name="connsiteY6107" fmla="*/ 805760 h 3514679"/>
              <a:gd name="connsiteX6108" fmla="*/ 2515164 w 3708449"/>
              <a:gd name="connsiteY6108" fmla="*/ 789700 h 3514679"/>
              <a:gd name="connsiteX6109" fmla="*/ 2531224 w 3708449"/>
              <a:gd name="connsiteY6109" fmla="*/ 773641 h 3514679"/>
              <a:gd name="connsiteX6110" fmla="*/ 2466869 w 3708449"/>
              <a:gd name="connsiteY6110" fmla="*/ 773641 h 3514679"/>
              <a:gd name="connsiteX6111" fmla="*/ 2483044 w 3708449"/>
              <a:gd name="connsiteY6111" fmla="*/ 789700 h 3514679"/>
              <a:gd name="connsiteX6112" fmla="*/ 2466869 w 3708449"/>
              <a:gd name="connsiteY6112" fmla="*/ 805760 h 3514679"/>
              <a:gd name="connsiteX6113" fmla="*/ 2450809 w 3708449"/>
              <a:gd name="connsiteY6113" fmla="*/ 789700 h 3514679"/>
              <a:gd name="connsiteX6114" fmla="*/ 2466869 w 3708449"/>
              <a:gd name="connsiteY6114" fmla="*/ 773641 h 3514679"/>
              <a:gd name="connsiteX6115" fmla="*/ 2402631 w 3708449"/>
              <a:gd name="connsiteY6115" fmla="*/ 773641 h 3514679"/>
              <a:gd name="connsiteX6116" fmla="*/ 2418690 w 3708449"/>
              <a:gd name="connsiteY6116" fmla="*/ 789700 h 3514679"/>
              <a:gd name="connsiteX6117" fmla="*/ 2402631 w 3708449"/>
              <a:gd name="connsiteY6117" fmla="*/ 805760 h 3514679"/>
              <a:gd name="connsiteX6118" fmla="*/ 2386455 w 3708449"/>
              <a:gd name="connsiteY6118" fmla="*/ 789700 h 3514679"/>
              <a:gd name="connsiteX6119" fmla="*/ 2402631 w 3708449"/>
              <a:gd name="connsiteY6119" fmla="*/ 773641 h 3514679"/>
              <a:gd name="connsiteX6120" fmla="*/ 2337462 w 3708449"/>
              <a:gd name="connsiteY6120" fmla="*/ 773641 h 3514679"/>
              <a:gd name="connsiteX6121" fmla="*/ 2353522 w 3708449"/>
              <a:gd name="connsiteY6121" fmla="*/ 789700 h 3514679"/>
              <a:gd name="connsiteX6122" fmla="*/ 2337462 w 3708449"/>
              <a:gd name="connsiteY6122" fmla="*/ 805760 h 3514679"/>
              <a:gd name="connsiteX6123" fmla="*/ 2322218 w 3708449"/>
              <a:gd name="connsiteY6123" fmla="*/ 789700 h 3514679"/>
              <a:gd name="connsiteX6124" fmla="*/ 2337462 w 3708449"/>
              <a:gd name="connsiteY6124" fmla="*/ 773641 h 3514679"/>
              <a:gd name="connsiteX6125" fmla="*/ 2273109 w 3708449"/>
              <a:gd name="connsiteY6125" fmla="*/ 773641 h 3514679"/>
              <a:gd name="connsiteX6126" fmla="*/ 2289284 w 3708449"/>
              <a:gd name="connsiteY6126" fmla="*/ 789700 h 3514679"/>
              <a:gd name="connsiteX6127" fmla="*/ 2273109 w 3708449"/>
              <a:gd name="connsiteY6127" fmla="*/ 805760 h 3514679"/>
              <a:gd name="connsiteX6128" fmla="*/ 2257049 w 3708449"/>
              <a:gd name="connsiteY6128" fmla="*/ 789700 h 3514679"/>
              <a:gd name="connsiteX6129" fmla="*/ 2273109 w 3708449"/>
              <a:gd name="connsiteY6129" fmla="*/ 773641 h 3514679"/>
              <a:gd name="connsiteX6130" fmla="*/ 2208755 w 3708449"/>
              <a:gd name="connsiteY6130" fmla="*/ 773641 h 3514679"/>
              <a:gd name="connsiteX6131" fmla="*/ 2224930 w 3708449"/>
              <a:gd name="connsiteY6131" fmla="*/ 789700 h 3514679"/>
              <a:gd name="connsiteX6132" fmla="*/ 2208755 w 3708449"/>
              <a:gd name="connsiteY6132" fmla="*/ 805760 h 3514679"/>
              <a:gd name="connsiteX6133" fmla="*/ 2192695 w 3708449"/>
              <a:gd name="connsiteY6133" fmla="*/ 789700 h 3514679"/>
              <a:gd name="connsiteX6134" fmla="*/ 2208755 w 3708449"/>
              <a:gd name="connsiteY6134" fmla="*/ 773641 h 3514679"/>
              <a:gd name="connsiteX6135" fmla="*/ 2144517 w 3708449"/>
              <a:gd name="connsiteY6135" fmla="*/ 773641 h 3514679"/>
              <a:gd name="connsiteX6136" fmla="*/ 2160576 w 3708449"/>
              <a:gd name="connsiteY6136" fmla="*/ 789700 h 3514679"/>
              <a:gd name="connsiteX6137" fmla="*/ 2144517 w 3708449"/>
              <a:gd name="connsiteY6137" fmla="*/ 805760 h 3514679"/>
              <a:gd name="connsiteX6138" fmla="*/ 2128341 w 3708449"/>
              <a:gd name="connsiteY6138" fmla="*/ 789700 h 3514679"/>
              <a:gd name="connsiteX6139" fmla="*/ 2144517 w 3708449"/>
              <a:gd name="connsiteY6139" fmla="*/ 773641 h 3514679"/>
              <a:gd name="connsiteX6140" fmla="*/ 2080163 w 3708449"/>
              <a:gd name="connsiteY6140" fmla="*/ 773641 h 3514679"/>
              <a:gd name="connsiteX6141" fmla="*/ 2095408 w 3708449"/>
              <a:gd name="connsiteY6141" fmla="*/ 789700 h 3514679"/>
              <a:gd name="connsiteX6142" fmla="*/ 2080163 w 3708449"/>
              <a:gd name="connsiteY6142" fmla="*/ 805760 h 3514679"/>
              <a:gd name="connsiteX6143" fmla="*/ 2064104 w 3708449"/>
              <a:gd name="connsiteY6143" fmla="*/ 789700 h 3514679"/>
              <a:gd name="connsiteX6144" fmla="*/ 2080163 w 3708449"/>
              <a:gd name="connsiteY6144" fmla="*/ 773641 h 3514679"/>
              <a:gd name="connsiteX6145" fmla="*/ 2014994 w 3708449"/>
              <a:gd name="connsiteY6145" fmla="*/ 773641 h 3514679"/>
              <a:gd name="connsiteX6146" fmla="*/ 2031169 w 3708449"/>
              <a:gd name="connsiteY6146" fmla="*/ 789700 h 3514679"/>
              <a:gd name="connsiteX6147" fmla="*/ 2014994 w 3708449"/>
              <a:gd name="connsiteY6147" fmla="*/ 805760 h 3514679"/>
              <a:gd name="connsiteX6148" fmla="*/ 1998934 w 3708449"/>
              <a:gd name="connsiteY6148" fmla="*/ 789700 h 3514679"/>
              <a:gd name="connsiteX6149" fmla="*/ 2014994 w 3708449"/>
              <a:gd name="connsiteY6149" fmla="*/ 773641 h 3514679"/>
              <a:gd name="connsiteX6150" fmla="*/ 1950756 w 3708449"/>
              <a:gd name="connsiteY6150" fmla="*/ 773641 h 3514679"/>
              <a:gd name="connsiteX6151" fmla="*/ 1966815 w 3708449"/>
              <a:gd name="connsiteY6151" fmla="*/ 789700 h 3514679"/>
              <a:gd name="connsiteX6152" fmla="*/ 1950756 w 3708449"/>
              <a:gd name="connsiteY6152" fmla="*/ 805760 h 3514679"/>
              <a:gd name="connsiteX6153" fmla="*/ 1934580 w 3708449"/>
              <a:gd name="connsiteY6153" fmla="*/ 789700 h 3514679"/>
              <a:gd name="connsiteX6154" fmla="*/ 1950756 w 3708449"/>
              <a:gd name="connsiteY6154" fmla="*/ 773641 h 3514679"/>
              <a:gd name="connsiteX6155" fmla="*/ 1886402 w 3708449"/>
              <a:gd name="connsiteY6155" fmla="*/ 773641 h 3514679"/>
              <a:gd name="connsiteX6156" fmla="*/ 1902461 w 3708449"/>
              <a:gd name="connsiteY6156" fmla="*/ 789700 h 3514679"/>
              <a:gd name="connsiteX6157" fmla="*/ 1886402 w 3708449"/>
              <a:gd name="connsiteY6157" fmla="*/ 805760 h 3514679"/>
              <a:gd name="connsiteX6158" fmla="*/ 1870343 w 3708449"/>
              <a:gd name="connsiteY6158" fmla="*/ 789700 h 3514679"/>
              <a:gd name="connsiteX6159" fmla="*/ 1886402 w 3708449"/>
              <a:gd name="connsiteY6159" fmla="*/ 773641 h 3514679"/>
              <a:gd name="connsiteX6160" fmla="*/ 1822048 w 3708449"/>
              <a:gd name="connsiteY6160" fmla="*/ 773641 h 3514679"/>
              <a:gd name="connsiteX6161" fmla="*/ 1838108 w 3708449"/>
              <a:gd name="connsiteY6161" fmla="*/ 789700 h 3514679"/>
              <a:gd name="connsiteX6162" fmla="*/ 1822048 w 3708449"/>
              <a:gd name="connsiteY6162" fmla="*/ 805760 h 3514679"/>
              <a:gd name="connsiteX6163" fmla="*/ 1805989 w 3708449"/>
              <a:gd name="connsiteY6163" fmla="*/ 789700 h 3514679"/>
              <a:gd name="connsiteX6164" fmla="*/ 1822048 w 3708449"/>
              <a:gd name="connsiteY6164" fmla="*/ 773641 h 3514679"/>
              <a:gd name="connsiteX6165" fmla="*/ 1756879 w 3708449"/>
              <a:gd name="connsiteY6165" fmla="*/ 773641 h 3514679"/>
              <a:gd name="connsiteX6166" fmla="*/ 1773055 w 3708449"/>
              <a:gd name="connsiteY6166" fmla="*/ 789700 h 3514679"/>
              <a:gd name="connsiteX6167" fmla="*/ 1756879 w 3708449"/>
              <a:gd name="connsiteY6167" fmla="*/ 805760 h 3514679"/>
              <a:gd name="connsiteX6168" fmla="*/ 1741635 w 3708449"/>
              <a:gd name="connsiteY6168" fmla="*/ 789700 h 3514679"/>
              <a:gd name="connsiteX6169" fmla="*/ 1756879 w 3708449"/>
              <a:gd name="connsiteY6169" fmla="*/ 773641 h 3514679"/>
              <a:gd name="connsiteX6170" fmla="*/ 1692642 w 3708449"/>
              <a:gd name="connsiteY6170" fmla="*/ 773641 h 3514679"/>
              <a:gd name="connsiteX6171" fmla="*/ 1708701 w 3708449"/>
              <a:gd name="connsiteY6171" fmla="*/ 789700 h 3514679"/>
              <a:gd name="connsiteX6172" fmla="*/ 1692642 w 3708449"/>
              <a:gd name="connsiteY6172" fmla="*/ 805760 h 3514679"/>
              <a:gd name="connsiteX6173" fmla="*/ 1676466 w 3708449"/>
              <a:gd name="connsiteY6173" fmla="*/ 789700 h 3514679"/>
              <a:gd name="connsiteX6174" fmla="*/ 1692642 w 3708449"/>
              <a:gd name="connsiteY6174" fmla="*/ 773641 h 3514679"/>
              <a:gd name="connsiteX6175" fmla="*/ 1628287 w 3708449"/>
              <a:gd name="connsiteY6175" fmla="*/ 773641 h 3514679"/>
              <a:gd name="connsiteX6176" fmla="*/ 1644346 w 3708449"/>
              <a:gd name="connsiteY6176" fmla="*/ 789700 h 3514679"/>
              <a:gd name="connsiteX6177" fmla="*/ 1628287 w 3708449"/>
              <a:gd name="connsiteY6177" fmla="*/ 805760 h 3514679"/>
              <a:gd name="connsiteX6178" fmla="*/ 1612228 w 3708449"/>
              <a:gd name="connsiteY6178" fmla="*/ 789700 h 3514679"/>
              <a:gd name="connsiteX6179" fmla="*/ 1628287 w 3708449"/>
              <a:gd name="connsiteY6179" fmla="*/ 773641 h 3514679"/>
              <a:gd name="connsiteX6180" fmla="*/ 1563933 w 3708449"/>
              <a:gd name="connsiteY6180" fmla="*/ 773641 h 3514679"/>
              <a:gd name="connsiteX6181" fmla="*/ 1579993 w 3708449"/>
              <a:gd name="connsiteY6181" fmla="*/ 789700 h 3514679"/>
              <a:gd name="connsiteX6182" fmla="*/ 1563933 w 3708449"/>
              <a:gd name="connsiteY6182" fmla="*/ 805760 h 3514679"/>
              <a:gd name="connsiteX6183" fmla="*/ 1547874 w 3708449"/>
              <a:gd name="connsiteY6183" fmla="*/ 789700 h 3514679"/>
              <a:gd name="connsiteX6184" fmla="*/ 1563933 w 3708449"/>
              <a:gd name="connsiteY6184" fmla="*/ 773641 h 3514679"/>
              <a:gd name="connsiteX6185" fmla="*/ 1499579 w 3708449"/>
              <a:gd name="connsiteY6185" fmla="*/ 773641 h 3514679"/>
              <a:gd name="connsiteX6186" fmla="*/ 1514940 w 3708449"/>
              <a:gd name="connsiteY6186" fmla="*/ 789700 h 3514679"/>
              <a:gd name="connsiteX6187" fmla="*/ 1499579 w 3708449"/>
              <a:gd name="connsiteY6187" fmla="*/ 805760 h 3514679"/>
              <a:gd name="connsiteX6188" fmla="*/ 1483520 w 3708449"/>
              <a:gd name="connsiteY6188" fmla="*/ 789700 h 3514679"/>
              <a:gd name="connsiteX6189" fmla="*/ 1499579 w 3708449"/>
              <a:gd name="connsiteY6189" fmla="*/ 773641 h 3514679"/>
              <a:gd name="connsiteX6190" fmla="*/ 1434527 w 3708449"/>
              <a:gd name="connsiteY6190" fmla="*/ 773641 h 3514679"/>
              <a:gd name="connsiteX6191" fmla="*/ 1450586 w 3708449"/>
              <a:gd name="connsiteY6191" fmla="*/ 789700 h 3514679"/>
              <a:gd name="connsiteX6192" fmla="*/ 1434527 w 3708449"/>
              <a:gd name="connsiteY6192" fmla="*/ 805760 h 3514679"/>
              <a:gd name="connsiteX6193" fmla="*/ 1418351 w 3708449"/>
              <a:gd name="connsiteY6193" fmla="*/ 789700 h 3514679"/>
              <a:gd name="connsiteX6194" fmla="*/ 1434527 w 3708449"/>
              <a:gd name="connsiteY6194" fmla="*/ 773641 h 3514679"/>
              <a:gd name="connsiteX6195" fmla="*/ 1370173 w 3708449"/>
              <a:gd name="connsiteY6195" fmla="*/ 773641 h 3514679"/>
              <a:gd name="connsiteX6196" fmla="*/ 1386233 w 3708449"/>
              <a:gd name="connsiteY6196" fmla="*/ 789700 h 3514679"/>
              <a:gd name="connsiteX6197" fmla="*/ 1370173 w 3708449"/>
              <a:gd name="connsiteY6197" fmla="*/ 805760 h 3514679"/>
              <a:gd name="connsiteX6198" fmla="*/ 1354114 w 3708449"/>
              <a:gd name="connsiteY6198" fmla="*/ 789700 h 3514679"/>
              <a:gd name="connsiteX6199" fmla="*/ 1370173 w 3708449"/>
              <a:gd name="connsiteY6199" fmla="*/ 773641 h 3514679"/>
              <a:gd name="connsiteX6200" fmla="*/ 1305819 w 3708449"/>
              <a:gd name="connsiteY6200" fmla="*/ 773641 h 3514679"/>
              <a:gd name="connsiteX6201" fmla="*/ 1321879 w 3708449"/>
              <a:gd name="connsiteY6201" fmla="*/ 789700 h 3514679"/>
              <a:gd name="connsiteX6202" fmla="*/ 1305819 w 3708449"/>
              <a:gd name="connsiteY6202" fmla="*/ 805760 h 3514679"/>
              <a:gd name="connsiteX6203" fmla="*/ 1289760 w 3708449"/>
              <a:gd name="connsiteY6203" fmla="*/ 789700 h 3514679"/>
              <a:gd name="connsiteX6204" fmla="*/ 1305819 w 3708449"/>
              <a:gd name="connsiteY6204" fmla="*/ 773641 h 3514679"/>
              <a:gd name="connsiteX6205" fmla="*/ 1241465 w 3708449"/>
              <a:gd name="connsiteY6205" fmla="*/ 773641 h 3514679"/>
              <a:gd name="connsiteX6206" fmla="*/ 1256826 w 3708449"/>
              <a:gd name="connsiteY6206" fmla="*/ 789700 h 3514679"/>
              <a:gd name="connsiteX6207" fmla="*/ 1241465 w 3708449"/>
              <a:gd name="connsiteY6207" fmla="*/ 805760 h 3514679"/>
              <a:gd name="connsiteX6208" fmla="*/ 1225406 w 3708449"/>
              <a:gd name="connsiteY6208" fmla="*/ 789700 h 3514679"/>
              <a:gd name="connsiteX6209" fmla="*/ 1241465 w 3708449"/>
              <a:gd name="connsiteY6209" fmla="*/ 773641 h 3514679"/>
              <a:gd name="connsiteX6210" fmla="*/ 1176412 w 3708449"/>
              <a:gd name="connsiteY6210" fmla="*/ 773641 h 3514679"/>
              <a:gd name="connsiteX6211" fmla="*/ 1192472 w 3708449"/>
              <a:gd name="connsiteY6211" fmla="*/ 789700 h 3514679"/>
              <a:gd name="connsiteX6212" fmla="*/ 1176412 w 3708449"/>
              <a:gd name="connsiteY6212" fmla="*/ 805760 h 3514679"/>
              <a:gd name="connsiteX6213" fmla="*/ 1161051 w 3708449"/>
              <a:gd name="connsiteY6213" fmla="*/ 789700 h 3514679"/>
              <a:gd name="connsiteX6214" fmla="*/ 1176412 w 3708449"/>
              <a:gd name="connsiteY6214" fmla="*/ 773641 h 3514679"/>
              <a:gd name="connsiteX6215" fmla="*/ 1112058 w 3708449"/>
              <a:gd name="connsiteY6215" fmla="*/ 773641 h 3514679"/>
              <a:gd name="connsiteX6216" fmla="*/ 1128117 w 3708449"/>
              <a:gd name="connsiteY6216" fmla="*/ 789700 h 3514679"/>
              <a:gd name="connsiteX6217" fmla="*/ 1112058 w 3708449"/>
              <a:gd name="connsiteY6217" fmla="*/ 805760 h 3514679"/>
              <a:gd name="connsiteX6218" fmla="*/ 1095998 w 3708449"/>
              <a:gd name="connsiteY6218" fmla="*/ 789700 h 3514679"/>
              <a:gd name="connsiteX6219" fmla="*/ 1112058 w 3708449"/>
              <a:gd name="connsiteY6219" fmla="*/ 773641 h 3514679"/>
              <a:gd name="connsiteX6220" fmla="*/ 1047704 w 3708449"/>
              <a:gd name="connsiteY6220" fmla="*/ 773641 h 3514679"/>
              <a:gd name="connsiteX6221" fmla="*/ 1063763 w 3708449"/>
              <a:gd name="connsiteY6221" fmla="*/ 789700 h 3514679"/>
              <a:gd name="connsiteX6222" fmla="*/ 1047704 w 3708449"/>
              <a:gd name="connsiteY6222" fmla="*/ 805760 h 3514679"/>
              <a:gd name="connsiteX6223" fmla="*/ 1031644 w 3708449"/>
              <a:gd name="connsiteY6223" fmla="*/ 789700 h 3514679"/>
              <a:gd name="connsiteX6224" fmla="*/ 1047704 w 3708449"/>
              <a:gd name="connsiteY6224" fmla="*/ 773641 h 3514679"/>
              <a:gd name="connsiteX6225" fmla="*/ 983349 w 3708449"/>
              <a:gd name="connsiteY6225" fmla="*/ 773641 h 3514679"/>
              <a:gd name="connsiteX6226" fmla="*/ 999408 w 3708449"/>
              <a:gd name="connsiteY6226" fmla="*/ 789700 h 3514679"/>
              <a:gd name="connsiteX6227" fmla="*/ 983349 w 3708449"/>
              <a:gd name="connsiteY6227" fmla="*/ 805760 h 3514679"/>
              <a:gd name="connsiteX6228" fmla="*/ 967290 w 3708449"/>
              <a:gd name="connsiteY6228" fmla="*/ 789700 h 3514679"/>
              <a:gd name="connsiteX6229" fmla="*/ 983349 w 3708449"/>
              <a:gd name="connsiteY6229" fmla="*/ 773641 h 3514679"/>
              <a:gd name="connsiteX6230" fmla="*/ 918995 w 3708449"/>
              <a:gd name="connsiteY6230" fmla="*/ 773641 h 3514679"/>
              <a:gd name="connsiteX6231" fmla="*/ 934356 w 3708449"/>
              <a:gd name="connsiteY6231" fmla="*/ 789700 h 3514679"/>
              <a:gd name="connsiteX6232" fmla="*/ 918995 w 3708449"/>
              <a:gd name="connsiteY6232" fmla="*/ 805760 h 3514679"/>
              <a:gd name="connsiteX6233" fmla="*/ 902936 w 3708449"/>
              <a:gd name="connsiteY6233" fmla="*/ 789700 h 3514679"/>
              <a:gd name="connsiteX6234" fmla="*/ 918995 w 3708449"/>
              <a:gd name="connsiteY6234" fmla="*/ 773641 h 3514679"/>
              <a:gd name="connsiteX6235" fmla="*/ 853944 w 3708449"/>
              <a:gd name="connsiteY6235" fmla="*/ 773641 h 3514679"/>
              <a:gd name="connsiteX6236" fmla="*/ 870003 w 3708449"/>
              <a:gd name="connsiteY6236" fmla="*/ 789700 h 3514679"/>
              <a:gd name="connsiteX6237" fmla="*/ 853944 w 3708449"/>
              <a:gd name="connsiteY6237" fmla="*/ 805760 h 3514679"/>
              <a:gd name="connsiteX6238" fmla="*/ 837884 w 3708449"/>
              <a:gd name="connsiteY6238" fmla="*/ 789700 h 3514679"/>
              <a:gd name="connsiteX6239" fmla="*/ 853944 w 3708449"/>
              <a:gd name="connsiteY6239" fmla="*/ 773641 h 3514679"/>
              <a:gd name="connsiteX6240" fmla="*/ 789590 w 3708449"/>
              <a:gd name="connsiteY6240" fmla="*/ 773641 h 3514679"/>
              <a:gd name="connsiteX6241" fmla="*/ 805649 w 3708449"/>
              <a:gd name="connsiteY6241" fmla="*/ 789700 h 3514679"/>
              <a:gd name="connsiteX6242" fmla="*/ 789590 w 3708449"/>
              <a:gd name="connsiteY6242" fmla="*/ 805760 h 3514679"/>
              <a:gd name="connsiteX6243" fmla="*/ 773530 w 3708449"/>
              <a:gd name="connsiteY6243" fmla="*/ 789700 h 3514679"/>
              <a:gd name="connsiteX6244" fmla="*/ 789590 w 3708449"/>
              <a:gd name="connsiteY6244" fmla="*/ 773641 h 3514679"/>
              <a:gd name="connsiteX6245" fmla="*/ 725235 w 3708449"/>
              <a:gd name="connsiteY6245" fmla="*/ 773641 h 3514679"/>
              <a:gd name="connsiteX6246" fmla="*/ 741411 w 3708449"/>
              <a:gd name="connsiteY6246" fmla="*/ 789700 h 3514679"/>
              <a:gd name="connsiteX6247" fmla="*/ 725235 w 3708449"/>
              <a:gd name="connsiteY6247" fmla="*/ 805760 h 3514679"/>
              <a:gd name="connsiteX6248" fmla="*/ 709176 w 3708449"/>
              <a:gd name="connsiteY6248" fmla="*/ 789700 h 3514679"/>
              <a:gd name="connsiteX6249" fmla="*/ 725235 w 3708449"/>
              <a:gd name="connsiteY6249" fmla="*/ 773641 h 3514679"/>
              <a:gd name="connsiteX6250" fmla="*/ 660998 w 3708449"/>
              <a:gd name="connsiteY6250" fmla="*/ 773641 h 3514679"/>
              <a:gd name="connsiteX6251" fmla="*/ 676242 w 3708449"/>
              <a:gd name="connsiteY6251" fmla="*/ 789700 h 3514679"/>
              <a:gd name="connsiteX6252" fmla="*/ 660998 w 3708449"/>
              <a:gd name="connsiteY6252" fmla="*/ 805760 h 3514679"/>
              <a:gd name="connsiteX6253" fmla="*/ 644822 w 3708449"/>
              <a:gd name="connsiteY6253" fmla="*/ 789700 h 3514679"/>
              <a:gd name="connsiteX6254" fmla="*/ 660998 w 3708449"/>
              <a:gd name="connsiteY6254" fmla="*/ 773641 h 3514679"/>
              <a:gd name="connsiteX6255" fmla="*/ 595829 w 3708449"/>
              <a:gd name="connsiteY6255" fmla="*/ 773641 h 3514679"/>
              <a:gd name="connsiteX6256" fmla="*/ 611888 w 3708449"/>
              <a:gd name="connsiteY6256" fmla="*/ 789700 h 3514679"/>
              <a:gd name="connsiteX6257" fmla="*/ 595829 w 3708449"/>
              <a:gd name="connsiteY6257" fmla="*/ 805760 h 3514679"/>
              <a:gd name="connsiteX6258" fmla="*/ 580468 w 3708449"/>
              <a:gd name="connsiteY6258" fmla="*/ 789700 h 3514679"/>
              <a:gd name="connsiteX6259" fmla="*/ 595829 w 3708449"/>
              <a:gd name="connsiteY6259" fmla="*/ 773641 h 3514679"/>
              <a:gd name="connsiteX6260" fmla="*/ 531474 w 3708449"/>
              <a:gd name="connsiteY6260" fmla="*/ 773641 h 3514679"/>
              <a:gd name="connsiteX6261" fmla="*/ 547533 w 3708449"/>
              <a:gd name="connsiteY6261" fmla="*/ 789700 h 3514679"/>
              <a:gd name="connsiteX6262" fmla="*/ 531474 w 3708449"/>
              <a:gd name="connsiteY6262" fmla="*/ 805760 h 3514679"/>
              <a:gd name="connsiteX6263" fmla="*/ 515415 w 3708449"/>
              <a:gd name="connsiteY6263" fmla="*/ 789700 h 3514679"/>
              <a:gd name="connsiteX6264" fmla="*/ 531474 w 3708449"/>
              <a:gd name="connsiteY6264" fmla="*/ 773641 h 3514679"/>
              <a:gd name="connsiteX6265" fmla="*/ 467120 w 3708449"/>
              <a:gd name="connsiteY6265" fmla="*/ 773641 h 3514679"/>
              <a:gd name="connsiteX6266" fmla="*/ 483296 w 3708449"/>
              <a:gd name="connsiteY6266" fmla="*/ 789700 h 3514679"/>
              <a:gd name="connsiteX6267" fmla="*/ 467120 w 3708449"/>
              <a:gd name="connsiteY6267" fmla="*/ 805760 h 3514679"/>
              <a:gd name="connsiteX6268" fmla="*/ 451061 w 3708449"/>
              <a:gd name="connsiteY6268" fmla="*/ 789700 h 3514679"/>
              <a:gd name="connsiteX6269" fmla="*/ 467120 w 3708449"/>
              <a:gd name="connsiteY6269" fmla="*/ 773641 h 3514679"/>
              <a:gd name="connsiteX6270" fmla="*/ 402882 w 3708449"/>
              <a:gd name="connsiteY6270" fmla="*/ 773641 h 3514679"/>
              <a:gd name="connsiteX6271" fmla="*/ 418942 w 3708449"/>
              <a:gd name="connsiteY6271" fmla="*/ 789700 h 3514679"/>
              <a:gd name="connsiteX6272" fmla="*/ 402882 w 3708449"/>
              <a:gd name="connsiteY6272" fmla="*/ 805760 h 3514679"/>
              <a:gd name="connsiteX6273" fmla="*/ 386707 w 3708449"/>
              <a:gd name="connsiteY6273" fmla="*/ 789700 h 3514679"/>
              <a:gd name="connsiteX6274" fmla="*/ 402882 w 3708449"/>
              <a:gd name="connsiteY6274" fmla="*/ 773641 h 3514679"/>
              <a:gd name="connsiteX6275" fmla="*/ 3241213 w 3708449"/>
              <a:gd name="connsiteY6275" fmla="*/ 709287 h 3514679"/>
              <a:gd name="connsiteX6276" fmla="*/ 3256574 w 3708449"/>
              <a:gd name="connsiteY6276" fmla="*/ 725346 h 3514679"/>
              <a:gd name="connsiteX6277" fmla="*/ 3241213 w 3708449"/>
              <a:gd name="connsiteY6277" fmla="*/ 741406 h 3514679"/>
              <a:gd name="connsiteX6278" fmla="*/ 3225154 w 3708449"/>
              <a:gd name="connsiteY6278" fmla="*/ 725346 h 3514679"/>
              <a:gd name="connsiteX6279" fmla="*/ 3241213 w 3708449"/>
              <a:gd name="connsiteY6279" fmla="*/ 709287 h 3514679"/>
              <a:gd name="connsiteX6280" fmla="*/ 3176161 w 3708449"/>
              <a:gd name="connsiteY6280" fmla="*/ 709287 h 3514679"/>
              <a:gd name="connsiteX6281" fmla="*/ 3192220 w 3708449"/>
              <a:gd name="connsiteY6281" fmla="*/ 725346 h 3514679"/>
              <a:gd name="connsiteX6282" fmla="*/ 3176161 w 3708449"/>
              <a:gd name="connsiteY6282" fmla="*/ 741406 h 3514679"/>
              <a:gd name="connsiteX6283" fmla="*/ 3160102 w 3708449"/>
              <a:gd name="connsiteY6283" fmla="*/ 725346 h 3514679"/>
              <a:gd name="connsiteX6284" fmla="*/ 3176161 w 3708449"/>
              <a:gd name="connsiteY6284" fmla="*/ 709287 h 3514679"/>
              <a:gd name="connsiteX6285" fmla="*/ 3111806 w 3708449"/>
              <a:gd name="connsiteY6285" fmla="*/ 709287 h 3514679"/>
              <a:gd name="connsiteX6286" fmla="*/ 3127866 w 3708449"/>
              <a:gd name="connsiteY6286" fmla="*/ 725346 h 3514679"/>
              <a:gd name="connsiteX6287" fmla="*/ 3111806 w 3708449"/>
              <a:gd name="connsiteY6287" fmla="*/ 741406 h 3514679"/>
              <a:gd name="connsiteX6288" fmla="*/ 3095747 w 3708449"/>
              <a:gd name="connsiteY6288" fmla="*/ 725346 h 3514679"/>
              <a:gd name="connsiteX6289" fmla="*/ 3111806 w 3708449"/>
              <a:gd name="connsiteY6289" fmla="*/ 709287 h 3514679"/>
              <a:gd name="connsiteX6290" fmla="*/ 3047452 w 3708449"/>
              <a:gd name="connsiteY6290" fmla="*/ 709287 h 3514679"/>
              <a:gd name="connsiteX6291" fmla="*/ 3063512 w 3708449"/>
              <a:gd name="connsiteY6291" fmla="*/ 725346 h 3514679"/>
              <a:gd name="connsiteX6292" fmla="*/ 3047452 w 3708449"/>
              <a:gd name="connsiteY6292" fmla="*/ 741406 h 3514679"/>
              <a:gd name="connsiteX6293" fmla="*/ 3031393 w 3708449"/>
              <a:gd name="connsiteY6293" fmla="*/ 725346 h 3514679"/>
              <a:gd name="connsiteX6294" fmla="*/ 3047452 w 3708449"/>
              <a:gd name="connsiteY6294" fmla="*/ 709287 h 3514679"/>
              <a:gd name="connsiteX6295" fmla="*/ 2983099 w 3708449"/>
              <a:gd name="connsiteY6295" fmla="*/ 709287 h 3514679"/>
              <a:gd name="connsiteX6296" fmla="*/ 2999158 w 3708449"/>
              <a:gd name="connsiteY6296" fmla="*/ 725346 h 3514679"/>
              <a:gd name="connsiteX6297" fmla="*/ 2983099 w 3708449"/>
              <a:gd name="connsiteY6297" fmla="*/ 741406 h 3514679"/>
              <a:gd name="connsiteX6298" fmla="*/ 2967039 w 3708449"/>
              <a:gd name="connsiteY6298" fmla="*/ 725346 h 3514679"/>
              <a:gd name="connsiteX6299" fmla="*/ 2983099 w 3708449"/>
              <a:gd name="connsiteY6299" fmla="*/ 709287 h 3514679"/>
              <a:gd name="connsiteX6300" fmla="*/ 2918046 w 3708449"/>
              <a:gd name="connsiteY6300" fmla="*/ 709287 h 3514679"/>
              <a:gd name="connsiteX6301" fmla="*/ 2934106 w 3708449"/>
              <a:gd name="connsiteY6301" fmla="*/ 725346 h 3514679"/>
              <a:gd name="connsiteX6302" fmla="*/ 2918046 w 3708449"/>
              <a:gd name="connsiteY6302" fmla="*/ 741406 h 3514679"/>
              <a:gd name="connsiteX6303" fmla="*/ 2902685 w 3708449"/>
              <a:gd name="connsiteY6303" fmla="*/ 725346 h 3514679"/>
              <a:gd name="connsiteX6304" fmla="*/ 2918046 w 3708449"/>
              <a:gd name="connsiteY6304" fmla="*/ 709287 h 3514679"/>
              <a:gd name="connsiteX6305" fmla="*/ 2853692 w 3708449"/>
              <a:gd name="connsiteY6305" fmla="*/ 709287 h 3514679"/>
              <a:gd name="connsiteX6306" fmla="*/ 2869752 w 3708449"/>
              <a:gd name="connsiteY6306" fmla="*/ 725346 h 3514679"/>
              <a:gd name="connsiteX6307" fmla="*/ 2853692 w 3708449"/>
              <a:gd name="connsiteY6307" fmla="*/ 741406 h 3514679"/>
              <a:gd name="connsiteX6308" fmla="*/ 2837633 w 3708449"/>
              <a:gd name="connsiteY6308" fmla="*/ 725346 h 3514679"/>
              <a:gd name="connsiteX6309" fmla="*/ 2853692 w 3708449"/>
              <a:gd name="connsiteY6309" fmla="*/ 709287 h 3514679"/>
              <a:gd name="connsiteX6310" fmla="*/ 2789338 w 3708449"/>
              <a:gd name="connsiteY6310" fmla="*/ 709287 h 3514679"/>
              <a:gd name="connsiteX6311" fmla="*/ 2805398 w 3708449"/>
              <a:gd name="connsiteY6311" fmla="*/ 725346 h 3514679"/>
              <a:gd name="connsiteX6312" fmla="*/ 2789338 w 3708449"/>
              <a:gd name="connsiteY6312" fmla="*/ 741406 h 3514679"/>
              <a:gd name="connsiteX6313" fmla="*/ 2773279 w 3708449"/>
              <a:gd name="connsiteY6313" fmla="*/ 725346 h 3514679"/>
              <a:gd name="connsiteX6314" fmla="*/ 2789338 w 3708449"/>
              <a:gd name="connsiteY6314" fmla="*/ 709287 h 3514679"/>
              <a:gd name="connsiteX6315" fmla="*/ 2724984 w 3708449"/>
              <a:gd name="connsiteY6315" fmla="*/ 709287 h 3514679"/>
              <a:gd name="connsiteX6316" fmla="*/ 2741159 w 3708449"/>
              <a:gd name="connsiteY6316" fmla="*/ 725346 h 3514679"/>
              <a:gd name="connsiteX6317" fmla="*/ 2724984 w 3708449"/>
              <a:gd name="connsiteY6317" fmla="*/ 741406 h 3514679"/>
              <a:gd name="connsiteX6318" fmla="*/ 2708924 w 3708449"/>
              <a:gd name="connsiteY6318" fmla="*/ 725346 h 3514679"/>
              <a:gd name="connsiteX6319" fmla="*/ 2724984 w 3708449"/>
              <a:gd name="connsiteY6319" fmla="*/ 709287 h 3514679"/>
              <a:gd name="connsiteX6320" fmla="*/ 2660630 w 3708449"/>
              <a:gd name="connsiteY6320" fmla="*/ 709287 h 3514679"/>
              <a:gd name="connsiteX6321" fmla="*/ 2675991 w 3708449"/>
              <a:gd name="connsiteY6321" fmla="*/ 725346 h 3514679"/>
              <a:gd name="connsiteX6322" fmla="*/ 2660630 w 3708449"/>
              <a:gd name="connsiteY6322" fmla="*/ 741406 h 3514679"/>
              <a:gd name="connsiteX6323" fmla="*/ 2644570 w 3708449"/>
              <a:gd name="connsiteY6323" fmla="*/ 725346 h 3514679"/>
              <a:gd name="connsiteX6324" fmla="*/ 2660630 w 3708449"/>
              <a:gd name="connsiteY6324" fmla="*/ 709287 h 3514679"/>
              <a:gd name="connsiteX6325" fmla="*/ 2595577 w 3708449"/>
              <a:gd name="connsiteY6325" fmla="*/ 709287 h 3514679"/>
              <a:gd name="connsiteX6326" fmla="*/ 2611637 w 3708449"/>
              <a:gd name="connsiteY6326" fmla="*/ 725346 h 3514679"/>
              <a:gd name="connsiteX6327" fmla="*/ 2595577 w 3708449"/>
              <a:gd name="connsiteY6327" fmla="*/ 741406 h 3514679"/>
              <a:gd name="connsiteX6328" fmla="*/ 2579518 w 3708449"/>
              <a:gd name="connsiteY6328" fmla="*/ 725346 h 3514679"/>
              <a:gd name="connsiteX6329" fmla="*/ 2595577 w 3708449"/>
              <a:gd name="connsiteY6329" fmla="*/ 709287 h 3514679"/>
              <a:gd name="connsiteX6330" fmla="*/ 2531224 w 3708449"/>
              <a:gd name="connsiteY6330" fmla="*/ 709287 h 3514679"/>
              <a:gd name="connsiteX6331" fmla="*/ 2547283 w 3708449"/>
              <a:gd name="connsiteY6331" fmla="*/ 725346 h 3514679"/>
              <a:gd name="connsiteX6332" fmla="*/ 2531224 w 3708449"/>
              <a:gd name="connsiteY6332" fmla="*/ 741406 h 3514679"/>
              <a:gd name="connsiteX6333" fmla="*/ 2515164 w 3708449"/>
              <a:gd name="connsiteY6333" fmla="*/ 725346 h 3514679"/>
              <a:gd name="connsiteX6334" fmla="*/ 2531224 w 3708449"/>
              <a:gd name="connsiteY6334" fmla="*/ 709287 h 3514679"/>
              <a:gd name="connsiteX6335" fmla="*/ 2466869 w 3708449"/>
              <a:gd name="connsiteY6335" fmla="*/ 709287 h 3514679"/>
              <a:gd name="connsiteX6336" fmla="*/ 2483044 w 3708449"/>
              <a:gd name="connsiteY6336" fmla="*/ 725346 h 3514679"/>
              <a:gd name="connsiteX6337" fmla="*/ 2466869 w 3708449"/>
              <a:gd name="connsiteY6337" fmla="*/ 741406 h 3514679"/>
              <a:gd name="connsiteX6338" fmla="*/ 2450809 w 3708449"/>
              <a:gd name="connsiteY6338" fmla="*/ 725346 h 3514679"/>
              <a:gd name="connsiteX6339" fmla="*/ 2466869 w 3708449"/>
              <a:gd name="connsiteY6339" fmla="*/ 709287 h 3514679"/>
              <a:gd name="connsiteX6340" fmla="*/ 2402631 w 3708449"/>
              <a:gd name="connsiteY6340" fmla="*/ 709287 h 3514679"/>
              <a:gd name="connsiteX6341" fmla="*/ 2418690 w 3708449"/>
              <a:gd name="connsiteY6341" fmla="*/ 725346 h 3514679"/>
              <a:gd name="connsiteX6342" fmla="*/ 2402631 w 3708449"/>
              <a:gd name="connsiteY6342" fmla="*/ 741406 h 3514679"/>
              <a:gd name="connsiteX6343" fmla="*/ 2386455 w 3708449"/>
              <a:gd name="connsiteY6343" fmla="*/ 725346 h 3514679"/>
              <a:gd name="connsiteX6344" fmla="*/ 2402631 w 3708449"/>
              <a:gd name="connsiteY6344" fmla="*/ 709287 h 3514679"/>
              <a:gd name="connsiteX6345" fmla="*/ 2337462 w 3708449"/>
              <a:gd name="connsiteY6345" fmla="*/ 709287 h 3514679"/>
              <a:gd name="connsiteX6346" fmla="*/ 2353522 w 3708449"/>
              <a:gd name="connsiteY6346" fmla="*/ 725346 h 3514679"/>
              <a:gd name="connsiteX6347" fmla="*/ 2337462 w 3708449"/>
              <a:gd name="connsiteY6347" fmla="*/ 741406 h 3514679"/>
              <a:gd name="connsiteX6348" fmla="*/ 2322218 w 3708449"/>
              <a:gd name="connsiteY6348" fmla="*/ 725346 h 3514679"/>
              <a:gd name="connsiteX6349" fmla="*/ 2337462 w 3708449"/>
              <a:gd name="connsiteY6349" fmla="*/ 709287 h 3514679"/>
              <a:gd name="connsiteX6350" fmla="*/ 2273109 w 3708449"/>
              <a:gd name="connsiteY6350" fmla="*/ 709287 h 3514679"/>
              <a:gd name="connsiteX6351" fmla="*/ 2289284 w 3708449"/>
              <a:gd name="connsiteY6351" fmla="*/ 725346 h 3514679"/>
              <a:gd name="connsiteX6352" fmla="*/ 2273109 w 3708449"/>
              <a:gd name="connsiteY6352" fmla="*/ 741406 h 3514679"/>
              <a:gd name="connsiteX6353" fmla="*/ 2257049 w 3708449"/>
              <a:gd name="connsiteY6353" fmla="*/ 725346 h 3514679"/>
              <a:gd name="connsiteX6354" fmla="*/ 2273109 w 3708449"/>
              <a:gd name="connsiteY6354" fmla="*/ 709287 h 3514679"/>
              <a:gd name="connsiteX6355" fmla="*/ 2208755 w 3708449"/>
              <a:gd name="connsiteY6355" fmla="*/ 709287 h 3514679"/>
              <a:gd name="connsiteX6356" fmla="*/ 2224930 w 3708449"/>
              <a:gd name="connsiteY6356" fmla="*/ 725346 h 3514679"/>
              <a:gd name="connsiteX6357" fmla="*/ 2208755 w 3708449"/>
              <a:gd name="connsiteY6357" fmla="*/ 741406 h 3514679"/>
              <a:gd name="connsiteX6358" fmla="*/ 2192695 w 3708449"/>
              <a:gd name="connsiteY6358" fmla="*/ 725346 h 3514679"/>
              <a:gd name="connsiteX6359" fmla="*/ 2208755 w 3708449"/>
              <a:gd name="connsiteY6359" fmla="*/ 709287 h 3514679"/>
              <a:gd name="connsiteX6360" fmla="*/ 2144517 w 3708449"/>
              <a:gd name="connsiteY6360" fmla="*/ 709287 h 3514679"/>
              <a:gd name="connsiteX6361" fmla="*/ 2160576 w 3708449"/>
              <a:gd name="connsiteY6361" fmla="*/ 725346 h 3514679"/>
              <a:gd name="connsiteX6362" fmla="*/ 2144517 w 3708449"/>
              <a:gd name="connsiteY6362" fmla="*/ 741406 h 3514679"/>
              <a:gd name="connsiteX6363" fmla="*/ 2128341 w 3708449"/>
              <a:gd name="connsiteY6363" fmla="*/ 725346 h 3514679"/>
              <a:gd name="connsiteX6364" fmla="*/ 2144517 w 3708449"/>
              <a:gd name="connsiteY6364" fmla="*/ 709287 h 3514679"/>
              <a:gd name="connsiteX6365" fmla="*/ 2080163 w 3708449"/>
              <a:gd name="connsiteY6365" fmla="*/ 709287 h 3514679"/>
              <a:gd name="connsiteX6366" fmla="*/ 2095408 w 3708449"/>
              <a:gd name="connsiteY6366" fmla="*/ 725346 h 3514679"/>
              <a:gd name="connsiteX6367" fmla="*/ 2080163 w 3708449"/>
              <a:gd name="connsiteY6367" fmla="*/ 741406 h 3514679"/>
              <a:gd name="connsiteX6368" fmla="*/ 2064104 w 3708449"/>
              <a:gd name="connsiteY6368" fmla="*/ 725346 h 3514679"/>
              <a:gd name="connsiteX6369" fmla="*/ 2080163 w 3708449"/>
              <a:gd name="connsiteY6369" fmla="*/ 709287 h 3514679"/>
              <a:gd name="connsiteX6370" fmla="*/ 2014994 w 3708449"/>
              <a:gd name="connsiteY6370" fmla="*/ 709287 h 3514679"/>
              <a:gd name="connsiteX6371" fmla="*/ 2031169 w 3708449"/>
              <a:gd name="connsiteY6371" fmla="*/ 725346 h 3514679"/>
              <a:gd name="connsiteX6372" fmla="*/ 2014994 w 3708449"/>
              <a:gd name="connsiteY6372" fmla="*/ 741406 h 3514679"/>
              <a:gd name="connsiteX6373" fmla="*/ 1998934 w 3708449"/>
              <a:gd name="connsiteY6373" fmla="*/ 725346 h 3514679"/>
              <a:gd name="connsiteX6374" fmla="*/ 2014994 w 3708449"/>
              <a:gd name="connsiteY6374" fmla="*/ 709287 h 3514679"/>
              <a:gd name="connsiteX6375" fmla="*/ 1950756 w 3708449"/>
              <a:gd name="connsiteY6375" fmla="*/ 709287 h 3514679"/>
              <a:gd name="connsiteX6376" fmla="*/ 1966815 w 3708449"/>
              <a:gd name="connsiteY6376" fmla="*/ 725346 h 3514679"/>
              <a:gd name="connsiteX6377" fmla="*/ 1950756 w 3708449"/>
              <a:gd name="connsiteY6377" fmla="*/ 741406 h 3514679"/>
              <a:gd name="connsiteX6378" fmla="*/ 1934580 w 3708449"/>
              <a:gd name="connsiteY6378" fmla="*/ 725346 h 3514679"/>
              <a:gd name="connsiteX6379" fmla="*/ 1950756 w 3708449"/>
              <a:gd name="connsiteY6379" fmla="*/ 709287 h 3514679"/>
              <a:gd name="connsiteX6380" fmla="*/ 1886402 w 3708449"/>
              <a:gd name="connsiteY6380" fmla="*/ 709287 h 3514679"/>
              <a:gd name="connsiteX6381" fmla="*/ 1902461 w 3708449"/>
              <a:gd name="connsiteY6381" fmla="*/ 725346 h 3514679"/>
              <a:gd name="connsiteX6382" fmla="*/ 1886402 w 3708449"/>
              <a:gd name="connsiteY6382" fmla="*/ 741406 h 3514679"/>
              <a:gd name="connsiteX6383" fmla="*/ 1870343 w 3708449"/>
              <a:gd name="connsiteY6383" fmla="*/ 725346 h 3514679"/>
              <a:gd name="connsiteX6384" fmla="*/ 1886402 w 3708449"/>
              <a:gd name="connsiteY6384" fmla="*/ 709287 h 3514679"/>
              <a:gd name="connsiteX6385" fmla="*/ 1822048 w 3708449"/>
              <a:gd name="connsiteY6385" fmla="*/ 709287 h 3514679"/>
              <a:gd name="connsiteX6386" fmla="*/ 1838108 w 3708449"/>
              <a:gd name="connsiteY6386" fmla="*/ 725346 h 3514679"/>
              <a:gd name="connsiteX6387" fmla="*/ 1822048 w 3708449"/>
              <a:gd name="connsiteY6387" fmla="*/ 741406 h 3514679"/>
              <a:gd name="connsiteX6388" fmla="*/ 1805989 w 3708449"/>
              <a:gd name="connsiteY6388" fmla="*/ 725346 h 3514679"/>
              <a:gd name="connsiteX6389" fmla="*/ 1822048 w 3708449"/>
              <a:gd name="connsiteY6389" fmla="*/ 709287 h 3514679"/>
              <a:gd name="connsiteX6390" fmla="*/ 1756879 w 3708449"/>
              <a:gd name="connsiteY6390" fmla="*/ 709287 h 3514679"/>
              <a:gd name="connsiteX6391" fmla="*/ 1773055 w 3708449"/>
              <a:gd name="connsiteY6391" fmla="*/ 725346 h 3514679"/>
              <a:gd name="connsiteX6392" fmla="*/ 1756879 w 3708449"/>
              <a:gd name="connsiteY6392" fmla="*/ 741406 h 3514679"/>
              <a:gd name="connsiteX6393" fmla="*/ 1741635 w 3708449"/>
              <a:gd name="connsiteY6393" fmla="*/ 725346 h 3514679"/>
              <a:gd name="connsiteX6394" fmla="*/ 1756879 w 3708449"/>
              <a:gd name="connsiteY6394" fmla="*/ 709287 h 3514679"/>
              <a:gd name="connsiteX6395" fmla="*/ 1692642 w 3708449"/>
              <a:gd name="connsiteY6395" fmla="*/ 709287 h 3514679"/>
              <a:gd name="connsiteX6396" fmla="*/ 1708701 w 3708449"/>
              <a:gd name="connsiteY6396" fmla="*/ 725346 h 3514679"/>
              <a:gd name="connsiteX6397" fmla="*/ 1692642 w 3708449"/>
              <a:gd name="connsiteY6397" fmla="*/ 741406 h 3514679"/>
              <a:gd name="connsiteX6398" fmla="*/ 1676466 w 3708449"/>
              <a:gd name="connsiteY6398" fmla="*/ 725346 h 3514679"/>
              <a:gd name="connsiteX6399" fmla="*/ 1692642 w 3708449"/>
              <a:gd name="connsiteY6399" fmla="*/ 709287 h 3514679"/>
              <a:gd name="connsiteX6400" fmla="*/ 1628287 w 3708449"/>
              <a:gd name="connsiteY6400" fmla="*/ 709287 h 3514679"/>
              <a:gd name="connsiteX6401" fmla="*/ 1644346 w 3708449"/>
              <a:gd name="connsiteY6401" fmla="*/ 725346 h 3514679"/>
              <a:gd name="connsiteX6402" fmla="*/ 1628287 w 3708449"/>
              <a:gd name="connsiteY6402" fmla="*/ 741406 h 3514679"/>
              <a:gd name="connsiteX6403" fmla="*/ 1612228 w 3708449"/>
              <a:gd name="connsiteY6403" fmla="*/ 725346 h 3514679"/>
              <a:gd name="connsiteX6404" fmla="*/ 1628287 w 3708449"/>
              <a:gd name="connsiteY6404" fmla="*/ 709287 h 3514679"/>
              <a:gd name="connsiteX6405" fmla="*/ 1563933 w 3708449"/>
              <a:gd name="connsiteY6405" fmla="*/ 709287 h 3514679"/>
              <a:gd name="connsiteX6406" fmla="*/ 1579993 w 3708449"/>
              <a:gd name="connsiteY6406" fmla="*/ 725346 h 3514679"/>
              <a:gd name="connsiteX6407" fmla="*/ 1563933 w 3708449"/>
              <a:gd name="connsiteY6407" fmla="*/ 741406 h 3514679"/>
              <a:gd name="connsiteX6408" fmla="*/ 1547874 w 3708449"/>
              <a:gd name="connsiteY6408" fmla="*/ 725346 h 3514679"/>
              <a:gd name="connsiteX6409" fmla="*/ 1563933 w 3708449"/>
              <a:gd name="connsiteY6409" fmla="*/ 709287 h 3514679"/>
              <a:gd name="connsiteX6410" fmla="*/ 1499579 w 3708449"/>
              <a:gd name="connsiteY6410" fmla="*/ 709287 h 3514679"/>
              <a:gd name="connsiteX6411" fmla="*/ 1514940 w 3708449"/>
              <a:gd name="connsiteY6411" fmla="*/ 725346 h 3514679"/>
              <a:gd name="connsiteX6412" fmla="*/ 1499579 w 3708449"/>
              <a:gd name="connsiteY6412" fmla="*/ 741406 h 3514679"/>
              <a:gd name="connsiteX6413" fmla="*/ 1483520 w 3708449"/>
              <a:gd name="connsiteY6413" fmla="*/ 725346 h 3514679"/>
              <a:gd name="connsiteX6414" fmla="*/ 1499579 w 3708449"/>
              <a:gd name="connsiteY6414" fmla="*/ 709287 h 3514679"/>
              <a:gd name="connsiteX6415" fmla="*/ 1434527 w 3708449"/>
              <a:gd name="connsiteY6415" fmla="*/ 709287 h 3514679"/>
              <a:gd name="connsiteX6416" fmla="*/ 1450586 w 3708449"/>
              <a:gd name="connsiteY6416" fmla="*/ 725346 h 3514679"/>
              <a:gd name="connsiteX6417" fmla="*/ 1434527 w 3708449"/>
              <a:gd name="connsiteY6417" fmla="*/ 741406 h 3514679"/>
              <a:gd name="connsiteX6418" fmla="*/ 1418351 w 3708449"/>
              <a:gd name="connsiteY6418" fmla="*/ 725346 h 3514679"/>
              <a:gd name="connsiteX6419" fmla="*/ 1434527 w 3708449"/>
              <a:gd name="connsiteY6419" fmla="*/ 709287 h 3514679"/>
              <a:gd name="connsiteX6420" fmla="*/ 1370173 w 3708449"/>
              <a:gd name="connsiteY6420" fmla="*/ 709287 h 3514679"/>
              <a:gd name="connsiteX6421" fmla="*/ 1386233 w 3708449"/>
              <a:gd name="connsiteY6421" fmla="*/ 725346 h 3514679"/>
              <a:gd name="connsiteX6422" fmla="*/ 1370173 w 3708449"/>
              <a:gd name="connsiteY6422" fmla="*/ 741406 h 3514679"/>
              <a:gd name="connsiteX6423" fmla="*/ 1354114 w 3708449"/>
              <a:gd name="connsiteY6423" fmla="*/ 725346 h 3514679"/>
              <a:gd name="connsiteX6424" fmla="*/ 1370173 w 3708449"/>
              <a:gd name="connsiteY6424" fmla="*/ 709287 h 3514679"/>
              <a:gd name="connsiteX6425" fmla="*/ 1305819 w 3708449"/>
              <a:gd name="connsiteY6425" fmla="*/ 709287 h 3514679"/>
              <a:gd name="connsiteX6426" fmla="*/ 1321879 w 3708449"/>
              <a:gd name="connsiteY6426" fmla="*/ 725346 h 3514679"/>
              <a:gd name="connsiteX6427" fmla="*/ 1305819 w 3708449"/>
              <a:gd name="connsiteY6427" fmla="*/ 741406 h 3514679"/>
              <a:gd name="connsiteX6428" fmla="*/ 1289760 w 3708449"/>
              <a:gd name="connsiteY6428" fmla="*/ 725346 h 3514679"/>
              <a:gd name="connsiteX6429" fmla="*/ 1305819 w 3708449"/>
              <a:gd name="connsiteY6429" fmla="*/ 709287 h 3514679"/>
              <a:gd name="connsiteX6430" fmla="*/ 1241465 w 3708449"/>
              <a:gd name="connsiteY6430" fmla="*/ 709287 h 3514679"/>
              <a:gd name="connsiteX6431" fmla="*/ 1256826 w 3708449"/>
              <a:gd name="connsiteY6431" fmla="*/ 725346 h 3514679"/>
              <a:gd name="connsiteX6432" fmla="*/ 1241465 w 3708449"/>
              <a:gd name="connsiteY6432" fmla="*/ 741406 h 3514679"/>
              <a:gd name="connsiteX6433" fmla="*/ 1225406 w 3708449"/>
              <a:gd name="connsiteY6433" fmla="*/ 725346 h 3514679"/>
              <a:gd name="connsiteX6434" fmla="*/ 1241465 w 3708449"/>
              <a:gd name="connsiteY6434" fmla="*/ 709287 h 3514679"/>
              <a:gd name="connsiteX6435" fmla="*/ 1176412 w 3708449"/>
              <a:gd name="connsiteY6435" fmla="*/ 709287 h 3514679"/>
              <a:gd name="connsiteX6436" fmla="*/ 1192472 w 3708449"/>
              <a:gd name="connsiteY6436" fmla="*/ 725346 h 3514679"/>
              <a:gd name="connsiteX6437" fmla="*/ 1176412 w 3708449"/>
              <a:gd name="connsiteY6437" fmla="*/ 741406 h 3514679"/>
              <a:gd name="connsiteX6438" fmla="*/ 1161051 w 3708449"/>
              <a:gd name="connsiteY6438" fmla="*/ 725346 h 3514679"/>
              <a:gd name="connsiteX6439" fmla="*/ 1176412 w 3708449"/>
              <a:gd name="connsiteY6439" fmla="*/ 709287 h 3514679"/>
              <a:gd name="connsiteX6440" fmla="*/ 1112058 w 3708449"/>
              <a:gd name="connsiteY6440" fmla="*/ 709287 h 3514679"/>
              <a:gd name="connsiteX6441" fmla="*/ 1128117 w 3708449"/>
              <a:gd name="connsiteY6441" fmla="*/ 725346 h 3514679"/>
              <a:gd name="connsiteX6442" fmla="*/ 1112058 w 3708449"/>
              <a:gd name="connsiteY6442" fmla="*/ 741406 h 3514679"/>
              <a:gd name="connsiteX6443" fmla="*/ 1095998 w 3708449"/>
              <a:gd name="connsiteY6443" fmla="*/ 725346 h 3514679"/>
              <a:gd name="connsiteX6444" fmla="*/ 1112058 w 3708449"/>
              <a:gd name="connsiteY6444" fmla="*/ 709287 h 3514679"/>
              <a:gd name="connsiteX6445" fmla="*/ 1047704 w 3708449"/>
              <a:gd name="connsiteY6445" fmla="*/ 709287 h 3514679"/>
              <a:gd name="connsiteX6446" fmla="*/ 1063763 w 3708449"/>
              <a:gd name="connsiteY6446" fmla="*/ 725346 h 3514679"/>
              <a:gd name="connsiteX6447" fmla="*/ 1047704 w 3708449"/>
              <a:gd name="connsiteY6447" fmla="*/ 741406 h 3514679"/>
              <a:gd name="connsiteX6448" fmla="*/ 1031644 w 3708449"/>
              <a:gd name="connsiteY6448" fmla="*/ 725346 h 3514679"/>
              <a:gd name="connsiteX6449" fmla="*/ 1047704 w 3708449"/>
              <a:gd name="connsiteY6449" fmla="*/ 709287 h 3514679"/>
              <a:gd name="connsiteX6450" fmla="*/ 983349 w 3708449"/>
              <a:gd name="connsiteY6450" fmla="*/ 709287 h 3514679"/>
              <a:gd name="connsiteX6451" fmla="*/ 999408 w 3708449"/>
              <a:gd name="connsiteY6451" fmla="*/ 725346 h 3514679"/>
              <a:gd name="connsiteX6452" fmla="*/ 983349 w 3708449"/>
              <a:gd name="connsiteY6452" fmla="*/ 741406 h 3514679"/>
              <a:gd name="connsiteX6453" fmla="*/ 967290 w 3708449"/>
              <a:gd name="connsiteY6453" fmla="*/ 725346 h 3514679"/>
              <a:gd name="connsiteX6454" fmla="*/ 983349 w 3708449"/>
              <a:gd name="connsiteY6454" fmla="*/ 709287 h 3514679"/>
              <a:gd name="connsiteX6455" fmla="*/ 918995 w 3708449"/>
              <a:gd name="connsiteY6455" fmla="*/ 709287 h 3514679"/>
              <a:gd name="connsiteX6456" fmla="*/ 934356 w 3708449"/>
              <a:gd name="connsiteY6456" fmla="*/ 725346 h 3514679"/>
              <a:gd name="connsiteX6457" fmla="*/ 918995 w 3708449"/>
              <a:gd name="connsiteY6457" fmla="*/ 741406 h 3514679"/>
              <a:gd name="connsiteX6458" fmla="*/ 902936 w 3708449"/>
              <a:gd name="connsiteY6458" fmla="*/ 725346 h 3514679"/>
              <a:gd name="connsiteX6459" fmla="*/ 918995 w 3708449"/>
              <a:gd name="connsiteY6459" fmla="*/ 709287 h 3514679"/>
              <a:gd name="connsiteX6460" fmla="*/ 853944 w 3708449"/>
              <a:gd name="connsiteY6460" fmla="*/ 709287 h 3514679"/>
              <a:gd name="connsiteX6461" fmla="*/ 870003 w 3708449"/>
              <a:gd name="connsiteY6461" fmla="*/ 725346 h 3514679"/>
              <a:gd name="connsiteX6462" fmla="*/ 853944 w 3708449"/>
              <a:gd name="connsiteY6462" fmla="*/ 741406 h 3514679"/>
              <a:gd name="connsiteX6463" fmla="*/ 837884 w 3708449"/>
              <a:gd name="connsiteY6463" fmla="*/ 725346 h 3514679"/>
              <a:gd name="connsiteX6464" fmla="*/ 853944 w 3708449"/>
              <a:gd name="connsiteY6464" fmla="*/ 709287 h 3514679"/>
              <a:gd name="connsiteX6465" fmla="*/ 789590 w 3708449"/>
              <a:gd name="connsiteY6465" fmla="*/ 709287 h 3514679"/>
              <a:gd name="connsiteX6466" fmla="*/ 805649 w 3708449"/>
              <a:gd name="connsiteY6466" fmla="*/ 725346 h 3514679"/>
              <a:gd name="connsiteX6467" fmla="*/ 789590 w 3708449"/>
              <a:gd name="connsiteY6467" fmla="*/ 741406 h 3514679"/>
              <a:gd name="connsiteX6468" fmla="*/ 773530 w 3708449"/>
              <a:gd name="connsiteY6468" fmla="*/ 725346 h 3514679"/>
              <a:gd name="connsiteX6469" fmla="*/ 789590 w 3708449"/>
              <a:gd name="connsiteY6469" fmla="*/ 709287 h 3514679"/>
              <a:gd name="connsiteX6470" fmla="*/ 725235 w 3708449"/>
              <a:gd name="connsiteY6470" fmla="*/ 709287 h 3514679"/>
              <a:gd name="connsiteX6471" fmla="*/ 741411 w 3708449"/>
              <a:gd name="connsiteY6471" fmla="*/ 725346 h 3514679"/>
              <a:gd name="connsiteX6472" fmla="*/ 725235 w 3708449"/>
              <a:gd name="connsiteY6472" fmla="*/ 741406 h 3514679"/>
              <a:gd name="connsiteX6473" fmla="*/ 709176 w 3708449"/>
              <a:gd name="connsiteY6473" fmla="*/ 725346 h 3514679"/>
              <a:gd name="connsiteX6474" fmla="*/ 725235 w 3708449"/>
              <a:gd name="connsiteY6474" fmla="*/ 709287 h 3514679"/>
              <a:gd name="connsiteX6475" fmla="*/ 660998 w 3708449"/>
              <a:gd name="connsiteY6475" fmla="*/ 709287 h 3514679"/>
              <a:gd name="connsiteX6476" fmla="*/ 676242 w 3708449"/>
              <a:gd name="connsiteY6476" fmla="*/ 725346 h 3514679"/>
              <a:gd name="connsiteX6477" fmla="*/ 660998 w 3708449"/>
              <a:gd name="connsiteY6477" fmla="*/ 741406 h 3514679"/>
              <a:gd name="connsiteX6478" fmla="*/ 644822 w 3708449"/>
              <a:gd name="connsiteY6478" fmla="*/ 725346 h 3514679"/>
              <a:gd name="connsiteX6479" fmla="*/ 660998 w 3708449"/>
              <a:gd name="connsiteY6479" fmla="*/ 709287 h 3514679"/>
              <a:gd name="connsiteX6480" fmla="*/ 595829 w 3708449"/>
              <a:gd name="connsiteY6480" fmla="*/ 709287 h 3514679"/>
              <a:gd name="connsiteX6481" fmla="*/ 611888 w 3708449"/>
              <a:gd name="connsiteY6481" fmla="*/ 725346 h 3514679"/>
              <a:gd name="connsiteX6482" fmla="*/ 595829 w 3708449"/>
              <a:gd name="connsiteY6482" fmla="*/ 741406 h 3514679"/>
              <a:gd name="connsiteX6483" fmla="*/ 580468 w 3708449"/>
              <a:gd name="connsiteY6483" fmla="*/ 725346 h 3514679"/>
              <a:gd name="connsiteX6484" fmla="*/ 595829 w 3708449"/>
              <a:gd name="connsiteY6484" fmla="*/ 709287 h 3514679"/>
              <a:gd name="connsiteX6485" fmla="*/ 531474 w 3708449"/>
              <a:gd name="connsiteY6485" fmla="*/ 709287 h 3514679"/>
              <a:gd name="connsiteX6486" fmla="*/ 547533 w 3708449"/>
              <a:gd name="connsiteY6486" fmla="*/ 725346 h 3514679"/>
              <a:gd name="connsiteX6487" fmla="*/ 531474 w 3708449"/>
              <a:gd name="connsiteY6487" fmla="*/ 741406 h 3514679"/>
              <a:gd name="connsiteX6488" fmla="*/ 515415 w 3708449"/>
              <a:gd name="connsiteY6488" fmla="*/ 725346 h 3514679"/>
              <a:gd name="connsiteX6489" fmla="*/ 531474 w 3708449"/>
              <a:gd name="connsiteY6489" fmla="*/ 709287 h 3514679"/>
              <a:gd name="connsiteX6490" fmla="*/ 467120 w 3708449"/>
              <a:gd name="connsiteY6490" fmla="*/ 709287 h 3514679"/>
              <a:gd name="connsiteX6491" fmla="*/ 483296 w 3708449"/>
              <a:gd name="connsiteY6491" fmla="*/ 725346 h 3514679"/>
              <a:gd name="connsiteX6492" fmla="*/ 467120 w 3708449"/>
              <a:gd name="connsiteY6492" fmla="*/ 741406 h 3514679"/>
              <a:gd name="connsiteX6493" fmla="*/ 451061 w 3708449"/>
              <a:gd name="connsiteY6493" fmla="*/ 725346 h 3514679"/>
              <a:gd name="connsiteX6494" fmla="*/ 467120 w 3708449"/>
              <a:gd name="connsiteY6494" fmla="*/ 709287 h 3514679"/>
              <a:gd name="connsiteX6495" fmla="*/ 2789338 w 3708449"/>
              <a:gd name="connsiteY6495" fmla="*/ 644933 h 3514679"/>
              <a:gd name="connsiteX6496" fmla="*/ 2805398 w 3708449"/>
              <a:gd name="connsiteY6496" fmla="*/ 660993 h 3514679"/>
              <a:gd name="connsiteX6497" fmla="*/ 2789338 w 3708449"/>
              <a:gd name="connsiteY6497" fmla="*/ 677052 h 3514679"/>
              <a:gd name="connsiteX6498" fmla="*/ 2773279 w 3708449"/>
              <a:gd name="connsiteY6498" fmla="*/ 660993 h 3514679"/>
              <a:gd name="connsiteX6499" fmla="*/ 2789338 w 3708449"/>
              <a:gd name="connsiteY6499" fmla="*/ 644933 h 3514679"/>
              <a:gd name="connsiteX6500" fmla="*/ 2724984 w 3708449"/>
              <a:gd name="connsiteY6500" fmla="*/ 644933 h 3514679"/>
              <a:gd name="connsiteX6501" fmla="*/ 2741159 w 3708449"/>
              <a:gd name="connsiteY6501" fmla="*/ 660993 h 3514679"/>
              <a:gd name="connsiteX6502" fmla="*/ 2724984 w 3708449"/>
              <a:gd name="connsiteY6502" fmla="*/ 677052 h 3514679"/>
              <a:gd name="connsiteX6503" fmla="*/ 2708924 w 3708449"/>
              <a:gd name="connsiteY6503" fmla="*/ 660993 h 3514679"/>
              <a:gd name="connsiteX6504" fmla="*/ 2724984 w 3708449"/>
              <a:gd name="connsiteY6504" fmla="*/ 644933 h 3514679"/>
              <a:gd name="connsiteX6505" fmla="*/ 2660630 w 3708449"/>
              <a:gd name="connsiteY6505" fmla="*/ 644933 h 3514679"/>
              <a:gd name="connsiteX6506" fmla="*/ 2675991 w 3708449"/>
              <a:gd name="connsiteY6506" fmla="*/ 660993 h 3514679"/>
              <a:gd name="connsiteX6507" fmla="*/ 2660630 w 3708449"/>
              <a:gd name="connsiteY6507" fmla="*/ 677052 h 3514679"/>
              <a:gd name="connsiteX6508" fmla="*/ 2644570 w 3708449"/>
              <a:gd name="connsiteY6508" fmla="*/ 660993 h 3514679"/>
              <a:gd name="connsiteX6509" fmla="*/ 2660630 w 3708449"/>
              <a:gd name="connsiteY6509" fmla="*/ 644933 h 3514679"/>
              <a:gd name="connsiteX6510" fmla="*/ 2595577 w 3708449"/>
              <a:gd name="connsiteY6510" fmla="*/ 644933 h 3514679"/>
              <a:gd name="connsiteX6511" fmla="*/ 2611637 w 3708449"/>
              <a:gd name="connsiteY6511" fmla="*/ 660993 h 3514679"/>
              <a:gd name="connsiteX6512" fmla="*/ 2595577 w 3708449"/>
              <a:gd name="connsiteY6512" fmla="*/ 677052 h 3514679"/>
              <a:gd name="connsiteX6513" fmla="*/ 2579518 w 3708449"/>
              <a:gd name="connsiteY6513" fmla="*/ 660993 h 3514679"/>
              <a:gd name="connsiteX6514" fmla="*/ 2595577 w 3708449"/>
              <a:gd name="connsiteY6514" fmla="*/ 644933 h 3514679"/>
              <a:gd name="connsiteX6515" fmla="*/ 2531224 w 3708449"/>
              <a:gd name="connsiteY6515" fmla="*/ 644933 h 3514679"/>
              <a:gd name="connsiteX6516" fmla="*/ 2547283 w 3708449"/>
              <a:gd name="connsiteY6516" fmla="*/ 660993 h 3514679"/>
              <a:gd name="connsiteX6517" fmla="*/ 2531224 w 3708449"/>
              <a:gd name="connsiteY6517" fmla="*/ 677052 h 3514679"/>
              <a:gd name="connsiteX6518" fmla="*/ 2515164 w 3708449"/>
              <a:gd name="connsiteY6518" fmla="*/ 660993 h 3514679"/>
              <a:gd name="connsiteX6519" fmla="*/ 2531224 w 3708449"/>
              <a:gd name="connsiteY6519" fmla="*/ 644933 h 3514679"/>
              <a:gd name="connsiteX6520" fmla="*/ 2466869 w 3708449"/>
              <a:gd name="connsiteY6520" fmla="*/ 644933 h 3514679"/>
              <a:gd name="connsiteX6521" fmla="*/ 2483044 w 3708449"/>
              <a:gd name="connsiteY6521" fmla="*/ 660993 h 3514679"/>
              <a:gd name="connsiteX6522" fmla="*/ 2466869 w 3708449"/>
              <a:gd name="connsiteY6522" fmla="*/ 677052 h 3514679"/>
              <a:gd name="connsiteX6523" fmla="*/ 2450809 w 3708449"/>
              <a:gd name="connsiteY6523" fmla="*/ 660993 h 3514679"/>
              <a:gd name="connsiteX6524" fmla="*/ 2466869 w 3708449"/>
              <a:gd name="connsiteY6524" fmla="*/ 644933 h 3514679"/>
              <a:gd name="connsiteX6525" fmla="*/ 2402631 w 3708449"/>
              <a:gd name="connsiteY6525" fmla="*/ 644933 h 3514679"/>
              <a:gd name="connsiteX6526" fmla="*/ 2418690 w 3708449"/>
              <a:gd name="connsiteY6526" fmla="*/ 660993 h 3514679"/>
              <a:gd name="connsiteX6527" fmla="*/ 2402631 w 3708449"/>
              <a:gd name="connsiteY6527" fmla="*/ 677052 h 3514679"/>
              <a:gd name="connsiteX6528" fmla="*/ 2386455 w 3708449"/>
              <a:gd name="connsiteY6528" fmla="*/ 660993 h 3514679"/>
              <a:gd name="connsiteX6529" fmla="*/ 2402631 w 3708449"/>
              <a:gd name="connsiteY6529" fmla="*/ 644933 h 3514679"/>
              <a:gd name="connsiteX6530" fmla="*/ 2337462 w 3708449"/>
              <a:gd name="connsiteY6530" fmla="*/ 644933 h 3514679"/>
              <a:gd name="connsiteX6531" fmla="*/ 2353522 w 3708449"/>
              <a:gd name="connsiteY6531" fmla="*/ 660993 h 3514679"/>
              <a:gd name="connsiteX6532" fmla="*/ 2337462 w 3708449"/>
              <a:gd name="connsiteY6532" fmla="*/ 677052 h 3514679"/>
              <a:gd name="connsiteX6533" fmla="*/ 2322218 w 3708449"/>
              <a:gd name="connsiteY6533" fmla="*/ 660993 h 3514679"/>
              <a:gd name="connsiteX6534" fmla="*/ 2337462 w 3708449"/>
              <a:gd name="connsiteY6534" fmla="*/ 644933 h 3514679"/>
              <a:gd name="connsiteX6535" fmla="*/ 2273109 w 3708449"/>
              <a:gd name="connsiteY6535" fmla="*/ 644933 h 3514679"/>
              <a:gd name="connsiteX6536" fmla="*/ 2289284 w 3708449"/>
              <a:gd name="connsiteY6536" fmla="*/ 660993 h 3514679"/>
              <a:gd name="connsiteX6537" fmla="*/ 2273109 w 3708449"/>
              <a:gd name="connsiteY6537" fmla="*/ 677052 h 3514679"/>
              <a:gd name="connsiteX6538" fmla="*/ 2257049 w 3708449"/>
              <a:gd name="connsiteY6538" fmla="*/ 660993 h 3514679"/>
              <a:gd name="connsiteX6539" fmla="*/ 2273109 w 3708449"/>
              <a:gd name="connsiteY6539" fmla="*/ 644933 h 3514679"/>
              <a:gd name="connsiteX6540" fmla="*/ 2208755 w 3708449"/>
              <a:gd name="connsiteY6540" fmla="*/ 644933 h 3514679"/>
              <a:gd name="connsiteX6541" fmla="*/ 2224930 w 3708449"/>
              <a:gd name="connsiteY6541" fmla="*/ 660993 h 3514679"/>
              <a:gd name="connsiteX6542" fmla="*/ 2208755 w 3708449"/>
              <a:gd name="connsiteY6542" fmla="*/ 677052 h 3514679"/>
              <a:gd name="connsiteX6543" fmla="*/ 2192695 w 3708449"/>
              <a:gd name="connsiteY6543" fmla="*/ 660993 h 3514679"/>
              <a:gd name="connsiteX6544" fmla="*/ 2208755 w 3708449"/>
              <a:gd name="connsiteY6544" fmla="*/ 644933 h 3514679"/>
              <a:gd name="connsiteX6545" fmla="*/ 2144517 w 3708449"/>
              <a:gd name="connsiteY6545" fmla="*/ 644933 h 3514679"/>
              <a:gd name="connsiteX6546" fmla="*/ 2160576 w 3708449"/>
              <a:gd name="connsiteY6546" fmla="*/ 660993 h 3514679"/>
              <a:gd name="connsiteX6547" fmla="*/ 2144517 w 3708449"/>
              <a:gd name="connsiteY6547" fmla="*/ 677052 h 3514679"/>
              <a:gd name="connsiteX6548" fmla="*/ 2128341 w 3708449"/>
              <a:gd name="connsiteY6548" fmla="*/ 660993 h 3514679"/>
              <a:gd name="connsiteX6549" fmla="*/ 2144517 w 3708449"/>
              <a:gd name="connsiteY6549" fmla="*/ 644933 h 3514679"/>
              <a:gd name="connsiteX6550" fmla="*/ 2080163 w 3708449"/>
              <a:gd name="connsiteY6550" fmla="*/ 644933 h 3514679"/>
              <a:gd name="connsiteX6551" fmla="*/ 2095408 w 3708449"/>
              <a:gd name="connsiteY6551" fmla="*/ 660993 h 3514679"/>
              <a:gd name="connsiteX6552" fmla="*/ 2080163 w 3708449"/>
              <a:gd name="connsiteY6552" fmla="*/ 677052 h 3514679"/>
              <a:gd name="connsiteX6553" fmla="*/ 2064104 w 3708449"/>
              <a:gd name="connsiteY6553" fmla="*/ 660993 h 3514679"/>
              <a:gd name="connsiteX6554" fmla="*/ 2080163 w 3708449"/>
              <a:gd name="connsiteY6554" fmla="*/ 644933 h 3514679"/>
              <a:gd name="connsiteX6555" fmla="*/ 2014994 w 3708449"/>
              <a:gd name="connsiteY6555" fmla="*/ 644933 h 3514679"/>
              <a:gd name="connsiteX6556" fmla="*/ 2031169 w 3708449"/>
              <a:gd name="connsiteY6556" fmla="*/ 660993 h 3514679"/>
              <a:gd name="connsiteX6557" fmla="*/ 2014994 w 3708449"/>
              <a:gd name="connsiteY6557" fmla="*/ 677052 h 3514679"/>
              <a:gd name="connsiteX6558" fmla="*/ 1998934 w 3708449"/>
              <a:gd name="connsiteY6558" fmla="*/ 660993 h 3514679"/>
              <a:gd name="connsiteX6559" fmla="*/ 2014994 w 3708449"/>
              <a:gd name="connsiteY6559" fmla="*/ 644933 h 3514679"/>
              <a:gd name="connsiteX6560" fmla="*/ 1950756 w 3708449"/>
              <a:gd name="connsiteY6560" fmla="*/ 644933 h 3514679"/>
              <a:gd name="connsiteX6561" fmla="*/ 1966815 w 3708449"/>
              <a:gd name="connsiteY6561" fmla="*/ 660993 h 3514679"/>
              <a:gd name="connsiteX6562" fmla="*/ 1950756 w 3708449"/>
              <a:gd name="connsiteY6562" fmla="*/ 677052 h 3514679"/>
              <a:gd name="connsiteX6563" fmla="*/ 1934580 w 3708449"/>
              <a:gd name="connsiteY6563" fmla="*/ 660993 h 3514679"/>
              <a:gd name="connsiteX6564" fmla="*/ 1950756 w 3708449"/>
              <a:gd name="connsiteY6564" fmla="*/ 644933 h 3514679"/>
              <a:gd name="connsiteX6565" fmla="*/ 1886402 w 3708449"/>
              <a:gd name="connsiteY6565" fmla="*/ 644933 h 3514679"/>
              <a:gd name="connsiteX6566" fmla="*/ 1902461 w 3708449"/>
              <a:gd name="connsiteY6566" fmla="*/ 660993 h 3514679"/>
              <a:gd name="connsiteX6567" fmla="*/ 1886402 w 3708449"/>
              <a:gd name="connsiteY6567" fmla="*/ 677052 h 3514679"/>
              <a:gd name="connsiteX6568" fmla="*/ 1870343 w 3708449"/>
              <a:gd name="connsiteY6568" fmla="*/ 660993 h 3514679"/>
              <a:gd name="connsiteX6569" fmla="*/ 1886402 w 3708449"/>
              <a:gd name="connsiteY6569" fmla="*/ 644933 h 3514679"/>
              <a:gd name="connsiteX6570" fmla="*/ 1822048 w 3708449"/>
              <a:gd name="connsiteY6570" fmla="*/ 644933 h 3514679"/>
              <a:gd name="connsiteX6571" fmla="*/ 1838108 w 3708449"/>
              <a:gd name="connsiteY6571" fmla="*/ 660993 h 3514679"/>
              <a:gd name="connsiteX6572" fmla="*/ 1822048 w 3708449"/>
              <a:gd name="connsiteY6572" fmla="*/ 677052 h 3514679"/>
              <a:gd name="connsiteX6573" fmla="*/ 1805989 w 3708449"/>
              <a:gd name="connsiteY6573" fmla="*/ 660993 h 3514679"/>
              <a:gd name="connsiteX6574" fmla="*/ 1822048 w 3708449"/>
              <a:gd name="connsiteY6574" fmla="*/ 644933 h 3514679"/>
              <a:gd name="connsiteX6575" fmla="*/ 1756879 w 3708449"/>
              <a:gd name="connsiteY6575" fmla="*/ 644933 h 3514679"/>
              <a:gd name="connsiteX6576" fmla="*/ 1773055 w 3708449"/>
              <a:gd name="connsiteY6576" fmla="*/ 660993 h 3514679"/>
              <a:gd name="connsiteX6577" fmla="*/ 1756879 w 3708449"/>
              <a:gd name="connsiteY6577" fmla="*/ 677052 h 3514679"/>
              <a:gd name="connsiteX6578" fmla="*/ 1741635 w 3708449"/>
              <a:gd name="connsiteY6578" fmla="*/ 660993 h 3514679"/>
              <a:gd name="connsiteX6579" fmla="*/ 1756879 w 3708449"/>
              <a:gd name="connsiteY6579" fmla="*/ 644933 h 3514679"/>
              <a:gd name="connsiteX6580" fmla="*/ 1692642 w 3708449"/>
              <a:gd name="connsiteY6580" fmla="*/ 644933 h 3514679"/>
              <a:gd name="connsiteX6581" fmla="*/ 1708701 w 3708449"/>
              <a:gd name="connsiteY6581" fmla="*/ 660993 h 3514679"/>
              <a:gd name="connsiteX6582" fmla="*/ 1692642 w 3708449"/>
              <a:gd name="connsiteY6582" fmla="*/ 677052 h 3514679"/>
              <a:gd name="connsiteX6583" fmla="*/ 1676466 w 3708449"/>
              <a:gd name="connsiteY6583" fmla="*/ 660993 h 3514679"/>
              <a:gd name="connsiteX6584" fmla="*/ 1692642 w 3708449"/>
              <a:gd name="connsiteY6584" fmla="*/ 644933 h 3514679"/>
              <a:gd name="connsiteX6585" fmla="*/ 1628287 w 3708449"/>
              <a:gd name="connsiteY6585" fmla="*/ 644933 h 3514679"/>
              <a:gd name="connsiteX6586" fmla="*/ 1644346 w 3708449"/>
              <a:gd name="connsiteY6586" fmla="*/ 660993 h 3514679"/>
              <a:gd name="connsiteX6587" fmla="*/ 1628287 w 3708449"/>
              <a:gd name="connsiteY6587" fmla="*/ 677052 h 3514679"/>
              <a:gd name="connsiteX6588" fmla="*/ 1612228 w 3708449"/>
              <a:gd name="connsiteY6588" fmla="*/ 660993 h 3514679"/>
              <a:gd name="connsiteX6589" fmla="*/ 1628287 w 3708449"/>
              <a:gd name="connsiteY6589" fmla="*/ 644933 h 3514679"/>
              <a:gd name="connsiteX6590" fmla="*/ 1563933 w 3708449"/>
              <a:gd name="connsiteY6590" fmla="*/ 644933 h 3514679"/>
              <a:gd name="connsiteX6591" fmla="*/ 1579993 w 3708449"/>
              <a:gd name="connsiteY6591" fmla="*/ 660993 h 3514679"/>
              <a:gd name="connsiteX6592" fmla="*/ 1563933 w 3708449"/>
              <a:gd name="connsiteY6592" fmla="*/ 677052 h 3514679"/>
              <a:gd name="connsiteX6593" fmla="*/ 1547874 w 3708449"/>
              <a:gd name="connsiteY6593" fmla="*/ 660993 h 3514679"/>
              <a:gd name="connsiteX6594" fmla="*/ 1563933 w 3708449"/>
              <a:gd name="connsiteY6594" fmla="*/ 644933 h 3514679"/>
              <a:gd name="connsiteX6595" fmla="*/ 1499579 w 3708449"/>
              <a:gd name="connsiteY6595" fmla="*/ 644933 h 3514679"/>
              <a:gd name="connsiteX6596" fmla="*/ 1514940 w 3708449"/>
              <a:gd name="connsiteY6596" fmla="*/ 660993 h 3514679"/>
              <a:gd name="connsiteX6597" fmla="*/ 1499579 w 3708449"/>
              <a:gd name="connsiteY6597" fmla="*/ 677052 h 3514679"/>
              <a:gd name="connsiteX6598" fmla="*/ 1483520 w 3708449"/>
              <a:gd name="connsiteY6598" fmla="*/ 660993 h 3514679"/>
              <a:gd name="connsiteX6599" fmla="*/ 1499579 w 3708449"/>
              <a:gd name="connsiteY6599" fmla="*/ 644933 h 3514679"/>
              <a:gd name="connsiteX6600" fmla="*/ 1434527 w 3708449"/>
              <a:gd name="connsiteY6600" fmla="*/ 644933 h 3514679"/>
              <a:gd name="connsiteX6601" fmla="*/ 1450586 w 3708449"/>
              <a:gd name="connsiteY6601" fmla="*/ 660993 h 3514679"/>
              <a:gd name="connsiteX6602" fmla="*/ 1434527 w 3708449"/>
              <a:gd name="connsiteY6602" fmla="*/ 677052 h 3514679"/>
              <a:gd name="connsiteX6603" fmla="*/ 1418351 w 3708449"/>
              <a:gd name="connsiteY6603" fmla="*/ 660993 h 3514679"/>
              <a:gd name="connsiteX6604" fmla="*/ 1434527 w 3708449"/>
              <a:gd name="connsiteY6604" fmla="*/ 644933 h 3514679"/>
              <a:gd name="connsiteX6605" fmla="*/ 1370173 w 3708449"/>
              <a:gd name="connsiteY6605" fmla="*/ 644933 h 3514679"/>
              <a:gd name="connsiteX6606" fmla="*/ 1386233 w 3708449"/>
              <a:gd name="connsiteY6606" fmla="*/ 660993 h 3514679"/>
              <a:gd name="connsiteX6607" fmla="*/ 1370173 w 3708449"/>
              <a:gd name="connsiteY6607" fmla="*/ 677052 h 3514679"/>
              <a:gd name="connsiteX6608" fmla="*/ 1354114 w 3708449"/>
              <a:gd name="connsiteY6608" fmla="*/ 660993 h 3514679"/>
              <a:gd name="connsiteX6609" fmla="*/ 1370173 w 3708449"/>
              <a:gd name="connsiteY6609" fmla="*/ 644933 h 3514679"/>
              <a:gd name="connsiteX6610" fmla="*/ 1305819 w 3708449"/>
              <a:gd name="connsiteY6610" fmla="*/ 644933 h 3514679"/>
              <a:gd name="connsiteX6611" fmla="*/ 1321879 w 3708449"/>
              <a:gd name="connsiteY6611" fmla="*/ 660993 h 3514679"/>
              <a:gd name="connsiteX6612" fmla="*/ 1305819 w 3708449"/>
              <a:gd name="connsiteY6612" fmla="*/ 677052 h 3514679"/>
              <a:gd name="connsiteX6613" fmla="*/ 1289760 w 3708449"/>
              <a:gd name="connsiteY6613" fmla="*/ 660993 h 3514679"/>
              <a:gd name="connsiteX6614" fmla="*/ 1305819 w 3708449"/>
              <a:gd name="connsiteY6614" fmla="*/ 644933 h 3514679"/>
              <a:gd name="connsiteX6615" fmla="*/ 1241465 w 3708449"/>
              <a:gd name="connsiteY6615" fmla="*/ 644933 h 3514679"/>
              <a:gd name="connsiteX6616" fmla="*/ 1256826 w 3708449"/>
              <a:gd name="connsiteY6616" fmla="*/ 660993 h 3514679"/>
              <a:gd name="connsiteX6617" fmla="*/ 1241465 w 3708449"/>
              <a:gd name="connsiteY6617" fmla="*/ 677052 h 3514679"/>
              <a:gd name="connsiteX6618" fmla="*/ 1225406 w 3708449"/>
              <a:gd name="connsiteY6618" fmla="*/ 660993 h 3514679"/>
              <a:gd name="connsiteX6619" fmla="*/ 1241465 w 3708449"/>
              <a:gd name="connsiteY6619" fmla="*/ 644933 h 3514679"/>
              <a:gd name="connsiteX6620" fmla="*/ 1176412 w 3708449"/>
              <a:gd name="connsiteY6620" fmla="*/ 644933 h 3514679"/>
              <a:gd name="connsiteX6621" fmla="*/ 1192472 w 3708449"/>
              <a:gd name="connsiteY6621" fmla="*/ 660993 h 3514679"/>
              <a:gd name="connsiteX6622" fmla="*/ 1176412 w 3708449"/>
              <a:gd name="connsiteY6622" fmla="*/ 677052 h 3514679"/>
              <a:gd name="connsiteX6623" fmla="*/ 1161051 w 3708449"/>
              <a:gd name="connsiteY6623" fmla="*/ 660993 h 3514679"/>
              <a:gd name="connsiteX6624" fmla="*/ 1176412 w 3708449"/>
              <a:gd name="connsiteY6624" fmla="*/ 644933 h 3514679"/>
              <a:gd name="connsiteX6625" fmla="*/ 1112058 w 3708449"/>
              <a:gd name="connsiteY6625" fmla="*/ 644933 h 3514679"/>
              <a:gd name="connsiteX6626" fmla="*/ 1128117 w 3708449"/>
              <a:gd name="connsiteY6626" fmla="*/ 660993 h 3514679"/>
              <a:gd name="connsiteX6627" fmla="*/ 1112058 w 3708449"/>
              <a:gd name="connsiteY6627" fmla="*/ 677052 h 3514679"/>
              <a:gd name="connsiteX6628" fmla="*/ 1095998 w 3708449"/>
              <a:gd name="connsiteY6628" fmla="*/ 660993 h 3514679"/>
              <a:gd name="connsiteX6629" fmla="*/ 1112058 w 3708449"/>
              <a:gd name="connsiteY6629" fmla="*/ 644933 h 3514679"/>
              <a:gd name="connsiteX6630" fmla="*/ 1047704 w 3708449"/>
              <a:gd name="connsiteY6630" fmla="*/ 644933 h 3514679"/>
              <a:gd name="connsiteX6631" fmla="*/ 1063763 w 3708449"/>
              <a:gd name="connsiteY6631" fmla="*/ 660993 h 3514679"/>
              <a:gd name="connsiteX6632" fmla="*/ 1047704 w 3708449"/>
              <a:gd name="connsiteY6632" fmla="*/ 677052 h 3514679"/>
              <a:gd name="connsiteX6633" fmla="*/ 1031644 w 3708449"/>
              <a:gd name="connsiteY6633" fmla="*/ 660993 h 3514679"/>
              <a:gd name="connsiteX6634" fmla="*/ 1047704 w 3708449"/>
              <a:gd name="connsiteY6634" fmla="*/ 644933 h 3514679"/>
              <a:gd name="connsiteX6635" fmla="*/ 983349 w 3708449"/>
              <a:gd name="connsiteY6635" fmla="*/ 644933 h 3514679"/>
              <a:gd name="connsiteX6636" fmla="*/ 999408 w 3708449"/>
              <a:gd name="connsiteY6636" fmla="*/ 660993 h 3514679"/>
              <a:gd name="connsiteX6637" fmla="*/ 983349 w 3708449"/>
              <a:gd name="connsiteY6637" fmla="*/ 677052 h 3514679"/>
              <a:gd name="connsiteX6638" fmla="*/ 967290 w 3708449"/>
              <a:gd name="connsiteY6638" fmla="*/ 660993 h 3514679"/>
              <a:gd name="connsiteX6639" fmla="*/ 983349 w 3708449"/>
              <a:gd name="connsiteY6639" fmla="*/ 644933 h 3514679"/>
              <a:gd name="connsiteX6640" fmla="*/ 918995 w 3708449"/>
              <a:gd name="connsiteY6640" fmla="*/ 644933 h 3514679"/>
              <a:gd name="connsiteX6641" fmla="*/ 934356 w 3708449"/>
              <a:gd name="connsiteY6641" fmla="*/ 660993 h 3514679"/>
              <a:gd name="connsiteX6642" fmla="*/ 918995 w 3708449"/>
              <a:gd name="connsiteY6642" fmla="*/ 677052 h 3514679"/>
              <a:gd name="connsiteX6643" fmla="*/ 902936 w 3708449"/>
              <a:gd name="connsiteY6643" fmla="*/ 660993 h 3514679"/>
              <a:gd name="connsiteX6644" fmla="*/ 918995 w 3708449"/>
              <a:gd name="connsiteY6644" fmla="*/ 644933 h 3514679"/>
              <a:gd name="connsiteX6645" fmla="*/ 853944 w 3708449"/>
              <a:gd name="connsiteY6645" fmla="*/ 644933 h 3514679"/>
              <a:gd name="connsiteX6646" fmla="*/ 870003 w 3708449"/>
              <a:gd name="connsiteY6646" fmla="*/ 660993 h 3514679"/>
              <a:gd name="connsiteX6647" fmla="*/ 853944 w 3708449"/>
              <a:gd name="connsiteY6647" fmla="*/ 677052 h 3514679"/>
              <a:gd name="connsiteX6648" fmla="*/ 837884 w 3708449"/>
              <a:gd name="connsiteY6648" fmla="*/ 660993 h 3514679"/>
              <a:gd name="connsiteX6649" fmla="*/ 853944 w 3708449"/>
              <a:gd name="connsiteY6649" fmla="*/ 644933 h 3514679"/>
              <a:gd name="connsiteX6650" fmla="*/ 789590 w 3708449"/>
              <a:gd name="connsiteY6650" fmla="*/ 644933 h 3514679"/>
              <a:gd name="connsiteX6651" fmla="*/ 805649 w 3708449"/>
              <a:gd name="connsiteY6651" fmla="*/ 660993 h 3514679"/>
              <a:gd name="connsiteX6652" fmla="*/ 789590 w 3708449"/>
              <a:gd name="connsiteY6652" fmla="*/ 677052 h 3514679"/>
              <a:gd name="connsiteX6653" fmla="*/ 773530 w 3708449"/>
              <a:gd name="connsiteY6653" fmla="*/ 660993 h 3514679"/>
              <a:gd name="connsiteX6654" fmla="*/ 789590 w 3708449"/>
              <a:gd name="connsiteY6654" fmla="*/ 644933 h 3514679"/>
              <a:gd name="connsiteX6655" fmla="*/ 725235 w 3708449"/>
              <a:gd name="connsiteY6655" fmla="*/ 644933 h 3514679"/>
              <a:gd name="connsiteX6656" fmla="*/ 741411 w 3708449"/>
              <a:gd name="connsiteY6656" fmla="*/ 660993 h 3514679"/>
              <a:gd name="connsiteX6657" fmla="*/ 725235 w 3708449"/>
              <a:gd name="connsiteY6657" fmla="*/ 677052 h 3514679"/>
              <a:gd name="connsiteX6658" fmla="*/ 709176 w 3708449"/>
              <a:gd name="connsiteY6658" fmla="*/ 660993 h 3514679"/>
              <a:gd name="connsiteX6659" fmla="*/ 725235 w 3708449"/>
              <a:gd name="connsiteY6659" fmla="*/ 644933 h 3514679"/>
              <a:gd name="connsiteX6660" fmla="*/ 660998 w 3708449"/>
              <a:gd name="connsiteY6660" fmla="*/ 644933 h 3514679"/>
              <a:gd name="connsiteX6661" fmla="*/ 676242 w 3708449"/>
              <a:gd name="connsiteY6661" fmla="*/ 660993 h 3514679"/>
              <a:gd name="connsiteX6662" fmla="*/ 660998 w 3708449"/>
              <a:gd name="connsiteY6662" fmla="*/ 677052 h 3514679"/>
              <a:gd name="connsiteX6663" fmla="*/ 644822 w 3708449"/>
              <a:gd name="connsiteY6663" fmla="*/ 660993 h 3514679"/>
              <a:gd name="connsiteX6664" fmla="*/ 660998 w 3708449"/>
              <a:gd name="connsiteY6664" fmla="*/ 644933 h 3514679"/>
              <a:gd name="connsiteX6665" fmla="*/ 595829 w 3708449"/>
              <a:gd name="connsiteY6665" fmla="*/ 644933 h 3514679"/>
              <a:gd name="connsiteX6666" fmla="*/ 611888 w 3708449"/>
              <a:gd name="connsiteY6666" fmla="*/ 660993 h 3514679"/>
              <a:gd name="connsiteX6667" fmla="*/ 595829 w 3708449"/>
              <a:gd name="connsiteY6667" fmla="*/ 677052 h 3514679"/>
              <a:gd name="connsiteX6668" fmla="*/ 580468 w 3708449"/>
              <a:gd name="connsiteY6668" fmla="*/ 660993 h 3514679"/>
              <a:gd name="connsiteX6669" fmla="*/ 595829 w 3708449"/>
              <a:gd name="connsiteY6669" fmla="*/ 644933 h 3514679"/>
              <a:gd name="connsiteX6670" fmla="*/ 531474 w 3708449"/>
              <a:gd name="connsiteY6670" fmla="*/ 644933 h 3514679"/>
              <a:gd name="connsiteX6671" fmla="*/ 547533 w 3708449"/>
              <a:gd name="connsiteY6671" fmla="*/ 660993 h 3514679"/>
              <a:gd name="connsiteX6672" fmla="*/ 531474 w 3708449"/>
              <a:gd name="connsiteY6672" fmla="*/ 677052 h 3514679"/>
              <a:gd name="connsiteX6673" fmla="*/ 515415 w 3708449"/>
              <a:gd name="connsiteY6673" fmla="*/ 660993 h 3514679"/>
              <a:gd name="connsiteX6674" fmla="*/ 531474 w 3708449"/>
              <a:gd name="connsiteY6674" fmla="*/ 644933 h 3514679"/>
              <a:gd name="connsiteX6675" fmla="*/ 467120 w 3708449"/>
              <a:gd name="connsiteY6675" fmla="*/ 644933 h 3514679"/>
              <a:gd name="connsiteX6676" fmla="*/ 483296 w 3708449"/>
              <a:gd name="connsiteY6676" fmla="*/ 660993 h 3514679"/>
              <a:gd name="connsiteX6677" fmla="*/ 467120 w 3708449"/>
              <a:gd name="connsiteY6677" fmla="*/ 677052 h 3514679"/>
              <a:gd name="connsiteX6678" fmla="*/ 451061 w 3708449"/>
              <a:gd name="connsiteY6678" fmla="*/ 660993 h 3514679"/>
              <a:gd name="connsiteX6679" fmla="*/ 467120 w 3708449"/>
              <a:gd name="connsiteY6679" fmla="*/ 644933 h 3514679"/>
              <a:gd name="connsiteX6680" fmla="*/ 2660630 w 3708449"/>
              <a:gd name="connsiteY6680" fmla="*/ 580579 h 3514679"/>
              <a:gd name="connsiteX6681" fmla="*/ 2675991 w 3708449"/>
              <a:gd name="connsiteY6681" fmla="*/ 595941 h 3514679"/>
              <a:gd name="connsiteX6682" fmla="*/ 2660630 w 3708449"/>
              <a:gd name="connsiteY6682" fmla="*/ 612000 h 3514679"/>
              <a:gd name="connsiteX6683" fmla="*/ 2644570 w 3708449"/>
              <a:gd name="connsiteY6683" fmla="*/ 595941 h 3514679"/>
              <a:gd name="connsiteX6684" fmla="*/ 2660630 w 3708449"/>
              <a:gd name="connsiteY6684" fmla="*/ 580579 h 3514679"/>
              <a:gd name="connsiteX6685" fmla="*/ 2595577 w 3708449"/>
              <a:gd name="connsiteY6685" fmla="*/ 580579 h 3514679"/>
              <a:gd name="connsiteX6686" fmla="*/ 2611637 w 3708449"/>
              <a:gd name="connsiteY6686" fmla="*/ 595941 h 3514679"/>
              <a:gd name="connsiteX6687" fmla="*/ 2595577 w 3708449"/>
              <a:gd name="connsiteY6687" fmla="*/ 612000 h 3514679"/>
              <a:gd name="connsiteX6688" fmla="*/ 2579518 w 3708449"/>
              <a:gd name="connsiteY6688" fmla="*/ 595941 h 3514679"/>
              <a:gd name="connsiteX6689" fmla="*/ 2595577 w 3708449"/>
              <a:gd name="connsiteY6689" fmla="*/ 580579 h 3514679"/>
              <a:gd name="connsiteX6690" fmla="*/ 2531224 w 3708449"/>
              <a:gd name="connsiteY6690" fmla="*/ 580579 h 3514679"/>
              <a:gd name="connsiteX6691" fmla="*/ 2547283 w 3708449"/>
              <a:gd name="connsiteY6691" fmla="*/ 595941 h 3514679"/>
              <a:gd name="connsiteX6692" fmla="*/ 2531224 w 3708449"/>
              <a:gd name="connsiteY6692" fmla="*/ 612000 h 3514679"/>
              <a:gd name="connsiteX6693" fmla="*/ 2515164 w 3708449"/>
              <a:gd name="connsiteY6693" fmla="*/ 595941 h 3514679"/>
              <a:gd name="connsiteX6694" fmla="*/ 2531224 w 3708449"/>
              <a:gd name="connsiteY6694" fmla="*/ 580579 h 3514679"/>
              <a:gd name="connsiteX6695" fmla="*/ 2466869 w 3708449"/>
              <a:gd name="connsiteY6695" fmla="*/ 580579 h 3514679"/>
              <a:gd name="connsiteX6696" fmla="*/ 2483044 w 3708449"/>
              <a:gd name="connsiteY6696" fmla="*/ 595941 h 3514679"/>
              <a:gd name="connsiteX6697" fmla="*/ 2466869 w 3708449"/>
              <a:gd name="connsiteY6697" fmla="*/ 612000 h 3514679"/>
              <a:gd name="connsiteX6698" fmla="*/ 2450809 w 3708449"/>
              <a:gd name="connsiteY6698" fmla="*/ 595941 h 3514679"/>
              <a:gd name="connsiteX6699" fmla="*/ 2466869 w 3708449"/>
              <a:gd name="connsiteY6699" fmla="*/ 580579 h 3514679"/>
              <a:gd name="connsiteX6700" fmla="*/ 2402631 w 3708449"/>
              <a:gd name="connsiteY6700" fmla="*/ 580579 h 3514679"/>
              <a:gd name="connsiteX6701" fmla="*/ 2418690 w 3708449"/>
              <a:gd name="connsiteY6701" fmla="*/ 595941 h 3514679"/>
              <a:gd name="connsiteX6702" fmla="*/ 2402631 w 3708449"/>
              <a:gd name="connsiteY6702" fmla="*/ 612000 h 3514679"/>
              <a:gd name="connsiteX6703" fmla="*/ 2386455 w 3708449"/>
              <a:gd name="connsiteY6703" fmla="*/ 595941 h 3514679"/>
              <a:gd name="connsiteX6704" fmla="*/ 2402631 w 3708449"/>
              <a:gd name="connsiteY6704" fmla="*/ 580579 h 3514679"/>
              <a:gd name="connsiteX6705" fmla="*/ 2337462 w 3708449"/>
              <a:gd name="connsiteY6705" fmla="*/ 580579 h 3514679"/>
              <a:gd name="connsiteX6706" fmla="*/ 2353522 w 3708449"/>
              <a:gd name="connsiteY6706" fmla="*/ 595941 h 3514679"/>
              <a:gd name="connsiteX6707" fmla="*/ 2337462 w 3708449"/>
              <a:gd name="connsiteY6707" fmla="*/ 612000 h 3514679"/>
              <a:gd name="connsiteX6708" fmla="*/ 2322218 w 3708449"/>
              <a:gd name="connsiteY6708" fmla="*/ 595941 h 3514679"/>
              <a:gd name="connsiteX6709" fmla="*/ 2337462 w 3708449"/>
              <a:gd name="connsiteY6709" fmla="*/ 580579 h 3514679"/>
              <a:gd name="connsiteX6710" fmla="*/ 2273109 w 3708449"/>
              <a:gd name="connsiteY6710" fmla="*/ 580579 h 3514679"/>
              <a:gd name="connsiteX6711" fmla="*/ 2289284 w 3708449"/>
              <a:gd name="connsiteY6711" fmla="*/ 595941 h 3514679"/>
              <a:gd name="connsiteX6712" fmla="*/ 2273109 w 3708449"/>
              <a:gd name="connsiteY6712" fmla="*/ 612000 h 3514679"/>
              <a:gd name="connsiteX6713" fmla="*/ 2257049 w 3708449"/>
              <a:gd name="connsiteY6713" fmla="*/ 595941 h 3514679"/>
              <a:gd name="connsiteX6714" fmla="*/ 2273109 w 3708449"/>
              <a:gd name="connsiteY6714" fmla="*/ 580579 h 3514679"/>
              <a:gd name="connsiteX6715" fmla="*/ 2208755 w 3708449"/>
              <a:gd name="connsiteY6715" fmla="*/ 580579 h 3514679"/>
              <a:gd name="connsiteX6716" fmla="*/ 2224930 w 3708449"/>
              <a:gd name="connsiteY6716" fmla="*/ 595941 h 3514679"/>
              <a:gd name="connsiteX6717" fmla="*/ 2208755 w 3708449"/>
              <a:gd name="connsiteY6717" fmla="*/ 612000 h 3514679"/>
              <a:gd name="connsiteX6718" fmla="*/ 2192695 w 3708449"/>
              <a:gd name="connsiteY6718" fmla="*/ 595941 h 3514679"/>
              <a:gd name="connsiteX6719" fmla="*/ 2208755 w 3708449"/>
              <a:gd name="connsiteY6719" fmla="*/ 580579 h 3514679"/>
              <a:gd name="connsiteX6720" fmla="*/ 2144517 w 3708449"/>
              <a:gd name="connsiteY6720" fmla="*/ 580579 h 3514679"/>
              <a:gd name="connsiteX6721" fmla="*/ 2160576 w 3708449"/>
              <a:gd name="connsiteY6721" fmla="*/ 595941 h 3514679"/>
              <a:gd name="connsiteX6722" fmla="*/ 2144517 w 3708449"/>
              <a:gd name="connsiteY6722" fmla="*/ 612000 h 3514679"/>
              <a:gd name="connsiteX6723" fmla="*/ 2128341 w 3708449"/>
              <a:gd name="connsiteY6723" fmla="*/ 595941 h 3514679"/>
              <a:gd name="connsiteX6724" fmla="*/ 2144517 w 3708449"/>
              <a:gd name="connsiteY6724" fmla="*/ 580579 h 3514679"/>
              <a:gd name="connsiteX6725" fmla="*/ 2080163 w 3708449"/>
              <a:gd name="connsiteY6725" fmla="*/ 580579 h 3514679"/>
              <a:gd name="connsiteX6726" fmla="*/ 2095408 w 3708449"/>
              <a:gd name="connsiteY6726" fmla="*/ 595941 h 3514679"/>
              <a:gd name="connsiteX6727" fmla="*/ 2080163 w 3708449"/>
              <a:gd name="connsiteY6727" fmla="*/ 612000 h 3514679"/>
              <a:gd name="connsiteX6728" fmla="*/ 2064104 w 3708449"/>
              <a:gd name="connsiteY6728" fmla="*/ 595941 h 3514679"/>
              <a:gd name="connsiteX6729" fmla="*/ 2080163 w 3708449"/>
              <a:gd name="connsiteY6729" fmla="*/ 580579 h 3514679"/>
              <a:gd name="connsiteX6730" fmla="*/ 2014994 w 3708449"/>
              <a:gd name="connsiteY6730" fmla="*/ 580579 h 3514679"/>
              <a:gd name="connsiteX6731" fmla="*/ 2031169 w 3708449"/>
              <a:gd name="connsiteY6731" fmla="*/ 595941 h 3514679"/>
              <a:gd name="connsiteX6732" fmla="*/ 2014994 w 3708449"/>
              <a:gd name="connsiteY6732" fmla="*/ 612000 h 3514679"/>
              <a:gd name="connsiteX6733" fmla="*/ 1998934 w 3708449"/>
              <a:gd name="connsiteY6733" fmla="*/ 595941 h 3514679"/>
              <a:gd name="connsiteX6734" fmla="*/ 2014994 w 3708449"/>
              <a:gd name="connsiteY6734" fmla="*/ 580579 h 3514679"/>
              <a:gd name="connsiteX6735" fmla="*/ 1950756 w 3708449"/>
              <a:gd name="connsiteY6735" fmla="*/ 580579 h 3514679"/>
              <a:gd name="connsiteX6736" fmla="*/ 1966815 w 3708449"/>
              <a:gd name="connsiteY6736" fmla="*/ 595941 h 3514679"/>
              <a:gd name="connsiteX6737" fmla="*/ 1950756 w 3708449"/>
              <a:gd name="connsiteY6737" fmla="*/ 612000 h 3514679"/>
              <a:gd name="connsiteX6738" fmla="*/ 1934580 w 3708449"/>
              <a:gd name="connsiteY6738" fmla="*/ 595941 h 3514679"/>
              <a:gd name="connsiteX6739" fmla="*/ 1950756 w 3708449"/>
              <a:gd name="connsiteY6739" fmla="*/ 580579 h 3514679"/>
              <a:gd name="connsiteX6740" fmla="*/ 1886402 w 3708449"/>
              <a:gd name="connsiteY6740" fmla="*/ 580579 h 3514679"/>
              <a:gd name="connsiteX6741" fmla="*/ 1902461 w 3708449"/>
              <a:gd name="connsiteY6741" fmla="*/ 595941 h 3514679"/>
              <a:gd name="connsiteX6742" fmla="*/ 1886402 w 3708449"/>
              <a:gd name="connsiteY6742" fmla="*/ 612000 h 3514679"/>
              <a:gd name="connsiteX6743" fmla="*/ 1870343 w 3708449"/>
              <a:gd name="connsiteY6743" fmla="*/ 595941 h 3514679"/>
              <a:gd name="connsiteX6744" fmla="*/ 1886402 w 3708449"/>
              <a:gd name="connsiteY6744" fmla="*/ 580579 h 3514679"/>
              <a:gd name="connsiteX6745" fmla="*/ 1822048 w 3708449"/>
              <a:gd name="connsiteY6745" fmla="*/ 580579 h 3514679"/>
              <a:gd name="connsiteX6746" fmla="*/ 1838108 w 3708449"/>
              <a:gd name="connsiteY6746" fmla="*/ 595941 h 3514679"/>
              <a:gd name="connsiteX6747" fmla="*/ 1822048 w 3708449"/>
              <a:gd name="connsiteY6747" fmla="*/ 612000 h 3514679"/>
              <a:gd name="connsiteX6748" fmla="*/ 1805989 w 3708449"/>
              <a:gd name="connsiteY6748" fmla="*/ 595941 h 3514679"/>
              <a:gd name="connsiteX6749" fmla="*/ 1822048 w 3708449"/>
              <a:gd name="connsiteY6749" fmla="*/ 580579 h 3514679"/>
              <a:gd name="connsiteX6750" fmla="*/ 1756879 w 3708449"/>
              <a:gd name="connsiteY6750" fmla="*/ 580579 h 3514679"/>
              <a:gd name="connsiteX6751" fmla="*/ 1773055 w 3708449"/>
              <a:gd name="connsiteY6751" fmla="*/ 595941 h 3514679"/>
              <a:gd name="connsiteX6752" fmla="*/ 1756879 w 3708449"/>
              <a:gd name="connsiteY6752" fmla="*/ 612000 h 3514679"/>
              <a:gd name="connsiteX6753" fmla="*/ 1741635 w 3708449"/>
              <a:gd name="connsiteY6753" fmla="*/ 595941 h 3514679"/>
              <a:gd name="connsiteX6754" fmla="*/ 1756879 w 3708449"/>
              <a:gd name="connsiteY6754" fmla="*/ 580579 h 3514679"/>
              <a:gd name="connsiteX6755" fmla="*/ 1692642 w 3708449"/>
              <a:gd name="connsiteY6755" fmla="*/ 580579 h 3514679"/>
              <a:gd name="connsiteX6756" fmla="*/ 1708701 w 3708449"/>
              <a:gd name="connsiteY6756" fmla="*/ 595941 h 3514679"/>
              <a:gd name="connsiteX6757" fmla="*/ 1692642 w 3708449"/>
              <a:gd name="connsiteY6757" fmla="*/ 612000 h 3514679"/>
              <a:gd name="connsiteX6758" fmla="*/ 1676466 w 3708449"/>
              <a:gd name="connsiteY6758" fmla="*/ 595941 h 3514679"/>
              <a:gd name="connsiteX6759" fmla="*/ 1692642 w 3708449"/>
              <a:gd name="connsiteY6759" fmla="*/ 580579 h 3514679"/>
              <a:gd name="connsiteX6760" fmla="*/ 1628287 w 3708449"/>
              <a:gd name="connsiteY6760" fmla="*/ 580579 h 3514679"/>
              <a:gd name="connsiteX6761" fmla="*/ 1644346 w 3708449"/>
              <a:gd name="connsiteY6761" fmla="*/ 595941 h 3514679"/>
              <a:gd name="connsiteX6762" fmla="*/ 1628287 w 3708449"/>
              <a:gd name="connsiteY6762" fmla="*/ 612000 h 3514679"/>
              <a:gd name="connsiteX6763" fmla="*/ 1612228 w 3708449"/>
              <a:gd name="connsiteY6763" fmla="*/ 595941 h 3514679"/>
              <a:gd name="connsiteX6764" fmla="*/ 1628287 w 3708449"/>
              <a:gd name="connsiteY6764" fmla="*/ 580579 h 3514679"/>
              <a:gd name="connsiteX6765" fmla="*/ 1563933 w 3708449"/>
              <a:gd name="connsiteY6765" fmla="*/ 580579 h 3514679"/>
              <a:gd name="connsiteX6766" fmla="*/ 1579993 w 3708449"/>
              <a:gd name="connsiteY6766" fmla="*/ 595941 h 3514679"/>
              <a:gd name="connsiteX6767" fmla="*/ 1563933 w 3708449"/>
              <a:gd name="connsiteY6767" fmla="*/ 612000 h 3514679"/>
              <a:gd name="connsiteX6768" fmla="*/ 1547874 w 3708449"/>
              <a:gd name="connsiteY6768" fmla="*/ 595941 h 3514679"/>
              <a:gd name="connsiteX6769" fmla="*/ 1563933 w 3708449"/>
              <a:gd name="connsiteY6769" fmla="*/ 580579 h 3514679"/>
              <a:gd name="connsiteX6770" fmla="*/ 1499579 w 3708449"/>
              <a:gd name="connsiteY6770" fmla="*/ 580579 h 3514679"/>
              <a:gd name="connsiteX6771" fmla="*/ 1514940 w 3708449"/>
              <a:gd name="connsiteY6771" fmla="*/ 595941 h 3514679"/>
              <a:gd name="connsiteX6772" fmla="*/ 1499579 w 3708449"/>
              <a:gd name="connsiteY6772" fmla="*/ 612000 h 3514679"/>
              <a:gd name="connsiteX6773" fmla="*/ 1483520 w 3708449"/>
              <a:gd name="connsiteY6773" fmla="*/ 595941 h 3514679"/>
              <a:gd name="connsiteX6774" fmla="*/ 1499579 w 3708449"/>
              <a:gd name="connsiteY6774" fmla="*/ 580579 h 3514679"/>
              <a:gd name="connsiteX6775" fmla="*/ 1434527 w 3708449"/>
              <a:gd name="connsiteY6775" fmla="*/ 580579 h 3514679"/>
              <a:gd name="connsiteX6776" fmla="*/ 1450586 w 3708449"/>
              <a:gd name="connsiteY6776" fmla="*/ 595941 h 3514679"/>
              <a:gd name="connsiteX6777" fmla="*/ 1434527 w 3708449"/>
              <a:gd name="connsiteY6777" fmla="*/ 612000 h 3514679"/>
              <a:gd name="connsiteX6778" fmla="*/ 1418351 w 3708449"/>
              <a:gd name="connsiteY6778" fmla="*/ 595941 h 3514679"/>
              <a:gd name="connsiteX6779" fmla="*/ 1434527 w 3708449"/>
              <a:gd name="connsiteY6779" fmla="*/ 580579 h 3514679"/>
              <a:gd name="connsiteX6780" fmla="*/ 1370173 w 3708449"/>
              <a:gd name="connsiteY6780" fmla="*/ 580579 h 3514679"/>
              <a:gd name="connsiteX6781" fmla="*/ 1386233 w 3708449"/>
              <a:gd name="connsiteY6781" fmla="*/ 595941 h 3514679"/>
              <a:gd name="connsiteX6782" fmla="*/ 1370173 w 3708449"/>
              <a:gd name="connsiteY6782" fmla="*/ 612000 h 3514679"/>
              <a:gd name="connsiteX6783" fmla="*/ 1354114 w 3708449"/>
              <a:gd name="connsiteY6783" fmla="*/ 595941 h 3514679"/>
              <a:gd name="connsiteX6784" fmla="*/ 1370173 w 3708449"/>
              <a:gd name="connsiteY6784" fmla="*/ 580579 h 3514679"/>
              <a:gd name="connsiteX6785" fmla="*/ 1305819 w 3708449"/>
              <a:gd name="connsiteY6785" fmla="*/ 580579 h 3514679"/>
              <a:gd name="connsiteX6786" fmla="*/ 1321879 w 3708449"/>
              <a:gd name="connsiteY6786" fmla="*/ 595941 h 3514679"/>
              <a:gd name="connsiteX6787" fmla="*/ 1305819 w 3708449"/>
              <a:gd name="connsiteY6787" fmla="*/ 612000 h 3514679"/>
              <a:gd name="connsiteX6788" fmla="*/ 1289760 w 3708449"/>
              <a:gd name="connsiteY6788" fmla="*/ 595941 h 3514679"/>
              <a:gd name="connsiteX6789" fmla="*/ 1305819 w 3708449"/>
              <a:gd name="connsiteY6789" fmla="*/ 580579 h 3514679"/>
              <a:gd name="connsiteX6790" fmla="*/ 1241465 w 3708449"/>
              <a:gd name="connsiteY6790" fmla="*/ 580579 h 3514679"/>
              <a:gd name="connsiteX6791" fmla="*/ 1256826 w 3708449"/>
              <a:gd name="connsiteY6791" fmla="*/ 595941 h 3514679"/>
              <a:gd name="connsiteX6792" fmla="*/ 1241465 w 3708449"/>
              <a:gd name="connsiteY6792" fmla="*/ 612000 h 3514679"/>
              <a:gd name="connsiteX6793" fmla="*/ 1225406 w 3708449"/>
              <a:gd name="connsiteY6793" fmla="*/ 595941 h 3514679"/>
              <a:gd name="connsiteX6794" fmla="*/ 1241465 w 3708449"/>
              <a:gd name="connsiteY6794" fmla="*/ 580579 h 3514679"/>
              <a:gd name="connsiteX6795" fmla="*/ 1176412 w 3708449"/>
              <a:gd name="connsiteY6795" fmla="*/ 580579 h 3514679"/>
              <a:gd name="connsiteX6796" fmla="*/ 1192472 w 3708449"/>
              <a:gd name="connsiteY6796" fmla="*/ 595941 h 3514679"/>
              <a:gd name="connsiteX6797" fmla="*/ 1176412 w 3708449"/>
              <a:gd name="connsiteY6797" fmla="*/ 612000 h 3514679"/>
              <a:gd name="connsiteX6798" fmla="*/ 1161051 w 3708449"/>
              <a:gd name="connsiteY6798" fmla="*/ 595941 h 3514679"/>
              <a:gd name="connsiteX6799" fmla="*/ 1176412 w 3708449"/>
              <a:gd name="connsiteY6799" fmla="*/ 580579 h 3514679"/>
              <a:gd name="connsiteX6800" fmla="*/ 1112058 w 3708449"/>
              <a:gd name="connsiteY6800" fmla="*/ 580579 h 3514679"/>
              <a:gd name="connsiteX6801" fmla="*/ 1128117 w 3708449"/>
              <a:gd name="connsiteY6801" fmla="*/ 595941 h 3514679"/>
              <a:gd name="connsiteX6802" fmla="*/ 1112058 w 3708449"/>
              <a:gd name="connsiteY6802" fmla="*/ 612000 h 3514679"/>
              <a:gd name="connsiteX6803" fmla="*/ 1095998 w 3708449"/>
              <a:gd name="connsiteY6803" fmla="*/ 595941 h 3514679"/>
              <a:gd name="connsiteX6804" fmla="*/ 1112058 w 3708449"/>
              <a:gd name="connsiteY6804" fmla="*/ 580579 h 3514679"/>
              <a:gd name="connsiteX6805" fmla="*/ 1047704 w 3708449"/>
              <a:gd name="connsiteY6805" fmla="*/ 580579 h 3514679"/>
              <a:gd name="connsiteX6806" fmla="*/ 1063763 w 3708449"/>
              <a:gd name="connsiteY6806" fmla="*/ 595941 h 3514679"/>
              <a:gd name="connsiteX6807" fmla="*/ 1047704 w 3708449"/>
              <a:gd name="connsiteY6807" fmla="*/ 612000 h 3514679"/>
              <a:gd name="connsiteX6808" fmla="*/ 1031644 w 3708449"/>
              <a:gd name="connsiteY6808" fmla="*/ 595941 h 3514679"/>
              <a:gd name="connsiteX6809" fmla="*/ 1047704 w 3708449"/>
              <a:gd name="connsiteY6809" fmla="*/ 580579 h 3514679"/>
              <a:gd name="connsiteX6810" fmla="*/ 983349 w 3708449"/>
              <a:gd name="connsiteY6810" fmla="*/ 580579 h 3514679"/>
              <a:gd name="connsiteX6811" fmla="*/ 999408 w 3708449"/>
              <a:gd name="connsiteY6811" fmla="*/ 595941 h 3514679"/>
              <a:gd name="connsiteX6812" fmla="*/ 983349 w 3708449"/>
              <a:gd name="connsiteY6812" fmla="*/ 612000 h 3514679"/>
              <a:gd name="connsiteX6813" fmla="*/ 967290 w 3708449"/>
              <a:gd name="connsiteY6813" fmla="*/ 595941 h 3514679"/>
              <a:gd name="connsiteX6814" fmla="*/ 983349 w 3708449"/>
              <a:gd name="connsiteY6814" fmla="*/ 580579 h 3514679"/>
              <a:gd name="connsiteX6815" fmla="*/ 918995 w 3708449"/>
              <a:gd name="connsiteY6815" fmla="*/ 580579 h 3514679"/>
              <a:gd name="connsiteX6816" fmla="*/ 934356 w 3708449"/>
              <a:gd name="connsiteY6816" fmla="*/ 595941 h 3514679"/>
              <a:gd name="connsiteX6817" fmla="*/ 918995 w 3708449"/>
              <a:gd name="connsiteY6817" fmla="*/ 612000 h 3514679"/>
              <a:gd name="connsiteX6818" fmla="*/ 902936 w 3708449"/>
              <a:gd name="connsiteY6818" fmla="*/ 595941 h 3514679"/>
              <a:gd name="connsiteX6819" fmla="*/ 918995 w 3708449"/>
              <a:gd name="connsiteY6819" fmla="*/ 580579 h 3514679"/>
              <a:gd name="connsiteX6820" fmla="*/ 853944 w 3708449"/>
              <a:gd name="connsiteY6820" fmla="*/ 580579 h 3514679"/>
              <a:gd name="connsiteX6821" fmla="*/ 870003 w 3708449"/>
              <a:gd name="connsiteY6821" fmla="*/ 595941 h 3514679"/>
              <a:gd name="connsiteX6822" fmla="*/ 853944 w 3708449"/>
              <a:gd name="connsiteY6822" fmla="*/ 612000 h 3514679"/>
              <a:gd name="connsiteX6823" fmla="*/ 837884 w 3708449"/>
              <a:gd name="connsiteY6823" fmla="*/ 595941 h 3514679"/>
              <a:gd name="connsiteX6824" fmla="*/ 853944 w 3708449"/>
              <a:gd name="connsiteY6824" fmla="*/ 580579 h 3514679"/>
              <a:gd name="connsiteX6825" fmla="*/ 789590 w 3708449"/>
              <a:gd name="connsiteY6825" fmla="*/ 580579 h 3514679"/>
              <a:gd name="connsiteX6826" fmla="*/ 805649 w 3708449"/>
              <a:gd name="connsiteY6826" fmla="*/ 595941 h 3514679"/>
              <a:gd name="connsiteX6827" fmla="*/ 789590 w 3708449"/>
              <a:gd name="connsiteY6827" fmla="*/ 612000 h 3514679"/>
              <a:gd name="connsiteX6828" fmla="*/ 773530 w 3708449"/>
              <a:gd name="connsiteY6828" fmla="*/ 595941 h 3514679"/>
              <a:gd name="connsiteX6829" fmla="*/ 789590 w 3708449"/>
              <a:gd name="connsiteY6829" fmla="*/ 580579 h 3514679"/>
              <a:gd name="connsiteX6830" fmla="*/ 725235 w 3708449"/>
              <a:gd name="connsiteY6830" fmla="*/ 580579 h 3514679"/>
              <a:gd name="connsiteX6831" fmla="*/ 741411 w 3708449"/>
              <a:gd name="connsiteY6831" fmla="*/ 595941 h 3514679"/>
              <a:gd name="connsiteX6832" fmla="*/ 725235 w 3708449"/>
              <a:gd name="connsiteY6832" fmla="*/ 612000 h 3514679"/>
              <a:gd name="connsiteX6833" fmla="*/ 709176 w 3708449"/>
              <a:gd name="connsiteY6833" fmla="*/ 595941 h 3514679"/>
              <a:gd name="connsiteX6834" fmla="*/ 725235 w 3708449"/>
              <a:gd name="connsiteY6834" fmla="*/ 580579 h 3514679"/>
              <a:gd name="connsiteX6835" fmla="*/ 660998 w 3708449"/>
              <a:gd name="connsiteY6835" fmla="*/ 580579 h 3514679"/>
              <a:gd name="connsiteX6836" fmla="*/ 676242 w 3708449"/>
              <a:gd name="connsiteY6836" fmla="*/ 595941 h 3514679"/>
              <a:gd name="connsiteX6837" fmla="*/ 660998 w 3708449"/>
              <a:gd name="connsiteY6837" fmla="*/ 612000 h 3514679"/>
              <a:gd name="connsiteX6838" fmla="*/ 644822 w 3708449"/>
              <a:gd name="connsiteY6838" fmla="*/ 595941 h 3514679"/>
              <a:gd name="connsiteX6839" fmla="*/ 660998 w 3708449"/>
              <a:gd name="connsiteY6839" fmla="*/ 580579 h 3514679"/>
              <a:gd name="connsiteX6840" fmla="*/ 595829 w 3708449"/>
              <a:gd name="connsiteY6840" fmla="*/ 580579 h 3514679"/>
              <a:gd name="connsiteX6841" fmla="*/ 611888 w 3708449"/>
              <a:gd name="connsiteY6841" fmla="*/ 595941 h 3514679"/>
              <a:gd name="connsiteX6842" fmla="*/ 595829 w 3708449"/>
              <a:gd name="connsiteY6842" fmla="*/ 612000 h 3514679"/>
              <a:gd name="connsiteX6843" fmla="*/ 580468 w 3708449"/>
              <a:gd name="connsiteY6843" fmla="*/ 595941 h 3514679"/>
              <a:gd name="connsiteX6844" fmla="*/ 595829 w 3708449"/>
              <a:gd name="connsiteY6844" fmla="*/ 580579 h 3514679"/>
              <a:gd name="connsiteX6845" fmla="*/ 531474 w 3708449"/>
              <a:gd name="connsiteY6845" fmla="*/ 580579 h 3514679"/>
              <a:gd name="connsiteX6846" fmla="*/ 547533 w 3708449"/>
              <a:gd name="connsiteY6846" fmla="*/ 595941 h 3514679"/>
              <a:gd name="connsiteX6847" fmla="*/ 531474 w 3708449"/>
              <a:gd name="connsiteY6847" fmla="*/ 612000 h 3514679"/>
              <a:gd name="connsiteX6848" fmla="*/ 515415 w 3708449"/>
              <a:gd name="connsiteY6848" fmla="*/ 595941 h 3514679"/>
              <a:gd name="connsiteX6849" fmla="*/ 531474 w 3708449"/>
              <a:gd name="connsiteY6849" fmla="*/ 580579 h 3514679"/>
              <a:gd name="connsiteX6850" fmla="*/ 467120 w 3708449"/>
              <a:gd name="connsiteY6850" fmla="*/ 580579 h 3514679"/>
              <a:gd name="connsiteX6851" fmla="*/ 483296 w 3708449"/>
              <a:gd name="connsiteY6851" fmla="*/ 595941 h 3514679"/>
              <a:gd name="connsiteX6852" fmla="*/ 467120 w 3708449"/>
              <a:gd name="connsiteY6852" fmla="*/ 612000 h 3514679"/>
              <a:gd name="connsiteX6853" fmla="*/ 451061 w 3708449"/>
              <a:gd name="connsiteY6853" fmla="*/ 595941 h 3514679"/>
              <a:gd name="connsiteX6854" fmla="*/ 467120 w 3708449"/>
              <a:gd name="connsiteY6854" fmla="*/ 580579 h 3514679"/>
              <a:gd name="connsiteX6855" fmla="*/ 2466869 w 3708449"/>
              <a:gd name="connsiteY6855" fmla="*/ 515527 h 3514679"/>
              <a:gd name="connsiteX6856" fmla="*/ 2483044 w 3708449"/>
              <a:gd name="connsiteY6856" fmla="*/ 531587 h 3514679"/>
              <a:gd name="connsiteX6857" fmla="*/ 2466869 w 3708449"/>
              <a:gd name="connsiteY6857" fmla="*/ 547646 h 3514679"/>
              <a:gd name="connsiteX6858" fmla="*/ 2450809 w 3708449"/>
              <a:gd name="connsiteY6858" fmla="*/ 531587 h 3514679"/>
              <a:gd name="connsiteX6859" fmla="*/ 2466869 w 3708449"/>
              <a:gd name="connsiteY6859" fmla="*/ 515527 h 3514679"/>
              <a:gd name="connsiteX6860" fmla="*/ 2402631 w 3708449"/>
              <a:gd name="connsiteY6860" fmla="*/ 515527 h 3514679"/>
              <a:gd name="connsiteX6861" fmla="*/ 2418690 w 3708449"/>
              <a:gd name="connsiteY6861" fmla="*/ 531587 h 3514679"/>
              <a:gd name="connsiteX6862" fmla="*/ 2402631 w 3708449"/>
              <a:gd name="connsiteY6862" fmla="*/ 547646 h 3514679"/>
              <a:gd name="connsiteX6863" fmla="*/ 2386455 w 3708449"/>
              <a:gd name="connsiteY6863" fmla="*/ 531587 h 3514679"/>
              <a:gd name="connsiteX6864" fmla="*/ 2402631 w 3708449"/>
              <a:gd name="connsiteY6864" fmla="*/ 515527 h 3514679"/>
              <a:gd name="connsiteX6865" fmla="*/ 2337462 w 3708449"/>
              <a:gd name="connsiteY6865" fmla="*/ 515527 h 3514679"/>
              <a:gd name="connsiteX6866" fmla="*/ 2353522 w 3708449"/>
              <a:gd name="connsiteY6866" fmla="*/ 531587 h 3514679"/>
              <a:gd name="connsiteX6867" fmla="*/ 2337462 w 3708449"/>
              <a:gd name="connsiteY6867" fmla="*/ 547646 h 3514679"/>
              <a:gd name="connsiteX6868" fmla="*/ 2322218 w 3708449"/>
              <a:gd name="connsiteY6868" fmla="*/ 531587 h 3514679"/>
              <a:gd name="connsiteX6869" fmla="*/ 2337462 w 3708449"/>
              <a:gd name="connsiteY6869" fmla="*/ 515527 h 3514679"/>
              <a:gd name="connsiteX6870" fmla="*/ 2273109 w 3708449"/>
              <a:gd name="connsiteY6870" fmla="*/ 515527 h 3514679"/>
              <a:gd name="connsiteX6871" fmla="*/ 2289284 w 3708449"/>
              <a:gd name="connsiteY6871" fmla="*/ 531587 h 3514679"/>
              <a:gd name="connsiteX6872" fmla="*/ 2273109 w 3708449"/>
              <a:gd name="connsiteY6872" fmla="*/ 547646 h 3514679"/>
              <a:gd name="connsiteX6873" fmla="*/ 2257049 w 3708449"/>
              <a:gd name="connsiteY6873" fmla="*/ 531587 h 3514679"/>
              <a:gd name="connsiteX6874" fmla="*/ 2273109 w 3708449"/>
              <a:gd name="connsiteY6874" fmla="*/ 515527 h 3514679"/>
              <a:gd name="connsiteX6875" fmla="*/ 2208755 w 3708449"/>
              <a:gd name="connsiteY6875" fmla="*/ 515527 h 3514679"/>
              <a:gd name="connsiteX6876" fmla="*/ 2224930 w 3708449"/>
              <a:gd name="connsiteY6876" fmla="*/ 531587 h 3514679"/>
              <a:gd name="connsiteX6877" fmla="*/ 2208755 w 3708449"/>
              <a:gd name="connsiteY6877" fmla="*/ 547646 h 3514679"/>
              <a:gd name="connsiteX6878" fmla="*/ 2192695 w 3708449"/>
              <a:gd name="connsiteY6878" fmla="*/ 531587 h 3514679"/>
              <a:gd name="connsiteX6879" fmla="*/ 2208755 w 3708449"/>
              <a:gd name="connsiteY6879" fmla="*/ 515527 h 3514679"/>
              <a:gd name="connsiteX6880" fmla="*/ 2144517 w 3708449"/>
              <a:gd name="connsiteY6880" fmla="*/ 515527 h 3514679"/>
              <a:gd name="connsiteX6881" fmla="*/ 2160576 w 3708449"/>
              <a:gd name="connsiteY6881" fmla="*/ 531587 h 3514679"/>
              <a:gd name="connsiteX6882" fmla="*/ 2144517 w 3708449"/>
              <a:gd name="connsiteY6882" fmla="*/ 547646 h 3514679"/>
              <a:gd name="connsiteX6883" fmla="*/ 2128341 w 3708449"/>
              <a:gd name="connsiteY6883" fmla="*/ 531587 h 3514679"/>
              <a:gd name="connsiteX6884" fmla="*/ 2144517 w 3708449"/>
              <a:gd name="connsiteY6884" fmla="*/ 515527 h 3514679"/>
              <a:gd name="connsiteX6885" fmla="*/ 2080163 w 3708449"/>
              <a:gd name="connsiteY6885" fmla="*/ 515527 h 3514679"/>
              <a:gd name="connsiteX6886" fmla="*/ 2095408 w 3708449"/>
              <a:gd name="connsiteY6886" fmla="*/ 531587 h 3514679"/>
              <a:gd name="connsiteX6887" fmla="*/ 2080163 w 3708449"/>
              <a:gd name="connsiteY6887" fmla="*/ 547646 h 3514679"/>
              <a:gd name="connsiteX6888" fmla="*/ 2064104 w 3708449"/>
              <a:gd name="connsiteY6888" fmla="*/ 531587 h 3514679"/>
              <a:gd name="connsiteX6889" fmla="*/ 2080163 w 3708449"/>
              <a:gd name="connsiteY6889" fmla="*/ 515527 h 3514679"/>
              <a:gd name="connsiteX6890" fmla="*/ 2014994 w 3708449"/>
              <a:gd name="connsiteY6890" fmla="*/ 515527 h 3514679"/>
              <a:gd name="connsiteX6891" fmla="*/ 2031169 w 3708449"/>
              <a:gd name="connsiteY6891" fmla="*/ 531587 h 3514679"/>
              <a:gd name="connsiteX6892" fmla="*/ 2014994 w 3708449"/>
              <a:gd name="connsiteY6892" fmla="*/ 547646 h 3514679"/>
              <a:gd name="connsiteX6893" fmla="*/ 1998934 w 3708449"/>
              <a:gd name="connsiteY6893" fmla="*/ 531587 h 3514679"/>
              <a:gd name="connsiteX6894" fmla="*/ 2014994 w 3708449"/>
              <a:gd name="connsiteY6894" fmla="*/ 515527 h 3514679"/>
              <a:gd name="connsiteX6895" fmla="*/ 1950756 w 3708449"/>
              <a:gd name="connsiteY6895" fmla="*/ 515527 h 3514679"/>
              <a:gd name="connsiteX6896" fmla="*/ 1966815 w 3708449"/>
              <a:gd name="connsiteY6896" fmla="*/ 531587 h 3514679"/>
              <a:gd name="connsiteX6897" fmla="*/ 1950756 w 3708449"/>
              <a:gd name="connsiteY6897" fmla="*/ 547646 h 3514679"/>
              <a:gd name="connsiteX6898" fmla="*/ 1934580 w 3708449"/>
              <a:gd name="connsiteY6898" fmla="*/ 531587 h 3514679"/>
              <a:gd name="connsiteX6899" fmla="*/ 1950756 w 3708449"/>
              <a:gd name="connsiteY6899" fmla="*/ 515527 h 3514679"/>
              <a:gd name="connsiteX6900" fmla="*/ 1886402 w 3708449"/>
              <a:gd name="connsiteY6900" fmla="*/ 515527 h 3514679"/>
              <a:gd name="connsiteX6901" fmla="*/ 1902461 w 3708449"/>
              <a:gd name="connsiteY6901" fmla="*/ 531587 h 3514679"/>
              <a:gd name="connsiteX6902" fmla="*/ 1886402 w 3708449"/>
              <a:gd name="connsiteY6902" fmla="*/ 547646 h 3514679"/>
              <a:gd name="connsiteX6903" fmla="*/ 1870343 w 3708449"/>
              <a:gd name="connsiteY6903" fmla="*/ 531587 h 3514679"/>
              <a:gd name="connsiteX6904" fmla="*/ 1886402 w 3708449"/>
              <a:gd name="connsiteY6904" fmla="*/ 515527 h 3514679"/>
              <a:gd name="connsiteX6905" fmla="*/ 1822048 w 3708449"/>
              <a:gd name="connsiteY6905" fmla="*/ 515527 h 3514679"/>
              <a:gd name="connsiteX6906" fmla="*/ 1838108 w 3708449"/>
              <a:gd name="connsiteY6906" fmla="*/ 531587 h 3514679"/>
              <a:gd name="connsiteX6907" fmla="*/ 1822048 w 3708449"/>
              <a:gd name="connsiteY6907" fmla="*/ 547646 h 3514679"/>
              <a:gd name="connsiteX6908" fmla="*/ 1805989 w 3708449"/>
              <a:gd name="connsiteY6908" fmla="*/ 531587 h 3514679"/>
              <a:gd name="connsiteX6909" fmla="*/ 1822048 w 3708449"/>
              <a:gd name="connsiteY6909" fmla="*/ 515527 h 3514679"/>
              <a:gd name="connsiteX6910" fmla="*/ 1756879 w 3708449"/>
              <a:gd name="connsiteY6910" fmla="*/ 515527 h 3514679"/>
              <a:gd name="connsiteX6911" fmla="*/ 1773055 w 3708449"/>
              <a:gd name="connsiteY6911" fmla="*/ 531587 h 3514679"/>
              <a:gd name="connsiteX6912" fmla="*/ 1756879 w 3708449"/>
              <a:gd name="connsiteY6912" fmla="*/ 547646 h 3514679"/>
              <a:gd name="connsiteX6913" fmla="*/ 1741635 w 3708449"/>
              <a:gd name="connsiteY6913" fmla="*/ 531587 h 3514679"/>
              <a:gd name="connsiteX6914" fmla="*/ 1756879 w 3708449"/>
              <a:gd name="connsiteY6914" fmla="*/ 515527 h 3514679"/>
              <a:gd name="connsiteX6915" fmla="*/ 1692642 w 3708449"/>
              <a:gd name="connsiteY6915" fmla="*/ 515527 h 3514679"/>
              <a:gd name="connsiteX6916" fmla="*/ 1708701 w 3708449"/>
              <a:gd name="connsiteY6916" fmla="*/ 531587 h 3514679"/>
              <a:gd name="connsiteX6917" fmla="*/ 1692642 w 3708449"/>
              <a:gd name="connsiteY6917" fmla="*/ 547646 h 3514679"/>
              <a:gd name="connsiteX6918" fmla="*/ 1676466 w 3708449"/>
              <a:gd name="connsiteY6918" fmla="*/ 531587 h 3514679"/>
              <a:gd name="connsiteX6919" fmla="*/ 1692642 w 3708449"/>
              <a:gd name="connsiteY6919" fmla="*/ 515527 h 3514679"/>
              <a:gd name="connsiteX6920" fmla="*/ 1628287 w 3708449"/>
              <a:gd name="connsiteY6920" fmla="*/ 515527 h 3514679"/>
              <a:gd name="connsiteX6921" fmla="*/ 1644346 w 3708449"/>
              <a:gd name="connsiteY6921" fmla="*/ 531587 h 3514679"/>
              <a:gd name="connsiteX6922" fmla="*/ 1628287 w 3708449"/>
              <a:gd name="connsiteY6922" fmla="*/ 547646 h 3514679"/>
              <a:gd name="connsiteX6923" fmla="*/ 1612228 w 3708449"/>
              <a:gd name="connsiteY6923" fmla="*/ 531587 h 3514679"/>
              <a:gd name="connsiteX6924" fmla="*/ 1628287 w 3708449"/>
              <a:gd name="connsiteY6924" fmla="*/ 515527 h 3514679"/>
              <a:gd name="connsiteX6925" fmla="*/ 1563933 w 3708449"/>
              <a:gd name="connsiteY6925" fmla="*/ 515527 h 3514679"/>
              <a:gd name="connsiteX6926" fmla="*/ 1579993 w 3708449"/>
              <a:gd name="connsiteY6926" fmla="*/ 531587 h 3514679"/>
              <a:gd name="connsiteX6927" fmla="*/ 1563933 w 3708449"/>
              <a:gd name="connsiteY6927" fmla="*/ 547646 h 3514679"/>
              <a:gd name="connsiteX6928" fmla="*/ 1547874 w 3708449"/>
              <a:gd name="connsiteY6928" fmla="*/ 531587 h 3514679"/>
              <a:gd name="connsiteX6929" fmla="*/ 1563933 w 3708449"/>
              <a:gd name="connsiteY6929" fmla="*/ 515527 h 3514679"/>
              <a:gd name="connsiteX6930" fmla="*/ 1499579 w 3708449"/>
              <a:gd name="connsiteY6930" fmla="*/ 515527 h 3514679"/>
              <a:gd name="connsiteX6931" fmla="*/ 1514940 w 3708449"/>
              <a:gd name="connsiteY6931" fmla="*/ 531587 h 3514679"/>
              <a:gd name="connsiteX6932" fmla="*/ 1499579 w 3708449"/>
              <a:gd name="connsiteY6932" fmla="*/ 547646 h 3514679"/>
              <a:gd name="connsiteX6933" fmla="*/ 1483520 w 3708449"/>
              <a:gd name="connsiteY6933" fmla="*/ 531587 h 3514679"/>
              <a:gd name="connsiteX6934" fmla="*/ 1499579 w 3708449"/>
              <a:gd name="connsiteY6934" fmla="*/ 515527 h 3514679"/>
              <a:gd name="connsiteX6935" fmla="*/ 1434527 w 3708449"/>
              <a:gd name="connsiteY6935" fmla="*/ 515527 h 3514679"/>
              <a:gd name="connsiteX6936" fmla="*/ 1450586 w 3708449"/>
              <a:gd name="connsiteY6936" fmla="*/ 531587 h 3514679"/>
              <a:gd name="connsiteX6937" fmla="*/ 1434527 w 3708449"/>
              <a:gd name="connsiteY6937" fmla="*/ 547646 h 3514679"/>
              <a:gd name="connsiteX6938" fmla="*/ 1418351 w 3708449"/>
              <a:gd name="connsiteY6938" fmla="*/ 531587 h 3514679"/>
              <a:gd name="connsiteX6939" fmla="*/ 1434527 w 3708449"/>
              <a:gd name="connsiteY6939" fmla="*/ 515527 h 3514679"/>
              <a:gd name="connsiteX6940" fmla="*/ 1370173 w 3708449"/>
              <a:gd name="connsiteY6940" fmla="*/ 515527 h 3514679"/>
              <a:gd name="connsiteX6941" fmla="*/ 1386233 w 3708449"/>
              <a:gd name="connsiteY6941" fmla="*/ 531587 h 3514679"/>
              <a:gd name="connsiteX6942" fmla="*/ 1370173 w 3708449"/>
              <a:gd name="connsiteY6942" fmla="*/ 547646 h 3514679"/>
              <a:gd name="connsiteX6943" fmla="*/ 1354114 w 3708449"/>
              <a:gd name="connsiteY6943" fmla="*/ 531587 h 3514679"/>
              <a:gd name="connsiteX6944" fmla="*/ 1370173 w 3708449"/>
              <a:gd name="connsiteY6944" fmla="*/ 515527 h 3514679"/>
              <a:gd name="connsiteX6945" fmla="*/ 1305819 w 3708449"/>
              <a:gd name="connsiteY6945" fmla="*/ 515527 h 3514679"/>
              <a:gd name="connsiteX6946" fmla="*/ 1321879 w 3708449"/>
              <a:gd name="connsiteY6946" fmla="*/ 531587 h 3514679"/>
              <a:gd name="connsiteX6947" fmla="*/ 1305819 w 3708449"/>
              <a:gd name="connsiteY6947" fmla="*/ 547646 h 3514679"/>
              <a:gd name="connsiteX6948" fmla="*/ 1289760 w 3708449"/>
              <a:gd name="connsiteY6948" fmla="*/ 531587 h 3514679"/>
              <a:gd name="connsiteX6949" fmla="*/ 1305819 w 3708449"/>
              <a:gd name="connsiteY6949" fmla="*/ 515527 h 3514679"/>
              <a:gd name="connsiteX6950" fmla="*/ 1241465 w 3708449"/>
              <a:gd name="connsiteY6950" fmla="*/ 515527 h 3514679"/>
              <a:gd name="connsiteX6951" fmla="*/ 1256826 w 3708449"/>
              <a:gd name="connsiteY6951" fmla="*/ 531587 h 3514679"/>
              <a:gd name="connsiteX6952" fmla="*/ 1241465 w 3708449"/>
              <a:gd name="connsiteY6952" fmla="*/ 547646 h 3514679"/>
              <a:gd name="connsiteX6953" fmla="*/ 1225406 w 3708449"/>
              <a:gd name="connsiteY6953" fmla="*/ 531587 h 3514679"/>
              <a:gd name="connsiteX6954" fmla="*/ 1241465 w 3708449"/>
              <a:gd name="connsiteY6954" fmla="*/ 515527 h 3514679"/>
              <a:gd name="connsiteX6955" fmla="*/ 1176412 w 3708449"/>
              <a:gd name="connsiteY6955" fmla="*/ 515527 h 3514679"/>
              <a:gd name="connsiteX6956" fmla="*/ 1192472 w 3708449"/>
              <a:gd name="connsiteY6956" fmla="*/ 531587 h 3514679"/>
              <a:gd name="connsiteX6957" fmla="*/ 1176412 w 3708449"/>
              <a:gd name="connsiteY6957" fmla="*/ 547646 h 3514679"/>
              <a:gd name="connsiteX6958" fmla="*/ 1161051 w 3708449"/>
              <a:gd name="connsiteY6958" fmla="*/ 531587 h 3514679"/>
              <a:gd name="connsiteX6959" fmla="*/ 1176412 w 3708449"/>
              <a:gd name="connsiteY6959" fmla="*/ 515527 h 3514679"/>
              <a:gd name="connsiteX6960" fmla="*/ 1112058 w 3708449"/>
              <a:gd name="connsiteY6960" fmla="*/ 515527 h 3514679"/>
              <a:gd name="connsiteX6961" fmla="*/ 1128117 w 3708449"/>
              <a:gd name="connsiteY6961" fmla="*/ 531587 h 3514679"/>
              <a:gd name="connsiteX6962" fmla="*/ 1112058 w 3708449"/>
              <a:gd name="connsiteY6962" fmla="*/ 547646 h 3514679"/>
              <a:gd name="connsiteX6963" fmla="*/ 1095998 w 3708449"/>
              <a:gd name="connsiteY6963" fmla="*/ 531587 h 3514679"/>
              <a:gd name="connsiteX6964" fmla="*/ 1112058 w 3708449"/>
              <a:gd name="connsiteY6964" fmla="*/ 515527 h 3514679"/>
              <a:gd name="connsiteX6965" fmla="*/ 1047704 w 3708449"/>
              <a:gd name="connsiteY6965" fmla="*/ 515527 h 3514679"/>
              <a:gd name="connsiteX6966" fmla="*/ 1063763 w 3708449"/>
              <a:gd name="connsiteY6966" fmla="*/ 531587 h 3514679"/>
              <a:gd name="connsiteX6967" fmla="*/ 1047704 w 3708449"/>
              <a:gd name="connsiteY6967" fmla="*/ 547646 h 3514679"/>
              <a:gd name="connsiteX6968" fmla="*/ 1031644 w 3708449"/>
              <a:gd name="connsiteY6968" fmla="*/ 531587 h 3514679"/>
              <a:gd name="connsiteX6969" fmla="*/ 1047704 w 3708449"/>
              <a:gd name="connsiteY6969" fmla="*/ 515527 h 3514679"/>
              <a:gd name="connsiteX6970" fmla="*/ 983349 w 3708449"/>
              <a:gd name="connsiteY6970" fmla="*/ 515527 h 3514679"/>
              <a:gd name="connsiteX6971" fmla="*/ 999408 w 3708449"/>
              <a:gd name="connsiteY6971" fmla="*/ 531587 h 3514679"/>
              <a:gd name="connsiteX6972" fmla="*/ 983349 w 3708449"/>
              <a:gd name="connsiteY6972" fmla="*/ 547646 h 3514679"/>
              <a:gd name="connsiteX6973" fmla="*/ 967290 w 3708449"/>
              <a:gd name="connsiteY6973" fmla="*/ 531587 h 3514679"/>
              <a:gd name="connsiteX6974" fmla="*/ 983349 w 3708449"/>
              <a:gd name="connsiteY6974" fmla="*/ 515527 h 3514679"/>
              <a:gd name="connsiteX6975" fmla="*/ 918297 w 3708449"/>
              <a:gd name="connsiteY6975" fmla="*/ 515527 h 3514679"/>
              <a:gd name="connsiteX6976" fmla="*/ 934356 w 3708449"/>
              <a:gd name="connsiteY6976" fmla="*/ 531587 h 3514679"/>
              <a:gd name="connsiteX6977" fmla="*/ 918297 w 3708449"/>
              <a:gd name="connsiteY6977" fmla="*/ 547646 h 3514679"/>
              <a:gd name="connsiteX6978" fmla="*/ 902936 w 3708449"/>
              <a:gd name="connsiteY6978" fmla="*/ 531587 h 3514679"/>
              <a:gd name="connsiteX6979" fmla="*/ 918297 w 3708449"/>
              <a:gd name="connsiteY6979" fmla="*/ 515527 h 3514679"/>
              <a:gd name="connsiteX6980" fmla="*/ 853944 w 3708449"/>
              <a:gd name="connsiteY6980" fmla="*/ 515527 h 3514679"/>
              <a:gd name="connsiteX6981" fmla="*/ 870003 w 3708449"/>
              <a:gd name="connsiteY6981" fmla="*/ 531587 h 3514679"/>
              <a:gd name="connsiteX6982" fmla="*/ 853944 w 3708449"/>
              <a:gd name="connsiteY6982" fmla="*/ 547646 h 3514679"/>
              <a:gd name="connsiteX6983" fmla="*/ 837884 w 3708449"/>
              <a:gd name="connsiteY6983" fmla="*/ 531587 h 3514679"/>
              <a:gd name="connsiteX6984" fmla="*/ 853944 w 3708449"/>
              <a:gd name="connsiteY6984" fmla="*/ 515527 h 3514679"/>
              <a:gd name="connsiteX6985" fmla="*/ 789590 w 3708449"/>
              <a:gd name="connsiteY6985" fmla="*/ 515527 h 3514679"/>
              <a:gd name="connsiteX6986" fmla="*/ 805649 w 3708449"/>
              <a:gd name="connsiteY6986" fmla="*/ 531587 h 3514679"/>
              <a:gd name="connsiteX6987" fmla="*/ 789590 w 3708449"/>
              <a:gd name="connsiteY6987" fmla="*/ 547646 h 3514679"/>
              <a:gd name="connsiteX6988" fmla="*/ 773530 w 3708449"/>
              <a:gd name="connsiteY6988" fmla="*/ 531587 h 3514679"/>
              <a:gd name="connsiteX6989" fmla="*/ 789590 w 3708449"/>
              <a:gd name="connsiteY6989" fmla="*/ 515527 h 3514679"/>
              <a:gd name="connsiteX6990" fmla="*/ 725235 w 3708449"/>
              <a:gd name="connsiteY6990" fmla="*/ 515527 h 3514679"/>
              <a:gd name="connsiteX6991" fmla="*/ 741411 w 3708449"/>
              <a:gd name="connsiteY6991" fmla="*/ 531587 h 3514679"/>
              <a:gd name="connsiteX6992" fmla="*/ 725235 w 3708449"/>
              <a:gd name="connsiteY6992" fmla="*/ 547646 h 3514679"/>
              <a:gd name="connsiteX6993" fmla="*/ 709176 w 3708449"/>
              <a:gd name="connsiteY6993" fmla="*/ 531587 h 3514679"/>
              <a:gd name="connsiteX6994" fmla="*/ 725235 w 3708449"/>
              <a:gd name="connsiteY6994" fmla="*/ 515527 h 3514679"/>
              <a:gd name="connsiteX6995" fmla="*/ 660998 w 3708449"/>
              <a:gd name="connsiteY6995" fmla="*/ 515527 h 3514679"/>
              <a:gd name="connsiteX6996" fmla="*/ 676242 w 3708449"/>
              <a:gd name="connsiteY6996" fmla="*/ 531587 h 3514679"/>
              <a:gd name="connsiteX6997" fmla="*/ 660998 w 3708449"/>
              <a:gd name="connsiteY6997" fmla="*/ 547646 h 3514679"/>
              <a:gd name="connsiteX6998" fmla="*/ 644822 w 3708449"/>
              <a:gd name="connsiteY6998" fmla="*/ 531587 h 3514679"/>
              <a:gd name="connsiteX6999" fmla="*/ 660998 w 3708449"/>
              <a:gd name="connsiteY6999" fmla="*/ 515527 h 3514679"/>
              <a:gd name="connsiteX7000" fmla="*/ 595829 w 3708449"/>
              <a:gd name="connsiteY7000" fmla="*/ 515527 h 3514679"/>
              <a:gd name="connsiteX7001" fmla="*/ 611888 w 3708449"/>
              <a:gd name="connsiteY7001" fmla="*/ 531587 h 3514679"/>
              <a:gd name="connsiteX7002" fmla="*/ 595829 w 3708449"/>
              <a:gd name="connsiteY7002" fmla="*/ 547646 h 3514679"/>
              <a:gd name="connsiteX7003" fmla="*/ 580468 w 3708449"/>
              <a:gd name="connsiteY7003" fmla="*/ 531587 h 3514679"/>
              <a:gd name="connsiteX7004" fmla="*/ 595829 w 3708449"/>
              <a:gd name="connsiteY7004" fmla="*/ 515527 h 3514679"/>
              <a:gd name="connsiteX7005" fmla="*/ 531474 w 3708449"/>
              <a:gd name="connsiteY7005" fmla="*/ 515527 h 3514679"/>
              <a:gd name="connsiteX7006" fmla="*/ 547533 w 3708449"/>
              <a:gd name="connsiteY7006" fmla="*/ 531587 h 3514679"/>
              <a:gd name="connsiteX7007" fmla="*/ 531474 w 3708449"/>
              <a:gd name="connsiteY7007" fmla="*/ 547646 h 3514679"/>
              <a:gd name="connsiteX7008" fmla="*/ 515415 w 3708449"/>
              <a:gd name="connsiteY7008" fmla="*/ 531587 h 3514679"/>
              <a:gd name="connsiteX7009" fmla="*/ 531474 w 3708449"/>
              <a:gd name="connsiteY7009" fmla="*/ 515527 h 3514679"/>
              <a:gd name="connsiteX7010" fmla="*/ 467120 w 3708449"/>
              <a:gd name="connsiteY7010" fmla="*/ 515527 h 3514679"/>
              <a:gd name="connsiteX7011" fmla="*/ 483296 w 3708449"/>
              <a:gd name="connsiteY7011" fmla="*/ 531587 h 3514679"/>
              <a:gd name="connsiteX7012" fmla="*/ 467120 w 3708449"/>
              <a:gd name="connsiteY7012" fmla="*/ 547646 h 3514679"/>
              <a:gd name="connsiteX7013" fmla="*/ 451061 w 3708449"/>
              <a:gd name="connsiteY7013" fmla="*/ 531587 h 3514679"/>
              <a:gd name="connsiteX7014" fmla="*/ 467120 w 3708449"/>
              <a:gd name="connsiteY7014" fmla="*/ 515527 h 3514679"/>
              <a:gd name="connsiteX7015" fmla="*/ 402882 w 3708449"/>
              <a:gd name="connsiteY7015" fmla="*/ 515527 h 3514679"/>
              <a:gd name="connsiteX7016" fmla="*/ 418942 w 3708449"/>
              <a:gd name="connsiteY7016" fmla="*/ 531587 h 3514679"/>
              <a:gd name="connsiteX7017" fmla="*/ 402882 w 3708449"/>
              <a:gd name="connsiteY7017" fmla="*/ 547646 h 3514679"/>
              <a:gd name="connsiteX7018" fmla="*/ 386707 w 3708449"/>
              <a:gd name="connsiteY7018" fmla="*/ 531587 h 3514679"/>
              <a:gd name="connsiteX7019" fmla="*/ 402882 w 3708449"/>
              <a:gd name="connsiteY7019" fmla="*/ 515527 h 3514679"/>
              <a:gd name="connsiteX7020" fmla="*/ 2337462 w 3708449"/>
              <a:gd name="connsiteY7020" fmla="*/ 451173 h 3514679"/>
              <a:gd name="connsiteX7021" fmla="*/ 2353522 w 3708449"/>
              <a:gd name="connsiteY7021" fmla="*/ 467233 h 3514679"/>
              <a:gd name="connsiteX7022" fmla="*/ 2337462 w 3708449"/>
              <a:gd name="connsiteY7022" fmla="*/ 483292 h 3514679"/>
              <a:gd name="connsiteX7023" fmla="*/ 2322218 w 3708449"/>
              <a:gd name="connsiteY7023" fmla="*/ 467233 h 3514679"/>
              <a:gd name="connsiteX7024" fmla="*/ 2337462 w 3708449"/>
              <a:gd name="connsiteY7024" fmla="*/ 451173 h 3514679"/>
              <a:gd name="connsiteX7025" fmla="*/ 2273109 w 3708449"/>
              <a:gd name="connsiteY7025" fmla="*/ 451173 h 3514679"/>
              <a:gd name="connsiteX7026" fmla="*/ 2289284 w 3708449"/>
              <a:gd name="connsiteY7026" fmla="*/ 467233 h 3514679"/>
              <a:gd name="connsiteX7027" fmla="*/ 2273109 w 3708449"/>
              <a:gd name="connsiteY7027" fmla="*/ 483292 h 3514679"/>
              <a:gd name="connsiteX7028" fmla="*/ 2257049 w 3708449"/>
              <a:gd name="connsiteY7028" fmla="*/ 467233 h 3514679"/>
              <a:gd name="connsiteX7029" fmla="*/ 2273109 w 3708449"/>
              <a:gd name="connsiteY7029" fmla="*/ 451173 h 3514679"/>
              <a:gd name="connsiteX7030" fmla="*/ 2208755 w 3708449"/>
              <a:gd name="connsiteY7030" fmla="*/ 451173 h 3514679"/>
              <a:gd name="connsiteX7031" fmla="*/ 2224930 w 3708449"/>
              <a:gd name="connsiteY7031" fmla="*/ 467233 h 3514679"/>
              <a:gd name="connsiteX7032" fmla="*/ 2208755 w 3708449"/>
              <a:gd name="connsiteY7032" fmla="*/ 483292 h 3514679"/>
              <a:gd name="connsiteX7033" fmla="*/ 2192695 w 3708449"/>
              <a:gd name="connsiteY7033" fmla="*/ 467233 h 3514679"/>
              <a:gd name="connsiteX7034" fmla="*/ 2208755 w 3708449"/>
              <a:gd name="connsiteY7034" fmla="*/ 451173 h 3514679"/>
              <a:gd name="connsiteX7035" fmla="*/ 2144517 w 3708449"/>
              <a:gd name="connsiteY7035" fmla="*/ 451173 h 3514679"/>
              <a:gd name="connsiteX7036" fmla="*/ 2160576 w 3708449"/>
              <a:gd name="connsiteY7036" fmla="*/ 467233 h 3514679"/>
              <a:gd name="connsiteX7037" fmla="*/ 2144517 w 3708449"/>
              <a:gd name="connsiteY7037" fmla="*/ 483292 h 3514679"/>
              <a:gd name="connsiteX7038" fmla="*/ 2128341 w 3708449"/>
              <a:gd name="connsiteY7038" fmla="*/ 467233 h 3514679"/>
              <a:gd name="connsiteX7039" fmla="*/ 2144517 w 3708449"/>
              <a:gd name="connsiteY7039" fmla="*/ 451173 h 3514679"/>
              <a:gd name="connsiteX7040" fmla="*/ 2080163 w 3708449"/>
              <a:gd name="connsiteY7040" fmla="*/ 451173 h 3514679"/>
              <a:gd name="connsiteX7041" fmla="*/ 2095408 w 3708449"/>
              <a:gd name="connsiteY7041" fmla="*/ 467233 h 3514679"/>
              <a:gd name="connsiteX7042" fmla="*/ 2080163 w 3708449"/>
              <a:gd name="connsiteY7042" fmla="*/ 483292 h 3514679"/>
              <a:gd name="connsiteX7043" fmla="*/ 2064104 w 3708449"/>
              <a:gd name="connsiteY7043" fmla="*/ 467233 h 3514679"/>
              <a:gd name="connsiteX7044" fmla="*/ 2080163 w 3708449"/>
              <a:gd name="connsiteY7044" fmla="*/ 451173 h 3514679"/>
              <a:gd name="connsiteX7045" fmla="*/ 2014994 w 3708449"/>
              <a:gd name="connsiteY7045" fmla="*/ 451173 h 3514679"/>
              <a:gd name="connsiteX7046" fmla="*/ 2031169 w 3708449"/>
              <a:gd name="connsiteY7046" fmla="*/ 467233 h 3514679"/>
              <a:gd name="connsiteX7047" fmla="*/ 2014994 w 3708449"/>
              <a:gd name="connsiteY7047" fmla="*/ 483292 h 3514679"/>
              <a:gd name="connsiteX7048" fmla="*/ 1998934 w 3708449"/>
              <a:gd name="connsiteY7048" fmla="*/ 467233 h 3514679"/>
              <a:gd name="connsiteX7049" fmla="*/ 2014994 w 3708449"/>
              <a:gd name="connsiteY7049" fmla="*/ 451173 h 3514679"/>
              <a:gd name="connsiteX7050" fmla="*/ 1950756 w 3708449"/>
              <a:gd name="connsiteY7050" fmla="*/ 451173 h 3514679"/>
              <a:gd name="connsiteX7051" fmla="*/ 1966815 w 3708449"/>
              <a:gd name="connsiteY7051" fmla="*/ 467233 h 3514679"/>
              <a:gd name="connsiteX7052" fmla="*/ 1950756 w 3708449"/>
              <a:gd name="connsiteY7052" fmla="*/ 483292 h 3514679"/>
              <a:gd name="connsiteX7053" fmla="*/ 1934580 w 3708449"/>
              <a:gd name="connsiteY7053" fmla="*/ 467233 h 3514679"/>
              <a:gd name="connsiteX7054" fmla="*/ 1950756 w 3708449"/>
              <a:gd name="connsiteY7054" fmla="*/ 451173 h 3514679"/>
              <a:gd name="connsiteX7055" fmla="*/ 1886402 w 3708449"/>
              <a:gd name="connsiteY7055" fmla="*/ 451173 h 3514679"/>
              <a:gd name="connsiteX7056" fmla="*/ 1902461 w 3708449"/>
              <a:gd name="connsiteY7056" fmla="*/ 467233 h 3514679"/>
              <a:gd name="connsiteX7057" fmla="*/ 1886402 w 3708449"/>
              <a:gd name="connsiteY7057" fmla="*/ 483292 h 3514679"/>
              <a:gd name="connsiteX7058" fmla="*/ 1870343 w 3708449"/>
              <a:gd name="connsiteY7058" fmla="*/ 467233 h 3514679"/>
              <a:gd name="connsiteX7059" fmla="*/ 1886402 w 3708449"/>
              <a:gd name="connsiteY7059" fmla="*/ 451173 h 3514679"/>
              <a:gd name="connsiteX7060" fmla="*/ 1822048 w 3708449"/>
              <a:gd name="connsiteY7060" fmla="*/ 451173 h 3514679"/>
              <a:gd name="connsiteX7061" fmla="*/ 1838108 w 3708449"/>
              <a:gd name="connsiteY7061" fmla="*/ 467233 h 3514679"/>
              <a:gd name="connsiteX7062" fmla="*/ 1822048 w 3708449"/>
              <a:gd name="connsiteY7062" fmla="*/ 483292 h 3514679"/>
              <a:gd name="connsiteX7063" fmla="*/ 1805989 w 3708449"/>
              <a:gd name="connsiteY7063" fmla="*/ 467233 h 3514679"/>
              <a:gd name="connsiteX7064" fmla="*/ 1822048 w 3708449"/>
              <a:gd name="connsiteY7064" fmla="*/ 451173 h 3514679"/>
              <a:gd name="connsiteX7065" fmla="*/ 1756879 w 3708449"/>
              <a:gd name="connsiteY7065" fmla="*/ 451173 h 3514679"/>
              <a:gd name="connsiteX7066" fmla="*/ 1773055 w 3708449"/>
              <a:gd name="connsiteY7066" fmla="*/ 467233 h 3514679"/>
              <a:gd name="connsiteX7067" fmla="*/ 1756879 w 3708449"/>
              <a:gd name="connsiteY7067" fmla="*/ 483292 h 3514679"/>
              <a:gd name="connsiteX7068" fmla="*/ 1741635 w 3708449"/>
              <a:gd name="connsiteY7068" fmla="*/ 467233 h 3514679"/>
              <a:gd name="connsiteX7069" fmla="*/ 1756879 w 3708449"/>
              <a:gd name="connsiteY7069" fmla="*/ 451173 h 3514679"/>
              <a:gd name="connsiteX7070" fmla="*/ 1692642 w 3708449"/>
              <a:gd name="connsiteY7070" fmla="*/ 451173 h 3514679"/>
              <a:gd name="connsiteX7071" fmla="*/ 1708701 w 3708449"/>
              <a:gd name="connsiteY7071" fmla="*/ 467233 h 3514679"/>
              <a:gd name="connsiteX7072" fmla="*/ 1692642 w 3708449"/>
              <a:gd name="connsiteY7072" fmla="*/ 483292 h 3514679"/>
              <a:gd name="connsiteX7073" fmla="*/ 1676466 w 3708449"/>
              <a:gd name="connsiteY7073" fmla="*/ 467233 h 3514679"/>
              <a:gd name="connsiteX7074" fmla="*/ 1692642 w 3708449"/>
              <a:gd name="connsiteY7074" fmla="*/ 451173 h 3514679"/>
              <a:gd name="connsiteX7075" fmla="*/ 1628287 w 3708449"/>
              <a:gd name="connsiteY7075" fmla="*/ 451173 h 3514679"/>
              <a:gd name="connsiteX7076" fmla="*/ 1644346 w 3708449"/>
              <a:gd name="connsiteY7076" fmla="*/ 467233 h 3514679"/>
              <a:gd name="connsiteX7077" fmla="*/ 1628287 w 3708449"/>
              <a:gd name="connsiteY7077" fmla="*/ 483292 h 3514679"/>
              <a:gd name="connsiteX7078" fmla="*/ 1612228 w 3708449"/>
              <a:gd name="connsiteY7078" fmla="*/ 467233 h 3514679"/>
              <a:gd name="connsiteX7079" fmla="*/ 1628287 w 3708449"/>
              <a:gd name="connsiteY7079" fmla="*/ 451173 h 3514679"/>
              <a:gd name="connsiteX7080" fmla="*/ 1563933 w 3708449"/>
              <a:gd name="connsiteY7080" fmla="*/ 451173 h 3514679"/>
              <a:gd name="connsiteX7081" fmla="*/ 1579993 w 3708449"/>
              <a:gd name="connsiteY7081" fmla="*/ 467233 h 3514679"/>
              <a:gd name="connsiteX7082" fmla="*/ 1563933 w 3708449"/>
              <a:gd name="connsiteY7082" fmla="*/ 483292 h 3514679"/>
              <a:gd name="connsiteX7083" fmla="*/ 1547874 w 3708449"/>
              <a:gd name="connsiteY7083" fmla="*/ 467233 h 3514679"/>
              <a:gd name="connsiteX7084" fmla="*/ 1563933 w 3708449"/>
              <a:gd name="connsiteY7084" fmla="*/ 451173 h 3514679"/>
              <a:gd name="connsiteX7085" fmla="*/ 1499579 w 3708449"/>
              <a:gd name="connsiteY7085" fmla="*/ 451173 h 3514679"/>
              <a:gd name="connsiteX7086" fmla="*/ 1514940 w 3708449"/>
              <a:gd name="connsiteY7086" fmla="*/ 467233 h 3514679"/>
              <a:gd name="connsiteX7087" fmla="*/ 1499579 w 3708449"/>
              <a:gd name="connsiteY7087" fmla="*/ 483292 h 3514679"/>
              <a:gd name="connsiteX7088" fmla="*/ 1483520 w 3708449"/>
              <a:gd name="connsiteY7088" fmla="*/ 467233 h 3514679"/>
              <a:gd name="connsiteX7089" fmla="*/ 1499579 w 3708449"/>
              <a:gd name="connsiteY7089" fmla="*/ 451173 h 3514679"/>
              <a:gd name="connsiteX7090" fmla="*/ 1434527 w 3708449"/>
              <a:gd name="connsiteY7090" fmla="*/ 451173 h 3514679"/>
              <a:gd name="connsiteX7091" fmla="*/ 1450586 w 3708449"/>
              <a:gd name="connsiteY7091" fmla="*/ 467233 h 3514679"/>
              <a:gd name="connsiteX7092" fmla="*/ 1434527 w 3708449"/>
              <a:gd name="connsiteY7092" fmla="*/ 483292 h 3514679"/>
              <a:gd name="connsiteX7093" fmla="*/ 1418351 w 3708449"/>
              <a:gd name="connsiteY7093" fmla="*/ 467233 h 3514679"/>
              <a:gd name="connsiteX7094" fmla="*/ 1434527 w 3708449"/>
              <a:gd name="connsiteY7094" fmla="*/ 451173 h 3514679"/>
              <a:gd name="connsiteX7095" fmla="*/ 1370173 w 3708449"/>
              <a:gd name="connsiteY7095" fmla="*/ 451173 h 3514679"/>
              <a:gd name="connsiteX7096" fmla="*/ 1386233 w 3708449"/>
              <a:gd name="connsiteY7096" fmla="*/ 467233 h 3514679"/>
              <a:gd name="connsiteX7097" fmla="*/ 1370173 w 3708449"/>
              <a:gd name="connsiteY7097" fmla="*/ 483292 h 3514679"/>
              <a:gd name="connsiteX7098" fmla="*/ 1354114 w 3708449"/>
              <a:gd name="connsiteY7098" fmla="*/ 467233 h 3514679"/>
              <a:gd name="connsiteX7099" fmla="*/ 1370173 w 3708449"/>
              <a:gd name="connsiteY7099" fmla="*/ 451173 h 3514679"/>
              <a:gd name="connsiteX7100" fmla="*/ 1305819 w 3708449"/>
              <a:gd name="connsiteY7100" fmla="*/ 451173 h 3514679"/>
              <a:gd name="connsiteX7101" fmla="*/ 1321879 w 3708449"/>
              <a:gd name="connsiteY7101" fmla="*/ 467233 h 3514679"/>
              <a:gd name="connsiteX7102" fmla="*/ 1305819 w 3708449"/>
              <a:gd name="connsiteY7102" fmla="*/ 483292 h 3514679"/>
              <a:gd name="connsiteX7103" fmla="*/ 1289760 w 3708449"/>
              <a:gd name="connsiteY7103" fmla="*/ 467233 h 3514679"/>
              <a:gd name="connsiteX7104" fmla="*/ 1305819 w 3708449"/>
              <a:gd name="connsiteY7104" fmla="*/ 451173 h 3514679"/>
              <a:gd name="connsiteX7105" fmla="*/ 1241465 w 3708449"/>
              <a:gd name="connsiteY7105" fmla="*/ 451173 h 3514679"/>
              <a:gd name="connsiteX7106" fmla="*/ 1256826 w 3708449"/>
              <a:gd name="connsiteY7106" fmla="*/ 467233 h 3514679"/>
              <a:gd name="connsiteX7107" fmla="*/ 1241465 w 3708449"/>
              <a:gd name="connsiteY7107" fmla="*/ 483292 h 3514679"/>
              <a:gd name="connsiteX7108" fmla="*/ 1225406 w 3708449"/>
              <a:gd name="connsiteY7108" fmla="*/ 467233 h 3514679"/>
              <a:gd name="connsiteX7109" fmla="*/ 1241465 w 3708449"/>
              <a:gd name="connsiteY7109" fmla="*/ 451173 h 3514679"/>
              <a:gd name="connsiteX7110" fmla="*/ 1176412 w 3708449"/>
              <a:gd name="connsiteY7110" fmla="*/ 451173 h 3514679"/>
              <a:gd name="connsiteX7111" fmla="*/ 1192472 w 3708449"/>
              <a:gd name="connsiteY7111" fmla="*/ 467233 h 3514679"/>
              <a:gd name="connsiteX7112" fmla="*/ 1176412 w 3708449"/>
              <a:gd name="connsiteY7112" fmla="*/ 483292 h 3514679"/>
              <a:gd name="connsiteX7113" fmla="*/ 1161051 w 3708449"/>
              <a:gd name="connsiteY7113" fmla="*/ 467233 h 3514679"/>
              <a:gd name="connsiteX7114" fmla="*/ 1176412 w 3708449"/>
              <a:gd name="connsiteY7114" fmla="*/ 451173 h 3514679"/>
              <a:gd name="connsiteX7115" fmla="*/ 1112058 w 3708449"/>
              <a:gd name="connsiteY7115" fmla="*/ 451173 h 3514679"/>
              <a:gd name="connsiteX7116" fmla="*/ 1128117 w 3708449"/>
              <a:gd name="connsiteY7116" fmla="*/ 467233 h 3514679"/>
              <a:gd name="connsiteX7117" fmla="*/ 1112058 w 3708449"/>
              <a:gd name="connsiteY7117" fmla="*/ 483292 h 3514679"/>
              <a:gd name="connsiteX7118" fmla="*/ 1095998 w 3708449"/>
              <a:gd name="connsiteY7118" fmla="*/ 467233 h 3514679"/>
              <a:gd name="connsiteX7119" fmla="*/ 1112058 w 3708449"/>
              <a:gd name="connsiteY7119" fmla="*/ 451173 h 3514679"/>
              <a:gd name="connsiteX7120" fmla="*/ 1047704 w 3708449"/>
              <a:gd name="connsiteY7120" fmla="*/ 451173 h 3514679"/>
              <a:gd name="connsiteX7121" fmla="*/ 1063763 w 3708449"/>
              <a:gd name="connsiteY7121" fmla="*/ 467233 h 3514679"/>
              <a:gd name="connsiteX7122" fmla="*/ 1047704 w 3708449"/>
              <a:gd name="connsiteY7122" fmla="*/ 483292 h 3514679"/>
              <a:gd name="connsiteX7123" fmla="*/ 1031644 w 3708449"/>
              <a:gd name="connsiteY7123" fmla="*/ 467233 h 3514679"/>
              <a:gd name="connsiteX7124" fmla="*/ 1047704 w 3708449"/>
              <a:gd name="connsiteY7124" fmla="*/ 451173 h 3514679"/>
              <a:gd name="connsiteX7125" fmla="*/ 983349 w 3708449"/>
              <a:gd name="connsiteY7125" fmla="*/ 451173 h 3514679"/>
              <a:gd name="connsiteX7126" fmla="*/ 999408 w 3708449"/>
              <a:gd name="connsiteY7126" fmla="*/ 467233 h 3514679"/>
              <a:gd name="connsiteX7127" fmla="*/ 983349 w 3708449"/>
              <a:gd name="connsiteY7127" fmla="*/ 483292 h 3514679"/>
              <a:gd name="connsiteX7128" fmla="*/ 967290 w 3708449"/>
              <a:gd name="connsiteY7128" fmla="*/ 467233 h 3514679"/>
              <a:gd name="connsiteX7129" fmla="*/ 983349 w 3708449"/>
              <a:gd name="connsiteY7129" fmla="*/ 451173 h 3514679"/>
              <a:gd name="connsiteX7130" fmla="*/ 918297 w 3708449"/>
              <a:gd name="connsiteY7130" fmla="*/ 451173 h 3514679"/>
              <a:gd name="connsiteX7131" fmla="*/ 934356 w 3708449"/>
              <a:gd name="connsiteY7131" fmla="*/ 467233 h 3514679"/>
              <a:gd name="connsiteX7132" fmla="*/ 918297 w 3708449"/>
              <a:gd name="connsiteY7132" fmla="*/ 483292 h 3514679"/>
              <a:gd name="connsiteX7133" fmla="*/ 902936 w 3708449"/>
              <a:gd name="connsiteY7133" fmla="*/ 467233 h 3514679"/>
              <a:gd name="connsiteX7134" fmla="*/ 918297 w 3708449"/>
              <a:gd name="connsiteY7134" fmla="*/ 451173 h 3514679"/>
              <a:gd name="connsiteX7135" fmla="*/ 853944 w 3708449"/>
              <a:gd name="connsiteY7135" fmla="*/ 451173 h 3514679"/>
              <a:gd name="connsiteX7136" fmla="*/ 870003 w 3708449"/>
              <a:gd name="connsiteY7136" fmla="*/ 467233 h 3514679"/>
              <a:gd name="connsiteX7137" fmla="*/ 853944 w 3708449"/>
              <a:gd name="connsiteY7137" fmla="*/ 483292 h 3514679"/>
              <a:gd name="connsiteX7138" fmla="*/ 837884 w 3708449"/>
              <a:gd name="connsiteY7138" fmla="*/ 467233 h 3514679"/>
              <a:gd name="connsiteX7139" fmla="*/ 853944 w 3708449"/>
              <a:gd name="connsiteY7139" fmla="*/ 451173 h 3514679"/>
              <a:gd name="connsiteX7140" fmla="*/ 789590 w 3708449"/>
              <a:gd name="connsiteY7140" fmla="*/ 451173 h 3514679"/>
              <a:gd name="connsiteX7141" fmla="*/ 805649 w 3708449"/>
              <a:gd name="connsiteY7141" fmla="*/ 467233 h 3514679"/>
              <a:gd name="connsiteX7142" fmla="*/ 789590 w 3708449"/>
              <a:gd name="connsiteY7142" fmla="*/ 483292 h 3514679"/>
              <a:gd name="connsiteX7143" fmla="*/ 773530 w 3708449"/>
              <a:gd name="connsiteY7143" fmla="*/ 467233 h 3514679"/>
              <a:gd name="connsiteX7144" fmla="*/ 789590 w 3708449"/>
              <a:gd name="connsiteY7144" fmla="*/ 451173 h 3514679"/>
              <a:gd name="connsiteX7145" fmla="*/ 725235 w 3708449"/>
              <a:gd name="connsiteY7145" fmla="*/ 451173 h 3514679"/>
              <a:gd name="connsiteX7146" fmla="*/ 741411 w 3708449"/>
              <a:gd name="connsiteY7146" fmla="*/ 467233 h 3514679"/>
              <a:gd name="connsiteX7147" fmla="*/ 725235 w 3708449"/>
              <a:gd name="connsiteY7147" fmla="*/ 483292 h 3514679"/>
              <a:gd name="connsiteX7148" fmla="*/ 709176 w 3708449"/>
              <a:gd name="connsiteY7148" fmla="*/ 467233 h 3514679"/>
              <a:gd name="connsiteX7149" fmla="*/ 725235 w 3708449"/>
              <a:gd name="connsiteY7149" fmla="*/ 451173 h 3514679"/>
              <a:gd name="connsiteX7150" fmla="*/ 660998 w 3708449"/>
              <a:gd name="connsiteY7150" fmla="*/ 451173 h 3514679"/>
              <a:gd name="connsiteX7151" fmla="*/ 676242 w 3708449"/>
              <a:gd name="connsiteY7151" fmla="*/ 467233 h 3514679"/>
              <a:gd name="connsiteX7152" fmla="*/ 660998 w 3708449"/>
              <a:gd name="connsiteY7152" fmla="*/ 483292 h 3514679"/>
              <a:gd name="connsiteX7153" fmla="*/ 644822 w 3708449"/>
              <a:gd name="connsiteY7153" fmla="*/ 467233 h 3514679"/>
              <a:gd name="connsiteX7154" fmla="*/ 660998 w 3708449"/>
              <a:gd name="connsiteY7154" fmla="*/ 451173 h 3514679"/>
              <a:gd name="connsiteX7155" fmla="*/ 595829 w 3708449"/>
              <a:gd name="connsiteY7155" fmla="*/ 451173 h 3514679"/>
              <a:gd name="connsiteX7156" fmla="*/ 611888 w 3708449"/>
              <a:gd name="connsiteY7156" fmla="*/ 467233 h 3514679"/>
              <a:gd name="connsiteX7157" fmla="*/ 595829 w 3708449"/>
              <a:gd name="connsiteY7157" fmla="*/ 483292 h 3514679"/>
              <a:gd name="connsiteX7158" fmla="*/ 580468 w 3708449"/>
              <a:gd name="connsiteY7158" fmla="*/ 467233 h 3514679"/>
              <a:gd name="connsiteX7159" fmla="*/ 595829 w 3708449"/>
              <a:gd name="connsiteY7159" fmla="*/ 451173 h 3514679"/>
              <a:gd name="connsiteX7160" fmla="*/ 531474 w 3708449"/>
              <a:gd name="connsiteY7160" fmla="*/ 451173 h 3514679"/>
              <a:gd name="connsiteX7161" fmla="*/ 547533 w 3708449"/>
              <a:gd name="connsiteY7161" fmla="*/ 467233 h 3514679"/>
              <a:gd name="connsiteX7162" fmla="*/ 531474 w 3708449"/>
              <a:gd name="connsiteY7162" fmla="*/ 483292 h 3514679"/>
              <a:gd name="connsiteX7163" fmla="*/ 515415 w 3708449"/>
              <a:gd name="connsiteY7163" fmla="*/ 467233 h 3514679"/>
              <a:gd name="connsiteX7164" fmla="*/ 531474 w 3708449"/>
              <a:gd name="connsiteY7164" fmla="*/ 451173 h 3514679"/>
              <a:gd name="connsiteX7165" fmla="*/ 467120 w 3708449"/>
              <a:gd name="connsiteY7165" fmla="*/ 451173 h 3514679"/>
              <a:gd name="connsiteX7166" fmla="*/ 483296 w 3708449"/>
              <a:gd name="connsiteY7166" fmla="*/ 467233 h 3514679"/>
              <a:gd name="connsiteX7167" fmla="*/ 467120 w 3708449"/>
              <a:gd name="connsiteY7167" fmla="*/ 483292 h 3514679"/>
              <a:gd name="connsiteX7168" fmla="*/ 451061 w 3708449"/>
              <a:gd name="connsiteY7168" fmla="*/ 467233 h 3514679"/>
              <a:gd name="connsiteX7169" fmla="*/ 467120 w 3708449"/>
              <a:gd name="connsiteY7169" fmla="*/ 451173 h 3514679"/>
              <a:gd name="connsiteX7170" fmla="*/ 402882 w 3708449"/>
              <a:gd name="connsiteY7170" fmla="*/ 451173 h 3514679"/>
              <a:gd name="connsiteX7171" fmla="*/ 418942 w 3708449"/>
              <a:gd name="connsiteY7171" fmla="*/ 467233 h 3514679"/>
              <a:gd name="connsiteX7172" fmla="*/ 402882 w 3708449"/>
              <a:gd name="connsiteY7172" fmla="*/ 483292 h 3514679"/>
              <a:gd name="connsiteX7173" fmla="*/ 386707 w 3708449"/>
              <a:gd name="connsiteY7173" fmla="*/ 467233 h 3514679"/>
              <a:gd name="connsiteX7174" fmla="*/ 402882 w 3708449"/>
              <a:gd name="connsiteY7174" fmla="*/ 451173 h 3514679"/>
              <a:gd name="connsiteX7175" fmla="*/ 2273109 w 3708449"/>
              <a:gd name="connsiteY7175" fmla="*/ 386819 h 3514679"/>
              <a:gd name="connsiteX7176" fmla="*/ 2289284 w 3708449"/>
              <a:gd name="connsiteY7176" fmla="*/ 402878 h 3514679"/>
              <a:gd name="connsiteX7177" fmla="*/ 2273109 w 3708449"/>
              <a:gd name="connsiteY7177" fmla="*/ 418938 h 3514679"/>
              <a:gd name="connsiteX7178" fmla="*/ 2257049 w 3708449"/>
              <a:gd name="connsiteY7178" fmla="*/ 402878 h 3514679"/>
              <a:gd name="connsiteX7179" fmla="*/ 2273109 w 3708449"/>
              <a:gd name="connsiteY7179" fmla="*/ 386819 h 3514679"/>
              <a:gd name="connsiteX7180" fmla="*/ 2208755 w 3708449"/>
              <a:gd name="connsiteY7180" fmla="*/ 386819 h 3514679"/>
              <a:gd name="connsiteX7181" fmla="*/ 2224930 w 3708449"/>
              <a:gd name="connsiteY7181" fmla="*/ 402878 h 3514679"/>
              <a:gd name="connsiteX7182" fmla="*/ 2208755 w 3708449"/>
              <a:gd name="connsiteY7182" fmla="*/ 418938 h 3514679"/>
              <a:gd name="connsiteX7183" fmla="*/ 2192695 w 3708449"/>
              <a:gd name="connsiteY7183" fmla="*/ 402878 h 3514679"/>
              <a:gd name="connsiteX7184" fmla="*/ 2208755 w 3708449"/>
              <a:gd name="connsiteY7184" fmla="*/ 386819 h 3514679"/>
              <a:gd name="connsiteX7185" fmla="*/ 2144517 w 3708449"/>
              <a:gd name="connsiteY7185" fmla="*/ 386819 h 3514679"/>
              <a:gd name="connsiteX7186" fmla="*/ 2160576 w 3708449"/>
              <a:gd name="connsiteY7186" fmla="*/ 402878 h 3514679"/>
              <a:gd name="connsiteX7187" fmla="*/ 2144517 w 3708449"/>
              <a:gd name="connsiteY7187" fmla="*/ 418938 h 3514679"/>
              <a:gd name="connsiteX7188" fmla="*/ 2128341 w 3708449"/>
              <a:gd name="connsiteY7188" fmla="*/ 402878 h 3514679"/>
              <a:gd name="connsiteX7189" fmla="*/ 2144517 w 3708449"/>
              <a:gd name="connsiteY7189" fmla="*/ 386819 h 3514679"/>
              <a:gd name="connsiteX7190" fmla="*/ 2080163 w 3708449"/>
              <a:gd name="connsiteY7190" fmla="*/ 386819 h 3514679"/>
              <a:gd name="connsiteX7191" fmla="*/ 2095408 w 3708449"/>
              <a:gd name="connsiteY7191" fmla="*/ 402878 h 3514679"/>
              <a:gd name="connsiteX7192" fmla="*/ 2080163 w 3708449"/>
              <a:gd name="connsiteY7192" fmla="*/ 418938 h 3514679"/>
              <a:gd name="connsiteX7193" fmla="*/ 2064104 w 3708449"/>
              <a:gd name="connsiteY7193" fmla="*/ 402878 h 3514679"/>
              <a:gd name="connsiteX7194" fmla="*/ 2080163 w 3708449"/>
              <a:gd name="connsiteY7194" fmla="*/ 386819 h 3514679"/>
              <a:gd name="connsiteX7195" fmla="*/ 2014994 w 3708449"/>
              <a:gd name="connsiteY7195" fmla="*/ 386819 h 3514679"/>
              <a:gd name="connsiteX7196" fmla="*/ 2031169 w 3708449"/>
              <a:gd name="connsiteY7196" fmla="*/ 402878 h 3514679"/>
              <a:gd name="connsiteX7197" fmla="*/ 2014994 w 3708449"/>
              <a:gd name="connsiteY7197" fmla="*/ 418938 h 3514679"/>
              <a:gd name="connsiteX7198" fmla="*/ 1998934 w 3708449"/>
              <a:gd name="connsiteY7198" fmla="*/ 402878 h 3514679"/>
              <a:gd name="connsiteX7199" fmla="*/ 2014994 w 3708449"/>
              <a:gd name="connsiteY7199" fmla="*/ 386819 h 3514679"/>
              <a:gd name="connsiteX7200" fmla="*/ 1950756 w 3708449"/>
              <a:gd name="connsiteY7200" fmla="*/ 386819 h 3514679"/>
              <a:gd name="connsiteX7201" fmla="*/ 1966815 w 3708449"/>
              <a:gd name="connsiteY7201" fmla="*/ 402878 h 3514679"/>
              <a:gd name="connsiteX7202" fmla="*/ 1950756 w 3708449"/>
              <a:gd name="connsiteY7202" fmla="*/ 418938 h 3514679"/>
              <a:gd name="connsiteX7203" fmla="*/ 1934580 w 3708449"/>
              <a:gd name="connsiteY7203" fmla="*/ 402878 h 3514679"/>
              <a:gd name="connsiteX7204" fmla="*/ 1950756 w 3708449"/>
              <a:gd name="connsiteY7204" fmla="*/ 386819 h 3514679"/>
              <a:gd name="connsiteX7205" fmla="*/ 1886402 w 3708449"/>
              <a:gd name="connsiteY7205" fmla="*/ 386819 h 3514679"/>
              <a:gd name="connsiteX7206" fmla="*/ 1902461 w 3708449"/>
              <a:gd name="connsiteY7206" fmla="*/ 402878 h 3514679"/>
              <a:gd name="connsiteX7207" fmla="*/ 1886402 w 3708449"/>
              <a:gd name="connsiteY7207" fmla="*/ 418938 h 3514679"/>
              <a:gd name="connsiteX7208" fmla="*/ 1870343 w 3708449"/>
              <a:gd name="connsiteY7208" fmla="*/ 402878 h 3514679"/>
              <a:gd name="connsiteX7209" fmla="*/ 1886402 w 3708449"/>
              <a:gd name="connsiteY7209" fmla="*/ 386819 h 3514679"/>
              <a:gd name="connsiteX7210" fmla="*/ 1822048 w 3708449"/>
              <a:gd name="connsiteY7210" fmla="*/ 386819 h 3514679"/>
              <a:gd name="connsiteX7211" fmla="*/ 1838108 w 3708449"/>
              <a:gd name="connsiteY7211" fmla="*/ 402878 h 3514679"/>
              <a:gd name="connsiteX7212" fmla="*/ 1822048 w 3708449"/>
              <a:gd name="connsiteY7212" fmla="*/ 418938 h 3514679"/>
              <a:gd name="connsiteX7213" fmla="*/ 1805989 w 3708449"/>
              <a:gd name="connsiteY7213" fmla="*/ 402878 h 3514679"/>
              <a:gd name="connsiteX7214" fmla="*/ 1822048 w 3708449"/>
              <a:gd name="connsiteY7214" fmla="*/ 386819 h 3514679"/>
              <a:gd name="connsiteX7215" fmla="*/ 1756879 w 3708449"/>
              <a:gd name="connsiteY7215" fmla="*/ 386819 h 3514679"/>
              <a:gd name="connsiteX7216" fmla="*/ 1773055 w 3708449"/>
              <a:gd name="connsiteY7216" fmla="*/ 402878 h 3514679"/>
              <a:gd name="connsiteX7217" fmla="*/ 1756879 w 3708449"/>
              <a:gd name="connsiteY7217" fmla="*/ 418938 h 3514679"/>
              <a:gd name="connsiteX7218" fmla="*/ 1741635 w 3708449"/>
              <a:gd name="connsiteY7218" fmla="*/ 402878 h 3514679"/>
              <a:gd name="connsiteX7219" fmla="*/ 1756879 w 3708449"/>
              <a:gd name="connsiteY7219" fmla="*/ 386819 h 3514679"/>
              <a:gd name="connsiteX7220" fmla="*/ 1692642 w 3708449"/>
              <a:gd name="connsiteY7220" fmla="*/ 386819 h 3514679"/>
              <a:gd name="connsiteX7221" fmla="*/ 1708701 w 3708449"/>
              <a:gd name="connsiteY7221" fmla="*/ 402878 h 3514679"/>
              <a:gd name="connsiteX7222" fmla="*/ 1692642 w 3708449"/>
              <a:gd name="connsiteY7222" fmla="*/ 418938 h 3514679"/>
              <a:gd name="connsiteX7223" fmla="*/ 1676466 w 3708449"/>
              <a:gd name="connsiteY7223" fmla="*/ 402878 h 3514679"/>
              <a:gd name="connsiteX7224" fmla="*/ 1692642 w 3708449"/>
              <a:gd name="connsiteY7224" fmla="*/ 386819 h 3514679"/>
              <a:gd name="connsiteX7225" fmla="*/ 1628287 w 3708449"/>
              <a:gd name="connsiteY7225" fmla="*/ 386819 h 3514679"/>
              <a:gd name="connsiteX7226" fmla="*/ 1644346 w 3708449"/>
              <a:gd name="connsiteY7226" fmla="*/ 402878 h 3514679"/>
              <a:gd name="connsiteX7227" fmla="*/ 1628287 w 3708449"/>
              <a:gd name="connsiteY7227" fmla="*/ 418938 h 3514679"/>
              <a:gd name="connsiteX7228" fmla="*/ 1612228 w 3708449"/>
              <a:gd name="connsiteY7228" fmla="*/ 402878 h 3514679"/>
              <a:gd name="connsiteX7229" fmla="*/ 1628287 w 3708449"/>
              <a:gd name="connsiteY7229" fmla="*/ 386819 h 3514679"/>
              <a:gd name="connsiteX7230" fmla="*/ 1563933 w 3708449"/>
              <a:gd name="connsiteY7230" fmla="*/ 386819 h 3514679"/>
              <a:gd name="connsiteX7231" fmla="*/ 1579993 w 3708449"/>
              <a:gd name="connsiteY7231" fmla="*/ 402878 h 3514679"/>
              <a:gd name="connsiteX7232" fmla="*/ 1563933 w 3708449"/>
              <a:gd name="connsiteY7232" fmla="*/ 418938 h 3514679"/>
              <a:gd name="connsiteX7233" fmla="*/ 1547874 w 3708449"/>
              <a:gd name="connsiteY7233" fmla="*/ 402878 h 3514679"/>
              <a:gd name="connsiteX7234" fmla="*/ 1563933 w 3708449"/>
              <a:gd name="connsiteY7234" fmla="*/ 386819 h 3514679"/>
              <a:gd name="connsiteX7235" fmla="*/ 1499579 w 3708449"/>
              <a:gd name="connsiteY7235" fmla="*/ 386819 h 3514679"/>
              <a:gd name="connsiteX7236" fmla="*/ 1514940 w 3708449"/>
              <a:gd name="connsiteY7236" fmla="*/ 402878 h 3514679"/>
              <a:gd name="connsiteX7237" fmla="*/ 1499579 w 3708449"/>
              <a:gd name="connsiteY7237" fmla="*/ 418938 h 3514679"/>
              <a:gd name="connsiteX7238" fmla="*/ 1483520 w 3708449"/>
              <a:gd name="connsiteY7238" fmla="*/ 402878 h 3514679"/>
              <a:gd name="connsiteX7239" fmla="*/ 1499579 w 3708449"/>
              <a:gd name="connsiteY7239" fmla="*/ 386819 h 3514679"/>
              <a:gd name="connsiteX7240" fmla="*/ 1434527 w 3708449"/>
              <a:gd name="connsiteY7240" fmla="*/ 386819 h 3514679"/>
              <a:gd name="connsiteX7241" fmla="*/ 1450586 w 3708449"/>
              <a:gd name="connsiteY7241" fmla="*/ 402878 h 3514679"/>
              <a:gd name="connsiteX7242" fmla="*/ 1434527 w 3708449"/>
              <a:gd name="connsiteY7242" fmla="*/ 418938 h 3514679"/>
              <a:gd name="connsiteX7243" fmla="*/ 1418351 w 3708449"/>
              <a:gd name="connsiteY7243" fmla="*/ 402878 h 3514679"/>
              <a:gd name="connsiteX7244" fmla="*/ 1434527 w 3708449"/>
              <a:gd name="connsiteY7244" fmla="*/ 386819 h 3514679"/>
              <a:gd name="connsiteX7245" fmla="*/ 1370173 w 3708449"/>
              <a:gd name="connsiteY7245" fmla="*/ 386819 h 3514679"/>
              <a:gd name="connsiteX7246" fmla="*/ 1386233 w 3708449"/>
              <a:gd name="connsiteY7246" fmla="*/ 402878 h 3514679"/>
              <a:gd name="connsiteX7247" fmla="*/ 1370173 w 3708449"/>
              <a:gd name="connsiteY7247" fmla="*/ 418938 h 3514679"/>
              <a:gd name="connsiteX7248" fmla="*/ 1354114 w 3708449"/>
              <a:gd name="connsiteY7248" fmla="*/ 402878 h 3514679"/>
              <a:gd name="connsiteX7249" fmla="*/ 1370173 w 3708449"/>
              <a:gd name="connsiteY7249" fmla="*/ 386819 h 3514679"/>
              <a:gd name="connsiteX7250" fmla="*/ 1305819 w 3708449"/>
              <a:gd name="connsiteY7250" fmla="*/ 386819 h 3514679"/>
              <a:gd name="connsiteX7251" fmla="*/ 1321879 w 3708449"/>
              <a:gd name="connsiteY7251" fmla="*/ 402878 h 3514679"/>
              <a:gd name="connsiteX7252" fmla="*/ 1305819 w 3708449"/>
              <a:gd name="connsiteY7252" fmla="*/ 418938 h 3514679"/>
              <a:gd name="connsiteX7253" fmla="*/ 1289760 w 3708449"/>
              <a:gd name="connsiteY7253" fmla="*/ 402878 h 3514679"/>
              <a:gd name="connsiteX7254" fmla="*/ 1305819 w 3708449"/>
              <a:gd name="connsiteY7254" fmla="*/ 386819 h 3514679"/>
              <a:gd name="connsiteX7255" fmla="*/ 1241465 w 3708449"/>
              <a:gd name="connsiteY7255" fmla="*/ 386819 h 3514679"/>
              <a:gd name="connsiteX7256" fmla="*/ 1256826 w 3708449"/>
              <a:gd name="connsiteY7256" fmla="*/ 402878 h 3514679"/>
              <a:gd name="connsiteX7257" fmla="*/ 1241465 w 3708449"/>
              <a:gd name="connsiteY7257" fmla="*/ 418938 h 3514679"/>
              <a:gd name="connsiteX7258" fmla="*/ 1225406 w 3708449"/>
              <a:gd name="connsiteY7258" fmla="*/ 402878 h 3514679"/>
              <a:gd name="connsiteX7259" fmla="*/ 1241465 w 3708449"/>
              <a:gd name="connsiteY7259" fmla="*/ 386819 h 3514679"/>
              <a:gd name="connsiteX7260" fmla="*/ 1176412 w 3708449"/>
              <a:gd name="connsiteY7260" fmla="*/ 386819 h 3514679"/>
              <a:gd name="connsiteX7261" fmla="*/ 1192472 w 3708449"/>
              <a:gd name="connsiteY7261" fmla="*/ 402878 h 3514679"/>
              <a:gd name="connsiteX7262" fmla="*/ 1176412 w 3708449"/>
              <a:gd name="connsiteY7262" fmla="*/ 418938 h 3514679"/>
              <a:gd name="connsiteX7263" fmla="*/ 1161051 w 3708449"/>
              <a:gd name="connsiteY7263" fmla="*/ 402878 h 3514679"/>
              <a:gd name="connsiteX7264" fmla="*/ 1176412 w 3708449"/>
              <a:gd name="connsiteY7264" fmla="*/ 386819 h 3514679"/>
              <a:gd name="connsiteX7265" fmla="*/ 1112058 w 3708449"/>
              <a:gd name="connsiteY7265" fmla="*/ 386819 h 3514679"/>
              <a:gd name="connsiteX7266" fmla="*/ 1128117 w 3708449"/>
              <a:gd name="connsiteY7266" fmla="*/ 402878 h 3514679"/>
              <a:gd name="connsiteX7267" fmla="*/ 1112058 w 3708449"/>
              <a:gd name="connsiteY7267" fmla="*/ 418938 h 3514679"/>
              <a:gd name="connsiteX7268" fmla="*/ 1095998 w 3708449"/>
              <a:gd name="connsiteY7268" fmla="*/ 402878 h 3514679"/>
              <a:gd name="connsiteX7269" fmla="*/ 1112058 w 3708449"/>
              <a:gd name="connsiteY7269" fmla="*/ 386819 h 3514679"/>
              <a:gd name="connsiteX7270" fmla="*/ 1047704 w 3708449"/>
              <a:gd name="connsiteY7270" fmla="*/ 386819 h 3514679"/>
              <a:gd name="connsiteX7271" fmla="*/ 1063763 w 3708449"/>
              <a:gd name="connsiteY7271" fmla="*/ 402878 h 3514679"/>
              <a:gd name="connsiteX7272" fmla="*/ 1047704 w 3708449"/>
              <a:gd name="connsiteY7272" fmla="*/ 418938 h 3514679"/>
              <a:gd name="connsiteX7273" fmla="*/ 1031644 w 3708449"/>
              <a:gd name="connsiteY7273" fmla="*/ 402878 h 3514679"/>
              <a:gd name="connsiteX7274" fmla="*/ 1047704 w 3708449"/>
              <a:gd name="connsiteY7274" fmla="*/ 386819 h 3514679"/>
              <a:gd name="connsiteX7275" fmla="*/ 983349 w 3708449"/>
              <a:gd name="connsiteY7275" fmla="*/ 386819 h 3514679"/>
              <a:gd name="connsiteX7276" fmla="*/ 999408 w 3708449"/>
              <a:gd name="connsiteY7276" fmla="*/ 402878 h 3514679"/>
              <a:gd name="connsiteX7277" fmla="*/ 983349 w 3708449"/>
              <a:gd name="connsiteY7277" fmla="*/ 418938 h 3514679"/>
              <a:gd name="connsiteX7278" fmla="*/ 967290 w 3708449"/>
              <a:gd name="connsiteY7278" fmla="*/ 402878 h 3514679"/>
              <a:gd name="connsiteX7279" fmla="*/ 983349 w 3708449"/>
              <a:gd name="connsiteY7279" fmla="*/ 386819 h 3514679"/>
              <a:gd name="connsiteX7280" fmla="*/ 918995 w 3708449"/>
              <a:gd name="connsiteY7280" fmla="*/ 386819 h 3514679"/>
              <a:gd name="connsiteX7281" fmla="*/ 934356 w 3708449"/>
              <a:gd name="connsiteY7281" fmla="*/ 402878 h 3514679"/>
              <a:gd name="connsiteX7282" fmla="*/ 918995 w 3708449"/>
              <a:gd name="connsiteY7282" fmla="*/ 418938 h 3514679"/>
              <a:gd name="connsiteX7283" fmla="*/ 902936 w 3708449"/>
              <a:gd name="connsiteY7283" fmla="*/ 402878 h 3514679"/>
              <a:gd name="connsiteX7284" fmla="*/ 918995 w 3708449"/>
              <a:gd name="connsiteY7284" fmla="*/ 386819 h 3514679"/>
              <a:gd name="connsiteX7285" fmla="*/ 853944 w 3708449"/>
              <a:gd name="connsiteY7285" fmla="*/ 386819 h 3514679"/>
              <a:gd name="connsiteX7286" fmla="*/ 870003 w 3708449"/>
              <a:gd name="connsiteY7286" fmla="*/ 402878 h 3514679"/>
              <a:gd name="connsiteX7287" fmla="*/ 853944 w 3708449"/>
              <a:gd name="connsiteY7287" fmla="*/ 418938 h 3514679"/>
              <a:gd name="connsiteX7288" fmla="*/ 837884 w 3708449"/>
              <a:gd name="connsiteY7288" fmla="*/ 402878 h 3514679"/>
              <a:gd name="connsiteX7289" fmla="*/ 853944 w 3708449"/>
              <a:gd name="connsiteY7289" fmla="*/ 386819 h 3514679"/>
              <a:gd name="connsiteX7290" fmla="*/ 725235 w 3708449"/>
              <a:gd name="connsiteY7290" fmla="*/ 386819 h 3514679"/>
              <a:gd name="connsiteX7291" fmla="*/ 741411 w 3708449"/>
              <a:gd name="connsiteY7291" fmla="*/ 402878 h 3514679"/>
              <a:gd name="connsiteX7292" fmla="*/ 725235 w 3708449"/>
              <a:gd name="connsiteY7292" fmla="*/ 418938 h 3514679"/>
              <a:gd name="connsiteX7293" fmla="*/ 709176 w 3708449"/>
              <a:gd name="connsiteY7293" fmla="*/ 402878 h 3514679"/>
              <a:gd name="connsiteX7294" fmla="*/ 725235 w 3708449"/>
              <a:gd name="connsiteY7294" fmla="*/ 386819 h 3514679"/>
              <a:gd name="connsiteX7295" fmla="*/ 660998 w 3708449"/>
              <a:gd name="connsiteY7295" fmla="*/ 386819 h 3514679"/>
              <a:gd name="connsiteX7296" fmla="*/ 676242 w 3708449"/>
              <a:gd name="connsiteY7296" fmla="*/ 402878 h 3514679"/>
              <a:gd name="connsiteX7297" fmla="*/ 660998 w 3708449"/>
              <a:gd name="connsiteY7297" fmla="*/ 418938 h 3514679"/>
              <a:gd name="connsiteX7298" fmla="*/ 644822 w 3708449"/>
              <a:gd name="connsiteY7298" fmla="*/ 402878 h 3514679"/>
              <a:gd name="connsiteX7299" fmla="*/ 660998 w 3708449"/>
              <a:gd name="connsiteY7299" fmla="*/ 386819 h 3514679"/>
              <a:gd name="connsiteX7300" fmla="*/ 595829 w 3708449"/>
              <a:gd name="connsiteY7300" fmla="*/ 386819 h 3514679"/>
              <a:gd name="connsiteX7301" fmla="*/ 611888 w 3708449"/>
              <a:gd name="connsiteY7301" fmla="*/ 402878 h 3514679"/>
              <a:gd name="connsiteX7302" fmla="*/ 595829 w 3708449"/>
              <a:gd name="connsiteY7302" fmla="*/ 418938 h 3514679"/>
              <a:gd name="connsiteX7303" fmla="*/ 580468 w 3708449"/>
              <a:gd name="connsiteY7303" fmla="*/ 402878 h 3514679"/>
              <a:gd name="connsiteX7304" fmla="*/ 595829 w 3708449"/>
              <a:gd name="connsiteY7304" fmla="*/ 386819 h 3514679"/>
              <a:gd name="connsiteX7305" fmla="*/ 531474 w 3708449"/>
              <a:gd name="connsiteY7305" fmla="*/ 386819 h 3514679"/>
              <a:gd name="connsiteX7306" fmla="*/ 547533 w 3708449"/>
              <a:gd name="connsiteY7306" fmla="*/ 402878 h 3514679"/>
              <a:gd name="connsiteX7307" fmla="*/ 531474 w 3708449"/>
              <a:gd name="connsiteY7307" fmla="*/ 418938 h 3514679"/>
              <a:gd name="connsiteX7308" fmla="*/ 515415 w 3708449"/>
              <a:gd name="connsiteY7308" fmla="*/ 402878 h 3514679"/>
              <a:gd name="connsiteX7309" fmla="*/ 531474 w 3708449"/>
              <a:gd name="connsiteY7309" fmla="*/ 386819 h 3514679"/>
              <a:gd name="connsiteX7310" fmla="*/ 467120 w 3708449"/>
              <a:gd name="connsiteY7310" fmla="*/ 386819 h 3514679"/>
              <a:gd name="connsiteX7311" fmla="*/ 483296 w 3708449"/>
              <a:gd name="connsiteY7311" fmla="*/ 402878 h 3514679"/>
              <a:gd name="connsiteX7312" fmla="*/ 467120 w 3708449"/>
              <a:gd name="connsiteY7312" fmla="*/ 418938 h 3514679"/>
              <a:gd name="connsiteX7313" fmla="*/ 451061 w 3708449"/>
              <a:gd name="connsiteY7313" fmla="*/ 402878 h 3514679"/>
              <a:gd name="connsiteX7314" fmla="*/ 467120 w 3708449"/>
              <a:gd name="connsiteY7314" fmla="*/ 386819 h 3514679"/>
              <a:gd name="connsiteX7315" fmla="*/ 402882 w 3708449"/>
              <a:gd name="connsiteY7315" fmla="*/ 386819 h 3514679"/>
              <a:gd name="connsiteX7316" fmla="*/ 418942 w 3708449"/>
              <a:gd name="connsiteY7316" fmla="*/ 402878 h 3514679"/>
              <a:gd name="connsiteX7317" fmla="*/ 402882 w 3708449"/>
              <a:gd name="connsiteY7317" fmla="*/ 418938 h 3514679"/>
              <a:gd name="connsiteX7318" fmla="*/ 386707 w 3708449"/>
              <a:gd name="connsiteY7318" fmla="*/ 402878 h 3514679"/>
              <a:gd name="connsiteX7319" fmla="*/ 402882 w 3708449"/>
              <a:gd name="connsiteY7319" fmla="*/ 386819 h 3514679"/>
              <a:gd name="connsiteX7320" fmla="*/ 2273109 w 3708449"/>
              <a:gd name="connsiteY7320" fmla="*/ 322465 h 3514679"/>
              <a:gd name="connsiteX7321" fmla="*/ 2289284 w 3708449"/>
              <a:gd name="connsiteY7321" fmla="*/ 338524 h 3514679"/>
              <a:gd name="connsiteX7322" fmla="*/ 2273109 w 3708449"/>
              <a:gd name="connsiteY7322" fmla="*/ 353885 h 3514679"/>
              <a:gd name="connsiteX7323" fmla="*/ 2257049 w 3708449"/>
              <a:gd name="connsiteY7323" fmla="*/ 338524 h 3514679"/>
              <a:gd name="connsiteX7324" fmla="*/ 2273109 w 3708449"/>
              <a:gd name="connsiteY7324" fmla="*/ 322465 h 3514679"/>
              <a:gd name="connsiteX7325" fmla="*/ 2208755 w 3708449"/>
              <a:gd name="connsiteY7325" fmla="*/ 322465 h 3514679"/>
              <a:gd name="connsiteX7326" fmla="*/ 2224930 w 3708449"/>
              <a:gd name="connsiteY7326" fmla="*/ 338524 h 3514679"/>
              <a:gd name="connsiteX7327" fmla="*/ 2208755 w 3708449"/>
              <a:gd name="connsiteY7327" fmla="*/ 353885 h 3514679"/>
              <a:gd name="connsiteX7328" fmla="*/ 2192695 w 3708449"/>
              <a:gd name="connsiteY7328" fmla="*/ 338524 h 3514679"/>
              <a:gd name="connsiteX7329" fmla="*/ 2208755 w 3708449"/>
              <a:gd name="connsiteY7329" fmla="*/ 322465 h 3514679"/>
              <a:gd name="connsiteX7330" fmla="*/ 2144517 w 3708449"/>
              <a:gd name="connsiteY7330" fmla="*/ 322465 h 3514679"/>
              <a:gd name="connsiteX7331" fmla="*/ 2160576 w 3708449"/>
              <a:gd name="connsiteY7331" fmla="*/ 338524 h 3514679"/>
              <a:gd name="connsiteX7332" fmla="*/ 2144517 w 3708449"/>
              <a:gd name="connsiteY7332" fmla="*/ 353885 h 3514679"/>
              <a:gd name="connsiteX7333" fmla="*/ 2128341 w 3708449"/>
              <a:gd name="connsiteY7333" fmla="*/ 338524 h 3514679"/>
              <a:gd name="connsiteX7334" fmla="*/ 2144517 w 3708449"/>
              <a:gd name="connsiteY7334" fmla="*/ 322465 h 3514679"/>
              <a:gd name="connsiteX7335" fmla="*/ 2080163 w 3708449"/>
              <a:gd name="connsiteY7335" fmla="*/ 322465 h 3514679"/>
              <a:gd name="connsiteX7336" fmla="*/ 2095408 w 3708449"/>
              <a:gd name="connsiteY7336" fmla="*/ 338524 h 3514679"/>
              <a:gd name="connsiteX7337" fmla="*/ 2080163 w 3708449"/>
              <a:gd name="connsiteY7337" fmla="*/ 353885 h 3514679"/>
              <a:gd name="connsiteX7338" fmla="*/ 2064104 w 3708449"/>
              <a:gd name="connsiteY7338" fmla="*/ 338524 h 3514679"/>
              <a:gd name="connsiteX7339" fmla="*/ 2080163 w 3708449"/>
              <a:gd name="connsiteY7339" fmla="*/ 322465 h 3514679"/>
              <a:gd name="connsiteX7340" fmla="*/ 2014994 w 3708449"/>
              <a:gd name="connsiteY7340" fmla="*/ 322465 h 3514679"/>
              <a:gd name="connsiteX7341" fmla="*/ 2031169 w 3708449"/>
              <a:gd name="connsiteY7341" fmla="*/ 338524 h 3514679"/>
              <a:gd name="connsiteX7342" fmla="*/ 2014994 w 3708449"/>
              <a:gd name="connsiteY7342" fmla="*/ 353885 h 3514679"/>
              <a:gd name="connsiteX7343" fmla="*/ 1998934 w 3708449"/>
              <a:gd name="connsiteY7343" fmla="*/ 338524 h 3514679"/>
              <a:gd name="connsiteX7344" fmla="*/ 2014994 w 3708449"/>
              <a:gd name="connsiteY7344" fmla="*/ 322465 h 3514679"/>
              <a:gd name="connsiteX7345" fmla="*/ 1950756 w 3708449"/>
              <a:gd name="connsiteY7345" fmla="*/ 322465 h 3514679"/>
              <a:gd name="connsiteX7346" fmla="*/ 1966815 w 3708449"/>
              <a:gd name="connsiteY7346" fmla="*/ 338524 h 3514679"/>
              <a:gd name="connsiteX7347" fmla="*/ 1950756 w 3708449"/>
              <a:gd name="connsiteY7347" fmla="*/ 353885 h 3514679"/>
              <a:gd name="connsiteX7348" fmla="*/ 1934580 w 3708449"/>
              <a:gd name="connsiteY7348" fmla="*/ 338524 h 3514679"/>
              <a:gd name="connsiteX7349" fmla="*/ 1950756 w 3708449"/>
              <a:gd name="connsiteY7349" fmla="*/ 322465 h 3514679"/>
              <a:gd name="connsiteX7350" fmla="*/ 1886402 w 3708449"/>
              <a:gd name="connsiteY7350" fmla="*/ 322465 h 3514679"/>
              <a:gd name="connsiteX7351" fmla="*/ 1902461 w 3708449"/>
              <a:gd name="connsiteY7351" fmla="*/ 338524 h 3514679"/>
              <a:gd name="connsiteX7352" fmla="*/ 1886402 w 3708449"/>
              <a:gd name="connsiteY7352" fmla="*/ 353885 h 3514679"/>
              <a:gd name="connsiteX7353" fmla="*/ 1870343 w 3708449"/>
              <a:gd name="connsiteY7353" fmla="*/ 338524 h 3514679"/>
              <a:gd name="connsiteX7354" fmla="*/ 1886402 w 3708449"/>
              <a:gd name="connsiteY7354" fmla="*/ 322465 h 3514679"/>
              <a:gd name="connsiteX7355" fmla="*/ 1822048 w 3708449"/>
              <a:gd name="connsiteY7355" fmla="*/ 322465 h 3514679"/>
              <a:gd name="connsiteX7356" fmla="*/ 1838108 w 3708449"/>
              <a:gd name="connsiteY7356" fmla="*/ 338524 h 3514679"/>
              <a:gd name="connsiteX7357" fmla="*/ 1822048 w 3708449"/>
              <a:gd name="connsiteY7357" fmla="*/ 353885 h 3514679"/>
              <a:gd name="connsiteX7358" fmla="*/ 1805989 w 3708449"/>
              <a:gd name="connsiteY7358" fmla="*/ 338524 h 3514679"/>
              <a:gd name="connsiteX7359" fmla="*/ 1822048 w 3708449"/>
              <a:gd name="connsiteY7359" fmla="*/ 322465 h 3514679"/>
              <a:gd name="connsiteX7360" fmla="*/ 1756879 w 3708449"/>
              <a:gd name="connsiteY7360" fmla="*/ 322465 h 3514679"/>
              <a:gd name="connsiteX7361" fmla="*/ 1773055 w 3708449"/>
              <a:gd name="connsiteY7361" fmla="*/ 338524 h 3514679"/>
              <a:gd name="connsiteX7362" fmla="*/ 1756879 w 3708449"/>
              <a:gd name="connsiteY7362" fmla="*/ 353885 h 3514679"/>
              <a:gd name="connsiteX7363" fmla="*/ 1741635 w 3708449"/>
              <a:gd name="connsiteY7363" fmla="*/ 338524 h 3514679"/>
              <a:gd name="connsiteX7364" fmla="*/ 1756879 w 3708449"/>
              <a:gd name="connsiteY7364" fmla="*/ 322465 h 3514679"/>
              <a:gd name="connsiteX7365" fmla="*/ 1692642 w 3708449"/>
              <a:gd name="connsiteY7365" fmla="*/ 322465 h 3514679"/>
              <a:gd name="connsiteX7366" fmla="*/ 1708701 w 3708449"/>
              <a:gd name="connsiteY7366" fmla="*/ 338524 h 3514679"/>
              <a:gd name="connsiteX7367" fmla="*/ 1692642 w 3708449"/>
              <a:gd name="connsiteY7367" fmla="*/ 353885 h 3514679"/>
              <a:gd name="connsiteX7368" fmla="*/ 1676466 w 3708449"/>
              <a:gd name="connsiteY7368" fmla="*/ 338524 h 3514679"/>
              <a:gd name="connsiteX7369" fmla="*/ 1692642 w 3708449"/>
              <a:gd name="connsiteY7369" fmla="*/ 322465 h 3514679"/>
              <a:gd name="connsiteX7370" fmla="*/ 1628287 w 3708449"/>
              <a:gd name="connsiteY7370" fmla="*/ 322465 h 3514679"/>
              <a:gd name="connsiteX7371" fmla="*/ 1644346 w 3708449"/>
              <a:gd name="connsiteY7371" fmla="*/ 338524 h 3514679"/>
              <a:gd name="connsiteX7372" fmla="*/ 1628287 w 3708449"/>
              <a:gd name="connsiteY7372" fmla="*/ 353885 h 3514679"/>
              <a:gd name="connsiteX7373" fmla="*/ 1612228 w 3708449"/>
              <a:gd name="connsiteY7373" fmla="*/ 338524 h 3514679"/>
              <a:gd name="connsiteX7374" fmla="*/ 1628287 w 3708449"/>
              <a:gd name="connsiteY7374" fmla="*/ 322465 h 3514679"/>
              <a:gd name="connsiteX7375" fmla="*/ 1563933 w 3708449"/>
              <a:gd name="connsiteY7375" fmla="*/ 322465 h 3514679"/>
              <a:gd name="connsiteX7376" fmla="*/ 1579993 w 3708449"/>
              <a:gd name="connsiteY7376" fmla="*/ 338524 h 3514679"/>
              <a:gd name="connsiteX7377" fmla="*/ 1563933 w 3708449"/>
              <a:gd name="connsiteY7377" fmla="*/ 353885 h 3514679"/>
              <a:gd name="connsiteX7378" fmla="*/ 1547874 w 3708449"/>
              <a:gd name="connsiteY7378" fmla="*/ 338524 h 3514679"/>
              <a:gd name="connsiteX7379" fmla="*/ 1563933 w 3708449"/>
              <a:gd name="connsiteY7379" fmla="*/ 322465 h 3514679"/>
              <a:gd name="connsiteX7380" fmla="*/ 1499579 w 3708449"/>
              <a:gd name="connsiteY7380" fmla="*/ 322465 h 3514679"/>
              <a:gd name="connsiteX7381" fmla="*/ 1514940 w 3708449"/>
              <a:gd name="connsiteY7381" fmla="*/ 338524 h 3514679"/>
              <a:gd name="connsiteX7382" fmla="*/ 1499579 w 3708449"/>
              <a:gd name="connsiteY7382" fmla="*/ 353885 h 3514679"/>
              <a:gd name="connsiteX7383" fmla="*/ 1483520 w 3708449"/>
              <a:gd name="connsiteY7383" fmla="*/ 338524 h 3514679"/>
              <a:gd name="connsiteX7384" fmla="*/ 1499579 w 3708449"/>
              <a:gd name="connsiteY7384" fmla="*/ 322465 h 3514679"/>
              <a:gd name="connsiteX7385" fmla="*/ 1434527 w 3708449"/>
              <a:gd name="connsiteY7385" fmla="*/ 322465 h 3514679"/>
              <a:gd name="connsiteX7386" fmla="*/ 1450586 w 3708449"/>
              <a:gd name="connsiteY7386" fmla="*/ 338524 h 3514679"/>
              <a:gd name="connsiteX7387" fmla="*/ 1434527 w 3708449"/>
              <a:gd name="connsiteY7387" fmla="*/ 353885 h 3514679"/>
              <a:gd name="connsiteX7388" fmla="*/ 1418351 w 3708449"/>
              <a:gd name="connsiteY7388" fmla="*/ 338524 h 3514679"/>
              <a:gd name="connsiteX7389" fmla="*/ 1434527 w 3708449"/>
              <a:gd name="connsiteY7389" fmla="*/ 322465 h 3514679"/>
              <a:gd name="connsiteX7390" fmla="*/ 1370173 w 3708449"/>
              <a:gd name="connsiteY7390" fmla="*/ 322465 h 3514679"/>
              <a:gd name="connsiteX7391" fmla="*/ 1386233 w 3708449"/>
              <a:gd name="connsiteY7391" fmla="*/ 338524 h 3514679"/>
              <a:gd name="connsiteX7392" fmla="*/ 1370173 w 3708449"/>
              <a:gd name="connsiteY7392" fmla="*/ 353885 h 3514679"/>
              <a:gd name="connsiteX7393" fmla="*/ 1354114 w 3708449"/>
              <a:gd name="connsiteY7393" fmla="*/ 338524 h 3514679"/>
              <a:gd name="connsiteX7394" fmla="*/ 1370173 w 3708449"/>
              <a:gd name="connsiteY7394" fmla="*/ 322465 h 3514679"/>
              <a:gd name="connsiteX7395" fmla="*/ 1305819 w 3708449"/>
              <a:gd name="connsiteY7395" fmla="*/ 322465 h 3514679"/>
              <a:gd name="connsiteX7396" fmla="*/ 1321879 w 3708449"/>
              <a:gd name="connsiteY7396" fmla="*/ 338524 h 3514679"/>
              <a:gd name="connsiteX7397" fmla="*/ 1305819 w 3708449"/>
              <a:gd name="connsiteY7397" fmla="*/ 353885 h 3514679"/>
              <a:gd name="connsiteX7398" fmla="*/ 1289760 w 3708449"/>
              <a:gd name="connsiteY7398" fmla="*/ 338524 h 3514679"/>
              <a:gd name="connsiteX7399" fmla="*/ 1305819 w 3708449"/>
              <a:gd name="connsiteY7399" fmla="*/ 322465 h 3514679"/>
              <a:gd name="connsiteX7400" fmla="*/ 1241465 w 3708449"/>
              <a:gd name="connsiteY7400" fmla="*/ 322465 h 3514679"/>
              <a:gd name="connsiteX7401" fmla="*/ 1256826 w 3708449"/>
              <a:gd name="connsiteY7401" fmla="*/ 338524 h 3514679"/>
              <a:gd name="connsiteX7402" fmla="*/ 1241465 w 3708449"/>
              <a:gd name="connsiteY7402" fmla="*/ 353885 h 3514679"/>
              <a:gd name="connsiteX7403" fmla="*/ 1225406 w 3708449"/>
              <a:gd name="connsiteY7403" fmla="*/ 338524 h 3514679"/>
              <a:gd name="connsiteX7404" fmla="*/ 1241465 w 3708449"/>
              <a:gd name="connsiteY7404" fmla="*/ 322465 h 3514679"/>
              <a:gd name="connsiteX7405" fmla="*/ 1176412 w 3708449"/>
              <a:gd name="connsiteY7405" fmla="*/ 322465 h 3514679"/>
              <a:gd name="connsiteX7406" fmla="*/ 1192472 w 3708449"/>
              <a:gd name="connsiteY7406" fmla="*/ 338524 h 3514679"/>
              <a:gd name="connsiteX7407" fmla="*/ 1176412 w 3708449"/>
              <a:gd name="connsiteY7407" fmla="*/ 353885 h 3514679"/>
              <a:gd name="connsiteX7408" fmla="*/ 1161051 w 3708449"/>
              <a:gd name="connsiteY7408" fmla="*/ 338524 h 3514679"/>
              <a:gd name="connsiteX7409" fmla="*/ 1176412 w 3708449"/>
              <a:gd name="connsiteY7409" fmla="*/ 322465 h 3514679"/>
              <a:gd name="connsiteX7410" fmla="*/ 1112058 w 3708449"/>
              <a:gd name="connsiteY7410" fmla="*/ 322465 h 3514679"/>
              <a:gd name="connsiteX7411" fmla="*/ 1128117 w 3708449"/>
              <a:gd name="connsiteY7411" fmla="*/ 338524 h 3514679"/>
              <a:gd name="connsiteX7412" fmla="*/ 1112058 w 3708449"/>
              <a:gd name="connsiteY7412" fmla="*/ 353885 h 3514679"/>
              <a:gd name="connsiteX7413" fmla="*/ 1095998 w 3708449"/>
              <a:gd name="connsiteY7413" fmla="*/ 338524 h 3514679"/>
              <a:gd name="connsiteX7414" fmla="*/ 1112058 w 3708449"/>
              <a:gd name="connsiteY7414" fmla="*/ 322465 h 3514679"/>
              <a:gd name="connsiteX7415" fmla="*/ 1047704 w 3708449"/>
              <a:gd name="connsiteY7415" fmla="*/ 322465 h 3514679"/>
              <a:gd name="connsiteX7416" fmla="*/ 1063763 w 3708449"/>
              <a:gd name="connsiteY7416" fmla="*/ 338524 h 3514679"/>
              <a:gd name="connsiteX7417" fmla="*/ 1047704 w 3708449"/>
              <a:gd name="connsiteY7417" fmla="*/ 353885 h 3514679"/>
              <a:gd name="connsiteX7418" fmla="*/ 1031644 w 3708449"/>
              <a:gd name="connsiteY7418" fmla="*/ 338524 h 3514679"/>
              <a:gd name="connsiteX7419" fmla="*/ 1047704 w 3708449"/>
              <a:gd name="connsiteY7419" fmla="*/ 322465 h 3514679"/>
              <a:gd name="connsiteX7420" fmla="*/ 983349 w 3708449"/>
              <a:gd name="connsiteY7420" fmla="*/ 322465 h 3514679"/>
              <a:gd name="connsiteX7421" fmla="*/ 999408 w 3708449"/>
              <a:gd name="connsiteY7421" fmla="*/ 338524 h 3514679"/>
              <a:gd name="connsiteX7422" fmla="*/ 983349 w 3708449"/>
              <a:gd name="connsiteY7422" fmla="*/ 353885 h 3514679"/>
              <a:gd name="connsiteX7423" fmla="*/ 967290 w 3708449"/>
              <a:gd name="connsiteY7423" fmla="*/ 338524 h 3514679"/>
              <a:gd name="connsiteX7424" fmla="*/ 983349 w 3708449"/>
              <a:gd name="connsiteY7424" fmla="*/ 322465 h 3514679"/>
              <a:gd name="connsiteX7425" fmla="*/ 918995 w 3708449"/>
              <a:gd name="connsiteY7425" fmla="*/ 322465 h 3514679"/>
              <a:gd name="connsiteX7426" fmla="*/ 934356 w 3708449"/>
              <a:gd name="connsiteY7426" fmla="*/ 338524 h 3514679"/>
              <a:gd name="connsiteX7427" fmla="*/ 918995 w 3708449"/>
              <a:gd name="connsiteY7427" fmla="*/ 353885 h 3514679"/>
              <a:gd name="connsiteX7428" fmla="*/ 902936 w 3708449"/>
              <a:gd name="connsiteY7428" fmla="*/ 338524 h 3514679"/>
              <a:gd name="connsiteX7429" fmla="*/ 918995 w 3708449"/>
              <a:gd name="connsiteY7429" fmla="*/ 322465 h 3514679"/>
              <a:gd name="connsiteX7430" fmla="*/ 660998 w 3708449"/>
              <a:gd name="connsiteY7430" fmla="*/ 322465 h 3514679"/>
              <a:gd name="connsiteX7431" fmla="*/ 676242 w 3708449"/>
              <a:gd name="connsiteY7431" fmla="*/ 338524 h 3514679"/>
              <a:gd name="connsiteX7432" fmla="*/ 660998 w 3708449"/>
              <a:gd name="connsiteY7432" fmla="*/ 353885 h 3514679"/>
              <a:gd name="connsiteX7433" fmla="*/ 644822 w 3708449"/>
              <a:gd name="connsiteY7433" fmla="*/ 338524 h 3514679"/>
              <a:gd name="connsiteX7434" fmla="*/ 660998 w 3708449"/>
              <a:gd name="connsiteY7434" fmla="*/ 322465 h 3514679"/>
              <a:gd name="connsiteX7435" fmla="*/ 595829 w 3708449"/>
              <a:gd name="connsiteY7435" fmla="*/ 322465 h 3514679"/>
              <a:gd name="connsiteX7436" fmla="*/ 611888 w 3708449"/>
              <a:gd name="connsiteY7436" fmla="*/ 338524 h 3514679"/>
              <a:gd name="connsiteX7437" fmla="*/ 595829 w 3708449"/>
              <a:gd name="connsiteY7437" fmla="*/ 353885 h 3514679"/>
              <a:gd name="connsiteX7438" fmla="*/ 580468 w 3708449"/>
              <a:gd name="connsiteY7438" fmla="*/ 338524 h 3514679"/>
              <a:gd name="connsiteX7439" fmla="*/ 595829 w 3708449"/>
              <a:gd name="connsiteY7439" fmla="*/ 322465 h 3514679"/>
              <a:gd name="connsiteX7440" fmla="*/ 531474 w 3708449"/>
              <a:gd name="connsiteY7440" fmla="*/ 322465 h 3514679"/>
              <a:gd name="connsiteX7441" fmla="*/ 547533 w 3708449"/>
              <a:gd name="connsiteY7441" fmla="*/ 338524 h 3514679"/>
              <a:gd name="connsiteX7442" fmla="*/ 531474 w 3708449"/>
              <a:gd name="connsiteY7442" fmla="*/ 353885 h 3514679"/>
              <a:gd name="connsiteX7443" fmla="*/ 515415 w 3708449"/>
              <a:gd name="connsiteY7443" fmla="*/ 338524 h 3514679"/>
              <a:gd name="connsiteX7444" fmla="*/ 531474 w 3708449"/>
              <a:gd name="connsiteY7444" fmla="*/ 322465 h 3514679"/>
              <a:gd name="connsiteX7445" fmla="*/ 467120 w 3708449"/>
              <a:gd name="connsiteY7445" fmla="*/ 322465 h 3514679"/>
              <a:gd name="connsiteX7446" fmla="*/ 483296 w 3708449"/>
              <a:gd name="connsiteY7446" fmla="*/ 338524 h 3514679"/>
              <a:gd name="connsiteX7447" fmla="*/ 467120 w 3708449"/>
              <a:gd name="connsiteY7447" fmla="*/ 353885 h 3514679"/>
              <a:gd name="connsiteX7448" fmla="*/ 451061 w 3708449"/>
              <a:gd name="connsiteY7448" fmla="*/ 338524 h 3514679"/>
              <a:gd name="connsiteX7449" fmla="*/ 467120 w 3708449"/>
              <a:gd name="connsiteY7449" fmla="*/ 322465 h 3514679"/>
              <a:gd name="connsiteX7450" fmla="*/ 2273109 w 3708449"/>
              <a:gd name="connsiteY7450" fmla="*/ 257413 h 3514679"/>
              <a:gd name="connsiteX7451" fmla="*/ 2289284 w 3708449"/>
              <a:gd name="connsiteY7451" fmla="*/ 273473 h 3514679"/>
              <a:gd name="connsiteX7452" fmla="*/ 2273109 w 3708449"/>
              <a:gd name="connsiteY7452" fmla="*/ 289532 h 3514679"/>
              <a:gd name="connsiteX7453" fmla="*/ 2257049 w 3708449"/>
              <a:gd name="connsiteY7453" fmla="*/ 273473 h 3514679"/>
              <a:gd name="connsiteX7454" fmla="*/ 2273109 w 3708449"/>
              <a:gd name="connsiteY7454" fmla="*/ 257413 h 3514679"/>
              <a:gd name="connsiteX7455" fmla="*/ 2208755 w 3708449"/>
              <a:gd name="connsiteY7455" fmla="*/ 257413 h 3514679"/>
              <a:gd name="connsiteX7456" fmla="*/ 2224930 w 3708449"/>
              <a:gd name="connsiteY7456" fmla="*/ 273473 h 3514679"/>
              <a:gd name="connsiteX7457" fmla="*/ 2208755 w 3708449"/>
              <a:gd name="connsiteY7457" fmla="*/ 289532 h 3514679"/>
              <a:gd name="connsiteX7458" fmla="*/ 2192695 w 3708449"/>
              <a:gd name="connsiteY7458" fmla="*/ 273473 h 3514679"/>
              <a:gd name="connsiteX7459" fmla="*/ 2208755 w 3708449"/>
              <a:gd name="connsiteY7459" fmla="*/ 257413 h 3514679"/>
              <a:gd name="connsiteX7460" fmla="*/ 2144517 w 3708449"/>
              <a:gd name="connsiteY7460" fmla="*/ 257413 h 3514679"/>
              <a:gd name="connsiteX7461" fmla="*/ 2160576 w 3708449"/>
              <a:gd name="connsiteY7461" fmla="*/ 273473 h 3514679"/>
              <a:gd name="connsiteX7462" fmla="*/ 2144517 w 3708449"/>
              <a:gd name="connsiteY7462" fmla="*/ 289532 h 3514679"/>
              <a:gd name="connsiteX7463" fmla="*/ 2128341 w 3708449"/>
              <a:gd name="connsiteY7463" fmla="*/ 273473 h 3514679"/>
              <a:gd name="connsiteX7464" fmla="*/ 2144517 w 3708449"/>
              <a:gd name="connsiteY7464" fmla="*/ 257413 h 3514679"/>
              <a:gd name="connsiteX7465" fmla="*/ 2080163 w 3708449"/>
              <a:gd name="connsiteY7465" fmla="*/ 257413 h 3514679"/>
              <a:gd name="connsiteX7466" fmla="*/ 2095408 w 3708449"/>
              <a:gd name="connsiteY7466" fmla="*/ 273473 h 3514679"/>
              <a:gd name="connsiteX7467" fmla="*/ 2080163 w 3708449"/>
              <a:gd name="connsiteY7467" fmla="*/ 289532 h 3514679"/>
              <a:gd name="connsiteX7468" fmla="*/ 2064104 w 3708449"/>
              <a:gd name="connsiteY7468" fmla="*/ 273473 h 3514679"/>
              <a:gd name="connsiteX7469" fmla="*/ 2080163 w 3708449"/>
              <a:gd name="connsiteY7469" fmla="*/ 257413 h 3514679"/>
              <a:gd name="connsiteX7470" fmla="*/ 2014994 w 3708449"/>
              <a:gd name="connsiteY7470" fmla="*/ 257413 h 3514679"/>
              <a:gd name="connsiteX7471" fmla="*/ 2031169 w 3708449"/>
              <a:gd name="connsiteY7471" fmla="*/ 273473 h 3514679"/>
              <a:gd name="connsiteX7472" fmla="*/ 2014994 w 3708449"/>
              <a:gd name="connsiteY7472" fmla="*/ 289532 h 3514679"/>
              <a:gd name="connsiteX7473" fmla="*/ 1998934 w 3708449"/>
              <a:gd name="connsiteY7473" fmla="*/ 273473 h 3514679"/>
              <a:gd name="connsiteX7474" fmla="*/ 2014994 w 3708449"/>
              <a:gd name="connsiteY7474" fmla="*/ 257413 h 3514679"/>
              <a:gd name="connsiteX7475" fmla="*/ 1886402 w 3708449"/>
              <a:gd name="connsiteY7475" fmla="*/ 257413 h 3514679"/>
              <a:gd name="connsiteX7476" fmla="*/ 1902461 w 3708449"/>
              <a:gd name="connsiteY7476" fmla="*/ 273473 h 3514679"/>
              <a:gd name="connsiteX7477" fmla="*/ 1886402 w 3708449"/>
              <a:gd name="connsiteY7477" fmla="*/ 289532 h 3514679"/>
              <a:gd name="connsiteX7478" fmla="*/ 1870343 w 3708449"/>
              <a:gd name="connsiteY7478" fmla="*/ 273473 h 3514679"/>
              <a:gd name="connsiteX7479" fmla="*/ 1886402 w 3708449"/>
              <a:gd name="connsiteY7479" fmla="*/ 257413 h 3514679"/>
              <a:gd name="connsiteX7480" fmla="*/ 1822048 w 3708449"/>
              <a:gd name="connsiteY7480" fmla="*/ 257413 h 3514679"/>
              <a:gd name="connsiteX7481" fmla="*/ 1838108 w 3708449"/>
              <a:gd name="connsiteY7481" fmla="*/ 273473 h 3514679"/>
              <a:gd name="connsiteX7482" fmla="*/ 1822048 w 3708449"/>
              <a:gd name="connsiteY7482" fmla="*/ 289532 h 3514679"/>
              <a:gd name="connsiteX7483" fmla="*/ 1805989 w 3708449"/>
              <a:gd name="connsiteY7483" fmla="*/ 273473 h 3514679"/>
              <a:gd name="connsiteX7484" fmla="*/ 1822048 w 3708449"/>
              <a:gd name="connsiteY7484" fmla="*/ 257413 h 3514679"/>
              <a:gd name="connsiteX7485" fmla="*/ 1756879 w 3708449"/>
              <a:gd name="connsiteY7485" fmla="*/ 257413 h 3514679"/>
              <a:gd name="connsiteX7486" fmla="*/ 1773055 w 3708449"/>
              <a:gd name="connsiteY7486" fmla="*/ 273473 h 3514679"/>
              <a:gd name="connsiteX7487" fmla="*/ 1756879 w 3708449"/>
              <a:gd name="connsiteY7487" fmla="*/ 289532 h 3514679"/>
              <a:gd name="connsiteX7488" fmla="*/ 1741635 w 3708449"/>
              <a:gd name="connsiteY7488" fmla="*/ 273473 h 3514679"/>
              <a:gd name="connsiteX7489" fmla="*/ 1756879 w 3708449"/>
              <a:gd name="connsiteY7489" fmla="*/ 257413 h 3514679"/>
              <a:gd name="connsiteX7490" fmla="*/ 1692642 w 3708449"/>
              <a:gd name="connsiteY7490" fmla="*/ 257413 h 3514679"/>
              <a:gd name="connsiteX7491" fmla="*/ 1708701 w 3708449"/>
              <a:gd name="connsiteY7491" fmla="*/ 273473 h 3514679"/>
              <a:gd name="connsiteX7492" fmla="*/ 1692642 w 3708449"/>
              <a:gd name="connsiteY7492" fmla="*/ 289532 h 3514679"/>
              <a:gd name="connsiteX7493" fmla="*/ 1676466 w 3708449"/>
              <a:gd name="connsiteY7493" fmla="*/ 273473 h 3514679"/>
              <a:gd name="connsiteX7494" fmla="*/ 1692642 w 3708449"/>
              <a:gd name="connsiteY7494" fmla="*/ 257413 h 3514679"/>
              <a:gd name="connsiteX7495" fmla="*/ 1370173 w 3708449"/>
              <a:gd name="connsiteY7495" fmla="*/ 257413 h 3514679"/>
              <a:gd name="connsiteX7496" fmla="*/ 1386233 w 3708449"/>
              <a:gd name="connsiteY7496" fmla="*/ 273473 h 3514679"/>
              <a:gd name="connsiteX7497" fmla="*/ 1370173 w 3708449"/>
              <a:gd name="connsiteY7497" fmla="*/ 289532 h 3514679"/>
              <a:gd name="connsiteX7498" fmla="*/ 1354114 w 3708449"/>
              <a:gd name="connsiteY7498" fmla="*/ 273473 h 3514679"/>
              <a:gd name="connsiteX7499" fmla="*/ 1370173 w 3708449"/>
              <a:gd name="connsiteY7499" fmla="*/ 257413 h 3514679"/>
              <a:gd name="connsiteX7500" fmla="*/ 1305819 w 3708449"/>
              <a:gd name="connsiteY7500" fmla="*/ 257413 h 3514679"/>
              <a:gd name="connsiteX7501" fmla="*/ 1321879 w 3708449"/>
              <a:gd name="connsiteY7501" fmla="*/ 273473 h 3514679"/>
              <a:gd name="connsiteX7502" fmla="*/ 1305819 w 3708449"/>
              <a:gd name="connsiteY7502" fmla="*/ 289532 h 3514679"/>
              <a:gd name="connsiteX7503" fmla="*/ 1289760 w 3708449"/>
              <a:gd name="connsiteY7503" fmla="*/ 273473 h 3514679"/>
              <a:gd name="connsiteX7504" fmla="*/ 1305819 w 3708449"/>
              <a:gd name="connsiteY7504" fmla="*/ 257413 h 3514679"/>
              <a:gd name="connsiteX7505" fmla="*/ 1241465 w 3708449"/>
              <a:gd name="connsiteY7505" fmla="*/ 257413 h 3514679"/>
              <a:gd name="connsiteX7506" fmla="*/ 1256826 w 3708449"/>
              <a:gd name="connsiteY7506" fmla="*/ 273473 h 3514679"/>
              <a:gd name="connsiteX7507" fmla="*/ 1241465 w 3708449"/>
              <a:gd name="connsiteY7507" fmla="*/ 289532 h 3514679"/>
              <a:gd name="connsiteX7508" fmla="*/ 1225406 w 3708449"/>
              <a:gd name="connsiteY7508" fmla="*/ 273473 h 3514679"/>
              <a:gd name="connsiteX7509" fmla="*/ 1241465 w 3708449"/>
              <a:gd name="connsiteY7509" fmla="*/ 257413 h 3514679"/>
              <a:gd name="connsiteX7510" fmla="*/ 1176412 w 3708449"/>
              <a:gd name="connsiteY7510" fmla="*/ 257413 h 3514679"/>
              <a:gd name="connsiteX7511" fmla="*/ 1192472 w 3708449"/>
              <a:gd name="connsiteY7511" fmla="*/ 273473 h 3514679"/>
              <a:gd name="connsiteX7512" fmla="*/ 1176412 w 3708449"/>
              <a:gd name="connsiteY7512" fmla="*/ 289532 h 3514679"/>
              <a:gd name="connsiteX7513" fmla="*/ 1161051 w 3708449"/>
              <a:gd name="connsiteY7513" fmla="*/ 273473 h 3514679"/>
              <a:gd name="connsiteX7514" fmla="*/ 1176412 w 3708449"/>
              <a:gd name="connsiteY7514" fmla="*/ 257413 h 3514679"/>
              <a:gd name="connsiteX7515" fmla="*/ 1112058 w 3708449"/>
              <a:gd name="connsiteY7515" fmla="*/ 257413 h 3514679"/>
              <a:gd name="connsiteX7516" fmla="*/ 1128117 w 3708449"/>
              <a:gd name="connsiteY7516" fmla="*/ 273473 h 3514679"/>
              <a:gd name="connsiteX7517" fmla="*/ 1112058 w 3708449"/>
              <a:gd name="connsiteY7517" fmla="*/ 289532 h 3514679"/>
              <a:gd name="connsiteX7518" fmla="*/ 1095998 w 3708449"/>
              <a:gd name="connsiteY7518" fmla="*/ 273473 h 3514679"/>
              <a:gd name="connsiteX7519" fmla="*/ 1112058 w 3708449"/>
              <a:gd name="connsiteY7519" fmla="*/ 257413 h 3514679"/>
              <a:gd name="connsiteX7520" fmla="*/ 1047704 w 3708449"/>
              <a:gd name="connsiteY7520" fmla="*/ 257413 h 3514679"/>
              <a:gd name="connsiteX7521" fmla="*/ 1063763 w 3708449"/>
              <a:gd name="connsiteY7521" fmla="*/ 273473 h 3514679"/>
              <a:gd name="connsiteX7522" fmla="*/ 1047704 w 3708449"/>
              <a:gd name="connsiteY7522" fmla="*/ 289532 h 3514679"/>
              <a:gd name="connsiteX7523" fmla="*/ 1031644 w 3708449"/>
              <a:gd name="connsiteY7523" fmla="*/ 273473 h 3514679"/>
              <a:gd name="connsiteX7524" fmla="*/ 1047704 w 3708449"/>
              <a:gd name="connsiteY7524" fmla="*/ 257413 h 3514679"/>
              <a:gd name="connsiteX7525" fmla="*/ 983349 w 3708449"/>
              <a:gd name="connsiteY7525" fmla="*/ 257413 h 3514679"/>
              <a:gd name="connsiteX7526" fmla="*/ 999408 w 3708449"/>
              <a:gd name="connsiteY7526" fmla="*/ 273473 h 3514679"/>
              <a:gd name="connsiteX7527" fmla="*/ 983349 w 3708449"/>
              <a:gd name="connsiteY7527" fmla="*/ 289532 h 3514679"/>
              <a:gd name="connsiteX7528" fmla="*/ 967290 w 3708449"/>
              <a:gd name="connsiteY7528" fmla="*/ 273473 h 3514679"/>
              <a:gd name="connsiteX7529" fmla="*/ 983349 w 3708449"/>
              <a:gd name="connsiteY7529" fmla="*/ 257413 h 3514679"/>
              <a:gd name="connsiteX7530" fmla="*/ 918995 w 3708449"/>
              <a:gd name="connsiteY7530" fmla="*/ 257413 h 3514679"/>
              <a:gd name="connsiteX7531" fmla="*/ 934356 w 3708449"/>
              <a:gd name="connsiteY7531" fmla="*/ 273473 h 3514679"/>
              <a:gd name="connsiteX7532" fmla="*/ 918995 w 3708449"/>
              <a:gd name="connsiteY7532" fmla="*/ 289532 h 3514679"/>
              <a:gd name="connsiteX7533" fmla="*/ 902936 w 3708449"/>
              <a:gd name="connsiteY7533" fmla="*/ 273473 h 3514679"/>
              <a:gd name="connsiteX7534" fmla="*/ 918995 w 3708449"/>
              <a:gd name="connsiteY7534" fmla="*/ 257413 h 3514679"/>
              <a:gd name="connsiteX7535" fmla="*/ 2208755 w 3708449"/>
              <a:gd name="connsiteY7535" fmla="*/ 193059 h 3514679"/>
              <a:gd name="connsiteX7536" fmla="*/ 2224930 w 3708449"/>
              <a:gd name="connsiteY7536" fmla="*/ 209119 h 3514679"/>
              <a:gd name="connsiteX7537" fmla="*/ 2208755 w 3708449"/>
              <a:gd name="connsiteY7537" fmla="*/ 225178 h 3514679"/>
              <a:gd name="connsiteX7538" fmla="*/ 2192695 w 3708449"/>
              <a:gd name="connsiteY7538" fmla="*/ 209119 h 3514679"/>
              <a:gd name="connsiteX7539" fmla="*/ 2208755 w 3708449"/>
              <a:gd name="connsiteY7539" fmla="*/ 193059 h 3514679"/>
              <a:gd name="connsiteX7540" fmla="*/ 2144517 w 3708449"/>
              <a:gd name="connsiteY7540" fmla="*/ 193059 h 3514679"/>
              <a:gd name="connsiteX7541" fmla="*/ 2160576 w 3708449"/>
              <a:gd name="connsiteY7541" fmla="*/ 209119 h 3514679"/>
              <a:gd name="connsiteX7542" fmla="*/ 2144517 w 3708449"/>
              <a:gd name="connsiteY7542" fmla="*/ 225178 h 3514679"/>
              <a:gd name="connsiteX7543" fmla="*/ 2128341 w 3708449"/>
              <a:gd name="connsiteY7543" fmla="*/ 209119 h 3514679"/>
              <a:gd name="connsiteX7544" fmla="*/ 2144517 w 3708449"/>
              <a:gd name="connsiteY7544" fmla="*/ 193059 h 3514679"/>
              <a:gd name="connsiteX7545" fmla="*/ 2080163 w 3708449"/>
              <a:gd name="connsiteY7545" fmla="*/ 193059 h 3514679"/>
              <a:gd name="connsiteX7546" fmla="*/ 2095408 w 3708449"/>
              <a:gd name="connsiteY7546" fmla="*/ 209119 h 3514679"/>
              <a:gd name="connsiteX7547" fmla="*/ 2080163 w 3708449"/>
              <a:gd name="connsiteY7547" fmla="*/ 225178 h 3514679"/>
              <a:gd name="connsiteX7548" fmla="*/ 2064104 w 3708449"/>
              <a:gd name="connsiteY7548" fmla="*/ 209119 h 3514679"/>
              <a:gd name="connsiteX7549" fmla="*/ 2080163 w 3708449"/>
              <a:gd name="connsiteY7549" fmla="*/ 193059 h 3514679"/>
              <a:gd name="connsiteX7550" fmla="*/ 1370173 w 3708449"/>
              <a:gd name="connsiteY7550" fmla="*/ 193059 h 3514679"/>
              <a:gd name="connsiteX7551" fmla="*/ 1386233 w 3708449"/>
              <a:gd name="connsiteY7551" fmla="*/ 209119 h 3514679"/>
              <a:gd name="connsiteX7552" fmla="*/ 1370173 w 3708449"/>
              <a:gd name="connsiteY7552" fmla="*/ 225178 h 3514679"/>
              <a:gd name="connsiteX7553" fmla="*/ 1354114 w 3708449"/>
              <a:gd name="connsiteY7553" fmla="*/ 209119 h 3514679"/>
              <a:gd name="connsiteX7554" fmla="*/ 1370173 w 3708449"/>
              <a:gd name="connsiteY7554" fmla="*/ 193059 h 3514679"/>
              <a:gd name="connsiteX7555" fmla="*/ 1305819 w 3708449"/>
              <a:gd name="connsiteY7555" fmla="*/ 193059 h 3514679"/>
              <a:gd name="connsiteX7556" fmla="*/ 1321879 w 3708449"/>
              <a:gd name="connsiteY7556" fmla="*/ 209119 h 3514679"/>
              <a:gd name="connsiteX7557" fmla="*/ 1305819 w 3708449"/>
              <a:gd name="connsiteY7557" fmla="*/ 225178 h 3514679"/>
              <a:gd name="connsiteX7558" fmla="*/ 1289760 w 3708449"/>
              <a:gd name="connsiteY7558" fmla="*/ 209119 h 3514679"/>
              <a:gd name="connsiteX7559" fmla="*/ 1305819 w 3708449"/>
              <a:gd name="connsiteY7559" fmla="*/ 193059 h 3514679"/>
              <a:gd name="connsiteX7560" fmla="*/ 1241465 w 3708449"/>
              <a:gd name="connsiteY7560" fmla="*/ 193059 h 3514679"/>
              <a:gd name="connsiteX7561" fmla="*/ 1256826 w 3708449"/>
              <a:gd name="connsiteY7561" fmla="*/ 209119 h 3514679"/>
              <a:gd name="connsiteX7562" fmla="*/ 1241465 w 3708449"/>
              <a:gd name="connsiteY7562" fmla="*/ 225178 h 3514679"/>
              <a:gd name="connsiteX7563" fmla="*/ 1225406 w 3708449"/>
              <a:gd name="connsiteY7563" fmla="*/ 209119 h 3514679"/>
              <a:gd name="connsiteX7564" fmla="*/ 1241465 w 3708449"/>
              <a:gd name="connsiteY7564" fmla="*/ 193059 h 3514679"/>
              <a:gd name="connsiteX7565" fmla="*/ 1176412 w 3708449"/>
              <a:gd name="connsiteY7565" fmla="*/ 193059 h 3514679"/>
              <a:gd name="connsiteX7566" fmla="*/ 1192472 w 3708449"/>
              <a:gd name="connsiteY7566" fmla="*/ 209119 h 3514679"/>
              <a:gd name="connsiteX7567" fmla="*/ 1176412 w 3708449"/>
              <a:gd name="connsiteY7567" fmla="*/ 225178 h 3514679"/>
              <a:gd name="connsiteX7568" fmla="*/ 1161051 w 3708449"/>
              <a:gd name="connsiteY7568" fmla="*/ 209119 h 3514679"/>
              <a:gd name="connsiteX7569" fmla="*/ 1176412 w 3708449"/>
              <a:gd name="connsiteY7569" fmla="*/ 193059 h 3514679"/>
              <a:gd name="connsiteX7570" fmla="*/ 1112058 w 3708449"/>
              <a:gd name="connsiteY7570" fmla="*/ 193059 h 3514679"/>
              <a:gd name="connsiteX7571" fmla="*/ 1128117 w 3708449"/>
              <a:gd name="connsiteY7571" fmla="*/ 209119 h 3514679"/>
              <a:gd name="connsiteX7572" fmla="*/ 1112058 w 3708449"/>
              <a:gd name="connsiteY7572" fmla="*/ 225178 h 3514679"/>
              <a:gd name="connsiteX7573" fmla="*/ 1095998 w 3708449"/>
              <a:gd name="connsiteY7573" fmla="*/ 209119 h 3514679"/>
              <a:gd name="connsiteX7574" fmla="*/ 1112058 w 3708449"/>
              <a:gd name="connsiteY7574" fmla="*/ 193059 h 3514679"/>
              <a:gd name="connsiteX7575" fmla="*/ 1047704 w 3708449"/>
              <a:gd name="connsiteY7575" fmla="*/ 193059 h 3514679"/>
              <a:gd name="connsiteX7576" fmla="*/ 1063763 w 3708449"/>
              <a:gd name="connsiteY7576" fmla="*/ 209119 h 3514679"/>
              <a:gd name="connsiteX7577" fmla="*/ 1047704 w 3708449"/>
              <a:gd name="connsiteY7577" fmla="*/ 225178 h 3514679"/>
              <a:gd name="connsiteX7578" fmla="*/ 1031644 w 3708449"/>
              <a:gd name="connsiteY7578" fmla="*/ 209119 h 3514679"/>
              <a:gd name="connsiteX7579" fmla="*/ 1047704 w 3708449"/>
              <a:gd name="connsiteY7579" fmla="*/ 193059 h 3514679"/>
              <a:gd name="connsiteX7580" fmla="*/ 983349 w 3708449"/>
              <a:gd name="connsiteY7580" fmla="*/ 193059 h 3514679"/>
              <a:gd name="connsiteX7581" fmla="*/ 999408 w 3708449"/>
              <a:gd name="connsiteY7581" fmla="*/ 209119 h 3514679"/>
              <a:gd name="connsiteX7582" fmla="*/ 983349 w 3708449"/>
              <a:gd name="connsiteY7582" fmla="*/ 225178 h 3514679"/>
              <a:gd name="connsiteX7583" fmla="*/ 967290 w 3708449"/>
              <a:gd name="connsiteY7583" fmla="*/ 209119 h 3514679"/>
              <a:gd name="connsiteX7584" fmla="*/ 983349 w 3708449"/>
              <a:gd name="connsiteY7584" fmla="*/ 193059 h 3514679"/>
              <a:gd name="connsiteX7585" fmla="*/ 918995 w 3708449"/>
              <a:gd name="connsiteY7585" fmla="*/ 193059 h 3514679"/>
              <a:gd name="connsiteX7586" fmla="*/ 934356 w 3708449"/>
              <a:gd name="connsiteY7586" fmla="*/ 209119 h 3514679"/>
              <a:gd name="connsiteX7587" fmla="*/ 918995 w 3708449"/>
              <a:gd name="connsiteY7587" fmla="*/ 225178 h 3514679"/>
              <a:gd name="connsiteX7588" fmla="*/ 902936 w 3708449"/>
              <a:gd name="connsiteY7588" fmla="*/ 209119 h 3514679"/>
              <a:gd name="connsiteX7589" fmla="*/ 918995 w 3708449"/>
              <a:gd name="connsiteY7589" fmla="*/ 193059 h 3514679"/>
              <a:gd name="connsiteX7590" fmla="*/ 2144517 w 3708449"/>
              <a:gd name="connsiteY7590" fmla="*/ 128705 h 3514679"/>
              <a:gd name="connsiteX7591" fmla="*/ 2160576 w 3708449"/>
              <a:gd name="connsiteY7591" fmla="*/ 144763 h 3514679"/>
              <a:gd name="connsiteX7592" fmla="*/ 2144517 w 3708449"/>
              <a:gd name="connsiteY7592" fmla="*/ 160940 h 3514679"/>
              <a:gd name="connsiteX7593" fmla="*/ 2128341 w 3708449"/>
              <a:gd name="connsiteY7593" fmla="*/ 144763 h 3514679"/>
              <a:gd name="connsiteX7594" fmla="*/ 2144517 w 3708449"/>
              <a:gd name="connsiteY7594" fmla="*/ 128705 h 3514679"/>
              <a:gd name="connsiteX7595" fmla="*/ 2080163 w 3708449"/>
              <a:gd name="connsiteY7595" fmla="*/ 128705 h 3514679"/>
              <a:gd name="connsiteX7596" fmla="*/ 2095408 w 3708449"/>
              <a:gd name="connsiteY7596" fmla="*/ 144763 h 3514679"/>
              <a:gd name="connsiteX7597" fmla="*/ 2080163 w 3708449"/>
              <a:gd name="connsiteY7597" fmla="*/ 160940 h 3514679"/>
              <a:gd name="connsiteX7598" fmla="*/ 2064104 w 3708449"/>
              <a:gd name="connsiteY7598" fmla="*/ 144763 h 3514679"/>
              <a:gd name="connsiteX7599" fmla="*/ 2080163 w 3708449"/>
              <a:gd name="connsiteY7599" fmla="*/ 128705 h 3514679"/>
              <a:gd name="connsiteX7600" fmla="*/ 1370173 w 3708449"/>
              <a:gd name="connsiteY7600" fmla="*/ 128705 h 3514679"/>
              <a:gd name="connsiteX7601" fmla="*/ 1386233 w 3708449"/>
              <a:gd name="connsiteY7601" fmla="*/ 144763 h 3514679"/>
              <a:gd name="connsiteX7602" fmla="*/ 1370173 w 3708449"/>
              <a:gd name="connsiteY7602" fmla="*/ 160940 h 3514679"/>
              <a:gd name="connsiteX7603" fmla="*/ 1354114 w 3708449"/>
              <a:gd name="connsiteY7603" fmla="*/ 144763 h 3514679"/>
              <a:gd name="connsiteX7604" fmla="*/ 1370173 w 3708449"/>
              <a:gd name="connsiteY7604" fmla="*/ 128705 h 3514679"/>
              <a:gd name="connsiteX7605" fmla="*/ 1305819 w 3708449"/>
              <a:gd name="connsiteY7605" fmla="*/ 128705 h 3514679"/>
              <a:gd name="connsiteX7606" fmla="*/ 1321879 w 3708449"/>
              <a:gd name="connsiteY7606" fmla="*/ 144763 h 3514679"/>
              <a:gd name="connsiteX7607" fmla="*/ 1305819 w 3708449"/>
              <a:gd name="connsiteY7607" fmla="*/ 160940 h 3514679"/>
              <a:gd name="connsiteX7608" fmla="*/ 1289760 w 3708449"/>
              <a:gd name="connsiteY7608" fmla="*/ 144763 h 3514679"/>
              <a:gd name="connsiteX7609" fmla="*/ 1305819 w 3708449"/>
              <a:gd name="connsiteY7609" fmla="*/ 128705 h 3514679"/>
              <a:gd name="connsiteX7610" fmla="*/ 1241465 w 3708449"/>
              <a:gd name="connsiteY7610" fmla="*/ 128705 h 3514679"/>
              <a:gd name="connsiteX7611" fmla="*/ 1256826 w 3708449"/>
              <a:gd name="connsiteY7611" fmla="*/ 144763 h 3514679"/>
              <a:gd name="connsiteX7612" fmla="*/ 1241465 w 3708449"/>
              <a:gd name="connsiteY7612" fmla="*/ 160940 h 3514679"/>
              <a:gd name="connsiteX7613" fmla="*/ 1225406 w 3708449"/>
              <a:gd name="connsiteY7613" fmla="*/ 144763 h 3514679"/>
              <a:gd name="connsiteX7614" fmla="*/ 1241465 w 3708449"/>
              <a:gd name="connsiteY7614" fmla="*/ 128705 h 3514679"/>
              <a:gd name="connsiteX7615" fmla="*/ 1176412 w 3708449"/>
              <a:gd name="connsiteY7615" fmla="*/ 128705 h 3514679"/>
              <a:gd name="connsiteX7616" fmla="*/ 1192472 w 3708449"/>
              <a:gd name="connsiteY7616" fmla="*/ 144763 h 3514679"/>
              <a:gd name="connsiteX7617" fmla="*/ 1176412 w 3708449"/>
              <a:gd name="connsiteY7617" fmla="*/ 160940 h 3514679"/>
              <a:gd name="connsiteX7618" fmla="*/ 1161051 w 3708449"/>
              <a:gd name="connsiteY7618" fmla="*/ 144763 h 3514679"/>
              <a:gd name="connsiteX7619" fmla="*/ 1176412 w 3708449"/>
              <a:gd name="connsiteY7619" fmla="*/ 128705 h 3514679"/>
              <a:gd name="connsiteX7620" fmla="*/ 1112058 w 3708449"/>
              <a:gd name="connsiteY7620" fmla="*/ 128705 h 3514679"/>
              <a:gd name="connsiteX7621" fmla="*/ 1128117 w 3708449"/>
              <a:gd name="connsiteY7621" fmla="*/ 144763 h 3514679"/>
              <a:gd name="connsiteX7622" fmla="*/ 1112058 w 3708449"/>
              <a:gd name="connsiteY7622" fmla="*/ 160940 h 3514679"/>
              <a:gd name="connsiteX7623" fmla="*/ 1095998 w 3708449"/>
              <a:gd name="connsiteY7623" fmla="*/ 144763 h 3514679"/>
              <a:gd name="connsiteX7624" fmla="*/ 1112058 w 3708449"/>
              <a:gd name="connsiteY7624" fmla="*/ 128705 h 3514679"/>
              <a:gd name="connsiteX7625" fmla="*/ 1047704 w 3708449"/>
              <a:gd name="connsiteY7625" fmla="*/ 128705 h 3514679"/>
              <a:gd name="connsiteX7626" fmla="*/ 1063763 w 3708449"/>
              <a:gd name="connsiteY7626" fmla="*/ 144763 h 3514679"/>
              <a:gd name="connsiteX7627" fmla="*/ 1047704 w 3708449"/>
              <a:gd name="connsiteY7627" fmla="*/ 160940 h 3514679"/>
              <a:gd name="connsiteX7628" fmla="*/ 1031644 w 3708449"/>
              <a:gd name="connsiteY7628" fmla="*/ 144763 h 3514679"/>
              <a:gd name="connsiteX7629" fmla="*/ 1047704 w 3708449"/>
              <a:gd name="connsiteY7629" fmla="*/ 128705 h 3514679"/>
              <a:gd name="connsiteX7630" fmla="*/ 983349 w 3708449"/>
              <a:gd name="connsiteY7630" fmla="*/ 128705 h 3514679"/>
              <a:gd name="connsiteX7631" fmla="*/ 999408 w 3708449"/>
              <a:gd name="connsiteY7631" fmla="*/ 144763 h 3514679"/>
              <a:gd name="connsiteX7632" fmla="*/ 983349 w 3708449"/>
              <a:gd name="connsiteY7632" fmla="*/ 160940 h 3514679"/>
              <a:gd name="connsiteX7633" fmla="*/ 967290 w 3708449"/>
              <a:gd name="connsiteY7633" fmla="*/ 144763 h 3514679"/>
              <a:gd name="connsiteX7634" fmla="*/ 983349 w 3708449"/>
              <a:gd name="connsiteY7634" fmla="*/ 128705 h 3514679"/>
              <a:gd name="connsiteX7635" fmla="*/ 918995 w 3708449"/>
              <a:gd name="connsiteY7635" fmla="*/ 128705 h 3514679"/>
              <a:gd name="connsiteX7636" fmla="*/ 934356 w 3708449"/>
              <a:gd name="connsiteY7636" fmla="*/ 144763 h 3514679"/>
              <a:gd name="connsiteX7637" fmla="*/ 918995 w 3708449"/>
              <a:gd name="connsiteY7637" fmla="*/ 160940 h 3514679"/>
              <a:gd name="connsiteX7638" fmla="*/ 902936 w 3708449"/>
              <a:gd name="connsiteY7638" fmla="*/ 144763 h 3514679"/>
              <a:gd name="connsiteX7639" fmla="*/ 918995 w 3708449"/>
              <a:gd name="connsiteY7639" fmla="*/ 128705 h 3514679"/>
              <a:gd name="connsiteX7640" fmla="*/ 1370173 w 3708449"/>
              <a:gd name="connsiteY7640" fmla="*/ 64350 h 3514679"/>
              <a:gd name="connsiteX7641" fmla="*/ 1386233 w 3708449"/>
              <a:gd name="connsiteY7641" fmla="*/ 80410 h 3514679"/>
              <a:gd name="connsiteX7642" fmla="*/ 1370173 w 3708449"/>
              <a:gd name="connsiteY7642" fmla="*/ 96585 h 3514679"/>
              <a:gd name="connsiteX7643" fmla="*/ 1354114 w 3708449"/>
              <a:gd name="connsiteY7643" fmla="*/ 80410 h 3514679"/>
              <a:gd name="connsiteX7644" fmla="*/ 1370173 w 3708449"/>
              <a:gd name="connsiteY7644" fmla="*/ 64350 h 3514679"/>
              <a:gd name="connsiteX7645" fmla="*/ 1305819 w 3708449"/>
              <a:gd name="connsiteY7645" fmla="*/ 64350 h 3514679"/>
              <a:gd name="connsiteX7646" fmla="*/ 1321879 w 3708449"/>
              <a:gd name="connsiteY7646" fmla="*/ 80410 h 3514679"/>
              <a:gd name="connsiteX7647" fmla="*/ 1305819 w 3708449"/>
              <a:gd name="connsiteY7647" fmla="*/ 96585 h 3514679"/>
              <a:gd name="connsiteX7648" fmla="*/ 1289760 w 3708449"/>
              <a:gd name="connsiteY7648" fmla="*/ 80410 h 3514679"/>
              <a:gd name="connsiteX7649" fmla="*/ 1305819 w 3708449"/>
              <a:gd name="connsiteY7649" fmla="*/ 64350 h 3514679"/>
              <a:gd name="connsiteX7650" fmla="*/ 1241465 w 3708449"/>
              <a:gd name="connsiteY7650" fmla="*/ 64350 h 3514679"/>
              <a:gd name="connsiteX7651" fmla="*/ 1256826 w 3708449"/>
              <a:gd name="connsiteY7651" fmla="*/ 80410 h 3514679"/>
              <a:gd name="connsiteX7652" fmla="*/ 1241465 w 3708449"/>
              <a:gd name="connsiteY7652" fmla="*/ 96585 h 3514679"/>
              <a:gd name="connsiteX7653" fmla="*/ 1225406 w 3708449"/>
              <a:gd name="connsiteY7653" fmla="*/ 80410 h 3514679"/>
              <a:gd name="connsiteX7654" fmla="*/ 1241465 w 3708449"/>
              <a:gd name="connsiteY7654" fmla="*/ 64350 h 3514679"/>
              <a:gd name="connsiteX7655" fmla="*/ 1370173 w 3708449"/>
              <a:gd name="connsiteY7655" fmla="*/ 0 h 3514679"/>
              <a:gd name="connsiteX7656" fmla="*/ 1386233 w 3708449"/>
              <a:gd name="connsiteY7656" fmla="*/ 15362 h 3514679"/>
              <a:gd name="connsiteX7657" fmla="*/ 1370173 w 3708449"/>
              <a:gd name="connsiteY7657" fmla="*/ 31417 h 3514679"/>
              <a:gd name="connsiteX7658" fmla="*/ 1354114 w 3708449"/>
              <a:gd name="connsiteY7658" fmla="*/ 15362 h 3514679"/>
              <a:gd name="connsiteX7659" fmla="*/ 1370173 w 3708449"/>
              <a:gd name="connsiteY7659" fmla="*/ 0 h 3514679"/>
              <a:gd name="connsiteX7660" fmla="*/ 1305819 w 3708449"/>
              <a:gd name="connsiteY7660" fmla="*/ 0 h 3514679"/>
              <a:gd name="connsiteX7661" fmla="*/ 1321879 w 3708449"/>
              <a:gd name="connsiteY7661" fmla="*/ 15362 h 3514679"/>
              <a:gd name="connsiteX7662" fmla="*/ 1305819 w 3708449"/>
              <a:gd name="connsiteY7662" fmla="*/ 31417 h 3514679"/>
              <a:gd name="connsiteX7663" fmla="*/ 1289760 w 3708449"/>
              <a:gd name="connsiteY7663" fmla="*/ 15362 h 3514679"/>
              <a:gd name="connsiteX7664" fmla="*/ 1305819 w 3708449"/>
              <a:gd name="connsiteY7664" fmla="*/ 0 h 3514679"/>
              <a:gd name="connsiteX7665" fmla="*/ 1241465 w 3708449"/>
              <a:gd name="connsiteY7665" fmla="*/ 0 h 3514679"/>
              <a:gd name="connsiteX7666" fmla="*/ 1256826 w 3708449"/>
              <a:gd name="connsiteY7666" fmla="*/ 15362 h 3514679"/>
              <a:gd name="connsiteX7667" fmla="*/ 1241465 w 3708449"/>
              <a:gd name="connsiteY7667" fmla="*/ 31417 h 3514679"/>
              <a:gd name="connsiteX7668" fmla="*/ 1225406 w 3708449"/>
              <a:gd name="connsiteY7668" fmla="*/ 15362 h 3514679"/>
              <a:gd name="connsiteX7669" fmla="*/ 1241465 w 3708449"/>
              <a:gd name="connsiteY7669" fmla="*/ 0 h 3514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 ang="0">
                <a:pos x="connsiteX3329" y="connsiteY3329"/>
              </a:cxn>
              <a:cxn ang="0">
                <a:pos x="connsiteX3330" y="connsiteY3330"/>
              </a:cxn>
              <a:cxn ang="0">
                <a:pos x="connsiteX3331" y="connsiteY3331"/>
              </a:cxn>
              <a:cxn ang="0">
                <a:pos x="connsiteX3332" y="connsiteY3332"/>
              </a:cxn>
              <a:cxn ang="0">
                <a:pos x="connsiteX3333" y="connsiteY3333"/>
              </a:cxn>
              <a:cxn ang="0">
                <a:pos x="connsiteX3334" y="connsiteY3334"/>
              </a:cxn>
              <a:cxn ang="0">
                <a:pos x="connsiteX3335" y="connsiteY3335"/>
              </a:cxn>
              <a:cxn ang="0">
                <a:pos x="connsiteX3336" y="connsiteY3336"/>
              </a:cxn>
              <a:cxn ang="0">
                <a:pos x="connsiteX3337" y="connsiteY3337"/>
              </a:cxn>
              <a:cxn ang="0">
                <a:pos x="connsiteX3338" y="connsiteY3338"/>
              </a:cxn>
              <a:cxn ang="0">
                <a:pos x="connsiteX3339" y="connsiteY3339"/>
              </a:cxn>
              <a:cxn ang="0">
                <a:pos x="connsiteX3340" y="connsiteY3340"/>
              </a:cxn>
              <a:cxn ang="0">
                <a:pos x="connsiteX3341" y="connsiteY3341"/>
              </a:cxn>
              <a:cxn ang="0">
                <a:pos x="connsiteX3342" y="connsiteY3342"/>
              </a:cxn>
              <a:cxn ang="0">
                <a:pos x="connsiteX3343" y="connsiteY3343"/>
              </a:cxn>
              <a:cxn ang="0">
                <a:pos x="connsiteX3344" y="connsiteY3344"/>
              </a:cxn>
              <a:cxn ang="0">
                <a:pos x="connsiteX3345" y="connsiteY3345"/>
              </a:cxn>
              <a:cxn ang="0">
                <a:pos x="connsiteX3346" y="connsiteY3346"/>
              </a:cxn>
              <a:cxn ang="0">
                <a:pos x="connsiteX3347" y="connsiteY3347"/>
              </a:cxn>
              <a:cxn ang="0">
                <a:pos x="connsiteX3348" y="connsiteY3348"/>
              </a:cxn>
              <a:cxn ang="0">
                <a:pos x="connsiteX3349" y="connsiteY3349"/>
              </a:cxn>
              <a:cxn ang="0">
                <a:pos x="connsiteX3350" y="connsiteY3350"/>
              </a:cxn>
              <a:cxn ang="0">
                <a:pos x="connsiteX3351" y="connsiteY3351"/>
              </a:cxn>
              <a:cxn ang="0">
                <a:pos x="connsiteX3352" y="connsiteY3352"/>
              </a:cxn>
              <a:cxn ang="0">
                <a:pos x="connsiteX3353" y="connsiteY3353"/>
              </a:cxn>
              <a:cxn ang="0">
                <a:pos x="connsiteX3354" y="connsiteY3354"/>
              </a:cxn>
              <a:cxn ang="0">
                <a:pos x="connsiteX3355" y="connsiteY3355"/>
              </a:cxn>
              <a:cxn ang="0">
                <a:pos x="connsiteX3356" y="connsiteY3356"/>
              </a:cxn>
              <a:cxn ang="0">
                <a:pos x="connsiteX3357" y="connsiteY3357"/>
              </a:cxn>
              <a:cxn ang="0">
                <a:pos x="connsiteX3358" y="connsiteY3358"/>
              </a:cxn>
              <a:cxn ang="0">
                <a:pos x="connsiteX3359" y="connsiteY3359"/>
              </a:cxn>
              <a:cxn ang="0">
                <a:pos x="connsiteX3360" y="connsiteY3360"/>
              </a:cxn>
              <a:cxn ang="0">
                <a:pos x="connsiteX3361" y="connsiteY3361"/>
              </a:cxn>
              <a:cxn ang="0">
                <a:pos x="connsiteX3362" y="connsiteY3362"/>
              </a:cxn>
              <a:cxn ang="0">
                <a:pos x="connsiteX3363" y="connsiteY3363"/>
              </a:cxn>
              <a:cxn ang="0">
                <a:pos x="connsiteX3364" y="connsiteY3364"/>
              </a:cxn>
              <a:cxn ang="0">
                <a:pos x="connsiteX3365" y="connsiteY3365"/>
              </a:cxn>
              <a:cxn ang="0">
                <a:pos x="connsiteX3366" y="connsiteY3366"/>
              </a:cxn>
              <a:cxn ang="0">
                <a:pos x="connsiteX3367" y="connsiteY3367"/>
              </a:cxn>
              <a:cxn ang="0">
                <a:pos x="connsiteX3368" y="connsiteY3368"/>
              </a:cxn>
              <a:cxn ang="0">
                <a:pos x="connsiteX3369" y="connsiteY3369"/>
              </a:cxn>
              <a:cxn ang="0">
                <a:pos x="connsiteX3370" y="connsiteY3370"/>
              </a:cxn>
              <a:cxn ang="0">
                <a:pos x="connsiteX3371" y="connsiteY3371"/>
              </a:cxn>
              <a:cxn ang="0">
                <a:pos x="connsiteX3372" y="connsiteY3372"/>
              </a:cxn>
              <a:cxn ang="0">
                <a:pos x="connsiteX3373" y="connsiteY3373"/>
              </a:cxn>
              <a:cxn ang="0">
                <a:pos x="connsiteX3374" y="connsiteY3374"/>
              </a:cxn>
              <a:cxn ang="0">
                <a:pos x="connsiteX3375" y="connsiteY3375"/>
              </a:cxn>
              <a:cxn ang="0">
                <a:pos x="connsiteX3376" y="connsiteY3376"/>
              </a:cxn>
              <a:cxn ang="0">
                <a:pos x="connsiteX3377" y="connsiteY3377"/>
              </a:cxn>
              <a:cxn ang="0">
                <a:pos x="connsiteX3378" y="connsiteY3378"/>
              </a:cxn>
              <a:cxn ang="0">
                <a:pos x="connsiteX3379" y="connsiteY3379"/>
              </a:cxn>
              <a:cxn ang="0">
                <a:pos x="connsiteX3380" y="connsiteY3380"/>
              </a:cxn>
              <a:cxn ang="0">
                <a:pos x="connsiteX3381" y="connsiteY3381"/>
              </a:cxn>
              <a:cxn ang="0">
                <a:pos x="connsiteX3382" y="connsiteY3382"/>
              </a:cxn>
              <a:cxn ang="0">
                <a:pos x="connsiteX3383" y="connsiteY3383"/>
              </a:cxn>
              <a:cxn ang="0">
                <a:pos x="connsiteX3384" y="connsiteY3384"/>
              </a:cxn>
              <a:cxn ang="0">
                <a:pos x="connsiteX3385" y="connsiteY3385"/>
              </a:cxn>
              <a:cxn ang="0">
                <a:pos x="connsiteX3386" y="connsiteY3386"/>
              </a:cxn>
              <a:cxn ang="0">
                <a:pos x="connsiteX3387" y="connsiteY3387"/>
              </a:cxn>
              <a:cxn ang="0">
                <a:pos x="connsiteX3388" y="connsiteY3388"/>
              </a:cxn>
              <a:cxn ang="0">
                <a:pos x="connsiteX3389" y="connsiteY3389"/>
              </a:cxn>
              <a:cxn ang="0">
                <a:pos x="connsiteX3390" y="connsiteY3390"/>
              </a:cxn>
              <a:cxn ang="0">
                <a:pos x="connsiteX3391" y="connsiteY3391"/>
              </a:cxn>
              <a:cxn ang="0">
                <a:pos x="connsiteX3392" y="connsiteY3392"/>
              </a:cxn>
              <a:cxn ang="0">
                <a:pos x="connsiteX3393" y="connsiteY3393"/>
              </a:cxn>
              <a:cxn ang="0">
                <a:pos x="connsiteX3394" y="connsiteY3394"/>
              </a:cxn>
              <a:cxn ang="0">
                <a:pos x="connsiteX3395" y="connsiteY3395"/>
              </a:cxn>
              <a:cxn ang="0">
                <a:pos x="connsiteX3396" y="connsiteY3396"/>
              </a:cxn>
              <a:cxn ang="0">
                <a:pos x="connsiteX3397" y="connsiteY3397"/>
              </a:cxn>
              <a:cxn ang="0">
                <a:pos x="connsiteX3398" y="connsiteY3398"/>
              </a:cxn>
              <a:cxn ang="0">
                <a:pos x="connsiteX3399" y="connsiteY3399"/>
              </a:cxn>
              <a:cxn ang="0">
                <a:pos x="connsiteX3400" y="connsiteY3400"/>
              </a:cxn>
              <a:cxn ang="0">
                <a:pos x="connsiteX3401" y="connsiteY3401"/>
              </a:cxn>
              <a:cxn ang="0">
                <a:pos x="connsiteX3402" y="connsiteY3402"/>
              </a:cxn>
              <a:cxn ang="0">
                <a:pos x="connsiteX3403" y="connsiteY3403"/>
              </a:cxn>
              <a:cxn ang="0">
                <a:pos x="connsiteX3404" y="connsiteY3404"/>
              </a:cxn>
              <a:cxn ang="0">
                <a:pos x="connsiteX3405" y="connsiteY3405"/>
              </a:cxn>
              <a:cxn ang="0">
                <a:pos x="connsiteX3406" y="connsiteY3406"/>
              </a:cxn>
              <a:cxn ang="0">
                <a:pos x="connsiteX3407" y="connsiteY3407"/>
              </a:cxn>
              <a:cxn ang="0">
                <a:pos x="connsiteX3408" y="connsiteY3408"/>
              </a:cxn>
              <a:cxn ang="0">
                <a:pos x="connsiteX3409" y="connsiteY3409"/>
              </a:cxn>
              <a:cxn ang="0">
                <a:pos x="connsiteX3410" y="connsiteY3410"/>
              </a:cxn>
              <a:cxn ang="0">
                <a:pos x="connsiteX3411" y="connsiteY3411"/>
              </a:cxn>
              <a:cxn ang="0">
                <a:pos x="connsiteX3412" y="connsiteY3412"/>
              </a:cxn>
              <a:cxn ang="0">
                <a:pos x="connsiteX3413" y="connsiteY3413"/>
              </a:cxn>
              <a:cxn ang="0">
                <a:pos x="connsiteX3414" y="connsiteY3414"/>
              </a:cxn>
              <a:cxn ang="0">
                <a:pos x="connsiteX3415" y="connsiteY3415"/>
              </a:cxn>
              <a:cxn ang="0">
                <a:pos x="connsiteX3416" y="connsiteY3416"/>
              </a:cxn>
              <a:cxn ang="0">
                <a:pos x="connsiteX3417" y="connsiteY3417"/>
              </a:cxn>
              <a:cxn ang="0">
                <a:pos x="connsiteX3418" y="connsiteY3418"/>
              </a:cxn>
              <a:cxn ang="0">
                <a:pos x="connsiteX3419" y="connsiteY3419"/>
              </a:cxn>
              <a:cxn ang="0">
                <a:pos x="connsiteX3420" y="connsiteY3420"/>
              </a:cxn>
              <a:cxn ang="0">
                <a:pos x="connsiteX3421" y="connsiteY3421"/>
              </a:cxn>
              <a:cxn ang="0">
                <a:pos x="connsiteX3422" y="connsiteY3422"/>
              </a:cxn>
              <a:cxn ang="0">
                <a:pos x="connsiteX3423" y="connsiteY3423"/>
              </a:cxn>
              <a:cxn ang="0">
                <a:pos x="connsiteX3424" y="connsiteY3424"/>
              </a:cxn>
              <a:cxn ang="0">
                <a:pos x="connsiteX3425" y="connsiteY3425"/>
              </a:cxn>
              <a:cxn ang="0">
                <a:pos x="connsiteX3426" y="connsiteY3426"/>
              </a:cxn>
              <a:cxn ang="0">
                <a:pos x="connsiteX3427" y="connsiteY3427"/>
              </a:cxn>
              <a:cxn ang="0">
                <a:pos x="connsiteX3428" y="connsiteY3428"/>
              </a:cxn>
              <a:cxn ang="0">
                <a:pos x="connsiteX3429" y="connsiteY3429"/>
              </a:cxn>
              <a:cxn ang="0">
                <a:pos x="connsiteX3430" y="connsiteY3430"/>
              </a:cxn>
              <a:cxn ang="0">
                <a:pos x="connsiteX3431" y="connsiteY3431"/>
              </a:cxn>
              <a:cxn ang="0">
                <a:pos x="connsiteX3432" y="connsiteY3432"/>
              </a:cxn>
              <a:cxn ang="0">
                <a:pos x="connsiteX3433" y="connsiteY3433"/>
              </a:cxn>
              <a:cxn ang="0">
                <a:pos x="connsiteX3434" y="connsiteY3434"/>
              </a:cxn>
              <a:cxn ang="0">
                <a:pos x="connsiteX3435" y="connsiteY3435"/>
              </a:cxn>
              <a:cxn ang="0">
                <a:pos x="connsiteX3436" y="connsiteY3436"/>
              </a:cxn>
              <a:cxn ang="0">
                <a:pos x="connsiteX3437" y="connsiteY3437"/>
              </a:cxn>
              <a:cxn ang="0">
                <a:pos x="connsiteX3438" y="connsiteY3438"/>
              </a:cxn>
              <a:cxn ang="0">
                <a:pos x="connsiteX3439" y="connsiteY3439"/>
              </a:cxn>
              <a:cxn ang="0">
                <a:pos x="connsiteX3440" y="connsiteY3440"/>
              </a:cxn>
              <a:cxn ang="0">
                <a:pos x="connsiteX3441" y="connsiteY3441"/>
              </a:cxn>
              <a:cxn ang="0">
                <a:pos x="connsiteX3442" y="connsiteY3442"/>
              </a:cxn>
              <a:cxn ang="0">
                <a:pos x="connsiteX3443" y="connsiteY3443"/>
              </a:cxn>
              <a:cxn ang="0">
                <a:pos x="connsiteX3444" y="connsiteY3444"/>
              </a:cxn>
              <a:cxn ang="0">
                <a:pos x="connsiteX3445" y="connsiteY3445"/>
              </a:cxn>
              <a:cxn ang="0">
                <a:pos x="connsiteX3446" y="connsiteY3446"/>
              </a:cxn>
              <a:cxn ang="0">
                <a:pos x="connsiteX3447" y="connsiteY3447"/>
              </a:cxn>
              <a:cxn ang="0">
                <a:pos x="connsiteX3448" y="connsiteY3448"/>
              </a:cxn>
              <a:cxn ang="0">
                <a:pos x="connsiteX3449" y="connsiteY3449"/>
              </a:cxn>
              <a:cxn ang="0">
                <a:pos x="connsiteX3450" y="connsiteY3450"/>
              </a:cxn>
              <a:cxn ang="0">
                <a:pos x="connsiteX3451" y="connsiteY3451"/>
              </a:cxn>
              <a:cxn ang="0">
                <a:pos x="connsiteX3452" y="connsiteY3452"/>
              </a:cxn>
              <a:cxn ang="0">
                <a:pos x="connsiteX3453" y="connsiteY3453"/>
              </a:cxn>
              <a:cxn ang="0">
                <a:pos x="connsiteX3454" y="connsiteY3454"/>
              </a:cxn>
              <a:cxn ang="0">
                <a:pos x="connsiteX3455" y="connsiteY3455"/>
              </a:cxn>
              <a:cxn ang="0">
                <a:pos x="connsiteX3456" y="connsiteY3456"/>
              </a:cxn>
              <a:cxn ang="0">
                <a:pos x="connsiteX3457" y="connsiteY3457"/>
              </a:cxn>
              <a:cxn ang="0">
                <a:pos x="connsiteX3458" y="connsiteY3458"/>
              </a:cxn>
              <a:cxn ang="0">
                <a:pos x="connsiteX3459" y="connsiteY3459"/>
              </a:cxn>
              <a:cxn ang="0">
                <a:pos x="connsiteX3460" y="connsiteY3460"/>
              </a:cxn>
              <a:cxn ang="0">
                <a:pos x="connsiteX3461" y="connsiteY3461"/>
              </a:cxn>
              <a:cxn ang="0">
                <a:pos x="connsiteX3462" y="connsiteY3462"/>
              </a:cxn>
              <a:cxn ang="0">
                <a:pos x="connsiteX3463" y="connsiteY3463"/>
              </a:cxn>
              <a:cxn ang="0">
                <a:pos x="connsiteX3464" y="connsiteY3464"/>
              </a:cxn>
              <a:cxn ang="0">
                <a:pos x="connsiteX3465" y="connsiteY3465"/>
              </a:cxn>
              <a:cxn ang="0">
                <a:pos x="connsiteX3466" y="connsiteY3466"/>
              </a:cxn>
              <a:cxn ang="0">
                <a:pos x="connsiteX3467" y="connsiteY3467"/>
              </a:cxn>
              <a:cxn ang="0">
                <a:pos x="connsiteX3468" y="connsiteY3468"/>
              </a:cxn>
              <a:cxn ang="0">
                <a:pos x="connsiteX3469" y="connsiteY3469"/>
              </a:cxn>
              <a:cxn ang="0">
                <a:pos x="connsiteX3470" y="connsiteY3470"/>
              </a:cxn>
              <a:cxn ang="0">
                <a:pos x="connsiteX3471" y="connsiteY3471"/>
              </a:cxn>
              <a:cxn ang="0">
                <a:pos x="connsiteX3472" y="connsiteY3472"/>
              </a:cxn>
              <a:cxn ang="0">
                <a:pos x="connsiteX3473" y="connsiteY3473"/>
              </a:cxn>
              <a:cxn ang="0">
                <a:pos x="connsiteX3474" y="connsiteY3474"/>
              </a:cxn>
              <a:cxn ang="0">
                <a:pos x="connsiteX3475" y="connsiteY3475"/>
              </a:cxn>
              <a:cxn ang="0">
                <a:pos x="connsiteX3476" y="connsiteY3476"/>
              </a:cxn>
              <a:cxn ang="0">
                <a:pos x="connsiteX3477" y="connsiteY3477"/>
              </a:cxn>
              <a:cxn ang="0">
                <a:pos x="connsiteX3478" y="connsiteY3478"/>
              </a:cxn>
              <a:cxn ang="0">
                <a:pos x="connsiteX3479" y="connsiteY3479"/>
              </a:cxn>
              <a:cxn ang="0">
                <a:pos x="connsiteX3480" y="connsiteY3480"/>
              </a:cxn>
              <a:cxn ang="0">
                <a:pos x="connsiteX3481" y="connsiteY3481"/>
              </a:cxn>
              <a:cxn ang="0">
                <a:pos x="connsiteX3482" y="connsiteY3482"/>
              </a:cxn>
              <a:cxn ang="0">
                <a:pos x="connsiteX3483" y="connsiteY3483"/>
              </a:cxn>
              <a:cxn ang="0">
                <a:pos x="connsiteX3484" y="connsiteY3484"/>
              </a:cxn>
              <a:cxn ang="0">
                <a:pos x="connsiteX3485" y="connsiteY3485"/>
              </a:cxn>
              <a:cxn ang="0">
                <a:pos x="connsiteX3486" y="connsiteY3486"/>
              </a:cxn>
              <a:cxn ang="0">
                <a:pos x="connsiteX3487" y="connsiteY3487"/>
              </a:cxn>
              <a:cxn ang="0">
                <a:pos x="connsiteX3488" y="connsiteY3488"/>
              </a:cxn>
              <a:cxn ang="0">
                <a:pos x="connsiteX3489" y="connsiteY3489"/>
              </a:cxn>
              <a:cxn ang="0">
                <a:pos x="connsiteX3490" y="connsiteY3490"/>
              </a:cxn>
              <a:cxn ang="0">
                <a:pos x="connsiteX3491" y="connsiteY3491"/>
              </a:cxn>
              <a:cxn ang="0">
                <a:pos x="connsiteX3492" y="connsiteY3492"/>
              </a:cxn>
              <a:cxn ang="0">
                <a:pos x="connsiteX3493" y="connsiteY3493"/>
              </a:cxn>
              <a:cxn ang="0">
                <a:pos x="connsiteX3494" y="connsiteY3494"/>
              </a:cxn>
              <a:cxn ang="0">
                <a:pos x="connsiteX3495" y="connsiteY3495"/>
              </a:cxn>
              <a:cxn ang="0">
                <a:pos x="connsiteX3496" y="connsiteY3496"/>
              </a:cxn>
              <a:cxn ang="0">
                <a:pos x="connsiteX3497" y="connsiteY3497"/>
              </a:cxn>
              <a:cxn ang="0">
                <a:pos x="connsiteX3498" y="connsiteY3498"/>
              </a:cxn>
              <a:cxn ang="0">
                <a:pos x="connsiteX3499" y="connsiteY3499"/>
              </a:cxn>
              <a:cxn ang="0">
                <a:pos x="connsiteX3500" y="connsiteY3500"/>
              </a:cxn>
              <a:cxn ang="0">
                <a:pos x="connsiteX3501" y="connsiteY3501"/>
              </a:cxn>
              <a:cxn ang="0">
                <a:pos x="connsiteX3502" y="connsiteY3502"/>
              </a:cxn>
              <a:cxn ang="0">
                <a:pos x="connsiteX3503" y="connsiteY3503"/>
              </a:cxn>
              <a:cxn ang="0">
                <a:pos x="connsiteX3504" y="connsiteY3504"/>
              </a:cxn>
              <a:cxn ang="0">
                <a:pos x="connsiteX3505" y="connsiteY3505"/>
              </a:cxn>
              <a:cxn ang="0">
                <a:pos x="connsiteX3506" y="connsiteY3506"/>
              </a:cxn>
              <a:cxn ang="0">
                <a:pos x="connsiteX3507" y="connsiteY3507"/>
              </a:cxn>
              <a:cxn ang="0">
                <a:pos x="connsiteX3508" y="connsiteY3508"/>
              </a:cxn>
              <a:cxn ang="0">
                <a:pos x="connsiteX3509" y="connsiteY3509"/>
              </a:cxn>
              <a:cxn ang="0">
                <a:pos x="connsiteX3510" y="connsiteY3510"/>
              </a:cxn>
              <a:cxn ang="0">
                <a:pos x="connsiteX3511" y="connsiteY3511"/>
              </a:cxn>
              <a:cxn ang="0">
                <a:pos x="connsiteX3512" y="connsiteY3512"/>
              </a:cxn>
              <a:cxn ang="0">
                <a:pos x="connsiteX3513" y="connsiteY3513"/>
              </a:cxn>
              <a:cxn ang="0">
                <a:pos x="connsiteX3514" y="connsiteY3514"/>
              </a:cxn>
              <a:cxn ang="0">
                <a:pos x="connsiteX3515" y="connsiteY3515"/>
              </a:cxn>
              <a:cxn ang="0">
                <a:pos x="connsiteX3516" y="connsiteY3516"/>
              </a:cxn>
              <a:cxn ang="0">
                <a:pos x="connsiteX3517" y="connsiteY3517"/>
              </a:cxn>
              <a:cxn ang="0">
                <a:pos x="connsiteX3518" y="connsiteY3518"/>
              </a:cxn>
              <a:cxn ang="0">
                <a:pos x="connsiteX3519" y="connsiteY3519"/>
              </a:cxn>
              <a:cxn ang="0">
                <a:pos x="connsiteX3520" y="connsiteY3520"/>
              </a:cxn>
              <a:cxn ang="0">
                <a:pos x="connsiteX3521" y="connsiteY3521"/>
              </a:cxn>
              <a:cxn ang="0">
                <a:pos x="connsiteX3522" y="connsiteY3522"/>
              </a:cxn>
              <a:cxn ang="0">
                <a:pos x="connsiteX3523" y="connsiteY3523"/>
              </a:cxn>
              <a:cxn ang="0">
                <a:pos x="connsiteX3524" y="connsiteY3524"/>
              </a:cxn>
              <a:cxn ang="0">
                <a:pos x="connsiteX3525" y="connsiteY3525"/>
              </a:cxn>
              <a:cxn ang="0">
                <a:pos x="connsiteX3526" y="connsiteY3526"/>
              </a:cxn>
              <a:cxn ang="0">
                <a:pos x="connsiteX3527" y="connsiteY3527"/>
              </a:cxn>
              <a:cxn ang="0">
                <a:pos x="connsiteX3528" y="connsiteY3528"/>
              </a:cxn>
              <a:cxn ang="0">
                <a:pos x="connsiteX3529" y="connsiteY3529"/>
              </a:cxn>
              <a:cxn ang="0">
                <a:pos x="connsiteX3530" y="connsiteY3530"/>
              </a:cxn>
              <a:cxn ang="0">
                <a:pos x="connsiteX3531" y="connsiteY3531"/>
              </a:cxn>
              <a:cxn ang="0">
                <a:pos x="connsiteX3532" y="connsiteY3532"/>
              </a:cxn>
              <a:cxn ang="0">
                <a:pos x="connsiteX3533" y="connsiteY3533"/>
              </a:cxn>
              <a:cxn ang="0">
                <a:pos x="connsiteX3534" y="connsiteY3534"/>
              </a:cxn>
              <a:cxn ang="0">
                <a:pos x="connsiteX3535" y="connsiteY3535"/>
              </a:cxn>
              <a:cxn ang="0">
                <a:pos x="connsiteX3536" y="connsiteY3536"/>
              </a:cxn>
              <a:cxn ang="0">
                <a:pos x="connsiteX3537" y="connsiteY3537"/>
              </a:cxn>
              <a:cxn ang="0">
                <a:pos x="connsiteX3538" y="connsiteY3538"/>
              </a:cxn>
              <a:cxn ang="0">
                <a:pos x="connsiteX3539" y="connsiteY3539"/>
              </a:cxn>
              <a:cxn ang="0">
                <a:pos x="connsiteX3540" y="connsiteY3540"/>
              </a:cxn>
              <a:cxn ang="0">
                <a:pos x="connsiteX3541" y="connsiteY3541"/>
              </a:cxn>
              <a:cxn ang="0">
                <a:pos x="connsiteX3542" y="connsiteY3542"/>
              </a:cxn>
              <a:cxn ang="0">
                <a:pos x="connsiteX3543" y="connsiteY3543"/>
              </a:cxn>
              <a:cxn ang="0">
                <a:pos x="connsiteX3544" y="connsiteY3544"/>
              </a:cxn>
              <a:cxn ang="0">
                <a:pos x="connsiteX3545" y="connsiteY3545"/>
              </a:cxn>
              <a:cxn ang="0">
                <a:pos x="connsiteX3546" y="connsiteY3546"/>
              </a:cxn>
              <a:cxn ang="0">
                <a:pos x="connsiteX3547" y="connsiteY3547"/>
              </a:cxn>
              <a:cxn ang="0">
                <a:pos x="connsiteX3548" y="connsiteY3548"/>
              </a:cxn>
              <a:cxn ang="0">
                <a:pos x="connsiteX3549" y="connsiteY3549"/>
              </a:cxn>
              <a:cxn ang="0">
                <a:pos x="connsiteX3550" y="connsiteY3550"/>
              </a:cxn>
              <a:cxn ang="0">
                <a:pos x="connsiteX3551" y="connsiteY3551"/>
              </a:cxn>
              <a:cxn ang="0">
                <a:pos x="connsiteX3552" y="connsiteY3552"/>
              </a:cxn>
              <a:cxn ang="0">
                <a:pos x="connsiteX3553" y="connsiteY3553"/>
              </a:cxn>
              <a:cxn ang="0">
                <a:pos x="connsiteX3554" y="connsiteY3554"/>
              </a:cxn>
              <a:cxn ang="0">
                <a:pos x="connsiteX3555" y="connsiteY3555"/>
              </a:cxn>
              <a:cxn ang="0">
                <a:pos x="connsiteX3556" y="connsiteY3556"/>
              </a:cxn>
              <a:cxn ang="0">
                <a:pos x="connsiteX3557" y="connsiteY3557"/>
              </a:cxn>
              <a:cxn ang="0">
                <a:pos x="connsiteX3558" y="connsiteY3558"/>
              </a:cxn>
              <a:cxn ang="0">
                <a:pos x="connsiteX3559" y="connsiteY3559"/>
              </a:cxn>
              <a:cxn ang="0">
                <a:pos x="connsiteX3560" y="connsiteY3560"/>
              </a:cxn>
              <a:cxn ang="0">
                <a:pos x="connsiteX3561" y="connsiteY3561"/>
              </a:cxn>
              <a:cxn ang="0">
                <a:pos x="connsiteX3562" y="connsiteY3562"/>
              </a:cxn>
              <a:cxn ang="0">
                <a:pos x="connsiteX3563" y="connsiteY3563"/>
              </a:cxn>
              <a:cxn ang="0">
                <a:pos x="connsiteX3564" y="connsiteY3564"/>
              </a:cxn>
              <a:cxn ang="0">
                <a:pos x="connsiteX3565" y="connsiteY3565"/>
              </a:cxn>
              <a:cxn ang="0">
                <a:pos x="connsiteX3566" y="connsiteY3566"/>
              </a:cxn>
              <a:cxn ang="0">
                <a:pos x="connsiteX3567" y="connsiteY3567"/>
              </a:cxn>
              <a:cxn ang="0">
                <a:pos x="connsiteX3568" y="connsiteY3568"/>
              </a:cxn>
              <a:cxn ang="0">
                <a:pos x="connsiteX3569" y="connsiteY3569"/>
              </a:cxn>
              <a:cxn ang="0">
                <a:pos x="connsiteX3570" y="connsiteY3570"/>
              </a:cxn>
              <a:cxn ang="0">
                <a:pos x="connsiteX3571" y="connsiteY3571"/>
              </a:cxn>
              <a:cxn ang="0">
                <a:pos x="connsiteX3572" y="connsiteY3572"/>
              </a:cxn>
              <a:cxn ang="0">
                <a:pos x="connsiteX3573" y="connsiteY3573"/>
              </a:cxn>
              <a:cxn ang="0">
                <a:pos x="connsiteX3574" y="connsiteY3574"/>
              </a:cxn>
              <a:cxn ang="0">
                <a:pos x="connsiteX3575" y="connsiteY3575"/>
              </a:cxn>
              <a:cxn ang="0">
                <a:pos x="connsiteX3576" y="connsiteY3576"/>
              </a:cxn>
              <a:cxn ang="0">
                <a:pos x="connsiteX3577" y="connsiteY3577"/>
              </a:cxn>
              <a:cxn ang="0">
                <a:pos x="connsiteX3578" y="connsiteY3578"/>
              </a:cxn>
              <a:cxn ang="0">
                <a:pos x="connsiteX3579" y="connsiteY3579"/>
              </a:cxn>
              <a:cxn ang="0">
                <a:pos x="connsiteX3580" y="connsiteY3580"/>
              </a:cxn>
              <a:cxn ang="0">
                <a:pos x="connsiteX3581" y="connsiteY3581"/>
              </a:cxn>
              <a:cxn ang="0">
                <a:pos x="connsiteX3582" y="connsiteY3582"/>
              </a:cxn>
              <a:cxn ang="0">
                <a:pos x="connsiteX3583" y="connsiteY3583"/>
              </a:cxn>
              <a:cxn ang="0">
                <a:pos x="connsiteX3584" y="connsiteY3584"/>
              </a:cxn>
              <a:cxn ang="0">
                <a:pos x="connsiteX3585" y="connsiteY3585"/>
              </a:cxn>
              <a:cxn ang="0">
                <a:pos x="connsiteX3586" y="connsiteY3586"/>
              </a:cxn>
              <a:cxn ang="0">
                <a:pos x="connsiteX3587" y="connsiteY3587"/>
              </a:cxn>
              <a:cxn ang="0">
                <a:pos x="connsiteX3588" y="connsiteY3588"/>
              </a:cxn>
              <a:cxn ang="0">
                <a:pos x="connsiteX3589" y="connsiteY3589"/>
              </a:cxn>
              <a:cxn ang="0">
                <a:pos x="connsiteX3590" y="connsiteY3590"/>
              </a:cxn>
              <a:cxn ang="0">
                <a:pos x="connsiteX3591" y="connsiteY3591"/>
              </a:cxn>
              <a:cxn ang="0">
                <a:pos x="connsiteX3592" y="connsiteY3592"/>
              </a:cxn>
              <a:cxn ang="0">
                <a:pos x="connsiteX3593" y="connsiteY3593"/>
              </a:cxn>
              <a:cxn ang="0">
                <a:pos x="connsiteX3594" y="connsiteY3594"/>
              </a:cxn>
              <a:cxn ang="0">
                <a:pos x="connsiteX3595" y="connsiteY3595"/>
              </a:cxn>
              <a:cxn ang="0">
                <a:pos x="connsiteX3596" y="connsiteY3596"/>
              </a:cxn>
              <a:cxn ang="0">
                <a:pos x="connsiteX3597" y="connsiteY3597"/>
              </a:cxn>
              <a:cxn ang="0">
                <a:pos x="connsiteX3598" y="connsiteY3598"/>
              </a:cxn>
              <a:cxn ang="0">
                <a:pos x="connsiteX3599" y="connsiteY3599"/>
              </a:cxn>
              <a:cxn ang="0">
                <a:pos x="connsiteX3600" y="connsiteY3600"/>
              </a:cxn>
              <a:cxn ang="0">
                <a:pos x="connsiteX3601" y="connsiteY3601"/>
              </a:cxn>
              <a:cxn ang="0">
                <a:pos x="connsiteX3602" y="connsiteY3602"/>
              </a:cxn>
              <a:cxn ang="0">
                <a:pos x="connsiteX3603" y="connsiteY3603"/>
              </a:cxn>
              <a:cxn ang="0">
                <a:pos x="connsiteX3604" y="connsiteY3604"/>
              </a:cxn>
              <a:cxn ang="0">
                <a:pos x="connsiteX3605" y="connsiteY3605"/>
              </a:cxn>
              <a:cxn ang="0">
                <a:pos x="connsiteX3606" y="connsiteY3606"/>
              </a:cxn>
              <a:cxn ang="0">
                <a:pos x="connsiteX3607" y="connsiteY3607"/>
              </a:cxn>
              <a:cxn ang="0">
                <a:pos x="connsiteX3608" y="connsiteY3608"/>
              </a:cxn>
              <a:cxn ang="0">
                <a:pos x="connsiteX3609" y="connsiteY3609"/>
              </a:cxn>
              <a:cxn ang="0">
                <a:pos x="connsiteX3610" y="connsiteY3610"/>
              </a:cxn>
              <a:cxn ang="0">
                <a:pos x="connsiteX3611" y="connsiteY3611"/>
              </a:cxn>
              <a:cxn ang="0">
                <a:pos x="connsiteX3612" y="connsiteY3612"/>
              </a:cxn>
              <a:cxn ang="0">
                <a:pos x="connsiteX3613" y="connsiteY3613"/>
              </a:cxn>
              <a:cxn ang="0">
                <a:pos x="connsiteX3614" y="connsiteY3614"/>
              </a:cxn>
              <a:cxn ang="0">
                <a:pos x="connsiteX3615" y="connsiteY3615"/>
              </a:cxn>
              <a:cxn ang="0">
                <a:pos x="connsiteX3616" y="connsiteY3616"/>
              </a:cxn>
              <a:cxn ang="0">
                <a:pos x="connsiteX3617" y="connsiteY3617"/>
              </a:cxn>
              <a:cxn ang="0">
                <a:pos x="connsiteX3618" y="connsiteY3618"/>
              </a:cxn>
              <a:cxn ang="0">
                <a:pos x="connsiteX3619" y="connsiteY3619"/>
              </a:cxn>
              <a:cxn ang="0">
                <a:pos x="connsiteX3620" y="connsiteY3620"/>
              </a:cxn>
              <a:cxn ang="0">
                <a:pos x="connsiteX3621" y="connsiteY3621"/>
              </a:cxn>
              <a:cxn ang="0">
                <a:pos x="connsiteX3622" y="connsiteY3622"/>
              </a:cxn>
              <a:cxn ang="0">
                <a:pos x="connsiteX3623" y="connsiteY3623"/>
              </a:cxn>
              <a:cxn ang="0">
                <a:pos x="connsiteX3624" y="connsiteY3624"/>
              </a:cxn>
              <a:cxn ang="0">
                <a:pos x="connsiteX3625" y="connsiteY3625"/>
              </a:cxn>
              <a:cxn ang="0">
                <a:pos x="connsiteX3626" y="connsiteY3626"/>
              </a:cxn>
              <a:cxn ang="0">
                <a:pos x="connsiteX3627" y="connsiteY3627"/>
              </a:cxn>
              <a:cxn ang="0">
                <a:pos x="connsiteX3628" y="connsiteY3628"/>
              </a:cxn>
              <a:cxn ang="0">
                <a:pos x="connsiteX3629" y="connsiteY3629"/>
              </a:cxn>
              <a:cxn ang="0">
                <a:pos x="connsiteX3630" y="connsiteY3630"/>
              </a:cxn>
              <a:cxn ang="0">
                <a:pos x="connsiteX3631" y="connsiteY3631"/>
              </a:cxn>
              <a:cxn ang="0">
                <a:pos x="connsiteX3632" y="connsiteY3632"/>
              </a:cxn>
              <a:cxn ang="0">
                <a:pos x="connsiteX3633" y="connsiteY3633"/>
              </a:cxn>
              <a:cxn ang="0">
                <a:pos x="connsiteX3634" y="connsiteY3634"/>
              </a:cxn>
              <a:cxn ang="0">
                <a:pos x="connsiteX3635" y="connsiteY3635"/>
              </a:cxn>
              <a:cxn ang="0">
                <a:pos x="connsiteX3636" y="connsiteY3636"/>
              </a:cxn>
              <a:cxn ang="0">
                <a:pos x="connsiteX3637" y="connsiteY3637"/>
              </a:cxn>
              <a:cxn ang="0">
                <a:pos x="connsiteX3638" y="connsiteY3638"/>
              </a:cxn>
              <a:cxn ang="0">
                <a:pos x="connsiteX3639" y="connsiteY3639"/>
              </a:cxn>
              <a:cxn ang="0">
                <a:pos x="connsiteX3640" y="connsiteY3640"/>
              </a:cxn>
              <a:cxn ang="0">
                <a:pos x="connsiteX3641" y="connsiteY3641"/>
              </a:cxn>
              <a:cxn ang="0">
                <a:pos x="connsiteX3642" y="connsiteY3642"/>
              </a:cxn>
              <a:cxn ang="0">
                <a:pos x="connsiteX3643" y="connsiteY3643"/>
              </a:cxn>
              <a:cxn ang="0">
                <a:pos x="connsiteX3644" y="connsiteY3644"/>
              </a:cxn>
              <a:cxn ang="0">
                <a:pos x="connsiteX3645" y="connsiteY3645"/>
              </a:cxn>
              <a:cxn ang="0">
                <a:pos x="connsiteX3646" y="connsiteY3646"/>
              </a:cxn>
              <a:cxn ang="0">
                <a:pos x="connsiteX3647" y="connsiteY3647"/>
              </a:cxn>
              <a:cxn ang="0">
                <a:pos x="connsiteX3648" y="connsiteY3648"/>
              </a:cxn>
              <a:cxn ang="0">
                <a:pos x="connsiteX3649" y="connsiteY3649"/>
              </a:cxn>
              <a:cxn ang="0">
                <a:pos x="connsiteX3650" y="connsiteY3650"/>
              </a:cxn>
              <a:cxn ang="0">
                <a:pos x="connsiteX3651" y="connsiteY3651"/>
              </a:cxn>
              <a:cxn ang="0">
                <a:pos x="connsiteX3652" y="connsiteY3652"/>
              </a:cxn>
              <a:cxn ang="0">
                <a:pos x="connsiteX3653" y="connsiteY3653"/>
              </a:cxn>
              <a:cxn ang="0">
                <a:pos x="connsiteX3654" y="connsiteY3654"/>
              </a:cxn>
              <a:cxn ang="0">
                <a:pos x="connsiteX3655" y="connsiteY3655"/>
              </a:cxn>
              <a:cxn ang="0">
                <a:pos x="connsiteX3656" y="connsiteY3656"/>
              </a:cxn>
              <a:cxn ang="0">
                <a:pos x="connsiteX3657" y="connsiteY3657"/>
              </a:cxn>
              <a:cxn ang="0">
                <a:pos x="connsiteX3658" y="connsiteY3658"/>
              </a:cxn>
              <a:cxn ang="0">
                <a:pos x="connsiteX3659" y="connsiteY3659"/>
              </a:cxn>
              <a:cxn ang="0">
                <a:pos x="connsiteX3660" y="connsiteY3660"/>
              </a:cxn>
              <a:cxn ang="0">
                <a:pos x="connsiteX3661" y="connsiteY3661"/>
              </a:cxn>
              <a:cxn ang="0">
                <a:pos x="connsiteX3662" y="connsiteY3662"/>
              </a:cxn>
              <a:cxn ang="0">
                <a:pos x="connsiteX3663" y="connsiteY3663"/>
              </a:cxn>
              <a:cxn ang="0">
                <a:pos x="connsiteX3664" y="connsiteY3664"/>
              </a:cxn>
              <a:cxn ang="0">
                <a:pos x="connsiteX3665" y="connsiteY3665"/>
              </a:cxn>
              <a:cxn ang="0">
                <a:pos x="connsiteX3666" y="connsiteY3666"/>
              </a:cxn>
              <a:cxn ang="0">
                <a:pos x="connsiteX3667" y="connsiteY3667"/>
              </a:cxn>
              <a:cxn ang="0">
                <a:pos x="connsiteX3668" y="connsiteY3668"/>
              </a:cxn>
              <a:cxn ang="0">
                <a:pos x="connsiteX3669" y="connsiteY3669"/>
              </a:cxn>
              <a:cxn ang="0">
                <a:pos x="connsiteX3670" y="connsiteY3670"/>
              </a:cxn>
              <a:cxn ang="0">
                <a:pos x="connsiteX3671" y="connsiteY3671"/>
              </a:cxn>
              <a:cxn ang="0">
                <a:pos x="connsiteX3672" y="connsiteY3672"/>
              </a:cxn>
              <a:cxn ang="0">
                <a:pos x="connsiteX3673" y="connsiteY3673"/>
              </a:cxn>
              <a:cxn ang="0">
                <a:pos x="connsiteX3674" y="connsiteY3674"/>
              </a:cxn>
              <a:cxn ang="0">
                <a:pos x="connsiteX3675" y="connsiteY3675"/>
              </a:cxn>
              <a:cxn ang="0">
                <a:pos x="connsiteX3676" y="connsiteY3676"/>
              </a:cxn>
              <a:cxn ang="0">
                <a:pos x="connsiteX3677" y="connsiteY3677"/>
              </a:cxn>
              <a:cxn ang="0">
                <a:pos x="connsiteX3678" y="connsiteY3678"/>
              </a:cxn>
              <a:cxn ang="0">
                <a:pos x="connsiteX3679" y="connsiteY3679"/>
              </a:cxn>
              <a:cxn ang="0">
                <a:pos x="connsiteX3680" y="connsiteY3680"/>
              </a:cxn>
              <a:cxn ang="0">
                <a:pos x="connsiteX3681" y="connsiteY3681"/>
              </a:cxn>
              <a:cxn ang="0">
                <a:pos x="connsiteX3682" y="connsiteY3682"/>
              </a:cxn>
              <a:cxn ang="0">
                <a:pos x="connsiteX3683" y="connsiteY3683"/>
              </a:cxn>
              <a:cxn ang="0">
                <a:pos x="connsiteX3684" y="connsiteY3684"/>
              </a:cxn>
              <a:cxn ang="0">
                <a:pos x="connsiteX3685" y="connsiteY3685"/>
              </a:cxn>
              <a:cxn ang="0">
                <a:pos x="connsiteX3686" y="connsiteY3686"/>
              </a:cxn>
              <a:cxn ang="0">
                <a:pos x="connsiteX3687" y="connsiteY3687"/>
              </a:cxn>
              <a:cxn ang="0">
                <a:pos x="connsiteX3688" y="connsiteY3688"/>
              </a:cxn>
              <a:cxn ang="0">
                <a:pos x="connsiteX3689" y="connsiteY3689"/>
              </a:cxn>
              <a:cxn ang="0">
                <a:pos x="connsiteX3690" y="connsiteY3690"/>
              </a:cxn>
              <a:cxn ang="0">
                <a:pos x="connsiteX3691" y="connsiteY3691"/>
              </a:cxn>
              <a:cxn ang="0">
                <a:pos x="connsiteX3692" y="connsiteY3692"/>
              </a:cxn>
              <a:cxn ang="0">
                <a:pos x="connsiteX3693" y="connsiteY3693"/>
              </a:cxn>
              <a:cxn ang="0">
                <a:pos x="connsiteX3694" y="connsiteY3694"/>
              </a:cxn>
              <a:cxn ang="0">
                <a:pos x="connsiteX3695" y="connsiteY3695"/>
              </a:cxn>
              <a:cxn ang="0">
                <a:pos x="connsiteX3696" y="connsiteY3696"/>
              </a:cxn>
              <a:cxn ang="0">
                <a:pos x="connsiteX3697" y="connsiteY3697"/>
              </a:cxn>
              <a:cxn ang="0">
                <a:pos x="connsiteX3698" y="connsiteY3698"/>
              </a:cxn>
              <a:cxn ang="0">
                <a:pos x="connsiteX3699" y="connsiteY3699"/>
              </a:cxn>
              <a:cxn ang="0">
                <a:pos x="connsiteX3700" y="connsiteY3700"/>
              </a:cxn>
              <a:cxn ang="0">
                <a:pos x="connsiteX3701" y="connsiteY3701"/>
              </a:cxn>
              <a:cxn ang="0">
                <a:pos x="connsiteX3702" y="connsiteY3702"/>
              </a:cxn>
              <a:cxn ang="0">
                <a:pos x="connsiteX3703" y="connsiteY3703"/>
              </a:cxn>
              <a:cxn ang="0">
                <a:pos x="connsiteX3704" y="connsiteY3704"/>
              </a:cxn>
              <a:cxn ang="0">
                <a:pos x="connsiteX3705" y="connsiteY3705"/>
              </a:cxn>
              <a:cxn ang="0">
                <a:pos x="connsiteX3706" y="connsiteY3706"/>
              </a:cxn>
              <a:cxn ang="0">
                <a:pos x="connsiteX3707" y="connsiteY3707"/>
              </a:cxn>
              <a:cxn ang="0">
                <a:pos x="connsiteX3708" y="connsiteY3708"/>
              </a:cxn>
              <a:cxn ang="0">
                <a:pos x="connsiteX3709" y="connsiteY3709"/>
              </a:cxn>
              <a:cxn ang="0">
                <a:pos x="connsiteX3710" y="connsiteY3710"/>
              </a:cxn>
              <a:cxn ang="0">
                <a:pos x="connsiteX3711" y="connsiteY3711"/>
              </a:cxn>
              <a:cxn ang="0">
                <a:pos x="connsiteX3712" y="connsiteY3712"/>
              </a:cxn>
              <a:cxn ang="0">
                <a:pos x="connsiteX3713" y="connsiteY3713"/>
              </a:cxn>
              <a:cxn ang="0">
                <a:pos x="connsiteX3714" y="connsiteY3714"/>
              </a:cxn>
              <a:cxn ang="0">
                <a:pos x="connsiteX3715" y="connsiteY3715"/>
              </a:cxn>
              <a:cxn ang="0">
                <a:pos x="connsiteX3716" y="connsiteY3716"/>
              </a:cxn>
              <a:cxn ang="0">
                <a:pos x="connsiteX3717" y="connsiteY3717"/>
              </a:cxn>
              <a:cxn ang="0">
                <a:pos x="connsiteX3718" y="connsiteY3718"/>
              </a:cxn>
              <a:cxn ang="0">
                <a:pos x="connsiteX3719" y="connsiteY3719"/>
              </a:cxn>
              <a:cxn ang="0">
                <a:pos x="connsiteX3720" y="connsiteY3720"/>
              </a:cxn>
              <a:cxn ang="0">
                <a:pos x="connsiteX3721" y="connsiteY3721"/>
              </a:cxn>
              <a:cxn ang="0">
                <a:pos x="connsiteX3722" y="connsiteY3722"/>
              </a:cxn>
              <a:cxn ang="0">
                <a:pos x="connsiteX3723" y="connsiteY3723"/>
              </a:cxn>
              <a:cxn ang="0">
                <a:pos x="connsiteX3724" y="connsiteY3724"/>
              </a:cxn>
              <a:cxn ang="0">
                <a:pos x="connsiteX3725" y="connsiteY3725"/>
              </a:cxn>
              <a:cxn ang="0">
                <a:pos x="connsiteX3726" y="connsiteY3726"/>
              </a:cxn>
              <a:cxn ang="0">
                <a:pos x="connsiteX3727" y="connsiteY3727"/>
              </a:cxn>
              <a:cxn ang="0">
                <a:pos x="connsiteX3728" y="connsiteY3728"/>
              </a:cxn>
              <a:cxn ang="0">
                <a:pos x="connsiteX3729" y="connsiteY3729"/>
              </a:cxn>
              <a:cxn ang="0">
                <a:pos x="connsiteX3730" y="connsiteY3730"/>
              </a:cxn>
              <a:cxn ang="0">
                <a:pos x="connsiteX3731" y="connsiteY3731"/>
              </a:cxn>
              <a:cxn ang="0">
                <a:pos x="connsiteX3732" y="connsiteY3732"/>
              </a:cxn>
              <a:cxn ang="0">
                <a:pos x="connsiteX3733" y="connsiteY3733"/>
              </a:cxn>
              <a:cxn ang="0">
                <a:pos x="connsiteX3734" y="connsiteY3734"/>
              </a:cxn>
              <a:cxn ang="0">
                <a:pos x="connsiteX3735" y="connsiteY3735"/>
              </a:cxn>
              <a:cxn ang="0">
                <a:pos x="connsiteX3736" y="connsiteY3736"/>
              </a:cxn>
              <a:cxn ang="0">
                <a:pos x="connsiteX3737" y="connsiteY3737"/>
              </a:cxn>
              <a:cxn ang="0">
                <a:pos x="connsiteX3738" y="connsiteY3738"/>
              </a:cxn>
              <a:cxn ang="0">
                <a:pos x="connsiteX3739" y="connsiteY3739"/>
              </a:cxn>
              <a:cxn ang="0">
                <a:pos x="connsiteX3740" y="connsiteY3740"/>
              </a:cxn>
              <a:cxn ang="0">
                <a:pos x="connsiteX3741" y="connsiteY3741"/>
              </a:cxn>
              <a:cxn ang="0">
                <a:pos x="connsiteX3742" y="connsiteY3742"/>
              </a:cxn>
              <a:cxn ang="0">
                <a:pos x="connsiteX3743" y="connsiteY3743"/>
              </a:cxn>
              <a:cxn ang="0">
                <a:pos x="connsiteX3744" y="connsiteY3744"/>
              </a:cxn>
              <a:cxn ang="0">
                <a:pos x="connsiteX3745" y="connsiteY3745"/>
              </a:cxn>
              <a:cxn ang="0">
                <a:pos x="connsiteX3746" y="connsiteY3746"/>
              </a:cxn>
              <a:cxn ang="0">
                <a:pos x="connsiteX3747" y="connsiteY3747"/>
              </a:cxn>
              <a:cxn ang="0">
                <a:pos x="connsiteX3748" y="connsiteY3748"/>
              </a:cxn>
              <a:cxn ang="0">
                <a:pos x="connsiteX3749" y="connsiteY3749"/>
              </a:cxn>
              <a:cxn ang="0">
                <a:pos x="connsiteX3750" y="connsiteY3750"/>
              </a:cxn>
              <a:cxn ang="0">
                <a:pos x="connsiteX3751" y="connsiteY3751"/>
              </a:cxn>
              <a:cxn ang="0">
                <a:pos x="connsiteX3752" y="connsiteY3752"/>
              </a:cxn>
              <a:cxn ang="0">
                <a:pos x="connsiteX3753" y="connsiteY3753"/>
              </a:cxn>
              <a:cxn ang="0">
                <a:pos x="connsiteX3754" y="connsiteY3754"/>
              </a:cxn>
              <a:cxn ang="0">
                <a:pos x="connsiteX3755" y="connsiteY3755"/>
              </a:cxn>
              <a:cxn ang="0">
                <a:pos x="connsiteX3756" y="connsiteY3756"/>
              </a:cxn>
              <a:cxn ang="0">
                <a:pos x="connsiteX3757" y="connsiteY3757"/>
              </a:cxn>
              <a:cxn ang="0">
                <a:pos x="connsiteX3758" y="connsiteY3758"/>
              </a:cxn>
              <a:cxn ang="0">
                <a:pos x="connsiteX3759" y="connsiteY3759"/>
              </a:cxn>
              <a:cxn ang="0">
                <a:pos x="connsiteX3760" y="connsiteY3760"/>
              </a:cxn>
              <a:cxn ang="0">
                <a:pos x="connsiteX3761" y="connsiteY3761"/>
              </a:cxn>
              <a:cxn ang="0">
                <a:pos x="connsiteX3762" y="connsiteY3762"/>
              </a:cxn>
              <a:cxn ang="0">
                <a:pos x="connsiteX3763" y="connsiteY3763"/>
              </a:cxn>
              <a:cxn ang="0">
                <a:pos x="connsiteX3764" y="connsiteY3764"/>
              </a:cxn>
              <a:cxn ang="0">
                <a:pos x="connsiteX3765" y="connsiteY3765"/>
              </a:cxn>
              <a:cxn ang="0">
                <a:pos x="connsiteX3766" y="connsiteY3766"/>
              </a:cxn>
              <a:cxn ang="0">
                <a:pos x="connsiteX3767" y="connsiteY3767"/>
              </a:cxn>
              <a:cxn ang="0">
                <a:pos x="connsiteX3768" y="connsiteY3768"/>
              </a:cxn>
              <a:cxn ang="0">
                <a:pos x="connsiteX3769" y="connsiteY3769"/>
              </a:cxn>
              <a:cxn ang="0">
                <a:pos x="connsiteX3770" y="connsiteY3770"/>
              </a:cxn>
              <a:cxn ang="0">
                <a:pos x="connsiteX3771" y="connsiteY3771"/>
              </a:cxn>
              <a:cxn ang="0">
                <a:pos x="connsiteX3772" y="connsiteY3772"/>
              </a:cxn>
              <a:cxn ang="0">
                <a:pos x="connsiteX3773" y="connsiteY3773"/>
              </a:cxn>
              <a:cxn ang="0">
                <a:pos x="connsiteX3774" y="connsiteY3774"/>
              </a:cxn>
              <a:cxn ang="0">
                <a:pos x="connsiteX3775" y="connsiteY3775"/>
              </a:cxn>
              <a:cxn ang="0">
                <a:pos x="connsiteX3776" y="connsiteY3776"/>
              </a:cxn>
              <a:cxn ang="0">
                <a:pos x="connsiteX3777" y="connsiteY3777"/>
              </a:cxn>
              <a:cxn ang="0">
                <a:pos x="connsiteX3778" y="connsiteY3778"/>
              </a:cxn>
              <a:cxn ang="0">
                <a:pos x="connsiteX3779" y="connsiteY3779"/>
              </a:cxn>
              <a:cxn ang="0">
                <a:pos x="connsiteX3780" y="connsiteY3780"/>
              </a:cxn>
              <a:cxn ang="0">
                <a:pos x="connsiteX3781" y="connsiteY3781"/>
              </a:cxn>
              <a:cxn ang="0">
                <a:pos x="connsiteX3782" y="connsiteY3782"/>
              </a:cxn>
              <a:cxn ang="0">
                <a:pos x="connsiteX3783" y="connsiteY3783"/>
              </a:cxn>
              <a:cxn ang="0">
                <a:pos x="connsiteX3784" y="connsiteY3784"/>
              </a:cxn>
              <a:cxn ang="0">
                <a:pos x="connsiteX3785" y="connsiteY3785"/>
              </a:cxn>
              <a:cxn ang="0">
                <a:pos x="connsiteX3786" y="connsiteY3786"/>
              </a:cxn>
              <a:cxn ang="0">
                <a:pos x="connsiteX3787" y="connsiteY3787"/>
              </a:cxn>
              <a:cxn ang="0">
                <a:pos x="connsiteX3788" y="connsiteY3788"/>
              </a:cxn>
              <a:cxn ang="0">
                <a:pos x="connsiteX3789" y="connsiteY3789"/>
              </a:cxn>
              <a:cxn ang="0">
                <a:pos x="connsiteX3790" y="connsiteY3790"/>
              </a:cxn>
              <a:cxn ang="0">
                <a:pos x="connsiteX3791" y="connsiteY3791"/>
              </a:cxn>
              <a:cxn ang="0">
                <a:pos x="connsiteX3792" y="connsiteY3792"/>
              </a:cxn>
              <a:cxn ang="0">
                <a:pos x="connsiteX3793" y="connsiteY3793"/>
              </a:cxn>
              <a:cxn ang="0">
                <a:pos x="connsiteX3794" y="connsiteY3794"/>
              </a:cxn>
              <a:cxn ang="0">
                <a:pos x="connsiteX3795" y="connsiteY3795"/>
              </a:cxn>
              <a:cxn ang="0">
                <a:pos x="connsiteX3796" y="connsiteY3796"/>
              </a:cxn>
              <a:cxn ang="0">
                <a:pos x="connsiteX3797" y="connsiteY3797"/>
              </a:cxn>
              <a:cxn ang="0">
                <a:pos x="connsiteX3798" y="connsiteY3798"/>
              </a:cxn>
              <a:cxn ang="0">
                <a:pos x="connsiteX3799" y="connsiteY3799"/>
              </a:cxn>
              <a:cxn ang="0">
                <a:pos x="connsiteX3800" y="connsiteY3800"/>
              </a:cxn>
              <a:cxn ang="0">
                <a:pos x="connsiteX3801" y="connsiteY3801"/>
              </a:cxn>
              <a:cxn ang="0">
                <a:pos x="connsiteX3802" y="connsiteY3802"/>
              </a:cxn>
              <a:cxn ang="0">
                <a:pos x="connsiteX3803" y="connsiteY3803"/>
              </a:cxn>
              <a:cxn ang="0">
                <a:pos x="connsiteX3804" y="connsiteY3804"/>
              </a:cxn>
              <a:cxn ang="0">
                <a:pos x="connsiteX3805" y="connsiteY3805"/>
              </a:cxn>
              <a:cxn ang="0">
                <a:pos x="connsiteX3806" y="connsiteY3806"/>
              </a:cxn>
              <a:cxn ang="0">
                <a:pos x="connsiteX3807" y="connsiteY3807"/>
              </a:cxn>
              <a:cxn ang="0">
                <a:pos x="connsiteX3808" y="connsiteY3808"/>
              </a:cxn>
              <a:cxn ang="0">
                <a:pos x="connsiteX3809" y="connsiteY3809"/>
              </a:cxn>
              <a:cxn ang="0">
                <a:pos x="connsiteX3810" y="connsiteY3810"/>
              </a:cxn>
              <a:cxn ang="0">
                <a:pos x="connsiteX3811" y="connsiteY3811"/>
              </a:cxn>
              <a:cxn ang="0">
                <a:pos x="connsiteX3812" y="connsiteY3812"/>
              </a:cxn>
              <a:cxn ang="0">
                <a:pos x="connsiteX3813" y="connsiteY3813"/>
              </a:cxn>
              <a:cxn ang="0">
                <a:pos x="connsiteX3814" y="connsiteY3814"/>
              </a:cxn>
              <a:cxn ang="0">
                <a:pos x="connsiteX3815" y="connsiteY3815"/>
              </a:cxn>
              <a:cxn ang="0">
                <a:pos x="connsiteX3816" y="connsiteY3816"/>
              </a:cxn>
              <a:cxn ang="0">
                <a:pos x="connsiteX3817" y="connsiteY3817"/>
              </a:cxn>
              <a:cxn ang="0">
                <a:pos x="connsiteX3818" y="connsiteY3818"/>
              </a:cxn>
              <a:cxn ang="0">
                <a:pos x="connsiteX3819" y="connsiteY3819"/>
              </a:cxn>
              <a:cxn ang="0">
                <a:pos x="connsiteX3820" y="connsiteY3820"/>
              </a:cxn>
              <a:cxn ang="0">
                <a:pos x="connsiteX3821" y="connsiteY3821"/>
              </a:cxn>
              <a:cxn ang="0">
                <a:pos x="connsiteX3822" y="connsiteY3822"/>
              </a:cxn>
              <a:cxn ang="0">
                <a:pos x="connsiteX3823" y="connsiteY3823"/>
              </a:cxn>
              <a:cxn ang="0">
                <a:pos x="connsiteX3824" y="connsiteY3824"/>
              </a:cxn>
              <a:cxn ang="0">
                <a:pos x="connsiteX3825" y="connsiteY3825"/>
              </a:cxn>
              <a:cxn ang="0">
                <a:pos x="connsiteX3826" y="connsiteY3826"/>
              </a:cxn>
              <a:cxn ang="0">
                <a:pos x="connsiteX3827" y="connsiteY3827"/>
              </a:cxn>
              <a:cxn ang="0">
                <a:pos x="connsiteX3828" y="connsiteY3828"/>
              </a:cxn>
              <a:cxn ang="0">
                <a:pos x="connsiteX3829" y="connsiteY3829"/>
              </a:cxn>
              <a:cxn ang="0">
                <a:pos x="connsiteX3830" y="connsiteY3830"/>
              </a:cxn>
              <a:cxn ang="0">
                <a:pos x="connsiteX3831" y="connsiteY3831"/>
              </a:cxn>
              <a:cxn ang="0">
                <a:pos x="connsiteX3832" y="connsiteY3832"/>
              </a:cxn>
              <a:cxn ang="0">
                <a:pos x="connsiteX3833" y="connsiteY3833"/>
              </a:cxn>
              <a:cxn ang="0">
                <a:pos x="connsiteX3834" y="connsiteY3834"/>
              </a:cxn>
              <a:cxn ang="0">
                <a:pos x="connsiteX3835" y="connsiteY3835"/>
              </a:cxn>
              <a:cxn ang="0">
                <a:pos x="connsiteX3836" y="connsiteY3836"/>
              </a:cxn>
              <a:cxn ang="0">
                <a:pos x="connsiteX3837" y="connsiteY3837"/>
              </a:cxn>
              <a:cxn ang="0">
                <a:pos x="connsiteX3838" y="connsiteY3838"/>
              </a:cxn>
              <a:cxn ang="0">
                <a:pos x="connsiteX3839" y="connsiteY3839"/>
              </a:cxn>
              <a:cxn ang="0">
                <a:pos x="connsiteX3840" y="connsiteY3840"/>
              </a:cxn>
              <a:cxn ang="0">
                <a:pos x="connsiteX3841" y="connsiteY3841"/>
              </a:cxn>
              <a:cxn ang="0">
                <a:pos x="connsiteX3842" y="connsiteY3842"/>
              </a:cxn>
              <a:cxn ang="0">
                <a:pos x="connsiteX3843" y="connsiteY3843"/>
              </a:cxn>
              <a:cxn ang="0">
                <a:pos x="connsiteX3844" y="connsiteY3844"/>
              </a:cxn>
              <a:cxn ang="0">
                <a:pos x="connsiteX3845" y="connsiteY3845"/>
              </a:cxn>
              <a:cxn ang="0">
                <a:pos x="connsiteX3846" y="connsiteY3846"/>
              </a:cxn>
              <a:cxn ang="0">
                <a:pos x="connsiteX3847" y="connsiteY3847"/>
              </a:cxn>
              <a:cxn ang="0">
                <a:pos x="connsiteX3848" y="connsiteY3848"/>
              </a:cxn>
              <a:cxn ang="0">
                <a:pos x="connsiteX3849" y="connsiteY3849"/>
              </a:cxn>
              <a:cxn ang="0">
                <a:pos x="connsiteX3850" y="connsiteY3850"/>
              </a:cxn>
              <a:cxn ang="0">
                <a:pos x="connsiteX3851" y="connsiteY3851"/>
              </a:cxn>
              <a:cxn ang="0">
                <a:pos x="connsiteX3852" y="connsiteY3852"/>
              </a:cxn>
              <a:cxn ang="0">
                <a:pos x="connsiteX3853" y="connsiteY3853"/>
              </a:cxn>
              <a:cxn ang="0">
                <a:pos x="connsiteX3854" y="connsiteY3854"/>
              </a:cxn>
              <a:cxn ang="0">
                <a:pos x="connsiteX3855" y="connsiteY3855"/>
              </a:cxn>
              <a:cxn ang="0">
                <a:pos x="connsiteX3856" y="connsiteY3856"/>
              </a:cxn>
              <a:cxn ang="0">
                <a:pos x="connsiteX3857" y="connsiteY3857"/>
              </a:cxn>
              <a:cxn ang="0">
                <a:pos x="connsiteX3858" y="connsiteY3858"/>
              </a:cxn>
              <a:cxn ang="0">
                <a:pos x="connsiteX3859" y="connsiteY3859"/>
              </a:cxn>
              <a:cxn ang="0">
                <a:pos x="connsiteX3860" y="connsiteY3860"/>
              </a:cxn>
              <a:cxn ang="0">
                <a:pos x="connsiteX3861" y="connsiteY3861"/>
              </a:cxn>
              <a:cxn ang="0">
                <a:pos x="connsiteX3862" y="connsiteY3862"/>
              </a:cxn>
              <a:cxn ang="0">
                <a:pos x="connsiteX3863" y="connsiteY3863"/>
              </a:cxn>
              <a:cxn ang="0">
                <a:pos x="connsiteX3864" y="connsiteY3864"/>
              </a:cxn>
              <a:cxn ang="0">
                <a:pos x="connsiteX3865" y="connsiteY3865"/>
              </a:cxn>
              <a:cxn ang="0">
                <a:pos x="connsiteX3866" y="connsiteY3866"/>
              </a:cxn>
              <a:cxn ang="0">
                <a:pos x="connsiteX3867" y="connsiteY3867"/>
              </a:cxn>
              <a:cxn ang="0">
                <a:pos x="connsiteX3868" y="connsiteY3868"/>
              </a:cxn>
              <a:cxn ang="0">
                <a:pos x="connsiteX3869" y="connsiteY3869"/>
              </a:cxn>
              <a:cxn ang="0">
                <a:pos x="connsiteX3870" y="connsiteY3870"/>
              </a:cxn>
              <a:cxn ang="0">
                <a:pos x="connsiteX3871" y="connsiteY3871"/>
              </a:cxn>
              <a:cxn ang="0">
                <a:pos x="connsiteX3872" y="connsiteY3872"/>
              </a:cxn>
              <a:cxn ang="0">
                <a:pos x="connsiteX3873" y="connsiteY3873"/>
              </a:cxn>
              <a:cxn ang="0">
                <a:pos x="connsiteX3874" y="connsiteY3874"/>
              </a:cxn>
              <a:cxn ang="0">
                <a:pos x="connsiteX3875" y="connsiteY3875"/>
              </a:cxn>
              <a:cxn ang="0">
                <a:pos x="connsiteX3876" y="connsiteY3876"/>
              </a:cxn>
              <a:cxn ang="0">
                <a:pos x="connsiteX3877" y="connsiteY3877"/>
              </a:cxn>
              <a:cxn ang="0">
                <a:pos x="connsiteX3878" y="connsiteY3878"/>
              </a:cxn>
              <a:cxn ang="0">
                <a:pos x="connsiteX3879" y="connsiteY3879"/>
              </a:cxn>
              <a:cxn ang="0">
                <a:pos x="connsiteX3880" y="connsiteY3880"/>
              </a:cxn>
              <a:cxn ang="0">
                <a:pos x="connsiteX3881" y="connsiteY3881"/>
              </a:cxn>
              <a:cxn ang="0">
                <a:pos x="connsiteX3882" y="connsiteY3882"/>
              </a:cxn>
              <a:cxn ang="0">
                <a:pos x="connsiteX3883" y="connsiteY3883"/>
              </a:cxn>
              <a:cxn ang="0">
                <a:pos x="connsiteX3884" y="connsiteY3884"/>
              </a:cxn>
              <a:cxn ang="0">
                <a:pos x="connsiteX3885" y="connsiteY3885"/>
              </a:cxn>
              <a:cxn ang="0">
                <a:pos x="connsiteX3886" y="connsiteY3886"/>
              </a:cxn>
              <a:cxn ang="0">
                <a:pos x="connsiteX3887" y="connsiteY3887"/>
              </a:cxn>
              <a:cxn ang="0">
                <a:pos x="connsiteX3888" y="connsiteY3888"/>
              </a:cxn>
              <a:cxn ang="0">
                <a:pos x="connsiteX3889" y="connsiteY3889"/>
              </a:cxn>
              <a:cxn ang="0">
                <a:pos x="connsiteX3890" y="connsiteY3890"/>
              </a:cxn>
              <a:cxn ang="0">
                <a:pos x="connsiteX3891" y="connsiteY3891"/>
              </a:cxn>
              <a:cxn ang="0">
                <a:pos x="connsiteX3892" y="connsiteY3892"/>
              </a:cxn>
              <a:cxn ang="0">
                <a:pos x="connsiteX3893" y="connsiteY3893"/>
              </a:cxn>
              <a:cxn ang="0">
                <a:pos x="connsiteX3894" y="connsiteY3894"/>
              </a:cxn>
              <a:cxn ang="0">
                <a:pos x="connsiteX3895" y="connsiteY3895"/>
              </a:cxn>
              <a:cxn ang="0">
                <a:pos x="connsiteX3896" y="connsiteY3896"/>
              </a:cxn>
              <a:cxn ang="0">
                <a:pos x="connsiteX3897" y="connsiteY3897"/>
              </a:cxn>
              <a:cxn ang="0">
                <a:pos x="connsiteX3898" y="connsiteY3898"/>
              </a:cxn>
              <a:cxn ang="0">
                <a:pos x="connsiteX3899" y="connsiteY3899"/>
              </a:cxn>
              <a:cxn ang="0">
                <a:pos x="connsiteX3900" y="connsiteY3900"/>
              </a:cxn>
              <a:cxn ang="0">
                <a:pos x="connsiteX3901" y="connsiteY3901"/>
              </a:cxn>
              <a:cxn ang="0">
                <a:pos x="connsiteX3902" y="connsiteY3902"/>
              </a:cxn>
              <a:cxn ang="0">
                <a:pos x="connsiteX3903" y="connsiteY3903"/>
              </a:cxn>
              <a:cxn ang="0">
                <a:pos x="connsiteX3904" y="connsiteY3904"/>
              </a:cxn>
              <a:cxn ang="0">
                <a:pos x="connsiteX3905" y="connsiteY3905"/>
              </a:cxn>
              <a:cxn ang="0">
                <a:pos x="connsiteX3906" y="connsiteY3906"/>
              </a:cxn>
              <a:cxn ang="0">
                <a:pos x="connsiteX3907" y="connsiteY3907"/>
              </a:cxn>
              <a:cxn ang="0">
                <a:pos x="connsiteX3908" y="connsiteY3908"/>
              </a:cxn>
              <a:cxn ang="0">
                <a:pos x="connsiteX3909" y="connsiteY3909"/>
              </a:cxn>
              <a:cxn ang="0">
                <a:pos x="connsiteX3910" y="connsiteY3910"/>
              </a:cxn>
              <a:cxn ang="0">
                <a:pos x="connsiteX3911" y="connsiteY3911"/>
              </a:cxn>
              <a:cxn ang="0">
                <a:pos x="connsiteX3912" y="connsiteY3912"/>
              </a:cxn>
              <a:cxn ang="0">
                <a:pos x="connsiteX3913" y="connsiteY3913"/>
              </a:cxn>
              <a:cxn ang="0">
                <a:pos x="connsiteX3914" y="connsiteY3914"/>
              </a:cxn>
              <a:cxn ang="0">
                <a:pos x="connsiteX3915" y="connsiteY3915"/>
              </a:cxn>
              <a:cxn ang="0">
                <a:pos x="connsiteX3916" y="connsiteY3916"/>
              </a:cxn>
              <a:cxn ang="0">
                <a:pos x="connsiteX3917" y="connsiteY3917"/>
              </a:cxn>
              <a:cxn ang="0">
                <a:pos x="connsiteX3918" y="connsiteY3918"/>
              </a:cxn>
              <a:cxn ang="0">
                <a:pos x="connsiteX3919" y="connsiteY3919"/>
              </a:cxn>
              <a:cxn ang="0">
                <a:pos x="connsiteX3920" y="connsiteY3920"/>
              </a:cxn>
              <a:cxn ang="0">
                <a:pos x="connsiteX3921" y="connsiteY3921"/>
              </a:cxn>
              <a:cxn ang="0">
                <a:pos x="connsiteX3922" y="connsiteY3922"/>
              </a:cxn>
              <a:cxn ang="0">
                <a:pos x="connsiteX3923" y="connsiteY3923"/>
              </a:cxn>
              <a:cxn ang="0">
                <a:pos x="connsiteX3924" y="connsiteY3924"/>
              </a:cxn>
              <a:cxn ang="0">
                <a:pos x="connsiteX3925" y="connsiteY3925"/>
              </a:cxn>
              <a:cxn ang="0">
                <a:pos x="connsiteX3926" y="connsiteY3926"/>
              </a:cxn>
              <a:cxn ang="0">
                <a:pos x="connsiteX3927" y="connsiteY3927"/>
              </a:cxn>
              <a:cxn ang="0">
                <a:pos x="connsiteX3928" y="connsiteY3928"/>
              </a:cxn>
              <a:cxn ang="0">
                <a:pos x="connsiteX3929" y="connsiteY3929"/>
              </a:cxn>
              <a:cxn ang="0">
                <a:pos x="connsiteX3930" y="connsiteY3930"/>
              </a:cxn>
              <a:cxn ang="0">
                <a:pos x="connsiteX3931" y="connsiteY3931"/>
              </a:cxn>
              <a:cxn ang="0">
                <a:pos x="connsiteX3932" y="connsiteY3932"/>
              </a:cxn>
              <a:cxn ang="0">
                <a:pos x="connsiteX3933" y="connsiteY3933"/>
              </a:cxn>
              <a:cxn ang="0">
                <a:pos x="connsiteX3934" y="connsiteY3934"/>
              </a:cxn>
              <a:cxn ang="0">
                <a:pos x="connsiteX3935" y="connsiteY3935"/>
              </a:cxn>
              <a:cxn ang="0">
                <a:pos x="connsiteX3936" y="connsiteY3936"/>
              </a:cxn>
              <a:cxn ang="0">
                <a:pos x="connsiteX3937" y="connsiteY3937"/>
              </a:cxn>
              <a:cxn ang="0">
                <a:pos x="connsiteX3938" y="connsiteY3938"/>
              </a:cxn>
              <a:cxn ang="0">
                <a:pos x="connsiteX3939" y="connsiteY3939"/>
              </a:cxn>
              <a:cxn ang="0">
                <a:pos x="connsiteX3940" y="connsiteY3940"/>
              </a:cxn>
              <a:cxn ang="0">
                <a:pos x="connsiteX3941" y="connsiteY3941"/>
              </a:cxn>
              <a:cxn ang="0">
                <a:pos x="connsiteX3942" y="connsiteY3942"/>
              </a:cxn>
              <a:cxn ang="0">
                <a:pos x="connsiteX3943" y="connsiteY3943"/>
              </a:cxn>
              <a:cxn ang="0">
                <a:pos x="connsiteX3944" y="connsiteY3944"/>
              </a:cxn>
              <a:cxn ang="0">
                <a:pos x="connsiteX3945" y="connsiteY3945"/>
              </a:cxn>
              <a:cxn ang="0">
                <a:pos x="connsiteX3946" y="connsiteY3946"/>
              </a:cxn>
              <a:cxn ang="0">
                <a:pos x="connsiteX3947" y="connsiteY3947"/>
              </a:cxn>
              <a:cxn ang="0">
                <a:pos x="connsiteX3948" y="connsiteY3948"/>
              </a:cxn>
              <a:cxn ang="0">
                <a:pos x="connsiteX3949" y="connsiteY3949"/>
              </a:cxn>
              <a:cxn ang="0">
                <a:pos x="connsiteX3950" y="connsiteY3950"/>
              </a:cxn>
              <a:cxn ang="0">
                <a:pos x="connsiteX3951" y="connsiteY3951"/>
              </a:cxn>
              <a:cxn ang="0">
                <a:pos x="connsiteX3952" y="connsiteY3952"/>
              </a:cxn>
              <a:cxn ang="0">
                <a:pos x="connsiteX3953" y="connsiteY3953"/>
              </a:cxn>
              <a:cxn ang="0">
                <a:pos x="connsiteX3954" y="connsiteY3954"/>
              </a:cxn>
              <a:cxn ang="0">
                <a:pos x="connsiteX3955" y="connsiteY3955"/>
              </a:cxn>
              <a:cxn ang="0">
                <a:pos x="connsiteX3956" y="connsiteY3956"/>
              </a:cxn>
              <a:cxn ang="0">
                <a:pos x="connsiteX3957" y="connsiteY3957"/>
              </a:cxn>
              <a:cxn ang="0">
                <a:pos x="connsiteX3958" y="connsiteY3958"/>
              </a:cxn>
              <a:cxn ang="0">
                <a:pos x="connsiteX3959" y="connsiteY3959"/>
              </a:cxn>
              <a:cxn ang="0">
                <a:pos x="connsiteX3960" y="connsiteY3960"/>
              </a:cxn>
              <a:cxn ang="0">
                <a:pos x="connsiteX3961" y="connsiteY3961"/>
              </a:cxn>
              <a:cxn ang="0">
                <a:pos x="connsiteX3962" y="connsiteY3962"/>
              </a:cxn>
              <a:cxn ang="0">
                <a:pos x="connsiteX3963" y="connsiteY3963"/>
              </a:cxn>
              <a:cxn ang="0">
                <a:pos x="connsiteX3964" y="connsiteY3964"/>
              </a:cxn>
              <a:cxn ang="0">
                <a:pos x="connsiteX3965" y="connsiteY3965"/>
              </a:cxn>
              <a:cxn ang="0">
                <a:pos x="connsiteX3966" y="connsiteY3966"/>
              </a:cxn>
              <a:cxn ang="0">
                <a:pos x="connsiteX3967" y="connsiteY3967"/>
              </a:cxn>
              <a:cxn ang="0">
                <a:pos x="connsiteX3968" y="connsiteY3968"/>
              </a:cxn>
              <a:cxn ang="0">
                <a:pos x="connsiteX3969" y="connsiteY3969"/>
              </a:cxn>
              <a:cxn ang="0">
                <a:pos x="connsiteX3970" y="connsiteY3970"/>
              </a:cxn>
              <a:cxn ang="0">
                <a:pos x="connsiteX3971" y="connsiteY3971"/>
              </a:cxn>
              <a:cxn ang="0">
                <a:pos x="connsiteX3972" y="connsiteY3972"/>
              </a:cxn>
              <a:cxn ang="0">
                <a:pos x="connsiteX3973" y="connsiteY3973"/>
              </a:cxn>
              <a:cxn ang="0">
                <a:pos x="connsiteX3974" y="connsiteY3974"/>
              </a:cxn>
              <a:cxn ang="0">
                <a:pos x="connsiteX3975" y="connsiteY3975"/>
              </a:cxn>
              <a:cxn ang="0">
                <a:pos x="connsiteX3976" y="connsiteY3976"/>
              </a:cxn>
              <a:cxn ang="0">
                <a:pos x="connsiteX3977" y="connsiteY3977"/>
              </a:cxn>
              <a:cxn ang="0">
                <a:pos x="connsiteX3978" y="connsiteY3978"/>
              </a:cxn>
              <a:cxn ang="0">
                <a:pos x="connsiteX3979" y="connsiteY3979"/>
              </a:cxn>
              <a:cxn ang="0">
                <a:pos x="connsiteX3980" y="connsiteY3980"/>
              </a:cxn>
              <a:cxn ang="0">
                <a:pos x="connsiteX3981" y="connsiteY3981"/>
              </a:cxn>
              <a:cxn ang="0">
                <a:pos x="connsiteX3982" y="connsiteY3982"/>
              </a:cxn>
              <a:cxn ang="0">
                <a:pos x="connsiteX3983" y="connsiteY3983"/>
              </a:cxn>
              <a:cxn ang="0">
                <a:pos x="connsiteX3984" y="connsiteY3984"/>
              </a:cxn>
              <a:cxn ang="0">
                <a:pos x="connsiteX3985" y="connsiteY3985"/>
              </a:cxn>
              <a:cxn ang="0">
                <a:pos x="connsiteX3986" y="connsiteY3986"/>
              </a:cxn>
              <a:cxn ang="0">
                <a:pos x="connsiteX3987" y="connsiteY3987"/>
              </a:cxn>
              <a:cxn ang="0">
                <a:pos x="connsiteX3988" y="connsiteY3988"/>
              </a:cxn>
              <a:cxn ang="0">
                <a:pos x="connsiteX3989" y="connsiteY3989"/>
              </a:cxn>
              <a:cxn ang="0">
                <a:pos x="connsiteX3990" y="connsiteY3990"/>
              </a:cxn>
              <a:cxn ang="0">
                <a:pos x="connsiteX3991" y="connsiteY3991"/>
              </a:cxn>
              <a:cxn ang="0">
                <a:pos x="connsiteX3992" y="connsiteY3992"/>
              </a:cxn>
              <a:cxn ang="0">
                <a:pos x="connsiteX3993" y="connsiteY3993"/>
              </a:cxn>
              <a:cxn ang="0">
                <a:pos x="connsiteX3994" y="connsiteY3994"/>
              </a:cxn>
              <a:cxn ang="0">
                <a:pos x="connsiteX3995" y="connsiteY3995"/>
              </a:cxn>
              <a:cxn ang="0">
                <a:pos x="connsiteX3996" y="connsiteY3996"/>
              </a:cxn>
              <a:cxn ang="0">
                <a:pos x="connsiteX3997" y="connsiteY3997"/>
              </a:cxn>
              <a:cxn ang="0">
                <a:pos x="connsiteX3998" y="connsiteY3998"/>
              </a:cxn>
              <a:cxn ang="0">
                <a:pos x="connsiteX3999" y="connsiteY3999"/>
              </a:cxn>
              <a:cxn ang="0">
                <a:pos x="connsiteX4000" y="connsiteY4000"/>
              </a:cxn>
              <a:cxn ang="0">
                <a:pos x="connsiteX4001" y="connsiteY4001"/>
              </a:cxn>
              <a:cxn ang="0">
                <a:pos x="connsiteX4002" y="connsiteY4002"/>
              </a:cxn>
              <a:cxn ang="0">
                <a:pos x="connsiteX4003" y="connsiteY4003"/>
              </a:cxn>
              <a:cxn ang="0">
                <a:pos x="connsiteX4004" y="connsiteY4004"/>
              </a:cxn>
              <a:cxn ang="0">
                <a:pos x="connsiteX4005" y="connsiteY4005"/>
              </a:cxn>
              <a:cxn ang="0">
                <a:pos x="connsiteX4006" y="connsiteY4006"/>
              </a:cxn>
              <a:cxn ang="0">
                <a:pos x="connsiteX4007" y="connsiteY4007"/>
              </a:cxn>
              <a:cxn ang="0">
                <a:pos x="connsiteX4008" y="connsiteY4008"/>
              </a:cxn>
              <a:cxn ang="0">
                <a:pos x="connsiteX4009" y="connsiteY4009"/>
              </a:cxn>
              <a:cxn ang="0">
                <a:pos x="connsiteX4010" y="connsiteY4010"/>
              </a:cxn>
              <a:cxn ang="0">
                <a:pos x="connsiteX4011" y="connsiteY4011"/>
              </a:cxn>
              <a:cxn ang="0">
                <a:pos x="connsiteX4012" y="connsiteY4012"/>
              </a:cxn>
              <a:cxn ang="0">
                <a:pos x="connsiteX4013" y="connsiteY4013"/>
              </a:cxn>
              <a:cxn ang="0">
                <a:pos x="connsiteX4014" y="connsiteY4014"/>
              </a:cxn>
              <a:cxn ang="0">
                <a:pos x="connsiteX4015" y="connsiteY4015"/>
              </a:cxn>
              <a:cxn ang="0">
                <a:pos x="connsiteX4016" y="connsiteY4016"/>
              </a:cxn>
              <a:cxn ang="0">
                <a:pos x="connsiteX4017" y="connsiteY4017"/>
              </a:cxn>
              <a:cxn ang="0">
                <a:pos x="connsiteX4018" y="connsiteY4018"/>
              </a:cxn>
              <a:cxn ang="0">
                <a:pos x="connsiteX4019" y="connsiteY4019"/>
              </a:cxn>
              <a:cxn ang="0">
                <a:pos x="connsiteX4020" y="connsiteY4020"/>
              </a:cxn>
              <a:cxn ang="0">
                <a:pos x="connsiteX4021" y="connsiteY4021"/>
              </a:cxn>
              <a:cxn ang="0">
                <a:pos x="connsiteX4022" y="connsiteY4022"/>
              </a:cxn>
              <a:cxn ang="0">
                <a:pos x="connsiteX4023" y="connsiteY4023"/>
              </a:cxn>
              <a:cxn ang="0">
                <a:pos x="connsiteX4024" y="connsiteY4024"/>
              </a:cxn>
              <a:cxn ang="0">
                <a:pos x="connsiteX4025" y="connsiteY4025"/>
              </a:cxn>
              <a:cxn ang="0">
                <a:pos x="connsiteX4026" y="connsiteY4026"/>
              </a:cxn>
              <a:cxn ang="0">
                <a:pos x="connsiteX4027" y="connsiteY4027"/>
              </a:cxn>
              <a:cxn ang="0">
                <a:pos x="connsiteX4028" y="connsiteY4028"/>
              </a:cxn>
              <a:cxn ang="0">
                <a:pos x="connsiteX4029" y="connsiteY4029"/>
              </a:cxn>
              <a:cxn ang="0">
                <a:pos x="connsiteX4030" y="connsiteY4030"/>
              </a:cxn>
              <a:cxn ang="0">
                <a:pos x="connsiteX4031" y="connsiteY4031"/>
              </a:cxn>
              <a:cxn ang="0">
                <a:pos x="connsiteX4032" y="connsiteY4032"/>
              </a:cxn>
              <a:cxn ang="0">
                <a:pos x="connsiteX4033" y="connsiteY4033"/>
              </a:cxn>
              <a:cxn ang="0">
                <a:pos x="connsiteX4034" y="connsiteY4034"/>
              </a:cxn>
              <a:cxn ang="0">
                <a:pos x="connsiteX4035" y="connsiteY4035"/>
              </a:cxn>
              <a:cxn ang="0">
                <a:pos x="connsiteX4036" y="connsiteY4036"/>
              </a:cxn>
              <a:cxn ang="0">
                <a:pos x="connsiteX4037" y="connsiteY4037"/>
              </a:cxn>
              <a:cxn ang="0">
                <a:pos x="connsiteX4038" y="connsiteY4038"/>
              </a:cxn>
              <a:cxn ang="0">
                <a:pos x="connsiteX4039" y="connsiteY4039"/>
              </a:cxn>
              <a:cxn ang="0">
                <a:pos x="connsiteX4040" y="connsiteY4040"/>
              </a:cxn>
              <a:cxn ang="0">
                <a:pos x="connsiteX4041" y="connsiteY4041"/>
              </a:cxn>
              <a:cxn ang="0">
                <a:pos x="connsiteX4042" y="connsiteY4042"/>
              </a:cxn>
              <a:cxn ang="0">
                <a:pos x="connsiteX4043" y="connsiteY4043"/>
              </a:cxn>
              <a:cxn ang="0">
                <a:pos x="connsiteX4044" y="connsiteY4044"/>
              </a:cxn>
              <a:cxn ang="0">
                <a:pos x="connsiteX4045" y="connsiteY4045"/>
              </a:cxn>
              <a:cxn ang="0">
                <a:pos x="connsiteX4046" y="connsiteY4046"/>
              </a:cxn>
              <a:cxn ang="0">
                <a:pos x="connsiteX4047" y="connsiteY4047"/>
              </a:cxn>
              <a:cxn ang="0">
                <a:pos x="connsiteX4048" y="connsiteY4048"/>
              </a:cxn>
              <a:cxn ang="0">
                <a:pos x="connsiteX4049" y="connsiteY4049"/>
              </a:cxn>
              <a:cxn ang="0">
                <a:pos x="connsiteX4050" y="connsiteY4050"/>
              </a:cxn>
              <a:cxn ang="0">
                <a:pos x="connsiteX4051" y="connsiteY4051"/>
              </a:cxn>
              <a:cxn ang="0">
                <a:pos x="connsiteX4052" y="connsiteY4052"/>
              </a:cxn>
              <a:cxn ang="0">
                <a:pos x="connsiteX4053" y="connsiteY4053"/>
              </a:cxn>
              <a:cxn ang="0">
                <a:pos x="connsiteX4054" y="connsiteY4054"/>
              </a:cxn>
              <a:cxn ang="0">
                <a:pos x="connsiteX4055" y="connsiteY4055"/>
              </a:cxn>
              <a:cxn ang="0">
                <a:pos x="connsiteX4056" y="connsiteY4056"/>
              </a:cxn>
              <a:cxn ang="0">
                <a:pos x="connsiteX4057" y="connsiteY4057"/>
              </a:cxn>
              <a:cxn ang="0">
                <a:pos x="connsiteX4058" y="connsiteY4058"/>
              </a:cxn>
              <a:cxn ang="0">
                <a:pos x="connsiteX4059" y="connsiteY4059"/>
              </a:cxn>
              <a:cxn ang="0">
                <a:pos x="connsiteX4060" y="connsiteY4060"/>
              </a:cxn>
              <a:cxn ang="0">
                <a:pos x="connsiteX4061" y="connsiteY4061"/>
              </a:cxn>
              <a:cxn ang="0">
                <a:pos x="connsiteX4062" y="connsiteY4062"/>
              </a:cxn>
              <a:cxn ang="0">
                <a:pos x="connsiteX4063" y="connsiteY4063"/>
              </a:cxn>
              <a:cxn ang="0">
                <a:pos x="connsiteX4064" y="connsiteY4064"/>
              </a:cxn>
              <a:cxn ang="0">
                <a:pos x="connsiteX4065" y="connsiteY4065"/>
              </a:cxn>
              <a:cxn ang="0">
                <a:pos x="connsiteX4066" y="connsiteY4066"/>
              </a:cxn>
              <a:cxn ang="0">
                <a:pos x="connsiteX4067" y="connsiteY4067"/>
              </a:cxn>
              <a:cxn ang="0">
                <a:pos x="connsiteX4068" y="connsiteY4068"/>
              </a:cxn>
              <a:cxn ang="0">
                <a:pos x="connsiteX4069" y="connsiteY4069"/>
              </a:cxn>
              <a:cxn ang="0">
                <a:pos x="connsiteX4070" y="connsiteY4070"/>
              </a:cxn>
              <a:cxn ang="0">
                <a:pos x="connsiteX4071" y="connsiteY4071"/>
              </a:cxn>
              <a:cxn ang="0">
                <a:pos x="connsiteX4072" y="connsiteY4072"/>
              </a:cxn>
              <a:cxn ang="0">
                <a:pos x="connsiteX4073" y="connsiteY4073"/>
              </a:cxn>
              <a:cxn ang="0">
                <a:pos x="connsiteX4074" y="connsiteY4074"/>
              </a:cxn>
              <a:cxn ang="0">
                <a:pos x="connsiteX4075" y="connsiteY4075"/>
              </a:cxn>
              <a:cxn ang="0">
                <a:pos x="connsiteX4076" y="connsiteY4076"/>
              </a:cxn>
              <a:cxn ang="0">
                <a:pos x="connsiteX4077" y="connsiteY4077"/>
              </a:cxn>
              <a:cxn ang="0">
                <a:pos x="connsiteX4078" y="connsiteY4078"/>
              </a:cxn>
              <a:cxn ang="0">
                <a:pos x="connsiteX4079" y="connsiteY4079"/>
              </a:cxn>
              <a:cxn ang="0">
                <a:pos x="connsiteX4080" y="connsiteY4080"/>
              </a:cxn>
              <a:cxn ang="0">
                <a:pos x="connsiteX4081" y="connsiteY4081"/>
              </a:cxn>
              <a:cxn ang="0">
                <a:pos x="connsiteX4082" y="connsiteY4082"/>
              </a:cxn>
              <a:cxn ang="0">
                <a:pos x="connsiteX4083" y="connsiteY4083"/>
              </a:cxn>
              <a:cxn ang="0">
                <a:pos x="connsiteX4084" y="connsiteY4084"/>
              </a:cxn>
              <a:cxn ang="0">
                <a:pos x="connsiteX4085" y="connsiteY4085"/>
              </a:cxn>
              <a:cxn ang="0">
                <a:pos x="connsiteX4086" y="connsiteY4086"/>
              </a:cxn>
              <a:cxn ang="0">
                <a:pos x="connsiteX4087" y="connsiteY4087"/>
              </a:cxn>
              <a:cxn ang="0">
                <a:pos x="connsiteX4088" y="connsiteY4088"/>
              </a:cxn>
              <a:cxn ang="0">
                <a:pos x="connsiteX4089" y="connsiteY4089"/>
              </a:cxn>
              <a:cxn ang="0">
                <a:pos x="connsiteX4090" y="connsiteY4090"/>
              </a:cxn>
              <a:cxn ang="0">
                <a:pos x="connsiteX4091" y="connsiteY4091"/>
              </a:cxn>
              <a:cxn ang="0">
                <a:pos x="connsiteX4092" y="connsiteY4092"/>
              </a:cxn>
              <a:cxn ang="0">
                <a:pos x="connsiteX4093" y="connsiteY4093"/>
              </a:cxn>
              <a:cxn ang="0">
                <a:pos x="connsiteX4094" y="connsiteY4094"/>
              </a:cxn>
              <a:cxn ang="0">
                <a:pos x="connsiteX4095" y="connsiteY4095"/>
              </a:cxn>
              <a:cxn ang="0">
                <a:pos x="connsiteX4096" y="connsiteY4096"/>
              </a:cxn>
              <a:cxn ang="0">
                <a:pos x="connsiteX4097" y="connsiteY4097"/>
              </a:cxn>
              <a:cxn ang="0">
                <a:pos x="connsiteX4098" y="connsiteY4098"/>
              </a:cxn>
              <a:cxn ang="0">
                <a:pos x="connsiteX4099" y="connsiteY4099"/>
              </a:cxn>
              <a:cxn ang="0">
                <a:pos x="connsiteX4100" y="connsiteY4100"/>
              </a:cxn>
              <a:cxn ang="0">
                <a:pos x="connsiteX4101" y="connsiteY4101"/>
              </a:cxn>
              <a:cxn ang="0">
                <a:pos x="connsiteX4102" y="connsiteY4102"/>
              </a:cxn>
              <a:cxn ang="0">
                <a:pos x="connsiteX4103" y="connsiteY4103"/>
              </a:cxn>
              <a:cxn ang="0">
                <a:pos x="connsiteX4104" y="connsiteY4104"/>
              </a:cxn>
              <a:cxn ang="0">
                <a:pos x="connsiteX4105" y="connsiteY4105"/>
              </a:cxn>
              <a:cxn ang="0">
                <a:pos x="connsiteX4106" y="connsiteY4106"/>
              </a:cxn>
              <a:cxn ang="0">
                <a:pos x="connsiteX4107" y="connsiteY4107"/>
              </a:cxn>
              <a:cxn ang="0">
                <a:pos x="connsiteX4108" y="connsiteY4108"/>
              </a:cxn>
              <a:cxn ang="0">
                <a:pos x="connsiteX4109" y="connsiteY4109"/>
              </a:cxn>
              <a:cxn ang="0">
                <a:pos x="connsiteX4110" y="connsiteY4110"/>
              </a:cxn>
              <a:cxn ang="0">
                <a:pos x="connsiteX4111" y="connsiteY4111"/>
              </a:cxn>
              <a:cxn ang="0">
                <a:pos x="connsiteX4112" y="connsiteY4112"/>
              </a:cxn>
              <a:cxn ang="0">
                <a:pos x="connsiteX4113" y="connsiteY4113"/>
              </a:cxn>
              <a:cxn ang="0">
                <a:pos x="connsiteX4114" y="connsiteY4114"/>
              </a:cxn>
              <a:cxn ang="0">
                <a:pos x="connsiteX4115" y="connsiteY4115"/>
              </a:cxn>
              <a:cxn ang="0">
                <a:pos x="connsiteX4116" y="connsiteY4116"/>
              </a:cxn>
              <a:cxn ang="0">
                <a:pos x="connsiteX4117" y="connsiteY4117"/>
              </a:cxn>
              <a:cxn ang="0">
                <a:pos x="connsiteX4118" y="connsiteY4118"/>
              </a:cxn>
              <a:cxn ang="0">
                <a:pos x="connsiteX4119" y="connsiteY4119"/>
              </a:cxn>
              <a:cxn ang="0">
                <a:pos x="connsiteX4120" y="connsiteY4120"/>
              </a:cxn>
              <a:cxn ang="0">
                <a:pos x="connsiteX4121" y="connsiteY4121"/>
              </a:cxn>
              <a:cxn ang="0">
                <a:pos x="connsiteX4122" y="connsiteY4122"/>
              </a:cxn>
              <a:cxn ang="0">
                <a:pos x="connsiteX4123" y="connsiteY4123"/>
              </a:cxn>
              <a:cxn ang="0">
                <a:pos x="connsiteX4124" y="connsiteY4124"/>
              </a:cxn>
              <a:cxn ang="0">
                <a:pos x="connsiteX4125" y="connsiteY4125"/>
              </a:cxn>
              <a:cxn ang="0">
                <a:pos x="connsiteX4126" y="connsiteY4126"/>
              </a:cxn>
              <a:cxn ang="0">
                <a:pos x="connsiteX4127" y="connsiteY4127"/>
              </a:cxn>
              <a:cxn ang="0">
                <a:pos x="connsiteX4128" y="connsiteY4128"/>
              </a:cxn>
              <a:cxn ang="0">
                <a:pos x="connsiteX4129" y="connsiteY4129"/>
              </a:cxn>
              <a:cxn ang="0">
                <a:pos x="connsiteX4130" y="connsiteY4130"/>
              </a:cxn>
              <a:cxn ang="0">
                <a:pos x="connsiteX4131" y="connsiteY4131"/>
              </a:cxn>
              <a:cxn ang="0">
                <a:pos x="connsiteX4132" y="connsiteY4132"/>
              </a:cxn>
              <a:cxn ang="0">
                <a:pos x="connsiteX4133" y="connsiteY4133"/>
              </a:cxn>
              <a:cxn ang="0">
                <a:pos x="connsiteX4134" y="connsiteY4134"/>
              </a:cxn>
              <a:cxn ang="0">
                <a:pos x="connsiteX4135" y="connsiteY4135"/>
              </a:cxn>
              <a:cxn ang="0">
                <a:pos x="connsiteX4136" y="connsiteY4136"/>
              </a:cxn>
              <a:cxn ang="0">
                <a:pos x="connsiteX4137" y="connsiteY4137"/>
              </a:cxn>
              <a:cxn ang="0">
                <a:pos x="connsiteX4138" y="connsiteY4138"/>
              </a:cxn>
              <a:cxn ang="0">
                <a:pos x="connsiteX4139" y="connsiteY4139"/>
              </a:cxn>
              <a:cxn ang="0">
                <a:pos x="connsiteX4140" y="connsiteY4140"/>
              </a:cxn>
              <a:cxn ang="0">
                <a:pos x="connsiteX4141" y="connsiteY4141"/>
              </a:cxn>
              <a:cxn ang="0">
                <a:pos x="connsiteX4142" y="connsiteY4142"/>
              </a:cxn>
              <a:cxn ang="0">
                <a:pos x="connsiteX4143" y="connsiteY4143"/>
              </a:cxn>
              <a:cxn ang="0">
                <a:pos x="connsiteX4144" y="connsiteY4144"/>
              </a:cxn>
              <a:cxn ang="0">
                <a:pos x="connsiteX4145" y="connsiteY4145"/>
              </a:cxn>
              <a:cxn ang="0">
                <a:pos x="connsiteX4146" y="connsiteY4146"/>
              </a:cxn>
              <a:cxn ang="0">
                <a:pos x="connsiteX4147" y="connsiteY4147"/>
              </a:cxn>
              <a:cxn ang="0">
                <a:pos x="connsiteX4148" y="connsiteY4148"/>
              </a:cxn>
              <a:cxn ang="0">
                <a:pos x="connsiteX4149" y="connsiteY4149"/>
              </a:cxn>
              <a:cxn ang="0">
                <a:pos x="connsiteX4150" y="connsiteY4150"/>
              </a:cxn>
              <a:cxn ang="0">
                <a:pos x="connsiteX4151" y="connsiteY4151"/>
              </a:cxn>
              <a:cxn ang="0">
                <a:pos x="connsiteX4152" y="connsiteY4152"/>
              </a:cxn>
              <a:cxn ang="0">
                <a:pos x="connsiteX4153" y="connsiteY4153"/>
              </a:cxn>
              <a:cxn ang="0">
                <a:pos x="connsiteX4154" y="connsiteY4154"/>
              </a:cxn>
              <a:cxn ang="0">
                <a:pos x="connsiteX4155" y="connsiteY4155"/>
              </a:cxn>
              <a:cxn ang="0">
                <a:pos x="connsiteX4156" y="connsiteY4156"/>
              </a:cxn>
              <a:cxn ang="0">
                <a:pos x="connsiteX4157" y="connsiteY4157"/>
              </a:cxn>
              <a:cxn ang="0">
                <a:pos x="connsiteX4158" y="connsiteY4158"/>
              </a:cxn>
              <a:cxn ang="0">
                <a:pos x="connsiteX4159" y="connsiteY4159"/>
              </a:cxn>
              <a:cxn ang="0">
                <a:pos x="connsiteX4160" y="connsiteY4160"/>
              </a:cxn>
              <a:cxn ang="0">
                <a:pos x="connsiteX4161" y="connsiteY4161"/>
              </a:cxn>
              <a:cxn ang="0">
                <a:pos x="connsiteX4162" y="connsiteY4162"/>
              </a:cxn>
              <a:cxn ang="0">
                <a:pos x="connsiteX4163" y="connsiteY4163"/>
              </a:cxn>
              <a:cxn ang="0">
                <a:pos x="connsiteX4164" y="connsiteY4164"/>
              </a:cxn>
              <a:cxn ang="0">
                <a:pos x="connsiteX4165" y="connsiteY4165"/>
              </a:cxn>
              <a:cxn ang="0">
                <a:pos x="connsiteX4166" y="connsiteY4166"/>
              </a:cxn>
              <a:cxn ang="0">
                <a:pos x="connsiteX4167" y="connsiteY4167"/>
              </a:cxn>
              <a:cxn ang="0">
                <a:pos x="connsiteX4168" y="connsiteY4168"/>
              </a:cxn>
              <a:cxn ang="0">
                <a:pos x="connsiteX4169" y="connsiteY4169"/>
              </a:cxn>
              <a:cxn ang="0">
                <a:pos x="connsiteX4170" y="connsiteY4170"/>
              </a:cxn>
              <a:cxn ang="0">
                <a:pos x="connsiteX4171" y="connsiteY4171"/>
              </a:cxn>
              <a:cxn ang="0">
                <a:pos x="connsiteX4172" y="connsiteY4172"/>
              </a:cxn>
              <a:cxn ang="0">
                <a:pos x="connsiteX4173" y="connsiteY4173"/>
              </a:cxn>
              <a:cxn ang="0">
                <a:pos x="connsiteX4174" y="connsiteY4174"/>
              </a:cxn>
              <a:cxn ang="0">
                <a:pos x="connsiteX4175" y="connsiteY4175"/>
              </a:cxn>
              <a:cxn ang="0">
                <a:pos x="connsiteX4176" y="connsiteY4176"/>
              </a:cxn>
              <a:cxn ang="0">
                <a:pos x="connsiteX4177" y="connsiteY4177"/>
              </a:cxn>
              <a:cxn ang="0">
                <a:pos x="connsiteX4178" y="connsiteY4178"/>
              </a:cxn>
              <a:cxn ang="0">
                <a:pos x="connsiteX4179" y="connsiteY4179"/>
              </a:cxn>
              <a:cxn ang="0">
                <a:pos x="connsiteX4180" y="connsiteY4180"/>
              </a:cxn>
              <a:cxn ang="0">
                <a:pos x="connsiteX4181" y="connsiteY4181"/>
              </a:cxn>
              <a:cxn ang="0">
                <a:pos x="connsiteX4182" y="connsiteY4182"/>
              </a:cxn>
              <a:cxn ang="0">
                <a:pos x="connsiteX4183" y="connsiteY4183"/>
              </a:cxn>
              <a:cxn ang="0">
                <a:pos x="connsiteX4184" y="connsiteY4184"/>
              </a:cxn>
              <a:cxn ang="0">
                <a:pos x="connsiteX4185" y="connsiteY4185"/>
              </a:cxn>
              <a:cxn ang="0">
                <a:pos x="connsiteX4186" y="connsiteY4186"/>
              </a:cxn>
              <a:cxn ang="0">
                <a:pos x="connsiteX4187" y="connsiteY4187"/>
              </a:cxn>
              <a:cxn ang="0">
                <a:pos x="connsiteX4188" y="connsiteY4188"/>
              </a:cxn>
              <a:cxn ang="0">
                <a:pos x="connsiteX4189" y="connsiteY4189"/>
              </a:cxn>
              <a:cxn ang="0">
                <a:pos x="connsiteX4190" y="connsiteY4190"/>
              </a:cxn>
              <a:cxn ang="0">
                <a:pos x="connsiteX4191" y="connsiteY4191"/>
              </a:cxn>
              <a:cxn ang="0">
                <a:pos x="connsiteX4192" y="connsiteY4192"/>
              </a:cxn>
              <a:cxn ang="0">
                <a:pos x="connsiteX4193" y="connsiteY4193"/>
              </a:cxn>
              <a:cxn ang="0">
                <a:pos x="connsiteX4194" y="connsiteY4194"/>
              </a:cxn>
              <a:cxn ang="0">
                <a:pos x="connsiteX4195" y="connsiteY4195"/>
              </a:cxn>
              <a:cxn ang="0">
                <a:pos x="connsiteX4196" y="connsiteY4196"/>
              </a:cxn>
              <a:cxn ang="0">
                <a:pos x="connsiteX4197" y="connsiteY4197"/>
              </a:cxn>
              <a:cxn ang="0">
                <a:pos x="connsiteX4198" y="connsiteY4198"/>
              </a:cxn>
              <a:cxn ang="0">
                <a:pos x="connsiteX4199" y="connsiteY4199"/>
              </a:cxn>
              <a:cxn ang="0">
                <a:pos x="connsiteX4200" y="connsiteY4200"/>
              </a:cxn>
              <a:cxn ang="0">
                <a:pos x="connsiteX4201" y="connsiteY4201"/>
              </a:cxn>
              <a:cxn ang="0">
                <a:pos x="connsiteX4202" y="connsiteY4202"/>
              </a:cxn>
              <a:cxn ang="0">
                <a:pos x="connsiteX4203" y="connsiteY4203"/>
              </a:cxn>
              <a:cxn ang="0">
                <a:pos x="connsiteX4204" y="connsiteY4204"/>
              </a:cxn>
              <a:cxn ang="0">
                <a:pos x="connsiteX4205" y="connsiteY4205"/>
              </a:cxn>
              <a:cxn ang="0">
                <a:pos x="connsiteX4206" y="connsiteY4206"/>
              </a:cxn>
              <a:cxn ang="0">
                <a:pos x="connsiteX4207" y="connsiteY4207"/>
              </a:cxn>
              <a:cxn ang="0">
                <a:pos x="connsiteX4208" y="connsiteY4208"/>
              </a:cxn>
              <a:cxn ang="0">
                <a:pos x="connsiteX4209" y="connsiteY4209"/>
              </a:cxn>
              <a:cxn ang="0">
                <a:pos x="connsiteX4210" y="connsiteY4210"/>
              </a:cxn>
              <a:cxn ang="0">
                <a:pos x="connsiteX4211" y="connsiteY4211"/>
              </a:cxn>
              <a:cxn ang="0">
                <a:pos x="connsiteX4212" y="connsiteY4212"/>
              </a:cxn>
              <a:cxn ang="0">
                <a:pos x="connsiteX4213" y="connsiteY4213"/>
              </a:cxn>
              <a:cxn ang="0">
                <a:pos x="connsiteX4214" y="connsiteY4214"/>
              </a:cxn>
              <a:cxn ang="0">
                <a:pos x="connsiteX4215" y="connsiteY4215"/>
              </a:cxn>
              <a:cxn ang="0">
                <a:pos x="connsiteX4216" y="connsiteY4216"/>
              </a:cxn>
              <a:cxn ang="0">
                <a:pos x="connsiteX4217" y="connsiteY4217"/>
              </a:cxn>
              <a:cxn ang="0">
                <a:pos x="connsiteX4218" y="connsiteY4218"/>
              </a:cxn>
              <a:cxn ang="0">
                <a:pos x="connsiteX4219" y="connsiteY4219"/>
              </a:cxn>
              <a:cxn ang="0">
                <a:pos x="connsiteX4220" y="connsiteY4220"/>
              </a:cxn>
              <a:cxn ang="0">
                <a:pos x="connsiteX4221" y="connsiteY4221"/>
              </a:cxn>
              <a:cxn ang="0">
                <a:pos x="connsiteX4222" y="connsiteY4222"/>
              </a:cxn>
              <a:cxn ang="0">
                <a:pos x="connsiteX4223" y="connsiteY4223"/>
              </a:cxn>
              <a:cxn ang="0">
                <a:pos x="connsiteX4224" y="connsiteY4224"/>
              </a:cxn>
              <a:cxn ang="0">
                <a:pos x="connsiteX4225" y="connsiteY4225"/>
              </a:cxn>
              <a:cxn ang="0">
                <a:pos x="connsiteX4226" y="connsiteY4226"/>
              </a:cxn>
              <a:cxn ang="0">
                <a:pos x="connsiteX4227" y="connsiteY4227"/>
              </a:cxn>
              <a:cxn ang="0">
                <a:pos x="connsiteX4228" y="connsiteY4228"/>
              </a:cxn>
              <a:cxn ang="0">
                <a:pos x="connsiteX4229" y="connsiteY4229"/>
              </a:cxn>
              <a:cxn ang="0">
                <a:pos x="connsiteX4230" y="connsiteY4230"/>
              </a:cxn>
              <a:cxn ang="0">
                <a:pos x="connsiteX4231" y="connsiteY4231"/>
              </a:cxn>
              <a:cxn ang="0">
                <a:pos x="connsiteX4232" y="connsiteY4232"/>
              </a:cxn>
              <a:cxn ang="0">
                <a:pos x="connsiteX4233" y="connsiteY4233"/>
              </a:cxn>
              <a:cxn ang="0">
                <a:pos x="connsiteX4234" y="connsiteY4234"/>
              </a:cxn>
              <a:cxn ang="0">
                <a:pos x="connsiteX4235" y="connsiteY4235"/>
              </a:cxn>
              <a:cxn ang="0">
                <a:pos x="connsiteX4236" y="connsiteY4236"/>
              </a:cxn>
              <a:cxn ang="0">
                <a:pos x="connsiteX4237" y="connsiteY4237"/>
              </a:cxn>
              <a:cxn ang="0">
                <a:pos x="connsiteX4238" y="connsiteY4238"/>
              </a:cxn>
              <a:cxn ang="0">
                <a:pos x="connsiteX4239" y="connsiteY4239"/>
              </a:cxn>
              <a:cxn ang="0">
                <a:pos x="connsiteX4240" y="connsiteY4240"/>
              </a:cxn>
              <a:cxn ang="0">
                <a:pos x="connsiteX4241" y="connsiteY4241"/>
              </a:cxn>
              <a:cxn ang="0">
                <a:pos x="connsiteX4242" y="connsiteY4242"/>
              </a:cxn>
              <a:cxn ang="0">
                <a:pos x="connsiteX4243" y="connsiteY4243"/>
              </a:cxn>
              <a:cxn ang="0">
                <a:pos x="connsiteX4244" y="connsiteY4244"/>
              </a:cxn>
              <a:cxn ang="0">
                <a:pos x="connsiteX4245" y="connsiteY4245"/>
              </a:cxn>
              <a:cxn ang="0">
                <a:pos x="connsiteX4246" y="connsiteY4246"/>
              </a:cxn>
              <a:cxn ang="0">
                <a:pos x="connsiteX4247" y="connsiteY4247"/>
              </a:cxn>
              <a:cxn ang="0">
                <a:pos x="connsiteX4248" y="connsiteY4248"/>
              </a:cxn>
              <a:cxn ang="0">
                <a:pos x="connsiteX4249" y="connsiteY4249"/>
              </a:cxn>
              <a:cxn ang="0">
                <a:pos x="connsiteX4250" y="connsiteY4250"/>
              </a:cxn>
              <a:cxn ang="0">
                <a:pos x="connsiteX4251" y="connsiteY4251"/>
              </a:cxn>
              <a:cxn ang="0">
                <a:pos x="connsiteX4252" y="connsiteY4252"/>
              </a:cxn>
              <a:cxn ang="0">
                <a:pos x="connsiteX4253" y="connsiteY4253"/>
              </a:cxn>
              <a:cxn ang="0">
                <a:pos x="connsiteX4254" y="connsiteY4254"/>
              </a:cxn>
              <a:cxn ang="0">
                <a:pos x="connsiteX4255" y="connsiteY4255"/>
              </a:cxn>
              <a:cxn ang="0">
                <a:pos x="connsiteX4256" y="connsiteY4256"/>
              </a:cxn>
              <a:cxn ang="0">
                <a:pos x="connsiteX4257" y="connsiteY4257"/>
              </a:cxn>
              <a:cxn ang="0">
                <a:pos x="connsiteX4258" y="connsiteY4258"/>
              </a:cxn>
              <a:cxn ang="0">
                <a:pos x="connsiteX4259" y="connsiteY4259"/>
              </a:cxn>
              <a:cxn ang="0">
                <a:pos x="connsiteX4260" y="connsiteY4260"/>
              </a:cxn>
              <a:cxn ang="0">
                <a:pos x="connsiteX4261" y="connsiteY4261"/>
              </a:cxn>
              <a:cxn ang="0">
                <a:pos x="connsiteX4262" y="connsiteY4262"/>
              </a:cxn>
              <a:cxn ang="0">
                <a:pos x="connsiteX4263" y="connsiteY4263"/>
              </a:cxn>
              <a:cxn ang="0">
                <a:pos x="connsiteX4264" y="connsiteY4264"/>
              </a:cxn>
              <a:cxn ang="0">
                <a:pos x="connsiteX4265" y="connsiteY4265"/>
              </a:cxn>
              <a:cxn ang="0">
                <a:pos x="connsiteX4266" y="connsiteY4266"/>
              </a:cxn>
              <a:cxn ang="0">
                <a:pos x="connsiteX4267" y="connsiteY4267"/>
              </a:cxn>
              <a:cxn ang="0">
                <a:pos x="connsiteX4268" y="connsiteY4268"/>
              </a:cxn>
              <a:cxn ang="0">
                <a:pos x="connsiteX4269" y="connsiteY4269"/>
              </a:cxn>
              <a:cxn ang="0">
                <a:pos x="connsiteX4270" y="connsiteY4270"/>
              </a:cxn>
              <a:cxn ang="0">
                <a:pos x="connsiteX4271" y="connsiteY4271"/>
              </a:cxn>
              <a:cxn ang="0">
                <a:pos x="connsiteX4272" y="connsiteY4272"/>
              </a:cxn>
              <a:cxn ang="0">
                <a:pos x="connsiteX4273" y="connsiteY4273"/>
              </a:cxn>
              <a:cxn ang="0">
                <a:pos x="connsiteX4274" y="connsiteY4274"/>
              </a:cxn>
              <a:cxn ang="0">
                <a:pos x="connsiteX4275" y="connsiteY4275"/>
              </a:cxn>
              <a:cxn ang="0">
                <a:pos x="connsiteX4276" y="connsiteY4276"/>
              </a:cxn>
              <a:cxn ang="0">
                <a:pos x="connsiteX4277" y="connsiteY4277"/>
              </a:cxn>
              <a:cxn ang="0">
                <a:pos x="connsiteX4278" y="connsiteY4278"/>
              </a:cxn>
              <a:cxn ang="0">
                <a:pos x="connsiteX4279" y="connsiteY4279"/>
              </a:cxn>
              <a:cxn ang="0">
                <a:pos x="connsiteX4280" y="connsiteY4280"/>
              </a:cxn>
              <a:cxn ang="0">
                <a:pos x="connsiteX4281" y="connsiteY4281"/>
              </a:cxn>
              <a:cxn ang="0">
                <a:pos x="connsiteX4282" y="connsiteY4282"/>
              </a:cxn>
              <a:cxn ang="0">
                <a:pos x="connsiteX4283" y="connsiteY4283"/>
              </a:cxn>
              <a:cxn ang="0">
                <a:pos x="connsiteX4284" y="connsiteY4284"/>
              </a:cxn>
              <a:cxn ang="0">
                <a:pos x="connsiteX4285" y="connsiteY4285"/>
              </a:cxn>
              <a:cxn ang="0">
                <a:pos x="connsiteX4286" y="connsiteY4286"/>
              </a:cxn>
              <a:cxn ang="0">
                <a:pos x="connsiteX4287" y="connsiteY4287"/>
              </a:cxn>
              <a:cxn ang="0">
                <a:pos x="connsiteX4288" y="connsiteY4288"/>
              </a:cxn>
              <a:cxn ang="0">
                <a:pos x="connsiteX4289" y="connsiteY4289"/>
              </a:cxn>
              <a:cxn ang="0">
                <a:pos x="connsiteX4290" y="connsiteY4290"/>
              </a:cxn>
              <a:cxn ang="0">
                <a:pos x="connsiteX4291" y="connsiteY4291"/>
              </a:cxn>
              <a:cxn ang="0">
                <a:pos x="connsiteX4292" y="connsiteY4292"/>
              </a:cxn>
              <a:cxn ang="0">
                <a:pos x="connsiteX4293" y="connsiteY4293"/>
              </a:cxn>
              <a:cxn ang="0">
                <a:pos x="connsiteX4294" y="connsiteY4294"/>
              </a:cxn>
              <a:cxn ang="0">
                <a:pos x="connsiteX4295" y="connsiteY4295"/>
              </a:cxn>
              <a:cxn ang="0">
                <a:pos x="connsiteX4296" y="connsiteY4296"/>
              </a:cxn>
              <a:cxn ang="0">
                <a:pos x="connsiteX4297" y="connsiteY4297"/>
              </a:cxn>
              <a:cxn ang="0">
                <a:pos x="connsiteX4298" y="connsiteY4298"/>
              </a:cxn>
              <a:cxn ang="0">
                <a:pos x="connsiteX4299" y="connsiteY4299"/>
              </a:cxn>
              <a:cxn ang="0">
                <a:pos x="connsiteX4300" y="connsiteY4300"/>
              </a:cxn>
              <a:cxn ang="0">
                <a:pos x="connsiteX4301" y="connsiteY4301"/>
              </a:cxn>
              <a:cxn ang="0">
                <a:pos x="connsiteX4302" y="connsiteY4302"/>
              </a:cxn>
              <a:cxn ang="0">
                <a:pos x="connsiteX4303" y="connsiteY4303"/>
              </a:cxn>
              <a:cxn ang="0">
                <a:pos x="connsiteX4304" y="connsiteY4304"/>
              </a:cxn>
              <a:cxn ang="0">
                <a:pos x="connsiteX4305" y="connsiteY4305"/>
              </a:cxn>
              <a:cxn ang="0">
                <a:pos x="connsiteX4306" y="connsiteY4306"/>
              </a:cxn>
              <a:cxn ang="0">
                <a:pos x="connsiteX4307" y="connsiteY4307"/>
              </a:cxn>
              <a:cxn ang="0">
                <a:pos x="connsiteX4308" y="connsiteY4308"/>
              </a:cxn>
              <a:cxn ang="0">
                <a:pos x="connsiteX4309" y="connsiteY4309"/>
              </a:cxn>
              <a:cxn ang="0">
                <a:pos x="connsiteX4310" y="connsiteY4310"/>
              </a:cxn>
              <a:cxn ang="0">
                <a:pos x="connsiteX4311" y="connsiteY4311"/>
              </a:cxn>
              <a:cxn ang="0">
                <a:pos x="connsiteX4312" y="connsiteY4312"/>
              </a:cxn>
              <a:cxn ang="0">
                <a:pos x="connsiteX4313" y="connsiteY4313"/>
              </a:cxn>
              <a:cxn ang="0">
                <a:pos x="connsiteX4314" y="connsiteY4314"/>
              </a:cxn>
              <a:cxn ang="0">
                <a:pos x="connsiteX4315" y="connsiteY4315"/>
              </a:cxn>
              <a:cxn ang="0">
                <a:pos x="connsiteX4316" y="connsiteY4316"/>
              </a:cxn>
              <a:cxn ang="0">
                <a:pos x="connsiteX4317" y="connsiteY4317"/>
              </a:cxn>
              <a:cxn ang="0">
                <a:pos x="connsiteX4318" y="connsiteY4318"/>
              </a:cxn>
              <a:cxn ang="0">
                <a:pos x="connsiteX4319" y="connsiteY4319"/>
              </a:cxn>
              <a:cxn ang="0">
                <a:pos x="connsiteX4320" y="connsiteY4320"/>
              </a:cxn>
              <a:cxn ang="0">
                <a:pos x="connsiteX4321" y="connsiteY4321"/>
              </a:cxn>
              <a:cxn ang="0">
                <a:pos x="connsiteX4322" y="connsiteY4322"/>
              </a:cxn>
              <a:cxn ang="0">
                <a:pos x="connsiteX4323" y="connsiteY4323"/>
              </a:cxn>
              <a:cxn ang="0">
                <a:pos x="connsiteX4324" y="connsiteY4324"/>
              </a:cxn>
              <a:cxn ang="0">
                <a:pos x="connsiteX4325" y="connsiteY4325"/>
              </a:cxn>
              <a:cxn ang="0">
                <a:pos x="connsiteX4326" y="connsiteY4326"/>
              </a:cxn>
              <a:cxn ang="0">
                <a:pos x="connsiteX4327" y="connsiteY4327"/>
              </a:cxn>
              <a:cxn ang="0">
                <a:pos x="connsiteX4328" y="connsiteY4328"/>
              </a:cxn>
              <a:cxn ang="0">
                <a:pos x="connsiteX4329" y="connsiteY4329"/>
              </a:cxn>
              <a:cxn ang="0">
                <a:pos x="connsiteX4330" y="connsiteY4330"/>
              </a:cxn>
              <a:cxn ang="0">
                <a:pos x="connsiteX4331" y="connsiteY4331"/>
              </a:cxn>
              <a:cxn ang="0">
                <a:pos x="connsiteX4332" y="connsiteY4332"/>
              </a:cxn>
              <a:cxn ang="0">
                <a:pos x="connsiteX4333" y="connsiteY4333"/>
              </a:cxn>
              <a:cxn ang="0">
                <a:pos x="connsiteX4334" y="connsiteY4334"/>
              </a:cxn>
              <a:cxn ang="0">
                <a:pos x="connsiteX4335" y="connsiteY4335"/>
              </a:cxn>
              <a:cxn ang="0">
                <a:pos x="connsiteX4336" y="connsiteY4336"/>
              </a:cxn>
              <a:cxn ang="0">
                <a:pos x="connsiteX4337" y="connsiteY4337"/>
              </a:cxn>
              <a:cxn ang="0">
                <a:pos x="connsiteX4338" y="connsiteY4338"/>
              </a:cxn>
              <a:cxn ang="0">
                <a:pos x="connsiteX4339" y="connsiteY4339"/>
              </a:cxn>
              <a:cxn ang="0">
                <a:pos x="connsiteX4340" y="connsiteY4340"/>
              </a:cxn>
              <a:cxn ang="0">
                <a:pos x="connsiteX4341" y="connsiteY4341"/>
              </a:cxn>
              <a:cxn ang="0">
                <a:pos x="connsiteX4342" y="connsiteY4342"/>
              </a:cxn>
              <a:cxn ang="0">
                <a:pos x="connsiteX4343" y="connsiteY4343"/>
              </a:cxn>
              <a:cxn ang="0">
                <a:pos x="connsiteX4344" y="connsiteY4344"/>
              </a:cxn>
              <a:cxn ang="0">
                <a:pos x="connsiteX4345" y="connsiteY4345"/>
              </a:cxn>
              <a:cxn ang="0">
                <a:pos x="connsiteX4346" y="connsiteY4346"/>
              </a:cxn>
              <a:cxn ang="0">
                <a:pos x="connsiteX4347" y="connsiteY4347"/>
              </a:cxn>
              <a:cxn ang="0">
                <a:pos x="connsiteX4348" y="connsiteY4348"/>
              </a:cxn>
              <a:cxn ang="0">
                <a:pos x="connsiteX4349" y="connsiteY4349"/>
              </a:cxn>
              <a:cxn ang="0">
                <a:pos x="connsiteX4350" y="connsiteY4350"/>
              </a:cxn>
              <a:cxn ang="0">
                <a:pos x="connsiteX4351" y="connsiteY4351"/>
              </a:cxn>
              <a:cxn ang="0">
                <a:pos x="connsiteX4352" y="connsiteY4352"/>
              </a:cxn>
              <a:cxn ang="0">
                <a:pos x="connsiteX4353" y="connsiteY4353"/>
              </a:cxn>
              <a:cxn ang="0">
                <a:pos x="connsiteX4354" y="connsiteY4354"/>
              </a:cxn>
              <a:cxn ang="0">
                <a:pos x="connsiteX4355" y="connsiteY4355"/>
              </a:cxn>
              <a:cxn ang="0">
                <a:pos x="connsiteX4356" y="connsiteY4356"/>
              </a:cxn>
              <a:cxn ang="0">
                <a:pos x="connsiteX4357" y="connsiteY4357"/>
              </a:cxn>
              <a:cxn ang="0">
                <a:pos x="connsiteX4358" y="connsiteY4358"/>
              </a:cxn>
              <a:cxn ang="0">
                <a:pos x="connsiteX4359" y="connsiteY4359"/>
              </a:cxn>
              <a:cxn ang="0">
                <a:pos x="connsiteX4360" y="connsiteY4360"/>
              </a:cxn>
              <a:cxn ang="0">
                <a:pos x="connsiteX4361" y="connsiteY4361"/>
              </a:cxn>
              <a:cxn ang="0">
                <a:pos x="connsiteX4362" y="connsiteY4362"/>
              </a:cxn>
              <a:cxn ang="0">
                <a:pos x="connsiteX4363" y="connsiteY4363"/>
              </a:cxn>
              <a:cxn ang="0">
                <a:pos x="connsiteX4364" y="connsiteY4364"/>
              </a:cxn>
              <a:cxn ang="0">
                <a:pos x="connsiteX4365" y="connsiteY4365"/>
              </a:cxn>
              <a:cxn ang="0">
                <a:pos x="connsiteX4366" y="connsiteY4366"/>
              </a:cxn>
              <a:cxn ang="0">
                <a:pos x="connsiteX4367" y="connsiteY4367"/>
              </a:cxn>
              <a:cxn ang="0">
                <a:pos x="connsiteX4368" y="connsiteY4368"/>
              </a:cxn>
              <a:cxn ang="0">
                <a:pos x="connsiteX4369" y="connsiteY4369"/>
              </a:cxn>
              <a:cxn ang="0">
                <a:pos x="connsiteX4370" y="connsiteY4370"/>
              </a:cxn>
              <a:cxn ang="0">
                <a:pos x="connsiteX4371" y="connsiteY4371"/>
              </a:cxn>
              <a:cxn ang="0">
                <a:pos x="connsiteX4372" y="connsiteY4372"/>
              </a:cxn>
              <a:cxn ang="0">
                <a:pos x="connsiteX4373" y="connsiteY4373"/>
              </a:cxn>
              <a:cxn ang="0">
                <a:pos x="connsiteX4374" y="connsiteY4374"/>
              </a:cxn>
              <a:cxn ang="0">
                <a:pos x="connsiteX4375" y="connsiteY4375"/>
              </a:cxn>
              <a:cxn ang="0">
                <a:pos x="connsiteX4376" y="connsiteY4376"/>
              </a:cxn>
              <a:cxn ang="0">
                <a:pos x="connsiteX4377" y="connsiteY4377"/>
              </a:cxn>
              <a:cxn ang="0">
                <a:pos x="connsiteX4378" y="connsiteY4378"/>
              </a:cxn>
              <a:cxn ang="0">
                <a:pos x="connsiteX4379" y="connsiteY4379"/>
              </a:cxn>
              <a:cxn ang="0">
                <a:pos x="connsiteX4380" y="connsiteY4380"/>
              </a:cxn>
              <a:cxn ang="0">
                <a:pos x="connsiteX4381" y="connsiteY4381"/>
              </a:cxn>
              <a:cxn ang="0">
                <a:pos x="connsiteX4382" y="connsiteY4382"/>
              </a:cxn>
              <a:cxn ang="0">
                <a:pos x="connsiteX4383" y="connsiteY4383"/>
              </a:cxn>
              <a:cxn ang="0">
                <a:pos x="connsiteX4384" y="connsiteY4384"/>
              </a:cxn>
              <a:cxn ang="0">
                <a:pos x="connsiteX4385" y="connsiteY4385"/>
              </a:cxn>
              <a:cxn ang="0">
                <a:pos x="connsiteX4386" y="connsiteY4386"/>
              </a:cxn>
              <a:cxn ang="0">
                <a:pos x="connsiteX4387" y="connsiteY4387"/>
              </a:cxn>
              <a:cxn ang="0">
                <a:pos x="connsiteX4388" y="connsiteY4388"/>
              </a:cxn>
              <a:cxn ang="0">
                <a:pos x="connsiteX4389" y="connsiteY4389"/>
              </a:cxn>
              <a:cxn ang="0">
                <a:pos x="connsiteX4390" y="connsiteY4390"/>
              </a:cxn>
              <a:cxn ang="0">
                <a:pos x="connsiteX4391" y="connsiteY4391"/>
              </a:cxn>
              <a:cxn ang="0">
                <a:pos x="connsiteX4392" y="connsiteY4392"/>
              </a:cxn>
              <a:cxn ang="0">
                <a:pos x="connsiteX4393" y="connsiteY4393"/>
              </a:cxn>
              <a:cxn ang="0">
                <a:pos x="connsiteX4394" y="connsiteY4394"/>
              </a:cxn>
              <a:cxn ang="0">
                <a:pos x="connsiteX4395" y="connsiteY4395"/>
              </a:cxn>
              <a:cxn ang="0">
                <a:pos x="connsiteX4396" y="connsiteY4396"/>
              </a:cxn>
              <a:cxn ang="0">
                <a:pos x="connsiteX4397" y="connsiteY4397"/>
              </a:cxn>
              <a:cxn ang="0">
                <a:pos x="connsiteX4398" y="connsiteY4398"/>
              </a:cxn>
              <a:cxn ang="0">
                <a:pos x="connsiteX4399" y="connsiteY4399"/>
              </a:cxn>
              <a:cxn ang="0">
                <a:pos x="connsiteX4400" y="connsiteY4400"/>
              </a:cxn>
              <a:cxn ang="0">
                <a:pos x="connsiteX4401" y="connsiteY4401"/>
              </a:cxn>
              <a:cxn ang="0">
                <a:pos x="connsiteX4402" y="connsiteY4402"/>
              </a:cxn>
              <a:cxn ang="0">
                <a:pos x="connsiteX4403" y="connsiteY4403"/>
              </a:cxn>
              <a:cxn ang="0">
                <a:pos x="connsiteX4404" y="connsiteY4404"/>
              </a:cxn>
              <a:cxn ang="0">
                <a:pos x="connsiteX4405" y="connsiteY4405"/>
              </a:cxn>
              <a:cxn ang="0">
                <a:pos x="connsiteX4406" y="connsiteY4406"/>
              </a:cxn>
              <a:cxn ang="0">
                <a:pos x="connsiteX4407" y="connsiteY4407"/>
              </a:cxn>
              <a:cxn ang="0">
                <a:pos x="connsiteX4408" y="connsiteY4408"/>
              </a:cxn>
              <a:cxn ang="0">
                <a:pos x="connsiteX4409" y="connsiteY4409"/>
              </a:cxn>
              <a:cxn ang="0">
                <a:pos x="connsiteX4410" y="connsiteY4410"/>
              </a:cxn>
              <a:cxn ang="0">
                <a:pos x="connsiteX4411" y="connsiteY4411"/>
              </a:cxn>
              <a:cxn ang="0">
                <a:pos x="connsiteX4412" y="connsiteY4412"/>
              </a:cxn>
              <a:cxn ang="0">
                <a:pos x="connsiteX4413" y="connsiteY4413"/>
              </a:cxn>
              <a:cxn ang="0">
                <a:pos x="connsiteX4414" y="connsiteY4414"/>
              </a:cxn>
              <a:cxn ang="0">
                <a:pos x="connsiteX4415" y="connsiteY4415"/>
              </a:cxn>
              <a:cxn ang="0">
                <a:pos x="connsiteX4416" y="connsiteY4416"/>
              </a:cxn>
              <a:cxn ang="0">
                <a:pos x="connsiteX4417" y="connsiteY4417"/>
              </a:cxn>
              <a:cxn ang="0">
                <a:pos x="connsiteX4418" y="connsiteY4418"/>
              </a:cxn>
              <a:cxn ang="0">
                <a:pos x="connsiteX4419" y="connsiteY4419"/>
              </a:cxn>
              <a:cxn ang="0">
                <a:pos x="connsiteX4420" y="connsiteY4420"/>
              </a:cxn>
              <a:cxn ang="0">
                <a:pos x="connsiteX4421" y="connsiteY4421"/>
              </a:cxn>
              <a:cxn ang="0">
                <a:pos x="connsiteX4422" y="connsiteY4422"/>
              </a:cxn>
              <a:cxn ang="0">
                <a:pos x="connsiteX4423" y="connsiteY4423"/>
              </a:cxn>
              <a:cxn ang="0">
                <a:pos x="connsiteX4424" y="connsiteY4424"/>
              </a:cxn>
              <a:cxn ang="0">
                <a:pos x="connsiteX4425" y="connsiteY4425"/>
              </a:cxn>
              <a:cxn ang="0">
                <a:pos x="connsiteX4426" y="connsiteY4426"/>
              </a:cxn>
              <a:cxn ang="0">
                <a:pos x="connsiteX4427" y="connsiteY4427"/>
              </a:cxn>
              <a:cxn ang="0">
                <a:pos x="connsiteX4428" y="connsiteY4428"/>
              </a:cxn>
              <a:cxn ang="0">
                <a:pos x="connsiteX4429" y="connsiteY4429"/>
              </a:cxn>
              <a:cxn ang="0">
                <a:pos x="connsiteX4430" y="connsiteY4430"/>
              </a:cxn>
              <a:cxn ang="0">
                <a:pos x="connsiteX4431" y="connsiteY4431"/>
              </a:cxn>
              <a:cxn ang="0">
                <a:pos x="connsiteX4432" y="connsiteY4432"/>
              </a:cxn>
              <a:cxn ang="0">
                <a:pos x="connsiteX4433" y="connsiteY4433"/>
              </a:cxn>
              <a:cxn ang="0">
                <a:pos x="connsiteX4434" y="connsiteY4434"/>
              </a:cxn>
              <a:cxn ang="0">
                <a:pos x="connsiteX4435" y="connsiteY4435"/>
              </a:cxn>
              <a:cxn ang="0">
                <a:pos x="connsiteX4436" y="connsiteY4436"/>
              </a:cxn>
              <a:cxn ang="0">
                <a:pos x="connsiteX4437" y="connsiteY4437"/>
              </a:cxn>
              <a:cxn ang="0">
                <a:pos x="connsiteX4438" y="connsiteY4438"/>
              </a:cxn>
              <a:cxn ang="0">
                <a:pos x="connsiteX4439" y="connsiteY4439"/>
              </a:cxn>
              <a:cxn ang="0">
                <a:pos x="connsiteX4440" y="connsiteY4440"/>
              </a:cxn>
              <a:cxn ang="0">
                <a:pos x="connsiteX4441" y="connsiteY4441"/>
              </a:cxn>
              <a:cxn ang="0">
                <a:pos x="connsiteX4442" y="connsiteY4442"/>
              </a:cxn>
              <a:cxn ang="0">
                <a:pos x="connsiteX4443" y="connsiteY4443"/>
              </a:cxn>
              <a:cxn ang="0">
                <a:pos x="connsiteX4444" y="connsiteY4444"/>
              </a:cxn>
              <a:cxn ang="0">
                <a:pos x="connsiteX4445" y="connsiteY4445"/>
              </a:cxn>
              <a:cxn ang="0">
                <a:pos x="connsiteX4446" y="connsiteY4446"/>
              </a:cxn>
              <a:cxn ang="0">
                <a:pos x="connsiteX4447" y="connsiteY4447"/>
              </a:cxn>
              <a:cxn ang="0">
                <a:pos x="connsiteX4448" y="connsiteY4448"/>
              </a:cxn>
              <a:cxn ang="0">
                <a:pos x="connsiteX4449" y="connsiteY4449"/>
              </a:cxn>
              <a:cxn ang="0">
                <a:pos x="connsiteX4450" y="connsiteY4450"/>
              </a:cxn>
              <a:cxn ang="0">
                <a:pos x="connsiteX4451" y="connsiteY4451"/>
              </a:cxn>
              <a:cxn ang="0">
                <a:pos x="connsiteX4452" y="connsiteY4452"/>
              </a:cxn>
              <a:cxn ang="0">
                <a:pos x="connsiteX4453" y="connsiteY4453"/>
              </a:cxn>
              <a:cxn ang="0">
                <a:pos x="connsiteX4454" y="connsiteY4454"/>
              </a:cxn>
              <a:cxn ang="0">
                <a:pos x="connsiteX4455" y="connsiteY4455"/>
              </a:cxn>
              <a:cxn ang="0">
                <a:pos x="connsiteX4456" y="connsiteY4456"/>
              </a:cxn>
              <a:cxn ang="0">
                <a:pos x="connsiteX4457" y="connsiteY4457"/>
              </a:cxn>
              <a:cxn ang="0">
                <a:pos x="connsiteX4458" y="connsiteY4458"/>
              </a:cxn>
              <a:cxn ang="0">
                <a:pos x="connsiteX4459" y="connsiteY4459"/>
              </a:cxn>
              <a:cxn ang="0">
                <a:pos x="connsiteX4460" y="connsiteY4460"/>
              </a:cxn>
              <a:cxn ang="0">
                <a:pos x="connsiteX4461" y="connsiteY4461"/>
              </a:cxn>
              <a:cxn ang="0">
                <a:pos x="connsiteX4462" y="connsiteY4462"/>
              </a:cxn>
              <a:cxn ang="0">
                <a:pos x="connsiteX4463" y="connsiteY4463"/>
              </a:cxn>
              <a:cxn ang="0">
                <a:pos x="connsiteX4464" y="connsiteY4464"/>
              </a:cxn>
              <a:cxn ang="0">
                <a:pos x="connsiteX4465" y="connsiteY4465"/>
              </a:cxn>
              <a:cxn ang="0">
                <a:pos x="connsiteX4466" y="connsiteY4466"/>
              </a:cxn>
              <a:cxn ang="0">
                <a:pos x="connsiteX4467" y="connsiteY4467"/>
              </a:cxn>
              <a:cxn ang="0">
                <a:pos x="connsiteX4468" y="connsiteY4468"/>
              </a:cxn>
              <a:cxn ang="0">
                <a:pos x="connsiteX4469" y="connsiteY4469"/>
              </a:cxn>
              <a:cxn ang="0">
                <a:pos x="connsiteX4470" y="connsiteY4470"/>
              </a:cxn>
              <a:cxn ang="0">
                <a:pos x="connsiteX4471" y="connsiteY4471"/>
              </a:cxn>
              <a:cxn ang="0">
                <a:pos x="connsiteX4472" y="connsiteY4472"/>
              </a:cxn>
              <a:cxn ang="0">
                <a:pos x="connsiteX4473" y="connsiteY4473"/>
              </a:cxn>
              <a:cxn ang="0">
                <a:pos x="connsiteX4474" y="connsiteY4474"/>
              </a:cxn>
              <a:cxn ang="0">
                <a:pos x="connsiteX4475" y="connsiteY4475"/>
              </a:cxn>
              <a:cxn ang="0">
                <a:pos x="connsiteX4476" y="connsiteY4476"/>
              </a:cxn>
              <a:cxn ang="0">
                <a:pos x="connsiteX4477" y="connsiteY4477"/>
              </a:cxn>
              <a:cxn ang="0">
                <a:pos x="connsiteX4478" y="connsiteY4478"/>
              </a:cxn>
              <a:cxn ang="0">
                <a:pos x="connsiteX4479" y="connsiteY4479"/>
              </a:cxn>
              <a:cxn ang="0">
                <a:pos x="connsiteX4480" y="connsiteY4480"/>
              </a:cxn>
              <a:cxn ang="0">
                <a:pos x="connsiteX4481" y="connsiteY4481"/>
              </a:cxn>
              <a:cxn ang="0">
                <a:pos x="connsiteX4482" y="connsiteY4482"/>
              </a:cxn>
              <a:cxn ang="0">
                <a:pos x="connsiteX4483" y="connsiteY4483"/>
              </a:cxn>
              <a:cxn ang="0">
                <a:pos x="connsiteX4484" y="connsiteY4484"/>
              </a:cxn>
              <a:cxn ang="0">
                <a:pos x="connsiteX4485" y="connsiteY4485"/>
              </a:cxn>
              <a:cxn ang="0">
                <a:pos x="connsiteX4486" y="connsiteY4486"/>
              </a:cxn>
              <a:cxn ang="0">
                <a:pos x="connsiteX4487" y="connsiteY4487"/>
              </a:cxn>
              <a:cxn ang="0">
                <a:pos x="connsiteX4488" y="connsiteY4488"/>
              </a:cxn>
              <a:cxn ang="0">
                <a:pos x="connsiteX4489" y="connsiteY4489"/>
              </a:cxn>
              <a:cxn ang="0">
                <a:pos x="connsiteX4490" y="connsiteY4490"/>
              </a:cxn>
              <a:cxn ang="0">
                <a:pos x="connsiteX4491" y="connsiteY4491"/>
              </a:cxn>
              <a:cxn ang="0">
                <a:pos x="connsiteX4492" y="connsiteY4492"/>
              </a:cxn>
              <a:cxn ang="0">
                <a:pos x="connsiteX4493" y="connsiteY4493"/>
              </a:cxn>
              <a:cxn ang="0">
                <a:pos x="connsiteX4494" y="connsiteY4494"/>
              </a:cxn>
              <a:cxn ang="0">
                <a:pos x="connsiteX4495" y="connsiteY4495"/>
              </a:cxn>
              <a:cxn ang="0">
                <a:pos x="connsiteX4496" y="connsiteY4496"/>
              </a:cxn>
              <a:cxn ang="0">
                <a:pos x="connsiteX4497" y="connsiteY4497"/>
              </a:cxn>
              <a:cxn ang="0">
                <a:pos x="connsiteX4498" y="connsiteY4498"/>
              </a:cxn>
              <a:cxn ang="0">
                <a:pos x="connsiteX4499" y="connsiteY4499"/>
              </a:cxn>
              <a:cxn ang="0">
                <a:pos x="connsiteX4500" y="connsiteY4500"/>
              </a:cxn>
              <a:cxn ang="0">
                <a:pos x="connsiteX4501" y="connsiteY4501"/>
              </a:cxn>
              <a:cxn ang="0">
                <a:pos x="connsiteX4502" y="connsiteY4502"/>
              </a:cxn>
              <a:cxn ang="0">
                <a:pos x="connsiteX4503" y="connsiteY4503"/>
              </a:cxn>
              <a:cxn ang="0">
                <a:pos x="connsiteX4504" y="connsiteY4504"/>
              </a:cxn>
              <a:cxn ang="0">
                <a:pos x="connsiteX4505" y="connsiteY4505"/>
              </a:cxn>
              <a:cxn ang="0">
                <a:pos x="connsiteX4506" y="connsiteY4506"/>
              </a:cxn>
              <a:cxn ang="0">
                <a:pos x="connsiteX4507" y="connsiteY4507"/>
              </a:cxn>
              <a:cxn ang="0">
                <a:pos x="connsiteX4508" y="connsiteY4508"/>
              </a:cxn>
              <a:cxn ang="0">
                <a:pos x="connsiteX4509" y="connsiteY4509"/>
              </a:cxn>
              <a:cxn ang="0">
                <a:pos x="connsiteX4510" y="connsiteY4510"/>
              </a:cxn>
              <a:cxn ang="0">
                <a:pos x="connsiteX4511" y="connsiteY4511"/>
              </a:cxn>
              <a:cxn ang="0">
                <a:pos x="connsiteX4512" y="connsiteY4512"/>
              </a:cxn>
              <a:cxn ang="0">
                <a:pos x="connsiteX4513" y="connsiteY4513"/>
              </a:cxn>
              <a:cxn ang="0">
                <a:pos x="connsiteX4514" y="connsiteY4514"/>
              </a:cxn>
              <a:cxn ang="0">
                <a:pos x="connsiteX4515" y="connsiteY4515"/>
              </a:cxn>
              <a:cxn ang="0">
                <a:pos x="connsiteX4516" y="connsiteY4516"/>
              </a:cxn>
              <a:cxn ang="0">
                <a:pos x="connsiteX4517" y="connsiteY4517"/>
              </a:cxn>
              <a:cxn ang="0">
                <a:pos x="connsiteX4518" y="connsiteY4518"/>
              </a:cxn>
              <a:cxn ang="0">
                <a:pos x="connsiteX4519" y="connsiteY4519"/>
              </a:cxn>
              <a:cxn ang="0">
                <a:pos x="connsiteX4520" y="connsiteY4520"/>
              </a:cxn>
              <a:cxn ang="0">
                <a:pos x="connsiteX4521" y="connsiteY4521"/>
              </a:cxn>
              <a:cxn ang="0">
                <a:pos x="connsiteX4522" y="connsiteY4522"/>
              </a:cxn>
              <a:cxn ang="0">
                <a:pos x="connsiteX4523" y="connsiteY4523"/>
              </a:cxn>
              <a:cxn ang="0">
                <a:pos x="connsiteX4524" y="connsiteY4524"/>
              </a:cxn>
              <a:cxn ang="0">
                <a:pos x="connsiteX4525" y="connsiteY4525"/>
              </a:cxn>
              <a:cxn ang="0">
                <a:pos x="connsiteX4526" y="connsiteY4526"/>
              </a:cxn>
              <a:cxn ang="0">
                <a:pos x="connsiteX4527" y="connsiteY4527"/>
              </a:cxn>
              <a:cxn ang="0">
                <a:pos x="connsiteX4528" y="connsiteY4528"/>
              </a:cxn>
              <a:cxn ang="0">
                <a:pos x="connsiteX4529" y="connsiteY4529"/>
              </a:cxn>
              <a:cxn ang="0">
                <a:pos x="connsiteX4530" y="connsiteY4530"/>
              </a:cxn>
              <a:cxn ang="0">
                <a:pos x="connsiteX4531" y="connsiteY4531"/>
              </a:cxn>
              <a:cxn ang="0">
                <a:pos x="connsiteX4532" y="connsiteY4532"/>
              </a:cxn>
              <a:cxn ang="0">
                <a:pos x="connsiteX4533" y="connsiteY4533"/>
              </a:cxn>
              <a:cxn ang="0">
                <a:pos x="connsiteX4534" y="connsiteY4534"/>
              </a:cxn>
              <a:cxn ang="0">
                <a:pos x="connsiteX4535" y="connsiteY4535"/>
              </a:cxn>
              <a:cxn ang="0">
                <a:pos x="connsiteX4536" y="connsiteY4536"/>
              </a:cxn>
              <a:cxn ang="0">
                <a:pos x="connsiteX4537" y="connsiteY4537"/>
              </a:cxn>
              <a:cxn ang="0">
                <a:pos x="connsiteX4538" y="connsiteY4538"/>
              </a:cxn>
              <a:cxn ang="0">
                <a:pos x="connsiteX4539" y="connsiteY4539"/>
              </a:cxn>
              <a:cxn ang="0">
                <a:pos x="connsiteX4540" y="connsiteY4540"/>
              </a:cxn>
              <a:cxn ang="0">
                <a:pos x="connsiteX4541" y="connsiteY4541"/>
              </a:cxn>
              <a:cxn ang="0">
                <a:pos x="connsiteX4542" y="connsiteY4542"/>
              </a:cxn>
              <a:cxn ang="0">
                <a:pos x="connsiteX4543" y="connsiteY4543"/>
              </a:cxn>
              <a:cxn ang="0">
                <a:pos x="connsiteX4544" y="connsiteY4544"/>
              </a:cxn>
              <a:cxn ang="0">
                <a:pos x="connsiteX4545" y="connsiteY4545"/>
              </a:cxn>
              <a:cxn ang="0">
                <a:pos x="connsiteX4546" y="connsiteY4546"/>
              </a:cxn>
              <a:cxn ang="0">
                <a:pos x="connsiteX4547" y="connsiteY4547"/>
              </a:cxn>
              <a:cxn ang="0">
                <a:pos x="connsiteX4548" y="connsiteY4548"/>
              </a:cxn>
              <a:cxn ang="0">
                <a:pos x="connsiteX4549" y="connsiteY4549"/>
              </a:cxn>
              <a:cxn ang="0">
                <a:pos x="connsiteX4550" y="connsiteY4550"/>
              </a:cxn>
              <a:cxn ang="0">
                <a:pos x="connsiteX4551" y="connsiteY4551"/>
              </a:cxn>
              <a:cxn ang="0">
                <a:pos x="connsiteX4552" y="connsiteY4552"/>
              </a:cxn>
              <a:cxn ang="0">
                <a:pos x="connsiteX4553" y="connsiteY4553"/>
              </a:cxn>
              <a:cxn ang="0">
                <a:pos x="connsiteX4554" y="connsiteY4554"/>
              </a:cxn>
              <a:cxn ang="0">
                <a:pos x="connsiteX4555" y="connsiteY4555"/>
              </a:cxn>
              <a:cxn ang="0">
                <a:pos x="connsiteX4556" y="connsiteY4556"/>
              </a:cxn>
              <a:cxn ang="0">
                <a:pos x="connsiteX4557" y="connsiteY4557"/>
              </a:cxn>
              <a:cxn ang="0">
                <a:pos x="connsiteX4558" y="connsiteY4558"/>
              </a:cxn>
              <a:cxn ang="0">
                <a:pos x="connsiteX4559" y="connsiteY4559"/>
              </a:cxn>
              <a:cxn ang="0">
                <a:pos x="connsiteX4560" y="connsiteY4560"/>
              </a:cxn>
              <a:cxn ang="0">
                <a:pos x="connsiteX4561" y="connsiteY4561"/>
              </a:cxn>
              <a:cxn ang="0">
                <a:pos x="connsiteX4562" y="connsiteY4562"/>
              </a:cxn>
              <a:cxn ang="0">
                <a:pos x="connsiteX4563" y="connsiteY4563"/>
              </a:cxn>
              <a:cxn ang="0">
                <a:pos x="connsiteX4564" y="connsiteY4564"/>
              </a:cxn>
              <a:cxn ang="0">
                <a:pos x="connsiteX4565" y="connsiteY4565"/>
              </a:cxn>
              <a:cxn ang="0">
                <a:pos x="connsiteX4566" y="connsiteY4566"/>
              </a:cxn>
              <a:cxn ang="0">
                <a:pos x="connsiteX4567" y="connsiteY4567"/>
              </a:cxn>
              <a:cxn ang="0">
                <a:pos x="connsiteX4568" y="connsiteY4568"/>
              </a:cxn>
              <a:cxn ang="0">
                <a:pos x="connsiteX4569" y="connsiteY4569"/>
              </a:cxn>
              <a:cxn ang="0">
                <a:pos x="connsiteX4570" y="connsiteY4570"/>
              </a:cxn>
              <a:cxn ang="0">
                <a:pos x="connsiteX4571" y="connsiteY4571"/>
              </a:cxn>
              <a:cxn ang="0">
                <a:pos x="connsiteX4572" y="connsiteY4572"/>
              </a:cxn>
              <a:cxn ang="0">
                <a:pos x="connsiteX4573" y="connsiteY4573"/>
              </a:cxn>
              <a:cxn ang="0">
                <a:pos x="connsiteX4574" y="connsiteY4574"/>
              </a:cxn>
              <a:cxn ang="0">
                <a:pos x="connsiteX4575" y="connsiteY4575"/>
              </a:cxn>
              <a:cxn ang="0">
                <a:pos x="connsiteX4576" y="connsiteY4576"/>
              </a:cxn>
              <a:cxn ang="0">
                <a:pos x="connsiteX4577" y="connsiteY4577"/>
              </a:cxn>
              <a:cxn ang="0">
                <a:pos x="connsiteX4578" y="connsiteY4578"/>
              </a:cxn>
              <a:cxn ang="0">
                <a:pos x="connsiteX4579" y="connsiteY4579"/>
              </a:cxn>
              <a:cxn ang="0">
                <a:pos x="connsiteX4580" y="connsiteY4580"/>
              </a:cxn>
              <a:cxn ang="0">
                <a:pos x="connsiteX4581" y="connsiteY4581"/>
              </a:cxn>
              <a:cxn ang="0">
                <a:pos x="connsiteX4582" y="connsiteY4582"/>
              </a:cxn>
              <a:cxn ang="0">
                <a:pos x="connsiteX4583" y="connsiteY4583"/>
              </a:cxn>
              <a:cxn ang="0">
                <a:pos x="connsiteX4584" y="connsiteY4584"/>
              </a:cxn>
              <a:cxn ang="0">
                <a:pos x="connsiteX4585" y="connsiteY4585"/>
              </a:cxn>
              <a:cxn ang="0">
                <a:pos x="connsiteX4586" y="connsiteY4586"/>
              </a:cxn>
              <a:cxn ang="0">
                <a:pos x="connsiteX4587" y="connsiteY4587"/>
              </a:cxn>
              <a:cxn ang="0">
                <a:pos x="connsiteX4588" y="connsiteY4588"/>
              </a:cxn>
              <a:cxn ang="0">
                <a:pos x="connsiteX4589" y="connsiteY4589"/>
              </a:cxn>
              <a:cxn ang="0">
                <a:pos x="connsiteX4590" y="connsiteY4590"/>
              </a:cxn>
              <a:cxn ang="0">
                <a:pos x="connsiteX4591" y="connsiteY4591"/>
              </a:cxn>
              <a:cxn ang="0">
                <a:pos x="connsiteX4592" y="connsiteY4592"/>
              </a:cxn>
              <a:cxn ang="0">
                <a:pos x="connsiteX4593" y="connsiteY4593"/>
              </a:cxn>
              <a:cxn ang="0">
                <a:pos x="connsiteX4594" y="connsiteY4594"/>
              </a:cxn>
              <a:cxn ang="0">
                <a:pos x="connsiteX4595" y="connsiteY4595"/>
              </a:cxn>
              <a:cxn ang="0">
                <a:pos x="connsiteX4596" y="connsiteY4596"/>
              </a:cxn>
              <a:cxn ang="0">
                <a:pos x="connsiteX4597" y="connsiteY4597"/>
              </a:cxn>
              <a:cxn ang="0">
                <a:pos x="connsiteX4598" y="connsiteY4598"/>
              </a:cxn>
              <a:cxn ang="0">
                <a:pos x="connsiteX4599" y="connsiteY4599"/>
              </a:cxn>
              <a:cxn ang="0">
                <a:pos x="connsiteX4600" y="connsiteY4600"/>
              </a:cxn>
              <a:cxn ang="0">
                <a:pos x="connsiteX4601" y="connsiteY4601"/>
              </a:cxn>
              <a:cxn ang="0">
                <a:pos x="connsiteX4602" y="connsiteY4602"/>
              </a:cxn>
              <a:cxn ang="0">
                <a:pos x="connsiteX4603" y="connsiteY4603"/>
              </a:cxn>
              <a:cxn ang="0">
                <a:pos x="connsiteX4604" y="connsiteY4604"/>
              </a:cxn>
              <a:cxn ang="0">
                <a:pos x="connsiteX4605" y="connsiteY4605"/>
              </a:cxn>
              <a:cxn ang="0">
                <a:pos x="connsiteX4606" y="connsiteY4606"/>
              </a:cxn>
              <a:cxn ang="0">
                <a:pos x="connsiteX4607" y="connsiteY4607"/>
              </a:cxn>
              <a:cxn ang="0">
                <a:pos x="connsiteX4608" y="connsiteY4608"/>
              </a:cxn>
              <a:cxn ang="0">
                <a:pos x="connsiteX4609" y="connsiteY4609"/>
              </a:cxn>
              <a:cxn ang="0">
                <a:pos x="connsiteX4610" y="connsiteY4610"/>
              </a:cxn>
              <a:cxn ang="0">
                <a:pos x="connsiteX4611" y="connsiteY4611"/>
              </a:cxn>
              <a:cxn ang="0">
                <a:pos x="connsiteX4612" y="connsiteY4612"/>
              </a:cxn>
              <a:cxn ang="0">
                <a:pos x="connsiteX4613" y="connsiteY4613"/>
              </a:cxn>
              <a:cxn ang="0">
                <a:pos x="connsiteX4614" y="connsiteY4614"/>
              </a:cxn>
              <a:cxn ang="0">
                <a:pos x="connsiteX4615" y="connsiteY4615"/>
              </a:cxn>
              <a:cxn ang="0">
                <a:pos x="connsiteX4616" y="connsiteY4616"/>
              </a:cxn>
              <a:cxn ang="0">
                <a:pos x="connsiteX4617" y="connsiteY4617"/>
              </a:cxn>
              <a:cxn ang="0">
                <a:pos x="connsiteX4618" y="connsiteY4618"/>
              </a:cxn>
              <a:cxn ang="0">
                <a:pos x="connsiteX4619" y="connsiteY4619"/>
              </a:cxn>
              <a:cxn ang="0">
                <a:pos x="connsiteX4620" y="connsiteY4620"/>
              </a:cxn>
              <a:cxn ang="0">
                <a:pos x="connsiteX4621" y="connsiteY4621"/>
              </a:cxn>
              <a:cxn ang="0">
                <a:pos x="connsiteX4622" y="connsiteY4622"/>
              </a:cxn>
              <a:cxn ang="0">
                <a:pos x="connsiteX4623" y="connsiteY4623"/>
              </a:cxn>
              <a:cxn ang="0">
                <a:pos x="connsiteX4624" y="connsiteY4624"/>
              </a:cxn>
              <a:cxn ang="0">
                <a:pos x="connsiteX4625" y="connsiteY4625"/>
              </a:cxn>
              <a:cxn ang="0">
                <a:pos x="connsiteX4626" y="connsiteY4626"/>
              </a:cxn>
              <a:cxn ang="0">
                <a:pos x="connsiteX4627" y="connsiteY4627"/>
              </a:cxn>
              <a:cxn ang="0">
                <a:pos x="connsiteX4628" y="connsiteY4628"/>
              </a:cxn>
              <a:cxn ang="0">
                <a:pos x="connsiteX4629" y="connsiteY4629"/>
              </a:cxn>
              <a:cxn ang="0">
                <a:pos x="connsiteX4630" y="connsiteY4630"/>
              </a:cxn>
              <a:cxn ang="0">
                <a:pos x="connsiteX4631" y="connsiteY4631"/>
              </a:cxn>
              <a:cxn ang="0">
                <a:pos x="connsiteX4632" y="connsiteY4632"/>
              </a:cxn>
              <a:cxn ang="0">
                <a:pos x="connsiteX4633" y="connsiteY4633"/>
              </a:cxn>
              <a:cxn ang="0">
                <a:pos x="connsiteX4634" y="connsiteY4634"/>
              </a:cxn>
              <a:cxn ang="0">
                <a:pos x="connsiteX4635" y="connsiteY4635"/>
              </a:cxn>
              <a:cxn ang="0">
                <a:pos x="connsiteX4636" y="connsiteY4636"/>
              </a:cxn>
              <a:cxn ang="0">
                <a:pos x="connsiteX4637" y="connsiteY4637"/>
              </a:cxn>
              <a:cxn ang="0">
                <a:pos x="connsiteX4638" y="connsiteY4638"/>
              </a:cxn>
              <a:cxn ang="0">
                <a:pos x="connsiteX4639" y="connsiteY4639"/>
              </a:cxn>
              <a:cxn ang="0">
                <a:pos x="connsiteX4640" y="connsiteY4640"/>
              </a:cxn>
              <a:cxn ang="0">
                <a:pos x="connsiteX4641" y="connsiteY4641"/>
              </a:cxn>
              <a:cxn ang="0">
                <a:pos x="connsiteX4642" y="connsiteY4642"/>
              </a:cxn>
              <a:cxn ang="0">
                <a:pos x="connsiteX4643" y="connsiteY4643"/>
              </a:cxn>
              <a:cxn ang="0">
                <a:pos x="connsiteX4644" y="connsiteY4644"/>
              </a:cxn>
              <a:cxn ang="0">
                <a:pos x="connsiteX4645" y="connsiteY4645"/>
              </a:cxn>
              <a:cxn ang="0">
                <a:pos x="connsiteX4646" y="connsiteY4646"/>
              </a:cxn>
              <a:cxn ang="0">
                <a:pos x="connsiteX4647" y="connsiteY4647"/>
              </a:cxn>
              <a:cxn ang="0">
                <a:pos x="connsiteX4648" y="connsiteY4648"/>
              </a:cxn>
              <a:cxn ang="0">
                <a:pos x="connsiteX4649" y="connsiteY4649"/>
              </a:cxn>
              <a:cxn ang="0">
                <a:pos x="connsiteX4650" y="connsiteY4650"/>
              </a:cxn>
              <a:cxn ang="0">
                <a:pos x="connsiteX4651" y="connsiteY4651"/>
              </a:cxn>
              <a:cxn ang="0">
                <a:pos x="connsiteX4652" y="connsiteY4652"/>
              </a:cxn>
              <a:cxn ang="0">
                <a:pos x="connsiteX4653" y="connsiteY4653"/>
              </a:cxn>
              <a:cxn ang="0">
                <a:pos x="connsiteX4654" y="connsiteY4654"/>
              </a:cxn>
              <a:cxn ang="0">
                <a:pos x="connsiteX4655" y="connsiteY4655"/>
              </a:cxn>
              <a:cxn ang="0">
                <a:pos x="connsiteX4656" y="connsiteY4656"/>
              </a:cxn>
              <a:cxn ang="0">
                <a:pos x="connsiteX4657" y="connsiteY4657"/>
              </a:cxn>
              <a:cxn ang="0">
                <a:pos x="connsiteX4658" y="connsiteY4658"/>
              </a:cxn>
              <a:cxn ang="0">
                <a:pos x="connsiteX4659" y="connsiteY4659"/>
              </a:cxn>
              <a:cxn ang="0">
                <a:pos x="connsiteX4660" y="connsiteY4660"/>
              </a:cxn>
              <a:cxn ang="0">
                <a:pos x="connsiteX4661" y="connsiteY4661"/>
              </a:cxn>
              <a:cxn ang="0">
                <a:pos x="connsiteX4662" y="connsiteY4662"/>
              </a:cxn>
              <a:cxn ang="0">
                <a:pos x="connsiteX4663" y="connsiteY4663"/>
              </a:cxn>
              <a:cxn ang="0">
                <a:pos x="connsiteX4664" y="connsiteY4664"/>
              </a:cxn>
              <a:cxn ang="0">
                <a:pos x="connsiteX4665" y="connsiteY4665"/>
              </a:cxn>
              <a:cxn ang="0">
                <a:pos x="connsiteX4666" y="connsiteY4666"/>
              </a:cxn>
              <a:cxn ang="0">
                <a:pos x="connsiteX4667" y="connsiteY4667"/>
              </a:cxn>
              <a:cxn ang="0">
                <a:pos x="connsiteX4668" y="connsiteY4668"/>
              </a:cxn>
              <a:cxn ang="0">
                <a:pos x="connsiteX4669" y="connsiteY4669"/>
              </a:cxn>
              <a:cxn ang="0">
                <a:pos x="connsiteX4670" y="connsiteY4670"/>
              </a:cxn>
              <a:cxn ang="0">
                <a:pos x="connsiteX4671" y="connsiteY4671"/>
              </a:cxn>
              <a:cxn ang="0">
                <a:pos x="connsiteX4672" y="connsiteY4672"/>
              </a:cxn>
              <a:cxn ang="0">
                <a:pos x="connsiteX4673" y="connsiteY4673"/>
              </a:cxn>
              <a:cxn ang="0">
                <a:pos x="connsiteX4674" y="connsiteY4674"/>
              </a:cxn>
              <a:cxn ang="0">
                <a:pos x="connsiteX4675" y="connsiteY4675"/>
              </a:cxn>
              <a:cxn ang="0">
                <a:pos x="connsiteX4676" y="connsiteY4676"/>
              </a:cxn>
              <a:cxn ang="0">
                <a:pos x="connsiteX4677" y="connsiteY4677"/>
              </a:cxn>
              <a:cxn ang="0">
                <a:pos x="connsiteX4678" y="connsiteY4678"/>
              </a:cxn>
              <a:cxn ang="0">
                <a:pos x="connsiteX4679" y="connsiteY4679"/>
              </a:cxn>
              <a:cxn ang="0">
                <a:pos x="connsiteX4680" y="connsiteY4680"/>
              </a:cxn>
              <a:cxn ang="0">
                <a:pos x="connsiteX4681" y="connsiteY4681"/>
              </a:cxn>
              <a:cxn ang="0">
                <a:pos x="connsiteX4682" y="connsiteY4682"/>
              </a:cxn>
              <a:cxn ang="0">
                <a:pos x="connsiteX4683" y="connsiteY4683"/>
              </a:cxn>
              <a:cxn ang="0">
                <a:pos x="connsiteX4684" y="connsiteY4684"/>
              </a:cxn>
              <a:cxn ang="0">
                <a:pos x="connsiteX4685" y="connsiteY4685"/>
              </a:cxn>
              <a:cxn ang="0">
                <a:pos x="connsiteX4686" y="connsiteY4686"/>
              </a:cxn>
              <a:cxn ang="0">
                <a:pos x="connsiteX4687" y="connsiteY4687"/>
              </a:cxn>
              <a:cxn ang="0">
                <a:pos x="connsiteX4688" y="connsiteY4688"/>
              </a:cxn>
              <a:cxn ang="0">
                <a:pos x="connsiteX4689" y="connsiteY4689"/>
              </a:cxn>
              <a:cxn ang="0">
                <a:pos x="connsiteX4690" y="connsiteY4690"/>
              </a:cxn>
              <a:cxn ang="0">
                <a:pos x="connsiteX4691" y="connsiteY4691"/>
              </a:cxn>
              <a:cxn ang="0">
                <a:pos x="connsiteX4692" y="connsiteY4692"/>
              </a:cxn>
              <a:cxn ang="0">
                <a:pos x="connsiteX4693" y="connsiteY4693"/>
              </a:cxn>
              <a:cxn ang="0">
                <a:pos x="connsiteX4694" y="connsiteY4694"/>
              </a:cxn>
              <a:cxn ang="0">
                <a:pos x="connsiteX4695" y="connsiteY4695"/>
              </a:cxn>
              <a:cxn ang="0">
                <a:pos x="connsiteX4696" y="connsiteY4696"/>
              </a:cxn>
              <a:cxn ang="0">
                <a:pos x="connsiteX4697" y="connsiteY4697"/>
              </a:cxn>
              <a:cxn ang="0">
                <a:pos x="connsiteX4698" y="connsiteY4698"/>
              </a:cxn>
              <a:cxn ang="0">
                <a:pos x="connsiteX4699" y="connsiteY4699"/>
              </a:cxn>
              <a:cxn ang="0">
                <a:pos x="connsiteX4700" y="connsiteY4700"/>
              </a:cxn>
              <a:cxn ang="0">
                <a:pos x="connsiteX4701" y="connsiteY4701"/>
              </a:cxn>
              <a:cxn ang="0">
                <a:pos x="connsiteX4702" y="connsiteY4702"/>
              </a:cxn>
              <a:cxn ang="0">
                <a:pos x="connsiteX4703" y="connsiteY4703"/>
              </a:cxn>
              <a:cxn ang="0">
                <a:pos x="connsiteX4704" y="connsiteY4704"/>
              </a:cxn>
              <a:cxn ang="0">
                <a:pos x="connsiteX4705" y="connsiteY4705"/>
              </a:cxn>
              <a:cxn ang="0">
                <a:pos x="connsiteX4706" y="connsiteY4706"/>
              </a:cxn>
              <a:cxn ang="0">
                <a:pos x="connsiteX4707" y="connsiteY4707"/>
              </a:cxn>
              <a:cxn ang="0">
                <a:pos x="connsiteX4708" y="connsiteY4708"/>
              </a:cxn>
              <a:cxn ang="0">
                <a:pos x="connsiteX4709" y="connsiteY4709"/>
              </a:cxn>
              <a:cxn ang="0">
                <a:pos x="connsiteX4710" y="connsiteY4710"/>
              </a:cxn>
              <a:cxn ang="0">
                <a:pos x="connsiteX4711" y="connsiteY4711"/>
              </a:cxn>
              <a:cxn ang="0">
                <a:pos x="connsiteX4712" y="connsiteY4712"/>
              </a:cxn>
              <a:cxn ang="0">
                <a:pos x="connsiteX4713" y="connsiteY4713"/>
              </a:cxn>
              <a:cxn ang="0">
                <a:pos x="connsiteX4714" y="connsiteY4714"/>
              </a:cxn>
              <a:cxn ang="0">
                <a:pos x="connsiteX4715" y="connsiteY4715"/>
              </a:cxn>
              <a:cxn ang="0">
                <a:pos x="connsiteX4716" y="connsiteY4716"/>
              </a:cxn>
              <a:cxn ang="0">
                <a:pos x="connsiteX4717" y="connsiteY4717"/>
              </a:cxn>
              <a:cxn ang="0">
                <a:pos x="connsiteX4718" y="connsiteY4718"/>
              </a:cxn>
              <a:cxn ang="0">
                <a:pos x="connsiteX4719" y="connsiteY4719"/>
              </a:cxn>
              <a:cxn ang="0">
                <a:pos x="connsiteX4720" y="connsiteY4720"/>
              </a:cxn>
              <a:cxn ang="0">
                <a:pos x="connsiteX4721" y="connsiteY4721"/>
              </a:cxn>
              <a:cxn ang="0">
                <a:pos x="connsiteX4722" y="connsiteY4722"/>
              </a:cxn>
              <a:cxn ang="0">
                <a:pos x="connsiteX4723" y="connsiteY4723"/>
              </a:cxn>
              <a:cxn ang="0">
                <a:pos x="connsiteX4724" y="connsiteY4724"/>
              </a:cxn>
              <a:cxn ang="0">
                <a:pos x="connsiteX4725" y="connsiteY4725"/>
              </a:cxn>
              <a:cxn ang="0">
                <a:pos x="connsiteX4726" y="connsiteY4726"/>
              </a:cxn>
              <a:cxn ang="0">
                <a:pos x="connsiteX4727" y="connsiteY4727"/>
              </a:cxn>
              <a:cxn ang="0">
                <a:pos x="connsiteX4728" y="connsiteY4728"/>
              </a:cxn>
              <a:cxn ang="0">
                <a:pos x="connsiteX4729" y="connsiteY4729"/>
              </a:cxn>
              <a:cxn ang="0">
                <a:pos x="connsiteX4730" y="connsiteY4730"/>
              </a:cxn>
              <a:cxn ang="0">
                <a:pos x="connsiteX4731" y="connsiteY4731"/>
              </a:cxn>
              <a:cxn ang="0">
                <a:pos x="connsiteX4732" y="connsiteY4732"/>
              </a:cxn>
              <a:cxn ang="0">
                <a:pos x="connsiteX4733" y="connsiteY4733"/>
              </a:cxn>
              <a:cxn ang="0">
                <a:pos x="connsiteX4734" y="connsiteY4734"/>
              </a:cxn>
              <a:cxn ang="0">
                <a:pos x="connsiteX4735" y="connsiteY4735"/>
              </a:cxn>
              <a:cxn ang="0">
                <a:pos x="connsiteX4736" y="connsiteY4736"/>
              </a:cxn>
              <a:cxn ang="0">
                <a:pos x="connsiteX4737" y="connsiteY4737"/>
              </a:cxn>
              <a:cxn ang="0">
                <a:pos x="connsiteX4738" y="connsiteY4738"/>
              </a:cxn>
              <a:cxn ang="0">
                <a:pos x="connsiteX4739" y="connsiteY4739"/>
              </a:cxn>
              <a:cxn ang="0">
                <a:pos x="connsiteX4740" y="connsiteY4740"/>
              </a:cxn>
              <a:cxn ang="0">
                <a:pos x="connsiteX4741" y="connsiteY4741"/>
              </a:cxn>
              <a:cxn ang="0">
                <a:pos x="connsiteX4742" y="connsiteY4742"/>
              </a:cxn>
              <a:cxn ang="0">
                <a:pos x="connsiteX4743" y="connsiteY4743"/>
              </a:cxn>
              <a:cxn ang="0">
                <a:pos x="connsiteX4744" y="connsiteY4744"/>
              </a:cxn>
              <a:cxn ang="0">
                <a:pos x="connsiteX4745" y="connsiteY4745"/>
              </a:cxn>
              <a:cxn ang="0">
                <a:pos x="connsiteX4746" y="connsiteY4746"/>
              </a:cxn>
              <a:cxn ang="0">
                <a:pos x="connsiteX4747" y="connsiteY4747"/>
              </a:cxn>
              <a:cxn ang="0">
                <a:pos x="connsiteX4748" y="connsiteY4748"/>
              </a:cxn>
              <a:cxn ang="0">
                <a:pos x="connsiteX4749" y="connsiteY4749"/>
              </a:cxn>
              <a:cxn ang="0">
                <a:pos x="connsiteX4750" y="connsiteY4750"/>
              </a:cxn>
              <a:cxn ang="0">
                <a:pos x="connsiteX4751" y="connsiteY4751"/>
              </a:cxn>
              <a:cxn ang="0">
                <a:pos x="connsiteX4752" y="connsiteY4752"/>
              </a:cxn>
              <a:cxn ang="0">
                <a:pos x="connsiteX4753" y="connsiteY4753"/>
              </a:cxn>
              <a:cxn ang="0">
                <a:pos x="connsiteX4754" y="connsiteY4754"/>
              </a:cxn>
              <a:cxn ang="0">
                <a:pos x="connsiteX4755" y="connsiteY4755"/>
              </a:cxn>
              <a:cxn ang="0">
                <a:pos x="connsiteX4756" y="connsiteY4756"/>
              </a:cxn>
              <a:cxn ang="0">
                <a:pos x="connsiteX4757" y="connsiteY4757"/>
              </a:cxn>
              <a:cxn ang="0">
                <a:pos x="connsiteX4758" y="connsiteY4758"/>
              </a:cxn>
              <a:cxn ang="0">
                <a:pos x="connsiteX4759" y="connsiteY4759"/>
              </a:cxn>
              <a:cxn ang="0">
                <a:pos x="connsiteX4760" y="connsiteY4760"/>
              </a:cxn>
              <a:cxn ang="0">
                <a:pos x="connsiteX4761" y="connsiteY4761"/>
              </a:cxn>
              <a:cxn ang="0">
                <a:pos x="connsiteX4762" y="connsiteY4762"/>
              </a:cxn>
              <a:cxn ang="0">
                <a:pos x="connsiteX4763" y="connsiteY4763"/>
              </a:cxn>
              <a:cxn ang="0">
                <a:pos x="connsiteX4764" y="connsiteY4764"/>
              </a:cxn>
              <a:cxn ang="0">
                <a:pos x="connsiteX4765" y="connsiteY4765"/>
              </a:cxn>
              <a:cxn ang="0">
                <a:pos x="connsiteX4766" y="connsiteY4766"/>
              </a:cxn>
              <a:cxn ang="0">
                <a:pos x="connsiteX4767" y="connsiteY4767"/>
              </a:cxn>
              <a:cxn ang="0">
                <a:pos x="connsiteX4768" y="connsiteY4768"/>
              </a:cxn>
              <a:cxn ang="0">
                <a:pos x="connsiteX4769" y="connsiteY4769"/>
              </a:cxn>
              <a:cxn ang="0">
                <a:pos x="connsiteX4770" y="connsiteY4770"/>
              </a:cxn>
              <a:cxn ang="0">
                <a:pos x="connsiteX4771" y="connsiteY4771"/>
              </a:cxn>
              <a:cxn ang="0">
                <a:pos x="connsiteX4772" y="connsiteY4772"/>
              </a:cxn>
              <a:cxn ang="0">
                <a:pos x="connsiteX4773" y="connsiteY4773"/>
              </a:cxn>
              <a:cxn ang="0">
                <a:pos x="connsiteX4774" y="connsiteY4774"/>
              </a:cxn>
              <a:cxn ang="0">
                <a:pos x="connsiteX4775" y="connsiteY4775"/>
              </a:cxn>
              <a:cxn ang="0">
                <a:pos x="connsiteX4776" y="connsiteY4776"/>
              </a:cxn>
              <a:cxn ang="0">
                <a:pos x="connsiteX4777" y="connsiteY4777"/>
              </a:cxn>
              <a:cxn ang="0">
                <a:pos x="connsiteX4778" y="connsiteY4778"/>
              </a:cxn>
              <a:cxn ang="0">
                <a:pos x="connsiteX4779" y="connsiteY4779"/>
              </a:cxn>
              <a:cxn ang="0">
                <a:pos x="connsiteX4780" y="connsiteY4780"/>
              </a:cxn>
              <a:cxn ang="0">
                <a:pos x="connsiteX4781" y="connsiteY4781"/>
              </a:cxn>
              <a:cxn ang="0">
                <a:pos x="connsiteX4782" y="connsiteY4782"/>
              </a:cxn>
              <a:cxn ang="0">
                <a:pos x="connsiteX4783" y="connsiteY4783"/>
              </a:cxn>
              <a:cxn ang="0">
                <a:pos x="connsiteX4784" y="connsiteY4784"/>
              </a:cxn>
              <a:cxn ang="0">
                <a:pos x="connsiteX4785" y="connsiteY4785"/>
              </a:cxn>
              <a:cxn ang="0">
                <a:pos x="connsiteX4786" y="connsiteY4786"/>
              </a:cxn>
              <a:cxn ang="0">
                <a:pos x="connsiteX4787" y="connsiteY4787"/>
              </a:cxn>
              <a:cxn ang="0">
                <a:pos x="connsiteX4788" y="connsiteY4788"/>
              </a:cxn>
              <a:cxn ang="0">
                <a:pos x="connsiteX4789" y="connsiteY4789"/>
              </a:cxn>
              <a:cxn ang="0">
                <a:pos x="connsiteX4790" y="connsiteY4790"/>
              </a:cxn>
              <a:cxn ang="0">
                <a:pos x="connsiteX4791" y="connsiteY4791"/>
              </a:cxn>
              <a:cxn ang="0">
                <a:pos x="connsiteX4792" y="connsiteY4792"/>
              </a:cxn>
              <a:cxn ang="0">
                <a:pos x="connsiteX4793" y="connsiteY4793"/>
              </a:cxn>
              <a:cxn ang="0">
                <a:pos x="connsiteX4794" y="connsiteY4794"/>
              </a:cxn>
              <a:cxn ang="0">
                <a:pos x="connsiteX4795" y="connsiteY4795"/>
              </a:cxn>
              <a:cxn ang="0">
                <a:pos x="connsiteX4796" y="connsiteY4796"/>
              </a:cxn>
              <a:cxn ang="0">
                <a:pos x="connsiteX4797" y="connsiteY4797"/>
              </a:cxn>
              <a:cxn ang="0">
                <a:pos x="connsiteX4798" y="connsiteY4798"/>
              </a:cxn>
              <a:cxn ang="0">
                <a:pos x="connsiteX4799" y="connsiteY4799"/>
              </a:cxn>
              <a:cxn ang="0">
                <a:pos x="connsiteX4800" y="connsiteY4800"/>
              </a:cxn>
              <a:cxn ang="0">
                <a:pos x="connsiteX4801" y="connsiteY4801"/>
              </a:cxn>
              <a:cxn ang="0">
                <a:pos x="connsiteX4802" y="connsiteY4802"/>
              </a:cxn>
              <a:cxn ang="0">
                <a:pos x="connsiteX4803" y="connsiteY4803"/>
              </a:cxn>
              <a:cxn ang="0">
                <a:pos x="connsiteX4804" y="connsiteY4804"/>
              </a:cxn>
              <a:cxn ang="0">
                <a:pos x="connsiteX4805" y="connsiteY4805"/>
              </a:cxn>
              <a:cxn ang="0">
                <a:pos x="connsiteX4806" y="connsiteY4806"/>
              </a:cxn>
              <a:cxn ang="0">
                <a:pos x="connsiteX4807" y="connsiteY4807"/>
              </a:cxn>
              <a:cxn ang="0">
                <a:pos x="connsiteX4808" y="connsiteY4808"/>
              </a:cxn>
              <a:cxn ang="0">
                <a:pos x="connsiteX4809" y="connsiteY4809"/>
              </a:cxn>
              <a:cxn ang="0">
                <a:pos x="connsiteX4810" y="connsiteY4810"/>
              </a:cxn>
              <a:cxn ang="0">
                <a:pos x="connsiteX4811" y="connsiteY4811"/>
              </a:cxn>
              <a:cxn ang="0">
                <a:pos x="connsiteX4812" y="connsiteY4812"/>
              </a:cxn>
              <a:cxn ang="0">
                <a:pos x="connsiteX4813" y="connsiteY4813"/>
              </a:cxn>
              <a:cxn ang="0">
                <a:pos x="connsiteX4814" y="connsiteY4814"/>
              </a:cxn>
              <a:cxn ang="0">
                <a:pos x="connsiteX4815" y="connsiteY4815"/>
              </a:cxn>
              <a:cxn ang="0">
                <a:pos x="connsiteX4816" y="connsiteY4816"/>
              </a:cxn>
              <a:cxn ang="0">
                <a:pos x="connsiteX4817" y="connsiteY4817"/>
              </a:cxn>
              <a:cxn ang="0">
                <a:pos x="connsiteX4818" y="connsiteY4818"/>
              </a:cxn>
              <a:cxn ang="0">
                <a:pos x="connsiteX4819" y="connsiteY4819"/>
              </a:cxn>
              <a:cxn ang="0">
                <a:pos x="connsiteX4820" y="connsiteY4820"/>
              </a:cxn>
              <a:cxn ang="0">
                <a:pos x="connsiteX4821" y="connsiteY4821"/>
              </a:cxn>
              <a:cxn ang="0">
                <a:pos x="connsiteX4822" y="connsiteY4822"/>
              </a:cxn>
              <a:cxn ang="0">
                <a:pos x="connsiteX4823" y="connsiteY4823"/>
              </a:cxn>
              <a:cxn ang="0">
                <a:pos x="connsiteX4824" y="connsiteY4824"/>
              </a:cxn>
              <a:cxn ang="0">
                <a:pos x="connsiteX4825" y="connsiteY4825"/>
              </a:cxn>
              <a:cxn ang="0">
                <a:pos x="connsiteX4826" y="connsiteY4826"/>
              </a:cxn>
              <a:cxn ang="0">
                <a:pos x="connsiteX4827" y="connsiteY4827"/>
              </a:cxn>
              <a:cxn ang="0">
                <a:pos x="connsiteX4828" y="connsiteY4828"/>
              </a:cxn>
              <a:cxn ang="0">
                <a:pos x="connsiteX4829" y="connsiteY4829"/>
              </a:cxn>
              <a:cxn ang="0">
                <a:pos x="connsiteX4830" y="connsiteY4830"/>
              </a:cxn>
              <a:cxn ang="0">
                <a:pos x="connsiteX4831" y="connsiteY4831"/>
              </a:cxn>
              <a:cxn ang="0">
                <a:pos x="connsiteX4832" y="connsiteY4832"/>
              </a:cxn>
              <a:cxn ang="0">
                <a:pos x="connsiteX4833" y="connsiteY4833"/>
              </a:cxn>
              <a:cxn ang="0">
                <a:pos x="connsiteX4834" y="connsiteY4834"/>
              </a:cxn>
              <a:cxn ang="0">
                <a:pos x="connsiteX4835" y="connsiteY4835"/>
              </a:cxn>
              <a:cxn ang="0">
                <a:pos x="connsiteX4836" y="connsiteY4836"/>
              </a:cxn>
              <a:cxn ang="0">
                <a:pos x="connsiteX4837" y="connsiteY4837"/>
              </a:cxn>
              <a:cxn ang="0">
                <a:pos x="connsiteX4838" y="connsiteY4838"/>
              </a:cxn>
              <a:cxn ang="0">
                <a:pos x="connsiteX4839" y="connsiteY4839"/>
              </a:cxn>
              <a:cxn ang="0">
                <a:pos x="connsiteX4840" y="connsiteY4840"/>
              </a:cxn>
              <a:cxn ang="0">
                <a:pos x="connsiteX4841" y="connsiteY4841"/>
              </a:cxn>
              <a:cxn ang="0">
                <a:pos x="connsiteX4842" y="connsiteY4842"/>
              </a:cxn>
              <a:cxn ang="0">
                <a:pos x="connsiteX4843" y="connsiteY4843"/>
              </a:cxn>
              <a:cxn ang="0">
                <a:pos x="connsiteX4844" y="connsiteY4844"/>
              </a:cxn>
              <a:cxn ang="0">
                <a:pos x="connsiteX4845" y="connsiteY4845"/>
              </a:cxn>
              <a:cxn ang="0">
                <a:pos x="connsiteX4846" y="connsiteY4846"/>
              </a:cxn>
              <a:cxn ang="0">
                <a:pos x="connsiteX4847" y="connsiteY4847"/>
              </a:cxn>
              <a:cxn ang="0">
                <a:pos x="connsiteX4848" y="connsiteY4848"/>
              </a:cxn>
              <a:cxn ang="0">
                <a:pos x="connsiteX4849" y="connsiteY4849"/>
              </a:cxn>
              <a:cxn ang="0">
                <a:pos x="connsiteX4850" y="connsiteY4850"/>
              </a:cxn>
              <a:cxn ang="0">
                <a:pos x="connsiteX4851" y="connsiteY4851"/>
              </a:cxn>
              <a:cxn ang="0">
                <a:pos x="connsiteX4852" y="connsiteY4852"/>
              </a:cxn>
              <a:cxn ang="0">
                <a:pos x="connsiteX4853" y="connsiteY4853"/>
              </a:cxn>
              <a:cxn ang="0">
                <a:pos x="connsiteX4854" y="connsiteY4854"/>
              </a:cxn>
              <a:cxn ang="0">
                <a:pos x="connsiteX4855" y="connsiteY4855"/>
              </a:cxn>
              <a:cxn ang="0">
                <a:pos x="connsiteX4856" y="connsiteY4856"/>
              </a:cxn>
              <a:cxn ang="0">
                <a:pos x="connsiteX4857" y="connsiteY4857"/>
              </a:cxn>
              <a:cxn ang="0">
                <a:pos x="connsiteX4858" y="connsiteY4858"/>
              </a:cxn>
              <a:cxn ang="0">
                <a:pos x="connsiteX4859" y="connsiteY4859"/>
              </a:cxn>
              <a:cxn ang="0">
                <a:pos x="connsiteX4860" y="connsiteY4860"/>
              </a:cxn>
              <a:cxn ang="0">
                <a:pos x="connsiteX4861" y="connsiteY4861"/>
              </a:cxn>
              <a:cxn ang="0">
                <a:pos x="connsiteX4862" y="connsiteY4862"/>
              </a:cxn>
              <a:cxn ang="0">
                <a:pos x="connsiteX4863" y="connsiteY4863"/>
              </a:cxn>
              <a:cxn ang="0">
                <a:pos x="connsiteX4864" y="connsiteY4864"/>
              </a:cxn>
              <a:cxn ang="0">
                <a:pos x="connsiteX4865" y="connsiteY4865"/>
              </a:cxn>
              <a:cxn ang="0">
                <a:pos x="connsiteX4866" y="connsiteY4866"/>
              </a:cxn>
              <a:cxn ang="0">
                <a:pos x="connsiteX4867" y="connsiteY4867"/>
              </a:cxn>
              <a:cxn ang="0">
                <a:pos x="connsiteX4868" y="connsiteY4868"/>
              </a:cxn>
              <a:cxn ang="0">
                <a:pos x="connsiteX4869" y="connsiteY4869"/>
              </a:cxn>
              <a:cxn ang="0">
                <a:pos x="connsiteX4870" y="connsiteY4870"/>
              </a:cxn>
              <a:cxn ang="0">
                <a:pos x="connsiteX4871" y="connsiteY4871"/>
              </a:cxn>
              <a:cxn ang="0">
                <a:pos x="connsiteX4872" y="connsiteY4872"/>
              </a:cxn>
              <a:cxn ang="0">
                <a:pos x="connsiteX4873" y="connsiteY4873"/>
              </a:cxn>
              <a:cxn ang="0">
                <a:pos x="connsiteX4874" y="connsiteY4874"/>
              </a:cxn>
              <a:cxn ang="0">
                <a:pos x="connsiteX4875" y="connsiteY4875"/>
              </a:cxn>
              <a:cxn ang="0">
                <a:pos x="connsiteX4876" y="connsiteY4876"/>
              </a:cxn>
              <a:cxn ang="0">
                <a:pos x="connsiteX4877" y="connsiteY4877"/>
              </a:cxn>
              <a:cxn ang="0">
                <a:pos x="connsiteX4878" y="connsiteY4878"/>
              </a:cxn>
              <a:cxn ang="0">
                <a:pos x="connsiteX4879" y="connsiteY4879"/>
              </a:cxn>
              <a:cxn ang="0">
                <a:pos x="connsiteX4880" y="connsiteY4880"/>
              </a:cxn>
              <a:cxn ang="0">
                <a:pos x="connsiteX4881" y="connsiteY4881"/>
              </a:cxn>
              <a:cxn ang="0">
                <a:pos x="connsiteX4882" y="connsiteY4882"/>
              </a:cxn>
              <a:cxn ang="0">
                <a:pos x="connsiteX4883" y="connsiteY4883"/>
              </a:cxn>
              <a:cxn ang="0">
                <a:pos x="connsiteX4884" y="connsiteY4884"/>
              </a:cxn>
              <a:cxn ang="0">
                <a:pos x="connsiteX4885" y="connsiteY4885"/>
              </a:cxn>
              <a:cxn ang="0">
                <a:pos x="connsiteX4886" y="connsiteY4886"/>
              </a:cxn>
              <a:cxn ang="0">
                <a:pos x="connsiteX4887" y="connsiteY4887"/>
              </a:cxn>
              <a:cxn ang="0">
                <a:pos x="connsiteX4888" y="connsiteY4888"/>
              </a:cxn>
              <a:cxn ang="0">
                <a:pos x="connsiteX4889" y="connsiteY4889"/>
              </a:cxn>
              <a:cxn ang="0">
                <a:pos x="connsiteX4890" y="connsiteY4890"/>
              </a:cxn>
              <a:cxn ang="0">
                <a:pos x="connsiteX4891" y="connsiteY4891"/>
              </a:cxn>
              <a:cxn ang="0">
                <a:pos x="connsiteX4892" y="connsiteY4892"/>
              </a:cxn>
              <a:cxn ang="0">
                <a:pos x="connsiteX4893" y="connsiteY4893"/>
              </a:cxn>
              <a:cxn ang="0">
                <a:pos x="connsiteX4894" y="connsiteY4894"/>
              </a:cxn>
              <a:cxn ang="0">
                <a:pos x="connsiteX4895" y="connsiteY4895"/>
              </a:cxn>
              <a:cxn ang="0">
                <a:pos x="connsiteX4896" y="connsiteY4896"/>
              </a:cxn>
              <a:cxn ang="0">
                <a:pos x="connsiteX4897" y="connsiteY4897"/>
              </a:cxn>
              <a:cxn ang="0">
                <a:pos x="connsiteX4898" y="connsiteY4898"/>
              </a:cxn>
              <a:cxn ang="0">
                <a:pos x="connsiteX4899" y="connsiteY4899"/>
              </a:cxn>
              <a:cxn ang="0">
                <a:pos x="connsiteX4900" y="connsiteY4900"/>
              </a:cxn>
              <a:cxn ang="0">
                <a:pos x="connsiteX4901" y="connsiteY4901"/>
              </a:cxn>
              <a:cxn ang="0">
                <a:pos x="connsiteX4902" y="connsiteY4902"/>
              </a:cxn>
              <a:cxn ang="0">
                <a:pos x="connsiteX4903" y="connsiteY4903"/>
              </a:cxn>
              <a:cxn ang="0">
                <a:pos x="connsiteX4904" y="connsiteY4904"/>
              </a:cxn>
              <a:cxn ang="0">
                <a:pos x="connsiteX4905" y="connsiteY4905"/>
              </a:cxn>
              <a:cxn ang="0">
                <a:pos x="connsiteX4906" y="connsiteY4906"/>
              </a:cxn>
              <a:cxn ang="0">
                <a:pos x="connsiteX4907" y="connsiteY4907"/>
              </a:cxn>
              <a:cxn ang="0">
                <a:pos x="connsiteX4908" y="connsiteY4908"/>
              </a:cxn>
              <a:cxn ang="0">
                <a:pos x="connsiteX4909" y="connsiteY4909"/>
              </a:cxn>
              <a:cxn ang="0">
                <a:pos x="connsiteX4910" y="connsiteY4910"/>
              </a:cxn>
              <a:cxn ang="0">
                <a:pos x="connsiteX4911" y="connsiteY4911"/>
              </a:cxn>
              <a:cxn ang="0">
                <a:pos x="connsiteX4912" y="connsiteY4912"/>
              </a:cxn>
              <a:cxn ang="0">
                <a:pos x="connsiteX4913" y="connsiteY4913"/>
              </a:cxn>
              <a:cxn ang="0">
                <a:pos x="connsiteX4914" y="connsiteY4914"/>
              </a:cxn>
              <a:cxn ang="0">
                <a:pos x="connsiteX4915" y="connsiteY4915"/>
              </a:cxn>
              <a:cxn ang="0">
                <a:pos x="connsiteX4916" y="connsiteY4916"/>
              </a:cxn>
              <a:cxn ang="0">
                <a:pos x="connsiteX4917" y="connsiteY4917"/>
              </a:cxn>
              <a:cxn ang="0">
                <a:pos x="connsiteX4918" y="connsiteY4918"/>
              </a:cxn>
              <a:cxn ang="0">
                <a:pos x="connsiteX4919" y="connsiteY4919"/>
              </a:cxn>
              <a:cxn ang="0">
                <a:pos x="connsiteX4920" y="connsiteY4920"/>
              </a:cxn>
              <a:cxn ang="0">
                <a:pos x="connsiteX4921" y="connsiteY4921"/>
              </a:cxn>
              <a:cxn ang="0">
                <a:pos x="connsiteX4922" y="connsiteY4922"/>
              </a:cxn>
              <a:cxn ang="0">
                <a:pos x="connsiteX4923" y="connsiteY4923"/>
              </a:cxn>
              <a:cxn ang="0">
                <a:pos x="connsiteX4924" y="connsiteY4924"/>
              </a:cxn>
              <a:cxn ang="0">
                <a:pos x="connsiteX4925" y="connsiteY4925"/>
              </a:cxn>
              <a:cxn ang="0">
                <a:pos x="connsiteX4926" y="connsiteY4926"/>
              </a:cxn>
              <a:cxn ang="0">
                <a:pos x="connsiteX4927" y="connsiteY4927"/>
              </a:cxn>
              <a:cxn ang="0">
                <a:pos x="connsiteX4928" y="connsiteY4928"/>
              </a:cxn>
              <a:cxn ang="0">
                <a:pos x="connsiteX4929" y="connsiteY4929"/>
              </a:cxn>
              <a:cxn ang="0">
                <a:pos x="connsiteX4930" y="connsiteY4930"/>
              </a:cxn>
              <a:cxn ang="0">
                <a:pos x="connsiteX4931" y="connsiteY4931"/>
              </a:cxn>
              <a:cxn ang="0">
                <a:pos x="connsiteX4932" y="connsiteY4932"/>
              </a:cxn>
              <a:cxn ang="0">
                <a:pos x="connsiteX4933" y="connsiteY4933"/>
              </a:cxn>
              <a:cxn ang="0">
                <a:pos x="connsiteX4934" y="connsiteY4934"/>
              </a:cxn>
              <a:cxn ang="0">
                <a:pos x="connsiteX4935" y="connsiteY4935"/>
              </a:cxn>
              <a:cxn ang="0">
                <a:pos x="connsiteX4936" y="connsiteY4936"/>
              </a:cxn>
              <a:cxn ang="0">
                <a:pos x="connsiteX4937" y="connsiteY4937"/>
              </a:cxn>
              <a:cxn ang="0">
                <a:pos x="connsiteX4938" y="connsiteY4938"/>
              </a:cxn>
              <a:cxn ang="0">
                <a:pos x="connsiteX4939" y="connsiteY4939"/>
              </a:cxn>
              <a:cxn ang="0">
                <a:pos x="connsiteX4940" y="connsiteY4940"/>
              </a:cxn>
              <a:cxn ang="0">
                <a:pos x="connsiteX4941" y="connsiteY4941"/>
              </a:cxn>
              <a:cxn ang="0">
                <a:pos x="connsiteX4942" y="connsiteY4942"/>
              </a:cxn>
              <a:cxn ang="0">
                <a:pos x="connsiteX4943" y="connsiteY4943"/>
              </a:cxn>
              <a:cxn ang="0">
                <a:pos x="connsiteX4944" y="connsiteY4944"/>
              </a:cxn>
              <a:cxn ang="0">
                <a:pos x="connsiteX4945" y="connsiteY4945"/>
              </a:cxn>
              <a:cxn ang="0">
                <a:pos x="connsiteX4946" y="connsiteY4946"/>
              </a:cxn>
              <a:cxn ang="0">
                <a:pos x="connsiteX4947" y="connsiteY4947"/>
              </a:cxn>
              <a:cxn ang="0">
                <a:pos x="connsiteX4948" y="connsiteY4948"/>
              </a:cxn>
              <a:cxn ang="0">
                <a:pos x="connsiteX4949" y="connsiteY4949"/>
              </a:cxn>
              <a:cxn ang="0">
                <a:pos x="connsiteX4950" y="connsiteY4950"/>
              </a:cxn>
              <a:cxn ang="0">
                <a:pos x="connsiteX4951" y="connsiteY4951"/>
              </a:cxn>
              <a:cxn ang="0">
                <a:pos x="connsiteX4952" y="connsiteY4952"/>
              </a:cxn>
              <a:cxn ang="0">
                <a:pos x="connsiteX4953" y="connsiteY4953"/>
              </a:cxn>
              <a:cxn ang="0">
                <a:pos x="connsiteX4954" y="connsiteY4954"/>
              </a:cxn>
              <a:cxn ang="0">
                <a:pos x="connsiteX4955" y="connsiteY4955"/>
              </a:cxn>
              <a:cxn ang="0">
                <a:pos x="connsiteX4956" y="connsiteY4956"/>
              </a:cxn>
              <a:cxn ang="0">
                <a:pos x="connsiteX4957" y="connsiteY4957"/>
              </a:cxn>
              <a:cxn ang="0">
                <a:pos x="connsiteX4958" y="connsiteY4958"/>
              </a:cxn>
              <a:cxn ang="0">
                <a:pos x="connsiteX4959" y="connsiteY4959"/>
              </a:cxn>
              <a:cxn ang="0">
                <a:pos x="connsiteX4960" y="connsiteY4960"/>
              </a:cxn>
              <a:cxn ang="0">
                <a:pos x="connsiteX4961" y="connsiteY4961"/>
              </a:cxn>
              <a:cxn ang="0">
                <a:pos x="connsiteX4962" y="connsiteY4962"/>
              </a:cxn>
              <a:cxn ang="0">
                <a:pos x="connsiteX4963" y="connsiteY4963"/>
              </a:cxn>
              <a:cxn ang="0">
                <a:pos x="connsiteX4964" y="connsiteY4964"/>
              </a:cxn>
              <a:cxn ang="0">
                <a:pos x="connsiteX4965" y="connsiteY4965"/>
              </a:cxn>
              <a:cxn ang="0">
                <a:pos x="connsiteX4966" y="connsiteY4966"/>
              </a:cxn>
              <a:cxn ang="0">
                <a:pos x="connsiteX4967" y="connsiteY4967"/>
              </a:cxn>
              <a:cxn ang="0">
                <a:pos x="connsiteX4968" y="connsiteY4968"/>
              </a:cxn>
              <a:cxn ang="0">
                <a:pos x="connsiteX4969" y="connsiteY4969"/>
              </a:cxn>
              <a:cxn ang="0">
                <a:pos x="connsiteX4970" y="connsiteY4970"/>
              </a:cxn>
              <a:cxn ang="0">
                <a:pos x="connsiteX4971" y="connsiteY4971"/>
              </a:cxn>
              <a:cxn ang="0">
                <a:pos x="connsiteX4972" y="connsiteY4972"/>
              </a:cxn>
              <a:cxn ang="0">
                <a:pos x="connsiteX4973" y="connsiteY4973"/>
              </a:cxn>
              <a:cxn ang="0">
                <a:pos x="connsiteX4974" y="connsiteY4974"/>
              </a:cxn>
              <a:cxn ang="0">
                <a:pos x="connsiteX4975" y="connsiteY4975"/>
              </a:cxn>
              <a:cxn ang="0">
                <a:pos x="connsiteX4976" y="connsiteY4976"/>
              </a:cxn>
              <a:cxn ang="0">
                <a:pos x="connsiteX4977" y="connsiteY4977"/>
              </a:cxn>
              <a:cxn ang="0">
                <a:pos x="connsiteX4978" y="connsiteY4978"/>
              </a:cxn>
              <a:cxn ang="0">
                <a:pos x="connsiteX4979" y="connsiteY4979"/>
              </a:cxn>
              <a:cxn ang="0">
                <a:pos x="connsiteX4980" y="connsiteY4980"/>
              </a:cxn>
              <a:cxn ang="0">
                <a:pos x="connsiteX4981" y="connsiteY4981"/>
              </a:cxn>
              <a:cxn ang="0">
                <a:pos x="connsiteX4982" y="connsiteY4982"/>
              </a:cxn>
              <a:cxn ang="0">
                <a:pos x="connsiteX4983" y="connsiteY4983"/>
              </a:cxn>
              <a:cxn ang="0">
                <a:pos x="connsiteX4984" y="connsiteY4984"/>
              </a:cxn>
              <a:cxn ang="0">
                <a:pos x="connsiteX4985" y="connsiteY4985"/>
              </a:cxn>
              <a:cxn ang="0">
                <a:pos x="connsiteX4986" y="connsiteY4986"/>
              </a:cxn>
              <a:cxn ang="0">
                <a:pos x="connsiteX4987" y="connsiteY4987"/>
              </a:cxn>
              <a:cxn ang="0">
                <a:pos x="connsiteX4988" y="connsiteY4988"/>
              </a:cxn>
              <a:cxn ang="0">
                <a:pos x="connsiteX4989" y="connsiteY4989"/>
              </a:cxn>
              <a:cxn ang="0">
                <a:pos x="connsiteX4990" y="connsiteY4990"/>
              </a:cxn>
              <a:cxn ang="0">
                <a:pos x="connsiteX4991" y="connsiteY4991"/>
              </a:cxn>
              <a:cxn ang="0">
                <a:pos x="connsiteX4992" y="connsiteY4992"/>
              </a:cxn>
              <a:cxn ang="0">
                <a:pos x="connsiteX4993" y="connsiteY4993"/>
              </a:cxn>
              <a:cxn ang="0">
                <a:pos x="connsiteX4994" y="connsiteY4994"/>
              </a:cxn>
              <a:cxn ang="0">
                <a:pos x="connsiteX4995" y="connsiteY4995"/>
              </a:cxn>
              <a:cxn ang="0">
                <a:pos x="connsiteX4996" y="connsiteY4996"/>
              </a:cxn>
              <a:cxn ang="0">
                <a:pos x="connsiteX4997" y="connsiteY4997"/>
              </a:cxn>
              <a:cxn ang="0">
                <a:pos x="connsiteX4998" y="connsiteY4998"/>
              </a:cxn>
              <a:cxn ang="0">
                <a:pos x="connsiteX4999" y="connsiteY4999"/>
              </a:cxn>
              <a:cxn ang="0">
                <a:pos x="connsiteX5000" y="connsiteY5000"/>
              </a:cxn>
              <a:cxn ang="0">
                <a:pos x="connsiteX5001" y="connsiteY5001"/>
              </a:cxn>
              <a:cxn ang="0">
                <a:pos x="connsiteX5002" y="connsiteY5002"/>
              </a:cxn>
              <a:cxn ang="0">
                <a:pos x="connsiteX5003" y="connsiteY5003"/>
              </a:cxn>
              <a:cxn ang="0">
                <a:pos x="connsiteX5004" y="connsiteY5004"/>
              </a:cxn>
              <a:cxn ang="0">
                <a:pos x="connsiteX5005" y="connsiteY5005"/>
              </a:cxn>
              <a:cxn ang="0">
                <a:pos x="connsiteX5006" y="connsiteY5006"/>
              </a:cxn>
              <a:cxn ang="0">
                <a:pos x="connsiteX5007" y="connsiteY5007"/>
              </a:cxn>
              <a:cxn ang="0">
                <a:pos x="connsiteX5008" y="connsiteY5008"/>
              </a:cxn>
              <a:cxn ang="0">
                <a:pos x="connsiteX5009" y="connsiteY5009"/>
              </a:cxn>
              <a:cxn ang="0">
                <a:pos x="connsiteX5010" y="connsiteY5010"/>
              </a:cxn>
              <a:cxn ang="0">
                <a:pos x="connsiteX5011" y="connsiteY5011"/>
              </a:cxn>
              <a:cxn ang="0">
                <a:pos x="connsiteX5012" y="connsiteY5012"/>
              </a:cxn>
              <a:cxn ang="0">
                <a:pos x="connsiteX5013" y="connsiteY5013"/>
              </a:cxn>
              <a:cxn ang="0">
                <a:pos x="connsiteX5014" y="connsiteY5014"/>
              </a:cxn>
              <a:cxn ang="0">
                <a:pos x="connsiteX5015" y="connsiteY5015"/>
              </a:cxn>
              <a:cxn ang="0">
                <a:pos x="connsiteX5016" y="connsiteY5016"/>
              </a:cxn>
              <a:cxn ang="0">
                <a:pos x="connsiteX5017" y="connsiteY5017"/>
              </a:cxn>
              <a:cxn ang="0">
                <a:pos x="connsiteX5018" y="connsiteY5018"/>
              </a:cxn>
              <a:cxn ang="0">
                <a:pos x="connsiteX5019" y="connsiteY5019"/>
              </a:cxn>
              <a:cxn ang="0">
                <a:pos x="connsiteX5020" y="connsiteY5020"/>
              </a:cxn>
              <a:cxn ang="0">
                <a:pos x="connsiteX5021" y="connsiteY5021"/>
              </a:cxn>
              <a:cxn ang="0">
                <a:pos x="connsiteX5022" y="connsiteY5022"/>
              </a:cxn>
              <a:cxn ang="0">
                <a:pos x="connsiteX5023" y="connsiteY5023"/>
              </a:cxn>
              <a:cxn ang="0">
                <a:pos x="connsiteX5024" y="connsiteY5024"/>
              </a:cxn>
              <a:cxn ang="0">
                <a:pos x="connsiteX5025" y="connsiteY5025"/>
              </a:cxn>
              <a:cxn ang="0">
                <a:pos x="connsiteX5026" y="connsiteY5026"/>
              </a:cxn>
              <a:cxn ang="0">
                <a:pos x="connsiteX5027" y="connsiteY5027"/>
              </a:cxn>
              <a:cxn ang="0">
                <a:pos x="connsiteX5028" y="connsiteY5028"/>
              </a:cxn>
              <a:cxn ang="0">
                <a:pos x="connsiteX5029" y="connsiteY5029"/>
              </a:cxn>
              <a:cxn ang="0">
                <a:pos x="connsiteX5030" y="connsiteY5030"/>
              </a:cxn>
              <a:cxn ang="0">
                <a:pos x="connsiteX5031" y="connsiteY5031"/>
              </a:cxn>
              <a:cxn ang="0">
                <a:pos x="connsiteX5032" y="connsiteY5032"/>
              </a:cxn>
              <a:cxn ang="0">
                <a:pos x="connsiteX5033" y="connsiteY5033"/>
              </a:cxn>
              <a:cxn ang="0">
                <a:pos x="connsiteX5034" y="connsiteY5034"/>
              </a:cxn>
              <a:cxn ang="0">
                <a:pos x="connsiteX5035" y="connsiteY5035"/>
              </a:cxn>
              <a:cxn ang="0">
                <a:pos x="connsiteX5036" y="connsiteY5036"/>
              </a:cxn>
              <a:cxn ang="0">
                <a:pos x="connsiteX5037" y="connsiteY5037"/>
              </a:cxn>
              <a:cxn ang="0">
                <a:pos x="connsiteX5038" y="connsiteY5038"/>
              </a:cxn>
              <a:cxn ang="0">
                <a:pos x="connsiteX5039" y="connsiteY5039"/>
              </a:cxn>
              <a:cxn ang="0">
                <a:pos x="connsiteX5040" y="connsiteY5040"/>
              </a:cxn>
              <a:cxn ang="0">
                <a:pos x="connsiteX5041" y="connsiteY5041"/>
              </a:cxn>
              <a:cxn ang="0">
                <a:pos x="connsiteX5042" y="connsiteY5042"/>
              </a:cxn>
              <a:cxn ang="0">
                <a:pos x="connsiteX5043" y="connsiteY5043"/>
              </a:cxn>
              <a:cxn ang="0">
                <a:pos x="connsiteX5044" y="connsiteY5044"/>
              </a:cxn>
              <a:cxn ang="0">
                <a:pos x="connsiteX5045" y="connsiteY5045"/>
              </a:cxn>
              <a:cxn ang="0">
                <a:pos x="connsiteX5046" y="connsiteY5046"/>
              </a:cxn>
              <a:cxn ang="0">
                <a:pos x="connsiteX5047" y="connsiteY5047"/>
              </a:cxn>
              <a:cxn ang="0">
                <a:pos x="connsiteX5048" y="connsiteY5048"/>
              </a:cxn>
              <a:cxn ang="0">
                <a:pos x="connsiteX5049" y="connsiteY5049"/>
              </a:cxn>
              <a:cxn ang="0">
                <a:pos x="connsiteX5050" y="connsiteY5050"/>
              </a:cxn>
              <a:cxn ang="0">
                <a:pos x="connsiteX5051" y="connsiteY5051"/>
              </a:cxn>
              <a:cxn ang="0">
                <a:pos x="connsiteX5052" y="connsiteY5052"/>
              </a:cxn>
              <a:cxn ang="0">
                <a:pos x="connsiteX5053" y="connsiteY5053"/>
              </a:cxn>
              <a:cxn ang="0">
                <a:pos x="connsiteX5054" y="connsiteY5054"/>
              </a:cxn>
              <a:cxn ang="0">
                <a:pos x="connsiteX5055" y="connsiteY5055"/>
              </a:cxn>
              <a:cxn ang="0">
                <a:pos x="connsiteX5056" y="connsiteY5056"/>
              </a:cxn>
              <a:cxn ang="0">
                <a:pos x="connsiteX5057" y="connsiteY5057"/>
              </a:cxn>
              <a:cxn ang="0">
                <a:pos x="connsiteX5058" y="connsiteY5058"/>
              </a:cxn>
              <a:cxn ang="0">
                <a:pos x="connsiteX5059" y="connsiteY5059"/>
              </a:cxn>
              <a:cxn ang="0">
                <a:pos x="connsiteX5060" y="connsiteY5060"/>
              </a:cxn>
              <a:cxn ang="0">
                <a:pos x="connsiteX5061" y="connsiteY5061"/>
              </a:cxn>
              <a:cxn ang="0">
                <a:pos x="connsiteX5062" y="connsiteY5062"/>
              </a:cxn>
              <a:cxn ang="0">
                <a:pos x="connsiteX5063" y="connsiteY5063"/>
              </a:cxn>
              <a:cxn ang="0">
                <a:pos x="connsiteX5064" y="connsiteY5064"/>
              </a:cxn>
              <a:cxn ang="0">
                <a:pos x="connsiteX5065" y="connsiteY5065"/>
              </a:cxn>
              <a:cxn ang="0">
                <a:pos x="connsiteX5066" y="connsiteY5066"/>
              </a:cxn>
              <a:cxn ang="0">
                <a:pos x="connsiteX5067" y="connsiteY5067"/>
              </a:cxn>
              <a:cxn ang="0">
                <a:pos x="connsiteX5068" y="connsiteY5068"/>
              </a:cxn>
              <a:cxn ang="0">
                <a:pos x="connsiteX5069" y="connsiteY5069"/>
              </a:cxn>
              <a:cxn ang="0">
                <a:pos x="connsiteX5070" y="connsiteY5070"/>
              </a:cxn>
              <a:cxn ang="0">
                <a:pos x="connsiteX5071" y="connsiteY5071"/>
              </a:cxn>
              <a:cxn ang="0">
                <a:pos x="connsiteX5072" y="connsiteY5072"/>
              </a:cxn>
              <a:cxn ang="0">
                <a:pos x="connsiteX5073" y="connsiteY5073"/>
              </a:cxn>
              <a:cxn ang="0">
                <a:pos x="connsiteX5074" y="connsiteY5074"/>
              </a:cxn>
              <a:cxn ang="0">
                <a:pos x="connsiteX5075" y="connsiteY5075"/>
              </a:cxn>
              <a:cxn ang="0">
                <a:pos x="connsiteX5076" y="connsiteY5076"/>
              </a:cxn>
              <a:cxn ang="0">
                <a:pos x="connsiteX5077" y="connsiteY5077"/>
              </a:cxn>
              <a:cxn ang="0">
                <a:pos x="connsiteX5078" y="connsiteY5078"/>
              </a:cxn>
              <a:cxn ang="0">
                <a:pos x="connsiteX5079" y="connsiteY5079"/>
              </a:cxn>
              <a:cxn ang="0">
                <a:pos x="connsiteX5080" y="connsiteY5080"/>
              </a:cxn>
              <a:cxn ang="0">
                <a:pos x="connsiteX5081" y="connsiteY5081"/>
              </a:cxn>
              <a:cxn ang="0">
                <a:pos x="connsiteX5082" y="connsiteY5082"/>
              </a:cxn>
              <a:cxn ang="0">
                <a:pos x="connsiteX5083" y="connsiteY5083"/>
              </a:cxn>
              <a:cxn ang="0">
                <a:pos x="connsiteX5084" y="connsiteY5084"/>
              </a:cxn>
              <a:cxn ang="0">
                <a:pos x="connsiteX5085" y="connsiteY5085"/>
              </a:cxn>
              <a:cxn ang="0">
                <a:pos x="connsiteX5086" y="connsiteY5086"/>
              </a:cxn>
              <a:cxn ang="0">
                <a:pos x="connsiteX5087" y="connsiteY5087"/>
              </a:cxn>
              <a:cxn ang="0">
                <a:pos x="connsiteX5088" y="connsiteY5088"/>
              </a:cxn>
              <a:cxn ang="0">
                <a:pos x="connsiteX5089" y="connsiteY5089"/>
              </a:cxn>
              <a:cxn ang="0">
                <a:pos x="connsiteX5090" y="connsiteY5090"/>
              </a:cxn>
              <a:cxn ang="0">
                <a:pos x="connsiteX5091" y="connsiteY5091"/>
              </a:cxn>
              <a:cxn ang="0">
                <a:pos x="connsiteX5092" y="connsiteY5092"/>
              </a:cxn>
              <a:cxn ang="0">
                <a:pos x="connsiteX5093" y="connsiteY5093"/>
              </a:cxn>
              <a:cxn ang="0">
                <a:pos x="connsiteX5094" y="connsiteY5094"/>
              </a:cxn>
              <a:cxn ang="0">
                <a:pos x="connsiteX5095" y="connsiteY5095"/>
              </a:cxn>
              <a:cxn ang="0">
                <a:pos x="connsiteX5096" y="connsiteY5096"/>
              </a:cxn>
              <a:cxn ang="0">
                <a:pos x="connsiteX5097" y="connsiteY5097"/>
              </a:cxn>
              <a:cxn ang="0">
                <a:pos x="connsiteX5098" y="connsiteY5098"/>
              </a:cxn>
              <a:cxn ang="0">
                <a:pos x="connsiteX5099" y="connsiteY5099"/>
              </a:cxn>
              <a:cxn ang="0">
                <a:pos x="connsiteX5100" y="connsiteY5100"/>
              </a:cxn>
              <a:cxn ang="0">
                <a:pos x="connsiteX5101" y="connsiteY5101"/>
              </a:cxn>
              <a:cxn ang="0">
                <a:pos x="connsiteX5102" y="connsiteY5102"/>
              </a:cxn>
              <a:cxn ang="0">
                <a:pos x="connsiteX5103" y="connsiteY5103"/>
              </a:cxn>
              <a:cxn ang="0">
                <a:pos x="connsiteX5104" y="connsiteY5104"/>
              </a:cxn>
              <a:cxn ang="0">
                <a:pos x="connsiteX5105" y="connsiteY5105"/>
              </a:cxn>
              <a:cxn ang="0">
                <a:pos x="connsiteX5106" y="connsiteY5106"/>
              </a:cxn>
              <a:cxn ang="0">
                <a:pos x="connsiteX5107" y="connsiteY5107"/>
              </a:cxn>
              <a:cxn ang="0">
                <a:pos x="connsiteX5108" y="connsiteY5108"/>
              </a:cxn>
              <a:cxn ang="0">
                <a:pos x="connsiteX5109" y="connsiteY5109"/>
              </a:cxn>
              <a:cxn ang="0">
                <a:pos x="connsiteX5110" y="connsiteY5110"/>
              </a:cxn>
              <a:cxn ang="0">
                <a:pos x="connsiteX5111" y="connsiteY5111"/>
              </a:cxn>
              <a:cxn ang="0">
                <a:pos x="connsiteX5112" y="connsiteY5112"/>
              </a:cxn>
              <a:cxn ang="0">
                <a:pos x="connsiteX5113" y="connsiteY5113"/>
              </a:cxn>
              <a:cxn ang="0">
                <a:pos x="connsiteX5114" y="connsiteY5114"/>
              </a:cxn>
              <a:cxn ang="0">
                <a:pos x="connsiteX5115" y="connsiteY5115"/>
              </a:cxn>
              <a:cxn ang="0">
                <a:pos x="connsiteX5116" y="connsiteY5116"/>
              </a:cxn>
              <a:cxn ang="0">
                <a:pos x="connsiteX5117" y="connsiteY5117"/>
              </a:cxn>
              <a:cxn ang="0">
                <a:pos x="connsiteX5118" y="connsiteY5118"/>
              </a:cxn>
              <a:cxn ang="0">
                <a:pos x="connsiteX5119" y="connsiteY5119"/>
              </a:cxn>
              <a:cxn ang="0">
                <a:pos x="connsiteX5120" y="connsiteY5120"/>
              </a:cxn>
              <a:cxn ang="0">
                <a:pos x="connsiteX5121" y="connsiteY5121"/>
              </a:cxn>
              <a:cxn ang="0">
                <a:pos x="connsiteX5122" y="connsiteY5122"/>
              </a:cxn>
              <a:cxn ang="0">
                <a:pos x="connsiteX5123" y="connsiteY5123"/>
              </a:cxn>
              <a:cxn ang="0">
                <a:pos x="connsiteX5124" y="connsiteY5124"/>
              </a:cxn>
              <a:cxn ang="0">
                <a:pos x="connsiteX5125" y="connsiteY5125"/>
              </a:cxn>
              <a:cxn ang="0">
                <a:pos x="connsiteX5126" y="connsiteY5126"/>
              </a:cxn>
              <a:cxn ang="0">
                <a:pos x="connsiteX5127" y="connsiteY5127"/>
              </a:cxn>
              <a:cxn ang="0">
                <a:pos x="connsiteX5128" y="connsiteY5128"/>
              </a:cxn>
              <a:cxn ang="0">
                <a:pos x="connsiteX5129" y="connsiteY5129"/>
              </a:cxn>
              <a:cxn ang="0">
                <a:pos x="connsiteX5130" y="connsiteY5130"/>
              </a:cxn>
              <a:cxn ang="0">
                <a:pos x="connsiteX5131" y="connsiteY5131"/>
              </a:cxn>
              <a:cxn ang="0">
                <a:pos x="connsiteX5132" y="connsiteY5132"/>
              </a:cxn>
              <a:cxn ang="0">
                <a:pos x="connsiteX5133" y="connsiteY5133"/>
              </a:cxn>
              <a:cxn ang="0">
                <a:pos x="connsiteX5134" y="connsiteY5134"/>
              </a:cxn>
              <a:cxn ang="0">
                <a:pos x="connsiteX5135" y="connsiteY5135"/>
              </a:cxn>
              <a:cxn ang="0">
                <a:pos x="connsiteX5136" y="connsiteY5136"/>
              </a:cxn>
              <a:cxn ang="0">
                <a:pos x="connsiteX5137" y="connsiteY5137"/>
              </a:cxn>
              <a:cxn ang="0">
                <a:pos x="connsiteX5138" y="connsiteY5138"/>
              </a:cxn>
              <a:cxn ang="0">
                <a:pos x="connsiteX5139" y="connsiteY5139"/>
              </a:cxn>
              <a:cxn ang="0">
                <a:pos x="connsiteX5140" y="connsiteY5140"/>
              </a:cxn>
              <a:cxn ang="0">
                <a:pos x="connsiteX5141" y="connsiteY5141"/>
              </a:cxn>
              <a:cxn ang="0">
                <a:pos x="connsiteX5142" y="connsiteY5142"/>
              </a:cxn>
              <a:cxn ang="0">
                <a:pos x="connsiteX5143" y="connsiteY5143"/>
              </a:cxn>
              <a:cxn ang="0">
                <a:pos x="connsiteX5144" y="connsiteY5144"/>
              </a:cxn>
              <a:cxn ang="0">
                <a:pos x="connsiteX5145" y="connsiteY5145"/>
              </a:cxn>
              <a:cxn ang="0">
                <a:pos x="connsiteX5146" y="connsiteY5146"/>
              </a:cxn>
              <a:cxn ang="0">
                <a:pos x="connsiteX5147" y="connsiteY5147"/>
              </a:cxn>
              <a:cxn ang="0">
                <a:pos x="connsiteX5148" y="connsiteY5148"/>
              </a:cxn>
              <a:cxn ang="0">
                <a:pos x="connsiteX5149" y="connsiteY5149"/>
              </a:cxn>
              <a:cxn ang="0">
                <a:pos x="connsiteX5150" y="connsiteY5150"/>
              </a:cxn>
              <a:cxn ang="0">
                <a:pos x="connsiteX5151" y="connsiteY5151"/>
              </a:cxn>
              <a:cxn ang="0">
                <a:pos x="connsiteX5152" y="connsiteY5152"/>
              </a:cxn>
              <a:cxn ang="0">
                <a:pos x="connsiteX5153" y="connsiteY5153"/>
              </a:cxn>
              <a:cxn ang="0">
                <a:pos x="connsiteX5154" y="connsiteY5154"/>
              </a:cxn>
              <a:cxn ang="0">
                <a:pos x="connsiteX5155" y="connsiteY5155"/>
              </a:cxn>
              <a:cxn ang="0">
                <a:pos x="connsiteX5156" y="connsiteY5156"/>
              </a:cxn>
              <a:cxn ang="0">
                <a:pos x="connsiteX5157" y="connsiteY5157"/>
              </a:cxn>
              <a:cxn ang="0">
                <a:pos x="connsiteX5158" y="connsiteY5158"/>
              </a:cxn>
              <a:cxn ang="0">
                <a:pos x="connsiteX5159" y="connsiteY5159"/>
              </a:cxn>
              <a:cxn ang="0">
                <a:pos x="connsiteX5160" y="connsiteY5160"/>
              </a:cxn>
              <a:cxn ang="0">
                <a:pos x="connsiteX5161" y="connsiteY5161"/>
              </a:cxn>
              <a:cxn ang="0">
                <a:pos x="connsiteX5162" y="connsiteY5162"/>
              </a:cxn>
              <a:cxn ang="0">
                <a:pos x="connsiteX5163" y="connsiteY5163"/>
              </a:cxn>
              <a:cxn ang="0">
                <a:pos x="connsiteX5164" y="connsiteY5164"/>
              </a:cxn>
              <a:cxn ang="0">
                <a:pos x="connsiteX5165" y="connsiteY5165"/>
              </a:cxn>
              <a:cxn ang="0">
                <a:pos x="connsiteX5166" y="connsiteY5166"/>
              </a:cxn>
              <a:cxn ang="0">
                <a:pos x="connsiteX5167" y="connsiteY5167"/>
              </a:cxn>
              <a:cxn ang="0">
                <a:pos x="connsiteX5168" y="connsiteY5168"/>
              </a:cxn>
              <a:cxn ang="0">
                <a:pos x="connsiteX5169" y="connsiteY5169"/>
              </a:cxn>
              <a:cxn ang="0">
                <a:pos x="connsiteX5170" y="connsiteY5170"/>
              </a:cxn>
              <a:cxn ang="0">
                <a:pos x="connsiteX5171" y="connsiteY5171"/>
              </a:cxn>
              <a:cxn ang="0">
                <a:pos x="connsiteX5172" y="connsiteY5172"/>
              </a:cxn>
              <a:cxn ang="0">
                <a:pos x="connsiteX5173" y="connsiteY5173"/>
              </a:cxn>
              <a:cxn ang="0">
                <a:pos x="connsiteX5174" y="connsiteY5174"/>
              </a:cxn>
              <a:cxn ang="0">
                <a:pos x="connsiteX5175" y="connsiteY5175"/>
              </a:cxn>
              <a:cxn ang="0">
                <a:pos x="connsiteX5176" y="connsiteY5176"/>
              </a:cxn>
              <a:cxn ang="0">
                <a:pos x="connsiteX5177" y="connsiteY5177"/>
              </a:cxn>
              <a:cxn ang="0">
                <a:pos x="connsiteX5178" y="connsiteY5178"/>
              </a:cxn>
              <a:cxn ang="0">
                <a:pos x="connsiteX5179" y="connsiteY5179"/>
              </a:cxn>
              <a:cxn ang="0">
                <a:pos x="connsiteX5180" y="connsiteY5180"/>
              </a:cxn>
              <a:cxn ang="0">
                <a:pos x="connsiteX5181" y="connsiteY5181"/>
              </a:cxn>
              <a:cxn ang="0">
                <a:pos x="connsiteX5182" y="connsiteY5182"/>
              </a:cxn>
              <a:cxn ang="0">
                <a:pos x="connsiteX5183" y="connsiteY5183"/>
              </a:cxn>
              <a:cxn ang="0">
                <a:pos x="connsiteX5184" y="connsiteY5184"/>
              </a:cxn>
              <a:cxn ang="0">
                <a:pos x="connsiteX5185" y="connsiteY5185"/>
              </a:cxn>
              <a:cxn ang="0">
                <a:pos x="connsiteX5186" y="connsiteY5186"/>
              </a:cxn>
              <a:cxn ang="0">
                <a:pos x="connsiteX5187" y="connsiteY5187"/>
              </a:cxn>
              <a:cxn ang="0">
                <a:pos x="connsiteX5188" y="connsiteY5188"/>
              </a:cxn>
              <a:cxn ang="0">
                <a:pos x="connsiteX5189" y="connsiteY5189"/>
              </a:cxn>
              <a:cxn ang="0">
                <a:pos x="connsiteX5190" y="connsiteY5190"/>
              </a:cxn>
              <a:cxn ang="0">
                <a:pos x="connsiteX5191" y="connsiteY5191"/>
              </a:cxn>
              <a:cxn ang="0">
                <a:pos x="connsiteX5192" y="connsiteY5192"/>
              </a:cxn>
              <a:cxn ang="0">
                <a:pos x="connsiteX5193" y="connsiteY5193"/>
              </a:cxn>
              <a:cxn ang="0">
                <a:pos x="connsiteX5194" y="connsiteY5194"/>
              </a:cxn>
              <a:cxn ang="0">
                <a:pos x="connsiteX5195" y="connsiteY5195"/>
              </a:cxn>
              <a:cxn ang="0">
                <a:pos x="connsiteX5196" y="connsiteY5196"/>
              </a:cxn>
              <a:cxn ang="0">
                <a:pos x="connsiteX5197" y="connsiteY5197"/>
              </a:cxn>
              <a:cxn ang="0">
                <a:pos x="connsiteX5198" y="connsiteY5198"/>
              </a:cxn>
              <a:cxn ang="0">
                <a:pos x="connsiteX5199" y="connsiteY5199"/>
              </a:cxn>
              <a:cxn ang="0">
                <a:pos x="connsiteX5200" y="connsiteY5200"/>
              </a:cxn>
              <a:cxn ang="0">
                <a:pos x="connsiteX5201" y="connsiteY5201"/>
              </a:cxn>
              <a:cxn ang="0">
                <a:pos x="connsiteX5202" y="connsiteY5202"/>
              </a:cxn>
              <a:cxn ang="0">
                <a:pos x="connsiteX5203" y="connsiteY5203"/>
              </a:cxn>
              <a:cxn ang="0">
                <a:pos x="connsiteX5204" y="connsiteY5204"/>
              </a:cxn>
              <a:cxn ang="0">
                <a:pos x="connsiteX5205" y="connsiteY5205"/>
              </a:cxn>
              <a:cxn ang="0">
                <a:pos x="connsiteX5206" y="connsiteY5206"/>
              </a:cxn>
              <a:cxn ang="0">
                <a:pos x="connsiteX5207" y="connsiteY5207"/>
              </a:cxn>
              <a:cxn ang="0">
                <a:pos x="connsiteX5208" y="connsiteY5208"/>
              </a:cxn>
              <a:cxn ang="0">
                <a:pos x="connsiteX5209" y="connsiteY5209"/>
              </a:cxn>
              <a:cxn ang="0">
                <a:pos x="connsiteX5210" y="connsiteY5210"/>
              </a:cxn>
              <a:cxn ang="0">
                <a:pos x="connsiteX5211" y="connsiteY5211"/>
              </a:cxn>
              <a:cxn ang="0">
                <a:pos x="connsiteX5212" y="connsiteY5212"/>
              </a:cxn>
              <a:cxn ang="0">
                <a:pos x="connsiteX5213" y="connsiteY5213"/>
              </a:cxn>
              <a:cxn ang="0">
                <a:pos x="connsiteX5214" y="connsiteY5214"/>
              </a:cxn>
              <a:cxn ang="0">
                <a:pos x="connsiteX5215" y="connsiteY5215"/>
              </a:cxn>
              <a:cxn ang="0">
                <a:pos x="connsiteX5216" y="connsiteY5216"/>
              </a:cxn>
              <a:cxn ang="0">
                <a:pos x="connsiteX5217" y="connsiteY5217"/>
              </a:cxn>
              <a:cxn ang="0">
                <a:pos x="connsiteX5218" y="connsiteY5218"/>
              </a:cxn>
              <a:cxn ang="0">
                <a:pos x="connsiteX5219" y="connsiteY5219"/>
              </a:cxn>
              <a:cxn ang="0">
                <a:pos x="connsiteX5220" y="connsiteY5220"/>
              </a:cxn>
              <a:cxn ang="0">
                <a:pos x="connsiteX5221" y="connsiteY5221"/>
              </a:cxn>
              <a:cxn ang="0">
                <a:pos x="connsiteX5222" y="connsiteY5222"/>
              </a:cxn>
              <a:cxn ang="0">
                <a:pos x="connsiteX5223" y="connsiteY5223"/>
              </a:cxn>
              <a:cxn ang="0">
                <a:pos x="connsiteX5224" y="connsiteY5224"/>
              </a:cxn>
              <a:cxn ang="0">
                <a:pos x="connsiteX5225" y="connsiteY5225"/>
              </a:cxn>
              <a:cxn ang="0">
                <a:pos x="connsiteX5226" y="connsiteY5226"/>
              </a:cxn>
              <a:cxn ang="0">
                <a:pos x="connsiteX5227" y="connsiteY5227"/>
              </a:cxn>
              <a:cxn ang="0">
                <a:pos x="connsiteX5228" y="connsiteY5228"/>
              </a:cxn>
              <a:cxn ang="0">
                <a:pos x="connsiteX5229" y="connsiteY5229"/>
              </a:cxn>
              <a:cxn ang="0">
                <a:pos x="connsiteX5230" y="connsiteY5230"/>
              </a:cxn>
              <a:cxn ang="0">
                <a:pos x="connsiteX5231" y="connsiteY5231"/>
              </a:cxn>
              <a:cxn ang="0">
                <a:pos x="connsiteX5232" y="connsiteY5232"/>
              </a:cxn>
              <a:cxn ang="0">
                <a:pos x="connsiteX5233" y="connsiteY5233"/>
              </a:cxn>
              <a:cxn ang="0">
                <a:pos x="connsiteX5234" y="connsiteY5234"/>
              </a:cxn>
              <a:cxn ang="0">
                <a:pos x="connsiteX5235" y="connsiteY5235"/>
              </a:cxn>
              <a:cxn ang="0">
                <a:pos x="connsiteX5236" y="connsiteY5236"/>
              </a:cxn>
              <a:cxn ang="0">
                <a:pos x="connsiteX5237" y="connsiteY5237"/>
              </a:cxn>
              <a:cxn ang="0">
                <a:pos x="connsiteX5238" y="connsiteY5238"/>
              </a:cxn>
              <a:cxn ang="0">
                <a:pos x="connsiteX5239" y="connsiteY5239"/>
              </a:cxn>
              <a:cxn ang="0">
                <a:pos x="connsiteX5240" y="connsiteY5240"/>
              </a:cxn>
              <a:cxn ang="0">
                <a:pos x="connsiteX5241" y="connsiteY5241"/>
              </a:cxn>
              <a:cxn ang="0">
                <a:pos x="connsiteX5242" y="connsiteY5242"/>
              </a:cxn>
              <a:cxn ang="0">
                <a:pos x="connsiteX5243" y="connsiteY5243"/>
              </a:cxn>
              <a:cxn ang="0">
                <a:pos x="connsiteX5244" y="connsiteY5244"/>
              </a:cxn>
              <a:cxn ang="0">
                <a:pos x="connsiteX5245" y="connsiteY5245"/>
              </a:cxn>
              <a:cxn ang="0">
                <a:pos x="connsiteX5246" y="connsiteY5246"/>
              </a:cxn>
              <a:cxn ang="0">
                <a:pos x="connsiteX5247" y="connsiteY5247"/>
              </a:cxn>
              <a:cxn ang="0">
                <a:pos x="connsiteX5248" y="connsiteY5248"/>
              </a:cxn>
              <a:cxn ang="0">
                <a:pos x="connsiteX5249" y="connsiteY5249"/>
              </a:cxn>
              <a:cxn ang="0">
                <a:pos x="connsiteX5250" y="connsiteY5250"/>
              </a:cxn>
              <a:cxn ang="0">
                <a:pos x="connsiteX5251" y="connsiteY5251"/>
              </a:cxn>
              <a:cxn ang="0">
                <a:pos x="connsiteX5252" y="connsiteY5252"/>
              </a:cxn>
              <a:cxn ang="0">
                <a:pos x="connsiteX5253" y="connsiteY5253"/>
              </a:cxn>
              <a:cxn ang="0">
                <a:pos x="connsiteX5254" y="connsiteY5254"/>
              </a:cxn>
              <a:cxn ang="0">
                <a:pos x="connsiteX5255" y="connsiteY5255"/>
              </a:cxn>
              <a:cxn ang="0">
                <a:pos x="connsiteX5256" y="connsiteY5256"/>
              </a:cxn>
              <a:cxn ang="0">
                <a:pos x="connsiteX5257" y="connsiteY5257"/>
              </a:cxn>
              <a:cxn ang="0">
                <a:pos x="connsiteX5258" y="connsiteY5258"/>
              </a:cxn>
              <a:cxn ang="0">
                <a:pos x="connsiteX5259" y="connsiteY5259"/>
              </a:cxn>
              <a:cxn ang="0">
                <a:pos x="connsiteX5260" y="connsiteY5260"/>
              </a:cxn>
              <a:cxn ang="0">
                <a:pos x="connsiteX5261" y="connsiteY5261"/>
              </a:cxn>
              <a:cxn ang="0">
                <a:pos x="connsiteX5262" y="connsiteY5262"/>
              </a:cxn>
              <a:cxn ang="0">
                <a:pos x="connsiteX5263" y="connsiteY5263"/>
              </a:cxn>
              <a:cxn ang="0">
                <a:pos x="connsiteX5264" y="connsiteY5264"/>
              </a:cxn>
              <a:cxn ang="0">
                <a:pos x="connsiteX5265" y="connsiteY5265"/>
              </a:cxn>
              <a:cxn ang="0">
                <a:pos x="connsiteX5266" y="connsiteY5266"/>
              </a:cxn>
              <a:cxn ang="0">
                <a:pos x="connsiteX5267" y="connsiteY5267"/>
              </a:cxn>
              <a:cxn ang="0">
                <a:pos x="connsiteX5268" y="connsiteY5268"/>
              </a:cxn>
              <a:cxn ang="0">
                <a:pos x="connsiteX5269" y="connsiteY5269"/>
              </a:cxn>
              <a:cxn ang="0">
                <a:pos x="connsiteX5270" y="connsiteY5270"/>
              </a:cxn>
              <a:cxn ang="0">
                <a:pos x="connsiteX5271" y="connsiteY5271"/>
              </a:cxn>
              <a:cxn ang="0">
                <a:pos x="connsiteX5272" y="connsiteY5272"/>
              </a:cxn>
              <a:cxn ang="0">
                <a:pos x="connsiteX5273" y="connsiteY5273"/>
              </a:cxn>
              <a:cxn ang="0">
                <a:pos x="connsiteX5274" y="connsiteY5274"/>
              </a:cxn>
              <a:cxn ang="0">
                <a:pos x="connsiteX5275" y="connsiteY5275"/>
              </a:cxn>
              <a:cxn ang="0">
                <a:pos x="connsiteX5276" y="connsiteY5276"/>
              </a:cxn>
              <a:cxn ang="0">
                <a:pos x="connsiteX5277" y="connsiteY5277"/>
              </a:cxn>
              <a:cxn ang="0">
                <a:pos x="connsiteX5278" y="connsiteY5278"/>
              </a:cxn>
              <a:cxn ang="0">
                <a:pos x="connsiteX5279" y="connsiteY5279"/>
              </a:cxn>
              <a:cxn ang="0">
                <a:pos x="connsiteX5280" y="connsiteY5280"/>
              </a:cxn>
              <a:cxn ang="0">
                <a:pos x="connsiteX5281" y="connsiteY5281"/>
              </a:cxn>
              <a:cxn ang="0">
                <a:pos x="connsiteX5282" y="connsiteY5282"/>
              </a:cxn>
              <a:cxn ang="0">
                <a:pos x="connsiteX5283" y="connsiteY5283"/>
              </a:cxn>
              <a:cxn ang="0">
                <a:pos x="connsiteX5284" y="connsiteY5284"/>
              </a:cxn>
              <a:cxn ang="0">
                <a:pos x="connsiteX5285" y="connsiteY5285"/>
              </a:cxn>
              <a:cxn ang="0">
                <a:pos x="connsiteX5286" y="connsiteY5286"/>
              </a:cxn>
              <a:cxn ang="0">
                <a:pos x="connsiteX5287" y="connsiteY5287"/>
              </a:cxn>
              <a:cxn ang="0">
                <a:pos x="connsiteX5288" y="connsiteY5288"/>
              </a:cxn>
              <a:cxn ang="0">
                <a:pos x="connsiteX5289" y="connsiteY5289"/>
              </a:cxn>
              <a:cxn ang="0">
                <a:pos x="connsiteX5290" y="connsiteY5290"/>
              </a:cxn>
              <a:cxn ang="0">
                <a:pos x="connsiteX5291" y="connsiteY5291"/>
              </a:cxn>
              <a:cxn ang="0">
                <a:pos x="connsiteX5292" y="connsiteY5292"/>
              </a:cxn>
              <a:cxn ang="0">
                <a:pos x="connsiteX5293" y="connsiteY5293"/>
              </a:cxn>
              <a:cxn ang="0">
                <a:pos x="connsiteX5294" y="connsiteY5294"/>
              </a:cxn>
              <a:cxn ang="0">
                <a:pos x="connsiteX5295" y="connsiteY5295"/>
              </a:cxn>
              <a:cxn ang="0">
                <a:pos x="connsiteX5296" y="connsiteY5296"/>
              </a:cxn>
              <a:cxn ang="0">
                <a:pos x="connsiteX5297" y="connsiteY5297"/>
              </a:cxn>
              <a:cxn ang="0">
                <a:pos x="connsiteX5298" y="connsiteY5298"/>
              </a:cxn>
              <a:cxn ang="0">
                <a:pos x="connsiteX5299" y="connsiteY5299"/>
              </a:cxn>
              <a:cxn ang="0">
                <a:pos x="connsiteX5300" y="connsiteY5300"/>
              </a:cxn>
              <a:cxn ang="0">
                <a:pos x="connsiteX5301" y="connsiteY5301"/>
              </a:cxn>
              <a:cxn ang="0">
                <a:pos x="connsiteX5302" y="connsiteY5302"/>
              </a:cxn>
              <a:cxn ang="0">
                <a:pos x="connsiteX5303" y="connsiteY5303"/>
              </a:cxn>
              <a:cxn ang="0">
                <a:pos x="connsiteX5304" y="connsiteY5304"/>
              </a:cxn>
              <a:cxn ang="0">
                <a:pos x="connsiteX5305" y="connsiteY5305"/>
              </a:cxn>
              <a:cxn ang="0">
                <a:pos x="connsiteX5306" y="connsiteY5306"/>
              </a:cxn>
              <a:cxn ang="0">
                <a:pos x="connsiteX5307" y="connsiteY5307"/>
              </a:cxn>
              <a:cxn ang="0">
                <a:pos x="connsiteX5308" y="connsiteY5308"/>
              </a:cxn>
              <a:cxn ang="0">
                <a:pos x="connsiteX5309" y="connsiteY5309"/>
              </a:cxn>
              <a:cxn ang="0">
                <a:pos x="connsiteX5310" y="connsiteY5310"/>
              </a:cxn>
              <a:cxn ang="0">
                <a:pos x="connsiteX5311" y="connsiteY5311"/>
              </a:cxn>
              <a:cxn ang="0">
                <a:pos x="connsiteX5312" y="connsiteY5312"/>
              </a:cxn>
              <a:cxn ang="0">
                <a:pos x="connsiteX5313" y="connsiteY5313"/>
              </a:cxn>
              <a:cxn ang="0">
                <a:pos x="connsiteX5314" y="connsiteY5314"/>
              </a:cxn>
              <a:cxn ang="0">
                <a:pos x="connsiteX5315" y="connsiteY5315"/>
              </a:cxn>
              <a:cxn ang="0">
                <a:pos x="connsiteX5316" y="connsiteY5316"/>
              </a:cxn>
              <a:cxn ang="0">
                <a:pos x="connsiteX5317" y="connsiteY5317"/>
              </a:cxn>
              <a:cxn ang="0">
                <a:pos x="connsiteX5318" y="connsiteY5318"/>
              </a:cxn>
              <a:cxn ang="0">
                <a:pos x="connsiteX5319" y="connsiteY5319"/>
              </a:cxn>
              <a:cxn ang="0">
                <a:pos x="connsiteX5320" y="connsiteY5320"/>
              </a:cxn>
              <a:cxn ang="0">
                <a:pos x="connsiteX5321" y="connsiteY5321"/>
              </a:cxn>
              <a:cxn ang="0">
                <a:pos x="connsiteX5322" y="connsiteY5322"/>
              </a:cxn>
              <a:cxn ang="0">
                <a:pos x="connsiteX5323" y="connsiteY5323"/>
              </a:cxn>
              <a:cxn ang="0">
                <a:pos x="connsiteX5324" y="connsiteY5324"/>
              </a:cxn>
              <a:cxn ang="0">
                <a:pos x="connsiteX5325" y="connsiteY5325"/>
              </a:cxn>
              <a:cxn ang="0">
                <a:pos x="connsiteX5326" y="connsiteY5326"/>
              </a:cxn>
              <a:cxn ang="0">
                <a:pos x="connsiteX5327" y="connsiteY5327"/>
              </a:cxn>
              <a:cxn ang="0">
                <a:pos x="connsiteX5328" y="connsiteY5328"/>
              </a:cxn>
              <a:cxn ang="0">
                <a:pos x="connsiteX5329" y="connsiteY5329"/>
              </a:cxn>
              <a:cxn ang="0">
                <a:pos x="connsiteX5330" y="connsiteY5330"/>
              </a:cxn>
              <a:cxn ang="0">
                <a:pos x="connsiteX5331" y="connsiteY5331"/>
              </a:cxn>
              <a:cxn ang="0">
                <a:pos x="connsiteX5332" y="connsiteY5332"/>
              </a:cxn>
              <a:cxn ang="0">
                <a:pos x="connsiteX5333" y="connsiteY5333"/>
              </a:cxn>
              <a:cxn ang="0">
                <a:pos x="connsiteX5334" y="connsiteY5334"/>
              </a:cxn>
              <a:cxn ang="0">
                <a:pos x="connsiteX5335" y="connsiteY5335"/>
              </a:cxn>
              <a:cxn ang="0">
                <a:pos x="connsiteX5336" y="connsiteY5336"/>
              </a:cxn>
              <a:cxn ang="0">
                <a:pos x="connsiteX5337" y="connsiteY5337"/>
              </a:cxn>
              <a:cxn ang="0">
                <a:pos x="connsiteX5338" y="connsiteY5338"/>
              </a:cxn>
              <a:cxn ang="0">
                <a:pos x="connsiteX5339" y="connsiteY5339"/>
              </a:cxn>
              <a:cxn ang="0">
                <a:pos x="connsiteX5340" y="connsiteY5340"/>
              </a:cxn>
              <a:cxn ang="0">
                <a:pos x="connsiteX5341" y="connsiteY5341"/>
              </a:cxn>
              <a:cxn ang="0">
                <a:pos x="connsiteX5342" y="connsiteY5342"/>
              </a:cxn>
              <a:cxn ang="0">
                <a:pos x="connsiteX5343" y="connsiteY5343"/>
              </a:cxn>
              <a:cxn ang="0">
                <a:pos x="connsiteX5344" y="connsiteY5344"/>
              </a:cxn>
              <a:cxn ang="0">
                <a:pos x="connsiteX5345" y="connsiteY5345"/>
              </a:cxn>
              <a:cxn ang="0">
                <a:pos x="connsiteX5346" y="connsiteY5346"/>
              </a:cxn>
              <a:cxn ang="0">
                <a:pos x="connsiteX5347" y="connsiteY5347"/>
              </a:cxn>
              <a:cxn ang="0">
                <a:pos x="connsiteX5348" y="connsiteY5348"/>
              </a:cxn>
              <a:cxn ang="0">
                <a:pos x="connsiteX5349" y="connsiteY5349"/>
              </a:cxn>
              <a:cxn ang="0">
                <a:pos x="connsiteX5350" y="connsiteY5350"/>
              </a:cxn>
              <a:cxn ang="0">
                <a:pos x="connsiteX5351" y="connsiteY5351"/>
              </a:cxn>
              <a:cxn ang="0">
                <a:pos x="connsiteX5352" y="connsiteY5352"/>
              </a:cxn>
              <a:cxn ang="0">
                <a:pos x="connsiteX5353" y="connsiteY5353"/>
              </a:cxn>
              <a:cxn ang="0">
                <a:pos x="connsiteX5354" y="connsiteY5354"/>
              </a:cxn>
              <a:cxn ang="0">
                <a:pos x="connsiteX5355" y="connsiteY5355"/>
              </a:cxn>
              <a:cxn ang="0">
                <a:pos x="connsiteX5356" y="connsiteY5356"/>
              </a:cxn>
              <a:cxn ang="0">
                <a:pos x="connsiteX5357" y="connsiteY5357"/>
              </a:cxn>
              <a:cxn ang="0">
                <a:pos x="connsiteX5358" y="connsiteY5358"/>
              </a:cxn>
              <a:cxn ang="0">
                <a:pos x="connsiteX5359" y="connsiteY5359"/>
              </a:cxn>
              <a:cxn ang="0">
                <a:pos x="connsiteX5360" y="connsiteY5360"/>
              </a:cxn>
              <a:cxn ang="0">
                <a:pos x="connsiteX5361" y="connsiteY5361"/>
              </a:cxn>
              <a:cxn ang="0">
                <a:pos x="connsiteX5362" y="connsiteY5362"/>
              </a:cxn>
              <a:cxn ang="0">
                <a:pos x="connsiteX5363" y="connsiteY5363"/>
              </a:cxn>
              <a:cxn ang="0">
                <a:pos x="connsiteX5364" y="connsiteY5364"/>
              </a:cxn>
              <a:cxn ang="0">
                <a:pos x="connsiteX5365" y="connsiteY5365"/>
              </a:cxn>
              <a:cxn ang="0">
                <a:pos x="connsiteX5366" y="connsiteY5366"/>
              </a:cxn>
              <a:cxn ang="0">
                <a:pos x="connsiteX5367" y="connsiteY5367"/>
              </a:cxn>
              <a:cxn ang="0">
                <a:pos x="connsiteX5368" y="connsiteY5368"/>
              </a:cxn>
              <a:cxn ang="0">
                <a:pos x="connsiteX5369" y="connsiteY5369"/>
              </a:cxn>
              <a:cxn ang="0">
                <a:pos x="connsiteX5370" y="connsiteY5370"/>
              </a:cxn>
              <a:cxn ang="0">
                <a:pos x="connsiteX5371" y="connsiteY5371"/>
              </a:cxn>
              <a:cxn ang="0">
                <a:pos x="connsiteX5372" y="connsiteY5372"/>
              </a:cxn>
              <a:cxn ang="0">
                <a:pos x="connsiteX5373" y="connsiteY5373"/>
              </a:cxn>
              <a:cxn ang="0">
                <a:pos x="connsiteX5374" y="connsiteY5374"/>
              </a:cxn>
              <a:cxn ang="0">
                <a:pos x="connsiteX5375" y="connsiteY5375"/>
              </a:cxn>
              <a:cxn ang="0">
                <a:pos x="connsiteX5376" y="connsiteY5376"/>
              </a:cxn>
              <a:cxn ang="0">
                <a:pos x="connsiteX5377" y="connsiteY5377"/>
              </a:cxn>
              <a:cxn ang="0">
                <a:pos x="connsiteX5378" y="connsiteY5378"/>
              </a:cxn>
              <a:cxn ang="0">
                <a:pos x="connsiteX5379" y="connsiteY5379"/>
              </a:cxn>
              <a:cxn ang="0">
                <a:pos x="connsiteX5380" y="connsiteY5380"/>
              </a:cxn>
              <a:cxn ang="0">
                <a:pos x="connsiteX5381" y="connsiteY5381"/>
              </a:cxn>
              <a:cxn ang="0">
                <a:pos x="connsiteX5382" y="connsiteY5382"/>
              </a:cxn>
              <a:cxn ang="0">
                <a:pos x="connsiteX5383" y="connsiteY5383"/>
              </a:cxn>
              <a:cxn ang="0">
                <a:pos x="connsiteX5384" y="connsiteY5384"/>
              </a:cxn>
              <a:cxn ang="0">
                <a:pos x="connsiteX5385" y="connsiteY5385"/>
              </a:cxn>
              <a:cxn ang="0">
                <a:pos x="connsiteX5386" y="connsiteY5386"/>
              </a:cxn>
              <a:cxn ang="0">
                <a:pos x="connsiteX5387" y="connsiteY5387"/>
              </a:cxn>
              <a:cxn ang="0">
                <a:pos x="connsiteX5388" y="connsiteY5388"/>
              </a:cxn>
              <a:cxn ang="0">
                <a:pos x="connsiteX5389" y="connsiteY5389"/>
              </a:cxn>
              <a:cxn ang="0">
                <a:pos x="connsiteX5390" y="connsiteY5390"/>
              </a:cxn>
              <a:cxn ang="0">
                <a:pos x="connsiteX5391" y="connsiteY5391"/>
              </a:cxn>
              <a:cxn ang="0">
                <a:pos x="connsiteX5392" y="connsiteY5392"/>
              </a:cxn>
              <a:cxn ang="0">
                <a:pos x="connsiteX5393" y="connsiteY5393"/>
              </a:cxn>
              <a:cxn ang="0">
                <a:pos x="connsiteX5394" y="connsiteY5394"/>
              </a:cxn>
              <a:cxn ang="0">
                <a:pos x="connsiteX5395" y="connsiteY5395"/>
              </a:cxn>
              <a:cxn ang="0">
                <a:pos x="connsiteX5396" y="connsiteY5396"/>
              </a:cxn>
              <a:cxn ang="0">
                <a:pos x="connsiteX5397" y="connsiteY5397"/>
              </a:cxn>
              <a:cxn ang="0">
                <a:pos x="connsiteX5398" y="connsiteY5398"/>
              </a:cxn>
              <a:cxn ang="0">
                <a:pos x="connsiteX5399" y="connsiteY5399"/>
              </a:cxn>
              <a:cxn ang="0">
                <a:pos x="connsiteX5400" y="connsiteY5400"/>
              </a:cxn>
              <a:cxn ang="0">
                <a:pos x="connsiteX5401" y="connsiteY5401"/>
              </a:cxn>
              <a:cxn ang="0">
                <a:pos x="connsiteX5402" y="connsiteY5402"/>
              </a:cxn>
              <a:cxn ang="0">
                <a:pos x="connsiteX5403" y="connsiteY5403"/>
              </a:cxn>
              <a:cxn ang="0">
                <a:pos x="connsiteX5404" y="connsiteY5404"/>
              </a:cxn>
              <a:cxn ang="0">
                <a:pos x="connsiteX5405" y="connsiteY5405"/>
              </a:cxn>
              <a:cxn ang="0">
                <a:pos x="connsiteX5406" y="connsiteY5406"/>
              </a:cxn>
              <a:cxn ang="0">
                <a:pos x="connsiteX5407" y="connsiteY5407"/>
              </a:cxn>
              <a:cxn ang="0">
                <a:pos x="connsiteX5408" y="connsiteY5408"/>
              </a:cxn>
              <a:cxn ang="0">
                <a:pos x="connsiteX5409" y="connsiteY5409"/>
              </a:cxn>
              <a:cxn ang="0">
                <a:pos x="connsiteX5410" y="connsiteY5410"/>
              </a:cxn>
              <a:cxn ang="0">
                <a:pos x="connsiteX5411" y="connsiteY5411"/>
              </a:cxn>
              <a:cxn ang="0">
                <a:pos x="connsiteX5412" y="connsiteY5412"/>
              </a:cxn>
              <a:cxn ang="0">
                <a:pos x="connsiteX5413" y="connsiteY5413"/>
              </a:cxn>
              <a:cxn ang="0">
                <a:pos x="connsiteX5414" y="connsiteY5414"/>
              </a:cxn>
              <a:cxn ang="0">
                <a:pos x="connsiteX5415" y="connsiteY5415"/>
              </a:cxn>
              <a:cxn ang="0">
                <a:pos x="connsiteX5416" y="connsiteY5416"/>
              </a:cxn>
              <a:cxn ang="0">
                <a:pos x="connsiteX5417" y="connsiteY5417"/>
              </a:cxn>
              <a:cxn ang="0">
                <a:pos x="connsiteX5418" y="connsiteY5418"/>
              </a:cxn>
              <a:cxn ang="0">
                <a:pos x="connsiteX5419" y="connsiteY5419"/>
              </a:cxn>
              <a:cxn ang="0">
                <a:pos x="connsiteX5420" y="connsiteY5420"/>
              </a:cxn>
              <a:cxn ang="0">
                <a:pos x="connsiteX5421" y="connsiteY5421"/>
              </a:cxn>
              <a:cxn ang="0">
                <a:pos x="connsiteX5422" y="connsiteY5422"/>
              </a:cxn>
              <a:cxn ang="0">
                <a:pos x="connsiteX5423" y="connsiteY5423"/>
              </a:cxn>
              <a:cxn ang="0">
                <a:pos x="connsiteX5424" y="connsiteY5424"/>
              </a:cxn>
              <a:cxn ang="0">
                <a:pos x="connsiteX5425" y="connsiteY5425"/>
              </a:cxn>
              <a:cxn ang="0">
                <a:pos x="connsiteX5426" y="connsiteY5426"/>
              </a:cxn>
              <a:cxn ang="0">
                <a:pos x="connsiteX5427" y="connsiteY5427"/>
              </a:cxn>
              <a:cxn ang="0">
                <a:pos x="connsiteX5428" y="connsiteY5428"/>
              </a:cxn>
              <a:cxn ang="0">
                <a:pos x="connsiteX5429" y="connsiteY5429"/>
              </a:cxn>
              <a:cxn ang="0">
                <a:pos x="connsiteX5430" y="connsiteY5430"/>
              </a:cxn>
              <a:cxn ang="0">
                <a:pos x="connsiteX5431" y="connsiteY5431"/>
              </a:cxn>
              <a:cxn ang="0">
                <a:pos x="connsiteX5432" y="connsiteY5432"/>
              </a:cxn>
              <a:cxn ang="0">
                <a:pos x="connsiteX5433" y="connsiteY5433"/>
              </a:cxn>
              <a:cxn ang="0">
                <a:pos x="connsiteX5434" y="connsiteY5434"/>
              </a:cxn>
              <a:cxn ang="0">
                <a:pos x="connsiteX5435" y="connsiteY5435"/>
              </a:cxn>
              <a:cxn ang="0">
                <a:pos x="connsiteX5436" y="connsiteY5436"/>
              </a:cxn>
              <a:cxn ang="0">
                <a:pos x="connsiteX5437" y="connsiteY5437"/>
              </a:cxn>
              <a:cxn ang="0">
                <a:pos x="connsiteX5438" y="connsiteY5438"/>
              </a:cxn>
              <a:cxn ang="0">
                <a:pos x="connsiteX5439" y="connsiteY5439"/>
              </a:cxn>
              <a:cxn ang="0">
                <a:pos x="connsiteX5440" y="connsiteY5440"/>
              </a:cxn>
              <a:cxn ang="0">
                <a:pos x="connsiteX5441" y="connsiteY5441"/>
              </a:cxn>
              <a:cxn ang="0">
                <a:pos x="connsiteX5442" y="connsiteY5442"/>
              </a:cxn>
              <a:cxn ang="0">
                <a:pos x="connsiteX5443" y="connsiteY5443"/>
              </a:cxn>
              <a:cxn ang="0">
                <a:pos x="connsiteX5444" y="connsiteY5444"/>
              </a:cxn>
              <a:cxn ang="0">
                <a:pos x="connsiteX5445" y="connsiteY5445"/>
              </a:cxn>
              <a:cxn ang="0">
                <a:pos x="connsiteX5446" y="connsiteY5446"/>
              </a:cxn>
              <a:cxn ang="0">
                <a:pos x="connsiteX5447" y="connsiteY5447"/>
              </a:cxn>
              <a:cxn ang="0">
                <a:pos x="connsiteX5448" y="connsiteY5448"/>
              </a:cxn>
              <a:cxn ang="0">
                <a:pos x="connsiteX5449" y="connsiteY5449"/>
              </a:cxn>
              <a:cxn ang="0">
                <a:pos x="connsiteX5450" y="connsiteY5450"/>
              </a:cxn>
              <a:cxn ang="0">
                <a:pos x="connsiteX5451" y="connsiteY5451"/>
              </a:cxn>
              <a:cxn ang="0">
                <a:pos x="connsiteX5452" y="connsiteY5452"/>
              </a:cxn>
              <a:cxn ang="0">
                <a:pos x="connsiteX5453" y="connsiteY5453"/>
              </a:cxn>
              <a:cxn ang="0">
                <a:pos x="connsiteX5454" y="connsiteY5454"/>
              </a:cxn>
              <a:cxn ang="0">
                <a:pos x="connsiteX5455" y="connsiteY5455"/>
              </a:cxn>
              <a:cxn ang="0">
                <a:pos x="connsiteX5456" y="connsiteY5456"/>
              </a:cxn>
              <a:cxn ang="0">
                <a:pos x="connsiteX5457" y="connsiteY5457"/>
              </a:cxn>
              <a:cxn ang="0">
                <a:pos x="connsiteX5458" y="connsiteY5458"/>
              </a:cxn>
              <a:cxn ang="0">
                <a:pos x="connsiteX5459" y="connsiteY5459"/>
              </a:cxn>
              <a:cxn ang="0">
                <a:pos x="connsiteX5460" y="connsiteY5460"/>
              </a:cxn>
              <a:cxn ang="0">
                <a:pos x="connsiteX5461" y="connsiteY5461"/>
              </a:cxn>
              <a:cxn ang="0">
                <a:pos x="connsiteX5462" y="connsiteY5462"/>
              </a:cxn>
              <a:cxn ang="0">
                <a:pos x="connsiteX5463" y="connsiteY5463"/>
              </a:cxn>
              <a:cxn ang="0">
                <a:pos x="connsiteX5464" y="connsiteY5464"/>
              </a:cxn>
              <a:cxn ang="0">
                <a:pos x="connsiteX5465" y="connsiteY5465"/>
              </a:cxn>
              <a:cxn ang="0">
                <a:pos x="connsiteX5466" y="connsiteY5466"/>
              </a:cxn>
              <a:cxn ang="0">
                <a:pos x="connsiteX5467" y="connsiteY5467"/>
              </a:cxn>
              <a:cxn ang="0">
                <a:pos x="connsiteX5468" y="connsiteY5468"/>
              </a:cxn>
              <a:cxn ang="0">
                <a:pos x="connsiteX5469" y="connsiteY5469"/>
              </a:cxn>
              <a:cxn ang="0">
                <a:pos x="connsiteX5470" y="connsiteY5470"/>
              </a:cxn>
              <a:cxn ang="0">
                <a:pos x="connsiteX5471" y="connsiteY5471"/>
              </a:cxn>
              <a:cxn ang="0">
                <a:pos x="connsiteX5472" y="connsiteY5472"/>
              </a:cxn>
              <a:cxn ang="0">
                <a:pos x="connsiteX5473" y="connsiteY5473"/>
              </a:cxn>
              <a:cxn ang="0">
                <a:pos x="connsiteX5474" y="connsiteY5474"/>
              </a:cxn>
              <a:cxn ang="0">
                <a:pos x="connsiteX5475" y="connsiteY5475"/>
              </a:cxn>
              <a:cxn ang="0">
                <a:pos x="connsiteX5476" y="connsiteY5476"/>
              </a:cxn>
              <a:cxn ang="0">
                <a:pos x="connsiteX5477" y="connsiteY5477"/>
              </a:cxn>
              <a:cxn ang="0">
                <a:pos x="connsiteX5478" y="connsiteY5478"/>
              </a:cxn>
              <a:cxn ang="0">
                <a:pos x="connsiteX5479" y="connsiteY5479"/>
              </a:cxn>
              <a:cxn ang="0">
                <a:pos x="connsiteX5480" y="connsiteY5480"/>
              </a:cxn>
              <a:cxn ang="0">
                <a:pos x="connsiteX5481" y="connsiteY5481"/>
              </a:cxn>
              <a:cxn ang="0">
                <a:pos x="connsiteX5482" y="connsiteY5482"/>
              </a:cxn>
              <a:cxn ang="0">
                <a:pos x="connsiteX5483" y="connsiteY5483"/>
              </a:cxn>
              <a:cxn ang="0">
                <a:pos x="connsiteX5484" y="connsiteY5484"/>
              </a:cxn>
              <a:cxn ang="0">
                <a:pos x="connsiteX5485" y="connsiteY5485"/>
              </a:cxn>
              <a:cxn ang="0">
                <a:pos x="connsiteX5486" y="connsiteY5486"/>
              </a:cxn>
              <a:cxn ang="0">
                <a:pos x="connsiteX5487" y="connsiteY5487"/>
              </a:cxn>
              <a:cxn ang="0">
                <a:pos x="connsiteX5488" y="connsiteY5488"/>
              </a:cxn>
              <a:cxn ang="0">
                <a:pos x="connsiteX5489" y="connsiteY5489"/>
              </a:cxn>
              <a:cxn ang="0">
                <a:pos x="connsiteX5490" y="connsiteY5490"/>
              </a:cxn>
              <a:cxn ang="0">
                <a:pos x="connsiteX5491" y="connsiteY5491"/>
              </a:cxn>
              <a:cxn ang="0">
                <a:pos x="connsiteX5492" y="connsiteY5492"/>
              </a:cxn>
              <a:cxn ang="0">
                <a:pos x="connsiteX5493" y="connsiteY5493"/>
              </a:cxn>
              <a:cxn ang="0">
                <a:pos x="connsiteX5494" y="connsiteY5494"/>
              </a:cxn>
              <a:cxn ang="0">
                <a:pos x="connsiteX5495" y="connsiteY5495"/>
              </a:cxn>
              <a:cxn ang="0">
                <a:pos x="connsiteX5496" y="connsiteY5496"/>
              </a:cxn>
              <a:cxn ang="0">
                <a:pos x="connsiteX5497" y="connsiteY5497"/>
              </a:cxn>
              <a:cxn ang="0">
                <a:pos x="connsiteX5498" y="connsiteY5498"/>
              </a:cxn>
              <a:cxn ang="0">
                <a:pos x="connsiteX5499" y="connsiteY5499"/>
              </a:cxn>
              <a:cxn ang="0">
                <a:pos x="connsiteX5500" y="connsiteY5500"/>
              </a:cxn>
              <a:cxn ang="0">
                <a:pos x="connsiteX5501" y="connsiteY5501"/>
              </a:cxn>
              <a:cxn ang="0">
                <a:pos x="connsiteX5502" y="connsiteY5502"/>
              </a:cxn>
              <a:cxn ang="0">
                <a:pos x="connsiteX5503" y="connsiteY5503"/>
              </a:cxn>
              <a:cxn ang="0">
                <a:pos x="connsiteX5504" y="connsiteY5504"/>
              </a:cxn>
              <a:cxn ang="0">
                <a:pos x="connsiteX5505" y="connsiteY5505"/>
              </a:cxn>
              <a:cxn ang="0">
                <a:pos x="connsiteX5506" y="connsiteY5506"/>
              </a:cxn>
              <a:cxn ang="0">
                <a:pos x="connsiteX5507" y="connsiteY5507"/>
              </a:cxn>
              <a:cxn ang="0">
                <a:pos x="connsiteX5508" y="connsiteY5508"/>
              </a:cxn>
              <a:cxn ang="0">
                <a:pos x="connsiteX5509" y="connsiteY5509"/>
              </a:cxn>
              <a:cxn ang="0">
                <a:pos x="connsiteX5510" y="connsiteY5510"/>
              </a:cxn>
              <a:cxn ang="0">
                <a:pos x="connsiteX5511" y="connsiteY5511"/>
              </a:cxn>
              <a:cxn ang="0">
                <a:pos x="connsiteX5512" y="connsiteY5512"/>
              </a:cxn>
              <a:cxn ang="0">
                <a:pos x="connsiteX5513" y="connsiteY5513"/>
              </a:cxn>
              <a:cxn ang="0">
                <a:pos x="connsiteX5514" y="connsiteY5514"/>
              </a:cxn>
              <a:cxn ang="0">
                <a:pos x="connsiteX5515" y="connsiteY5515"/>
              </a:cxn>
              <a:cxn ang="0">
                <a:pos x="connsiteX5516" y="connsiteY5516"/>
              </a:cxn>
              <a:cxn ang="0">
                <a:pos x="connsiteX5517" y="connsiteY5517"/>
              </a:cxn>
              <a:cxn ang="0">
                <a:pos x="connsiteX5518" y="connsiteY5518"/>
              </a:cxn>
              <a:cxn ang="0">
                <a:pos x="connsiteX5519" y="connsiteY5519"/>
              </a:cxn>
              <a:cxn ang="0">
                <a:pos x="connsiteX5520" y="connsiteY5520"/>
              </a:cxn>
              <a:cxn ang="0">
                <a:pos x="connsiteX5521" y="connsiteY5521"/>
              </a:cxn>
              <a:cxn ang="0">
                <a:pos x="connsiteX5522" y="connsiteY5522"/>
              </a:cxn>
              <a:cxn ang="0">
                <a:pos x="connsiteX5523" y="connsiteY5523"/>
              </a:cxn>
              <a:cxn ang="0">
                <a:pos x="connsiteX5524" y="connsiteY5524"/>
              </a:cxn>
              <a:cxn ang="0">
                <a:pos x="connsiteX5525" y="connsiteY5525"/>
              </a:cxn>
              <a:cxn ang="0">
                <a:pos x="connsiteX5526" y="connsiteY5526"/>
              </a:cxn>
              <a:cxn ang="0">
                <a:pos x="connsiteX5527" y="connsiteY5527"/>
              </a:cxn>
              <a:cxn ang="0">
                <a:pos x="connsiteX5528" y="connsiteY5528"/>
              </a:cxn>
              <a:cxn ang="0">
                <a:pos x="connsiteX5529" y="connsiteY5529"/>
              </a:cxn>
              <a:cxn ang="0">
                <a:pos x="connsiteX5530" y="connsiteY5530"/>
              </a:cxn>
              <a:cxn ang="0">
                <a:pos x="connsiteX5531" y="connsiteY5531"/>
              </a:cxn>
              <a:cxn ang="0">
                <a:pos x="connsiteX5532" y="connsiteY5532"/>
              </a:cxn>
              <a:cxn ang="0">
                <a:pos x="connsiteX5533" y="connsiteY5533"/>
              </a:cxn>
              <a:cxn ang="0">
                <a:pos x="connsiteX5534" y="connsiteY5534"/>
              </a:cxn>
              <a:cxn ang="0">
                <a:pos x="connsiteX5535" y="connsiteY5535"/>
              </a:cxn>
              <a:cxn ang="0">
                <a:pos x="connsiteX5536" y="connsiteY5536"/>
              </a:cxn>
              <a:cxn ang="0">
                <a:pos x="connsiteX5537" y="connsiteY5537"/>
              </a:cxn>
              <a:cxn ang="0">
                <a:pos x="connsiteX5538" y="connsiteY5538"/>
              </a:cxn>
              <a:cxn ang="0">
                <a:pos x="connsiteX5539" y="connsiteY5539"/>
              </a:cxn>
              <a:cxn ang="0">
                <a:pos x="connsiteX5540" y="connsiteY5540"/>
              </a:cxn>
              <a:cxn ang="0">
                <a:pos x="connsiteX5541" y="connsiteY5541"/>
              </a:cxn>
              <a:cxn ang="0">
                <a:pos x="connsiteX5542" y="connsiteY5542"/>
              </a:cxn>
              <a:cxn ang="0">
                <a:pos x="connsiteX5543" y="connsiteY5543"/>
              </a:cxn>
              <a:cxn ang="0">
                <a:pos x="connsiteX5544" y="connsiteY5544"/>
              </a:cxn>
              <a:cxn ang="0">
                <a:pos x="connsiteX5545" y="connsiteY5545"/>
              </a:cxn>
              <a:cxn ang="0">
                <a:pos x="connsiteX5546" y="connsiteY5546"/>
              </a:cxn>
              <a:cxn ang="0">
                <a:pos x="connsiteX5547" y="connsiteY5547"/>
              </a:cxn>
              <a:cxn ang="0">
                <a:pos x="connsiteX5548" y="connsiteY5548"/>
              </a:cxn>
              <a:cxn ang="0">
                <a:pos x="connsiteX5549" y="connsiteY5549"/>
              </a:cxn>
              <a:cxn ang="0">
                <a:pos x="connsiteX5550" y="connsiteY5550"/>
              </a:cxn>
              <a:cxn ang="0">
                <a:pos x="connsiteX5551" y="connsiteY5551"/>
              </a:cxn>
              <a:cxn ang="0">
                <a:pos x="connsiteX5552" y="connsiteY5552"/>
              </a:cxn>
              <a:cxn ang="0">
                <a:pos x="connsiteX5553" y="connsiteY5553"/>
              </a:cxn>
              <a:cxn ang="0">
                <a:pos x="connsiteX5554" y="connsiteY5554"/>
              </a:cxn>
              <a:cxn ang="0">
                <a:pos x="connsiteX5555" y="connsiteY5555"/>
              </a:cxn>
              <a:cxn ang="0">
                <a:pos x="connsiteX5556" y="connsiteY5556"/>
              </a:cxn>
              <a:cxn ang="0">
                <a:pos x="connsiteX5557" y="connsiteY5557"/>
              </a:cxn>
              <a:cxn ang="0">
                <a:pos x="connsiteX5558" y="connsiteY5558"/>
              </a:cxn>
              <a:cxn ang="0">
                <a:pos x="connsiteX5559" y="connsiteY5559"/>
              </a:cxn>
              <a:cxn ang="0">
                <a:pos x="connsiteX5560" y="connsiteY5560"/>
              </a:cxn>
              <a:cxn ang="0">
                <a:pos x="connsiteX5561" y="connsiteY5561"/>
              </a:cxn>
              <a:cxn ang="0">
                <a:pos x="connsiteX5562" y="connsiteY5562"/>
              </a:cxn>
              <a:cxn ang="0">
                <a:pos x="connsiteX5563" y="connsiteY5563"/>
              </a:cxn>
              <a:cxn ang="0">
                <a:pos x="connsiteX5564" y="connsiteY5564"/>
              </a:cxn>
              <a:cxn ang="0">
                <a:pos x="connsiteX5565" y="connsiteY5565"/>
              </a:cxn>
              <a:cxn ang="0">
                <a:pos x="connsiteX5566" y="connsiteY5566"/>
              </a:cxn>
              <a:cxn ang="0">
                <a:pos x="connsiteX5567" y="connsiteY5567"/>
              </a:cxn>
              <a:cxn ang="0">
                <a:pos x="connsiteX5568" y="connsiteY5568"/>
              </a:cxn>
              <a:cxn ang="0">
                <a:pos x="connsiteX5569" y="connsiteY5569"/>
              </a:cxn>
              <a:cxn ang="0">
                <a:pos x="connsiteX5570" y="connsiteY5570"/>
              </a:cxn>
              <a:cxn ang="0">
                <a:pos x="connsiteX5571" y="connsiteY5571"/>
              </a:cxn>
              <a:cxn ang="0">
                <a:pos x="connsiteX5572" y="connsiteY5572"/>
              </a:cxn>
              <a:cxn ang="0">
                <a:pos x="connsiteX5573" y="connsiteY5573"/>
              </a:cxn>
              <a:cxn ang="0">
                <a:pos x="connsiteX5574" y="connsiteY5574"/>
              </a:cxn>
              <a:cxn ang="0">
                <a:pos x="connsiteX5575" y="connsiteY5575"/>
              </a:cxn>
              <a:cxn ang="0">
                <a:pos x="connsiteX5576" y="connsiteY5576"/>
              </a:cxn>
              <a:cxn ang="0">
                <a:pos x="connsiteX5577" y="connsiteY5577"/>
              </a:cxn>
              <a:cxn ang="0">
                <a:pos x="connsiteX5578" y="connsiteY5578"/>
              </a:cxn>
              <a:cxn ang="0">
                <a:pos x="connsiteX5579" y="connsiteY5579"/>
              </a:cxn>
              <a:cxn ang="0">
                <a:pos x="connsiteX5580" y="connsiteY5580"/>
              </a:cxn>
              <a:cxn ang="0">
                <a:pos x="connsiteX5581" y="connsiteY5581"/>
              </a:cxn>
              <a:cxn ang="0">
                <a:pos x="connsiteX5582" y="connsiteY5582"/>
              </a:cxn>
              <a:cxn ang="0">
                <a:pos x="connsiteX5583" y="connsiteY5583"/>
              </a:cxn>
              <a:cxn ang="0">
                <a:pos x="connsiteX5584" y="connsiteY5584"/>
              </a:cxn>
              <a:cxn ang="0">
                <a:pos x="connsiteX5585" y="connsiteY5585"/>
              </a:cxn>
              <a:cxn ang="0">
                <a:pos x="connsiteX5586" y="connsiteY5586"/>
              </a:cxn>
              <a:cxn ang="0">
                <a:pos x="connsiteX5587" y="connsiteY5587"/>
              </a:cxn>
              <a:cxn ang="0">
                <a:pos x="connsiteX5588" y="connsiteY5588"/>
              </a:cxn>
              <a:cxn ang="0">
                <a:pos x="connsiteX5589" y="connsiteY5589"/>
              </a:cxn>
              <a:cxn ang="0">
                <a:pos x="connsiteX5590" y="connsiteY5590"/>
              </a:cxn>
              <a:cxn ang="0">
                <a:pos x="connsiteX5591" y="connsiteY5591"/>
              </a:cxn>
              <a:cxn ang="0">
                <a:pos x="connsiteX5592" y="connsiteY5592"/>
              </a:cxn>
              <a:cxn ang="0">
                <a:pos x="connsiteX5593" y="connsiteY5593"/>
              </a:cxn>
              <a:cxn ang="0">
                <a:pos x="connsiteX5594" y="connsiteY5594"/>
              </a:cxn>
              <a:cxn ang="0">
                <a:pos x="connsiteX5595" y="connsiteY5595"/>
              </a:cxn>
              <a:cxn ang="0">
                <a:pos x="connsiteX5596" y="connsiteY5596"/>
              </a:cxn>
              <a:cxn ang="0">
                <a:pos x="connsiteX5597" y="connsiteY5597"/>
              </a:cxn>
              <a:cxn ang="0">
                <a:pos x="connsiteX5598" y="connsiteY5598"/>
              </a:cxn>
              <a:cxn ang="0">
                <a:pos x="connsiteX5599" y="connsiteY5599"/>
              </a:cxn>
              <a:cxn ang="0">
                <a:pos x="connsiteX5600" y="connsiteY5600"/>
              </a:cxn>
              <a:cxn ang="0">
                <a:pos x="connsiteX5601" y="connsiteY5601"/>
              </a:cxn>
              <a:cxn ang="0">
                <a:pos x="connsiteX5602" y="connsiteY5602"/>
              </a:cxn>
              <a:cxn ang="0">
                <a:pos x="connsiteX5603" y="connsiteY5603"/>
              </a:cxn>
              <a:cxn ang="0">
                <a:pos x="connsiteX5604" y="connsiteY5604"/>
              </a:cxn>
              <a:cxn ang="0">
                <a:pos x="connsiteX5605" y="connsiteY5605"/>
              </a:cxn>
              <a:cxn ang="0">
                <a:pos x="connsiteX5606" y="connsiteY5606"/>
              </a:cxn>
              <a:cxn ang="0">
                <a:pos x="connsiteX5607" y="connsiteY5607"/>
              </a:cxn>
              <a:cxn ang="0">
                <a:pos x="connsiteX5608" y="connsiteY5608"/>
              </a:cxn>
              <a:cxn ang="0">
                <a:pos x="connsiteX5609" y="connsiteY5609"/>
              </a:cxn>
              <a:cxn ang="0">
                <a:pos x="connsiteX5610" y="connsiteY5610"/>
              </a:cxn>
              <a:cxn ang="0">
                <a:pos x="connsiteX5611" y="connsiteY5611"/>
              </a:cxn>
              <a:cxn ang="0">
                <a:pos x="connsiteX5612" y="connsiteY5612"/>
              </a:cxn>
              <a:cxn ang="0">
                <a:pos x="connsiteX5613" y="connsiteY5613"/>
              </a:cxn>
              <a:cxn ang="0">
                <a:pos x="connsiteX5614" y="connsiteY5614"/>
              </a:cxn>
              <a:cxn ang="0">
                <a:pos x="connsiteX5615" y="connsiteY5615"/>
              </a:cxn>
              <a:cxn ang="0">
                <a:pos x="connsiteX5616" y="connsiteY5616"/>
              </a:cxn>
              <a:cxn ang="0">
                <a:pos x="connsiteX5617" y="connsiteY5617"/>
              </a:cxn>
              <a:cxn ang="0">
                <a:pos x="connsiteX5618" y="connsiteY5618"/>
              </a:cxn>
              <a:cxn ang="0">
                <a:pos x="connsiteX5619" y="connsiteY5619"/>
              </a:cxn>
              <a:cxn ang="0">
                <a:pos x="connsiteX5620" y="connsiteY5620"/>
              </a:cxn>
              <a:cxn ang="0">
                <a:pos x="connsiteX5621" y="connsiteY5621"/>
              </a:cxn>
              <a:cxn ang="0">
                <a:pos x="connsiteX5622" y="connsiteY5622"/>
              </a:cxn>
              <a:cxn ang="0">
                <a:pos x="connsiteX5623" y="connsiteY5623"/>
              </a:cxn>
              <a:cxn ang="0">
                <a:pos x="connsiteX5624" y="connsiteY5624"/>
              </a:cxn>
              <a:cxn ang="0">
                <a:pos x="connsiteX5625" y="connsiteY5625"/>
              </a:cxn>
              <a:cxn ang="0">
                <a:pos x="connsiteX5626" y="connsiteY5626"/>
              </a:cxn>
              <a:cxn ang="0">
                <a:pos x="connsiteX5627" y="connsiteY5627"/>
              </a:cxn>
              <a:cxn ang="0">
                <a:pos x="connsiteX5628" y="connsiteY5628"/>
              </a:cxn>
              <a:cxn ang="0">
                <a:pos x="connsiteX5629" y="connsiteY5629"/>
              </a:cxn>
              <a:cxn ang="0">
                <a:pos x="connsiteX5630" y="connsiteY5630"/>
              </a:cxn>
              <a:cxn ang="0">
                <a:pos x="connsiteX5631" y="connsiteY5631"/>
              </a:cxn>
              <a:cxn ang="0">
                <a:pos x="connsiteX5632" y="connsiteY5632"/>
              </a:cxn>
              <a:cxn ang="0">
                <a:pos x="connsiteX5633" y="connsiteY5633"/>
              </a:cxn>
              <a:cxn ang="0">
                <a:pos x="connsiteX5634" y="connsiteY5634"/>
              </a:cxn>
              <a:cxn ang="0">
                <a:pos x="connsiteX5635" y="connsiteY5635"/>
              </a:cxn>
              <a:cxn ang="0">
                <a:pos x="connsiteX5636" y="connsiteY5636"/>
              </a:cxn>
              <a:cxn ang="0">
                <a:pos x="connsiteX5637" y="connsiteY5637"/>
              </a:cxn>
              <a:cxn ang="0">
                <a:pos x="connsiteX5638" y="connsiteY5638"/>
              </a:cxn>
              <a:cxn ang="0">
                <a:pos x="connsiteX5639" y="connsiteY5639"/>
              </a:cxn>
              <a:cxn ang="0">
                <a:pos x="connsiteX5640" y="connsiteY5640"/>
              </a:cxn>
              <a:cxn ang="0">
                <a:pos x="connsiteX5641" y="connsiteY5641"/>
              </a:cxn>
              <a:cxn ang="0">
                <a:pos x="connsiteX5642" y="connsiteY5642"/>
              </a:cxn>
              <a:cxn ang="0">
                <a:pos x="connsiteX5643" y="connsiteY5643"/>
              </a:cxn>
              <a:cxn ang="0">
                <a:pos x="connsiteX5644" y="connsiteY5644"/>
              </a:cxn>
              <a:cxn ang="0">
                <a:pos x="connsiteX5645" y="connsiteY5645"/>
              </a:cxn>
              <a:cxn ang="0">
                <a:pos x="connsiteX5646" y="connsiteY5646"/>
              </a:cxn>
              <a:cxn ang="0">
                <a:pos x="connsiteX5647" y="connsiteY5647"/>
              </a:cxn>
              <a:cxn ang="0">
                <a:pos x="connsiteX5648" y="connsiteY5648"/>
              </a:cxn>
              <a:cxn ang="0">
                <a:pos x="connsiteX5649" y="connsiteY5649"/>
              </a:cxn>
              <a:cxn ang="0">
                <a:pos x="connsiteX5650" y="connsiteY5650"/>
              </a:cxn>
              <a:cxn ang="0">
                <a:pos x="connsiteX5651" y="connsiteY5651"/>
              </a:cxn>
              <a:cxn ang="0">
                <a:pos x="connsiteX5652" y="connsiteY5652"/>
              </a:cxn>
              <a:cxn ang="0">
                <a:pos x="connsiteX5653" y="connsiteY5653"/>
              </a:cxn>
              <a:cxn ang="0">
                <a:pos x="connsiteX5654" y="connsiteY5654"/>
              </a:cxn>
              <a:cxn ang="0">
                <a:pos x="connsiteX5655" y="connsiteY5655"/>
              </a:cxn>
              <a:cxn ang="0">
                <a:pos x="connsiteX5656" y="connsiteY5656"/>
              </a:cxn>
              <a:cxn ang="0">
                <a:pos x="connsiteX5657" y="connsiteY5657"/>
              </a:cxn>
              <a:cxn ang="0">
                <a:pos x="connsiteX5658" y="connsiteY5658"/>
              </a:cxn>
              <a:cxn ang="0">
                <a:pos x="connsiteX5659" y="connsiteY5659"/>
              </a:cxn>
              <a:cxn ang="0">
                <a:pos x="connsiteX5660" y="connsiteY5660"/>
              </a:cxn>
              <a:cxn ang="0">
                <a:pos x="connsiteX5661" y="connsiteY5661"/>
              </a:cxn>
              <a:cxn ang="0">
                <a:pos x="connsiteX5662" y="connsiteY5662"/>
              </a:cxn>
              <a:cxn ang="0">
                <a:pos x="connsiteX5663" y="connsiteY5663"/>
              </a:cxn>
              <a:cxn ang="0">
                <a:pos x="connsiteX5664" y="connsiteY5664"/>
              </a:cxn>
              <a:cxn ang="0">
                <a:pos x="connsiteX5665" y="connsiteY5665"/>
              </a:cxn>
              <a:cxn ang="0">
                <a:pos x="connsiteX5666" y="connsiteY5666"/>
              </a:cxn>
              <a:cxn ang="0">
                <a:pos x="connsiteX5667" y="connsiteY5667"/>
              </a:cxn>
              <a:cxn ang="0">
                <a:pos x="connsiteX5668" y="connsiteY5668"/>
              </a:cxn>
              <a:cxn ang="0">
                <a:pos x="connsiteX5669" y="connsiteY5669"/>
              </a:cxn>
              <a:cxn ang="0">
                <a:pos x="connsiteX5670" y="connsiteY5670"/>
              </a:cxn>
              <a:cxn ang="0">
                <a:pos x="connsiteX5671" y="connsiteY5671"/>
              </a:cxn>
              <a:cxn ang="0">
                <a:pos x="connsiteX5672" y="connsiteY5672"/>
              </a:cxn>
              <a:cxn ang="0">
                <a:pos x="connsiteX5673" y="connsiteY5673"/>
              </a:cxn>
              <a:cxn ang="0">
                <a:pos x="connsiteX5674" y="connsiteY5674"/>
              </a:cxn>
              <a:cxn ang="0">
                <a:pos x="connsiteX5675" y="connsiteY5675"/>
              </a:cxn>
              <a:cxn ang="0">
                <a:pos x="connsiteX5676" y="connsiteY5676"/>
              </a:cxn>
              <a:cxn ang="0">
                <a:pos x="connsiteX5677" y="connsiteY5677"/>
              </a:cxn>
              <a:cxn ang="0">
                <a:pos x="connsiteX5678" y="connsiteY5678"/>
              </a:cxn>
              <a:cxn ang="0">
                <a:pos x="connsiteX5679" y="connsiteY5679"/>
              </a:cxn>
              <a:cxn ang="0">
                <a:pos x="connsiteX5680" y="connsiteY5680"/>
              </a:cxn>
              <a:cxn ang="0">
                <a:pos x="connsiteX5681" y="connsiteY5681"/>
              </a:cxn>
              <a:cxn ang="0">
                <a:pos x="connsiteX5682" y="connsiteY5682"/>
              </a:cxn>
              <a:cxn ang="0">
                <a:pos x="connsiteX5683" y="connsiteY5683"/>
              </a:cxn>
              <a:cxn ang="0">
                <a:pos x="connsiteX5684" y="connsiteY5684"/>
              </a:cxn>
              <a:cxn ang="0">
                <a:pos x="connsiteX5685" y="connsiteY5685"/>
              </a:cxn>
              <a:cxn ang="0">
                <a:pos x="connsiteX5686" y="connsiteY5686"/>
              </a:cxn>
              <a:cxn ang="0">
                <a:pos x="connsiteX5687" y="connsiteY5687"/>
              </a:cxn>
              <a:cxn ang="0">
                <a:pos x="connsiteX5688" y="connsiteY5688"/>
              </a:cxn>
              <a:cxn ang="0">
                <a:pos x="connsiteX5689" y="connsiteY5689"/>
              </a:cxn>
              <a:cxn ang="0">
                <a:pos x="connsiteX5690" y="connsiteY5690"/>
              </a:cxn>
              <a:cxn ang="0">
                <a:pos x="connsiteX5691" y="connsiteY5691"/>
              </a:cxn>
              <a:cxn ang="0">
                <a:pos x="connsiteX5692" y="connsiteY5692"/>
              </a:cxn>
              <a:cxn ang="0">
                <a:pos x="connsiteX5693" y="connsiteY5693"/>
              </a:cxn>
              <a:cxn ang="0">
                <a:pos x="connsiteX5694" y="connsiteY5694"/>
              </a:cxn>
              <a:cxn ang="0">
                <a:pos x="connsiteX5695" y="connsiteY5695"/>
              </a:cxn>
              <a:cxn ang="0">
                <a:pos x="connsiteX5696" y="connsiteY5696"/>
              </a:cxn>
              <a:cxn ang="0">
                <a:pos x="connsiteX5697" y="connsiteY5697"/>
              </a:cxn>
              <a:cxn ang="0">
                <a:pos x="connsiteX5698" y="connsiteY5698"/>
              </a:cxn>
              <a:cxn ang="0">
                <a:pos x="connsiteX5699" y="connsiteY5699"/>
              </a:cxn>
              <a:cxn ang="0">
                <a:pos x="connsiteX5700" y="connsiteY5700"/>
              </a:cxn>
              <a:cxn ang="0">
                <a:pos x="connsiteX5701" y="connsiteY5701"/>
              </a:cxn>
              <a:cxn ang="0">
                <a:pos x="connsiteX5702" y="connsiteY5702"/>
              </a:cxn>
              <a:cxn ang="0">
                <a:pos x="connsiteX5703" y="connsiteY5703"/>
              </a:cxn>
              <a:cxn ang="0">
                <a:pos x="connsiteX5704" y="connsiteY5704"/>
              </a:cxn>
              <a:cxn ang="0">
                <a:pos x="connsiteX5705" y="connsiteY5705"/>
              </a:cxn>
              <a:cxn ang="0">
                <a:pos x="connsiteX5706" y="connsiteY5706"/>
              </a:cxn>
              <a:cxn ang="0">
                <a:pos x="connsiteX5707" y="connsiteY5707"/>
              </a:cxn>
              <a:cxn ang="0">
                <a:pos x="connsiteX5708" y="connsiteY5708"/>
              </a:cxn>
              <a:cxn ang="0">
                <a:pos x="connsiteX5709" y="connsiteY5709"/>
              </a:cxn>
              <a:cxn ang="0">
                <a:pos x="connsiteX5710" y="connsiteY5710"/>
              </a:cxn>
              <a:cxn ang="0">
                <a:pos x="connsiteX5711" y="connsiteY5711"/>
              </a:cxn>
              <a:cxn ang="0">
                <a:pos x="connsiteX5712" y="connsiteY5712"/>
              </a:cxn>
              <a:cxn ang="0">
                <a:pos x="connsiteX5713" y="connsiteY5713"/>
              </a:cxn>
              <a:cxn ang="0">
                <a:pos x="connsiteX5714" y="connsiteY5714"/>
              </a:cxn>
              <a:cxn ang="0">
                <a:pos x="connsiteX5715" y="connsiteY5715"/>
              </a:cxn>
              <a:cxn ang="0">
                <a:pos x="connsiteX5716" y="connsiteY5716"/>
              </a:cxn>
              <a:cxn ang="0">
                <a:pos x="connsiteX5717" y="connsiteY5717"/>
              </a:cxn>
              <a:cxn ang="0">
                <a:pos x="connsiteX5718" y="connsiteY5718"/>
              </a:cxn>
              <a:cxn ang="0">
                <a:pos x="connsiteX5719" y="connsiteY5719"/>
              </a:cxn>
              <a:cxn ang="0">
                <a:pos x="connsiteX5720" y="connsiteY5720"/>
              </a:cxn>
              <a:cxn ang="0">
                <a:pos x="connsiteX5721" y="connsiteY5721"/>
              </a:cxn>
              <a:cxn ang="0">
                <a:pos x="connsiteX5722" y="connsiteY5722"/>
              </a:cxn>
              <a:cxn ang="0">
                <a:pos x="connsiteX5723" y="connsiteY5723"/>
              </a:cxn>
              <a:cxn ang="0">
                <a:pos x="connsiteX5724" y="connsiteY5724"/>
              </a:cxn>
              <a:cxn ang="0">
                <a:pos x="connsiteX5725" y="connsiteY5725"/>
              </a:cxn>
              <a:cxn ang="0">
                <a:pos x="connsiteX5726" y="connsiteY5726"/>
              </a:cxn>
              <a:cxn ang="0">
                <a:pos x="connsiteX5727" y="connsiteY5727"/>
              </a:cxn>
              <a:cxn ang="0">
                <a:pos x="connsiteX5728" y="connsiteY5728"/>
              </a:cxn>
              <a:cxn ang="0">
                <a:pos x="connsiteX5729" y="connsiteY5729"/>
              </a:cxn>
              <a:cxn ang="0">
                <a:pos x="connsiteX5730" y="connsiteY5730"/>
              </a:cxn>
              <a:cxn ang="0">
                <a:pos x="connsiteX5731" y="connsiteY5731"/>
              </a:cxn>
              <a:cxn ang="0">
                <a:pos x="connsiteX5732" y="connsiteY5732"/>
              </a:cxn>
              <a:cxn ang="0">
                <a:pos x="connsiteX5733" y="connsiteY5733"/>
              </a:cxn>
              <a:cxn ang="0">
                <a:pos x="connsiteX5734" y="connsiteY5734"/>
              </a:cxn>
              <a:cxn ang="0">
                <a:pos x="connsiteX5735" y="connsiteY5735"/>
              </a:cxn>
              <a:cxn ang="0">
                <a:pos x="connsiteX5736" y="connsiteY5736"/>
              </a:cxn>
              <a:cxn ang="0">
                <a:pos x="connsiteX5737" y="connsiteY5737"/>
              </a:cxn>
              <a:cxn ang="0">
                <a:pos x="connsiteX5738" y="connsiteY5738"/>
              </a:cxn>
              <a:cxn ang="0">
                <a:pos x="connsiteX5739" y="connsiteY5739"/>
              </a:cxn>
              <a:cxn ang="0">
                <a:pos x="connsiteX5740" y="connsiteY5740"/>
              </a:cxn>
              <a:cxn ang="0">
                <a:pos x="connsiteX5741" y="connsiteY5741"/>
              </a:cxn>
              <a:cxn ang="0">
                <a:pos x="connsiteX5742" y="connsiteY5742"/>
              </a:cxn>
              <a:cxn ang="0">
                <a:pos x="connsiteX5743" y="connsiteY5743"/>
              </a:cxn>
              <a:cxn ang="0">
                <a:pos x="connsiteX5744" y="connsiteY5744"/>
              </a:cxn>
              <a:cxn ang="0">
                <a:pos x="connsiteX5745" y="connsiteY5745"/>
              </a:cxn>
              <a:cxn ang="0">
                <a:pos x="connsiteX5746" y="connsiteY5746"/>
              </a:cxn>
              <a:cxn ang="0">
                <a:pos x="connsiteX5747" y="connsiteY5747"/>
              </a:cxn>
              <a:cxn ang="0">
                <a:pos x="connsiteX5748" y="connsiteY5748"/>
              </a:cxn>
              <a:cxn ang="0">
                <a:pos x="connsiteX5749" y="connsiteY5749"/>
              </a:cxn>
              <a:cxn ang="0">
                <a:pos x="connsiteX5750" y="connsiteY5750"/>
              </a:cxn>
              <a:cxn ang="0">
                <a:pos x="connsiteX5751" y="connsiteY5751"/>
              </a:cxn>
              <a:cxn ang="0">
                <a:pos x="connsiteX5752" y="connsiteY5752"/>
              </a:cxn>
              <a:cxn ang="0">
                <a:pos x="connsiteX5753" y="connsiteY5753"/>
              </a:cxn>
              <a:cxn ang="0">
                <a:pos x="connsiteX5754" y="connsiteY5754"/>
              </a:cxn>
              <a:cxn ang="0">
                <a:pos x="connsiteX5755" y="connsiteY5755"/>
              </a:cxn>
              <a:cxn ang="0">
                <a:pos x="connsiteX5756" y="connsiteY5756"/>
              </a:cxn>
              <a:cxn ang="0">
                <a:pos x="connsiteX5757" y="connsiteY5757"/>
              </a:cxn>
              <a:cxn ang="0">
                <a:pos x="connsiteX5758" y="connsiteY5758"/>
              </a:cxn>
              <a:cxn ang="0">
                <a:pos x="connsiteX5759" y="connsiteY5759"/>
              </a:cxn>
              <a:cxn ang="0">
                <a:pos x="connsiteX5760" y="connsiteY5760"/>
              </a:cxn>
              <a:cxn ang="0">
                <a:pos x="connsiteX5761" y="connsiteY5761"/>
              </a:cxn>
              <a:cxn ang="0">
                <a:pos x="connsiteX5762" y="connsiteY5762"/>
              </a:cxn>
              <a:cxn ang="0">
                <a:pos x="connsiteX5763" y="connsiteY5763"/>
              </a:cxn>
              <a:cxn ang="0">
                <a:pos x="connsiteX5764" y="connsiteY5764"/>
              </a:cxn>
              <a:cxn ang="0">
                <a:pos x="connsiteX5765" y="connsiteY5765"/>
              </a:cxn>
              <a:cxn ang="0">
                <a:pos x="connsiteX5766" y="connsiteY5766"/>
              </a:cxn>
              <a:cxn ang="0">
                <a:pos x="connsiteX5767" y="connsiteY5767"/>
              </a:cxn>
              <a:cxn ang="0">
                <a:pos x="connsiteX5768" y="connsiteY5768"/>
              </a:cxn>
              <a:cxn ang="0">
                <a:pos x="connsiteX5769" y="connsiteY5769"/>
              </a:cxn>
              <a:cxn ang="0">
                <a:pos x="connsiteX5770" y="connsiteY5770"/>
              </a:cxn>
              <a:cxn ang="0">
                <a:pos x="connsiteX5771" y="connsiteY5771"/>
              </a:cxn>
              <a:cxn ang="0">
                <a:pos x="connsiteX5772" y="connsiteY5772"/>
              </a:cxn>
              <a:cxn ang="0">
                <a:pos x="connsiteX5773" y="connsiteY5773"/>
              </a:cxn>
              <a:cxn ang="0">
                <a:pos x="connsiteX5774" y="connsiteY5774"/>
              </a:cxn>
              <a:cxn ang="0">
                <a:pos x="connsiteX5775" y="connsiteY5775"/>
              </a:cxn>
              <a:cxn ang="0">
                <a:pos x="connsiteX5776" y="connsiteY5776"/>
              </a:cxn>
              <a:cxn ang="0">
                <a:pos x="connsiteX5777" y="connsiteY5777"/>
              </a:cxn>
              <a:cxn ang="0">
                <a:pos x="connsiteX5778" y="connsiteY5778"/>
              </a:cxn>
              <a:cxn ang="0">
                <a:pos x="connsiteX5779" y="connsiteY5779"/>
              </a:cxn>
              <a:cxn ang="0">
                <a:pos x="connsiteX5780" y="connsiteY5780"/>
              </a:cxn>
              <a:cxn ang="0">
                <a:pos x="connsiteX5781" y="connsiteY5781"/>
              </a:cxn>
              <a:cxn ang="0">
                <a:pos x="connsiteX5782" y="connsiteY5782"/>
              </a:cxn>
              <a:cxn ang="0">
                <a:pos x="connsiteX5783" y="connsiteY5783"/>
              </a:cxn>
              <a:cxn ang="0">
                <a:pos x="connsiteX5784" y="connsiteY5784"/>
              </a:cxn>
              <a:cxn ang="0">
                <a:pos x="connsiteX5785" y="connsiteY5785"/>
              </a:cxn>
              <a:cxn ang="0">
                <a:pos x="connsiteX5786" y="connsiteY5786"/>
              </a:cxn>
              <a:cxn ang="0">
                <a:pos x="connsiteX5787" y="connsiteY5787"/>
              </a:cxn>
              <a:cxn ang="0">
                <a:pos x="connsiteX5788" y="connsiteY5788"/>
              </a:cxn>
              <a:cxn ang="0">
                <a:pos x="connsiteX5789" y="connsiteY5789"/>
              </a:cxn>
              <a:cxn ang="0">
                <a:pos x="connsiteX5790" y="connsiteY5790"/>
              </a:cxn>
              <a:cxn ang="0">
                <a:pos x="connsiteX5791" y="connsiteY5791"/>
              </a:cxn>
              <a:cxn ang="0">
                <a:pos x="connsiteX5792" y="connsiteY5792"/>
              </a:cxn>
              <a:cxn ang="0">
                <a:pos x="connsiteX5793" y="connsiteY5793"/>
              </a:cxn>
              <a:cxn ang="0">
                <a:pos x="connsiteX5794" y="connsiteY5794"/>
              </a:cxn>
              <a:cxn ang="0">
                <a:pos x="connsiteX5795" y="connsiteY5795"/>
              </a:cxn>
              <a:cxn ang="0">
                <a:pos x="connsiteX5796" y="connsiteY5796"/>
              </a:cxn>
              <a:cxn ang="0">
                <a:pos x="connsiteX5797" y="connsiteY5797"/>
              </a:cxn>
              <a:cxn ang="0">
                <a:pos x="connsiteX5798" y="connsiteY5798"/>
              </a:cxn>
              <a:cxn ang="0">
                <a:pos x="connsiteX5799" y="connsiteY5799"/>
              </a:cxn>
              <a:cxn ang="0">
                <a:pos x="connsiteX5800" y="connsiteY5800"/>
              </a:cxn>
              <a:cxn ang="0">
                <a:pos x="connsiteX5801" y="connsiteY5801"/>
              </a:cxn>
              <a:cxn ang="0">
                <a:pos x="connsiteX5802" y="connsiteY5802"/>
              </a:cxn>
              <a:cxn ang="0">
                <a:pos x="connsiteX5803" y="connsiteY5803"/>
              </a:cxn>
              <a:cxn ang="0">
                <a:pos x="connsiteX5804" y="connsiteY5804"/>
              </a:cxn>
              <a:cxn ang="0">
                <a:pos x="connsiteX5805" y="connsiteY5805"/>
              </a:cxn>
              <a:cxn ang="0">
                <a:pos x="connsiteX5806" y="connsiteY5806"/>
              </a:cxn>
              <a:cxn ang="0">
                <a:pos x="connsiteX5807" y="connsiteY5807"/>
              </a:cxn>
              <a:cxn ang="0">
                <a:pos x="connsiteX5808" y="connsiteY5808"/>
              </a:cxn>
              <a:cxn ang="0">
                <a:pos x="connsiteX5809" y="connsiteY5809"/>
              </a:cxn>
              <a:cxn ang="0">
                <a:pos x="connsiteX5810" y="connsiteY5810"/>
              </a:cxn>
              <a:cxn ang="0">
                <a:pos x="connsiteX5811" y="connsiteY5811"/>
              </a:cxn>
              <a:cxn ang="0">
                <a:pos x="connsiteX5812" y="connsiteY5812"/>
              </a:cxn>
              <a:cxn ang="0">
                <a:pos x="connsiteX5813" y="connsiteY5813"/>
              </a:cxn>
              <a:cxn ang="0">
                <a:pos x="connsiteX5814" y="connsiteY5814"/>
              </a:cxn>
              <a:cxn ang="0">
                <a:pos x="connsiteX5815" y="connsiteY5815"/>
              </a:cxn>
              <a:cxn ang="0">
                <a:pos x="connsiteX5816" y="connsiteY5816"/>
              </a:cxn>
              <a:cxn ang="0">
                <a:pos x="connsiteX5817" y="connsiteY5817"/>
              </a:cxn>
              <a:cxn ang="0">
                <a:pos x="connsiteX5818" y="connsiteY5818"/>
              </a:cxn>
              <a:cxn ang="0">
                <a:pos x="connsiteX5819" y="connsiteY5819"/>
              </a:cxn>
              <a:cxn ang="0">
                <a:pos x="connsiteX5820" y="connsiteY5820"/>
              </a:cxn>
              <a:cxn ang="0">
                <a:pos x="connsiteX5821" y="connsiteY5821"/>
              </a:cxn>
              <a:cxn ang="0">
                <a:pos x="connsiteX5822" y="connsiteY5822"/>
              </a:cxn>
              <a:cxn ang="0">
                <a:pos x="connsiteX5823" y="connsiteY5823"/>
              </a:cxn>
              <a:cxn ang="0">
                <a:pos x="connsiteX5824" y="connsiteY5824"/>
              </a:cxn>
              <a:cxn ang="0">
                <a:pos x="connsiteX5825" y="connsiteY5825"/>
              </a:cxn>
              <a:cxn ang="0">
                <a:pos x="connsiteX5826" y="connsiteY5826"/>
              </a:cxn>
              <a:cxn ang="0">
                <a:pos x="connsiteX5827" y="connsiteY5827"/>
              </a:cxn>
              <a:cxn ang="0">
                <a:pos x="connsiteX5828" y="connsiteY5828"/>
              </a:cxn>
              <a:cxn ang="0">
                <a:pos x="connsiteX5829" y="connsiteY5829"/>
              </a:cxn>
              <a:cxn ang="0">
                <a:pos x="connsiteX5830" y="connsiteY5830"/>
              </a:cxn>
              <a:cxn ang="0">
                <a:pos x="connsiteX5831" y="connsiteY5831"/>
              </a:cxn>
              <a:cxn ang="0">
                <a:pos x="connsiteX5832" y="connsiteY5832"/>
              </a:cxn>
              <a:cxn ang="0">
                <a:pos x="connsiteX5833" y="connsiteY5833"/>
              </a:cxn>
              <a:cxn ang="0">
                <a:pos x="connsiteX5834" y="connsiteY5834"/>
              </a:cxn>
              <a:cxn ang="0">
                <a:pos x="connsiteX5835" y="connsiteY5835"/>
              </a:cxn>
              <a:cxn ang="0">
                <a:pos x="connsiteX5836" y="connsiteY5836"/>
              </a:cxn>
              <a:cxn ang="0">
                <a:pos x="connsiteX5837" y="connsiteY5837"/>
              </a:cxn>
              <a:cxn ang="0">
                <a:pos x="connsiteX5838" y="connsiteY5838"/>
              </a:cxn>
              <a:cxn ang="0">
                <a:pos x="connsiteX5839" y="connsiteY5839"/>
              </a:cxn>
              <a:cxn ang="0">
                <a:pos x="connsiteX5840" y="connsiteY5840"/>
              </a:cxn>
              <a:cxn ang="0">
                <a:pos x="connsiteX5841" y="connsiteY5841"/>
              </a:cxn>
              <a:cxn ang="0">
                <a:pos x="connsiteX5842" y="connsiteY5842"/>
              </a:cxn>
              <a:cxn ang="0">
                <a:pos x="connsiteX5843" y="connsiteY5843"/>
              </a:cxn>
              <a:cxn ang="0">
                <a:pos x="connsiteX5844" y="connsiteY5844"/>
              </a:cxn>
              <a:cxn ang="0">
                <a:pos x="connsiteX5845" y="connsiteY5845"/>
              </a:cxn>
              <a:cxn ang="0">
                <a:pos x="connsiteX5846" y="connsiteY5846"/>
              </a:cxn>
              <a:cxn ang="0">
                <a:pos x="connsiteX5847" y="connsiteY5847"/>
              </a:cxn>
              <a:cxn ang="0">
                <a:pos x="connsiteX5848" y="connsiteY5848"/>
              </a:cxn>
              <a:cxn ang="0">
                <a:pos x="connsiteX5849" y="connsiteY5849"/>
              </a:cxn>
              <a:cxn ang="0">
                <a:pos x="connsiteX5850" y="connsiteY5850"/>
              </a:cxn>
              <a:cxn ang="0">
                <a:pos x="connsiteX5851" y="connsiteY5851"/>
              </a:cxn>
              <a:cxn ang="0">
                <a:pos x="connsiteX5852" y="connsiteY5852"/>
              </a:cxn>
              <a:cxn ang="0">
                <a:pos x="connsiteX5853" y="connsiteY5853"/>
              </a:cxn>
              <a:cxn ang="0">
                <a:pos x="connsiteX5854" y="connsiteY5854"/>
              </a:cxn>
              <a:cxn ang="0">
                <a:pos x="connsiteX5855" y="connsiteY5855"/>
              </a:cxn>
              <a:cxn ang="0">
                <a:pos x="connsiteX5856" y="connsiteY5856"/>
              </a:cxn>
              <a:cxn ang="0">
                <a:pos x="connsiteX5857" y="connsiteY5857"/>
              </a:cxn>
              <a:cxn ang="0">
                <a:pos x="connsiteX5858" y="connsiteY5858"/>
              </a:cxn>
              <a:cxn ang="0">
                <a:pos x="connsiteX5859" y="connsiteY5859"/>
              </a:cxn>
              <a:cxn ang="0">
                <a:pos x="connsiteX5860" y="connsiteY5860"/>
              </a:cxn>
              <a:cxn ang="0">
                <a:pos x="connsiteX5861" y="connsiteY5861"/>
              </a:cxn>
              <a:cxn ang="0">
                <a:pos x="connsiteX5862" y="connsiteY5862"/>
              </a:cxn>
              <a:cxn ang="0">
                <a:pos x="connsiteX5863" y="connsiteY5863"/>
              </a:cxn>
              <a:cxn ang="0">
                <a:pos x="connsiteX5864" y="connsiteY5864"/>
              </a:cxn>
              <a:cxn ang="0">
                <a:pos x="connsiteX5865" y="connsiteY5865"/>
              </a:cxn>
              <a:cxn ang="0">
                <a:pos x="connsiteX5866" y="connsiteY5866"/>
              </a:cxn>
              <a:cxn ang="0">
                <a:pos x="connsiteX5867" y="connsiteY5867"/>
              </a:cxn>
              <a:cxn ang="0">
                <a:pos x="connsiteX5868" y="connsiteY5868"/>
              </a:cxn>
              <a:cxn ang="0">
                <a:pos x="connsiteX5869" y="connsiteY5869"/>
              </a:cxn>
              <a:cxn ang="0">
                <a:pos x="connsiteX5870" y="connsiteY5870"/>
              </a:cxn>
              <a:cxn ang="0">
                <a:pos x="connsiteX5871" y="connsiteY5871"/>
              </a:cxn>
              <a:cxn ang="0">
                <a:pos x="connsiteX5872" y="connsiteY5872"/>
              </a:cxn>
              <a:cxn ang="0">
                <a:pos x="connsiteX5873" y="connsiteY5873"/>
              </a:cxn>
              <a:cxn ang="0">
                <a:pos x="connsiteX5874" y="connsiteY5874"/>
              </a:cxn>
              <a:cxn ang="0">
                <a:pos x="connsiteX5875" y="connsiteY5875"/>
              </a:cxn>
              <a:cxn ang="0">
                <a:pos x="connsiteX5876" y="connsiteY5876"/>
              </a:cxn>
              <a:cxn ang="0">
                <a:pos x="connsiteX5877" y="connsiteY5877"/>
              </a:cxn>
              <a:cxn ang="0">
                <a:pos x="connsiteX5878" y="connsiteY5878"/>
              </a:cxn>
              <a:cxn ang="0">
                <a:pos x="connsiteX5879" y="connsiteY5879"/>
              </a:cxn>
              <a:cxn ang="0">
                <a:pos x="connsiteX5880" y="connsiteY5880"/>
              </a:cxn>
              <a:cxn ang="0">
                <a:pos x="connsiteX5881" y="connsiteY5881"/>
              </a:cxn>
              <a:cxn ang="0">
                <a:pos x="connsiteX5882" y="connsiteY5882"/>
              </a:cxn>
              <a:cxn ang="0">
                <a:pos x="connsiteX5883" y="connsiteY5883"/>
              </a:cxn>
              <a:cxn ang="0">
                <a:pos x="connsiteX5884" y="connsiteY5884"/>
              </a:cxn>
              <a:cxn ang="0">
                <a:pos x="connsiteX5885" y="connsiteY5885"/>
              </a:cxn>
              <a:cxn ang="0">
                <a:pos x="connsiteX5886" y="connsiteY5886"/>
              </a:cxn>
              <a:cxn ang="0">
                <a:pos x="connsiteX5887" y="connsiteY5887"/>
              </a:cxn>
              <a:cxn ang="0">
                <a:pos x="connsiteX5888" y="connsiteY5888"/>
              </a:cxn>
              <a:cxn ang="0">
                <a:pos x="connsiteX5889" y="connsiteY5889"/>
              </a:cxn>
              <a:cxn ang="0">
                <a:pos x="connsiteX5890" y="connsiteY5890"/>
              </a:cxn>
              <a:cxn ang="0">
                <a:pos x="connsiteX5891" y="connsiteY5891"/>
              </a:cxn>
              <a:cxn ang="0">
                <a:pos x="connsiteX5892" y="connsiteY5892"/>
              </a:cxn>
              <a:cxn ang="0">
                <a:pos x="connsiteX5893" y="connsiteY5893"/>
              </a:cxn>
              <a:cxn ang="0">
                <a:pos x="connsiteX5894" y="connsiteY5894"/>
              </a:cxn>
              <a:cxn ang="0">
                <a:pos x="connsiteX5895" y="connsiteY5895"/>
              </a:cxn>
              <a:cxn ang="0">
                <a:pos x="connsiteX5896" y="connsiteY5896"/>
              </a:cxn>
              <a:cxn ang="0">
                <a:pos x="connsiteX5897" y="connsiteY5897"/>
              </a:cxn>
              <a:cxn ang="0">
                <a:pos x="connsiteX5898" y="connsiteY5898"/>
              </a:cxn>
              <a:cxn ang="0">
                <a:pos x="connsiteX5899" y="connsiteY5899"/>
              </a:cxn>
              <a:cxn ang="0">
                <a:pos x="connsiteX5900" y="connsiteY5900"/>
              </a:cxn>
              <a:cxn ang="0">
                <a:pos x="connsiteX5901" y="connsiteY5901"/>
              </a:cxn>
              <a:cxn ang="0">
                <a:pos x="connsiteX5902" y="connsiteY5902"/>
              </a:cxn>
              <a:cxn ang="0">
                <a:pos x="connsiteX5903" y="connsiteY5903"/>
              </a:cxn>
              <a:cxn ang="0">
                <a:pos x="connsiteX5904" y="connsiteY5904"/>
              </a:cxn>
              <a:cxn ang="0">
                <a:pos x="connsiteX5905" y="connsiteY5905"/>
              </a:cxn>
              <a:cxn ang="0">
                <a:pos x="connsiteX5906" y="connsiteY5906"/>
              </a:cxn>
              <a:cxn ang="0">
                <a:pos x="connsiteX5907" y="connsiteY5907"/>
              </a:cxn>
              <a:cxn ang="0">
                <a:pos x="connsiteX5908" y="connsiteY5908"/>
              </a:cxn>
              <a:cxn ang="0">
                <a:pos x="connsiteX5909" y="connsiteY5909"/>
              </a:cxn>
              <a:cxn ang="0">
                <a:pos x="connsiteX5910" y="connsiteY5910"/>
              </a:cxn>
              <a:cxn ang="0">
                <a:pos x="connsiteX5911" y="connsiteY5911"/>
              </a:cxn>
              <a:cxn ang="0">
                <a:pos x="connsiteX5912" y="connsiteY5912"/>
              </a:cxn>
              <a:cxn ang="0">
                <a:pos x="connsiteX5913" y="connsiteY5913"/>
              </a:cxn>
              <a:cxn ang="0">
                <a:pos x="connsiteX5914" y="connsiteY5914"/>
              </a:cxn>
              <a:cxn ang="0">
                <a:pos x="connsiteX5915" y="connsiteY5915"/>
              </a:cxn>
              <a:cxn ang="0">
                <a:pos x="connsiteX5916" y="connsiteY5916"/>
              </a:cxn>
              <a:cxn ang="0">
                <a:pos x="connsiteX5917" y="connsiteY5917"/>
              </a:cxn>
              <a:cxn ang="0">
                <a:pos x="connsiteX5918" y="connsiteY5918"/>
              </a:cxn>
              <a:cxn ang="0">
                <a:pos x="connsiteX5919" y="connsiteY5919"/>
              </a:cxn>
              <a:cxn ang="0">
                <a:pos x="connsiteX5920" y="connsiteY5920"/>
              </a:cxn>
              <a:cxn ang="0">
                <a:pos x="connsiteX5921" y="connsiteY5921"/>
              </a:cxn>
              <a:cxn ang="0">
                <a:pos x="connsiteX5922" y="connsiteY5922"/>
              </a:cxn>
              <a:cxn ang="0">
                <a:pos x="connsiteX5923" y="connsiteY5923"/>
              </a:cxn>
              <a:cxn ang="0">
                <a:pos x="connsiteX5924" y="connsiteY5924"/>
              </a:cxn>
              <a:cxn ang="0">
                <a:pos x="connsiteX5925" y="connsiteY5925"/>
              </a:cxn>
              <a:cxn ang="0">
                <a:pos x="connsiteX5926" y="connsiteY5926"/>
              </a:cxn>
              <a:cxn ang="0">
                <a:pos x="connsiteX5927" y="connsiteY5927"/>
              </a:cxn>
              <a:cxn ang="0">
                <a:pos x="connsiteX5928" y="connsiteY5928"/>
              </a:cxn>
              <a:cxn ang="0">
                <a:pos x="connsiteX5929" y="connsiteY5929"/>
              </a:cxn>
              <a:cxn ang="0">
                <a:pos x="connsiteX5930" y="connsiteY5930"/>
              </a:cxn>
              <a:cxn ang="0">
                <a:pos x="connsiteX5931" y="connsiteY5931"/>
              </a:cxn>
              <a:cxn ang="0">
                <a:pos x="connsiteX5932" y="connsiteY5932"/>
              </a:cxn>
              <a:cxn ang="0">
                <a:pos x="connsiteX5933" y="connsiteY5933"/>
              </a:cxn>
              <a:cxn ang="0">
                <a:pos x="connsiteX5934" y="connsiteY5934"/>
              </a:cxn>
              <a:cxn ang="0">
                <a:pos x="connsiteX5935" y="connsiteY5935"/>
              </a:cxn>
              <a:cxn ang="0">
                <a:pos x="connsiteX5936" y="connsiteY5936"/>
              </a:cxn>
              <a:cxn ang="0">
                <a:pos x="connsiteX5937" y="connsiteY5937"/>
              </a:cxn>
              <a:cxn ang="0">
                <a:pos x="connsiteX5938" y="connsiteY5938"/>
              </a:cxn>
              <a:cxn ang="0">
                <a:pos x="connsiteX5939" y="connsiteY5939"/>
              </a:cxn>
              <a:cxn ang="0">
                <a:pos x="connsiteX5940" y="connsiteY5940"/>
              </a:cxn>
              <a:cxn ang="0">
                <a:pos x="connsiteX5941" y="connsiteY5941"/>
              </a:cxn>
              <a:cxn ang="0">
                <a:pos x="connsiteX5942" y="connsiteY5942"/>
              </a:cxn>
              <a:cxn ang="0">
                <a:pos x="connsiteX5943" y="connsiteY5943"/>
              </a:cxn>
              <a:cxn ang="0">
                <a:pos x="connsiteX5944" y="connsiteY5944"/>
              </a:cxn>
              <a:cxn ang="0">
                <a:pos x="connsiteX5945" y="connsiteY5945"/>
              </a:cxn>
              <a:cxn ang="0">
                <a:pos x="connsiteX5946" y="connsiteY5946"/>
              </a:cxn>
              <a:cxn ang="0">
                <a:pos x="connsiteX5947" y="connsiteY5947"/>
              </a:cxn>
              <a:cxn ang="0">
                <a:pos x="connsiteX5948" y="connsiteY5948"/>
              </a:cxn>
              <a:cxn ang="0">
                <a:pos x="connsiteX5949" y="connsiteY5949"/>
              </a:cxn>
              <a:cxn ang="0">
                <a:pos x="connsiteX5950" y="connsiteY5950"/>
              </a:cxn>
              <a:cxn ang="0">
                <a:pos x="connsiteX5951" y="connsiteY5951"/>
              </a:cxn>
              <a:cxn ang="0">
                <a:pos x="connsiteX5952" y="connsiteY5952"/>
              </a:cxn>
              <a:cxn ang="0">
                <a:pos x="connsiteX5953" y="connsiteY5953"/>
              </a:cxn>
              <a:cxn ang="0">
                <a:pos x="connsiteX5954" y="connsiteY5954"/>
              </a:cxn>
              <a:cxn ang="0">
                <a:pos x="connsiteX5955" y="connsiteY5955"/>
              </a:cxn>
              <a:cxn ang="0">
                <a:pos x="connsiteX5956" y="connsiteY5956"/>
              </a:cxn>
              <a:cxn ang="0">
                <a:pos x="connsiteX5957" y="connsiteY5957"/>
              </a:cxn>
              <a:cxn ang="0">
                <a:pos x="connsiteX5958" y="connsiteY5958"/>
              </a:cxn>
              <a:cxn ang="0">
                <a:pos x="connsiteX5959" y="connsiteY5959"/>
              </a:cxn>
              <a:cxn ang="0">
                <a:pos x="connsiteX5960" y="connsiteY5960"/>
              </a:cxn>
              <a:cxn ang="0">
                <a:pos x="connsiteX5961" y="connsiteY5961"/>
              </a:cxn>
              <a:cxn ang="0">
                <a:pos x="connsiteX5962" y="connsiteY5962"/>
              </a:cxn>
              <a:cxn ang="0">
                <a:pos x="connsiteX5963" y="connsiteY5963"/>
              </a:cxn>
              <a:cxn ang="0">
                <a:pos x="connsiteX5964" y="connsiteY5964"/>
              </a:cxn>
              <a:cxn ang="0">
                <a:pos x="connsiteX5965" y="connsiteY5965"/>
              </a:cxn>
              <a:cxn ang="0">
                <a:pos x="connsiteX5966" y="connsiteY5966"/>
              </a:cxn>
              <a:cxn ang="0">
                <a:pos x="connsiteX5967" y="connsiteY5967"/>
              </a:cxn>
              <a:cxn ang="0">
                <a:pos x="connsiteX5968" y="connsiteY5968"/>
              </a:cxn>
              <a:cxn ang="0">
                <a:pos x="connsiteX5969" y="connsiteY5969"/>
              </a:cxn>
              <a:cxn ang="0">
                <a:pos x="connsiteX5970" y="connsiteY5970"/>
              </a:cxn>
              <a:cxn ang="0">
                <a:pos x="connsiteX5971" y="connsiteY5971"/>
              </a:cxn>
              <a:cxn ang="0">
                <a:pos x="connsiteX5972" y="connsiteY5972"/>
              </a:cxn>
              <a:cxn ang="0">
                <a:pos x="connsiteX5973" y="connsiteY5973"/>
              </a:cxn>
              <a:cxn ang="0">
                <a:pos x="connsiteX5974" y="connsiteY5974"/>
              </a:cxn>
              <a:cxn ang="0">
                <a:pos x="connsiteX5975" y="connsiteY5975"/>
              </a:cxn>
              <a:cxn ang="0">
                <a:pos x="connsiteX5976" y="connsiteY5976"/>
              </a:cxn>
              <a:cxn ang="0">
                <a:pos x="connsiteX5977" y="connsiteY5977"/>
              </a:cxn>
              <a:cxn ang="0">
                <a:pos x="connsiteX5978" y="connsiteY5978"/>
              </a:cxn>
              <a:cxn ang="0">
                <a:pos x="connsiteX5979" y="connsiteY5979"/>
              </a:cxn>
              <a:cxn ang="0">
                <a:pos x="connsiteX5980" y="connsiteY5980"/>
              </a:cxn>
              <a:cxn ang="0">
                <a:pos x="connsiteX5981" y="connsiteY5981"/>
              </a:cxn>
              <a:cxn ang="0">
                <a:pos x="connsiteX5982" y="connsiteY5982"/>
              </a:cxn>
              <a:cxn ang="0">
                <a:pos x="connsiteX5983" y="connsiteY5983"/>
              </a:cxn>
              <a:cxn ang="0">
                <a:pos x="connsiteX5984" y="connsiteY5984"/>
              </a:cxn>
              <a:cxn ang="0">
                <a:pos x="connsiteX5985" y="connsiteY5985"/>
              </a:cxn>
              <a:cxn ang="0">
                <a:pos x="connsiteX5986" y="connsiteY5986"/>
              </a:cxn>
              <a:cxn ang="0">
                <a:pos x="connsiteX5987" y="connsiteY5987"/>
              </a:cxn>
              <a:cxn ang="0">
                <a:pos x="connsiteX5988" y="connsiteY5988"/>
              </a:cxn>
              <a:cxn ang="0">
                <a:pos x="connsiteX5989" y="connsiteY5989"/>
              </a:cxn>
              <a:cxn ang="0">
                <a:pos x="connsiteX5990" y="connsiteY5990"/>
              </a:cxn>
              <a:cxn ang="0">
                <a:pos x="connsiteX5991" y="connsiteY5991"/>
              </a:cxn>
              <a:cxn ang="0">
                <a:pos x="connsiteX5992" y="connsiteY5992"/>
              </a:cxn>
              <a:cxn ang="0">
                <a:pos x="connsiteX5993" y="connsiteY5993"/>
              </a:cxn>
              <a:cxn ang="0">
                <a:pos x="connsiteX5994" y="connsiteY5994"/>
              </a:cxn>
              <a:cxn ang="0">
                <a:pos x="connsiteX5995" y="connsiteY5995"/>
              </a:cxn>
              <a:cxn ang="0">
                <a:pos x="connsiteX5996" y="connsiteY5996"/>
              </a:cxn>
              <a:cxn ang="0">
                <a:pos x="connsiteX5997" y="connsiteY5997"/>
              </a:cxn>
              <a:cxn ang="0">
                <a:pos x="connsiteX5998" y="connsiteY5998"/>
              </a:cxn>
              <a:cxn ang="0">
                <a:pos x="connsiteX5999" y="connsiteY5999"/>
              </a:cxn>
              <a:cxn ang="0">
                <a:pos x="connsiteX6000" y="connsiteY6000"/>
              </a:cxn>
              <a:cxn ang="0">
                <a:pos x="connsiteX6001" y="connsiteY6001"/>
              </a:cxn>
              <a:cxn ang="0">
                <a:pos x="connsiteX6002" y="connsiteY6002"/>
              </a:cxn>
              <a:cxn ang="0">
                <a:pos x="connsiteX6003" y="connsiteY6003"/>
              </a:cxn>
              <a:cxn ang="0">
                <a:pos x="connsiteX6004" y="connsiteY6004"/>
              </a:cxn>
              <a:cxn ang="0">
                <a:pos x="connsiteX6005" y="connsiteY6005"/>
              </a:cxn>
              <a:cxn ang="0">
                <a:pos x="connsiteX6006" y="connsiteY6006"/>
              </a:cxn>
              <a:cxn ang="0">
                <a:pos x="connsiteX6007" y="connsiteY6007"/>
              </a:cxn>
              <a:cxn ang="0">
                <a:pos x="connsiteX6008" y="connsiteY6008"/>
              </a:cxn>
              <a:cxn ang="0">
                <a:pos x="connsiteX6009" y="connsiteY6009"/>
              </a:cxn>
              <a:cxn ang="0">
                <a:pos x="connsiteX6010" y="connsiteY6010"/>
              </a:cxn>
              <a:cxn ang="0">
                <a:pos x="connsiteX6011" y="connsiteY6011"/>
              </a:cxn>
              <a:cxn ang="0">
                <a:pos x="connsiteX6012" y="connsiteY6012"/>
              </a:cxn>
              <a:cxn ang="0">
                <a:pos x="connsiteX6013" y="connsiteY6013"/>
              </a:cxn>
              <a:cxn ang="0">
                <a:pos x="connsiteX6014" y="connsiteY6014"/>
              </a:cxn>
              <a:cxn ang="0">
                <a:pos x="connsiteX6015" y="connsiteY6015"/>
              </a:cxn>
              <a:cxn ang="0">
                <a:pos x="connsiteX6016" y="connsiteY6016"/>
              </a:cxn>
              <a:cxn ang="0">
                <a:pos x="connsiteX6017" y="connsiteY6017"/>
              </a:cxn>
              <a:cxn ang="0">
                <a:pos x="connsiteX6018" y="connsiteY6018"/>
              </a:cxn>
              <a:cxn ang="0">
                <a:pos x="connsiteX6019" y="connsiteY6019"/>
              </a:cxn>
              <a:cxn ang="0">
                <a:pos x="connsiteX6020" y="connsiteY6020"/>
              </a:cxn>
              <a:cxn ang="0">
                <a:pos x="connsiteX6021" y="connsiteY6021"/>
              </a:cxn>
              <a:cxn ang="0">
                <a:pos x="connsiteX6022" y="connsiteY6022"/>
              </a:cxn>
              <a:cxn ang="0">
                <a:pos x="connsiteX6023" y="connsiteY6023"/>
              </a:cxn>
              <a:cxn ang="0">
                <a:pos x="connsiteX6024" y="connsiteY6024"/>
              </a:cxn>
              <a:cxn ang="0">
                <a:pos x="connsiteX6025" y="connsiteY6025"/>
              </a:cxn>
              <a:cxn ang="0">
                <a:pos x="connsiteX6026" y="connsiteY6026"/>
              </a:cxn>
              <a:cxn ang="0">
                <a:pos x="connsiteX6027" y="connsiteY6027"/>
              </a:cxn>
              <a:cxn ang="0">
                <a:pos x="connsiteX6028" y="connsiteY6028"/>
              </a:cxn>
              <a:cxn ang="0">
                <a:pos x="connsiteX6029" y="connsiteY6029"/>
              </a:cxn>
              <a:cxn ang="0">
                <a:pos x="connsiteX6030" y="connsiteY6030"/>
              </a:cxn>
              <a:cxn ang="0">
                <a:pos x="connsiteX6031" y="connsiteY6031"/>
              </a:cxn>
              <a:cxn ang="0">
                <a:pos x="connsiteX6032" y="connsiteY6032"/>
              </a:cxn>
              <a:cxn ang="0">
                <a:pos x="connsiteX6033" y="connsiteY6033"/>
              </a:cxn>
              <a:cxn ang="0">
                <a:pos x="connsiteX6034" y="connsiteY6034"/>
              </a:cxn>
              <a:cxn ang="0">
                <a:pos x="connsiteX6035" y="connsiteY6035"/>
              </a:cxn>
              <a:cxn ang="0">
                <a:pos x="connsiteX6036" y="connsiteY6036"/>
              </a:cxn>
              <a:cxn ang="0">
                <a:pos x="connsiteX6037" y="connsiteY6037"/>
              </a:cxn>
              <a:cxn ang="0">
                <a:pos x="connsiteX6038" y="connsiteY6038"/>
              </a:cxn>
              <a:cxn ang="0">
                <a:pos x="connsiteX6039" y="connsiteY6039"/>
              </a:cxn>
              <a:cxn ang="0">
                <a:pos x="connsiteX6040" y="connsiteY6040"/>
              </a:cxn>
              <a:cxn ang="0">
                <a:pos x="connsiteX6041" y="connsiteY6041"/>
              </a:cxn>
              <a:cxn ang="0">
                <a:pos x="connsiteX6042" y="connsiteY6042"/>
              </a:cxn>
              <a:cxn ang="0">
                <a:pos x="connsiteX6043" y="connsiteY6043"/>
              </a:cxn>
              <a:cxn ang="0">
                <a:pos x="connsiteX6044" y="connsiteY6044"/>
              </a:cxn>
              <a:cxn ang="0">
                <a:pos x="connsiteX6045" y="connsiteY6045"/>
              </a:cxn>
              <a:cxn ang="0">
                <a:pos x="connsiteX6046" y="connsiteY6046"/>
              </a:cxn>
              <a:cxn ang="0">
                <a:pos x="connsiteX6047" y="connsiteY6047"/>
              </a:cxn>
              <a:cxn ang="0">
                <a:pos x="connsiteX6048" y="connsiteY6048"/>
              </a:cxn>
              <a:cxn ang="0">
                <a:pos x="connsiteX6049" y="connsiteY6049"/>
              </a:cxn>
              <a:cxn ang="0">
                <a:pos x="connsiteX6050" y="connsiteY6050"/>
              </a:cxn>
              <a:cxn ang="0">
                <a:pos x="connsiteX6051" y="connsiteY6051"/>
              </a:cxn>
              <a:cxn ang="0">
                <a:pos x="connsiteX6052" y="connsiteY6052"/>
              </a:cxn>
              <a:cxn ang="0">
                <a:pos x="connsiteX6053" y="connsiteY6053"/>
              </a:cxn>
              <a:cxn ang="0">
                <a:pos x="connsiteX6054" y="connsiteY6054"/>
              </a:cxn>
              <a:cxn ang="0">
                <a:pos x="connsiteX6055" y="connsiteY6055"/>
              </a:cxn>
              <a:cxn ang="0">
                <a:pos x="connsiteX6056" y="connsiteY6056"/>
              </a:cxn>
              <a:cxn ang="0">
                <a:pos x="connsiteX6057" y="connsiteY6057"/>
              </a:cxn>
              <a:cxn ang="0">
                <a:pos x="connsiteX6058" y="connsiteY6058"/>
              </a:cxn>
              <a:cxn ang="0">
                <a:pos x="connsiteX6059" y="connsiteY6059"/>
              </a:cxn>
              <a:cxn ang="0">
                <a:pos x="connsiteX6060" y="connsiteY6060"/>
              </a:cxn>
              <a:cxn ang="0">
                <a:pos x="connsiteX6061" y="connsiteY6061"/>
              </a:cxn>
              <a:cxn ang="0">
                <a:pos x="connsiteX6062" y="connsiteY6062"/>
              </a:cxn>
              <a:cxn ang="0">
                <a:pos x="connsiteX6063" y="connsiteY6063"/>
              </a:cxn>
              <a:cxn ang="0">
                <a:pos x="connsiteX6064" y="connsiteY6064"/>
              </a:cxn>
              <a:cxn ang="0">
                <a:pos x="connsiteX6065" y="connsiteY6065"/>
              </a:cxn>
              <a:cxn ang="0">
                <a:pos x="connsiteX6066" y="connsiteY6066"/>
              </a:cxn>
              <a:cxn ang="0">
                <a:pos x="connsiteX6067" y="connsiteY6067"/>
              </a:cxn>
              <a:cxn ang="0">
                <a:pos x="connsiteX6068" y="connsiteY6068"/>
              </a:cxn>
              <a:cxn ang="0">
                <a:pos x="connsiteX6069" y="connsiteY6069"/>
              </a:cxn>
              <a:cxn ang="0">
                <a:pos x="connsiteX6070" y="connsiteY6070"/>
              </a:cxn>
              <a:cxn ang="0">
                <a:pos x="connsiteX6071" y="connsiteY6071"/>
              </a:cxn>
              <a:cxn ang="0">
                <a:pos x="connsiteX6072" y="connsiteY6072"/>
              </a:cxn>
              <a:cxn ang="0">
                <a:pos x="connsiteX6073" y="connsiteY6073"/>
              </a:cxn>
              <a:cxn ang="0">
                <a:pos x="connsiteX6074" y="connsiteY6074"/>
              </a:cxn>
              <a:cxn ang="0">
                <a:pos x="connsiteX6075" y="connsiteY6075"/>
              </a:cxn>
              <a:cxn ang="0">
                <a:pos x="connsiteX6076" y="connsiteY6076"/>
              </a:cxn>
              <a:cxn ang="0">
                <a:pos x="connsiteX6077" y="connsiteY6077"/>
              </a:cxn>
              <a:cxn ang="0">
                <a:pos x="connsiteX6078" y="connsiteY6078"/>
              </a:cxn>
              <a:cxn ang="0">
                <a:pos x="connsiteX6079" y="connsiteY6079"/>
              </a:cxn>
              <a:cxn ang="0">
                <a:pos x="connsiteX6080" y="connsiteY6080"/>
              </a:cxn>
              <a:cxn ang="0">
                <a:pos x="connsiteX6081" y="connsiteY6081"/>
              </a:cxn>
              <a:cxn ang="0">
                <a:pos x="connsiteX6082" y="connsiteY6082"/>
              </a:cxn>
              <a:cxn ang="0">
                <a:pos x="connsiteX6083" y="connsiteY6083"/>
              </a:cxn>
              <a:cxn ang="0">
                <a:pos x="connsiteX6084" y="connsiteY6084"/>
              </a:cxn>
              <a:cxn ang="0">
                <a:pos x="connsiteX6085" y="connsiteY6085"/>
              </a:cxn>
              <a:cxn ang="0">
                <a:pos x="connsiteX6086" y="connsiteY6086"/>
              </a:cxn>
              <a:cxn ang="0">
                <a:pos x="connsiteX6087" y="connsiteY6087"/>
              </a:cxn>
              <a:cxn ang="0">
                <a:pos x="connsiteX6088" y="connsiteY6088"/>
              </a:cxn>
              <a:cxn ang="0">
                <a:pos x="connsiteX6089" y="connsiteY6089"/>
              </a:cxn>
              <a:cxn ang="0">
                <a:pos x="connsiteX6090" y="connsiteY6090"/>
              </a:cxn>
              <a:cxn ang="0">
                <a:pos x="connsiteX6091" y="connsiteY6091"/>
              </a:cxn>
              <a:cxn ang="0">
                <a:pos x="connsiteX6092" y="connsiteY6092"/>
              </a:cxn>
              <a:cxn ang="0">
                <a:pos x="connsiteX6093" y="connsiteY6093"/>
              </a:cxn>
              <a:cxn ang="0">
                <a:pos x="connsiteX6094" y="connsiteY6094"/>
              </a:cxn>
              <a:cxn ang="0">
                <a:pos x="connsiteX6095" y="connsiteY6095"/>
              </a:cxn>
              <a:cxn ang="0">
                <a:pos x="connsiteX6096" y="connsiteY6096"/>
              </a:cxn>
              <a:cxn ang="0">
                <a:pos x="connsiteX6097" y="connsiteY6097"/>
              </a:cxn>
              <a:cxn ang="0">
                <a:pos x="connsiteX6098" y="connsiteY6098"/>
              </a:cxn>
              <a:cxn ang="0">
                <a:pos x="connsiteX6099" y="connsiteY6099"/>
              </a:cxn>
              <a:cxn ang="0">
                <a:pos x="connsiteX6100" y="connsiteY6100"/>
              </a:cxn>
              <a:cxn ang="0">
                <a:pos x="connsiteX6101" y="connsiteY6101"/>
              </a:cxn>
              <a:cxn ang="0">
                <a:pos x="connsiteX6102" y="connsiteY6102"/>
              </a:cxn>
              <a:cxn ang="0">
                <a:pos x="connsiteX6103" y="connsiteY6103"/>
              </a:cxn>
              <a:cxn ang="0">
                <a:pos x="connsiteX6104" y="connsiteY6104"/>
              </a:cxn>
              <a:cxn ang="0">
                <a:pos x="connsiteX6105" y="connsiteY6105"/>
              </a:cxn>
              <a:cxn ang="0">
                <a:pos x="connsiteX6106" y="connsiteY6106"/>
              </a:cxn>
              <a:cxn ang="0">
                <a:pos x="connsiteX6107" y="connsiteY6107"/>
              </a:cxn>
              <a:cxn ang="0">
                <a:pos x="connsiteX6108" y="connsiteY6108"/>
              </a:cxn>
              <a:cxn ang="0">
                <a:pos x="connsiteX6109" y="connsiteY6109"/>
              </a:cxn>
              <a:cxn ang="0">
                <a:pos x="connsiteX6110" y="connsiteY6110"/>
              </a:cxn>
              <a:cxn ang="0">
                <a:pos x="connsiteX6111" y="connsiteY6111"/>
              </a:cxn>
              <a:cxn ang="0">
                <a:pos x="connsiteX6112" y="connsiteY6112"/>
              </a:cxn>
              <a:cxn ang="0">
                <a:pos x="connsiteX6113" y="connsiteY6113"/>
              </a:cxn>
              <a:cxn ang="0">
                <a:pos x="connsiteX6114" y="connsiteY6114"/>
              </a:cxn>
              <a:cxn ang="0">
                <a:pos x="connsiteX6115" y="connsiteY6115"/>
              </a:cxn>
              <a:cxn ang="0">
                <a:pos x="connsiteX6116" y="connsiteY6116"/>
              </a:cxn>
              <a:cxn ang="0">
                <a:pos x="connsiteX6117" y="connsiteY6117"/>
              </a:cxn>
              <a:cxn ang="0">
                <a:pos x="connsiteX6118" y="connsiteY6118"/>
              </a:cxn>
              <a:cxn ang="0">
                <a:pos x="connsiteX6119" y="connsiteY6119"/>
              </a:cxn>
              <a:cxn ang="0">
                <a:pos x="connsiteX6120" y="connsiteY6120"/>
              </a:cxn>
              <a:cxn ang="0">
                <a:pos x="connsiteX6121" y="connsiteY6121"/>
              </a:cxn>
              <a:cxn ang="0">
                <a:pos x="connsiteX6122" y="connsiteY6122"/>
              </a:cxn>
              <a:cxn ang="0">
                <a:pos x="connsiteX6123" y="connsiteY6123"/>
              </a:cxn>
              <a:cxn ang="0">
                <a:pos x="connsiteX6124" y="connsiteY6124"/>
              </a:cxn>
              <a:cxn ang="0">
                <a:pos x="connsiteX6125" y="connsiteY6125"/>
              </a:cxn>
              <a:cxn ang="0">
                <a:pos x="connsiteX6126" y="connsiteY6126"/>
              </a:cxn>
              <a:cxn ang="0">
                <a:pos x="connsiteX6127" y="connsiteY6127"/>
              </a:cxn>
              <a:cxn ang="0">
                <a:pos x="connsiteX6128" y="connsiteY6128"/>
              </a:cxn>
              <a:cxn ang="0">
                <a:pos x="connsiteX6129" y="connsiteY6129"/>
              </a:cxn>
              <a:cxn ang="0">
                <a:pos x="connsiteX6130" y="connsiteY6130"/>
              </a:cxn>
              <a:cxn ang="0">
                <a:pos x="connsiteX6131" y="connsiteY6131"/>
              </a:cxn>
              <a:cxn ang="0">
                <a:pos x="connsiteX6132" y="connsiteY6132"/>
              </a:cxn>
              <a:cxn ang="0">
                <a:pos x="connsiteX6133" y="connsiteY6133"/>
              </a:cxn>
              <a:cxn ang="0">
                <a:pos x="connsiteX6134" y="connsiteY6134"/>
              </a:cxn>
              <a:cxn ang="0">
                <a:pos x="connsiteX6135" y="connsiteY6135"/>
              </a:cxn>
              <a:cxn ang="0">
                <a:pos x="connsiteX6136" y="connsiteY6136"/>
              </a:cxn>
              <a:cxn ang="0">
                <a:pos x="connsiteX6137" y="connsiteY6137"/>
              </a:cxn>
              <a:cxn ang="0">
                <a:pos x="connsiteX6138" y="connsiteY6138"/>
              </a:cxn>
              <a:cxn ang="0">
                <a:pos x="connsiteX6139" y="connsiteY6139"/>
              </a:cxn>
              <a:cxn ang="0">
                <a:pos x="connsiteX6140" y="connsiteY6140"/>
              </a:cxn>
              <a:cxn ang="0">
                <a:pos x="connsiteX6141" y="connsiteY6141"/>
              </a:cxn>
              <a:cxn ang="0">
                <a:pos x="connsiteX6142" y="connsiteY6142"/>
              </a:cxn>
              <a:cxn ang="0">
                <a:pos x="connsiteX6143" y="connsiteY6143"/>
              </a:cxn>
              <a:cxn ang="0">
                <a:pos x="connsiteX6144" y="connsiteY6144"/>
              </a:cxn>
              <a:cxn ang="0">
                <a:pos x="connsiteX6145" y="connsiteY6145"/>
              </a:cxn>
              <a:cxn ang="0">
                <a:pos x="connsiteX6146" y="connsiteY6146"/>
              </a:cxn>
              <a:cxn ang="0">
                <a:pos x="connsiteX6147" y="connsiteY6147"/>
              </a:cxn>
              <a:cxn ang="0">
                <a:pos x="connsiteX6148" y="connsiteY6148"/>
              </a:cxn>
              <a:cxn ang="0">
                <a:pos x="connsiteX6149" y="connsiteY6149"/>
              </a:cxn>
              <a:cxn ang="0">
                <a:pos x="connsiteX6150" y="connsiteY6150"/>
              </a:cxn>
              <a:cxn ang="0">
                <a:pos x="connsiteX6151" y="connsiteY6151"/>
              </a:cxn>
              <a:cxn ang="0">
                <a:pos x="connsiteX6152" y="connsiteY6152"/>
              </a:cxn>
              <a:cxn ang="0">
                <a:pos x="connsiteX6153" y="connsiteY6153"/>
              </a:cxn>
              <a:cxn ang="0">
                <a:pos x="connsiteX6154" y="connsiteY6154"/>
              </a:cxn>
              <a:cxn ang="0">
                <a:pos x="connsiteX6155" y="connsiteY6155"/>
              </a:cxn>
              <a:cxn ang="0">
                <a:pos x="connsiteX6156" y="connsiteY6156"/>
              </a:cxn>
              <a:cxn ang="0">
                <a:pos x="connsiteX6157" y="connsiteY6157"/>
              </a:cxn>
              <a:cxn ang="0">
                <a:pos x="connsiteX6158" y="connsiteY6158"/>
              </a:cxn>
              <a:cxn ang="0">
                <a:pos x="connsiteX6159" y="connsiteY6159"/>
              </a:cxn>
              <a:cxn ang="0">
                <a:pos x="connsiteX6160" y="connsiteY6160"/>
              </a:cxn>
              <a:cxn ang="0">
                <a:pos x="connsiteX6161" y="connsiteY6161"/>
              </a:cxn>
              <a:cxn ang="0">
                <a:pos x="connsiteX6162" y="connsiteY6162"/>
              </a:cxn>
              <a:cxn ang="0">
                <a:pos x="connsiteX6163" y="connsiteY6163"/>
              </a:cxn>
              <a:cxn ang="0">
                <a:pos x="connsiteX6164" y="connsiteY6164"/>
              </a:cxn>
              <a:cxn ang="0">
                <a:pos x="connsiteX6165" y="connsiteY6165"/>
              </a:cxn>
              <a:cxn ang="0">
                <a:pos x="connsiteX6166" y="connsiteY6166"/>
              </a:cxn>
              <a:cxn ang="0">
                <a:pos x="connsiteX6167" y="connsiteY6167"/>
              </a:cxn>
              <a:cxn ang="0">
                <a:pos x="connsiteX6168" y="connsiteY6168"/>
              </a:cxn>
              <a:cxn ang="0">
                <a:pos x="connsiteX6169" y="connsiteY6169"/>
              </a:cxn>
              <a:cxn ang="0">
                <a:pos x="connsiteX6170" y="connsiteY6170"/>
              </a:cxn>
              <a:cxn ang="0">
                <a:pos x="connsiteX6171" y="connsiteY6171"/>
              </a:cxn>
              <a:cxn ang="0">
                <a:pos x="connsiteX6172" y="connsiteY6172"/>
              </a:cxn>
              <a:cxn ang="0">
                <a:pos x="connsiteX6173" y="connsiteY6173"/>
              </a:cxn>
              <a:cxn ang="0">
                <a:pos x="connsiteX6174" y="connsiteY6174"/>
              </a:cxn>
              <a:cxn ang="0">
                <a:pos x="connsiteX6175" y="connsiteY6175"/>
              </a:cxn>
              <a:cxn ang="0">
                <a:pos x="connsiteX6176" y="connsiteY6176"/>
              </a:cxn>
              <a:cxn ang="0">
                <a:pos x="connsiteX6177" y="connsiteY6177"/>
              </a:cxn>
              <a:cxn ang="0">
                <a:pos x="connsiteX6178" y="connsiteY6178"/>
              </a:cxn>
              <a:cxn ang="0">
                <a:pos x="connsiteX6179" y="connsiteY6179"/>
              </a:cxn>
              <a:cxn ang="0">
                <a:pos x="connsiteX6180" y="connsiteY6180"/>
              </a:cxn>
              <a:cxn ang="0">
                <a:pos x="connsiteX6181" y="connsiteY6181"/>
              </a:cxn>
              <a:cxn ang="0">
                <a:pos x="connsiteX6182" y="connsiteY6182"/>
              </a:cxn>
              <a:cxn ang="0">
                <a:pos x="connsiteX6183" y="connsiteY6183"/>
              </a:cxn>
              <a:cxn ang="0">
                <a:pos x="connsiteX6184" y="connsiteY6184"/>
              </a:cxn>
              <a:cxn ang="0">
                <a:pos x="connsiteX6185" y="connsiteY6185"/>
              </a:cxn>
              <a:cxn ang="0">
                <a:pos x="connsiteX6186" y="connsiteY6186"/>
              </a:cxn>
              <a:cxn ang="0">
                <a:pos x="connsiteX6187" y="connsiteY6187"/>
              </a:cxn>
              <a:cxn ang="0">
                <a:pos x="connsiteX6188" y="connsiteY6188"/>
              </a:cxn>
              <a:cxn ang="0">
                <a:pos x="connsiteX6189" y="connsiteY6189"/>
              </a:cxn>
              <a:cxn ang="0">
                <a:pos x="connsiteX6190" y="connsiteY6190"/>
              </a:cxn>
              <a:cxn ang="0">
                <a:pos x="connsiteX6191" y="connsiteY6191"/>
              </a:cxn>
              <a:cxn ang="0">
                <a:pos x="connsiteX6192" y="connsiteY6192"/>
              </a:cxn>
              <a:cxn ang="0">
                <a:pos x="connsiteX6193" y="connsiteY6193"/>
              </a:cxn>
              <a:cxn ang="0">
                <a:pos x="connsiteX6194" y="connsiteY6194"/>
              </a:cxn>
              <a:cxn ang="0">
                <a:pos x="connsiteX6195" y="connsiteY6195"/>
              </a:cxn>
              <a:cxn ang="0">
                <a:pos x="connsiteX6196" y="connsiteY6196"/>
              </a:cxn>
              <a:cxn ang="0">
                <a:pos x="connsiteX6197" y="connsiteY6197"/>
              </a:cxn>
              <a:cxn ang="0">
                <a:pos x="connsiteX6198" y="connsiteY6198"/>
              </a:cxn>
              <a:cxn ang="0">
                <a:pos x="connsiteX6199" y="connsiteY6199"/>
              </a:cxn>
              <a:cxn ang="0">
                <a:pos x="connsiteX6200" y="connsiteY6200"/>
              </a:cxn>
              <a:cxn ang="0">
                <a:pos x="connsiteX6201" y="connsiteY6201"/>
              </a:cxn>
              <a:cxn ang="0">
                <a:pos x="connsiteX6202" y="connsiteY6202"/>
              </a:cxn>
              <a:cxn ang="0">
                <a:pos x="connsiteX6203" y="connsiteY6203"/>
              </a:cxn>
              <a:cxn ang="0">
                <a:pos x="connsiteX6204" y="connsiteY6204"/>
              </a:cxn>
              <a:cxn ang="0">
                <a:pos x="connsiteX6205" y="connsiteY6205"/>
              </a:cxn>
              <a:cxn ang="0">
                <a:pos x="connsiteX6206" y="connsiteY6206"/>
              </a:cxn>
              <a:cxn ang="0">
                <a:pos x="connsiteX6207" y="connsiteY6207"/>
              </a:cxn>
              <a:cxn ang="0">
                <a:pos x="connsiteX6208" y="connsiteY6208"/>
              </a:cxn>
              <a:cxn ang="0">
                <a:pos x="connsiteX6209" y="connsiteY6209"/>
              </a:cxn>
              <a:cxn ang="0">
                <a:pos x="connsiteX6210" y="connsiteY6210"/>
              </a:cxn>
              <a:cxn ang="0">
                <a:pos x="connsiteX6211" y="connsiteY6211"/>
              </a:cxn>
              <a:cxn ang="0">
                <a:pos x="connsiteX6212" y="connsiteY6212"/>
              </a:cxn>
              <a:cxn ang="0">
                <a:pos x="connsiteX6213" y="connsiteY6213"/>
              </a:cxn>
              <a:cxn ang="0">
                <a:pos x="connsiteX6214" y="connsiteY6214"/>
              </a:cxn>
              <a:cxn ang="0">
                <a:pos x="connsiteX6215" y="connsiteY6215"/>
              </a:cxn>
              <a:cxn ang="0">
                <a:pos x="connsiteX6216" y="connsiteY6216"/>
              </a:cxn>
              <a:cxn ang="0">
                <a:pos x="connsiteX6217" y="connsiteY6217"/>
              </a:cxn>
              <a:cxn ang="0">
                <a:pos x="connsiteX6218" y="connsiteY6218"/>
              </a:cxn>
              <a:cxn ang="0">
                <a:pos x="connsiteX6219" y="connsiteY6219"/>
              </a:cxn>
              <a:cxn ang="0">
                <a:pos x="connsiteX6220" y="connsiteY6220"/>
              </a:cxn>
              <a:cxn ang="0">
                <a:pos x="connsiteX6221" y="connsiteY6221"/>
              </a:cxn>
              <a:cxn ang="0">
                <a:pos x="connsiteX6222" y="connsiteY6222"/>
              </a:cxn>
              <a:cxn ang="0">
                <a:pos x="connsiteX6223" y="connsiteY6223"/>
              </a:cxn>
              <a:cxn ang="0">
                <a:pos x="connsiteX6224" y="connsiteY6224"/>
              </a:cxn>
              <a:cxn ang="0">
                <a:pos x="connsiteX6225" y="connsiteY6225"/>
              </a:cxn>
              <a:cxn ang="0">
                <a:pos x="connsiteX6226" y="connsiteY6226"/>
              </a:cxn>
              <a:cxn ang="0">
                <a:pos x="connsiteX6227" y="connsiteY6227"/>
              </a:cxn>
              <a:cxn ang="0">
                <a:pos x="connsiteX6228" y="connsiteY6228"/>
              </a:cxn>
              <a:cxn ang="0">
                <a:pos x="connsiteX6229" y="connsiteY6229"/>
              </a:cxn>
              <a:cxn ang="0">
                <a:pos x="connsiteX6230" y="connsiteY6230"/>
              </a:cxn>
              <a:cxn ang="0">
                <a:pos x="connsiteX6231" y="connsiteY6231"/>
              </a:cxn>
              <a:cxn ang="0">
                <a:pos x="connsiteX6232" y="connsiteY6232"/>
              </a:cxn>
              <a:cxn ang="0">
                <a:pos x="connsiteX6233" y="connsiteY6233"/>
              </a:cxn>
              <a:cxn ang="0">
                <a:pos x="connsiteX6234" y="connsiteY6234"/>
              </a:cxn>
              <a:cxn ang="0">
                <a:pos x="connsiteX6235" y="connsiteY6235"/>
              </a:cxn>
              <a:cxn ang="0">
                <a:pos x="connsiteX6236" y="connsiteY6236"/>
              </a:cxn>
              <a:cxn ang="0">
                <a:pos x="connsiteX6237" y="connsiteY6237"/>
              </a:cxn>
              <a:cxn ang="0">
                <a:pos x="connsiteX6238" y="connsiteY6238"/>
              </a:cxn>
              <a:cxn ang="0">
                <a:pos x="connsiteX6239" y="connsiteY6239"/>
              </a:cxn>
              <a:cxn ang="0">
                <a:pos x="connsiteX6240" y="connsiteY6240"/>
              </a:cxn>
              <a:cxn ang="0">
                <a:pos x="connsiteX6241" y="connsiteY6241"/>
              </a:cxn>
              <a:cxn ang="0">
                <a:pos x="connsiteX6242" y="connsiteY6242"/>
              </a:cxn>
              <a:cxn ang="0">
                <a:pos x="connsiteX6243" y="connsiteY6243"/>
              </a:cxn>
              <a:cxn ang="0">
                <a:pos x="connsiteX6244" y="connsiteY6244"/>
              </a:cxn>
              <a:cxn ang="0">
                <a:pos x="connsiteX6245" y="connsiteY6245"/>
              </a:cxn>
              <a:cxn ang="0">
                <a:pos x="connsiteX6246" y="connsiteY6246"/>
              </a:cxn>
              <a:cxn ang="0">
                <a:pos x="connsiteX6247" y="connsiteY6247"/>
              </a:cxn>
              <a:cxn ang="0">
                <a:pos x="connsiteX6248" y="connsiteY6248"/>
              </a:cxn>
              <a:cxn ang="0">
                <a:pos x="connsiteX6249" y="connsiteY6249"/>
              </a:cxn>
              <a:cxn ang="0">
                <a:pos x="connsiteX6250" y="connsiteY6250"/>
              </a:cxn>
              <a:cxn ang="0">
                <a:pos x="connsiteX6251" y="connsiteY6251"/>
              </a:cxn>
              <a:cxn ang="0">
                <a:pos x="connsiteX6252" y="connsiteY6252"/>
              </a:cxn>
              <a:cxn ang="0">
                <a:pos x="connsiteX6253" y="connsiteY6253"/>
              </a:cxn>
              <a:cxn ang="0">
                <a:pos x="connsiteX6254" y="connsiteY6254"/>
              </a:cxn>
              <a:cxn ang="0">
                <a:pos x="connsiteX6255" y="connsiteY6255"/>
              </a:cxn>
              <a:cxn ang="0">
                <a:pos x="connsiteX6256" y="connsiteY6256"/>
              </a:cxn>
              <a:cxn ang="0">
                <a:pos x="connsiteX6257" y="connsiteY6257"/>
              </a:cxn>
              <a:cxn ang="0">
                <a:pos x="connsiteX6258" y="connsiteY6258"/>
              </a:cxn>
              <a:cxn ang="0">
                <a:pos x="connsiteX6259" y="connsiteY6259"/>
              </a:cxn>
              <a:cxn ang="0">
                <a:pos x="connsiteX6260" y="connsiteY6260"/>
              </a:cxn>
              <a:cxn ang="0">
                <a:pos x="connsiteX6261" y="connsiteY6261"/>
              </a:cxn>
              <a:cxn ang="0">
                <a:pos x="connsiteX6262" y="connsiteY6262"/>
              </a:cxn>
              <a:cxn ang="0">
                <a:pos x="connsiteX6263" y="connsiteY6263"/>
              </a:cxn>
              <a:cxn ang="0">
                <a:pos x="connsiteX6264" y="connsiteY6264"/>
              </a:cxn>
              <a:cxn ang="0">
                <a:pos x="connsiteX6265" y="connsiteY6265"/>
              </a:cxn>
              <a:cxn ang="0">
                <a:pos x="connsiteX6266" y="connsiteY6266"/>
              </a:cxn>
              <a:cxn ang="0">
                <a:pos x="connsiteX6267" y="connsiteY6267"/>
              </a:cxn>
              <a:cxn ang="0">
                <a:pos x="connsiteX6268" y="connsiteY6268"/>
              </a:cxn>
              <a:cxn ang="0">
                <a:pos x="connsiteX6269" y="connsiteY6269"/>
              </a:cxn>
              <a:cxn ang="0">
                <a:pos x="connsiteX6270" y="connsiteY6270"/>
              </a:cxn>
              <a:cxn ang="0">
                <a:pos x="connsiteX6271" y="connsiteY6271"/>
              </a:cxn>
              <a:cxn ang="0">
                <a:pos x="connsiteX6272" y="connsiteY6272"/>
              </a:cxn>
              <a:cxn ang="0">
                <a:pos x="connsiteX6273" y="connsiteY6273"/>
              </a:cxn>
              <a:cxn ang="0">
                <a:pos x="connsiteX6274" y="connsiteY6274"/>
              </a:cxn>
              <a:cxn ang="0">
                <a:pos x="connsiteX6275" y="connsiteY6275"/>
              </a:cxn>
              <a:cxn ang="0">
                <a:pos x="connsiteX6276" y="connsiteY6276"/>
              </a:cxn>
              <a:cxn ang="0">
                <a:pos x="connsiteX6277" y="connsiteY6277"/>
              </a:cxn>
              <a:cxn ang="0">
                <a:pos x="connsiteX6278" y="connsiteY6278"/>
              </a:cxn>
              <a:cxn ang="0">
                <a:pos x="connsiteX6279" y="connsiteY6279"/>
              </a:cxn>
              <a:cxn ang="0">
                <a:pos x="connsiteX6280" y="connsiteY6280"/>
              </a:cxn>
              <a:cxn ang="0">
                <a:pos x="connsiteX6281" y="connsiteY6281"/>
              </a:cxn>
              <a:cxn ang="0">
                <a:pos x="connsiteX6282" y="connsiteY6282"/>
              </a:cxn>
              <a:cxn ang="0">
                <a:pos x="connsiteX6283" y="connsiteY6283"/>
              </a:cxn>
              <a:cxn ang="0">
                <a:pos x="connsiteX6284" y="connsiteY6284"/>
              </a:cxn>
              <a:cxn ang="0">
                <a:pos x="connsiteX6285" y="connsiteY6285"/>
              </a:cxn>
              <a:cxn ang="0">
                <a:pos x="connsiteX6286" y="connsiteY6286"/>
              </a:cxn>
              <a:cxn ang="0">
                <a:pos x="connsiteX6287" y="connsiteY6287"/>
              </a:cxn>
              <a:cxn ang="0">
                <a:pos x="connsiteX6288" y="connsiteY6288"/>
              </a:cxn>
              <a:cxn ang="0">
                <a:pos x="connsiteX6289" y="connsiteY6289"/>
              </a:cxn>
              <a:cxn ang="0">
                <a:pos x="connsiteX6290" y="connsiteY6290"/>
              </a:cxn>
              <a:cxn ang="0">
                <a:pos x="connsiteX6291" y="connsiteY6291"/>
              </a:cxn>
              <a:cxn ang="0">
                <a:pos x="connsiteX6292" y="connsiteY6292"/>
              </a:cxn>
              <a:cxn ang="0">
                <a:pos x="connsiteX6293" y="connsiteY6293"/>
              </a:cxn>
              <a:cxn ang="0">
                <a:pos x="connsiteX6294" y="connsiteY6294"/>
              </a:cxn>
              <a:cxn ang="0">
                <a:pos x="connsiteX6295" y="connsiteY6295"/>
              </a:cxn>
              <a:cxn ang="0">
                <a:pos x="connsiteX6296" y="connsiteY6296"/>
              </a:cxn>
              <a:cxn ang="0">
                <a:pos x="connsiteX6297" y="connsiteY6297"/>
              </a:cxn>
              <a:cxn ang="0">
                <a:pos x="connsiteX6298" y="connsiteY6298"/>
              </a:cxn>
              <a:cxn ang="0">
                <a:pos x="connsiteX6299" y="connsiteY6299"/>
              </a:cxn>
              <a:cxn ang="0">
                <a:pos x="connsiteX6300" y="connsiteY6300"/>
              </a:cxn>
              <a:cxn ang="0">
                <a:pos x="connsiteX6301" y="connsiteY6301"/>
              </a:cxn>
              <a:cxn ang="0">
                <a:pos x="connsiteX6302" y="connsiteY6302"/>
              </a:cxn>
              <a:cxn ang="0">
                <a:pos x="connsiteX6303" y="connsiteY6303"/>
              </a:cxn>
              <a:cxn ang="0">
                <a:pos x="connsiteX6304" y="connsiteY6304"/>
              </a:cxn>
              <a:cxn ang="0">
                <a:pos x="connsiteX6305" y="connsiteY6305"/>
              </a:cxn>
              <a:cxn ang="0">
                <a:pos x="connsiteX6306" y="connsiteY6306"/>
              </a:cxn>
              <a:cxn ang="0">
                <a:pos x="connsiteX6307" y="connsiteY6307"/>
              </a:cxn>
              <a:cxn ang="0">
                <a:pos x="connsiteX6308" y="connsiteY6308"/>
              </a:cxn>
              <a:cxn ang="0">
                <a:pos x="connsiteX6309" y="connsiteY6309"/>
              </a:cxn>
              <a:cxn ang="0">
                <a:pos x="connsiteX6310" y="connsiteY6310"/>
              </a:cxn>
              <a:cxn ang="0">
                <a:pos x="connsiteX6311" y="connsiteY6311"/>
              </a:cxn>
              <a:cxn ang="0">
                <a:pos x="connsiteX6312" y="connsiteY6312"/>
              </a:cxn>
              <a:cxn ang="0">
                <a:pos x="connsiteX6313" y="connsiteY6313"/>
              </a:cxn>
              <a:cxn ang="0">
                <a:pos x="connsiteX6314" y="connsiteY6314"/>
              </a:cxn>
              <a:cxn ang="0">
                <a:pos x="connsiteX6315" y="connsiteY6315"/>
              </a:cxn>
              <a:cxn ang="0">
                <a:pos x="connsiteX6316" y="connsiteY6316"/>
              </a:cxn>
              <a:cxn ang="0">
                <a:pos x="connsiteX6317" y="connsiteY6317"/>
              </a:cxn>
              <a:cxn ang="0">
                <a:pos x="connsiteX6318" y="connsiteY6318"/>
              </a:cxn>
              <a:cxn ang="0">
                <a:pos x="connsiteX6319" y="connsiteY6319"/>
              </a:cxn>
              <a:cxn ang="0">
                <a:pos x="connsiteX6320" y="connsiteY6320"/>
              </a:cxn>
              <a:cxn ang="0">
                <a:pos x="connsiteX6321" y="connsiteY6321"/>
              </a:cxn>
              <a:cxn ang="0">
                <a:pos x="connsiteX6322" y="connsiteY6322"/>
              </a:cxn>
              <a:cxn ang="0">
                <a:pos x="connsiteX6323" y="connsiteY6323"/>
              </a:cxn>
              <a:cxn ang="0">
                <a:pos x="connsiteX6324" y="connsiteY6324"/>
              </a:cxn>
              <a:cxn ang="0">
                <a:pos x="connsiteX6325" y="connsiteY6325"/>
              </a:cxn>
              <a:cxn ang="0">
                <a:pos x="connsiteX6326" y="connsiteY6326"/>
              </a:cxn>
              <a:cxn ang="0">
                <a:pos x="connsiteX6327" y="connsiteY6327"/>
              </a:cxn>
              <a:cxn ang="0">
                <a:pos x="connsiteX6328" y="connsiteY6328"/>
              </a:cxn>
              <a:cxn ang="0">
                <a:pos x="connsiteX6329" y="connsiteY6329"/>
              </a:cxn>
              <a:cxn ang="0">
                <a:pos x="connsiteX6330" y="connsiteY6330"/>
              </a:cxn>
              <a:cxn ang="0">
                <a:pos x="connsiteX6331" y="connsiteY6331"/>
              </a:cxn>
              <a:cxn ang="0">
                <a:pos x="connsiteX6332" y="connsiteY6332"/>
              </a:cxn>
              <a:cxn ang="0">
                <a:pos x="connsiteX6333" y="connsiteY6333"/>
              </a:cxn>
              <a:cxn ang="0">
                <a:pos x="connsiteX6334" y="connsiteY6334"/>
              </a:cxn>
              <a:cxn ang="0">
                <a:pos x="connsiteX6335" y="connsiteY6335"/>
              </a:cxn>
              <a:cxn ang="0">
                <a:pos x="connsiteX6336" y="connsiteY6336"/>
              </a:cxn>
              <a:cxn ang="0">
                <a:pos x="connsiteX6337" y="connsiteY6337"/>
              </a:cxn>
              <a:cxn ang="0">
                <a:pos x="connsiteX6338" y="connsiteY6338"/>
              </a:cxn>
              <a:cxn ang="0">
                <a:pos x="connsiteX6339" y="connsiteY6339"/>
              </a:cxn>
              <a:cxn ang="0">
                <a:pos x="connsiteX6340" y="connsiteY6340"/>
              </a:cxn>
              <a:cxn ang="0">
                <a:pos x="connsiteX6341" y="connsiteY6341"/>
              </a:cxn>
              <a:cxn ang="0">
                <a:pos x="connsiteX6342" y="connsiteY6342"/>
              </a:cxn>
              <a:cxn ang="0">
                <a:pos x="connsiteX6343" y="connsiteY6343"/>
              </a:cxn>
              <a:cxn ang="0">
                <a:pos x="connsiteX6344" y="connsiteY6344"/>
              </a:cxn>
              <a:cxn ang="0">
                <a:pos x="connsiteX6345" y="connsiteY6345"/>
              </a:cxn>
              <a:cxn ang="0">
                <a:pos x="connsiteX6346" y="connsiteY6346"/>
              </a:cxn>
              <a:cxn ang="0">
                <a:pos x="connsiteX6347" y="connsiteY6347"/>
              </a:cxn>
              <a:cxn ang="0">
                <a:pos x="connsiteX6348" y="connsiteY6348"/>
              </a:cxn>
              <a:cxn ang="0">
                <a:pos x="connsiteX6349" y="connsiteY6349"/>
              </a:cxn>
              <a:cxn ang="0">
                <a:pos x="connsiteX6350" y="connsiteY6350"/>
              </a:cxn>
              <a:cxn ang="0">
                <a:pos x="connsiteX6351" y="connsiteY6351"/>
              </a:cxn>
              <a:cxn ang="0">
                <a:pos x="connsiteX6352" y="connsiteY6352"/>
              </a:cxn>
              <a:cxn ang="0">
                <a:pos x="connsiteX6353" y="connsiteY6353"/>
              </a:cxn>
              <a:cxn ang="0">
                <a:pos x="connsiteX6354" y="connsiteY6354"/>
              </a:cxn>
              <a:cxn ang="0">
                <a:pos x="connsiteX6355" y="connsiteY6355"/>
              </a:cxn>
              <a:cxn ang="0">
                <a:pos x="connsiteX6356" y="connsiteY6356"/>
              </a:cxn>
              <a:cxn ang="0">
                <a:pos x="connsiteX6357" y="connsiteY6357"/>
              </a:cxn>
              <a:cxn ang="0">
                <a:pos x="connsiteX6358" y="connsiteY6358"/>
              </a:cxn>
              <a:cxn ang="0">
                <a:pos x="connsiteX6359" y="connsiteY6359"/>
              </a:cxn>
              <a:cxn ang="0">
                <a:pos x="connsiteX6360" y="connsiteY6360"/>
              </a:cxn>
              <a:cxn ang="0">
                <a:pos x="connsiteX6361" y="connsiteY6361"/>
              </a:cxn>
              <a:cxn ang="0">
                <a:pos x="connsiteX6362" y="connsiteY6362"/>
              </a:cxn>
              <a:cxn ang="0">
                <a:pos x="connsiteX6363" y="connsiteY6363"/>
              </a:cxn>
              <a:cxn ang="0">
                <a:pos x="connsiteX6364" y="connsiteY6364"/>
              </a:cxn>
              <a:cxn ang="0">
                <a:pos x="connsiteX6365" y="connsiteY6365"/>
              </a:cxn>
              <a:cxn ang="0">
                <a:pos x="connsiteX6366" y="connsiteY6366"/>
              </a:cxn>
              <a:cxn ang="0">
                <a:pos x="connsiteX6367" y="connsiteY6367"/>
              </a:cxn>
              <a:cxn ang="0">
                <a:pos x="connsiteX6368" y="connsiteY6368"/>
              </a:cxn>
              <a:cxn ang="0">
                <a:pos x="connsiteX6369" y="connsiteY6369"/>
              </a:cxn>
              <a:cxn ang="0">
                <a:pos x="connsiteX6370" y="connsiteY6370"/>
              </a:cxn>
              <a:cxn ang="0">
                <a:pos x="connsiteX6371" y="connsiteY6371"/>
              </a:cxn>
              <a:cxn ang="0">
                <a:pos x="connsiteX6372" y="connsiteY6372"/>
              </a:cxn>
              <a:cxn ang="0">
                <a:pos x="connsiteX6373" y="connsiteY6373"/>
              </a:cxn>
              <a:cxn ang="0">
                <a:pos x="connsiteX6374" y="connsiteY6374"/>
              </a:cxn>
              <a:cxn ang="0">
                <a:pos x="connsiteX6375" y="connsiteY6375"/>
              </a:cxn>
              <a:cxn ang="0">
                <a:pos x="connsiteX6376" y="connsiteY6376"/>
              </a:cxn>
              <a:cxn ang="0">
                <a:pos x="connsiteX6377" y="connsiteY6377"/>
              </a:cxn>
              <a:cxn ang="0">
                <a:pos x="connsiteX6378" y="connsiteY6378"/>
              </a:cxn>
              <a:cxn ang="0">
                <a:pos x="connsiteX6379" y="connsiteY6379"/>
              </a:cxn>
              <a:cxn ang="0">
                <a:pos x="connsiteX6380" y="connsiteY6380"/>
              </a:cxn>
              <a:cxn ang="0">
                <a:pos x="connsiteX6381" y="connsiteY6381"/>
              </a:cxn>
              <a:cxn ang="0">
                <a:pos x="connsiteX6382" y="connsiteY6382"/>
              </a:cxn>
              <a:cxn ang="0">
                <a:pos x="connsiteX6383" y="connsiteY6383"/>
              </a:cxn>
              <a:cxn ang="0">
                <a:pos x="connsiteX6384" y="connsiteY6384"/>
              </a:cxn>
              <a:cxn ang="0">
                <a:pos x="connsiteX6385" y="connsiteY6385"/>
              </a:cxn>
              <a:cxn ang="0">
                <a:pos x="connsiteX6386" y="connsiteY6386"/>
              </a:cxn>
              <a:cxn ang="0">
                <a:pos x="connsiteX6387" y="connsiteY6387"/>
              </a:cxn>
              <a:cxn ang="0">
                <a:pos x="connsiteX6388" y="connsiteY6388"/>
              </a:cxn>
              <a:cxn ang="0">
                <a:pos x="connsiteX6389" y="connsiteY6389"/>
              </a:cxn>
              <a:cxn ang="0">
                <a:pos x="connsiteX6390" y="connsiteY6390"/>
              </a:cxn>
              <a:cxn ang="0">
                <a:pos x="connsiteX6391" y="connsiteY6391"/>
              </a:cxn>
              <a:cxn ang="0">
                <a:pos x="connsiteX6392" y="connsiteY6392"/>
              </a:cxn>
              <a:cxn ang="0">
                <a:pos x="connsiteX6393" y="connsiteY6393"/>
              </a:cxn>
              <a:cxn ang="0">
                <a:pos x="connsiteX6394" y="connsiteY6394"/>
              </a:cxn>
              <a:cxn ang="0">
                <a:pos x="connsiteX6395" y="connsiteY6395"/>
              </a:cxn>
              <a:cxn ang="0">
                <a:pos x="connsiteX6396" y="connsiteY6396"/>
              </a:cxn>
              <a:cxn ang="0">
                <a:pos x="connsiteX6397" y="connsiteY6397"/>
              </a:cxn>
              <a:cxn ang="0">
                <a:pos x="connsiteX6398" y="connsiteY6398"/>
              </a:cxn>
              <a:cxn ang="0">
                <a:pos x="connsiteX6399" y="connsiteY6399"/>
              </a:cxn>
              <a:cxn ang="0">
                <a:pos x="connsiteX6400" y="connsiteY6400"/>
              </a:cxn>
              <a:cxn ang="0">
                <a:pos x="connsiteX6401" y="connsiteY6401"/>
              </a:cxn>
              <a:cxn ang="0">
                <a:pos x="connsiteX6402" y="connsiteY6402"/>
              </a:cxn>
              <a:cxn ang="0">
                <a:pos x="connsiteX6403" y="connsiteY6403"/>
              </a:cxn>
              <a:cxn ang="0">
                <a:pos x="connsiteX6404" y="connsiteY6404"/>
              </a:cxn>
              <a:cxn ang="0">
                <a:pos x="connsiteX6405" y="connsiteY6405"/>
              </a:cxn>
              <a:cxn ang="0">
                <a:pos x="connsiteX6406" y="connsiteY6406"/>
              </a:cxn>
              <a:cxn ang="0">
                <a:pos x="connsiteX6407" y="connsiteY6407"/>
              </a:cxn>
              <a:cxn ang="0">
                <a:pos x="connsiteX6408" y="connsiteY6408"/>
              </a:cxn>
              <a:cxn ang="0">
                <a:pos x="connsiteX6409" y="connsiteY6409"/>
              </a:cxn>
              <a:cxn ang="0">
                <a:pos x="connsiteX6410" y="connsiteY6410"/>
              </a:cxn>
              <a:cxn ang="0">
                <a:pos x="connsiteX6411" y="connsiteY6411"/>
              </a:cxn>
              <a:cxn ang="0">
                <a:pos x="connsiteX6412" y="connsiteY6412"/>
              </a:cxn>
              <a:cxn ang="0">
                <a:pos x="connsiteX6413" y="connsiteY6413"/>
              </a:cxn>
              <a:cxn ang="0">
                <a:pos x="connsiteX6414" y="connsiteY6414"/>
              </a:cxn>
              <a:cxn ang="0">
                <a:pos x="connsiteX6415" y="connsiteY6415"/>
              </a:cxn>
              <a:cxn ang="0">
                <a:pos x="connsiteX6416" y="connsiteY6416"/>
              </a:cxn>
              <a:cxn ang="0">
                <a:pos x="connsiteX6417" y="connsiteY6417"/>
              </a:cxn>
              <a:cxn ang="0">
                <a:pos x="connsiteX6418" y="connsiteY6418"/>
              </a:cxn>
              <a:cxn ang="0">
                <a:pos x="connsiteX6419" y="connsiteY6419"/>
              </a:cxn>
              <a:cxn ang="0">
                <a:pos x="connsiteX6420" y="connsiteY6420"/>
              </a:cxn>
              <a:cxn ang="0">
                <a:pos x="connsiteX6421" y="connsiteY6421"/>
              </a:cxn>
              <a:cxn ang="0">
                <a:pos x="connsiteX6422" y="connsiteY6422"/>
              </a:cxn>
              <a:cxn ang="0">
                <a:pos x="connsiteX6423" y="connsiteY6423"/>
              </a:cxn>
              <a:cxn ang="0">
                <a:pos x="connsiteX6424" y="connsiteY6424"/>
              </a:cxn>
              <a:cxn ang="0">
                <a:pos x="connsiteX6425" y="connsiteY6425"/>
              </a:cxn>
              <a:cxn ang="0">
                <a:pos x="connsiteX6426" y="connsiteY6426"/>
              </a:cxn>
              <a:cxn ang="0">
                <a:pos x="connsiteX6427" y="connsiteY6427"/>
              </a:cxn>
              <a:cxn ang="0">
                <a:pos x="connsiteX6428" y="connsiteY6428"/>
              </a:cxn>
              <a:cxn ang="0">
                <a:pos x="connsiteX6429" y="connsiteY6429"/>
              </a:cxn>
              <a:cxn ang="0">
                <a:pos x="connsiteX6430" y="connsiteY6430"/>
              </a:cxn>
              <a:cxn ang="0">
                <a:pos x="connsiteX6431" y="connsiteY6431"/>
              </a:cxn>
              <a:cxn ang="0">
                <a:pos x="connsiteX6432" y="connsiteY6432"/>
              </a:cxn>
              <a:cxn ang="0">
                <a:pos x="connsiteX6433" y="connsiteY6433"/>
              </a:cxn>
              <a:cxn ang="0">
                <a:pos x="connsiteX6434" y="connsiteY6434"/>
              </a:cxn>
              <a:cxn ang="0">
                <a:pos x="connsiteX6435" y="connsiteY6435"/>
              </a:cxn>
              <a:cxn ang="0">
                <a:pos x="connsiteX6436" y="connsiteY6436"/>
              </a:cxn>
              <a:cxn ang="0">
                <a:pos x="connsiteX6437" y="connsiteY6437"/>
              </a:cxn>
              <a:cxn ang="0">
                <a:pos x="connsiteX6438" y="connsiteY6438"/>
              </a:cxn>
              <a:cxn ang="0">
                <a:pos x="connsiteX6439" y="connsiteY6439"/>
              </a:cxn>
              <a:cxn ang="0">
                <a:pos x="connsiteX6440" y="connsiteY6440"/>
              </a:cxn>
              <a:cxn ang="0">
                <a:pos x="connsiteX6441" y="connsiteY6441"/>
              </a:cxn>
              <a:cxn ang="0">
                <a:pos x="connsiteX6442" y="connsiteY6442"/>
              </a:cxn>
              <a:cxn ang="0">
                <a:pos x="connsiteX6443" y="connsiteY6443"/>
              </a:cxn>
              <a:cxn ang="0">
                <a:pos x="connsiteX6444" y="connsiteY6444"/>
              </a:cxn>
              <a:cxn ang="0">
                <a:pos x="connsiteX6445" y="connsiteY6445"/>
              </a:cxn>
              <a:cxn ang="0">
                <a:pos x="connsiteX6446" y="connsiteY6446"/>
              </a:cxn>
              <a:cxn ang="0">
                <a:pos x="connsiteX6447" y="connsiteY6447"/>
              </a:cxn>
              <a:cxn ang="0">
                <a:pos x="connsiteX6448" y="connsiteY6448"/>
              </a:cxn>
              <a:cxn ang="0">
                <a:pos x="connsiteX6449" y="connsiteY6449"/>
              </a:cxn>
              <a:cxn ang="0">
                <a:pos x="connsiteX6450" y="connsiteY6450"/>
              </a:cxn>
              <a:cxn ang="0">
                <a:pos x="connsiteX6451" y="connsiteY6451"/>
              </a:cxn>
              <a:cxn ang="0">
                <a:pos x="connsiteX6452" y="connsiteY6452"/>
              </a:cxn>
              <a:cxn ang="0">
                <a:pos x="connsiteX6453" y="connsiteY6453"/>
              </a:cxn>
              <a:cxn ang="0">
                <a:pos x="connsiteX6454" y="connsiteY6454"/>
              </a:cxn>
              <a:cxn ang="0">
                <a:pos x="connsiteX6455" y="connsiteY6455"/>
              </a:cxn>
              <a:cxn ang="0">
                <a:pos x="connsiteX6456" y="connsiteY6456"/>
              </a:cxn>
              <a:cxn ang="0">
                <a:pos x="connsiteX6457" y="connsiteY6457"/>
              </a:cxn>
              <a:cxn ang="0">
                <a:pos x="connsiteX6458" y="connsiteY6458"/>
              </a:cxn>
              <a:cxn ang="0">
                <a:pos x="connsiteX6459" y="connsiteY6459"/>
              </a:cxn>
              <a:cxn ang="0">
                <a:pos x="connsiteX6460" y="connsiteY6460"/>
              </a:cxn>
              <a:cxn ang="0">
                <a:pos x="connsiteX6461" y="connsiteY6461"/>
              </a:cxn>
              <a:cxn ang="0">
                <a:pos x="connsiteX6462" y="connsiteY6462"/>
              </a:cxn>
              <a:cxn ang="0">
                <a:pos x="connsiteX6463" y="connsiteY6463"/>
              </a:cxn>
              <a:cxn ang="0">
                <a:pos x="connsiteX6464" y="connsiteY6464"/>
              </a:cxn>
              <a:cxn ang="0">
                <a:pos x="connsiteX6465" y="connsiteY6465"/>
              </a:cxn>
              <a:cxn ang="0">
                <a:pos x="connsiteX6466" y="connsiteY6466"/>
              </a:cxn>
              <a:cxn ang="0">
                <a:pos x="connsiteX6467" y="connsiteY6467"/>
              </a:cxn>
              <a:cxn ang="0">
                <a:pos x="connsiteX6468" y="connsiteY6468"/>
              </a:cxn>
              <a:cxn ang="0">
                <a:pos x="connsiteX6469" y="connsiteY6469"/>
              </a:cxn>
              <a:cxn ang="0">
                <a:pos x="connsiteX6470" y="connsiteY6470"/>
              </a:cxn>
              <a:cxn ang="0">
                <a:pos x="connsiteX6471" y="connsiteY6471"/>
              </a:cxn>
              <a:cxn ang="0">
                <a:pos x="connsiteX6472" y="connsiteY6472"/>
              </a:cxn>
              <a:cxn ang="0">
                <a:pos x="connsiteX6473" y="connsiteY6473"/>
              </a:cxn>
              <a:cxn ang="0">
                <a:pos x="connsiteX6474" y="connsiteY6474"/>
              </a:cxn>
              <a:cxn ang="0">
                <a:pos x="connsiteX6475" y="connsiteY6475"/>
              </a:cxn>
              <a:cxn ang="0">
                <a:pos x="connsiteX6476" y="connsiteY6476"/>
              </a:cxn>
              <a:cxn ang="0">
                <a:pos x="connsiteX6477" y="connsiteY6477"/>
              </a:cxn>
              <a:cxn ang="0">
                <a:pos x="connsiteX6478" y="connsiteY6478"/>
              </a:cxn>
              <a:cxn ang="0">
                <a:pos x="connsiteX6479" y="connsiteY6479"/>
              </a:cxn>
              <a:cxn ang="0">
                <a:pos x="connsiteX6480" y="connsiteY6480"/>
              </a:cxn>
              <a:cxn ang="0">
                <a:pos x="connsiteX6481" y="connsiteY6481"/>
              </a:cxn>
              <a:cxn ang="0">
                <a:pos x="connsiteX6482" y="connsiteY6482"/>
              </a:cxn>
              <a:cxn ang="0">
                <a:pos x="connsiteX6483" y="connsiteY6483"/>
              </a:cxn>
              <a:cxn ang="0">
                <a:pos x="connsiteX6484" y="connsiteY6484"/>
              </a:cxn>
              <a:cxn ang="0">
                <a:pos x="connsiteX6485" y="connsiteY6485"/>
              </a:cxn>
              <a:cxn ang="0">
                <a:pos x="connsiteX6486" y="connsiteY6486"/>
              </a:cxn>
              <a:cxn ang="0">
                <a:pos x="connsiteX6487" y="connsiteY6487"/>
              </a:cxn>
              <a:cxn ang="0">
                <a:pos x="connsiteX6488" y="connsiteY6488"/>
              </a:cxn>
              <a:cxn ang="0">
                <a:pos x="connsiteX6489" y="connsiteY6489"/>
              </a:cxn>
              <a:cxn ang="0">
                <a:pos x="connsiteX6490" y="connsiteY6490"/>
              </a:cxn>
              <a:cxn ang="0">
                <a:pos x="connsiteX6491" y="connsiteY6491"/>
              </a:cxn>
              <a:cxn ang="0">
                <a:pos x="connsiteX6492" y="connsiteY6492"/>
              </a:cxn>
              <a:cxn ang="0">
                <a:pos x="connsiteX6493" y="connsiteY6493"/>
              </a:cxn>
              <a:cxn ang="0">
                <a:pos x="connsiteX6494" y="connsiteY6494"/>
              </a:cxn>
              <a:cxn ang="0">
                <a:pos x="connsiteX6495" y="connsiteY6495"/>
              </a:cxn>
              <a:cxn ang="0">
                <a:pos x="connsiteX6496" y="connsiteY6496"/>
              </a:cxn>
              <a:cxn ang="0">
                <a:pos x="connsiteX6497" y="connsiteY6497"/>
              </a:cxn>
              <a:cxn ang="0">
                <a:pos x="connsiteX6498" y="connsiteY6498"/>
              </a:cxn>
              <a:cxn ang="0">
                <a:pos x="connsiteX6499" y="connsiteY6499"/>
              </a:cxn>
              <a:cxn ang="0">
                <a:pos x="connsiteX6500" y="connsiteY6500"/>
              </a:cxn>
              <a:cxn ang="0">
                <a:pos x="connsiteX6501" y="connsiteY6501"/>
              </a:cxn>
              <a:cxn ang="0">
                <a:pos x="connsiteX6502" y="connsiteY6502"/>
              </a:cxn>
              <a:cxn ang="0">
                <a:pos x="connsiteX6503" y="connsiteY6503"/>
              </a:cxn>
              <a:cxn ang="0">
                <a:pos x="connsiteX6504" y="connsiteY6504"/>
              </a:cxn>
              <a:cxn ang="0">
                <a:pos x="connsiteX6505" y="connsiteY6505"/>
              </a:cxn>
              <a:cxn ang="0">
                <a:pos x="connsiteX6506" y="connsiteY6506"/>
              </a:cxn>
              <a:cxn ang="0">
                <a:pos x="connsiteX6507" y="connsiteY6507"/>
              </a:cxn>
              <a:cxn ang="0">
                <a:pos x="connsiteX6508" y="connsiteY6508"/>
              </a:cxn>
              <a:cxn ang="0">
                <a:pos x="connsiteX6509" y="connsiteY6509"/>
              </a:cxn>
              <a:cxn ang="0">
                <a:pos x="connsiteX6510" y="connsiteY6510"/>
              </a:cxn>
              <a:cxn ang="0">
                <a:pos x="connsiteX6511" y="connsiteY6511"/>
              </a:cxn>
              <a:cxn ang="0">
                <a:pos x="connsiteX6512" y="connsiteY6512"/>
              </a:cxn>
              <a:cxn ang="0">
                <a:pos x="connsiteX6513" y="connsiteY6513"/>
              </a:cxn>
              <a:cxn ang="0">
                <a:pos x="connsiteX6514" y="connsiteY6514"/>
              </a:cxn>
              <a:cxn ang="0">
                <a:pos x="connsiteX6515" y="connsiteY6515"/>
              </a:cxn>
              <a:cxn ang="0">
                <a:pos x="connsiteX6516" y="connsiteY6516"/>
              </a:cxn>
              <a:cxn ang="0">
                <a:pos x="connsiteX6517" y="connsiteY6517"/>
              </a:cxn>
              <a:cxn ang="0">
                <a:pos x="connsiteX6518" y="connsiteY6518"/>
              </a:cxn>
              <a:cxn ang="0">
                <a:pos x="connsiteX6519" y="connsiteY6519"/>
              </a:cxn>
              <a:cxn ang="0">
                <a:pos x="connsiteX6520" y="connsiteY6520"/>
              </a:cxn>
              <a:cxn ang="0">
                <a:pos x="connsiteX6521" y="connsiteY6521"/>
              </a:cxn>
              <a:cxn ang="0">
                <a:pos x="connsiteX6522" y="connsiteY6522"/>
              </a:cxn>
              <a:cxn ang="0">
                <a:pos x="connsiteX6523" y="connsiteY6523"/>
              </a:cxn>
              <a:cxn ang="0">
                <a:pos x="connsiteX6524" y="connsiteY6524"/>
              </a:cxn>
              <a:cxn ang="0">
                <a:pos x="connsiteX6525" y="connsiteY6525"/>
              </a:cxn>
              <a:cxn ang="0">
                <a:pos x="connsiteX6526" y="connsiteY6526"/>
              </a:cxn>
              <a:cxn ang="0">
                <a:pos x="connsiteX6527" y="connsiteY6527"/>
              </a:cxn>
              <a:cxn ang="0">
                <a:pos x="connsiteX6528" y="connsiteY6528"/>
              </a:cxn>
              <a:cxn ang="0">
                <a:pos x="connsiteX6529" y="connsiteY6529"/>
              </a:cxn>
              <a:cxn ang="0">
                <a:pos x="connsiteX6530" y="connsiteY6530"/>
              </a:cxn>
              <a:cxn ang="0">
                <a:pos x="connsiteX6531" y="connsiteY6531"/>
              </a:cxn>
              <a:cxn ang="0">
                <a:pos x="connsiteX6532" y="connsiteY6532"/>
              </a:cxn>
              <a:cxn ang="0">
                <a:pos x="connsiteX6533" y="connsiteY6533"/>
              </a:cxn>
              <a:cxn ang="0">
                <a:pos x="connsiteX6534" y="connsiteY6534"/>
              </a:cxn>
              <a:cxn ang="0">
                <a:pos x="connsiteX6535" y="connsiteY6535"/>
              </a:cxn>
              <a:cxn ang="0">
                <a:pos x="connsiteX6536" y="connsiteY6536"/>
              </a:cxn>
              <a:cxn ang="0">
                <a:pos x="connsiteX6537" y="connsiteY6537"/>
              </a:cxn>
              <a:cxn ang="0">
                <a:pos x="connsiteX6538" y="connsiteY6538"/>
              </a:cxn>
              <a:cxn ang="0">
                <a:pos x="connsiteX6539" y="connsiteY6539"/>
              </a:cxn>
              <a:cxn ang="0">
                <a:pos x="connsiteX6540" y="connsiteY6540"/>
              </a:cxn>
              <a:cxn ang="0">
                <a:pos x="connsiteX6541" y="connsiteY6541"/>
              </a:cxn>
              <a:cxn ang="0">
                <a:pos x="connsiteX6542" y="connsiteY6542"/>
              </a:cxn>
              <a:cxn ang="0">
                <a:pos x="connsiteX6543" y="connsiteY6543"/>
              </a:cxn>
              <a:cxn ang="0">
                <a:pos x="connsiteX6544" y="connsiteY6544"/>
              </a:cxn>
              <a:cxn ang="0">
                <a:pos x="connsiteX6545" y="connsiteY6545"/>
              </a:cxn>
              <a:cxn ang="0">
                <a:pos x="connsiteX6546" y="connsiteY6546"/>
              </a:cxn>
              <a:cxn ang="0">
                <a:pos x="connsiteX6547" y="connsiteY6547"/>
              </a:cxn>
              <a:cxn ang="0">
                <a:pos x="connsiteX6548" y="connsiteY6548"/>
              </a:cxn>
              <a:cxn ang="0">
                <a:pos x="connsiteX6549" y="connsiteY6549"/>
              </a:cxn>
              <a:cxn ang="0">
                <a:pos x="connsiteX6550" y="connsiteY6550"/>
              </a:cxn>
              <a:cxn ang="0">
                <a:pos x="connsiteX6551" y="connsiteY6551"/>
              </a:cxn>
              <a:cxn ang="0">
                <a:pos x="connsiteX6552" y="connsiteY6552"/>
              </a:cxn>
              <a:cxn ang="0">
                <a:pos x="connsiteX6553" y="connsiteY6553"/>
              </a:cxn>
              <a:cxn ang="0">
                <a:pos x="connsiteX6554" y="connsiteY6554"/>
              </a:cxn>
              <a:cxn ang="0">
                <a:pos x="connsiteX6555" y="connsiteY6555"/>
              </a:cxn>
              <a:cxn ang="0">
                <a:pos x="connsiteX6556" y="connsiteY6556"/>
              </a:cxn>
              <a:cxn ang="0">
                <a:pos x="connsiteX6557" y="connsiteY6557"/>
              </a:cxn>
              <a:cxn ang="0">
                <a:pos x="connsiteX6558" y="connsiteY6558"/>
              </a:cxn>
              <a:cxn ang="0">
                <a:pos x="connsiteX6559" y="connsiteY6559"/>
              </a:cxn>
              <a:cxn ang="0">
                <a:pos x="connsiteX6560" y="connsiteY6560"/>
              </a:cxn>
              <a:cxn ang="0">
                <a:pos x="connsiteX6561" y="connsiteY6561"/>
              </a:cxn>
              <a:cxn ang="0">
                <a:pos x="connsiteX6562" y="connsiteY6562"/>
              </a:cxn>
              <a:cxn ang="0">
                <a:pos x="connsiteX6563" y="connsiteY6563"/>
              </a:cxn>
              <a:cxn ang="0">
                <a:pos x="connsiteX6564" y="connsiteY6564"/>
              </a:cxn>
              <a:cxn ang="0">
                <a:pos x="connsiteX6565" y="connsiteY6565"/>
              </a:cxn>
              <a:cxn ang="0">
                <a:pos x="connsiteX6566" y="connsiteY6566"/>
              </a:cxn>
              <a:cxn ang="0">
                <a:pos x="connsiteX6567" y="connsiteY6567"/>
              </a:cxn>
              <a:cxn ang="0">
                <a:pos x="connsiteX6568" y="connsiteY6568"/>
              </a:cxn>
              <a:cxn ang="0">
                <a:pos x="connsiteX6569" y="connsiteY6569"/>
              </a:cxn>
              <a:cxn ang="0">
                <a:pos x="connsiteX6570" y="connsiteY6570"/>
              </a:cxn>
              <a:cxn ang="0">
                <a:pos x="connsiteX6571" y="connsiteY6571"/>
              </a:cxn>
              <a:cxn ang="0">
                <a:pos x="connsiteX6572" y="connsiteY6572"/>
              </a:cxn>
              <a:cxn ang="0">
                <a:pos x="connsiteX6573" y="connsiteY6573"/>
              </a:cxn>
              <a:cxn ang="0">
                <a:pos x="connsiteX6574" y="connsiteY6574"/>
              </a:cxn>
              <a:cxn ang="0">
                <a:pos x="connsiteX6575" y="connsiteY6575"/>
              </a:cxn>
              <a:cxn ang="0">
                <a:pos x="connsiteX6576" y="connsiteY6576"/>
              </a:cxn>
              <a:cxn ang="0">
                <a:pos x="connsiteX6577" y="connsiteY6577"/>
              </a:cxn>
              <a:cxn ang="0">
                <a:pos x="connsiteX6578" y="connsiteY6578"/>
              </a:cxn>
              <a:cxn ang="0">
                <a:pos x="connsiteX6579" y="connsiteY6579"/>
              </a:cxn>
              <a:cxn ang="0">
                <a:pos x="connsiteX6580" y="connsiteY6580"/>
              </a:cxn>
              <a:cxn ang="0">
                <a:pos x="connsiteX6581" y="connsiteY6581"/>
              </a:cxn>
              <a:cxn ang="0">
                <a:pos x="connsiteX6582" y="connsiteY6582"/>
              </a:cxn>
              <a:cxn ang="0">
                <a:pos x="connsiteX6583" y="connsiteY6583"/>
              </a:cxn>
              <a:cxn ang="0">
                <a:pos x="connsiteX6584" y="connsiteY6584"/>
              </a:cxn>
              <a:cxn ang="0">
                <a:pos x="connsiteX6585" y="connsiteY6585"/>
              </a:cxn>
              <a:cxn ang="0">
                <a:pos x="connsiteX6586" y="connsiteY6586"/>
              </a:cxn>
              <a:cxn ang="0">
                <a:pos x="connsiteX6587" y="connsiteY6587"/>
              </a:cxn>
              <a:cxn ang="0">
                <a:pos x="connsiteX6588" y="connsiteY6588"/>
              </a:cxn>
              <a:cxn ang="0">
                <a:pos x="connsiteX6589" y="connsiteY6589"/>
              </a:cxn>
              <a:cxn ang="0">
                <a:pos x="connsiteX6590" y="connsiteY6590"/>
              </a:cxn>
              <a:cxn ang="0">
                <a:pos x="connsiteX6591" y="connsiteY6591"/>
              </a:cxn>
              <a:cxn ang="0">
                <a:pos x="connsiteX6592" y="connsiteY6592"/>
              </a:cxn>
              <a:cxn ang="0">
                <a:pos x="connsiteX6593" y="connsiteY6593"/>
              </a:cxn>
              <a:cxn ang="0">
                <a:pos x="connsiteX6594" y="connsiteY6594"/>
              </a:cxn>
              <a:cxn ang="0">
                <a:pos x="connsiteX6595" y="connsiteY6595"/>
              </a:cxn>
              <a:cxn ang="0">
                <a:pos x="connsiteX6596" y="connsiteY6596"/>
              </a:cxn>
              <a:cxn ang="0">
                <a:pos x="connsiteX6597" y="connsiteY6597"/>
              </a:cxn>
              <a:cxn ang="0">
                <a:pos x="connsiteX6598" y="connsiteY6598"/>
              </a:cxn>
              <a:cxn ang="0">
                <a:pos x="connsiteX6599" y="connsiteY6599"/>
              </a:cxn>
              <a:cxn ang="0">
                <a:pos x="connsiteX6600" y="connsiteY6600"/>
              </a:cxn>
              <a:cxn ang="0">
                <a:pos x="connsiteX6601" y="connsiteY6601"/>
              </a:cxn>
              <a:cxn ang="0">
                <a:pos x="connsiteX6602" y="connsiteY6602"/>
              </a:cxn>
              <a:cxn ang="0">
                <a:pos x="connsiteX6603" y="connsiteY6603"/>
              </a:cxn>
              <a:cxn ang="0">
                <a:pos x="connsiteX6604" y="connsiteY6604"/>
              </a:cxn>
              <a:cxn ang="0">
                <a:pos x="connsiteX6605" y="connsiteY6605"/>
              </a:cxn>
              <a:cxn ang="0">
                <a:pos x="connsiteX6606" y="connsiteY6606"/>
              </a:cxn>
              <a:cxn ang="0">
                <a:pos x="connsiteX6607" y="connsiteY6607"/>
              </a:cxn>
              <a:cxn ang="0">
                <a:pos x="connsiteX6608" y="connsiteY6608"/>
              </a:cxn>
              <a:cxn ang="0">
                <a:pos x="connsiteX6609" y="connsiteY6609"/>
              </a:cxn>
              <a:cxn ang="0">
                <a:pos x="connsiteX6610" y="connsiteY6610"/>
              </a:cxn>
              <a:cxn ang="0">
                <a:pos x="connsiteX6611" y="connsiteY6611"/>
              </a:cxn>
              <a:cxn ang="0">
                <a:pos x="connsiteX6612" y="connsiteY6612"/>
              </a:cxn>
              <a:cxn ang="0">
                <a:pos x="connsiteX6613" y="connsiteY6613"/>
              </a:cxn>
              <a:cxn ang="0">
                <a:pos x="connsiteX6614" y="connsiteY6614"/>
              </a:cxn>
              <a:cxn ang="0">
                <a:pos x="connsiteX6615" y="connsiteY6615"/>
              </a:cxn>
              <a:cxn ang="0">
                <a:pos x="connsiteX6616" y="connsiteY6616"/>
              </a:cxn>
              <a:cxn ang="0">
                <a:pos x="connsiteX6617" y="connsiteY6617"/>
              </a:cxn>
              <a:cxn ang="0">
                <a:pos x="connsiteX6618" y="connsiteY6618"/>
              </a:cxn>
              <a:cxn ang="0">
                <a:pos x="connsiteX6619" y="connsiteY6619"/>
              </a:cxn>
              <a:cxn ang="0">
                <a:pos x="connsiteX6620" y="connsiteY6620"/>
              </a:cxn>
              <a:cxn ang="0">
                <a:pos x="connsiteX6621" y="connsiteY6621"/>
              </a:cxn>
              <a:cxn ang="0">
                <a:pos x="connsiteX6622" y="connsiteY6622"/>
              </a:cxn>
              <a:cxn ang="0">
                <a:pos x="connsiteX6623" y="connsiteY6623"/>
              </a:cxn>
              <a:cxn ang="0">
                <a:pos x="connsiteX6624" y="connsiteY6624"/>
              </a:cxn>
              <a:cxn ang="0">
                <a:pos x="connsiteX6625" y="connsiteY6625"/>
              </a:cxn>
              <a:cxn ang="0">
                <a:pos x="connsiteX6626" y="connsiteY6626"/>
              </a:cxn>
              <a:cxn ang="0">
                <a:pos x="connsiteX6627" y="connsiteY6627"/>
              </a:cxn>
              <a:cxn ang="0">
                <a:pos x="connsiteX6628" y="connsiteY6628"/>
              </a:cxn>
              <a:cxn ang="0">
                <a:pos x="connsiteX6629" y="connsiteY6629"/>
              </a:cxn>
              <a:cxn ang="0">
                <a:pos x="connsiteX6630" y="connsiteY6630"/>
              </a:cxn>
              <a:cxn ang="0">
                <a:pos x="connsiteX6631" y="connsiteY6631"/>
              </a:cxn>
              <a:cxn ang="0">
                <a:pos x="connsiteX6632" y="connsiteY6632"/>
              </a:cxn>
              <a:cxn ang="0">
                <a:pos x="connsiteX6633" y="connsiteY6633"/>
              </a:cxn>
              <a:cxn ang="0">
                <a:pos x="connsiteX6634" y="connsiteY6634"/>
              </a:cxn>
              <a:cxn ang="0">
                <a:pos x="connsiteX6635" y="connsiteY6635"/>
              </a:cxn>
              <a:cxn ang="0">
                <a:pos x="connsiteX6636" y="connsiteY6636"/>
              </a:cxn>
              <a:cxn ang="0">
                <a:pos x="connsiteX6637" y="connsiteY6637"/>
              </a:cxn>
              <a:cxn ang="0">
                <a:pos x="connsiteX6638" y="connsiteY6638"/>
              </a:cxn>
              <a:cxn ang="0">
                <a:pos x="connsiteX6639" y="connsiteY6639"/>
              </a:cxn>
              <a:cxn ang="0">
                <a:pos x="connsiteX6640" y="connsiteY6640"/>
              </a:cxn>
              <a:cxn ang="0">
                <a:pos x="connsiteX6641" y="connsiteY6641"/>
              </a:cxn>
              <a:cxn ang="0">
                <a:pos x="connsiteX6642" y="connsiteY6642"/>
              </a:cxn>
              <a:cxn ang="0">
                <a:pos x="connsiteX6643" y="connsiteY6643"/>
              </a:cxn>
              <a:cxn ang="0">
                <a:pos x="connsiteX6644" y="connsiteY6644"/>
              </a:cxn>
              <a:cxn ang="0">
                <a:pos x="connsiteX6645" y="connsiteY6645"/>
              </a:cxn>
              <a:cxn ang="0">
                <a:pos x="connsiteX6646" y="connsiteY6646"/>
              </a:cxn>
              <a:cxn ang="0">
                <a:pos x="connsiteX6647" y="connsiteY6647"/>
              </a:cxn>
              <a:cxn ang="0">
                <a:pos x="connsiteX6648" y="connsiteY6648"/>
              </a:cxn>
              <a:cxn ang="0">
                <a:pos x="connsiteX6649" y="connsiteY6649"/>
              </a:cxn>
              <a:cxn ang="0">
                <a:pos x="connsiteX6650" y="connsiteY6650"/>
              </a:cxn>
              <a:cxn ang="0">
                <a:pos x="connsiteX6651" y="connsiteY6651"/>
              </a:cxn>
              <a:cxn ang="0">
                <a:pos x="connsiteX6652" y="connsiteY6652"/>
              </a:cxn>
              <a:cxn ang="0">
                <a:pos x="connsiteX6653" y="connsiteY6653"/>
              </a:cxn>
              <a:cxn ang="0">
                <a:pos x="connsiteX6654" y="connsiteY6654"/>
              </a:cxn>
              <a:cxn ang="0">
                <a:pos x="connsiteX6655" y="connsiteY6655"/>
              </a:cxn>
              <a:cxn ang="0">
                <a:pos x="connsiteX6656" y="connsiteY6656"/>
              </a:cxn>
              <a:cxn ang="0">
                <a:pos x="connsiteX6657" y="connsiteY6657"/>
              </a:cxn>
              <a:cxn ang="0">
                <a:pos x="connsiteX6658" y="connsiteY6658"/>
              </a:cxn>
              <a:cxn ang="0">
                <a:pos x="connsiteX6659" y="connsiteY6659"/>
              </a:cxn>
              <a:cxn ang="0">
                <a:pos x="connsiteX6660" y="connsiteY6660"/>
              </a:cxn>
              <a:cxn ang="0">
                <a:pos x="connsiteX6661" y="connsiteY6661"/>
              </a:cxn>
              <a:cxn ang="0">
                <a:pos x="connsiteX6662" y="connsiteY6662"/>
              </a:cxn>
              <a:cxn ang="0">
                <a:pos x="connsiteX6663" y="connsiteY6663"/>
              </a:cxn>
              <a:cxn ang="0">
                <a:pos x="connsiteX6664" y="connsiteY6664"/>
              </a:cxn>
              <a:cxn ang="0">
                <a:pos x="connsiteX6665" y="connsiteY6665"/>
              </a:cxn>
              <a:cxn ang="0">
                <a:pos x="connsiteX6666" y="connsiteY6666"/>
              </a:cxn>
              <a:cxn ang="0">
                <a:pos x="connsiteX6667" y="connsiteY6667"/>
              </a:cxn>
              <a:cxn ang="0">
                <a:pos x="connsiteX6668" y="connsiteY6668"/>
              </a:cxn>
              <a:cxn ang="0">
                <a:pos x="connsiteX6669" y="connsiteY6669"/>
              </a:cxn>
              <a:cxn ang="0">
                <a:pos x="connsiteX6670" y="connsiteY6670"/>
              </a:cxn>
              <a:cxn ang="0">
                <a:pos x="connsiteX6671" y="connsiteY6671"/>
              </a:cxn>
              <a:cxn ang="0">
                <a:pos x="connsiteX6672" y="connsiteY6672"/>
              </a:cxn>
              <a:cxn ang="0">
                <a:pos x="connsiteX6673" y="connsiteY6673"/>
              </a:cxn>
              <a:cxn ang="0">
                <a:pos x="connsiteX6674" y="connsiteY6674"/>
              </a:cxn>
              <a:cxn ang="0">
                <a:pos x="connsiteX6675" y="connsiteY6675"/>
              </a:cxn>
              <a:cxn ang="0">
                <a:pos x="connsiteX6676" y="connsiteY6676"/>
              </a:cxn>
              <a:cxn ang="0">
                <a:pos x="connsiteX6677" y="connsiteY6677"/>
              </a:cxn>
              <a:cxn ang="0">
                <a:pos x="connsiteX6678" y="connsiteY6678"/>
              </a:cxn>
              <a:cxn ang="0">
                <a:pos x="connsiteX6679" y="connsiteY6679"/>
              </a:cxn>
              <a:cxn ang="0">
                <a:pos x="connsiteX6680" y="connsiteY6680"/>
              </a:cxn>
              <a:cxn ang="0">
                <a:pos x="connsiteX6681" y="connsiteY6681"/>
              </a:cxn>
              <a:cxn ang="0">
                <a:pos x="connsiteX6682" y="connsiteY6682"/>
              </a:cxn>
              <a:cxn ang="0">
                <a:pos x="connsiteX6683" y="connsiteY6683"/>
              </a:cxn>
              <a:cxn ang="0">
                <a:pos x="connsiteX6684" y="connsiteY6684"/>
              </a:cxn>
              <a:cxn ang="0">
                <a:pos x="connsiteX6685" y="connsiteY6685"/>
              </a:cxn>
              <a:cxn ang="0">
                <a:pos x="connsiteX6686" y="connsiteY6686"/>
              </a:cxn>
              <a:cxn ang="0">
                <a:pos x="connsiteX6687" y="connsiteY6687"/>
              </a:cxn>
              <a:cxn ang="0">
                <a:pos x="connsiteX6688" y="connsiteY6688"/>
              </a:cxn>
              <a:cxn ang="0">
                <a:pos x="connsiteX6689" y="connsiteY6689"/>
              </a:cxn>
              <a:cxn ang="0">
                <a:pos x="connsiteX6690" y="connsiteY6690"/>
              </a:cxn>
              <a:cxn ang="0">
                <a:pos x="connsiteX6691" y="connsiteY6691"/>
              </a:cxn>
              <a:cxn ang="0">
                <a:pos x="connsiteX6692" y="connsiteY6692"/>
              </a:cxn>
              <a:cxn ang="0">
                <a:pos x="connsiteX6693" y="connsiteY6693"/>
              </a:cxn>
              <a:cxn ang="0">
                <a:pos x="connsiteX6694" y="connsiteY6694"/>
              </a:cxn>
              <a:cxn ang="0">
                <a:pos x="connsiteX6695" y="connsiteY6695"/>
              </a:cxn>
              <a:cxn ang="0">
                <a:pos x="connsiteX6696" y="connsiteY6696"/>
              </a:cxn>
              <a:cxn ang="0">
                <a:pos x="connsiteX6697" y="connsiteY6697"/>
              </a:cxn>
              <a:cxn ang="0">
                <a:pos x="connsiteX6698" y="connsiteY6698"/>
              </a:cxn>
              <a:cxn ang="0">
                <a:pos x="connsiteX6699" y="connsiteY6699"/>
              </a:cxn>
              <a:cxn ang="0">
                <a:pos x="connsiteX6700" y="connsiteY6700"/>
              </a:cxn>
              <a:cxn ang="0">
                <a:pos x="connsiteX6701" y="connsiteY6701"/>
              </a:cxn>
              <a:cxn ang="0">
                <a:pos x="connsiteX6702" y="connsiteY6702"/>
              </a:cxn>
              <a:cxn ang="0">
                <a:pos x="connsiteX6703" y="connsiteY6703"/>
              </a:cxn>
              <a:cxn ang="0">
                <a:pos x="connsiteX6704" y="connsiteY6704"/>
              </a:cxn>
              <a:cxn ang="0">
                <a:pos x="connsiteX6705" y="connsiteY6705"/>
              </a:cxn>
              <a:cxn ang="0">
                <a:pos x="connsiteX6706" y="connsiteY6706"/>
              </a:cxn>
              <a:cxn ang="0">
                <a:pos x="connsiteX6707" y="connsiteY6707"/>
              </a:cxn>
              <a:cxn ang="0">
                <a:pos x="connsiteX6708" y="connsiteY6708"/>
              </a:cxn>
              <a:cxn ang="0">
                <a:pos x="connsiteX6709" y="connsiteY6709"/>
              </a:cxn>
              <a:cxn ang="0">
                <a:pos x="connsiteX6710" y="connsiteY6710"/>
              </a:cxn>
              <a:cxn ang="0">
                <a:pos x="connsiteX6711" y="connsiteY6711"/>
              </a:cxn>
              <a:cxn ang="0">
                <a:pos x="connsiteX6712" y="connsiteY6712"/>
              </a:cxn>
              <a:cxn ang="0">
                <a:pos x="connsiteX6713" y="connsiteY6713"/>
              </a:cxn>
              <a:cxn ang="0">
                <a:pos x="connsiteX6714" y="connsiteY6714"/>
              </a:cxn>
              <a:cxn ang="0">
                <a:pos x="connsiteX6715" y="connsiteY6715"/>
              </a:cxn>
              <a:cxn ang="0">
                <a:pos x="connsiteX6716" y="connsiteY6716"/>
              </a:cxn>
              <a:cxn ang="0">
                <a:pos x="connsiteX6717" y="connsiteY6717"/>
              </a:cxn>
              <a:cxn ang="0">
                <a:pos x="connsiteX6718" y="connsiteY6718"/>
              </a:cxn>
              <a:cxn ang="0">
                <a:pos x="connsiteX6719" y="connsiteY6719"/>
              </a:cxn>
              <a:cxn ang="0">
                <a:pos x="connsiteX6720" y="connsiteY6720"/>
              </a:cxn>
              <a:cxn ang="0">
                <a:pos x="connsiteX6721" y="connsiteY6721"/>
              </a:cxn>
              <a:cxn ang="0">
                <a:pos x="connsiteX6722" y="connsiteY6722"/>
              </a:cxn>
              <a:cxn ang="0">
                <a:pos x="connsiteX6723" y="connsiteY6723"/>
              </a:cxn>
              <a:cxn ang="0">
                <a:pos x="connsiteX6724" y="connsiteY6724"/>
              </a:cxn>
              <a:cxn ang="0">
                <a:pos x="connsiteX6725" y="connsiteY6725"/>
              </a:cxn>
              <a:cxn ang="0">
                <a:pos x="connsiteX6726" y="connsiteY6726"/>
              </a:cxn>
              <a:cxn ang="0">
                <a:pos x="connsiteX6727" y="connsiteY6727"/>
              </a:cxn>
              <a:cxn ang="0">
                <a:pos x="connsiteX6728" y="connsiteY6728"/>
              </a:cxn>
              <a:cxn ang="0">
                <a:pos x="connsiteX6729" y="connsiteY6729"/>
              </a:cxn>
              <a:cxn ang="0">
                <a:pos x="connsiteX6730" y="connsiteY6730"/>
              </a:cxn>
              <a:cxn ang="0">
                <a:pos x="connsiteX6731" y="connsiteY6731"/>
              </a:cxn>
              <a:cxn ang="0">
                <a:pos x="connsiteX6732" y="connsiteY6732"/>
              </a:cxn>
              <a:cxn ang="0">
                <a:pos x="connsiteX6733" y="connsiteY6733"/>
              </a:cxn>
              <a:cxn ang="0">
                <a:pos x="connsiteX6734" y="connsiteY6734"/>
              </a:cxn>
              <a:cxn ang="0">
                <a:pos x="connsiteX6735" y="connsiteY6735"/>
              </a:cxn>
              <a:cxn ang="0">
                <a:pos x="connsiteX6736" y="connsiteY6736"/>
              </a:cxn>
              <a:cxn ang="0">
                <a:pos x="connsiteX6737" y="connsiteY6737"/>
              </a:cxn>
              <a:cxn ang="0">
                <a:pos x="connsiteX6738" y="connsiteY6738"/>
              </a:cxn>
              <a:cxn ang="0">
                <a:pos x="connsiteX6739" y="connsiteY6739"/>
              </a:cxn>
              <a:cxn ang="0">
                <a:pos x="connsiteX6740" y="connsiteY6740"/>
              </a:cxn>
              <a:cxn ang="0">
                <a:pos x="connsiteX6741" y="connsiteY6741"/>
              </a:cxn>
              <a:cxn ang="0">
                <a:pos x="connsiteX6742" y="connsiteY6742"/>
              </a:cxn>
              <a:cxn ang="0">
                <a:pos x="connsiteX6743" y="connsiteY6743"/>
              </a:cxn>
              <a:cxn ang="0">
                <a:pos x="connsiteX6744" y="connsiteY6744"/>
              </a:cxn>
              <a:cxn ang="0">
                <a:pos x="connsiteX6745" y="connsiteY6745"/>
              </a:cxn>
              <a:cxn ang="0">
                <a:pos x="connsiteX6746" y="connsiteY6746"/>
              </a:cxn>
              <a:cxn ang="0">
                <a:pos x="connsiteX6747" y="connsiteY6747"/>
              </a:cxn>
              <a:cxn ang="0">
                <a:pos x="connsiteX6748" y="connsiteY6748"/>
              </a:cxn>
              <a:cxn ang="0">
                <a:pos x="connsiteX6749" y="connsiteY6749"/>
              </a:cxn>
              <a:cxn ang="0">
                <a:pos x="connsiteX6750" y="connsiteY6750"/>
              </a:cxn>
              <a:cxn ang="0">
                <a:pos x="connsiteX6751" y="connsiteY6751"/>
              </a:cxn>
              <a:cxn ang="0">
                <a:pos x="connsiteX6752" y="connsiteY6752"/>
              </a:cxn>
              <a:cxn ang="0">
                <a:pos x="connsiteX6753" y="connsiteY6753"/>
              </a:cxn>
              <a:cxn ang="0">
                <a:pos x="connsiteX6754" y="connsiteY6754"/>
              </a:cxn>
              <a:cxn ang="0">
                <a:pos x="connsiteX6755" y="connsiteY6755"/>
              </a:cxn>
              <a:cxn ang="0">
                <a:pos x="connsiteX6756" y="connsiteY6756"/>
              </a:cxn>
              <a:cxn ang="0">
                <a:pos x="connsiteX6757" y="connsiteY6757"/>
              </a:cxn>
              <a:cxn ang="0">
                <a:pos x="connsiteX6758" y="connsiteY6758"/>
              </a:cxn>
              <a:cxn ang="0">
                <a:pos x="connsiteX6759" y="connsiteY6759"/>
              </a:cxn>
              <a:cxn ang="0">
                <a:pos x="connsiteX6760" y="connsiteY6760"/>
              </a:cxn>
              <a:cxn ang="0">
                <a:pos x="connsiteX6761" y="connsiteY6761"/>
              </a:cxn>
              <a:cxn ang="0">
                <a:pos x="connsiteX6762" y="connsiteY6762"/>
              </a:cxn>
              <a:cxn ang="0">
                <a:pos x="connsiteX6763" y="connsiteY6763"/>
              </a:cxn>
              <a:cxn ang="0">
                <a:pos x="connsiteX6764" y="connsiteY6764"/>
              </a:cxn>
              <a:cxn ang="0">
                <a:pos x="connsiteX6765" y="connsiteY6765"/>
              </a:cxn>
              <a:cxn ang="0">
                <a:pos x="connsiteX6766" y="connsiteY6766"/>
              </a:cxn>
              <a:cxn ang="0">
                <a:pos x="connsiteX6767" y="connsiteY6767"/>
              </a:cxn>
              <a:cxn ang="0">
                <a:pos x="connsiteX6768" y="connsiteY6768"/>
              </a:cxn>
              <a:cxn ang="0">
                <a:pos x="connsiteX6769" y="connsiteY6769"/>
              </a:cxn>
              <a:cxn ang="0">
                <a:pos x="connsiteX6770" y="connsiteY6770"/>
              </a:cxn>
              <a:cxn ang="0">
                <a:pos x="connsiteX6771" y="connsiteY6771"/>
              </a:cxn>
              <a:cxn ang="0">
                <a:pos x="connsiteX6772" y="connsiteY6772"/>
              </a:cxn>
              <a:cxn ang="0">
                <a:pos x="connsiteX6773" y="connsiteY6773"/>
              </a:cxn>
              <a:cxn ang="0">
                <a:pos x="connsiteX6774" y="connsiteY6774"/>
              </a:cxn>
              <a:cxn ang="0">
                <a:pos x="connsiteX6775" y="connsiteY6775"/>
              </a:cxn>
              <a:cxn ang="0">
                <a:pos x="connsiteX6776" y="connsiteY6776"/>
              </a:cxn>
              <a:cxn ang="0">
                <a:pos x="connsiteX6777" y="connsiteY6777"/>
              </a:cxn>
              <a:cxn ang="0">
                <a:pos x="connsiteX6778" y="connsiteY6778"/>
              </a:cxn>
              <a:cxn ang="0">
                <a:pos x="connsiteX6779" y="connsiteY6779"/>
              </a:cxn>
              <a:cxn ang="0">
                <a:pos x="connsiteX6780" y="connsiteY6780"/>
              </a:cxn>
              <a:cxn ang="0">
                <a:pos x="connsiteX6781" y="connsiteY6781"/>
              </a:cxn>
              <a:cxn ang="0">
                <a:pos x="connsiteX6782" y="connsiteY6782"/>
              </a:cxn>
              <a:cxn ang="0">
                <a:pos x="connsiteX6783" y="connsiteY6783"/>
              </a:cxn>
              <a:cxn ang="0">
                <a:pos x="connsiteX6784" y="connsiteY6784"/>
              </a:cxn>
              <a:cxn ang="0">
                <a:pos x="connsiteX6785" y="connsiteY6785"/>
              </a:cxn>
              <a:cxn ang="0">
                <a:pos x="connsiteX6786" y="connsiteY6786"/>
              </a:cxn>
              <a:cxn ang="0">
                <a:pos x="connsiteX6787" y="connsiteY6787"/>
              </a:cxn>
              <a:cxn ang="0">
                <a:pos x="connsiteX6788" y="connsiteY6788"/>
              </a:cxn>
              <a:cxn ang="0">
                <a:pos x="connsiteX6789" y="connsiteY6789"/>
              </a:cxn>
              <a:cxn ang="0">
                <a:pos x="connsiteX6790" y="connsiteY6790"/>
              </a:cxn>
              <a:cxn ang="0">
                <a:pos x="connsiteX6791" y="connsiteY6791"/>
              </a:cxn>
              <a:cxn ang="0">
                <a:pos x="connsiteX6792" y="connsiteY6792"/>
              </a:cxn>
              <a:cxn ang="0">
                <a:pos x="connsiteX6793" y="connsiteY6793"/>
              </a:cxn>
              <a:cxn ang="0">
                <a:pos x="connsiteX6794" y="connsiteY6794"/>
              </a:cxn>
              <a:cxn ang="0">
                <a:pos x="connsiteX6795" y="connsiteY6795"/>
              </a:cxn>
              <a:cxn ang="0">
                <a:pos x="connsiteX6796" y="connsiteY6796"/>
              </a:cxn>
              <a:cxn ang="0">
                <a:pos x="connsiteX6797" y="connsiteY6797"/>
              </a:cxn>
              <a:cxn ang="0">
                <a:pos x="connsiteX6798" y="connsiteY6798"/>
              </a:cxn>
              <a:cxn ang="0">
                <a:pos x="connsiteX6799" y="connsiteY6799"/>
              </a:cxn>
              <a:cxn ang="0">
                <a:pos x="connsiteX6800" y="connsiteY6800"/>
              </a:cxn>
              <a:cxn ang="0">
                <a:pos x="connsiteX6801" y="connsiteY6801"/>
              </a:cxn>
              <a:cxn ang="0">
                <a:pos x="connsiteX6802" y="connsiteY6802"/>
              </a:cxn>
              <a:cxn ang="0">
                <a:pos x="connsiteX6803" y="connsiteY6803"/>
              </a:cxn>
              <a:cxn ang="0">
                <a:pos x="connsiteX6804" y="connsiteY6804"/>
              </a:cxn>
              <a:cxn ang="0">
                <a:pos x="connsiteX6805" y="connsiteY6805"/>
              </a:cxn>
              <a:cxn ang="0">
                <a:pos x="connsiteX6806" y="connsiteY6806"/>
              </a:cxn>
              <a:cxn ang="0">
                <a:pos x="connsiteX6807" y="connsiteY6807"/>
              </a:cxn>
              <a:cxn ang="0">
                <a:pos x="connsiteX6808" y="connsiteY6808"/>
              </a:cxn>
              <a:cxn ang="0">
                <a:pos x="connsiteX6809" y="connsiteY6809"/>
              </a:cxn>
              <a:cxn ang="0">
                <a:pos x="connsiteX6810" y="connsiteY6810"/>
              </a:cxn>
              <a:cxn ang="0">
                <a:pos x="connsiteX6811" y="connsiteY6811"/>
              </a:cxn>
              <a:cxn ang="0">
                <a:pos x="connsiteX6812" y="connsiteY6812"/>
              </a:cxn>
              <a:cxn ang="0">
                <a:pos x="connsiteX6813" y="connsiteY6813"/>
              </a:cxn>
              <a:cxn ang="0">
                <a:pos x="connsiteX6814" y="connsiteY6814"/>
              </a:cxn>
              <a:cxn ang="0">
                <a:pos x="connsiteX6815" y="connsiteY6815"/>
              </a:cxn>
              <a:cxn ang="0">
                <a:pos x="connsiteX6816" y="connsiteY6816"/>
              </a:cxn>
              <a:cxn ang="0">
                <a:pos x="connsiteX6817" y="connsiteY6817"/>
              </a:cxn>
              <a:cxn ang="0">
                <a:pos x="connsiteX6818" y="connsiteY6818"/>
              </a:cxn>
              <a:cxn ang="0">
                <a:pos x="connsiteX6819" y="connsiteY6819"/>
              </a:cxn>
              <a:cxn ang="0">
                <a:pos x="connsiteX6820" y="connsiteY6820"/>
              </a:cxn>
              <a:cxn ang="0">
                <a:pos x="connsiteX6821" y="connsiteY6821"/>
              </a:cxn>
              <a:cxn ang="0">
                <a:pos x="connsiteX6822" y="connsiteY6822"/>
              </a:cxn>
              <a:cxn ang="0">
                <a:pos x="connsiteX6823" y="connsiteY6823"/>
              </a:cxn>
              <a:cxn ang="0">
                <a:pos x="connsiteX6824" y="connsiteY6824"/>
              </a:cxn>
              <a:cxn ang="0">
                <a:pos x="connsiteX6825" y="connsiteY6825"/>
              </a:cxn>
              <a:cxn ang="0">
                <a:pos x="connsiteX6826" y="connsiteY6826"/>
              </a:cxn>
              <a:cxn ang="0">
                <a:pos x="connsiteX6827" y="connsiteY6827"/>
              </a:cxn>
              <a:cxn ang="0">
                <a:pos x="connsiteX6828" y="connsiteY6828"/>
              </a:cxn>
              <a:cxn ang="0">
                <a:pos x="connsiteX6829" y="connsiteY6829"/>
              </a:cxn>
              <a:cxn ang="0">
                <a:pos x="connsiteX6830" y="connsiteY6830"/>
              </a:cxn>
              <a:cxn ang="0">
                <a:pos x="connsiteX6831" y="connsiteY6831"/>
              </a:cxn>
              <a:cxn ang="0">
                <a:pos x="connsiteX6832" y="connsiteY6832"/>
              </a:cxn>
              <a:cxn ang="0">
                <a:pos x="connsiteX6833" y="connsiteY6833"/>
              </a:cxn>
              <a:cxn ang="0">
                <a:pos x="connsiteX6834" y="connsiteY6834"/>
              </a:cxn>
              <a:cxn ang="0">
                <a:pos x="connsiteX6835" y="connsiteY6835"/>
              </a:cxn>
              <a:cxn ang="0">
                <a:pos x="connsiteX6836" y="connsiteY6836"/>
              </a:cxn>
              <a:cxn ang="0">
                <a:pos x="connsiteX6837" y="connsiteY6837"/>
              </a:cxn>
              <a:cxn ang="0">
                <a:pos x="connsiteX6838" y="connsiteY6838"/>
              </a:cxn>
              <a:cxn ang="0">
                <a:pos x="connsiteX6839" y="connsiteY6839"/>
              </a:cxn>
              <a:cxn ang="0">
                <a:pos x="connsiteX6840" y="connsiteY6840"/>
              </a:cxn>
              <a:cxn ang="0">
                <a:pos x="connsiteX6841" y="connsiteY6841"/>
              </a:cxn>
              <a:cxn ang="0">
                <a:pos x="connsiteX6842" y="connsiteY6842"/>
              </a:cxn>
              <a:cxn ang="0">
                <a:pos x="connsiteX6843" y="connsiteY6843"/>
              </a:cxn>
              <a:cxn ang="0">
                <a:pos x="connsiteX6844" y="connsiteY6844"/>
              </a:cxn>
              <a:cxn ang="0">
                <a:pos x="connsiteX6845" y="connsiteY6845"/>
              </a:cxn>
              <a:cxn ang="0">
                <a:pos x="connsiteX6846" y="connsiteY6846"/>
              </a:cxn>
              <a:cxn ang="0">
                <a:pos x="connsiteX6847" y="connsiteY6847"/>
              </a:cxn>
              <a:cxn ang="0">
                <a:pos x="connsiteX6848" y="connsiteY6848"/>
              </a:cxn>
              <a:cxn ang="0">
                <a:pos x="connsiteX6849" y="connsiteY6849"/>
              </a:cxn>
              <a:cxn ang="0">
                <a:pos x="connsiteX6850" y="connsiteY6850"/>
              </a:cxn>
              <a:cxn ang="0">
                <a:pos x="connsiteX6851" y="connsiteY6851"/>
              </a:cxn>
              <a:cxn ang="0">
                <a:pos x="connsiteX6852" y="connsiteY6852"/>
              </a:cxn>
              <a:cxn ang="0">
                <a:pos x="connsiteX6853" y="connsiteY6853"/>
              </a:cxn>
              <a:cxn ang="0">
                <a:pos x="connsiteX6854" y="connsiteY6854"/>
              </a:cxn>
              <a:cxn ang="0">
                <a:pos x="connsiteX6855" y="connsiteY6855"/>
              </a:cxn>
              <a:cxn ang="0">
                <a:pos x="connsiteX6856" y="connsiteY6856"/>
              </a:cxn>
              <a:cxn ang="0">
                <a:pos x="connsiteX6857" y="connsiteY6857"/>
              </a:cxn>
              <a:cxn ang="0">
                <a:pos x="connsiteX6858" y="connsiteY6858"/>
              </a:cxn>
              <a:cxn ang="0">
                <a:pos x="connsiteX6859" y="connsiteY6859"/>
              </a:cxn>
              <a:cxn ang="0">
                <a:pos x="connsiteX6860" y="connsiteY6860"/>
              </a:cxn>
              <a:cxn ang="0">
                <a:pos x="connsiteX6861" y="connsiteY6861"/>
              </a:cxn>
              <a:cxn ang="0">
                <a:pos x="connsiteX6862" y="connsiteY6862"/>
              </a:cxn>
              <a:cxn ang="0">
                <a:pos x="connsiteX6863" y="connsiteY6863"/>
              </a:cxn>
              <a:cxn ang="0">
                <a:pos x="connsiteX6864" y="connsiteY6864"/>
              </a:cxn>
              <a:cxn ang="0">
                <a:pos x="connsiteX6865" y="connsiteY6865"/>
              </a:cxn>
              <a:cxn ang="0">
                <a:pos x="connsiteX6866" y="connsiteY6866"/>
              </a:cxn>
              <a:cxn ang="0">
                <a:pos x="connsiteX6867" y="connsiteY6867"/>
              </a:cxn>
              <a:cxn ang="0">
                <a:pos x="connsiteX6868" y="connsiteY6868"/>
              </a:cxn>
              <a:cxn ang="0">
                <a:pos x="connsiteX6869" y="connsiteY6869"/>
              </a:cxn>
              <a:cxn ang="0">
                <a:pos x="connsiteX6870" y="connsiteY6870"/>
              </a:cxn>
              <a:cxn ang="0">
                <a:pos x="connsiteX6871" y="connsiteY6871"/>
              </a:cxn>
              <a:cxn ang="0">
                <a:pos x="connsiteX6872" y="connsiteY6872"/>
              </a:cxn>
              <a:cxn ang="0">
                <a:pos x="connsiteX6873" y="connsiteY6873"/>
              </a:cxn>
              <a:cxn ang="0">
                <a:pos x="connsiteX6874" y="connsiteY6874"/>
              </a:cxn>
              <a:cxn ang="0">
                <a:pos x="connsiteX6875" y="connsiteY6875"/>
              </a:cxn>
              <a:cxn ang="0">
                <a:pos x="connsiteX6876" y="connsiteY6876"/>
              </a:cxn>
              <a:cxn ang="0">
                <a:pos x="connsiteX6877" y="connsiteY6877"/>
              </a:cxn>
              <a:cxn ang="0">
                <a:pos x="connsiteX6878" y="connsiteY6878"/>
              </a:cxn>
              <a:cxn ang="0">
                <a:pos x="connsiteX6879" y="connsiteY6879"/>
              </a:cxn>
              <a:cxn ang="0">
                <a:pos x="connsiteX6880" y="connsiteY6880"/>
              </a:cxn>
              <a:cxn ang="0">
                <a:pos x="connsiteX6881" y="connsiteY6881"/>
              </a:cxn>
              <a:cxn ang="0">
                <a:pos x="connsiteX6882" y="connsiteY6882"/>
              </a:cxn>
              <a:cxn ang="0">
                <a:pos x="connsiteX6883" y="connsiteY6883"/>
              </a:cxn>
              <a:cxn ang="0">
                <a:pos x="connsiteX6884" y="connsiteY6884"/>
              </a:cxn>
              <a:cxn ang="0">
                <a:pos x="connsiteX6885" y="connsiteY6885"/>
              </a:cxn>
              <a:cxn ang="0">
                <a:pos x="connsiteX6886" y="connsiteY6886"/>
              </a:cxn>
              <a:cxn ang="0">
                <a:pos x="connsiteX6887" y="connsiteY6887"/>
              </a:cxn>
              <a:cxn ang="0">
                <a:pos x="connsiteX6888" y="connsiteY6888"/>
              </a:cxn>
              <a:cxn ang="0">
                <a:pos x="connsiteX6889" y="connsiteY6889"/>
              </a:cxn>
              <a:cxn ang="0">
                <a:pos x="connsiteX6890" y="connsiteY6890"/>
              </a:cxn>
              <a:cxn ang="0">
                <a:pos x="connsiteX6891" y="connsiteY6891"/>
              </a:cxn>
              <a:cxn ang="0">
                <a:pos x="connsiteX6892" y="connsiteY6892"/>
              </a:cxn>
              <a:cxn ang="0">
                <a:pos x="connsiteX6893" y="connsiteY6893"/>
              </a:cxn>
              <a:cxn ang="0">
                <a:pos x="connsiteX6894" y="connsiteY6894"/>
              </a:cxn>
              <a:cxn ang="0">
                <a:pos x="connsiteX6895" y="connsiteY6895"/>
              </a:cxn>
              <a:cxn ang="0">
                <a:pos x="connsiteX6896" y="connsiteY6896"/>
              </a:cxn>
              <a:cxn ang="0">
                <a:pos x="connsiteX6897" y="connsiteY6897"/>
              </a:cxn>
              <a:cxn ang="0">
                <a:pos x="connsiteX6898" y="connsiteY6898"/>
              </a:cxn>
              <a:cxn ang="0">
                <a:pos x="connsiteX6899" y="connsiteY6899"/>
              </a:cxn>
              <a:cxn ang="0">
                <a:pos x="connsiteX6900" y="connsiteY6900"/>
              </a:cxn>
              <a:cxn ang="0">
                <a:pos x="connsiteX6901" y="connsiteY6901"/>
              </a:cxn>
              <a:cxn ang="0">
                <a:pos x="connsiteX6902" y="connsiteY6902"/>
              </a:cxn>
              <a:cxn ang="0">
                <a:pos x="connsiteX6903" y="connsiteY6903"/>
              </a:cxn>
              <a:cxn ang="0">
                <a:pos x="connsiteX6904" y="connsiteY6904"/>
              </a:cxn>
              <a:cxn ang="0">
                <a:pos x="connsiteX6905" y="connsiteY6905"/>
              </a:cxn>
              <a:cxn ang="0">
                <a:pos x="connsiteX6906" y="connsiteY6906"/>
              </a:cxn>
              <a:cxn ang="0">
                <a:pos x="connsiteX6907" y="connsiteY6907"/>
              </a:cxn>
              <a:cxn ang="0">
                <a:pos x="connsiteX6908" y="connsiteY6908"/>
              </a:cxn>
              <a:cxn ang="0">
                <a:pos x="connsiteX6909" y="connsiteY6909"/>
              </a:cxn>
              <a:cxn ang="0">
                <a:pos x="connsiteX6910" y="connsiteY6910"/>
              </a:cxn>
              <a:cxn ang="0">
                <a:pos x="connsiteX6911" y="connsiteY6911"/>
              </a:cxn>
              <a:cxn ang="0">
                <a:pos x="connsiteX6912" y="connsiteY6912"/>
              </a:cxn>
              <a:cxn ang="0">
                <a:pos x="connsiteX6913" y="connsiteY6913"/>
              </a:cxn>
              <a:cxn ang="0">
                <a:pos x="connsiteX6914" y="connsiteY6914"/>
              </a:cxn>
              <a:cxn ang="0">
                <a:pos x="connsiteX6915" y="connsiteY6915"/>
              </a:cxn>
              <a:cxn ang="0">
                <a:pos x="connsiteX6916" y="connsiteY6916"/>
              </a:cxn>
              <a:cxn ang="0">
                <a:pos x="connsiteX6917" y="connsiteY6917"/>
              </a:cxn>
              <a:cxn ang="0">
                <a:pos x="connsiteX6918" y="connsiteY6918"/>
              </a:cxn>
              <a:cxn ang="0">
                <a:pos x="connsiteX6919" y="connsiteY6919"/>
              </a:cxn>
              <a:cxn ang="0">
                <a:pos x="connsiteX6920" y="connsiteY6920"/>
              </a:cxn>
              <a:cxn ang="0">
                <a:pos x="connsiteX6921" y="connsiteY6921"/>
              </a:cxn>
              <a:cxn ang="0">
                <a:pos x="connsiteX6922" y="connsiteY6922"/>
              </a:cxn>
              <a:cxn ang="0">
                <a:pos x="connsiteX6923" y="connsiteY6923"/>
              </a:cxn>
              <a:cxn ang="0">
                <a:pos x="connsiteX6924" y="connsiteY6924"/>
              </a:cxn>
              <a:cxn ang="0">
                <a:pos x="connsiteX6925" y="connsiteY6925"/>
              </a:cxn>
              <a:cxn ang="0">
                <a:pos x="connsiteX6926" y="connsiteY6926"/>
              </a:cxn>
              <a:cxn ang="0">
                <a:pos x="connsiteX6927" y="connsiteY6927"/>
              </a:cxn>
              <a:cxn ang="0">
                <a:pos x="connsiteX6928" y="connsiteY6928"/>
              </a:cxn>
              <a:cxn ang="0">
                <a:pos x="connsiteX6929" y="connsiteY6929"/>
              </a:cxn>
              <a:cxn ang="0">
                <a:pos x="connsiteX6930" y="connsiteY6930"/>
              </a:cxn>
              <a:cxn ang="0">
                <a:pos x="connsiteX6931" y="connsiteY6931"/>
              </a:cxn>
              <a:cxn ang="0">
                <a:pos x="connsiteX6932" y="connsiteY6932"/>
              </a:cxn>
              <a:cxn ang="0">
                <a:pos x="connsiteX6933" y="connsiteY6933"/>
              </a:cxn>
              <a:cxn ang="0">
                <a:pos x="connsiteX6934" y="connsiteY6934"/>
              </a:cxn>
              <a:cxn ang="0">
                <a:pos x="connsiteX6935" y="connsiteY6935"/>
              </a:cxn>
              <a:cxn ang="0">
                <a:pos x="connsiteX6936" y="connsiteY6936"/>
              </a:cxn>
              <a:cxn ang="0">
                <a:pos x="connsiteX6937" y="connsiteY6937"/>
              </a:cxn>
              <a:cxn ang="0">
                <a:pos x="connsiteX6938" y="connsiteY6938"/>
              </a:cxn>
              <a:cxn ang="0">
                <a:pos x="connsiteX6939" y="connsiteY6939"/>
              </a:cxn>
              <a:cxn ang="0">
                <a:pos x="connsiteX6940" y="connsiteY6940"/>
              </a:cxn>
              <a:cxn ang="0">
                <a:pos x="connsiteX6941" y="connsiteY6941"/>
              </a:cxn>
              <a:cxn ang="0">
                <a:pos x="connsiteX6942" y="connsiteY6942"/>
              </a:cxn>
              <a:cxn ang="0">
                <a:pos x="connsiteX6943" y="connsiteY6943"/>
              </a:cxn>
              <a:cxn ang="0">
                <a:pos x="connsiteX6944" y="connsiteY6944"/>
              </a:cxn>
              <a:cxn ang="0">
                <a:pos x="connsiteX6945" y="connsiteY6945"/>
              </a:cxn>
              <a:cxn ang="0">
                <a:pos x="connsiteX6946" y="connsiteY6946"/>
              </a:cxn>
              <a:cxn ang="0">
                <a:pos x="connsiteX6947" y="connsiteY6947"/>
              </a:cxn>
              <a:cxn ang="0">
                <a:pos x="connsiteX6948" y="connsiteY6948"/>
              </a:cxn>
              <a:cxn ang="0">
                <a:pos x="connsiteX6949" y="connsiteY6949"/>
              </a:cxn>
              <a:cxn ang="0">
                <a:pos x="connsiteX6950" y="connsiteY6950"/>
              </a:cxn>
              <a:cxn ang="0">
                <a:pos x="connsiteX6951" y="connsiteY6951"/>
              </a:cxn>
              <a:cxn ang="0">
                <a:pos x="connsiteX6952" y="connsiteY6952"/>
              </a:cxn>
              <a:cxn ang="0">
                <a:pos x="connsiteX6953" y="connsiteY6953"/>
              </a:cxn>
              <a:cxn ang="0">
                <a:pos x="connsiteX6954" y="connsiteY6954"/>
              </a:cxn>
              <a:cxn ang="0">
                <a:pos x="connsiteX6955" y="connsiteY6955"/>
              </a:cxn>
              <a:cxn ang="0">
                <a:pos x="connsiteX6956" y="connsiteY6956"/>
              </a:cxn>
              <a:cxn ang="0">
                <a:pos x="connsiteX6957" y="connsiteY6957"/>
              </a:cxn>
              <a:cxn ang="0">
                <a:pos x="connsiteX6958" y="connsiteY6958"/>
              </a:cxn>
              <a:cxn ang="0">
                <a:pos x="connsiteX6959" y="connsiteY6959"/>
              </a:cxn>
              <a:cxn ang="0">
                <a:pos x="connsiteX6960" y="connsiteY6960"/>
              </a:cxn>
              <a:cxn ang="0">
                <a:pos x="connsiteX6961" y="connsiteY6961"/>
              </a:cxn>
              <a:cxn ang="0">
                <a:pos x="connsiteX6962" y="connsiteY6962"/>
              </a:cxn>
              <a:cxn ang="0">
                <a:pos x="connsiteX6963" y="connsiteY6963"/>
              </a:cxn>
              <a:cxn ang="0">
                <a:pos x="connsiteX6964" y="connsiteY6964"/>
              </a:cxn>
              <a:cxn ang="0">
                <a:pos x="connsiteX6965" y="connsiteY6965"/>
              </a:cxn>
              <a:cxn ang="0">
                <a:pos x="connsiteX6966" y="connsiteY6966"/>
              </a:cxn>
              <a:cxn ang="0">
                <a:pos x="connsiteX6967" y="connsiteY6967"/>
              </a:cxn>
              <a:cxn ang="0">
                <a:pos x="connsiteX6968" y="connsiteY6968"/>
              </a:cxn>
              <a:cxn ang="0">
                <a:pos x="connsiteX6969" y="connsiteY6969"/>
              </a:cxn>
              <a:cxn ang="0">
                <a:pos x="connsiteX6970" y="connsiteY6970"/>
              </a:cxn>
              <a:cxn ang="0">
                <a:pos x="connsiteX6971" y="connsiteY6971"/>
              </a:cxn>
              <a:cxn ang="0">
                <a:pos x="connsiteX6972" y="connsiteY6972"/>
              </a:cxn>
              <a:cxn ang="0">
                <a:pos x="connsiteX6973" y="connsiteY6973"/>
              </a:cxn>
              <a:cxn ang="0">
                <a:pos x="connsiteX6974" y="connsiteY6974"/>
              </a:cxn>
              <a:cxn ang="0">
                <a:pos x="connsiteX6975" y="connsiteY6975"/>
              </a:cxn>
              <a:cxn ang="0">
                <a:pos x="connsiteX6976" y="connsiteY6976"/>
              </a:cxn>
              <a:cxn ang="0">
                <a:pos x="connsiteX6977" y="connsiteY6977"/>
              </a:cxn>
              <a:cxn ang="0">
                <a:pos x="connsiteX6978" y="connsiteY6978"/>
              </a:cxn>
              <a:cxn ang="0">
                <a:pos x="connsiteX6979" y="connsiteY6979"/>
              </a:cxn>
              <a:cxn ang="0">
                <a:pos x="connsiteX6980" y="connsiteY6980"/>
              </a:cxn>
              <a:cxn ang="0">
                <a:pos x="connsiteX6981" y="connsiteY6981"/>
              </a:cxn>
              <a:cxn ang="0">
                <a:pos x="connsiteX6982" y="connsiteY6982"/>
              </a:cxn>
              <a:cxn ang="0">
                <a:pos x="connsiteX6983" y="connsiteY6983"/>
              </a:cxn>
              <a:cxn ang="0">
                <a:pos x="connsiteX6984" y="connsiteY6984"/>
              </a:cxn>
              <a:cxn ang="0">
                <a:pos x="connsiteX6985" y="connsiteY6985"/>
              </a:cxn>
              <a:cxn ang="0">
                <a:pos x="connsiteX6986" y="connsiteY6986"/>
              </a:cxn>
              <a:cxn ang="0">
                <a:pos x="connsiteX6987" y="connsiteY6987"/>
              </a:cxn>
              <a:cxn ang="0">
                <a:pos x="connsiteX6988" y="connsiteY6988"/>
              </a:cxn>
              <a:cxn ang="0">
                <a:pos x="connsiteX6989" y="connsiteY6989"/>
              </a:cxn>
              <a:cxn ang="0">
                <a:pos x="connsiteX6990" y="connsiteY6990"/>
              </a:cxn>
              <a:cxn ang="0">
                <a:pos x="connsiteX6991" y="connsiteY6991"/>
              </a:cxn>
              <a:cxn ang="0">
                <a:pos x="connsiteX6992" y="connsiteY6992"/>
              </a:cxn>
              <a:cxn ang="0">
                <a:pos x="connsiteX6993" y="connsiteY6993"/>
              </a:cxn>
              <a:cxn ang="0">
                <a:pos x="connsiteX6994" y="connsiteY6994"/>
              </a:cxn>
              <a:cxn ang="0">
                <a:pos x="connsiteX6995" y="connsiteY6995"/>
              </a:cxn>
              <a:cxn ang="0">
                <a:pos x="connsiteX6996" y="connsiteY6996"/>
              </a:cxn>
              <a:cxn ang="0">
                <a:pos x="connsiteX6997" y="connsiteY6997"/>
              </a:cxn>
              <a:cxn ang="0">
                <a:pos x="connsiteX6998" y="connsiteY6998"/>
              </a:cxn>
              <a:cxn ang="0">
                <a:pos x="connsiteX6999" y="connsiteY6999"/>
              </a:cxn>
              <a:cxn ang="0">
                <a:pos x="connsiteX7000" y="connsiteY7000"/>
              </a:cxn>
              <a:cxn ang="0">
                <a:pos x="connsiteX7001" y="connsiteY7001"/>
              </a:cxn>
              <a:cxn ang="0">
                <a:pos x="connsiteX7002" y="connsiteY7002"/>
              </a:cxn>
              <a:cxn ang="0">
                <a:pos x="connsiteX7003" y="connsiteY7003"/>
              </a:cxn>
              <a:cxn ang="0">
                <a:pos x="connsiteX7004" y="connsiteY7004"/>
              </a:cxn>
              <a:cxn ang="0">
                <a:pos x="connsiteX7005" y="connsiteY7005"/>
              </a:cxn>
              <a:cxn ang="0">
                <a:pos x="connsiteX7006" y="connsiteY7006"/>
              </a:cxn>
              <a:cxn ang="0">
                <a:pos x="connsiteX7007" y="connsiteY7007"/>
              </a:cxn>
              <a:cxn ang="0">
                <a:pos x="connsiteX7008" y="connsiteY7008"/>
              </a:cxn>
              <a:cxn ang="0">
                <a:pos x="connsiteX7009" y="connsiteY7009"/>
              </a:cxn>
              <a:cxn ang="0">
                <a:pos x="connsiteX7010" y="connsiteY7010"/>
              </a:cxn>
              <a:cxn ang="0">
                <a:pos x="connsiteX7011" y="connsiteY7011"/>
              </a:cxn>
              <a:cxn ang="0">
                <a:pos x="connsiteX7012" y="connsiteY7012"/>
              </a:cxn>
              <a:cxn ang="0">
                <a:pos x="connsiteX7013" y="connsiteY7013"/>
              </a:cxn>
              <a:cxn ang="0">
                <a:pos x="connsiteX7014" y="connsiteY7014"/>
              </a:cxn>
              <a:cxn ang="0">
                <a:pos x="connsiteX7015" y="connsiteY7015"/>
              </a:cxn>
              <a:cxn ang="0">
                <a:pos x="connsiteX7016" y="connsiteY7016"/>
              </a:cxn>
              <a:cxn ang="0">
                <a:pos x="connsiteX7017" y="connsiteY7017"/>
              </a:cxn>
              <a:cxn ang="0">
                <a:pos x="connsiteX7018" y="connsiteY7018"/>
              </a:cxn>
              <a:cxn ang="0">
                <a:pos x="connsiteX7019" y="connsiteY7019"/>
              </a:cxn>
              <a:cxn ang="0">
                <a:pos x="connsiteX7020" y="connsiteY7020"/>
              </a:cxn>
              <a:cxn ang="0">
                <a:pos x="connsiteX7021" y="connsiteY7021"/>
              </a:cxn>
              <a:cxn ang="0">
                <a:pos x="connsiteX7022" y="connsiteY7022"/>
              </a:cxn>
              <a:cxn ang="0">
                <a:pos x="connsiteX7023" y="connsiteY7023"/>
              </a:cxn>
              <a:cxn ang="0">
                <a:pos x="connsiteX7024" y="connsiteY7024"/>
              </a:cxn>
              <a:cxn ang="0">
                <a:pos x="connsiteX7025" y="connsiteY7025"/>
              </a:cxn>
              <a:cxn ang="0">
                <a:pos x="connsiteX7026" y="connsiteY7026"/>
              </a:cxn>
              <a:cxn ang="0">
                <a:pos x="connsiteX7027" y="connsiteY7027"/>
              </a:cxn>
              <a:cxn ang="0">
                <a:pos x="connsiteX7028" y="connsiteY7028"/>
              </a:cxn>
              <a:cxn ang="0">
                <a:pos x="connsiteX7029" y="connsiteY7029"/>
              </a:cxn>
              <a:cxn ang="0">
                <a:pos x="connsiteX7030" y="connsiteY7030"/>
              </a:cxn>
              <a:cxn ang="0">
                <a:pos x="connsiteX7031" y="connsiteY7031"/>
              </a:cxn>
              <a:cxn ang="0">
                <a:pos x="connsiteX7032" y="connsiteY7032"/>
              </a:cxn>
              <a:cxn ang="0">
                <a:pos x="connsiteX7033" y="connsiteY7033"/>
              </a:cxn>
              <a:cxn ang="0">
                <a:pos x="connsiteX7034" y="connsiteY7034"/>
              </a:cxn>
              <a:cxn ang="0">
                <a:pos x="connsiteX7035" y="connsiteY7035"/>
              </a:cxn>
              <a:cxn ang="0">
                <a:pos x="connsiteX7036" y="connsiteY7036"/>
              </a:cxn>
              <a:cxn ang="0">
                <a:pos x="connsiteX7037" y="connsiteY7037"/>
              </a:cxn>
              <a:cxn ang="0">
                <a:pos x="connsiteX7038" y="connsiteY7038"/>
              </a:cxn>
              <a:cxn ang="0">
                <a:pos x="connsiteX7039" y="connsiteY7039"/>
              </a:cxn>
              <a:cxn ang="0">
                <a:pos x="connsiteX7040" y="connsiteY7040"/>
              </a:cxn>
              <a:cxn ang="0">
                <a:pos x="connsiteX7041" y="connsiteY7041"/>
              </a:cxn>
              <a:cxn ang="0">
                <a:pos x="connsiteX7042" y="connsiteY7042"/>
              </a:cxn>
              <a:cxn ang="0">
                <a:pos x="connsiteX7043" y="connsiteY7043"/>
              </a:cxn>
              <a:cxn ang="0">
                <a:pos x="connsiteX7044" y="connsiteY7044"/>
              </a:cxn>
              <a:cxn ang="0">
                <a:pos x="connsiteX7045" y="connsiteY7045"/>
              </a:cxn>
              <a:cxn ang="0">
                <a:pos x="connsiteX7046" y="connsiteY7046"/>
              </a:cxn>
              <a:cxn ang="0">
                <a:pos x="connsiteX7047" y="connsiteY7047"/>
              </a:cxn>
              <a:cxn ang="0">
                <a:pos x="connsiteX7048" y="connsiteY7048"/>
              </a:cxn>
              <a:cxn ang="0">
                <a:pos x="connsiteX7049" y="connsiteY7049"/>
              </a:cxn>
              <a:cxn ang="0">
                <a:pos x="connsiteX7050" y="connsiteY7050"/>
              </a:cxn>
              <a:cxn ang="0">
                <a:pos x="connsiteX7051" y="connsiteY7051"/>
              </a:cxn>
              <a:cxn ang="0">
                <a:pos x="connsiteX7052" y="connsiteY7052"/>
              </a:cxn>
              <a:cxn ang="0">
                <a:pos x="connsiteX7053" y="connsiteY7053"/>
              </a:cxn>
              <a:cxn ang="0">
                <a:pos x="connsiteX7054" y="connsiteY7054"/>
              </a:cxn>
              <a:cxn ang="0">
                <a:pos x="connsiteX7055" y="connsiteY7055"/>
              </a:cxn>
              <a:cxn ang="0">
                <a:pos x="connsiteX7056" y="connsiteY7056"/>
              </a:cxn>
              <a:cxn ang="0">
                <a:pos x="connsiteX7057" y="connsiteY7057"/>
              </a:cxn>
              <a:cxn ang="0">
                <a:pos x="connsiteX7058" y="connsiteY7058"/>
              </a:cxn>
              <a:cxn ang="0">
                <a:pos x="connsiteX7059" y="connsiteY7059"/>
              </a:cxn>
              <a:cxn ang="0">
                <a:pos x="connsiteX7060" y="connsiteY7060"/>
              </a:cxn>
              <a:cxn ang="0">
                <a:pos x="connsiteX7061" y="connsiteY7061"/>
              </a:cxn>
              <a:cxn ang="0">
                <a:pos x="connsiteX7062" y="connsiteY7062"/>
              </a:cxn>
              <a:cxn ang="0">
                <a:pos x="connsiteX7063" y="connsiteY7063"/>
              </a:cxn>
              <a:cxn ang="0">
                <a:pos x="connsiteX7064" y="connsiteY7064"/>
              </a:cxn>
              <a:cxn ang="0">
                <a:pos x="connsiteX7065" y="connsiteY7065"/>
              </a:cxn>
              <a:cxn ang="0">
                <a:pos x="connsiteX7066" y="connsiteY7066"/>
              </a:cxn>
              <a:cxn ang="0">
                <a:pos x="connsiteX7067" y="connsiteY7067"/>
              </a:cxn>
              <a:cxn ang="0">
                <a:pos x="connsiteX7068" y="connsiteY7068"/>
              </a:cxn>
              <a:cxn ang="0">
                <a:pos x="connsiteX7069" y="connsiteY7069"/>
              </a:cxn>
              <a:cxn ang="0">
                <a:pos x="connsiteX7070" y="connsiteY7070"/>
              </a:cxn>
              <a:cxn ang="0">
                <a:pos x="connsiteX7071" y="connsiteY7071"/>
              </a:cxn>
              <a:cxn ang="0">
                <a:pos x="connsiteX7072" y="connsiteY7072"/>
              </a:cxn>
              <a:cxn ang="0">
                <a:pos x="connsiteX7073" y="connsiteY7073"/>
              </a:cxn>
              <a:cxn ang="0">
                <a:pos x="connsiteX7074" y="connsiteY7074"/>
              </a:cxn>
              <a:cxn ang="0">
                <a:pos x="connsiteX7075" y="connsiteY7075"/>
              </a:cxn>
              <a:cxn ang="0">
                <a:pos x="connsiteX7076" y="connsiteY7076"/>
              </a:cxn>
              <a:cxn ang="0">
                <a:pos x="connsiteX7077" y="connsiteY7077"/>
              </a:cxn>
              <a:cxn ang="0">
                <a:pos x="connsiteX7078" y="connsiteY7078"/>
              </a:cxn>
              <a:cxn ang="0">
                <a:pos x="connsiteX7079" y="connsiteY7079"/>
              </a:cxn>
              <a:cxn ang="0">
                <a:pos x="connsiteX7080" y="connsiteY7080"/>
              </a:cxn>
              <a:cxn ang="0">
                <a:pos x="connsiteX7081" y="connsiteY7081"/>
              </a:cxn>
              <a:cxn ang="0">
                <a:pos x="connsiteX7082" y="connsiteY7082"/>
              </a:cxn>
              <a:cxn ang="0">
                <a:pos x="connsiteX7083" y="connsiteY7083"/>
              </a:cxn>
              <a:cxn ang="0">
                <a:pos x="connsiteX7084" y="connsiteY7084"/>
              </a:cxn>
              <a:cxn ang="0">
                <a:pos x="connsiteX7085" y="connsiteY7085"/>
              </a:cxn>
              <a:cxn ang="0">
                <a:pos x="connsiteX7086" y="connsiteY7086"/>
              </a:cxn>
              <a:cxn ang="0">
                <a:pos x="connsiteX7087" y="connsiteY7087"/>
              </a:cxn>
              <a:cxn ang="0">
                <a:pos x="connsiteX7088" y="connsiteY7088"/>
              </a:cxn>
              <a:cxn ang="0">
                <a:pos x="connsiteX7089" y="connsiteY7089"/>
              </a:cxn>
              <a:cxn ang="0">
                <a:pos x="connsiteX7090" y="connsiteY7090"/>
              </a:cxn>
              <a:cxn ang="0">
                <a:pos x="connsiteX7091" y="connsiteY7091"/>
              </a:cxn>
              <a:cxn ang="0">
                <a:pos x="connsiteX7092" y="connsiteY7092"/>
              </a:cxn>
              <a:cxn ang="0">
                <a:pos x="connsiteX7093" y="connsiteY7093"/>
              </a:cxn>
              <a:cxn ang="0">
                <a:pos x="connsiteX7094" y="connsiteY7094"/>
              </a:cxn>
              <a:cxn ang="0">
                <a:pos x="connsiteX7095" y="connsiteY7095"/>
              </a:cxn>
              <a:cxn ang="0">
                <a:pos x="connsiteX7096" y="connsiteY7096"/>
              </a:cxn>
              <a:cxn ang="0">
                <a:pos x="connsiteX7097" y="connsiteY7097"/>
              </a:cxn>
              <a:cxn ang="0">
                <a:pos x="connsiteX7098" y="connsiteY7098"/>
              </a:cxn>
              <a:cxn ang="0">
                <a:pos x="connsiteX7099" y="connsiteY7099"/>
              </a:cxn>
              <a:cxn ang="0">
                <a:pos x="connsiteX7100" y="connsiteY7100"/>
              </a:cxn>
              <a:cxn ang="0">
                <a:pos x="connsiteX7101" y="connsiteY7101"/>
              </a:cxn>
              <a:cxn ang="0">
                <a:pos x="connsiteX7102" y="connsiteY7102"/>
              </a:cxn>
              <a:cxn ang="0">
                <a:pos x="connsiteX7103" y="connsiteY7103"/>
              </a:cxn>
              <a:cxn ang="0">
                <a:pos x="connsiteX7104" y="connsiteY7104"/>
              </a:cxn>
              <a:cxn ang="0">
                <a:pos x="connsiteX7105" y="connsiteY7105"/>
              </a:cxn>
              <a:cxn ang="0">
                <a:pos x="connsiteX7106" y="connsiteY7106"/>
              </a:cxn>
              <a:cxn ang="0">
                <a:pos x="connsiteX7107" y="connsiteY7107"/>
              </a:cxn>
              <a:cxn ang="0">
                <a:pos x="connsiteX7108" y="connsiteY7108"/>
              </a:cxn>
              <a:cxn ang="0">
                <a:pos x="connsiteX7109" y="connsiteY7109"/>
              </a:cxn>
              <a:cxn ang="0">
                <a:pos x="connsiteX7110" y="connsiteY7110"/>
              </a:cxn>
              <a:cxn ang="0">
                <a:pos x="connsiteX7111" y="connsiteY7111"/>
              </a:cxn>
              <a:cxn ang="0">
                <a:pos x="connsiteX7112" y="connsiteY7112"/>
              </a:cxn>
              <a:cxn ang="0">
                <a:pos x="connsiteX7113" y="connsiteY7113"/>
              </a:cxn>
              <a:cxn ang="0">
                <a:pos x="connsiteX7114" y="connsiteY7114"/>
              </a:cxn>
              <a:cxn ang="0">
                <a:pos x="connsiteX7115" y="connsiteY7115"/>
              </a:cxn>
              <a:cxn ang="0">
                <a:pos x="connsiteX7116" y="connsiteY7116"/>
              </a:cxn>
              <a:cxn ang="0">
                <a:pos x="connsiteX7117" y="connsiteY7117"/>
              </a:cxn>
              <a:cxn ang="0">
                <a:pos x="connsiteX7118" y="connsiteY7118"/>
              </a:cxn>
              <a:cxn ang="0">
                <a:pos x="connsiteX7119" y="connsiteY7119"/>
              </a:cxn>
              <a:cxn ang="0">
                <a:pos x="connsiteX7120" y="connsiteY7120"/>
              </a:cxn>
              <a:cxn ang="0">
                <a:pos x="connsiteX7121" y="connsiteY7121"/>
              </a:cxn>
              <a:cxn ang="0">
                <a:pos x="connsiteX7122" y="connsiteY7122"/>
              </a:cxn>
              <a:cxn ang="0">
                <a:pos x="connsiteX7123" y="connsiteY7123"/>
              </a:cxn>
              <a:cxn ang="0">
                <a:pos x="connsiteX7124" y="connsiteY7124"/>
              </a:cxn>
              <a:cxn ang="0">
                <a:pos x="connsiteX7125" y="connsiteY7125"/>
              </a:cxn>
              <a:cxn ang="0">
                <a:pos x="connsiteX7126" y="connsiteY7126"/>
              </a:cxn>
              <a:cxn ang="0">
                <a:pos x="connsiteX7127" y="connsiteY7127"/>
              </a:cxn>
              <a:cxn ang="0">
                <a:pos x="connsiteX7128" y="connsiteY7128"/>
              </a:cxn>
              <a:cxn ang="0">
                <a:pos x="connsiteX7129" y="connsiteY7129"/>
              </a:cxn>
              <a:cxn ang="0">
                <a:pos x="connsiteX7130" y="connsiteY7130"/>
              </a:cxn>
              <a:cxn ang="0">
                <a:pos x="connsiteX7131" y="connsiteY7131"/>
              </a:cxn>
              <a:cxn ang="0">
                <a:pos x="connsiteX7132" y="connsiteY7132"/>
              </a:cxn>
              <a:cxn ang="0">
                <a:pos x="connsiteX7133" y="connsiteY7133"/>
              </a:cxn>
              <a:cxn ang="0">
                <a:pos x="connsiteX7134" y="connsiteY7134"/>
              </a:cxn>
              <a:cxn ang="0">
                <a:pos x="connsiteX7135" y="connsiteY7135"/>
              </a:cxn>
              <a:cxn ang="0">
                <a:pos x="connsiteX7136" y="connsiteY7136"/>
              </a:cxn>
              <a:cxn ang="0">
                <a:pos x="connsiteX7137" y="connsiteY7137"/>
              </a:cxn>
              <a:cxn ang="0">
                <a:pos x="connsiteX7138" y="connsiteY7138"/>
              </a:cxn>
              <a:cxn ang="0">
                <a:pos x="connsiteX7139" y="connsiteY7139"/>
              </a:cxn>
              <a:cxn ang="0">
                <a:pos x="connsiteX7140" y="connsiteY7140"/>
              </a:cxn>
              <a:cxn ang="0">
                <a:pos x="connsiteX7141" y="connsiteY7141"/>
              </a:cxn>
              <a:cxn ang="0">
                <a:pos x="connsiteX7142" y="connsiteY7142"/>
              </a:cxn>
              <a:cxn ang="0">
                <a:pos x="connsiteX7143" y="connsiteY7143"/>
              </a:cxn>
              <a:cxn ang="0">
                <a:pos x="connsiteX7144" y="connsiteY7144"/>
              </a:cxn>
              <a:cxn ang="0">
                <a:pos x="connsiteX7145" y="connsiteY7145"/>
              </a:cxn>
              <a:cxn ang="0">
                <a:pos x="connsiteX7146" y="connsiteY7146"/>
              </a:cxn>
              <a:cxn ang="0">
                <a:pos x="connsiteX7147" y="connsiteY7147"/>
              </a:cxn>
              <a:cxn ang="0">
                <a:pos x="connsiteX7148" y="connsiteY7148"/>
              </a:cxn>
              <a:cxn ang="0">
                <a:pos x="connsiteX7149" y="connsiteY7149"/>
              </a:cxn>
              <a:cxn ang="0">
                <a:pos x="connsiteX7150" y="connsiteY7150"/>
              </a:cxn>
              <a:cxn ang="0">
                <a:pos x="connsiteX7151" y="connsiteY7151"/>
              </a:cxn>
              <a:cxn ang="0">
                <a:pos x="connsiteX7152" y="connsiteY7152"/>
              </a:cxn>
              <a:cxn ang="0">
                <a:pos x="connsiteX7153" y="connsiteY7153"/>
              </a:cxn>
              <a:cxn ang="0">
                <a:pos x="connsiteX7154" y="connsiteY7154"/>
              </a:cxn>
              <a:cxn ang="0">
                <a:pos x="connsiteX7155" y="connsiteY7155"/>
              </a:cxn>
              <a:cxn ang="0">
                <a:pos x="connsiteX7156" y="connsiteY7156"/>
              </a:cxn>
              <a:cxn ang="0">
                <a:pos x="connsiteX7157" y="connsiteY7157"/>
              </a:cxn>
              <a:cxn ang="0">
                <a:pos x="connsiteX7158" y="connsiteY7158"/>
              </a:cxn>
              <a:cxn ang="0">
                <a:pos x="connsiteX7159" y="connsiteY7159"/>
              </a:cxn>
              <a:cxn ang="0">
                <a:pos x="connsiteX7160" y="connsiteY7160"/>
              </a:cxn>
              <a:cxn ang="0">
                <a:pos x="connsiteX7161" y="connsiteY7161"/>
              </a:cxn>
              <a:cxn ang="0">
                <a:pos x="connsiteX7162" y="connsiteY7162"/>
              </a:cxn>
              <a:cxn ang="0">
                <a:pos x="connsiteX7163" y="connsiteY7163"/>
              </a:cxn>
              <a:cxn ang="0">
                <a:pos x="connsiteX7164" y="connsiteY7164"/>
              </a:cxn>
              <a:cxn ang="0">
                <a:pos x="connsiteX7165" y="connsiteY7165"/>
              </a:cxn>
              <a:cxn ang="0">
                <a:pos x="connsiteX7166" y="connsiteY7166"/>
              </a:cxn>
              <a:cxn ang="0">
                <a:pos x="connsiteX7167" y="connsiteY7167"/>
              </a:cxn>
              <a:cxn ang="0">
                <a:pos x="connsiteX7168" y="connsiteY7168"/>
              </a:cxn>
              <a:cxn ang="0">
                <a:pos x="connsiteX7169" y="connsiteY7169"/>
              </a:cxn>
              <a:cxn ang="0">
                <a:pos x="connsiteX7170" y="connsiteY7170"/>
              </a:cxn>
              <a:cxn ang="0">
                <a:pos x="connsiteX7171" y="connsiteY7171"/>
              </a:cxn>
              <a:cxn ang="0">
                <a:pos x="connsiteX7172" y="connsiteY7172"/>
              </a:cxn>
              <a:cxn ang="0">
                <a:pos x="connsiteX7173" y="connsiteY7173"/>
              </a:cxn>
              <a:cxn ang="0">
                <a:pos x="connsiteX7174" y="connsiteY7174"/>
              </a:cxn>
              <a:cxn ang="0">
                <a:pos x="connsiteX7175" y="connsiteY7175"/>
              </a:cxn>
              <a:cxn ang="0">
                <a:pos x="connsiteX7176" y="connsiteY7176"/>
              </a:cxn>
              <a:cxn ang="0">
                <a:pos x="connsiteX7177" y="connsiteY7177"/>
              </a:cxn>
              <a:cxn ang="0">
                <a:pos x="connsiteX7178" y="connsiteY7178"/>
              </a:cxn>
              <a:cxn ang="0">
                <a:pos x="connsiteX7179" y="connsiteY7179"/>
              </a:cxn>
              <a:cxn ang="0">
                <a:pos x="connsiteX7180" y="connsiteY7180"/>
              </a:cxn>
              <a:cxn ang="0">
                <a:pos x="connsiteX7181" y="connsiteY7181"/>
              </a:cxn>
              <a:cxn ang="0">
                <a:pos x="connsiteX7182" y="connsiteY7182"/>
              </a:cxn>
              <a:cxn ang="0">
                <a:pos x="connsiteX7183" y="connsiteY7183"/>
              </a:cxn>
              <a:cxn ang="0">
                <a:pos x="connsiteX7184" y="connsiteY7184"/>
              </a:cxn>
              <a:cxn ang="0">
                <a:pos x="connsiteX7185" y="connsiteY7185"/>
              </a:cxn>
              <a:cxn ang="0">
                <a:pos x="connsiteX7186" y="connsiteY7186"/>
              </a:cxn>
              <a:cxn ang="0">
                <a:pos x="connsiteX7187" y="connsiteY7187"/>
              </a:cxn>
              <a:cxn ang="0">
                <a:pos x="connsiteX7188" y="connsiteY7188"/>
              </a:cxn>
              <a:cxn ang="0">
                <a:pos x="connsiteX7189" y="connsiteY7189"/>
              </a:cxn>
              <a:cxn ang="0">
                <a:pos x="connsiteX7190" y="connsiteY7190"/>
              </a:cxn>
              <a:cxn ang="0">
                <a:pos x="connsiteX7191" y="connsiteY7191"/>
              </a:cxn>
              <a:cxn ang="0">
                <a:pos x="connsiteX7192" y="connsiteY7192"/>
              </a:cxn>
              <a:cxn ang="0">
                <a:pos x="connsiteX7193" y="connsiteY7193"/>
              </a:cxn>
              <a:cxn ang="0">
                <a:pos x="connsiteX7194" y="connsiteY7194"/>
              </a:cxn>
              <a:cxn ang="0">
                <a:pos x="connsiteX7195" y="connsiteY7195"/>
              </a:cxn>
              <a:cxn ang="0">
                <a:pos x="connsiteX7196" y="connsiteY7196"/>
              </a:cxn>
              <a:cxn ang="0">
                <a:pos x="connsiteX7197" y="connsiteY7197"/>
              </a:cxn>
              <a:cxn ang="0">
                <a:pos x="connsiteX7198" y="connsiteY7198"/>
              </a:cxn>
              <a:cxn ang="0">
                <a:pos x="connsiteX7199" y="connsiteY7199"/>
              </a:cxn>
              <a:cxn ang="0">
                <a:pos x="connsiteX7200" y="connsiteY7200"/>
              </a:cxn>
              <a:cxn ang="0">
                <a:pos x="connsiteX7201" y="connsiteY7201"/>
              </a:cxn>
              <a:cxn ang="0">
                <a:pos x="connsiteX7202" y="connsiteY7202"/>
              </a:cxn>
              <a:cxn ang="0">
                <a:pos x="connsiteX7203" y="connsiteY7203"/>
              </a:cxn>
              <a:cxn ang="0">
                <a:pos x="connsiteX7204" y="connsiteY7204"/>
              </a:cxn>
              <a:cxn ang="0">
                <a:pos x="connsiteX7205" y="connsiteY7205"/>
              </a:cxn>
              <a:cxn ang="0">
                <a:pos x="connsiteX7206" y="connsiteY7206"/>
              </a:cxn>
              <a:cxn ang="0">
                <a:pos x="connsiteX7207" y="connsiteY7207"/>
              </a:cxn>
              <a:cxn ang="0">
                <a:pos x="connsiteX7208" y="connsiteY7208"/>
              </a:cxn>
              <a:cxn ang="0">
                <a:pos x="connsiteX7209" y="connsiteY7209"/>
              </a:cxn>
              <a:cxn ang="0">
                <a:pos x="connsiteX7210" y="connsiteY7210"/>
              </a:cxn>
              <a:cxn ang="0">
                <a:pos x="connsiteX7211" y="connsiteY7211"/>
              </a:cxn>
              <a:cxn ang="0">
                <a:pos x="connsiteX7212" y="connsiteY7212"/>
              </a:cxn>
              <a:cxn ang="0">
                <a:pos x="connsiteX7213" y="connsiteY7213"/>
              </a:cxn>
              <a:cxn ang="0">
                <a:pos x="connsiteX7214" y="connsiteY7214"/>
              </a:cxn>
              <a:cxn ang="0">
                <a:pos x="connsiteX7215" y="connsiteY7215"/>
              </a:cxn>
              <a:cxn ang="0">
                <a:pos x="connsiteX7216" y="connsiteY7216"/>
              </a:cxn>
              <a:cxn ang="0">
                <a:pos x="connsiteX7217" y="connsiteY7217"/>
              </a:cxn>
              <a:cxn ang="0">
                <a:pos x="connsiteX7218" y="connsiteY7218"/>
              </a:cxn>
              <a:cxn ang="0">
                <a:pos x="connsiteX7219" y="connsiteY7219"/>
              </a:cxn>
              <a:cxn ang="0">
                <a:pos x="connsiteX7220" y="connsiteY7220"/>
              </a:cxn>
              <a:cxn ang="0">
                <a:pos x="connsiteX7221" y="connsiteY7221"/>
              </a:cxn>
              <a:cxn ang="0">
                <a:pos x="connsiteX7222" y="connsiteY7222"/>
              </a:cxn>
              <a:cxn ang="0">
                <a:pos x="connsiteX7223" y="connsiteY7223"/>
              </a:cxn>
              <a:cxn ang="0">
                <a:pos x="connsiteX7224" y="connsiteY7224"/>
              </a:cxn>
              <a:cxn ang="0">
                <a:pos x="connsiteX7225" y="connsiteY7225"/>
              </a:cxn>
              <a:cxn ang="0">
                <a:pos x="connsiteX7226" y="connsiteY7226"/>
              </a:cxn>
              <a:cxn ang="0">
                <a:pos x="connsiteX7227" y="connsiteY7227"/>
              </a:cxn>
              <a:cxn ang="0">
                <a:pos x="connsiteX7228" y="connsiteY7228"/>
              </a:cxn>
              <a:cxn ang="0">
                <a:pos x="connsiteX7229" y="connsiteY7229"/>
              </a:cxn>
              <a:cxn ang="0">
                <a:pos x="connsiteX7230" y="connsiteY7230"/>
              </a:cxn>
              <a:cxn ang="0">
                <a:pos x="connsiteX7231" y="connsiteY7231"/>
              </a:cxn>
              <a:cxn ang="0">
                <a:pos x="connsiteX7232" y="connsiteY7232"/>
              </a:cxn>
              <a:cxn ang="0">
                <a:pos x="connsiteX7233" y="connsiteY7233"/>
              </a:cxn>
              <a:cxn ang="0">
                <a:pos x="connsiteX7234" y="connsiteY7234"/>
              </a:cxn>
              <a:cxn ang="0">
                <a:pos x="connsiteX7235" y="connsiteY7235"/>
              </a:cxn>
              <a:cxn ang="0">
                <a:pos x="connsiteX7236" y="connsiteY7236"/>
              </a:cxn>
              <a:cxn ang="0">
                <a:pos x="connsiteX7237" y="connsiteY7237"/>
              </a:cxn>
              <a:cxn ang="0">
                <a:pos x="connsiteX7238" y="connsiteY7238"/>
              </a:cxn>
              <a:cxn ang="0">
                <a:pos x="connsiteX7239" y="connsiteY7239"/>
              </a:cxn>
              <a:cxn ang="0">
                <a:pos x="connsiteX7240" y="connsiteY7240"/>
              </a:cxn>
              <a:cxn ang="0">
                <a:pos x="connsiteX7241" y="connsiteY7241"/>
              </a:cxn>
              <a:cxn ang="0">
                <a:pos x="connsiteX7242" y="connsiteY7242"/>
              </a:cxn>
              <a:cxn ang="0">
                <a:pos x="connsiteX7243" y="connsiteY7243"/>
              </a:cxn>
              <a:cxn ang="0">
                <a:pos x="connsiteX7244" y="connsiteY7244"/>
              </a:cxn>
              <a:cxn ang="0">
                <a:pos x="connsiteX7245" y="connsiteY7245"/>
              </a:cxn>
              <a:cxn ang="0">
                <a:pos x="connsiteX7246" y="connsiteY7246"/>
              </a:cxn>
              <a:cxn ang="0">
                <a:pos x="connsiteX7247" y="connsiteY7247"/>
              </a:cxn>
              <a:cxn ang="0">
                <a:pos x="connsiteX7248" y="connsiteY7248"/>
              </a:cxn>
              <a:cxn ang="0">
                <a:pos x="connsiteX7249" y="connsiteY7249"/>
              </a:cxn>
              <a:cxn ang="0">
                <a:pos x="connsiteX7250" y="connsiteY7250"/>
              </a:cxn>
              <a:cxn ang="0">
                <a:pos x="connsiteX7251" y="connsiteY7251"/>
              </a:cxn>
              <a:cxn ang="0">
                <a:pos x="connsiteX7252" y="connsiteY7252"/>
              </a:cxn>
              <a:cxn ang="0">
                <a:pos x="connsiteX7253" y="connsiteY7253"/>
              </a:cxn>
              <a:cxn ang="0">
                <a:pos x="connsiteX7254" y="connsiteY7254"/>
              </a:cxn>
              <a:cxn ang="0">
                <a:pos x="connsiteX7255" y="connsiteY7255"/>
              </a:cxn>
              <a:cxn ang="0">
                <a:pos x="connsiteX7256" y="connsiteY7256"/>
              </a:cxn>
              <a:cxn ang="0">
                <a:pos x="connsiteX7257" y="connsiteY7257"/>
              </a:cxn>
              <a:cxn ang="0">
                <a:pos x="connsiteX7258" y="connsiteY7258"/>
              </a:cxn>
              <a:cxn ang="0">
                <a:pos x="connsiteX7259" y="connsiteY7259"/>
              </a:cxn>
              <a:cxn ang="0">
                <a:pos x="connsiteX7260" y="connsiteY7260"/>
              </a:cxn>
              <a:cxn ang="0">
                <a:pos x="connsiteX7261" y="connsiteY7261"/>
              </a:cxn>
              <a:cxn ang="0">
                <a:pos x="connsiteX7262" y="connsiteY7262"/>
              </a:cxn>
              <a:cxn ang="0">
                <a:pos x="connsiteX7263" y="connsiteY7263"/>
              </a:cxn>
              <a:cxn ang="0">
                <a:pos x="connsiteX7264" y="connsiteY7264"/>
              </a:cxn>
              <a:cxn ang="0">
                <a:pos x="connsiteX7265" y="connsiteY7265"/>
              </a:cxn>
              <a:cxn ang="0">
                <a:pos x="connsiteX7266" y="connsiteY7266"/>
              </a:cxn>
              <a:cxn ang="0">
                <a:pos x="connsiteX7267" y="connsiteY7267"/>
              </a:cxn>
              <a:cxn ang="0">
                <a:pos x="connsiteX7268" y="connsiteY7268"/>
              </a:cxn>
              <a:cxn ang="0">
                <a:pos x="connsiteX7269" y="connsiteY7269"/>
              </a:cxn>
              <a:cxn ang="0">
                <a:pos x="connsiteX7270" y="connsiteY7270"/>
              </a:cxn>
              <a:cxn ang="0">
                <a:pos x="connsiteX7271" y="connsiteY7271"/>
              </a:cxn>
              <a:cxn ang="0">
                <a:pos x="connsiteX7272" y="connsiteY7272"/>
              </a:cxn>
              <a:cxn ang="0">
                <a:pos x="connsiteX7273" y="connsiteY7273"/>
              </a:cxn>
              <a:cxn ang="0">
                <a:pos x="connsiteX7274" y="connsiteY7274"/>
              </a:cxn>
              <a:cxn ang="0">
                <a:pos x="connsiteX7275" y="connsiteY7275"/>
              </a:cxn>
              <a:cxn ang="0">
                <a:pos x="connsiteX7276" y="connsiteY7276"/>
              </a:cxn>
              <a:cxn ang="0">
                <a:pos x="connsiteX7277" y="connsiteY7277"/>
              </a:cxn>
              <a:cxn ang="0">
                <a:pos x="connsiteX7278" y="connsiteY7278"/>
              </a:cxn>
              <a:cxn ang="0">
                <a:pos x="connsiteX7279" y="connsiteY7279"/>
              </a:cxn>
              <a:cxn ang="0">
                <a:pos x="connsiteX7280" y="connsiteY7280"/>
              </a:cxn>
              <a:cxn ang="0">
                <a:pos x="connsiteX7281" y="connsiteY7281"/>
              </a:cxn>
              <a:cxn ang="0">
                <a:pos x="connsiteX7282" y="connsiteY7282"/>
              </a:cxn>
              <a:cxn ang="0">
                <a:pos x="connsiteX7283" y="connsiteY7283"/>
              </a:cxn>
              <a:cxn ang="0">
                <a:pos x="connsiteX7284" y="connsiteY7284"/>
              </a:cxn>
              <a:cxn ang="0">
                <a:pos x="connsiteX7285" y="connsiteY7285"/>
              </a:cxn>
              <a:cxn ang="0">
                <a:pos x="connsiteX7286" y="connsiteY7286"/>
              </a:cxn>
              <a:cxn ang="0">
                <a:pos x="connsiteX7287" y="connsiteY7287"/>
              </a:cxn>
              <a:cxn ang="0">
                <a:pos x="connsiteX7288" y="connsiteY7288"/>
              </a:cxn>
              <a:cxn ang="0">
                <a:pos x="connsiteX7289" y="connsiteY7289"/>
              </a:cxn>
              <a:cxn ang="0">
                <a:pos x="connsiteX7290" y="connsiteY7290"/>
              </a:cxn>
              <a:cxn ang="0">
                <a:pos x="connsiteX7291" y="connsiteY7291"/>
              </a:cxn>
              <a:cxn ang="0">
                <a:pos x="connsiteX7292" y="connsiteY7292"/>
              </a:cxn>
              <a:cxn ang="0">
                <a:pos x="connsiteX7293" y="connsiteY7293"/>
              </a:cxn>
              <a:cxn ang="0">
                <a:pos x="connsiteX7294" y="connsiteY7294"/>
              </a:cxn>
              <a:cxn ang="0">
                <a:pos x="connsiteX7295" y="connsiteY7295"/>
              </a:cxn>
              <a:cxn ang="0">
                <a:pos x="connsiteX7296" y="connsiteY7296"/>
              </a:cxn>
              <a:cxn ang="0">
                <a:pos x="connsiteX7297" y="connsiteY7297"/>
              </a:cxn>
              <a:cxn ang="0">
                <a:pos x="connsiteX7298" y="connsiteY7298"/>
              </a:cxn>
              <a:cxn ang="0">
                <a:pos x="connsiteX7299" y="connsiteY7299"/>
              </a:cxn>
              <a:cxn ang="0">
                <a:pos x="connsiteX7300" y="connsiteY7300"/>
              </a:cxn>
              <a:cxn ang="0">
                <a:pos x="connsiteX7301" y="connsiteY7301"/>
              </a:cxn>
              <a:cxn ang="0">
                <a:pos x="connsiteX7302" y="connsiteY7302"/>
              </a:cxn>
              <a:cxn ang="0">
                <a:pos x="connsiteX7303" y="connsiteY7303"/>
              </a:cxn>
              <a:cxn ang="0">
                <a:pos x="connsiteX7304" y="connsiteY7304"/>
              </a:cxn>
              <a:cxn ang="0">
                <a:pos x="connsiteX7305" y="connsiteY7305"/>
              </a:cxn>
              <a:cxn ang="0">
                <a:pos x="connsiteX7306" y="connsiteY7306"/>
              </a:cxn>
              <a:cxn ang="0">
                <a:pos x="connsiteX7307" y="connsiteY7307"/>
              </a:cxn>
              <a:cxn ang="0">
                <a:pos x="connsiteX7308" y="connsiteY7308"/>
              </a:cxn>
              <a:cxn ang="0">
                <a:pos x="connsiteX7309" y="connsiteY7309"/>
              </a:cxn>
              <a:cxn ang="0">
                <a:pos x="connsiteX7310" y="connsiteY7310"/>
              </a:cxn>
              <a:cxn ang="0">
                <a:pos x="connsiteX7311" y="connsiteY7311"/>
              </a:cxn>
              <a:cxn ang="0">
                <a:pos x="connsiteX7312" y="connsiteY7312"/>
              </a:cxn>
              <a:cxn ang="0">
                <a:pos x="connsiteX7313" y="connsiteY7313"/>
              </a:cxn>
              <a:cxn ang="0">
                <a:pos x="connsiteX7314" y="connsiteY7314"/>
              </a:cxn>
              <a:cxn ang="0">
                <a:pos x="connsiteX7315" y="connsiteY7315"/>
              </a:cxn>
              <a:cxn ang="0">
                <a:pos x="connsiteX7316" y="connsiteY7316"/>
              </a:cxn>
              <a:cxn ang="0">
                <a:pos x="connsiteX7317" y="connsiteY7317"/>
              </a:cxn>
              <a:cxn ang="0">
                <a:pos x="connsiteX7318" y="connsiteY7318"/>
              </a:cxn>
              <a:cxn ang="0">
                <a:pos x="connsiteX7319" y="connsiteY7319"/>
              </a:cxn>
              <a:cxn ang="0">
                <a:pos x="connsiteX7320" y="connsiteY7320"/>
              </a:cxn>
              <a:cxn ang="0">
                <a:pos x="connsiteX7321" y="connsiteY7321"/>
              </a:cxn>
              <a:cxn ang="0">
                <a:pos x="connsiteX7322" y="connsiteY7322"/>
              </a:cxn>
              <a:cxn ang="0">
                <a:pos x="connsiteX7323" y="connsiteY7323"/>
              </a:cxn>
              <a:cxn ang="0">
                <a:pos x="connsiteX7324" y="connsiteY7324"/>
              </a:cxn>
              <a:cxn ang="0">
                <a:pos x="connsiteX7325" y="connsiteY7325"/>
              </a:cxn>
              <a:cxn ang="0">
                <a:pos x="connsiteX7326" y="connsiteY7326"/>
              </a:cxn>
              <a:cxn ang="0">
                <a:pos x="connsiteX7327" y="connsiteY7327"/>
              </a:cxn>
              <a:cxn ang="0">
                <a:pos x="connsiteX7328" y="connsiteY7328"/>
              </a:cxn>
              <a:cxn ang="0">
                <a:pos x="connsiteX7329" y="connsiteY7329"/>
              </a:cxn>
              <a:cxn ang="0">
                <a:pos x="connsiteX7330" y="connsiteY7330"/>
              </a:cxn>
              <a:cxn ang="0">
                <a:pos x="connsiteX7331" y="connsiteY7331"/>
              </a:cxn>
              <a:cxn ang="0">
                <a:pos x="connsiteX7332" y="connsiteY7332"/>
              </a:cxn>
              <a:cxn ang="0">
                <a:pos x="connsiteX7333" y="connsiteY7333"/>
              </a:cxn>
              <a:cxn ang="0">
                <a:pos x="connsiteX7334" y="connsiteY7334"/>
              </a:cxn>
              <a:cxn ang="0">
                <a:pos x="connsiteX7335" y="connsiteY7335"/>
              </a:cxn>
              <a:cxn ang="0">
                <a:pos x="connsiteX7336" y="connsiteY7336"/>
              </a:cxn>
              <a:cxn ang="0">
                <a:pos x="connsiteX7337" y="connsiteY7337"/>
              </a:cxn>
              <a:cxn ang="0">
                <a:pos x="connsiteX7338" y="connsiteY7338"/>
              </a:cxn>
              <a:cxn ang="0">
                <a:pos x="connsiteX7339" y="connsiteY7339"/>
              </a:cxn>
              <a:cxn ang="0">
                <a:pos x="connsiteX7340" y="connsiteY7340"/>
              </a:cxn>
              <a:cxn ang="0">
                <a:pos x="connsiteX7341" y="connsiteY7341"/>
              </a:cxn>
              <a:cxn ang="0">
                <a:pos x="connsiteX7342" y="connsiteY7342"/>
              </a:cxn>
              <a:cxn ang="0">
                <a:pos x="connsiteX7343" y="connsiteY7343"/>
              </a:cxn>
              <a:cxn ang="0">
                <a:pos x="connsiteX7344" y="connsiteY7344"/>
              </a:cxn>
              <a:cxn ang="0">
                <a:pos x="connsiteX7345" y="connsiteY7345"/>
              </a:cxn>
              <a:cxn ang="0">
                <a:pos x="connsiteX7346" y="connsiteY7346"/>
              </a:cxn>
              <a:cxn ang="0">
                <a:pos x="connsiteX7347" y="connsiteY7347"/>
              </a:cxn>
              <a:cxn ang="0">
                <a:pos x="connsiteX7348" y="connsiteY7348"/>
              </a:cxn>
              <a:cxn ang="0">
                <a:pos x="connsiteX7349" y="connsiteY7349"/>
              </a:cxn>
              <a:cxn ang="0">
                <a:pos x="connsiteX7350" y="connsiteY7350"/>
              </a:cxn>
              <a:cxn ang="0">
                <a:pos x="connsiteX7351" y="connsiteY7351"/>
              </a:cxn>
              <a:cxn ang="0">
                <a:pos x="connsiteX7352" y="connsiteY7352"/>
              </a:cxn>
              <a:cxn ang="0">
                <a:pos x="connsiteX7353" y="connsiteY7353"/>
              </a:cxn>
              <a:cxn ang="0">
                <a:pos x="connsiteX7354" y="connsiteY7354"/>
              </a:cxn>
              <a:cxn ang="0">
                <a:pos x="connsiteX7355" y="connsiteY7355"/>
              </a:cxn>
              <a:cxn ang="0">
                <a:pos x="connsiteX7356" y="connsiteY7356"/>
              </a:cxn>
              <a:cxn ang="0">
                <a:pos x="connsiteX7357" y="connsiteY7357"/>
              </a:cxn>
              <a:cxn ang="0">
                <a:pos x="connsiteX7358" y="connsiteY7358"/>
              </a:cxn>
              <a:cxn ang="0">
                <a:pos x="connsiteX7359" y="connsiteY7359"/>
              </a:cxn>
              <a:cxn ang="0">
                <a:pos x="connsiteX7360" y="connsiteY7360"/>
              </a:cxn>
              <a:cxn ang="0">
                <a:pos x="connsiteX7361" y="connsiteY7361"/>
              </a:cxn>
              <a:cxn ang="0">
                <a:pos x="connsiteX7362" y="connsiteY7362"/>
              </a:cxn>
              <a:cxn ang="0">
                <a:pos x="connsiteX7363" y="connsiteY7363"/>
              </a:cxn>
              <a:cxn ang="0">
                <a:pos x="connsiteX7364" y="connsiteY7364"/>
              </a:cxn>
              <a:cxn ang="0">
                <a:pos x="connsiteX7365" y="connsiteY7365"/>
              </a:cxn>
              <a:cxn ang="0">
                <a:pos x="connsiteX7366" y="connsiteY7366"/>
              </a:cxn>
              <a:cxn ang="0">
                <a:pos x="connsiteX7367" y="connsiteY7367"/>
              </a:cxn>
              <a:cxn ang="0">
                <a:pos x="connsiteX7368" y="connsiteY7368"/>
              </a:cxn>
              <a:cxn ang="0">
                <a:pos x="connsiteX7369" y="connsiteY7369"/>
              </a:cxn>
              <a:cxn ang="0">
                <a:pos x="connsiteX7370" y="connsiteY7370"/>
              </a:cxn>
              <a:cxn ang="0">
                <a:pos x="connsiteX7371" y="connsiteY7371"/>
              </a:cxn>
              <a:cxn ang="0">
                <a:pos x="connsiteX7372" y="connsiteY7372"/>
              </a:cxn>
              <a:cxn ang="0">
                <a:pos x="connsiteX7373" y="connsiteY7373"/>
              </a:cxn>
              <a:cxn ang="0">
                <a:pos x="connsiteX7374" y="connsiteY7374"/>
              </a:cxn>
              <a:cxn ang="0">
                <a:pos x="connsiteX7375" y="connsiteY7375"/>
              </a:cxn>
              <a:cxn ang="0">
                <a:pos x="connsiteX7376" y="connsiteY7376"/>
              </a:cxn>
              <a:cxn ang="0">
                <a:pos x="connsiteX7377" y="connsiteY7377"/>
              </a:cxn>
              <a:cxn ang="0">
                <a:pos x="connsiteX7378" y="connsiteY7378"/>
              </a:cxn>
              <a:cxn ang="0">
                <a:pos x="connsiteX7379" y="connsiteY7379"/>
              </a:cxn>
              <a:cxn ang="0">
                <a:pos x="connsiteX7380" y="connsiteY7380"/>
              </a:cxn>
              <a:cxn ang="0">
                <a:pos x="connsiteX7381" y="connsiteY7381"/>
              </a:cxn>
              <a:cxn ang="0">
                <a:pos x="connsiteX7382" y="connsiteY7382"/>
              </a:cxn>
              <a:cxn ang="0">
                <a:pos x="connsiteX7383" y="connsiteY7383"/>
              </a:cxn>
              <a:cxn ang="0">
                <a:pos x="connsiteX7384" y="connsiteY7384"/>
              </a:cxn>
              <a:cxn ang="0">
                <a:pos x="connsiteX7385" y="connsiteY7385"/>
              </a:cxn>
              <a:cxn ang="0">
                <a:pos x="connsiteX7386" y="connsiteY7386"/>
              </a:cxn>
              <a:cxn ang="0">
                <a:pos x="connsiteX7387" y="connsiteY7387"/>
              </a:cxn>
              <a:cxn ang="0">
                <a:pos x="connsiteX7388" y="connsiteY7388"/>
              </a:cxn>
              <a:cxn ang="0">
                <a:pos x="connsiteX7389" y="connsiteY7389"/>
              </a:cxn>
              <a:cxn ang="0">
                <a:pos x="connsiteX7390" y="connsiteY7390"/>
              </a:cxn>
              <a:cxn ang="0">
                <a:pos x="connsiteX7391" y="connsiteY7391"/>
              </a:cxn>
              <a:cxn ang="0">
                <a:pos x="connsiteX7392" y="connsiteY7392"/>
              </a:cxn>
              <a:cxn ang="0">
                <a:pos x="connsiteX7393" y="connsiteY7393"/>
              </a:cxn>
              <a:cxn ang="0">
                <a:pos x="connsiteX7394" y="connsiteY7394"/>
              </a:cxn>
              <a:cxn ang="0">
                <a:pos x="connsiteX7395" y="connsiteY7395"/>
              </a:cxn>
              <a:cxn ang="0">
                <a:pos x="connsiteX7396" y="connsiteY7396"/>
              </a:cxn>
              <a:cxn ang="0">
                <a:pos x="connsiteX7397" y="connsiteY7397"/>
              </a:cxn>
              <a:cxn ang="0">
                <a:pos x="connsiteX7398" y="connsiteY7398"/>
              </a:cxn>
              <a:cxn ang="0">
                <a:pos x="connsiteX7399" y="connsiteY7399"/>
              </a:cxn>
              <a:cxn ang="0">
                <a:pos x="connsiteX7400" y="connsiteY7400"/>
              </a:cxn>
              <a:cxn ang="0">
                <a:pos x="connsiteX7401" y="connsiteY7401"/>
              </a:cxn>
              <a:cxn ang="0">
                <a:pos x="connsiteX7402" y="connsiteY7402"/>
              </a:cxn>
              <a:cxn ang="0">
                <a:pos x="connsiteX7403" y="connsiteY7403"/>
              </a:cxn>
              <a:cxn ang="0">
                <a:pos x="connsiteX7404" y="connsiteY7404"/>
              </a:cxn>
              <a:cxn ang="0">
                <a:pos x="connsiteX7405" y="connsiteY7405"/>
              </a:cxn>
              <a:cxn ang="0">
                <a:pos x="connsiteX7406" y="connsiteY7406"/>
              </a:cxn>
              <a:cxn ang="0">
                <a:pos x="connsiteX7407" y="connsiteY7407"/>
              </a:cxn>
              <a:cxn ang="0">
                <a:pos x="connsiteX7408" y="connsiteY7408"/>
              </a:cxn>
              <a:cxn ang="0">
                <a:pos x="connsiteX7409" y="connsiteY7409"/>
              </a:cxn>
              <a:cxn ang="0">
                <a:pos x="connsiteX7410" y="connsiteY7410"/>
              </a:cxn>
              <a:cxn ang="0">
                <a:pos x="connsiteX7411" y="connsiteY7411"/>
              </a:cxn>
              <a:cxn ang="0">
                <a:pos x="connsiteX7412" y="connsiteY7412"/>
              </a:cxn>
              <a:cxn ang="0">
                <a:pos x="connsiteX7413" y="connsiteY7413"/>
              </a:cxn>
              <a:cxn ang="0">
                <a:pos x="connsiteX7414" y="connsiteY7414"/>
              </a:cxn>
              <a:cxn ang="0">
                <a:pos x="connsiteX7415" y="connsiteY7415"/>
              </a:cxn>
              <a:cxn ang="0">
                <a:pos x="connsiteX7416" y="connsiteY7416"/>
              </a:cxn>
              <a:cxn ang="0">
                <a:pos x="connsiteX7417" y="connsiteY7417"/>
              </a:cxn>
              <a:cxn ang="0">
                <a:pos x="connsiteX7418" y="connsiteY7418"/>
              </a:cxn>
              <a:cxn ang="0">
                <a:pos x="connsiteX7419" y="connsiteY7419"/>
              </a:cxn>
              <a:cxn ang="0">
                <a:pos x="connsiteX7420" y="connsiteY7420"/>
              </a:cxn>
              <a:cxn ang="0">
                <a:pos x="connsiteX7421" y="connsiteY7421"/>
              </a:cxn>
              <a:cxn ang="0">
                <a:pos x="connsiteX7422" y="connsiteY7422"/>
              </a:cxn>
              <a:cxn ang="0">
                <a:pos x="connsiteX7423" y="connsiteY7423"/>
              </a:cxn>
              <a:cxn ang="0">
                <a:pos x="connsiteX7424" y="connsiteY7424"/>
              </a:cxn>
              <a:cxn ang="0">
                <a:pos x="connsiteX7425" y="connsiteY7425"/>
              </a:cxn>
              <a:cxn ang="0">
                <a:pos x="connsiteX7426" y="connsiteY7426"/>
              </a:cxn>
              <a:cxn ang="0">
                <a:pos x="connsiteX7427" y="connsiteY7427"/>
              </a:cxn>
              <a:cxn ang="0">
                <a:pos x="connsiteX7428" y="connsiteY7428"/>
              </a:cxn>
              <a:cxn ang="0">
                <a:pos x="connsiteX7429" y="connsiteY7429"/>
              </a:cxn>
              <a:cxn ang="0">
                <a:pos x="connsiteX7430" y="connsiteY7430"/>
              </a:cxn>
              <a:cxn ang="0">
                <a:pos x="connsiteX7431" y="connsiteY7431"/>
              </a:cxn>
              <a:cxn ang="0">
                <a:pos x="connsiteX7432" y="connsiteY7432"/>
              </a:cxn>
              <a:cxn ang="0">
                <a:pos x="connsiteX7433" y="connsiteY7433"/>
              </a:cxn>
              <a:cxn ang="0">
                <a:pos x="connsiteX7434" y="connsiteY7434"/>
              </a:cxn>
              <a:cxn ang="0">
                <a:pos x="connsiteX7435" y="connsiteY7435"/>
              </a:cxn>
              <a:cxn ang="0">
                <a:pos x="connsiteX7436" y="connsiteY7436"/>
              </a:cxn>
              <a:cxn ang="0">
                <a:pos x="connsiteX7437" y="connsiteY7437"/>
              </a:cxn>
              <a:cxn ang="0">
                <a:pos x="connsiteX7438" y="connsiteY7438"/>
              </a:cxn>
              <a:cxn ang="0">
                <a:pos x="connsiteX7439" y="connsiteY7439"/>
              </a:cxn>
              <a:cxn ang="0">
                <a:pos x="connsiteX7440" y="connsiteY7440"/>
              </a:cxn>
              <a:cxn ang="0">
                <a:pos x="connsiteX7441" y="connsiteY7441"/>
              </a:cxn>
              <a:cxn ang="0">
                <a:pos x="connsiteX7442" y="connsiteY7442"/>
              </a:cxn>
              <a:cxn ang="0">
                <a:pos x="connsiteX7443" y="connsiteY7443"/>
              </a:cxn>
              <a:cxn ang="0">
                <a:pos x="connsiteX7444" y="connsiteY7444"/>
              </a:cxn>
              <a:cxn ang="0">
                <a:pos x="connsiteX7445" y="connsiteY7445"/>
              </a:cxn>
              <a:cxn ang="0">
                <a:pos x="connsiteX7446" y="connsiteY7446"/>
              </a:cxn>
              <a:cxn ang="0">
                <a:pos x="connsiteX7447" y="connsiteY7447"/>
              </a:cxn>
              <a:cxn ang="0">
                <a:pos x="connsiteX7448" y="connsiteY7448"/>
              </a:cxn>
              <a:cxn ang="0">
                <a:pos x="connsiteX7449" y="connsiteY7449"/>
              </a:cxn>
              <a:cxn ang="0">
                <a:pos x="connsiteX7450" y="connsiteY7450"/>
              </a:cxn>
              <a:cxn ang="0">
                <a:pos x="connsiteX7451" y="connsiteY7451"/>
              </a:cxn>
              <a:cxn ang="0">
                <a:pos x="connsiteX7452" y="connsiteY7452"/>
              </a:cxn>
              <a:cxn ang="0">
                <a:pos x="connsiteX7453" y="connsiteY7453"/>
              </a:cxn>
              <a:cxn ang="0">
                <a:pos x="connsiteX7454" y="connsiteY7454"/>
              </a:cxn>
              <a:cxn ang="0">
                <a:pos x="connsiteX7455" y="connsiteY7455"/>
              </a:cxn>
              <a:cxn ang="0">
                <a:pos x="connsiteX7456" y="connsiteY7456"/>
              </a:cxn>
              <a:cxn ang="0">
                <a:pos x="connsiteX7457" y="connsiteY7457"/>
              </a:cxn>
              <a:cxn ang="0">
                <a:pos x="connsiteX7458" y="connsiteY7458"/>
              </a:cxn>
              <a:cxn ang="0">
                <a:pos x="connsiteX7459" y="connsiteY7459"/>
              </a:cxn>
              <a:cxn ang="0">
                <a:pos x="connsiteX7460" y="connsiteY7460"/>
              </a:cxn>
              <a:cxn ang="0">
                <a:pos x="connsiteX7461" y="connsiteY7461"/>
              </a:cxn>
              <a:cxn ang="0">
                <a:pos x="connsiteX7462" y="connsiteY7462"/>
              </a:cxn>
              <a:cxn ang="0">
                <a:pos x="connsiteX7463" y="connsiteY7463"/>
              </a:cxn>
              <a:cxn ang="0">
                <a:pos x="connsiteX7464" y="connsiteY7464"/>
              </a:cxn>
              <a:cxn ang="0">
                <a:pos x="connsiteX7465" y="connsiteY7465"/>
              </a:cxn>
              <a:cxn ang="0">
                <a:pos x="connsiteX7466" y="connsiteY7466"/>
              </a:cxn>
              <a:cxn ang="0">
                <a:pos x="connsiteX7467" y="connsiteY7467"/>
              </a:cxn>
              <a:cxn ang="0">
                <a:pos x="connsiteX7468" y="connsiteY7468"/>
              </a:cxn>
              <a:cxn ang="0">
                <a:pos x="connsiteX7469" y="connsiteY7469"/>
              </a:cxn>
              <a:cxn ang="0">
                <a:pos x="connsiteX7470" y="connsiteY7470"/>
              </a:cxn>
              <a:cxn ang="0">
                <a:pos x="connsiteX7471" y="connsiteY7471"/>
              </a:cxn>
              <a:cxn ang="0">
                <a:pos x="connsiteX7472" y="connsiteY7472"/>
              </a:cxn>
              <a:cxn ang="0">
                <a:pos x="connsiteX7473" y="connsiteY7473"/>
              </a:cxn>
              <a:cxn ang="0">
                <a:pos x="connsiteX7474" y="connsiteY7474"/>
              </a:cxn>
              <a:cxn ang="0">
                <a:pos x="connsiteX7475" y="connsiteY7475"/>
              </a:cxn>
              <a:cxn ang="0">
                <a:pos x="connsiteX7476" y="connsiteY7476"/>
              </a:cxn>
              <a:cxn ang="0">
                <a:pos x="connsiteX7477" y="connsiteY7477"/>
              </a:cxn>
              <a:cxn ang="0">
                <a:pos x="connsiteX7478" y="connsiteY7478"/>
              </a:cxn>
              <a:cxn ang="0">
                <a:pos x="connsiteX7479" y="connsiteY7479"/>
              </a:cxn>
              <a:cxn ang="0">
                <a:pos x="connsiteX7480" y="connsiteY7480"/>
              </a:cxn>
              <a:cxn ang="0">
                <a:pos x="connsiteX7481" y="connsiteY7481"/>
              </a:cxn>
              <a:cxn ang="0">
                <a:pos x="connsiteX7482" y="connsiteY7482"/>
              </a:cxn>
              <a:cxn ang="0">
                <a:pos x="connsiteX7483" y="connsiteY7483"/>
              </a:cxn>
              <a:cxn ang="0">
                <a:pos x="connsiteX7484" y="connsiteY7484"/>
              </a:cxn>
              <a:cxn ang="0">
                <a:pos x="connsiteX7485" y="connsiteY7485"/>
              </a:cxn>
              <a:cxn ang="0">
                <a:pos x="connsiteX7486" y="connsiteY7486"/>
              </a:cxn>
              <a:cxn ang="0">
                <a:pos x="connsiteX7487" y="connsiteY7487"/>
              </a:cxn>
              <a:cxn ang="0">
                <a:pos x="connsiteX7488" y="connsiteY7488"/>
              </a:cxn>
              <a:cxn ang="0">
                <a:pos x="connsiteX7489" y="connsiteY7489"/>
              </a:cxn>
              <a:cxn ang="0">
                <a:pos x="connsiteX7490" y="connsiteY7490"/>
              </a:cxn>
              <a:cxn ang="0">
                <a:pos x="connsiteX7491" y="connsiteY7491"/>
              </a:cxn>
              <a:cxn ang="0">
                <a:pos x="connsiteX7492" y="connsiteY7492"/>
              </a:cxn>
              <a:cxn ang="0">
                <a:pos x="connsiteX7493" y="connsiteY7493"/>
              </a:cxn>
              <a:cxn ang="0">
                <a:pos x="connsiteX7494" y="connsiteY7494"/>
              </a:cxn>
              <a:cxn ang="0">
                <a:pos x="connsiteX7495" y="connsiteY7495"/>
              </a:cxn>
              <a:cxn ang="0">
                <a:pos x="connsiteX7496" y="connsiteY7496"/>
              </a:cxn>
              <a:cxn ang="0">
                <a:pos x="connsiteX7497" y="connsiteY7497"/>
              </a:cxn>
              <a:cxn ang="0">
                <a:pos x="connsiteX7498" y="connsiteY7498"/>
              </a:cxn>
              <a:cxn ang="0">
                <a:pos x="connsiteX7499" y="connsiteY7499"/>
              </a:cxn>
              <a:cxn ang="0">
                <a:pos x="connsiteX7500" y="connsiteY7500"/>
              </a:cxn>
              <a:cxn ang="0">
                <a:pos x="connsiteX7501" y="connsiteY7501"/>
              </a:cxn>
              <a:cxn ang="0">
                <a:pos x="connsiteX7502" y="connsiteY7502"/>
              </a:cxn>
              <a:cxn ang="0">
                <a:pos x="connsiteX7503" y="connsiteY7503"/>
              </a:cxn>
              <a:cxn ang="0">
                <a:pos x="connsiteX7504" y="connsiteY7504"/>
              </a:cxn>
              <a:cxn ang="0">
                <a:pos x="connsiteX7505" y="connsiteY7505"/>
              </a:cxn>
              <a:cxn ang="0">
                <a:pos x="connsiteX7506" y="connsiteY7506"/>
              </a:cxn>
              <a:cxn ang="0">
                <a:pos x="connsiteX7507" y="connsiteY7507"/>
              </a:cxn>
              <a:cxn ang="0">
                <a:pos x="connsiteX7508" y="connsiteY7508"/>
              </a:cxn>
              <a:cxn ang="0">
                <a:pos x="connsiteX7509" y="connsiteY7509"/>
              </a:cxn>
              <a:cxn ang="0">
                <a:pos x="connsiteX7510" y="connsiteY7510"/>
              </a:cxn>
              <a:cxn ang="0">
                <a:pos x="connsiteX7511" y="connsiteY7511"/>
              </a:cxn>
              <a:cxn ang="0">
                <a:pos x="connsiteX7512" y="connsiteY7512"/>
              </a:cxn>
              <a:cxn ang="0">
                <a:pos x="connsiteX7513" y="connsiteY7513"/>
              </a:cxn>
              <a:cxn ang="0">
                <a:pos x="connsiteX7514" y="connsiteY7514"/>
              </a:cxn>
              <a:cxn ang="0">
                <a:pos x="connsiteX7515" y="connsiteY7515"/>
              </a:cxn>
              <a:cxn ang="0">
                <a:pos x="connsiteX7516" y="connsiteY7516"/>
              </a:cxn>
              <a:cxn ang="0">
                <a:pos x="connsiteX7517" y="connsiteY7517"/>
              </a:cxn>
              <a:cxn ang="0">
                <a:pos x="connsiteX7518" y="connsiteY7518"/>
              </a:cxn>
              <a:cxn ang="0">
                <a:pos x="connsiteX7519" y="connsiteY7519"/>
              </a:cxn>
              <a:cxn ang="0">
                <a:pos x="connsiteX7520" y="connsiteY7520"/>
              </a:cxn>
              <a:cxn ang="0">
                <a:pos x="connsiteX7521" y="connsiteY7521"/>
              </a:cxn>
              <a:cxn ang="0">
                <a:pos x="connsiteX7522" y="connsiteY7522"/>
              </a:cxn>
              <a:cxn ang="0">
                <a:pos x="connsiteX7523" y="connsiteY7523"/>
              </a:cxn>
              <a:cxn ang="0">
                <a:pos x="connsiteX7524" y="connsiteY7524"/>
              </a:cxn>
              <a:cxn ang="0">
                <a:pos x="connsiteX7525" y="connsiteY7525"/>
              </a:cxn>
              <a:cxn ang="0">
                <a:pos x="connsiteX7526" y="connsiteY7526"/>
              </a:cxn>
              <a:cxn ang="0">
                <a:pos x="connsiteX7527" y="connsiteY7527"/>
              </a:cxn>
              <a:cxn ang="0">
                <a:pos x="connsiteX7528" y="connsiteY7528"/>
              </a:cxn>
              <a:cxn ang="0">
                <a:pos x="connsiteX7529" y="connsiteY7529"/>
              </a:cxn>
              <a:cxn ang="0">
                <a:pos x="connsiteX7530" y="connsiteY7530"/>
              </a:cxn>
              <a:cxn ang="0">
                <a:pos x="connsiteX7531" y="connsiteY7531"/>
              </a:cxn>
              <a:cxn ang="0">
                <a:pos x="connsiteX7532" y="connsiteY7532"/>
              </a:cxn>
              <a:cxn ang="0">
                <a:pos x="connsiteX7533" y="connsiteY7533"/>
              </a:cxn>
              <a:cxn ang="0">
                <a:pos x="connsiteX7534" y="connsiteY7534"/>
              </a:cxn>
              <a:cxn ang="0">
                <a:pos x="connsiteX7535" y="connsiteY7535"/>
              </a:cxn>
              <a:cxn ang="0">
                <a:pos x="connsiteX7536" y="connsiteY7536"/>
              </a:cxn>
              <a:cxn ang="0">
                <a:pos x="connsiteX7537" y="connsiteY7537"/>
              </a:cxn>
              <a:cxn ang="0">
                <a:pos x="connsiteX7538" y="connsiteY7538"/>
              </a:cxn>
              <a:cxn ang="0">
                <a:pos x="connsiteX7539" y="connsiteY7539"/>
              </a:cxn>
              <a:cxn ang="0">
                <a:pos x="connsiteX7540" y="connsiteY7540"/>
              </a:cxn>
              <a:cxn ang="0">
                <a:pos x="connsiteX7541" y="connsiteY7541"/>
              </a:cxn>
              <a:cxn ang="0">
                <a:pos x="connsiteX7542" y="connsiteY7542"/>
              </a:cxn>
              <a:cxn ang="0">
                <a:pos x="connsiteX7543" y="connsiteY7543"/>
              </a:cxn>
              <a:cxn ang="0">
                <a:pos x="connsiteX7544" y="connsiteY7544"/>
              </a:cxn>
              <a:cxn ang="0">
                <a:pos x="connsiteX7545" y="connsiteY7545"/>
              </a:cxn>
              <a:cxn ang="0">
                <a:pos x="connsiteX7546" y="connsiteY7546"/>
              </a:cxn>
              <a:cxn ang="0">
                <a:pos x="connsiteX7547" y="connsiteY7547"/>
              </a:cxn>
              <a:cxn ang="0">
                <a:pos x="connsiteX7548" y="connsiteY7548"/>
              </a:cxn>
              <a:cxn ang="0">
                <a:pos x="connsiteX7549" y="connsiteY7549"/>
              </a:cxn>
              <a:cxn ang="0">
                <a:pos x="connsiteX7550" y="connsiteY7550"/>
              </a:cxn>
              <a:cxn ang="0">
                <a:pos x="connsiteX7551" y="connsiteY7551"/>
              </a:cxn>
              <a:cxn ang="0">
                <a:pos x="connsiteX7552" y="connsiteY7552"/>
              </a:cxn>
              <a:cxn ang="0">
                <a:pos x="connsiteX7553" y="connsiteY7553"/>
              </a:cxn>
              <a:cxn ang="0">
                <a:pos x="connsiteX7554" y="connsiteY7554"/>
              </a:cxn>
              <a:cxn ang="0">
                <a:pos x="connsiteX7555" y="connsiteY7555"/>
              </a:cxn>
              <a:cxn ang="0">
                <a:pos x="connsiteX7556" y="connsiteY7556"/>
              </a:cxn>
              <a:cxn ang="0">
                <a:pos x="connsiteX7557" y="connsiteY7557"/>
              </a:cxn>
              <a:cxn ang="0">
                <a:pos x="connsiteX7558" y="connsiteY7558"/>
              </a:cxn>
              <a:cxn ang="0">
                <a:pos x="connsiteX7559" y="connsiteY7559"/>
              </a:cxn>
              <a:cxn ang="0">
                <a:pos x="connsiteX7560" y="connsiteY7560"/>
              </a:cxn>
              <a:cxn ang="0">
                <a:pos x="connsiteX7561" y="connsiteY7561"/>
              </a:cxn>
              <a:cxn ang="0">
                <a:pos x="connsiteX7562" y="connsiteY7562"/>
              </a:cxn>
              <a:cxn ang="0">
                <a:pos x="connsiteX7563" y="connsiteY7563"/>
              </a:cxn>
              <a:cxn ang="0">
                <a:pos x="connsiteX7564" y="connsiteY7564"/>
              </a:cxn>
              <a:cxn ang="0">
                <a:pos x="connsiteX7565" y="connsiteY7565"/>
              </a:cxn>
              <a:cxn ang="0">
                <a:pos x="connsiteX7566" y="connsiteY7566"/>
              </a:cxn>
              <a:cxn ang="0">
                <a:pos x="connsiteX7567" y="connsiteY7567"/>
              </a:cxn>
              <a:cxn ang="0">
                <a:pos x="connsiteX7568" y="connsiteY7568"/>
              </a:cxn>
              <a:cxn ang="0">
                <a:pos x="connsiteX7569" y="connsiteY7569"/>
              </a:cxn>
              <a:cxn ang="0">
                <a:pos x="connsiteX7570" y="connsiteY7570"/>
              </a:cxn>
              <a:cxn ang="0">
                <a:pos x="connsiteX7571" y="connsiteY7571"/>
              </a:cxn>
              <a:cxn ang="0">
                <a:pos x="connsiteX7572" y="connsiteY7572"/>
              </a:cxn>
              <a:cxn ang="0">
                <a:pos x="connsiteX7573" y="connsiteY7573"/>
              </a:cxn>
              <a:cxn ang="0">
                <a:pos x="connsiteX7574" y="connsiteY7574"/>
              </a:cxn>
              <a:cxn ang="0">
                <a:pos x="connsiteX7575" y="connsiteY7575"/>
              </a:cxn>
              <a:cxn ang="0">
                <a:pos x="connsiteX7576" y="connsiteY7576"/>
              </a:cxn>
              <a:cxn ang="0">
                <a:pos x="connsiteX7577" y="connsiteY7577"/>
              </a:cxn>
              <a:cxn ang="0">
                <a:pos x="connsiteX7578" y="connsiteY7578"/>
              </a:cxn>
              <a:cxn ang="0">
                <a:pos x="connsiteX7579" y="connsiteY7579"/>
              </a:cxn>
              <a:cxn ang="0">
                <a:pos x="connsiteX7580" y="connsiteY7580"/>
              </a:cxn>
              <a:cxn ang="0">
                <a:pos x="connsiteX7581" y="connsiteY7581"/>
              </a:cxn>
              <a:cxn ang="0">
                <a:pos x="connsiteX7582" y="connsiteY7582"/>
              </a:cxn>
              <a:cxn ang="0">
                <a:pos x="connsiteX7583" y="connsiteY7583"/>
              </a:cxn>
              <a:cxn ang="0">
                <a:pos x="connsiteX7584" y="connsiteY7584"/>
              </a:cxn>
              <a:cxn ang="0">
                <a:pos x="connsiteX7585" y="connsiteY7585"/>
              </a:cxn>
              <a:cxn ang="0">
                <a:pos x="connsiteX7586" y="connsiteY7586"/>
              </a:cxn>
              <a:cxn ang="0">
                <a:pos x="connsiteX7587" y="connsiteY7587"/>
              </a:cxn>
              <a:cxn ang="0">
                <a:pos x="connsiteX7588" y="connsiteY7588"/>
              </a:cxn>
              <a:cxn ang="0">
                <a:pos x="connsiteX7589" y="connsiteY7589"/>
              </a:cxn>
              <a:cxn ang="0">
                <a:pos x="connsiteX7590" y="connsiteY7590"/>
              </a:cxn>
              <a:cxn ang="0">
                <a:pos x="connsiteX7591" y="connsiteY7591"/>
              </a:cxn>
              <a:cxn ang="0">
                <a:pos x="connsiteX7592" y="connsiteY7592"/>
              </a:cxn>
              <a:cxn ang="0">
                <a:pos x="connsiteX7593" y="connsiteY7593"/>
              </a:cxn>
              <a:cxn ang="0">
                <a:pos x="connsiteX7594" y="connsiteY7594"/>
              </a:cxn>
              <a:cxn ang="0">
                <a:pos x="connsiteX7595" y="connsiteY7595"/>
              </a:cxn>
              <a:cxn ang="0">
                <a:pos x="connsiteX7596" y="connsiteY7596"/>
              </a:cxn>
              <a:cxn ang="0">
                <a:pos x="connsiteX7597" y="connsiteY7597"/>
              </a:cxn>
              <a:cxn ang="0">
                <a:pos x="connsiteX7598" y="connsiteY7598"/>
              </a:cxn>
              <a:cxn ang="0">
                <a:pos x="connsiteX7599" y="connsiteY7599"/>
              </a:cxn>
              <a:cxn ang="0">
                <a:pos x="connsiteX7600" y="connsiteY7600"/>
              </a:cxn>
              <a:cxn ang="0">
                <a:pos x="connsiteX7601" y="connsiteY7601"/>
              </a:cxn>
              <a:cxn ang="0">
                <a:pos x="connsiteX7602" y="connsiteY7602"/>
              </a:cxn>
              <a:cxn ang="0">
                <a:pos x="connsiteX7603" y="connsiteY7603"/>
              </a:cxn>
              <a:cxn ang="0">
                <a:pos x="connsiteX7604" y="connsiteY7604"/>
              </a:cxn>
              <a:cxn ang="0">
                <a:pos x="connsiteX7605" y="connsiteY7605"/>
              </a:cxn>
              <a:cxn ang="0">
                <a:pos x="connsiteX7606" y="connsiteY7606"/>
              </a:cxn>
              <a:cxn ang="0">
                <a:pos x="connsiteX7607" y="connsiteY7607"/>
              </a:cxn>
              <a:cxn ang="0">
                <a:pos x="connsiteX7608" y="connsiteY7608"/>
              </a:cxn>
              <a:cxn ang="0">
                <a:pos x="connsiteX7609" y="connsiteY7609"/>
              </a:cxn>
              <a:cxn ang="0">
                <a:pos x="connsiteX7610" y="connsiteY7610"/>
              </a:cxn>
              <a:cxn ang="0">
                <a:pos x="connsiteX7611" y="connsiteY7611"/>
              </a:cxn>
              <a:cxn ang="0">
                <a:pos x="connsiteX7612" y="connsiteY7612"/>
              </a:cxn>
              <a:cxn ang="0">
                <a:pos x="connsiteX7613" y="connsiteY7613"/>
              </a:cxn>
              <a:cxn ang="0">
                <a:pos x="connsiteX7614" y="connsiteY7614"/>
              </a:cxn>
              <a:cxn ang="0">
                <a:pos x="connsiteX7615" y="connsiteY7615"/>
              </a:cxn>
              <a:cxn ang="0">
                <a:pos x="connsiteX7616" y="connsiteY7616"/>
              </a:cxn>
              <a:cxn ang="0">
                <a:pos x="connsiteX7617" y="connsiteY7617"/>
              </a:cxn>
              <a:cxn ang="0">
                <a:pos x="connsiteX7618" y="connsiteY7618"/>
              </a:cxn>
              <a:cxn ang="0">
                <a:pos x="connsiteX7619" y="connsiteY7619"/>
              </a:cxn>
              <a:cxn ang="0">
                <a:pos x="connsiteX7620" y="connsiteY7620"/>
              </a:cxn>
              <a:cxn ang="0">
                <a:pos x="connsiteX7621" y="connsiteY7621"/>
              </a:cxn>
              <a:cxn ang="0">
                <a:pos x="connsiteX7622" y="connsiteY7622"/>
              </a:cxn>
              <a:cxn ang="0">
                <a:pos x="connsiteX7623" y="connsiteY7623"/>
              </a:cxn>
              <a:cxn ang="0">
                <a:pos x="connsiteX7624" y="connsiteY7624"/>
              </a:cxn>
              <a:cxn ang="0">
                <a:pos x="connsiteX7625" y="connsiteY7625"/>
              </a:cxn>
              <a:cxn ang="0">
                <a:pos x="connsiteX7626" y="connsiteY7626"/>
              </a:cxn>
              <a:cxn ang="0">
                <a:pos x="connsiteX7627" y="connsiteY7627"/>
              </a:cxn>
              <a:cxn ang="0">
                <a:pos x="connsiteX7628" y="connsiteY7628"/>
              </a:cxn>
              <a:cxn ang="0">
                <a:pos x="connsiteX7629" y="connsiteY7629"/>
              </a:cxn>
              <a:cxn ang="0">
                <a:pos x="connsiteX7630" y="connsiteY7630"/>
              </a:cxn>
              <a:cxn ang="0">
                <a:pos x="connsiteX7631" y="connsiteY7631"/>
              </a:cxn>
              <a:cxn ang="0">
                <a:pos x="connsiteX7632" y="connsiteY7632"/>
              </a:cxn>
              <a:cxn ang="0">
                <a:pos x="connsiteX7633" y="connsiteY7633"/>
              </a:cxn>
              <a:cxn ang="0">
                <a:pos x="connsiteX7634" y="connsiteY7634"/>
              </a:cxn>
              <a:cxn ang="0">
                <a:pos x="connsiteX7635" y="connsiteY7635"/>
              </a:cxn>
              <a:cxn ang="0">
                <a:pos x="connsiteX7636" y="connsiteY7636"/>
              </a:cxn>
              <a:cxn ang="0">
                <a:pos x="connsiteX7637" y="connsiteY7637"/>
              </a:cxn>
              <a:cxn ang="0">
                <a:pos x="connsiteX7638" y="connsiteY7638"/>
              </a:cxn>
              <a:cxn ang="0">
                <a:pos x="connsiteX7639" y="connsiteY7639"/>
              </a:cxn>
              <a:cxn ang="0">
                <a:pos x="connsiteX7640" y="connsiteY7640"/>
              </a:cxn>
              <a:cxn ang="0">
                <a:pos x="connsiteX7641" y="connsiteY7641"/>
              </a:cxn>
              <a:cxn ang="0">
                <a:pos x="connsiteX7642" y="connsiteY7642"/>
              </a:cxn>
              <a:cxn ang="0">
                <a:pos x="connsiteX7643" y="connsiteY7643"/>
              </a:cxn>
              <a:cxn ang="0">
                <a:pos x="connsiteX7644" y="connsiteY7644"/>
              </a:cxn>
              <a:cxn ang="0">
                <a:pos x="connsiteX7645" y="connsiteY7645"/>
              </a:cxn>
              <a:cxn ang="0">
                <a:pos x="connsiteX7646" y="connsiteY7646"/>
              </a:cxn>
              <a:cxn ang="0">
                <a:pos x="connsiteX7647" y="connsiteY7647"/>
              </a:cxn>
              <a:cxn ang="0">
                <a:pos x="connsiteX7648" y="connsiteY7648"/>
              </a:cxn>
              <a:cxn ang="0">
                <a:pos x="connsiteX7649" y="connsiteY7649"/>
              </a:cxn>
              <a:cxn ang="0">
                <a:pos x="connsiteX7650" y="connsiteY7650"/>
              </a:cxn>
              <a:cxn ang="0">
                <a:pos x="connsiteX7651" y="connsiteY7651"/>
              </a:cxn>
              <a:cxn ang="0">
                <a:pos x="connsiteX7652" y="connsiteY7652"/>
              </a:cxn>
              <a:cxn ang="0">
                <a:pos x="connsiteX7653" y="connsiteY7653"/>
              </a:cxn>
              <a:cxn ang="0">
                <a:pos x="connsiteX7654" y="connsiteY7654"/>
              </a:cxn>
              <a:cxn ang="0">
                <a:pos x="connsiteX7655" y="connsiteY7655"/>
              </a:cxn>
              <a:cxn ang="0">
                <a:pos x="connsiteX7656" y="connsiteY7656"/>
              </a:cxn>
              <a:cxn ang="0">
                <a:pos x="connsiteX7657" y="connsiteY7657"/>
              </a:cxn>
              <a:cxn ang="0">
                <a:pos x="connsiteX7658" y="connsiteY7658"/>
              </a:cxn>
              <a:cxn ang="0">
                <a:pos x="connsiteX7659" y="connsiteY7659"/>
              </a:cxn>
              <a:cxn ang="0">
                <a:pos x="connsiteX7660" y="connsiteY7660"/>
              </a:cxn>
              <a:cxn ang="0">
                <a:pos x="connsiteX7661" y="connsiteY7661"/>
              </a:cxn>
              <a:cxn ang="0">
                <a:pos x="connsiteX7662" y="connsiteY7662"/>
              </a:cxn>
              <a:cxn ang="0">
                <a:pos x="connsiteX7663" y="connsiteY7663"/>
              </a:cxn>
              <a:cxn ang="0">
                <a:pos x="connsiteX7664" y="connsiteY7664"/>
              </a:cxn>
              <a:cxn ang="0">
                <a:pos x="connsiteX7665" y="connsiteY7665"/>
              </a:cxn>
              <a:cxn ang="0">
                <a:pos x="connsiteX7666" y="connsiteY7666"/>
              </a:cxn>
              <a:cxn ang="0">
                <a:pos x="connsiteX7667" y="connsiteY7667"/>
              </a:cxn>
              <a:cxn ang="0">
                <a:pos x="connsiteX7668" y="connsiteY7668"/>
              </a:cxn>
              <a:cxn ang="0">
                <a:pos x="connsiteX7669" y="connsiteY7669"/>
              </a:cxn>
            </a:cxnLst>
            <a:rect l="l" t="t" r="r" b="b"/>
            <a:pathLst>
              <a:path w="3708449" h="3514679">
                <a:moveTo>
                  <a:pt x="2208755" y="3483258"/>
                </a:moveTo>
                <a:cubicBezTo>
                  <a:pt x="2217948" y="3483258"/>
                  <a:pt x="2224930" y="3490241"/>
                  <a:pt x="2224930" y="3499434"/>
                </a:cubicBezTo>
                <a:cubicBezTo>
                  <a:pt x="2224930" y="3507813"/>
                  <a:pt x="2217948" y="3514679"/>
                  <a:pt x="2208755" y="3514679"/>
                </a:cubicBezTo>
                <a:cubicBezTo>
                  <a:pt x="2199561" y="3514679"/>
                  <a:pt x="2192695" y="3507813"/>
                  <a:pt x="2192695" y="3499434"/>
                </a:cubicBezTo>
                <a:cubicBezTo>
                  <a:pt x="2192695" y="3490241"/>
                  <a:pt x="2200376" y="3483258"/>
                  <a:pt x="2208755" y="3483258"/>
                </a:cubicBezTo>
                <a:close/>
                <a:moveTo>
                  <a:pt x="2144517" y="3483258"/>
                </a:moveTo>
                <a:cubicBezTo>
                  <a:pt x="2152896" y="3483258"/>
                  <a:pt x="2160576" y="3490241"/>
                  <a:pt x="2160576" y="3499434"/>
                </a:cubicBezTo>
                <a:cubicBezTo>
                  <a:pt x="2160576" y="3507813"/>
                  <a:pt x="2152896" y="3514679"/>
                  <a:pt x="2144517" y="3514679"/>
                </a:cubicBezTo>
                <a:cubicBezTo>
                  <a:pt x="2135324" y="3514679"/>
                  <a:pt x="2128341" y="3507813"/>
                  <a:pt x="2128341" y="3499434"/>
                </a:cubicBezTo>
                <a:cubicBezTo>
                  <a:pt x="2128341" y="3490241"/>
                  <a:pt x="2135324" y="3483258"/>
                  <a:pt x="2144517" y="3483258"/>
                </a:cubicBezTo>
                <a:close/>
                <a:moveTo>
                  <a:pt x="2080163" y="3483258"/>
                </a:moveTo>
                <a:cubicBezTo>
                  <a:pt x="2088542" y="3483258"/>
                  <a:pt x="2095408" y="3490241"/>
                  <a:pt x="2095408" y="3499434"/>
                </a:cubicBezTo>
                <a:cubicBezTo>
                  <a:pt x="2095408" y="3507813"/>
                  <a:pt x="2088542" y="3514679"/>
                  <a:pt x="2080163" y="3514679"/>
                </a:cubicBezTo>
                <a:cubicBezTo>
                  <a:pt x="2070970" y="3514679"/>
                  <a:pt x="2064104" y="3507813"/>
                  <a:pt x="2064104" y="3499434"/>
                </a:cubicBezTo>
                <a:cubicBezTo>
                  <a:pt x="2064104" y="3490241"/>
                  <a:pt x="2070970" y="3483258"/>
                  <a:pt x="2080163" y="3483258"/>
                </a:cubicBezTo>
                <a:close/>
                <a:moveTo>
                  <a:pt x="2208755" y="3418207"/>
                </a:moveTo>
                <a:cubicBezTo>
                  <a:pt x="2217948" y="3418207"/>
                  <a:pt x="2224930" y="3425887"/>
                  <a:pt x="2224930" y="3434266"/>
                </a:cubicBezTo>
                <a:cubicBezTo>
                  <a:pt x="2224930" y="3443460"/>
                  <a:pt x="2217948" y="3450326"/>
                  <a:pt x="2208755" y="3450326"/>
                </a:cubicBezTo>
                <a:cubicBezTo>
                  <a:pt x="2199561" y="3450326"/>
                  <a:pt x="2192695" y="3443460"/>
                  <a:pt x="2192695" y="3434266"/>
                </a:cubicBezTo>
                <a:cubicBezTo>
                  <a:pt x="2192695" y="3425887"/>
                  <a:pt x="2200376" y="3418207"/>
                  <a:pt x="2208755" y="3418207"/>
                </a:cubicBezTo>
                <a:close/>
                <a:moveTo>
                  <a:pt x="2144517" y="3418207"/>
                </a:moveTo>
                <a:cubicBezTo>
                  <a:pt x="2152896" y="3418207"/>
                  <a:pt x="2160576" y="3425887"/>
                  <a:pt x="2160576" y="3434266"/>
                </a:cubicBezTo>
                <a:cubicBezTo>
                  <a:pt x="2160576" y="3443460"/>
                  <a:pt x="2152896" y="3450326"/>
                  <a:pt x="2144517" y="3450326"/>
                </a:cubicBezTo>
                <a:cubicBezTo>
                  <a:pt x="2135324" y="3450326"/>
                  <a:pt x="2128341" y="3443460"/>
                  <a:pt x="2128341" y="3434266"/>
                </a:cubicBezTo>
                <a:cubicBezTo>
                  <a:pt x="2128341" y="3425887"/>
                  <a:pt x="2135324" y="3418207"/>
                  <a:pt x="2144517" y="3418207"/>
                </a:cubicBezTo>
                <a:close/>
                <a:moveTo>
                  <a:pt x="2080163" y="3418207"/>
                </a:moveTo>
                <a:cubicBezTo>
                  <a:pt x="2088542" y="3418207"/>
                  <a:pt x="2095408" y="3425887"/>
                  <a:pt x="2095408" y="3434266"/>
                </a:cubicBezTo>
                <a:cubicBezTo>
                  <a:pt x="2095408" y="3443460"/>
                  <a:pt x="2088542" y="3450326"/>
                  <a:pt x="2080163" y="3450326"/>
                </a:cubicBezTo>
                <a:cubicBezTo>
                  <a:pt x="2070970" y="3450326"/>
                  <a:pt x="2064104" y="3443460"/>
                  <a:pt x="2064104" y="3434266"/>
                </a:cubicBezTo>
                <a:cubicBezTo>
                  <a:pt x="2064104" y="3425887"/>
                  <a:pt x="2070970" y="3418207"/>
                  <a:pt x="2080163" y="3418207"/>
                </a:cubicBezTo>
                <a:close/>
                <a:moveTo>
                  <a:pt x="2273109" y="3353852"/>
                </a:moveTo>
                <a:cubicBezTo>
                  <a:pt x="2282302" y="3353852"/>
                  <a:pt x="2289284" y="3361533"/>
                  <a:pt x="2289284" y="3369912"/>
                </a:cubicBezTo>
                <a:cubicBezTo>
                  <a:pt x="2289284" y="3379105"/>
                  <a:pt x="2282302" y="3386087"/>
                  <a:pt x="2273109" y="3386087"/>
                </a:cubicBezTo>
                <a:cubicBezTo>
                  <a:pt x="2264730" y="3386087"/>
                  <a:pt x="2257049" y="3379105"/>
                  <a:pt x="2257049" y="3369912"/>
                </a:cubicBezTo>
                <a:cubicBezTo>
                  <a:pt x="2257049" y="3361533"/>
                  <a:pt x="2264730" y="3353852"/>
                  <a:pt x="2273109" y="3353852"/>
                </a:cubicBezTo>
                <a:close/>
                <a:moveTo>
                  <a:pt x="2208755" y="3353852"/>
                </a:moveTo>
                <a:cubicBezTo>
                  <a:pt x="2217948" y="3353852"/>
                  <a:pt x="2224930" y="3361533"/>
                  <a:pt x="2224930" y="3369912"/>
                </a:cubicBezTo>
                <a:cubicBezTo>
                  <a:pt x="2224930" y="3379105"/>
                  <a:pt x="2217948" y="3386087"/>
                  <a:pt x="2208755" y="3386087"/>
                </a:cubicBezTo>
                <a:cubicBezTo>
                  <a:pt x="2199561" y="3386087"/>
                  <a:pt x="2192695" y="3379105"/>
                  <a:pt x="2192695" y="3369912"/>
                </a:cubicBezTo>
                <a:cubicBezTo>
                  <a:pt x="2192695" y="3361533"/>
                  <a:pt x="2200376" y="3353852"/>
                  <a:pt x="2208755" y="3353852"/>
                </a:cubicBezTo>
                <a:close/>
                <a:moveTo>
                  <a:pt x="2144517" y="3353852"/>
                </a:moveTo>
                <a:cubicBezTo>
                  <a:pt x="2152896" y="3353852"/>
                  <a:pt x="2160576" y="3361533"/>
                  <a:pt x="2160576" y="3369912"/>
                </a:cubicBezTo>
                <a:cubicBezTo>
                  <a:pt x="2160576" y="3379105"/>
                  <a:pt x="2152896" y="3386087"/>
                  <a:pt x="2144517" y="3386087"/>
                </a:cubicBezTo>
                <a:cubicBezTo>
                  <a:pt x="2135324" y="3386087"/>
                  <a:pt x="2128341" y="3379105"/>
                  <a:pt x="2128341" y="3369912"/>
                </a:cubicBezTo>
                <a:cubicBezTo>
                  <a:pt x="2128341" y="3361533"/>
                  <a:pt x="2135324" y="3353852"/>
                  <a:pt x="2144517" y="3353852"/>
                </a:cubicBezTo>
                <a:close/>
                <a:moveTo>
                  <a:pt x="2080163" y="3353852"/>
                </a:moveTo>
                <a:cubicBezTo>
                  <a:pt x="2088542" y="3353852"/>
                  <a:pt x="2095408" y="3361533"/>
                  <a:pt x="2095408" y="3369912"/>
                </a:cubicBezTo>
                <a:cubicBezTo>
                  <a:pt x="2095408" y="3379105"/>
                  <a:pt x="2088542" y="3386087"/>
                  <a:pt x="2080163" y="3386087"/>
                </a:cubicBezTo>
                <a:cubicBezTo>
                  <a:pt x="2070970" y="3386087"/>
                  <a:pt x="2064104" y="3379105"/>
                  <a:pt x="2064104" y="3369912"/>
                </a:cubicBezTo>
                <a:cubicBezTo>
                  <a:pt x="2064104" y="3361533"/>
                  <a:pt x="2070970" y="3353852"/>
                  <a:pt x="2080163" y="3353852"/>
                </a:cubicBezTo>
                <a:close/>
                <a:moveTo>
                  <a:pt x="2014994" y="3353852"/>
                </a:moveTo>
                <a:cubicBezTo>
                  <a:pt x="2024187" y="3353852"/>
                  <a:pt x="2031169" y="3361533"/>
                  <a:pt x="2031169" y="3369912"/>
                </a:cubicBezTo>
                <a:cubicBezTo>
                  <a:pt x="2031169" y="3379105"/>
                  <a:pt x="2024187" y="3386087"/>
                  <a:pt x="2014994" y="3386087"/>
                </a:cubicBezTo>
                <a:cubicBezTo>
                  <a:pt x="2006615" y="3386087"/>
                  <a:pt x="1998934" y="3379105"/>
                  <a:pt x="1998934" y="3369912"/>
                </a:cubicBezTo>
                <a:cubicBezTo>
                  <a:pt x="1998934" y="3361533"/>
                  <a:pt x="2006615" y="3353852"/>
                  <a:pt x="2014994" y="3353852"/>
                </a:cubicBezTo>
                <a:close/>
                <a:moveTo>
                  <a:pt x="2337462" y="3289498"/>
                </a:moveTo>
                <a:cubicBezTo>
                  <a:pt x="2346656" y="3289498"/>
                  <a:pt x="2353522" y="3296481"/>
                  <a:pt x="2353522" y="3305674"/>
                </a:cubicBezTo>
                <a:cubicBezTo>
                  <a:pt x="2353522" y="3314053"/>
                  <a:pt x="2346656" y="3321733"/>
                  <a:pt x="2337462" y="3321733"/>
                </a:cubicBezTo>
                <a:cubicBezTo>
                  <a:pt x="2329084" y="3321733"/>
                  <a:pt x="2322218" y="3314053"/>
                  <a:pt x="2322218" y="3305674"/>
                </a:cubicBezTo>
                <a:cubicBezTo>
                  <a:pt x="2322218" y="3296481"/>
                  <a:pt x="2329084" y="3289498"/>
                  <a:pt x="2337462" y="3289498"/>
                </a:cubicBezTo>
                <a:close/>
                <a:moveTo>
                  <a:pt x="2273109" y="3289498"/>
                </a:moveTo>
                <a:cubicBezTo>
                  <a:pt x="2282302" y="3289498"/>
                  <a:pt x="2289284" y="3296481"/>
                  <a:pt x="2289284" y="3305674"/>
                </a:cubicBezTo>
                <a:cubicBezTo>
                  <a:pt x="2289284" y="3314053"/>
                  <a:pt x="2282302" y="3321733"/>
                  <a:pt x="2273109" y="3321733"/>
                </a:cubicBezTo>
                <a:cubicBezTo>
                  <a:pt x="2264730" y="3321733"/>
                  <a:pt x="2257049" y="3314053"/>
                  <a:pt x="2257049" y="3305674"/>
                </a:cubicBezTo>
                <a:cubicBezTo>
                  <a:pt x="2257049" y="3296481"/>
                  <a:pt x="2264730" y="3289498"/>
                  <a:pt x="2273109" y="3289498"/>
                </a:cubicBezTo>
                <a:close/>
                <a:moveTo>
                  <a:pt x="2208755" y="3289498"/>
                </a:moveTo>
                <a:cubicBezTo>
                  <a:pt x="2217948" y="3289498"/>
                  <a:pt x="2224930" y="3296481"/>
                  <a:pt x="2224930" y="3305674"/>
                </a:cubicBezTo>
                <a:cubicBezTo>
                  <a:pt x="2224930" y="3314053"/>
                  <a:pt x="2217948" y="3321733"/>
                  <a:pt x="2208755" y="3321733"/>
                </a:cubicBezTo>
                <a:cubicBezTo>
                  <a:pt x="2199561" y="3321733"/>
                  <a:pt x="2192695" y="3314053"/>
                  <a:pt x="2192695" y="3305674"/>
                </a:cubicBezTo>
                <a:cubicBezTo>
                  <a:pt x="2192695" y="3296481"/>
                  <a:pt x="2200376" y="3289498"/>
                  <a:pt x="2208755" y="3289498"/>
                </a:cubicBezTo>
                <a:close/>
                <a:moveTo>
                  <a:pt x="2144517" y="3289498"/>
                </a:moveTo>
                <a:cubicBezTo>
                  <a:pt x="2152896" y="3289498"/>
                  <a:pt x="2160576" y="3296481"/>
                  <a:pt x="2160576" y="3305674"/>
                </a:cubicBezTo>
                <a:cubicBezTo>
                  <a:pt x="2160576" y="3314053"/>
                  <a:pt x="2152896" y="3321733"/>
                  <a:pt x="2144517" y="3321733"/>
                </a:cubicBezTo>
                <a:cubicBezTo>
                  <a:pt x="2135324" y="3321733"/>
                  <a:pt x="2128341" y="3314053"/>
                  <a:pt x="2128341" y="3305674"/>
                </a:cubicBezTo>
                <a:cubicBezTo>
                  <a:pt x="2128341" y="3296481"/>
                  <a:pt x="2135324" y="3289498"/>
                  <a:pt x="2144517" y="3289498"/>
                </a:cubicBezTo>
                <a:close/>
                <a:moveTo>
                  <a:pt x="2080163" y="3289498"/>
                </a:moveTo>
                <a:cubicBezTo>
                  <a:pt x="2088542" y="3289498"/>
                  <a:pt x="2095408" y="3296481"/>
                  <a:pt x="2095408" y="3305674"/>
                </a:cubicBezTo>
                <a:cubicBezTo>
                  <a:pt x="2095408" y="3314053"/>
                  <a:pt x="2088542" y="3321733"/>
                  <a:pt x="2080163" y="3321733"/>
                </a:cubicBezTo>
                <a:cubicBezTo>
                  <a:pt x="2070970" y="3321733"/>
                  <a:pt x="2064104" y="3314053"/>
                  <a:pt x="2064104" y="3305674"/>
                </a:cubicBezTo>
                <a:cubicBezTo>
                  <a:pt x="2064104" y="3296481"/>
                  <a:pt x="2070970" y="3289498"/>
                  <a:pt x="2080163" y="3289498"/>
                </a:cubicBezTo>
                <a:close/>
                <a:moveTo>
                  <a:pt x="2014994" y="3289498"/>
                </a:moveTo>
                <a:cubicBezTo>
                  <a:pt x="2024187" y="3289498"/>
                  <a:pt x="2031169" y="3296481"/>
                  <a:pt x="2031169" y="3305674"/>
                </a:cubicBezTo>
                <a:cubicBezTo>
                  <a:pt x="2031169" y="3314053"/>
                  <a:pt x="2024187" y="3321733"/>
                  <a:pt x="2014994" y="3321733"/>
                </a:cubicBezTo>
                <a:cubicBezTo>
                  <a:pt x="2006615" y="3321733"/>
                  <a:pt x="1998934" y="3314053"/>
                  <a:pt x="1998934" y="3305674"/>
                </a:cubicBezTo>
                <a:cubicBezTo>
                  <a:pt x="1998934" y="3296481"/>
                  <a:pt x="2006615" y="3289498"/>
                  <a:pt x="2014994" y="3289498"/>
                </a:cubicBezTo>
                <a:close/>
                <a:moveTo>
                  <a:pt x="1950756" y="3289498"/>
                </a:moveTo>
                <a:cubicBezTo>
                  <a:pt x="1959135" y="3289498"/>
                  <a:pt x="1966815" y="3296481"/>
                  <a:pt x="1966815" y="3305674"/>
                </a:cubicBezTo>
                <a:cubicBezTo>
                  <a:pt x="1966815" y="3314053"/>
                  <a:pt x="1959135" y="3321733"/>
                  <a:pt x="1950756" y="3321733"/>
                </a:cubicBezTo>
                <a:cubicBezTo>
                  <a:pt x="1942261" y="3321733"/>
                  <a:pt x="1934580" y="3314053"/>
                  <a:pt x="1934580" y="3305674"/>
                </a:cubicBezTo>
                <a:cubicBezTo>
                  <a:pt x="1934580" y="3296481"/>
                  <a:pt x="1942261" y="3289498"/>
                  <a:pt x="1950756" y="3289498"/>
                </a:cubicBezTo>
                <a:close/>
                <a:moveTo>
                  <a:pt x="1886402" y="3289498"/>
                </a:moveTo>
                <a:cubicBezTo>
                  <a:pt x="1894781" y="3289498"/>
                  <a:pt x="1902461" y="3296481"/>
                  <a:pt x="1902461" y="3305674"/>
                </a:cubicBezTo>
                <a:cubicBezTo>
                  <a:pt x="1902461" y="3314053"/>
                  <a:pt x="1894781" y="3321733"/>
                  <a:pt x="1886402" y="3321733"/>
                </a:cubicBezTo>
                <a:cubicBezTo>
                  <a:pt x="1877209" y="3321733"/>
                  <a:pt x="1870343" y="3314053"/>
                  <a:pt x="1870343" y="3305674"/>
                </a:cubicBezTo>
                <a:cubicBezTo>
                  <a:pt x="1870343" y="3296481"/>
                  <a:pt x="1877209" y="3289498"/>
                  <a:pt x="1886402" y="3289498"/>
                </a:cubicBezTo>
                <a:close/>
                <a:moveTo>
                  <a:pt x="2402631" y="3225144"/>
                </a:moveTo>
                <a:cubicBezTo>
                  <a:pt x="2411010" y="3225144"/>
                  <a:pt x="2418690" y="3232127"/>
                  <a:pt x="2418690" y="3241320"/>
                </a:cubicBezTo>
                <a:cubicBezTo>
                  <a:pt x="2418690" y="3249699"/>
                  <a:pt x="2411010" y="3257379"/>
                  <a:pt x="2402631" y="3257379"/>
                </a:cubicBezTo>
                <a:cubicBezTo>
                  <a:pt x="2393438" y="3257379"/>
                  <a:pt x="2386455" y="3249699"/>
                  <a:pt x="2386455" y="3241320"/>
                </a:cubicBezTo>
                <a:cubicBezTo>
                  <a:pt x="2386455" y="3232127"/>
                  <a:pt x="2393438" y="3225144"/>
                  <a:pt x="2402631" y="3225144"/>
                </a:cubicBezTo>
                <a:close/>
                <a:moveTo>
                  <a:pt x="2337462" y="3225144"/>
                </a:moveTo>
                <a:cubicBezTo>
                  <a:pt x="2346656" y="3225144"/>
                  <a:pt x="2353522" y="3232127"/>
                  <a:pt x="2353522" y="3241320"/>
                </a:cubicBezTo>
                <a:cubicBezTo>
                  <a:pt x="2353522" y="3249699"/>
                  <a:pt x="2346656" y="3257379"/>
                  <a:pt x="2337462" y="3257379"/>
                </a:cubicBezTo>
                <a:cubicBezTo>
                  <a:pt x="2329084" y="3257379"/>
                  <a:pt x="2322218" y="3249699"/>
                  <a:pt x="2322218" y="3241320"/>
                </a:cubicBezTo>
                <a:cubicBezTo>
                  <a:pt x="2322218" y="3232127"/>
                  <a:pt x="2329084" y="3225144"/>
                  <a:pt x="2337462" y="3225144"/>
                </a:cubicBezTo>
                <a:close/>
                <a:moveTo>
                  <a:pt x="2273109" y="3225144"/>
                </a:moveTo>
                <a:cubicBezTo>
                  <a:pt x="2282302" y="3225144"/>
                  <a:pt x="2289284" y="3232127"/>
                  <a:pt x="2289284" y="3241320"/>
                </a:cubicBezTo>
                <a:cubicBezTo>
                  <a:pt x="2289284" y="3249699"/>
                  <a:pt x="2282302" y="3257379"/>
                  <a:pt x="2273109" y="3257379"/>
                </a:cubicBezTo>
                <a:cubicBezTo>
                  <a:pt x="2264730" y="3257379"/>
                  <a:pt x="2257049" y="3249699"/>
                  <a:pt x="2257049" y="3241320"/>
                </a:cubicBezTo>
                <a:cubicBezTo>
                  <a:pt x="2257049" y="3232127"/>
                  <a:pt x="2264730" y="3225144"/>
                  <a:pt x="2273109" y="3225144"/>
                </a:cubicBezTo>
                <a:close/>
                <a:moveTo>
                  <a:pt x="2208755" y="3225144"/>
                </a:moveTo>
                <a:cubicBezTo>
                  <a:pt x="2217948" y="3225144"/>
                  <a:pt x="2224930" y="3232127"/>
                  <a:pt x="2224930" y="3241320"/>
                </a:cubicBezTo>
                <a:cubicBezTo>
                  <a:pt x="2224930" y="3249699"/>
                  <a:pt x="2217948" y="3257379"/>
                  <a:pt x="2208755" y="3257379"/>
                </a:cubicBezTo>
                <a:cubicBezTo>
                  <a:pt x="2199561" y="3257379"/>
                  <a:pt x="2192695" y="3249699"/>
                  <a:pt x="2192695" y="3241320"/>
                </a:cubicBezTo>
                <a:cubicBezTo>
                  <a:pt x="2192695" y="3232127"/>
                  <a:pt x="2200376" y="3225144"/>
                  <a:pt x="2208755" y="3225144"/>
                </a:cubicBezTo>
                <a:close/>
                <a:moveTo>
                  <a:pt x="2144517" y="3225144"/>
                </a:moveTo>
                <a:cubicBezTo>
                  <a:pt x="2152896" y="3225144"/>
                  <a:pt x="2160576" y="3232127"/>
                  <a:pt x="2160576" y="3241320"/>
                </a:cubicBezTo>
                <a:cubicBezTo>
                  <a:pt x="2160576" y="3249699"/>
                  <a:pt x="2152896" y="3257379"/>
                  <a:pt x="2144517" y="3257379"/>
                </a:cubicBezTo>
                <a:cubicBezTo>
                  <a:pt x="2135324" y="3257379"/>
                  <a:pt x="2128341" y="3249699"/>
                  <a:pt x="2128341" y="3241320"/>
                </a:cubicBezTo>
                <a:cubicBezTo>
                  <a:pt x="2128341" y="3232127"/>
                  <a:pt x="2135324" y="3225144"/>
                  <a:pt x="2144517" y="3225144"/>
                </a:cubicBezTo>
                <a:close/>
                <a:moveTo>
                  <a:pt x="2080163" y="3225144"/>
                </a:moveTo>
                <a:cubicBezTo>
                  <a:pt x="2088542" y="3225144"/>
                  <a:pt x="2095408" y="3232127"/>
                  <a:pt x="2095408" y="3241320"/>
                </a:cubicBezTo>
                <a:cubicBezTo>
                  <a:pt x="2095408" y="3249699"/>
                  <a:pt x="2088542" y="3257379"/>
                  <a:pt x="2080163" y="3257379"/>
                </a:cubicBezTo>
                <a:cubicBezTo>
                  <a:pt x="2070970" y="3257379"/>
                  <a:pt x="2064104" y="3249699"/>
                  <a:pt x="2064104" y="3241320"/>
                </a:cubicBezTo>
                <a:cubicBezTo>
                  <a:pt x="2064104" y="3232127"/>
                  <a:pt x="2070970" y="3225144"/>
                  <a:pt x="2080163" y="3225144"/>
                </a:cubicBezTo>
                <a:close/>
                <a:moveTo>
                  <a:pt x="2014994" y="3225144"/>
                </a:moveTo>
                <a:cubicBezTo>
                  <a:pt x="2024187" y="3225144"/>
                  <a:pt x="2031169" y="3232127"/>
                  <a:pt x="2031169" y="3241320"/>
                </a:cubicBezTo>
                <a:cubicBezTo>
                  <a:pt x="2031169" y="3249699"/>
                  <a:pt x="2024187" y="3257379"/>
                  <a:pt x="2014994" y="3257379"/>
                </a:cubicBezTo>
                <a:cubicBezTo>
                  <a:pt x="2006615" y="3257379"/>
                  <a:pt x="1998934" y="3249699"/>
                  <a:pt x="1998934" y="3241320"/>
                </a:cubicBezTo>
                <a:cubicBezTo>
                  <a:pt x="1998934" y="3232127"/>
                  <a:pt x="2006615" y="3225144"/>
                  <a:pt x="2014994" y="3225144"/>
                </a:cubicBezTo>
                <a:close/>
                <a:moveTo>
                  <a:pt x="1950756" y="3225144"/>
                </a:moveTo>
                <a:cubicBezTo>
                  <a:pt x="1959135" y="3225144"/>
                  <a:pt x="1966815" y="3232127"/>
                  <a:pt x="1966815" y="3241320"/>
                </a:cubicBezTo>
                <a:cubicBezTo>
                  <a:pt x="1966815" y="3249699"/>
                  <a:pt x="1959135" y="3257379"/>
                  <a:pt x="1950756" y="3257379"/>
                </a:cubicBezTo>
                <a:cubicBezTo>
                  <a:pt x="1942261" y="3257379"/>
                  <a:pt x="1934580" y="3249699"/>
                  <a:pt x="1934580" y="3241320"/>
                </a:cubicBezTo>
                <a:cubicBezTo>
                  <a:pt x="1934580" y="3232127"/>
                  <a:pt x="1942261" y="3225144"/>
                  <a:pt x="1950756" y="3225144"/>
                </a:cubicBezTo>
                <a:close/>
                <a:moveTo>
                  <a:pt x="1886402" y="3225144"/>
                </a:moveTo>
                <a:cubicBezTo>
                  <a:pt x="1894781" y="3225144"/>
                  <a:pt x="1902461" y="3232127"/>
                  <a:pt x="1902461" y="3241320"/>
                </a:cubicBezTo>
                <a:cubicBezTo>
                  <a:pt x="1902461" y="3249699"/>
                  <a:pt x="1894781" y="3257379"/>
                  <a:pt x="1886402" y="3257379"/>
                </a:cubicBezTo>
                <a:cubicBezTo>
                  <a:pt x="1877209" y="3257379"/>
                  <a:pt x="1870343" y="3249699"/>
                  <a:pt x="1870343" y="3241320"/>
                </a:cubicBezTo>
                <a:cubicBezTo>
                  <a:pt x="1870343" y="3232127"/>
                  <a:pt x="1877209" y="3225144"/>
                  <a:pt x="1886402" y="3225144"/>
                </a:cubicBezTo>
                <a:close/>
                <a:moveTo>
                  <a:pt x="1822048" y="3225144"/>
                </a:moveTo>
                <a:cubicBezTo>
                  <a:pt x="1830427" y="3225144"/>
                  <a:pt x="1838108" y="3232127"/>
                  <a:pt x="1838108" y="3241320"/>
                </a:cubicBezTo>
                <a:cubicBezTo>
                  <a:pt x="1838108" y="3249699"/>
                  <a:pt x="1830427" y="3257379"/>
                  <a:pt x="1822048" y="3257379"/>
                </a:cubicBezTo>
                <a:cubicBezTo>
                  <a:pt x="1812855" y="3257379"/>
                  <a:pt x="1805989" y="3249699"/>
                  <a:pt x="1805989" y="3241320"/>
                </a:cubicBezTo>
                <a:cubicBezTo>
                  <a:pt x="1805989" y="3232127"/>
                  <a:pt x="1812855" y="3225144"/>
                  <a:pt x="1822048" y="3225144"/>
                </a:cubicBezTo>
                <a:close/>
                <a:moveTo>
                  <a:pt x="2402631" y="3160092"/>
                </a:moveTo>
                <a:cubicBezTo>
                  <a:pt x="2411010" y="3160092"/>
                  <a:pt x="2418690" y="3167773"/>
                  <a:pt x="2418690" y="3176152"/>
                </a:cubicBezTo>
                <a:cubicBezTo>
                  <a:pt x="2418690" y="3185345"/>
                  <a:pt x="2411010" y="3192211"/>
                  <a:pt x="2402631" y="3192211"/>
                </a:cubicBezTo>
                <a:cubicBezTo>
                  <a:pt x="2393438" y="3192211"/>
                  <a:pt x="2386455" y="3185345"/>
                  <a:pt x="2386455" y="3176152"/>
                </a:cubicBezTo>
                <a:cubicBezTo>
                  <a:pt x="2386455" y="3167773"/>
                  <a:pt x="2393438" y="3160092"/>
                  <a:pt x="2402631" y="3160092"/>
                </a:cubicBezTo>
                <a:close/>
                <a:moveTo>
                  <a:pt x="2337462" y="3160092"/>
                </a:moveTo>
                <a:cubicBezTo>
                  <a:pt x="2346656" y="3160092"/>
                  <a:pt x="2353522" y="3167773"/>
                  <a:pt x="2353522" y="3176152"/>
                </a:cubicBezTo>
                <a:cubicBezTo>
                  <a:pt x="2353522" y="3185345"/>
                  <a:pt x="2346656" y="3192211"/>
                  <a:pt x="2337462" y="3192211"/>
                </a:cubicBezTo>
                <a:cubicBezTo>
                  <a:pt x="2329084" y="3192211"/>
                  <a:pt x="2322218" y="3185345"/>
                  <a:pt x="2322218" y="3176152"/>
                </a:cubicBezTo>
                <a:cubicBezTo>
                  <a:pt x="2322218" y="3167773"/>
                  <a:pt x="2329084" y="3160092"/>
                  <a:pt x="2337462" y="3160092"/>
                </a:cubicBezTo>
                <a:close/>
                <a:moveTo>
                  <a:pt x="2273109" y="3160092"/>
                </a:moveTo>
                <a:cubicBezTo>
                  <a:pt x="2282302" y="3160092"/>
                  <a:pt x="2289284" y="3167773"/>
                  <a:pt x="2289284" y="3176152"/>
                </a:cubicBezTo>
                <a:cubicBezTo>
                  <a:pt x="2289284" y="3185345"/>
                  <a:pt x="2282302" y="3192211"/>
                  <a:pt x="2273109" y="3192211"/>
                </a:cubicBezTo>
                <a:cubicBezTo>
                  <a:pt x="2264730" y="3192211"/>
                  <a:pt x="2257049" y="3185345"/>
                  <a:pt x="2257049" y="3176152"/>
                </a:cubicBezTo>
                <a:cubicBezTo>
                  <a:pt x="2257049" y="3167773"/>
                  <a:pt x="2264730" y="3160092"/>
                  <a:pt x="2273109" y="3160092"/>
                </a:cubicBezTo>
                <a:close/>
                <a:moveTo>
                  <a:pt x="2208755" y="3160092"/>
                </a:moveTo>
                <a:cubicBezTo>
                  <a:pt x="2217948" y="3160092"/>
                  <a:pt x="2224930" y="3167773"/>
                  <a:pt x="2224930" y="3176152"/>
                </a:cubicBezTo>
                <a:cubicBezTo>
                  <a:pt x="2224930" y="3185345"/>
                  <a:pt x="2217948" y="3192211"/>
                  <a:pt x="2208755" y="3192211"/>
                </a:cubicBezTo>
                <a:cubicBezTo>
                  <a:pt x="2199561" y="3192211"/>
                  <a:pt x="2192695" y="3185345"/>
                  <a:pt x="2192695" y="3176152"/>
                </a:cubicBezTo>
                <a:cubicBezTo>
                  <a:pt x="2192695" y="3167773"/>
                  <a:pt x="2200376" y="3160092"/>
                  <a:pt x="2208755" y="3160092"/>
                </a:cubicBezTo>
                <a:close/>
                <a:moveTo>
                  <a:pt x="2144517" y="3160092"/>
                </a:moveTo>
                <a:cubicBezTo>
                  <a:pt x="2152896" y="3160092"/>
                  <a:pt x="2160576" y="3167773"/>
                  <a:pt x="2160576" y="3176152"/>
                </a:cubicBezTo>
                <a:cubicBezTo>
                  <a:pt x="2160576" y="3185345"/>
                  <a:pt x="2152896" y="3192211"/>
                  <a:pt x="2144517" y="3192211"/>
                </a:cubicBezTo>
                <a:cubicBezTo>
                  <a:pt x="2135324" y="3192211"/>
                  <a:pt x="2128341" y="3185345"/>
                  <a:pt x="2128341" y="3176152"/>
                </a:cubicBezTo>
                <a:cubicBezTo>
                  <a:pt x="2128341" y="3167773"/>
                  <a:pt x="2135324" y="3160092"/>
                  <a:pt x="2144517" y="3160092"/>
                </a:cubicBezTo>
                <a:close/>
                <a:moveTo>
                  <a:pt x="2080163" y="3160092"/>
                </a:moveTo>
                <a:cubicBezTo>
                  <a:pt x="2088542" y="3160092"/>
                  <a:pt x="2095408" y="3167773"/>
                  <a:pt x="2095408" y="3176152"/>
                </a:cubicBezTo>
                <a:cubicBezTo>
                  <a:pt x="2095408" y="3185345"/>
                  <a:pt x="2088542" y="3192211"/>
                  <a:pt x="2080163" y="3192211"/>
                </a:cubicBezTo>
                <a:cubicBezTo>
                  <a:pt x="2070970" y="3192211"/>
                  <a:pt x="2064104" y="3185345"/>
                  <a:pt x="2064104" y="3176152"/>
                </a:cubicBezTo>
                <a:cubicBezTo>
                  <a:pt x="2064104" y="3167773"/>
                  <a:pt x="2070970" y="3160092"/>
                  <a:pt x="2080163" y="3160092"/>
                </a:cubicBezTo>
                <a:close/>
                <a:moveTo>
                  <a:pt x="2014994" y="3160092"/>
                </a:moveTo>
                <a:cubicBezTo>
                  <a:pt x="2024187" y="3160092"/>
                  <a:pt x="2031169" y="3167773"/>
                  <a:pt x="2031169" y="3176152"/>
                </a:cubicBezTo>
                <a:cubicBezTo>
                  <a:pt x="2031169" y="3185345"/>
                  <a:pt x="2024187" y="3192211"/>
                  <a:pt x="2014994" y="3192211"/>
                </a:cubicBezTo>
                <a:cubicBezTo>
                  <a:pt x="2006615" y="3192211"/>
                  <a:pt x="1998934" y="3185345"/>
                  <a:pt x="1998934" y="3176152"/>
                </a:cubicBezTo>
                <a:cubicBezTo>
                  <a:pt x="1998934" y="3167773"/>
                  <a:pt x="2006615" y="3160092"/>
                  <a:pt x="2014994" y="3160092"/>
                </a:cubicBezTo>
                <a:close/>
                <a:moveTo>
                  <a:pt x="1950756" y="3160092"/>
                </a:moveTo>
                <a:cubicBezTo>
                  <a:pt x="1959135" y="3160092"/>
                  <a:pt x="1966815" y="3167773"/>
                  <a:pt x="1966815" y="3176152"/>
                </a:cubicBezTo>
                <a:cubicBezTo>
                  <a:pt x="1966815" y="3185345"/>
                  <a:pt x="1959135" y="3192211"/>
                  <a:pt x="1950756" y="3192211"/>
                </a:cubicBezTo>
                <a:cubicBezTo>
                  <a:pt x="1942261" y="3192211"/>
                  <a:pt x="1934580" y="3185345"/>
                  <a:pt x="1934580" y="3176152"/>
                </a:cubicBezTo>
                <a:cubicBezTo>
                  <a:pt x="1934580" y="3167773"/>
                  <a:pt x="1942261" y="3160092"/>
                  <a:pt x="1950756" y="3160092"/>
                </a:cubicBezTo>
                <a:close/>
                <a:moveTo>
                  <a:pt x="1886402" y="3160092"/>
                </a:moveTo>
                <a:cubicBezTo>
                  <a:pt x="1894781" y="3160092"/>
                  <a:pt x="1902461" y="3167773"/>
                  <a:pt x="1902461" y="3176152"/>
                </a:cubicBezTo>
                <a:cubicBezTo>
                  <a:pt x="1902461" y="3185345"/>
                  <a:pt x="1894781" y="3192211"/>
                  <a:pt x="1886402" y="3192211"/>
                </a:cubicBezTo>
                <a:cubicBezTo>
                  <a:pt x="1877209" y="3192211"/>
                  <a:pt x="1870343" y="3185345"/>
                  <a:pt x="1870343" y="3176152"/>
                </a:cubicBezTo>
                <a:cubicBezTo>
                  <a:pt x="1870343" y="3167773"/>
                  <a:pt x="1877209" y="3160092"/>
                  <a:pt x="1886402" y="3160092"/>
                </a:cubicBezTo>
                <a:close/>
                <a:moveTo>
                  <a:pt x="1822048" y="3160092"/>
                </a:moveTo>
                <a:cubicBezTo>
                  <a:pt x="1830427" y="3160092"/>
                  <a:pt x="1838108" y="3167773"/>
                  <a:pt x="1838108" y="3176152"/>
                </a:cubicBezTo>
                <a:cubicBezTo>
                  <a:pt x="1838108" y="3185345"/>
                  <a:pt x="1830427" y="3192211"/>
                  <a:pt x="1822048" y="3192211"/>
                </a:cubicBezTo>
                <a:cubicBezTo>
                  <a:pt x="1812855" y="3192211"/>
                  <a:pt x="1805989" y="3185345"/>
                  <a:pt x="1805989" y="3176152"/>
                </a:cubicBezTo>
                <a:cubicBezTo>
                  <a:pt x="1805989" y="3167773"/>
                  <a:pt x="1812855" y="3160092"/>
                  <a:pt x="1822048" y="3160092"/>
                </a:cubicBezTo>
                <a:close/>
                <a:moveTo>
                  <a:pt x="1756879" y="3160092"/>
                </a:moveTo>
                <a:cubicBezTo>
                  <a:pt x="1766073" y="3160092"/>
                  <a:pt x="1773055" y="3167773"/>
                  <a:pt x="1773055" y="3176152"/>
                </a:cubicBezTo>
                <a:cubicBezTo>
                  <a:pt x="1773055" y="3185345"/>
                  <a:pt x="1766073" y="3192211"/>
                  <a:pt x="1756879" y="3192211"/>
                </a:cubicBezTo>
                <a:cubicBezTo>
                  <a:pt x="1748501" y="3192211"/>
                  <a:pt x="1741635" y="3185345"/>
                  <a:pt x="1741635" y="3176152"/>
                </a:cubicBezTo>
                <a:cubicBezTo>
                  <a:pt x="1741635" y="3167773"/>
                  <a:pt x="1748501" y="3160092"/>
                  <a:pt x="1756879" y="3160092"/>
                </a:cubicBezTo>
                <a:close/>
                <a:moveTo>
                  <a:pt x="1692642" y="3160092"/>
                </a:moveTo>
                <a:cubicBezTo>
                  <a:pt x="1701835" y="3160092"/>
                  <a:pt x="1708701" y="3167773"/>
                  <a:pt x="1708701" y="3176152"/>
                </a:cubicBezTo>
                <a:cubicBezTo>
                  <a:pt x="1708701" y="3185345"/>
                  <a:pt x="1701835" y="3192211"/>
                  <a:pt x="1692642" y="3192211"/>
                </a:cubicBezTo>
                <a:cubicBezTo>
                  <a:pt x="1684147" y="3192211"/>
                  <a:pt x="1676466" y="3185345"/>
                  <a:pt x="1676466" y="3176152"/>
                </a:cubicBezTo>
                <a:cubicBezTo>
                  <a:pt x="1676466" y="3167773"/>
                  <a:pt x="1684147" y="3160092"/>
                  <a:pt x="1692642" y="3160092"/>
                </a:cubicBezTo>
                <a:close/>
                <a:moveTo>
                  <a:pt x="2466869" y="3095738"/>
                </a:moveTo>
                <a:cubicBezTo>
                  <a:pt x="2475364" y="3095738"/>
                  <a:pt x="2483044" y="3103419"/>
                  <a:pt x="2483044" y="3111797"/>
                </a:cubicBezTo>
                <a:cubicBezTo>
                  <a:pt x="2483044" y="3120991"/>
                  <a:pt x="2475364" y="3127973"/>
                  <a:pt x="2466869" y="3127973"/>
                </a:cubicBezTo>
                <a:cubicBezTo>
                  <a:pt x="2457675" y="3127973"/>
                  <a:pt x="2450809" y="3120991"/>
                  <a:pt x="2450809" y="3111797"/>
                </a:cubicBezTo>
                <a:cubicBezTo>
                  <a:pt x="2450809" y="3103419"/>
                  <a:pt x="2457675" y="3095738"/>
                  <a:pt x="2466869" y="3095738"/>
                </a:cubicBezTo>
                <a:close/>
                <a:moveTo>
                  <a:pt x="2402631" y="3095738"/>
                </a:moveTo>
                <a:cubicBezTo>
                  <a:pt x="2411010" y="3095738"/>
                  <a:pt x="2418690" y="3103419"/>
                  <a:pt x="2418690" y="3111797"/>
                </a:cubicBezTo>
                <a:cubicBezTo>
                  <a:pt x="2418690" y="3120991"/>
                  <a:pt x="2411010" y="3127973"/>
                  <a:pt x="2402631" y="3127973"/>
                </a:cubicBezTo>
                <a:cubicBezTo>
                  <a:pt x="2393438" y="3127973"/>
                  <a:pt x="2386455" y="3120991"/>
                  <a:pt x="2386455" y="3111797"/>
                </a:cubicBezTo>
                <a:cubicBezTo>
                  <a:pt x="2386455" y="3103419"/>
                  <a:pt x="2393438" y="3095738"/>
                  <a:pt x="2402631" y="3095738"/>
                </a:cubicBezTo>
                <a:close/>
                <a:moveTo>
                  <a:pt x="2337462" y="3095738"/>
                </a:moveTo>
                <a:cubicBezTo>
                  <a:pt x="2346656" y="3095738"/>
                  <a:pt x="2353522" y="3103419"/>
                  <a:pt x="2353522" y="3111797"/>
                </a:cubicBezTo>
                <a:cubicBezTo>
                  <a:pt x="2353522" y="3120991"/>
                  <a:pt x="2346656" y="3127973"/>
                  <a:pt x="2337462" y="3127973"/>
                </a:cubicBezTo>
                <a:cubicBezTo>
                  <a:pt x="2329084" y="3127973"/>
                  <a:pt x="2322218" y="3120991"/>
                  <a:pt x="2322218" y="3111797"/>
                </a:cubicBezTo>
                <a:cubicBezTo>
                  <a:pt x="2322218" y="3103419"/>
                  <a:pt x="2329084" y="3095738"/>
                  <a:pt x="2337462" y="3095738"/>
                </a:cubicBezTo>
                <a:close/>
                <a:moveTo>
                  <a:pt x="2273109" y="3095738"/>
                </a:moveTo>
                <a:cubicBezTo>
                  <a:pt x="2282302" y="3095738"/>
                  <a:pt x="2289284" y="3103419"/>
                  <a:pt x="2289284" y="3111797"/>
                </a:cubicBezTo>
                <a:cubicBezTo>
                  <a:pt x="2289284" y="3120991"/>
                  <a:pt x="2282302" y="3127973"/>
                  <a:pt x="2273109" y="3127973"/>
                </a:cubicBezTo>
                <a:cubicBezTo>
                  <a:pt x="2264730" y="3127973"/>
                  <a:pt x="2257049" y="3120991"/>
                  <a:pt x="2257049" y="3111797"/>
                </a:cubicBezTo>
                <a:cubicBezTo>
                  <a:pt x="2257049" y="3103419"/>
                  <a:pt x="2264730" y="3095738"/>
                  <a:pt x="2273109" y="3095738"/>
                </a:cubicBezTo>
                <a:close/>
                <a:moveTo>
                  <a:pt x="2208755" y="3095738"/>
                </a:moveTo>
                <a:cubicBezTo>
                  <a:pt x="2217948" y="3095738"/>
                  <a:pt x="2224930" y="3103419"/>
                  <a:pt x="2224930" y="3111797"/>
                </a:cubicBezTo>
                <a:cubicBezTo>
                  <a:pt x="2224930" y="3120991"/>
                  <a:pt x="2217948" y="3127973"/>
                  <a:pt x="2208755" y="3127973"/>
                </a:cubicBezTo>
                <a:cubicBezTo>
                  <a:pt x="2199561" y="3127973"/>
                  <a:pt x="2192695" y="3120991"/>
                  <a:pt x="2192695" y="3111797"/>
                </a:cubicBezTo>
                <a:cubicBezTo>
                  <a:pt x="2192695" y="3103419"/>
                  <a:pt x="2200376" y="3095738"/>
                  <a:pt x="2208755" y="3095738"/>
                </a:cubicBezTo>
                <a:close/>
                <a:moveTo>
                  <a:pt x="2144517" y="3095738"/>
                </a:moveTo>
                <a:cubicBezTo>
                  <a:pt x="2152896" y="3095738"/>
                  <a:pt x="2160576" y="3103419"/>
                  <a:pt x="2160576" y="3111797"/>
                </a:cubicBezTo>
                <a:cubicBezTo>
                  <a:pt x="2160576" y="3120991"/>
                  <a:pt x="2152896" y="3127973"/>
                  <a:pt x="2144517" y="3127973"/>
                </a:cubicBezTo>
                <a:cubicBezTo>
                  <a:pt x="2135324" y="3127973"/>
                  <a:pt x="2128341" y="3120991"/>
                  <a:pt x="2128341" y="3111797"/>
                </a:cubicBezTo>
                <a:cubicBezTo>
                  <a:pt x="2128341" y="3103419"/>
                  <a:pt x="2135324" y="3095738"/>
                  <a:pt x="2144517" y="3095738"/>
                </a:cubicBezTo>
                <a:close/>
                <a:moveTo>
                  <a:pt x="2080163" y="3095738"/>
                </a:moveTo>
                <a:cubicBezTo>
                  <a:pt x="2088542" y="3095738"/>
                  <a:pt x="2095408" y="3103419"/>
                  <a:pt x="2095408" y="3111797"/>
                </a:cubicBezTo>
                <a:cubicBezTo>
                  <a:pt x="2095408" y="3120991"/>
                  <a:pt x="2088542" y="3127973"/>
                  <a:pt x="2080163" y="3127973"/>
                </a:cubicBezTo>
                <a:cubicBezTo>
                  <a:pt x="2070970" y="3127973"/>
                  <a:pt x="2064104" y="3120991"/>
                  <a:pt x="2064104" y="3111797"/>
                </a:cubicBezTo>
                <a:cubicBezTo>
                  <a:pt x="2064104" y="3103419"/>
                  <a:pt x="2070970" y="3095738"/>
                  <a:pt x="2080163" y="3095738"/>
                </a:cubicBezTo>
                <a:close/>
                <a:moveTo>
                  <a:pt x="2014994" y="3095738"/>
                </a:moveTo>
                <a:cubicBezTo>
                  <a:pt x="2024187" y="3095738"/>
                  <a:pt x="2031169" y="3103419"/>
                  <a:pt x="2031169" y="3111797"/>
                </a:cubicBezTo>
                <a:cubicBezTo>
                  <a:pt x="2031169" y="3120991"/>
                  <a:pt x="2024187" y="3127973"/>
                  <a:pt x="2014994" y="3127973"/>
                </a:cubicBezTo>
                <a:cubicBezTo>
                  <a:pt x="2006615" y="3127973"/>
                  <a:pt x="1998934" y="3120991"/>
                  <a:pt x="1998934" y="3111797"/>
                </a:cubicBezTo>
                <a:cubicBezTo>
                  <a:pt x="1998934" y="3103419"/>
                  <a:pt x="2006615" y="3095738"/>
                  <a:pt x="2014994" y="3095738"/>
                </a:cubicBezTo>
                <a:close/>
                <a:moveTo>
                  <a:pt x="1950756" y="3095738"/>
                </a:moveTo>
                <a:cubicBezTo>
                  <a:pt x="1959135" y="3095738"/>
                  <a:pt x="1966815" y="3103419"/>
                  <a:pt x="1966815" y="3111797"/>
                </a:cubicBezTo>
                <a:cubicBezTo>
                  <a:pt x="1966815" y="3120991"/>
                  <a:pt x="1959135" y="3127973"/>
                  <a:pt x="1950756" y="3127973"/>
                </a:cubicBezTo>
                <a:cubicBezTo>
                  <a:pt x="1942261" y="3127973"/>
                  <a:pt x="1934580" y="3120991"/>
                  <a:pt x="1934580" y="3111797"/>
                </a:cubicBezTo>
                <a:cubicBezTo>
                  <a:pt x="1934580" y="3103419"/>
                  <a:pt x="1942261" y="3095738"/>
                  <a:pt x="1950756" y="3095738"/>
                </a:cubicBezTo>
                <a:close/>
                <a:moveTo>
                  <a:pt x="1886402" y="3095738"/>
                </a:moveTo>
                <a:cubicBezTo>
                  <a:pt x="1894781" y="3095738"/>
                  <a:pt x="1902461" y="3103419"/>
                  <a:pt x="1902461" y="3111797"/>
                </a:cubicBezTo>
                <a:cubicBezTo>
                  <a:pt x="1902461" y="3120991"/>
                  <a:pt x="1894781" y="3127973"/>
                  <a:pt x="1886402" y="3127973"/>
                </a:cubicBezTo>
                <a:cubicBezTo>
                  <a:pt x="1877209" y="3127973"/>
                  <a:pt x="1870343" y="3120991"/>
                  <a:pt x="1870343" y="3111797"/>
                </a:cubicBezTo>
                <a:cubicBezTo>
                  <a:pt x="1870343" y="3103419"/>
                  <a:pt x="1877209" y="3095738"/>
                  <a:pt x="1886402" y="3095738"/>
                </a:cubicBezTo>
                <a:close/>
                <a:moveTo>
                  <a:pt x="1822048" y="3095738"/>
                </a:moveTo>
                <a:cubicBezTo>
                  <a:pt x="1830427" y="3095738"/>
                  <a:pt x="1838108" y="3103419"/>
                  <a:pt x="1838108" y="3111797"/>
                </a:cubicBezTo>
                <a:cubicBezTo>
                  <a:pt x="1838108" y="3120991"/>
                  <a:pt x="1830427" y="3127973"/>
                  <a:pt x="1822048" y="3127973"/>
                </a:cubicBezTo>
                <a:cubicBezTo>
                  <a:pt x="1812855" y="3127973"/>
                  <a:pt x="1805989" y="3120991"/>
                  <a:pt x="1805989" y="3111797"/>
                </a:cubicBezTo>
                <a:cubicBezTo>
                  <a:pt x="1805989" y="3103419"/>
                  <a:pt x="1812855" y="3095738"/>
                  <a:pt x="1822048" y="3095738"/>
                </a:cubicBezTo>
                <a:close/>
                <a:moveTo>
                  <a:pt x="1756879" y="3095738"/>
                </a:moveTo>
                <a:cubicBezTo>
                  <a:pt x="1766073" y="3095738"/>
                  <a:pt x="1773055" y="3103419"/>
                  <a:pt x="1773055" y="3111797"/>
                </a:cubicBezTo>
                <a:cubicBezTo>
                  <a:pt x="1773055" y="3120991"/>
                  <a:pt x="1766073" y="3127973"/>
                  <a:pt x="1756879" y="3127973"/>
                </a:cubicBezTo>
                <a:cubicBezTo>
                  <a:pt x="1748501" y="3127973"/>
                  <a:pt x="1741635" y="3120991"/>
                  <a:pt x="1741635" y="3111797"/>
                </a:cubicBezTo>
                <a:cubicBezTo>
                  <a:pt x="1741635" y="3103419"/>
                  <a:pt x="1748501" y="3095738"/>
                  <a:pt x="1756879" y="3095738"/>
                </a:cubicBezTo>
                <a:close/>
                <a:moveTo>
                  <a:pt x="2466869" y="3031384"/>
                </a:moveTo>
                <a:cubicBezTo>
                  <a:pt x="2475364" y="3031384"/>
                  <a:pt x="2483044" y="3038366"/>
                  <a:pt x="2483044" y="3047560"/>
                </a:cubicBezTo>
                <a:cubicBezTo>
                  <a:pt x="2483044" y="3055939"/>
                  <a:pt x="2475364" y="3063619"/>
                  <a:pt x="2466869" y="3063619"/>
                </a:cubicBezTo>
                <a:cubicBezTo>
                  <a:pt x="2457675" y="3063619"/>
                  <a:pt x="2450809" y="3055939"/>
                  <a:pt x="2450809" y="3047560"/>
                </a:cubicBezTo>
                <a:cubicBezTo>
                  <a:pt x="2450809" y="3038366"/>
                  <a:pt x="2457675" y="3031384"/>
                  <a:pt x="2466869" y="3031384"/>
                </a:cubicBezTo>
                <a:close/>
                <a:moveTo>
                  <a:pt x="2402631" y="3031384"/>
                </a:moveTo>
                <a:cubicBezTo>
                  <a:pt x="2411010" y="3031384"/>
                  <a:pt x="2418690" y="3038366"/>
                  <a:pt x="2418690" y="3047560"/>
                </a:cubicBezTo>
                <a:cubicBezTo>
                  <a:pt x="2418690" y="3055939"/>
                  <a:pt x="2411010" y="3063619"/>
                  <a:pt x="2402631" y="3063619"/>
                </a:cubicBezTo>
                <a:cubicBezTo>
                  <a:pt x="2393438" y="3063619"/>
                  <a:pt x="2386455" y="3055939"/>
                  <a:pt x="2386455" y="3047560"/>
                </a:cubicBezTo>
                <a:cubicBezTo>
                  <a:pt x="2386455" y="3038366"/>
                  <a:pt x="2393438" y="3031384"/>
                  <a:pt x="2402631" y="3031384"/>
                </a:cubicBezTo>
                <a:close/>
                <a:moveTo>
                  <a:pt x="2337462" y="3031384"/>
                </a:moveTo>
                <a:cubicBezTo>
                  <a:pt x="2346656" y="3031384"/>
                  <a:pt x="2353522" y="3038366"/>
                  <a:pt x="2353522" y="3047560"/>
                </a:cubicBezTo>
                <a:cubicBezTo>
                  <a:pt x="2353522" y="3055939"/>
                  <a:pt x="2346656" y="3063619"/>
                  <a:pt x="2337462" y="3063619"/>
                </a:cubicBezTo>
                <a:cubicBezTo>
                  <a:pt x="2329084" y="3063619"/>
                  <a:pt x="2322218" y="3055939"/>
                  <a:pt x="2322218" y="3047560"/>
                </a:cubicBezTo>
                <a:cubicBezTo>
                  <a:pt x="2322218" y="3038366"/>
                  <a:pt x="2329084" y="3031384"/>
                  <a:pt x="2337462" y="3031384"/>
                </a:cubicBezTo>
                <a:close/>
                <a:moveTo>
                  <a:pt x="2273109" y="3031384"/>
                </a:moveTo>
                <a:cubicBezTo>
                  <a:pt x="2282302" y="3031384"/>
                  <a:pt x="2289284" y="3038366"/>
                  <a:pt x="2289284" y="3047560"/>
                </a:cubicBezTo>
                <a:cubicBezTo>
                  <a:pt x="2289284" y="3055939"/>
                  <a:pt x="2282302" y="3063619"/>
                  <a:pt x="2273109" y="3063619"/>
                </a:cubicBezTo>
                <a:cubicBezTo>
                  <a:pt x="2264730" y="3063619"/>
                  <a:pt x="2257049" y="3055939"/>
                  <a:pt x="2257049" y="3047560"/>
                </a:cubicBezTo>
                <a:cubicBezTo>
                  <a:pt x="2257049" y="3038366"/>
                  <a:pt x="2264730" y="3031384"/>
                  <a:pt x="2273109" y="3031384"/>
                </a:cubicBezTo>
                <a:close/>
                <a:moveTo>
                  <a:pt x="2208755" y="3031384"/>
                </a:moveTo>
                <a:cubicBezTo>
                  <a:pt x="2217948" y="3031384"/>
                  <a:pt x="2224930" y="3038366"/>
                  <a:pt x="2224930" y="3047560"/>
                </a:cubicBezTo>
                <a:cubicBezTo>
                  <a:pt x="2224930" y="3055939"/>
                  <a:pt x="2217948" y="3063619"/>
                  <a:pt x="2208755" y="3063619"/>
                </a:cubicBezTo>
                <a:cubicBezTo>
                  <a:pt x="2199561" y="3063619"/>
                  <a:pt x="2192695" y="3055939"/>
                  <a:pt x="2192695" y="3047560"/>
                </a:cubicBezTo>
                <a:cubicBezTo>
                  <a:pt x="2192695" y="3038366"/>
                  <a:pt x="2200376" y="3031384"/>
                  <a:pt x="2208755" y="3031384"/>
                </a:cubicBezTo>
                <a:close/>
                <a:moveTo>
                  <a:pt x="2144517" y="3031384"/>
                </a:moveTo>
                <a:cubicBezTo>
                  <a:pt x="2152896" y="3031384"/>
                  <a:pt x="2160576" y="3038366"/>
                  <a:pt x="2160576" y="3047560"/>
                </a:cubicBezTo>
                <a:cubicBezTo>
                  <a:pt x="2160576" y="3055939"/>
                  <a:pt x="2152896" y="3063619"/>
                  <a:pt x="2144517" y="3063619"/>
                </a:cubicBezTo>
                <a:cubicBezTo>
                  <a:pt x="2135324" y="3063619"/>
                  <a:pt x="2128341" y="3055939"/>
                  <a:pt x="2128341" y="3047560"/>
                </a:cubicBezTo>
                <a:cubicBezTo>
                  <a:pt x="2128341" y="3038366"/>
                  <a:pt x="2135324" y="3031384"/>
                  <a:pt x="2144517" y="3031384"/>
                </a:cubicBezTo>
                <a:close/>
                <a:moveTo>
                  <a:pt x="2080163" y="3031384"/>
                </a:moveTo>
                <a:cubicBezTo>
                  <a:pt x="2088542" y="3031384"/>
                  <a:pt x="2095408" y="3038366"/>
                  <a:pt x="2095408" y="3047560"/>
                </a:cubicBezTo>
                <a:cubicBezTo>
                  <a:pt x="2095408" y="3055939"/>
                  <a:pt x="2088542" y="3063619"/>
                  <a:pt x="2080163" y="3063619"/>
                </a:cubicBezTo>
                <a:cubicBezTo>
                  <a:pt x="2070970" y="3063619"/>
                  <a:pt x="2064104" y="3055939"/>
                  <a:pt x="2064104" y="3047560"/>
                </a:cubicBezTo>
                <a:cubicBezTo>
                  <a:pt x="2064104" y="3038366"/>
                  <a:pt x="2070970" y="3031384"/>
                  <a:pt x="2080163" y="3031384"/>
                </a:cubicBezTo>
                <a:close/>
                <a:moveTo>
                  <a:pt x="2014994" y="3031384"/>
                </a:moveTo>
                <a:cubicBezTo>
                  <a:pt x="2024187" y="3031384"/>
                  <a:pt x="2031169" y="3038366"/>
                  <a:pt x="2031169" y="3047560"/>
                </a:cubicBezTo>
                <a:cubicBezTo>
                  <a:pt x="2031169" y="3055939"/>
                  <a:pt x="2024187" y="3063619"/>
                  <a:pt x="2014994" y="3063619"/>
                </a:cubicBezTo>
                <a:cubicBezTo>
                  <a:pt x="2006615" y="3063619"/>
                  <a:pt x="1998934" y="3055939"/>
                  <a:pt x="1998934" y="3047560"/>
                </a:cubicBezTo>
                <a:cubicBezTo>
                  <a:pt x="1998934" y="3038366"/>
                  <a:pt x="2006615" y="3031384"/>
                  <a:pt x="2014994" y="3031384"/>
                </a:cubicBezTo>
                <a:close/>
                <a:moveTo>
                  <a:pt x="1950756" y="3031384"/>
                </a:moveTo>
                <a:cubicBezTo>
                  <a:pt x="1959135" y="3031384"/>
                  <a:pt x="1966815" y="3038366"/>
                  <a:pt x="1966815" y="3047560"/>
                </a:cubicBezTo>
                <a:cubicBezTo>
                  <a:pt x="1966815" y="3055939"/>
                  <a:pt x="1959135" y="3063619"/>
                  <a:pt x="1950756" y="3063619"/>
                </a:cubicBezTo>
                <a:cubicBezTo>
                  <a:pt x="1942261" y="3063619"/>
                  <a:pt x="1934580" y="3055939"/>
                  <a:pt x="1934580" y="3047560"/>
                </a:cubicBezTo>
                <a:cubicBezTo>
                  <a:pt x="1934580" y="3038366"/>
                  <a:pt x="1942261" y="3031384"/>
                  <a:pt x="1950756" y="3031384"/>
                </a:cubicBezTo>
                <a:close/>
                <a:moveTo>
                  <a:pt x="1886402" y="3031384"/>
                </a:moveTo>
                <a:cubicBezTo>
                  <a:pt x="1894781" y="3031384"/>
                  <a:pt x="1902461" y="3038366"/>
                  <a:pt x="1902461" y="3047560"/>
                </a:cubicBezTo>
                <a:cubicBezTo>
                  <a:pt x="1902461" y="3055939"/>
                  <a:pt x="1894781" y="3063619"/>
                  <a:pt x="1886402" y="3063619"/>
                </a:cubicBezTo>
                <a:cubicBezTo>
                  <a:pt x="1877209" y="3063619"/>
                  <a:pt x="1870343" y="3055939"/>
                  <a:pt x="1870343" y="3047560"/>
                </a:cubicBezTo>
                <a:cubicBezTo>
                  <a:pt x="1870343" y="3038366"/>
                  <a:pt x="1877209" y="3031384"/>
                  <a:pt x="1886402" y="3031384"/>
                </a:cubicBezTo>
                <a:close/>
                <a:moveTo>
                  <a:pt x="1822048" y="3031384"/>
                </a:moveTo>
                <a:cubicBezTo>
                  <a:pt x="1830427" y="3031384"/>
                  <a:pt x="1838108" y="3038366"/>
                  <a:pt x="1838108" y="3047560"/>
                </a:cubicBezTo>
                <a:cubicBezTo>
                  <a:pt x="1838108" y="3055939"/>
                  <a:pt x="1830427" y="3063619"/>
                  <a:pt x="1822048" y="3063619"/>
                </a:cubicBezTo>
                <a:cubicBezTo>
                  <a:pt x="1812855" y="3063619"/>
                  <a:pt x="1805989" y="3055939"/>
                  <a:pt x="1805989" y="3047560"/>
                </a:cubicBezTo>
                <a:cubicBezTo>
                  <a:pt x="1805989" y="3038366"/>
                  <a:pt x="1812855" y="3031384"/>
                  <a:pt x="1822048" y="3031384"/>
                </a:cubicBezTo>
                <a:close/>
                <a:moveTo>
                  <a:pt x="1756879" y="3031384"/>
                </a:moveTo>
                <a:cubicBezTo>
                  <a:pt x="1766073" y="3031384"/>
                  <a:pt x="1773055" y="3038366"/>
                  <a:pt x="1773055" y="3047560"/>
                </a:cubicBezTo>
                <a:cubicBezTo>
                  <a:pt x="1773055" y="3055939"/>
                  <a:pt x="1766073" y="3063619"/>
                  <a:pt x="1756879" y="3063619"/>
                </a:cubicBezTo>
                <a:cubicBezTo>
                  <a:pt x="1748501" y="3063619"/>
                  <a:pt x="1741635" y="3055939"/>
                  <a:pt x="1741635" y="3047560"/>
                </a:cubicBezTo>
                <a:cubicBezTo>
                  <a:pt x="1741635" y="3038366"/>
                  <a:pt x="1748501" y="3031384"/>
                  <a:pt x="1756879" y="3031384"/>
                </a:cubicBezTo>
                <a:close/>
                <a:moveTo>
                  <a:pt x="2531224" y="2967146"/>
                </a:moveTo>
                <a:cubicBezTo>
                  <a:pt x="2539719" y="2967146"/>
                  <a:pt x="2547283" y="2974012"/>
                  <a:pt x="2547283" y="2983206"/>
                </a:cubicBezTo>
                <a:cubicBezTo>
                  <a:pt x="2547283" y="2991585"/>
                  <a:pt x="2539719" y="2999265"/>
                  <a:pt x="2531224" y="2999265"/>
                </a:cubicBezTo>
                <a:cubicBezTo>
                  <a:pt x="2522845" y="2999265"/>
                  <a:pt x="2515164" y="2991585"/>
                  <a:pt x="2515164" y="2983206"/>
                </a:cubicBezTo>
                <a:cubicBezTo>
                  <a:pt x="2515164" y="2974012"/>
                  <a:pt x="2522845" y="2967146"/>
                  <a:pt x="2531224" y="2967146"/>
                </a:cubicBezTo>
                <a:close/>
                <a:moveTo>
                  <a:pt x="2466869" y="2967146"/>
                </a:moveTo>
                <a:cubicBezTo>
                  <a:pt x="2475364" y="2967146"/>
                  <a:pt x="2483044" y="2974012"/>
                  <a:pt x="2483044" y="2983206"/>
                </a:cubicBezTo>
                <a:cubicBezTo>
                  <a:pt x="2483044" y="2991585"/>
                  <a:pt x="2475364" y="2999265"/>
                  <a:pt x="2466869" y="2999265"/>
                </a:cubicBezTo>
                <a:cubicBezTo>
                  <a:pt x="2457675" y="2999265"/>
                  <a:pt x="2450809" y="2991585"/>
                  <a:pt x="2450809" y="2983206"/>
                </a:cubicBezTo>
                <a:cubicBezTo>
                  <a:pt x="2450809" y="2974012"/>
                  <a:pt x="2457675" y="2967146"/>
                  <a:pt x="2466869" y="2967146"/>
                </a:cubicBezTo>
                <a:close/>
                <a:moveTo>
                  <a:pt x="2402631" y="2967146"/>
                </a:moveTo>
                <a:cubicBezTo>
                  <a:pt x="2411010" y="2967146"/>
                  <a:pt x="2418690" y="2974012"/>
                  <a:pt x="2418690" y="2983206"/>
                </a:cubicBezTo>
                <a:cubicBezTo>
                  <a:pt x="2418690" y="2991585"/>
                  <a:pt x="2411010" y="2999265"/>
                  <a:pt x="2402631" y="2999265"/>
                </a:cubicBezTo>
                <a:cubicBezTo>
                  <a:pt x="2393438" y="2999265"/>
                  <a:pt x="2386455" y="2991585"/>
                  <a:pt x="2386455" y="2983206"/>
                </a:cubicBezTo>
                <a:cubicBezTo>
                  <a:pt x="2386455" y="2974012"/>
                  <a:pt x="2393438" y="2967146"/>
                  <a:pt x="2402631" y="2967146"/>
                </a:cubicBezTo>
                <a:close/>
                <a:moveTo>
                  <a:pt x="2337462" y="2967146"/>
                </a:moveTo>
                <a:cubicBezTo>
                  <a:pt x="2346656" y="2967146"/>
                  <a:pt x="2353522" y="2974012"/>
                  <a:pt x="2353522" y="2983206"/>
                </a:cubicBezTo>
                <a:cubicBezTo>
                  <a:pt x="2353522" y="2991585"/>
                  <a:pt x="2346656" y="2999265"/>
                  <a:pt x="2337462" y="2999265"/>
                </a:cubicBezTo>
                <a:cubicBezTo>
                  <a:pt x="2329084" y="2999265"/>
                  <a:pt x="2322218" y="2991585"/>
                  <a:pt x="2322218" y="2983206"/>
                </a:cubicBezTo>
                <a:cubicBezTo>
                  <a:pt x="2322218" y="2974012"/>
                  <a:pt x="2329084" y="2967146"/>
                  <a:pt x="2337462" y="2967146"/>
                </a:cubicBezTo>
                <a:close/>
                <a:moveTo>
                  <a:pt x="2273109" y="2967146"/>
                </a:moveTo>
                <a:cubicBezTo>
                  <a:pt x="2282302" y="2967146"/>
                  <a:pt x="2289284" y="2974012"/>
                  <a:pt x="2289284" y="2983206"/>
                </a:cubicBezTo>
                <a:cubicBezTo>
                  <a:pt x="2289284" y="2991585"/>
                  <a:pt x="2282302" y="2999265"/>
                  <a:pt x="2273109" y="2999265"/>
                </a:cubicBezTo>
                <a:cubicBezTo>
                  <a:pt x="2264730" y="2999265"/>
                  <a:pt x="2257049" y="2991585"/>
                  <a:pt x="2257049" y="2983206"/>
                </a:cubicBezTo>
                <a:cubicBezTo>
                  <a:pt x="2257049" y="2974012"/>
                  <a:pt x="2264730" y="2967146"/>
                  <a:pt x="2273109" y="2967146"/>
                </a:cubicBezTo>
                <a:close/>
                <a:moveTo>
                  <a:pt x="2208755" y="2967146"/>
                </a:moveTo>
                <a:cubicBezTo>
                  <a:pt x="2217948" y="2967146"/>
                  <a:pt x="2224930" y="2974012"/>
                  <a:pt x="2224930" y="2983206"/>
                </a:cubicBezTo>
                <a:cubicBezTo>
                  <a:pt x="2224930" y="2991585"/>
                  <a:pt x="2217948" y="2999265"/>
                  <a:pt x="2208755" y="2999265"/>
                </a:cubicBezTo>
                <a:cubicBezTo>
                  <a:pt x="2199561" y="2999265"/>
                  <a:pt x="2192695" y="2991585"/>
                  <a:pt x="2192695" y="2983206"/>
                </a:cubicBezTo>
                <a:cubicBezTo>
                  <a:pt x="2192695" y="2974012"/>
                  <a:pt x="2200376" y="2967146"/>
                  <a:pt x="2208755" y="2967146"/>
                </a:cubicBezTo>
                <a:close/>
                <a:moveTo>
                  <a:pt x="2144517" y="2967146"/>
                </a:moveTo>
                <a:cubicBezTo>
                  <a:pt x="2152896" y="2967146"/>
                  <a:pt x="2160576" y="2974012"/>
                  <a:pt x="2160576" y="2983206"/>
                </a:cubicBezTo>
                <a:cubicBezTo>
                  <a:pt x="2160576" y="2991585"/>
                  <a:pt x="2152896" y="2999265"/>
                  <a:pt x="2144517" y="2999265"/>
                </a:cubicBezTo>
                <a:cubicBezTo>
                  <a:pt x="2135324" y="2999265"/>
                  <a:pt x="2128341" y="2991585"/>
                  <a:pt x="2128341" y="2983206"/>
                </a:cubicBezTo>
                <a:cubicBezTo>
                  <a:pt x="2128341" y="2974012"/>
                  <a:pt x="2135324" y="2967146"/>
                  <a:pt x="2144517" y="2967146"/>
                </a:cubicBezTo>
                <a:close/>
                <a:moveTo>
                  <a:pt x="2080163" y="2967146"/>
                </a:moveTo>
                <a:cubicBezTo>
                  <a:pt x="2088542" y="2967146"/>
                  <a:pt x="2095408" y="2974012"/>
                  <a:pt x="2095408" y="2983206"/>
                </a:cubicBezTo>
                <a:cubicBezTo>
                  <a:pt x="2095408" y="2991585"/>
                  <a:pt x="2088542" y="2999265"/>
                  <a:pt x="2080163" y="2999265"/>
                </a:cubicBezTo>
                <a:cubicBezTo>
                  <a:pt x="2070970" y="2999265"/>
                  <a:pt x="2064104" y="2991585"/>
                  <a:pt x="2064104" y="2983206"/>
                </a:cubicBezTo>
                <a:cubicBezTo>
                  <a:pt x="2064104" y="2974012"/>
                  <a:pt x="2070970" y="2967146"/>
                  <a:pt x="2080163" y="2967146"/>
                </a:cubicBezTo>
                <a:close/>
                <a:moveTo>
                  <a:pt x="2014994" y="2967146"/>
                </a:moveTo>
                <a:cubicBezTo>
                  <a:pt x="2024187" y="2967146"/>
                  <a:pt x="2031169" y="2974012"/>
                  <a:pt x="2031169" y="2983206"/>
                </a:cubicBezTo>
                <a:cubicBezTo>
                  <a:pt x="2031169" y="2991585"/>
                  <a:pt x="2024187" y="2999265"/>
                  <a:pt x="2014994" y="2999265"/>
                </a:cubicBezTo>
                <a:cubicBezTo>
                  <a:pt x="2006615" y="2999265"/>
                  <a:pt x="1998934" y="2991585"/>
                  <a:pt x="1998934" y="2983206"/>
                </a:cubicBezTo>
                <a:cubicBezTo>
                  <a:pt x="1998934" y="2974012"/>
                  <a:pt x="2006615" y="2967146"/>
                  <a:pt x="2014994" y="2967146"/>
                </a:cubicBezTo>
                <a:close/>
                <a:moveTo>
                  <a:pt x="1950756" y="2967146"/>
                </a:moveTo>
                <a:cubicBezTo>
                  <a:pt x="1959135" y="2967146"/>
                  <a:pt x="1966815" y="2974012"/>
                  <a:pt x="1966815" y="2983206"/>
                </a:cubicBezTo>
                <a:cubicBezTo>
                  <a:pt x="1966815" y="2991585"/>
                  <a:pt x="1959135" y="2999265"/>
                  <a:pt x="1950756" y="2999265"/>
                </a:cubicBezTo>
                <a:cubicBezTo>
                  <a:pt x="1942261" y="2999265"/>
                  <a:pt x="1934580" y="2991585"/>
                  <a:pt x="1934580" y="2983206"/>
                </a:cubicBezTo>
                <a:cubicBezTo>
                  <a:pt x="1934580" y="2974012"/>
                  <a:pt x="1942261" y="2967146"/>
                  <a:pt x="1950756" y="2967146"/>
                </a:cubicBezTo>
                <a:close/>
                <a:moveTo>
                  <a:pt x="1886402" y="2967146"/>
                </a:moveTo>
                <a:cubicBezTo>
                  <a:pt x="1894781" y="2967146"/>
                  <a:pt x="1902461" y="2974012"/>
                  <a:pt x="1902461" y="2983206"/>
                </a:cubicBezTo>
                <a:cubicBezTo>
                  <a:pt x="1902461" y="2991585"/>
                  <a:pt x="1894781" y="2999265"/>
                  <a:pt x="1886402" y="2999265"/>
                </a:cubicBezTo>
                <a:cubicBezTo>
                  <a:pt x="1877209" y="2999265"/>
                  <a:pt x="1870343" y="2991585"/>
                  <a:pt x="1870343" y="2983206"/>
                </a:cubicBezTo>
                <a:cubicBezTo>
                  <a:pt x="1870343" y="2974012"/>
                  <a:pt x="1877209" y="2967146"/>
                  <a:pt x="1886402" y="2967146"/>
                </a:cubicBezTo>
                <a:close/>
                <a:moveTo>
                  <a:pt x="1822048" y="2967146"/>
                </a:moveTo>
                <a:cubicBezTo>
                  <a:pt x="1830427" y="2967146"/>
                  <a:pt x="1838108" y="2974012"/>
                  <a:pt x="1838108" y="2983206"/>
                </a:cubicBezTo>
                <a:cubicBezTo>
                  <a:pt x="1838108" y="2991585"/>
                  <a:pt x="1830427" y="2999265"/>
                  <a:pt x="1822048" y="2999265"/>
                </a:cubicBezTo>
                <a:cubicBezTo>
                  <a:pt x="1812855" y="2999265"/>
                  <a:pt x="1805989" y="2991585"/>
                  <a:pt x="1805989" y="2983206"/>
                </a:cubicBezTo>
                <a:cubicBezTo>
                  <a:pt x="1805989" y="2974012"/>
                  <a:pt x="1812855" y="2967146"/>
                  <a:pt x="1822048" y="2967146"/>
                </a:cubicBezTo>
                <a:close/>
                <a:moveTo>
                  <a:pt x="2531224" y="2902792"/>
                </a:moveTo>
                <a:cubicBezTo>
                  <a:pt x="2539719" y="2902792"/>
                  <a:pt x="2547283" y="2909658"/>
                  <a:pt x="2547283" y="2918852"/>
                </a:cubicBezTo>
                <a:cubicBezTo>
                  <a:pt x="2547283" y="2927231"/>
                  <a:pt x="2539719" y="2934213"/>
                  <a:pt x="2531224" y="2934213"/>
                </a:cubicBezTo>
                <a:cubicBezTo>
                  <a:pt x="2522845" y="2934213"/>
                  <a:pt x="2515164" y="2927231"/>
                  <a:pt x="2515164" y="2918852"/>
                </a:cubicBezTo>
                <a:cubicBezTo>
                  <a:pt x="2515164" y="2909658"/>
                  <a:pt x="2522845" y="2902792"/>
                  <a:pt x="2531224" y="2902792"/>
                </a:cubicBezTo>
                <a:close/>
                <a:moveTo>
                  <a:pt x="2466869" y="2902792"/>
                </a:moveTo>
                <a:cubicBezTo>
                  <a:pt x="2475364" y="2902792"/>
                  <a:pt x="2483044" y="2909658"/>
                  <a:pt x="2483044" y="2918852"/>
                </a:cubicBezTo>
                <a:cubicBezTo>
                  <a:pt x="2483044" y="2927231"/>
                  <a:pt x="2475364" y="2934213"/>
                  <a:pt x="2466869" y="2934213"/>
                </a:cubicBezTo>
                <a:cubicBezTo>
                  <a:pt x="2457675" y="2934213"/>
                  <a:pt x="2450809" y="2927231"/>
                  <a:pt x="2450809" y="2918852"/>
                </a:cubicBezTo>
                <a:cubicBezTo>
                  <a:pt x="2450809" y="2909658"/>
                  <a:pt x="2457675" y="2902792"/>
                  <a:pt x="2466869" y="2902792"/>
                </a:cubicBezTo>
                <a:close/>
                <a:moveTo>
                  <a:pt x="2402631" y="2902792"/>
                </a:moveTo>
                <a:cubicBezTo>
                  <a:pt x="2411010" y="2902792"/>
                  <a:pt x="2418690" y="2909658"/>
                  <a:pt x="2418690" y="2918852"/>
                </a:cubicBezTo>
                <a:cubicBezTo>
                  <a:pt x="2418690" y="2927231"/>
                  <a:pt x="2411010" y="2934213"/>
                  <a:pt x="2402631" y="2934213"/>
                </a:cubicBezTo>
                <a:cubicBezTo>
                  <a:pt x="2393438" y="2934213"/>
                  <a:pt x="2386455" y="2927231"/>
                  <a:pt x="2386455" y="2918852"/>
                </a:cubicBezTo>
                <a:cubicBezTo>
                  <a:pt x="2386455" y="2909658"/>
                  <a:pt x="2393438" y="2902792"/>
                  <a:pt x="2402631" y="2902792"/>
                </a:cubicBezTo>
                <a:close/>
                <a:moveTo>
                  <a:pt x="2337462" y="2902792"/>
                </a:moveTo>
                <a:cubicBezTo>
                  <a:pt x="2346656" y="2902792"/>
                  <a:pt x="2353522" y="2909658"/>
                  <a:pt x="2353522" y="2918852"/>
                </a:cubicBezTo>
                <a:cubicBezTo>
                  <a:pt x="2353522" y="2927231"/>
                  <a:pt x="2346656" y="2934213"/>
                  <a:pt x="2337462" y="2934213"/>
                </a:cubicBezTo>
                <a:cubicBezTo>
                  <a:pt x="2329084" y="2934213"/>
                  <a:pt x="2322218" y="2927231"/>
                  <a:pt x="2322218" y="2918852"/>
                </a:cubicBezTo>
                <a:cubicBezTo>
                  <a:pt x="2322218" y="2909658"/>
                  <a:pt x="2329084" y="2902792"/>
                  <a:pt x="2337462" y="2902792"/>
                </a:cubicBezTo>
                <a:close/>
                <a:moveTo>
                  <a:pt x="2273109" y="2902792"/>
                </a:moveTo>
                <a:cubicBezTo>
                  <a:pt x="2282302" y="2902792"/>
                  <a:pt x="2289284" y="2909658"/>
                  <a:pt x="2289284" y="2918852"/>
                </a:cubicBezTo>
                <a:cubicBezTo>
                  <a:pt x="2289284" y="2927231"/>
                  <a:pt x="2282302" y="2934213"/>
                  <a:pt x="2273109" y="2934213"/>
                </a:cubicBezTo>
                <a:cubicBezTo>
                  <a:pt x="2264730" y="2934213"/>
                  <a:pt x="2257049" y="2927231"/>
                  <a:pt x="2257049" y="2918852"/>
                </a:cubicBezTo>
                <a:cubicBezTo>
                  <a:pt x="2257049" y="2909658"/>
                  <a:pt x="2264730" y="2902792"/>
                  <a:pt x="2273109" y="2902792"/>
                </a:cubicBezTo>
                <a:close/>
                <a:moveTo>
                  <a:pt x="2208755" y="2902792"/>
                </a:moveTo>
                <a:cubicBezTo>
                  <a:pt x="2217948" y="2902792"/>
                  <a:pt x="2224930" y="2909658"/>
                  <a:pt x="2224930" y="2918852"/>
                </a:cubicBezTo>
                <a:cubicBezTo>
                  <a:pt x="2224930" y="2927231"/>
                  <a:pt x="2217948" y="2934213"/>
                  <a:pt x="2208755" y="2934213"/>
                </a:cubicBezTo>
                <a:cubicBezTo>
                  <a:pt x="2199561" y="2934213"/>
                  <a:pt x="2192695" y="2927231"/>
                  <a:pt x="2192695" y="2918852"/>
                </a:cubicBezTo>
                <a:cubicBezTo>
                  <a:pt x="2192695" y="2909658"/>
                  <a:pt x="2200376" y="2902792"/>
                  <a:pt x="2208755" y="2902792"/>
                </a:cubicBezTo>
                <a:close/>
                <a:moveTo>
                  <a:pt x="2144517" y="2902792"/>
                </a:moveTo>
                <a:cubicBezTo>
                  <a:pt x="2152896" y="2902792"/>
                  <a:pt x="2160576" y="2909658"/>
                  <a:pt x="2160576" y="2918852"/>
                </a:cubicBezTo>
                <a:cubicBezTo>
                  <a:pt x="2160576" y="2927231"/>
                  <a:pt x="2152896" y="2934213"/>
                  <a:pt x="2144517" y="2934213"/>
                </a:cubicBezTo>
                <a:cubicBezTo>
                  <a:pt x="2135324" y="2934213"/>
                  <a:pt x="2128341" y="2927231"/>
                  <a:pt x="2128341" y="2918852"/>
                </a:cubicBezTo>
                <a:cubicBezTo>
                  <a:pt x="2128341" y="2909658"/>
                  <a:pt x="2135324" y="2902792"/>
                  <a:pt x="2144517" y="2902792"/>
                </a:cubicBezTo>
                <a:close/>
                <a:moveTo>
                  <a:pt x="2080163" y="2902792"/>
                </a:moveTo>
                <a:cubicBezTo>
                  <a:pt x="2088542" y="2902792"/>
                  <a:pt x="2095408" y="2909658"/>
                  <a:pt x="2095408" y="2918852"/>
                </a:cubicBezTo>
                <a:cubicBezTo>
                  <a:pt x="2095408" y="2927231"/>
                  <a:pt x="2088542" y="2934213"/>
                  <a:pt x="2080163" y="2934213"/>
                </a:cubicBezTo>
                <a:cubicBezTo>
                  <a:pt x="2070970" y="2934213"/>
                  <a:pt x="2064104" y="2927231"/>
                  <a:pt x="2064104" y="2918852"/>
                </a:cubicBezTo>
                <a:cubicBezTo>
                  <a:pt x="2064104" y="2909658"/>
                  <a:pt x="2070970" y="2902792"/>
                  <a:pt x="2080163" y="2902792"/>
                </a:cubicBezTo>
                <a:close/>
                <a:moveTo>
                  <a:pt x="2014994" y="2902792"/>
                </a:moveTo>
                <a:cubicBezTo>
                  <a:pt x="2024187" y="2902792"/>
                  <a:pt x="2031169" y="2909658"/>
                  <a:pt x="2031169" y="2918852"/>
                </a:cubicBezTo>
                <a:cubicBezTo>
                  <a:pt x="2031169" y="2927231"/>
                  <a:pt x="2024187" y="2934213"/>
                  <a:pt x="2014994" y="2934213"/>
                </a:cubicBezTo>
                <a:cubicBezTo>
                  <a:pt x="2006615" y="2934213"/>
                  <a:pt x="1998934" y="2927231"/>
                  <a:pt x="1998934" y="2918852"/>
                </a:cubicBezTo>
                <a:cubicBezTo>
                  <a:pt x="1998934" y="2909658"/>
                  <a:pt x="2006615" y="2902792"/>
                  <a:pt x="2014994" y="2902792"/>
                </a:cubicBezTo>
                <a:close/>
                <a:moveTo>
                  <a:pt x="1950756" y="2902792"/>
                </a:moveTo>
                <a:cubicBezTo>
                  <a:pt x="1959135" y="2902792"/>
                  <a:pt x="1966815" y="2909658"/>
                  <a:pt x="1966815" y="2918852"/>
                </a:cubicBezTo>
                <a:cubicBezTo>
                  <a:pt x="1966815" y="2927231"/>
                  <a:pt x="1959135" y="2934213"/>
                  <a:pt x="1950756" y="2934213"/>
                </a:cubicBezTo>
                <a:cubicBezTo>
                  <a:pt x="1942261" y="2934213"/>
                  <a:pt x="1934580" y="2927231"/>
                  <a:pt x="1934580" y="2918852"/>
                </a:cubicBezTo>
                <a:cubicBezTo>
                  <a:pt x="1934580" y="2909658"/>
                  <a:pt x="1942261" y="2902792"/>
                  <a:pt x="1950756" y="2902792"/>
                </a:cubicBezTo>
                <a:close/>
                <a:moveTo>
                  <a:pt x="2466869" y="2837623"/>
                </a:moveTo>
                <a:cubicBezTo>
                  <a:pt x="2475364" y="2837623"/>
                  <a:pt x="2483044" y="2845304"/>
                  <a:pt x="2483044" y="2853799"/>
                </a:cubicBezTo>
                <a:cubicBezTo>
                  <a:pt x="2483044" y="2862876"/>
                  <a:pt x="2475364" y="2869858"/>
                  <a:pt x="2466869" y="2869858"/>
                </a:cubicBezTo>
                <a:cubicBezTo>
                  <a:pt x="2457675" y="2869858"/>
                  <a:pt x="2450809" y="2862876"/>
                  <a:pt x="2450809" y="2853799"/>
                </a:cubicBezTo>
                <a:cubicBezTo>
                  <a:pt x="2450809" y="2845304"/>
                  <a:pt x="2457675" y="2837623"/>
                  <a:pt x="2466869" y="2837623"/>
                </a:cubicBezTo>
                <a:close/>
                <a:moveTo>
                  <a:pt x="2402631" y="2837623"/>
                </a:moveTo>
                <a:cubicBezTo>
                  <a:pt x="2411010" y="2837623"/>
                  <a:pt x="2418690" y="2845304"/>
                  <a:pt x="2418690" y="2853799"/>
                </a:cubicBezTo>
                <a:cubicBezTo>
                  <a:pt x="2418690" y="2862876"/>
                  <a:pt x="2411010" y="2869858"/>
                  <a:pt x="2402631" y="2869858"/>
                </a:cubicBezTo>
                <a:cubicBezTo>
                  <a:pt x="2393438" y="2869858"/>
                  <a:pt x="2386455" y="2862876"/>
                  <a:pt x="2386455" y="2853799"/>
                </a:cubicBezTo>
                <a:cubicBezTo>
                  <a:pt x="2386455" y="2845304"/>
                  <a:pt x="2393438" y="2837623"/>
                  <a:pt x="2402631" y="2837623"/>
                </a:cubicBezTo>
                <a:close/>
                <a:moveTo>
                  <a:pt x="2337462" y="2837623"/>
                </a:moveTo>
                <a:cubicBezTo>
                  <a:pt x="2346656" y="2837623"/>
                  <a:pt x="2353522" y="2845304"/>
                  <a:pt x="2353522" y="2853799"/>
                </a:cubicBezTo>
                <a:cubicBezTo>
                  <a:pt x="2353522" y="2862876"/>
                  <a:pt x="2346656" y="2869858"/>
                  <a:pt x="2337462" y="2869858"/>
                </a:cubicBezTo>
                <a:cubicBezTo>
                  <a:pt x="2329084" y="2869858"/>
                  <a:pt x="2322218" y="2862876"/>
                  <a:pt x="2322218" y="2853799"/>
                </a:cubicBezTo>
                <a:cubicBezTo>
                  <a:pt x="2322218" y="2845304"/>
                  <a:pt x="2329084" y="2837623"/>
                  <a:pt x="2337462" y="2837623"/>
                </a:cubicBezTo>
                <a:close/>
                <a:moveTo>
                  <a:pt x="2273109" y="2837623"/>
                </a:moveTo>
                <a:cubicBezTo>
                  <a:pt x="2282302" y="2837623"/>
                  <a:pt x="2289284" y="2845304"/>
                  <a:pt x="2289284" y="2853799"/>
                </a:cubicBezTo>
                <a:cubicBezTo>
                  <a:pt x="2289284" y="2862876"/>
                  <a:pt x="2282302" y="2869858"/>
                  <a:pt x="2273109" y="2869858"/>
                </a:cubicBezTo>
                <a:cubicBezTo>
                  <a:pt x="2264730" y="2869858"/>
                  <a:pt x="2257049" y="2862876"/>
                  <a:pt x="2257049" y="2853799"/>
                </a:cubicBezTo>
                <a:cubicBezTo>
                  <a:pt x="2257049" y="2845304"/>
                  <a:pt x="2264730" y="2837623"/>
                  <a:pt x="2273109" y="2837623"/>
                </a:cubicBezTo>
                <a:close/>
                <a:moveTo>
                  <a:pt x="2208755" y="2837623"/>
                </a:moveTo>
                <a:cubicBezTo>
                  <a:pt x="2217948" y="2837623"/>
                  <a:pt x="2224930" y="2845304"/>
                  <a:pt x="2224930" y="2853799"/>
                </a:cubicBezTo>
                <a:cubicBezTo>
                  <a:pt x="2224930" y="2862876"/>
                  <a:pt x="2217948" y="2869858"/>
                  <a:pt x="2208755" y="2869858"/>
                </a:cubicBezTo>
                <a:cubicBezTo>
                  <a:pt x="2199561" y="2869858"/>
                  <a:pt x="2192695" y="2862876"/>
                  <a:pt x="2192695" y="2853799"/>
                </a:cubicBezTo>
                <a:cubicBezTo>
                  <a:pt x="2192695" y="2845304"/>
                  <a:pt x="2200376" y="2837623"/>
                  <a:pt x="2208755" y="2837623"/>
                </a:cubicBezTo>
                <a:close/>
                <a:moveTo>
                  <a:pt x="2144517" y="2837623"/>
                </a:moveTo>
                <a:cubicBezTo>
                  <a:pt x="2152896" y="2837623"/>
                  <a:pt x="2160576" y="2845304"/>
                  <a:pt x="2160576" y="2853799"/>
                </a:cubicBezTo>
                <a:cubicBezTo>
                  <a:pt x="2160576" y="2862876"/>
                  <a:pt x="2152896" y="2869858"/>
                  <a:pt x="2144517" y="2869858"/>
                </a:cubicBezTo>
                <a:cubicBezTo>
                  <a:pt x="2135324" y="2869858"/>
                  <a:pt x="2128341" y="2862876"/>
                  <a:pt x="2128341" y="2853799"/>
                </a:cubicBezTo>
                <a:cubicBezTo>
                  <a:pt x="2128341" y="2845304"/>
                  <a:pt x="2135324" y="2837623"/>
                  <a:pt x="2144517" y="2837623"/>
                </a:cubicBezTo>
                <a:close/>
                <a:moveTo>
                  <a:pt x="2080163" y="2837623"/>
                </a:moveTo>
                <a:cubicBezTo>
                  <a:pt x="2088542" y="2837623"/>
                  <a:pt x="2095408" y="2845304"/>
                  <a:pt x="2095408" y="2853799"/>
                </a:cubicBezTo>
                <a:cubicBezTo>
                  <a:pt x="2095408" y="2862876"/>
                  <a:pt x="2088542" y="2869858"/>
                  <a:pt x="2080163" y="2869858"/>
                </a:cubicBezTo>
                <a:cubicBezTo>
                  <a:pt x="2070970" y="2869858"/>
                  <a:pt x="2064104" y="2862876"/>
                  <a:pt x="2064104" y="2853799"/>
                </a:cubicBezTo>
                <a:cubicBezTo>
                  <a:pt x="2064104" y="2845304"/>
                  <a:pt x="2070970" y="2837623"/>
                  <a:pt x="2080163" y="2837623"/>
                </a:cubicBezTo>
                <a:close/>
                <a:moveTo>
                  <a:pt x="2014994" y="2837623"/>
                </a:moveTo>
                <a:cubicBezTo>
                  <a:pt x="2024187" y="2837623"/>
                  <a:pt x="2031169" y="2845304"/>
                  <a:pt x="2031169" y="2853799"/>
                </a:cubicBezTo>
                <a:cubicBezTo>
                  <a:pt x="2031169" y="2862876"/>
                  <a:pt x="2024187" y="2869858"/>
                  <a:pt x="2014994" y="2869858"/>
                </a:cubicBezTo>
                <a:cubicBezTo>
                  <a:pt x="2006615" y="2869858"/>
                  <a:pt x="1998934" y="2862876"/>
                  <a:pt x="1998934" y="2853799"/>
                </a:cubicBezTo>
                <a:cubicBezTo>
                  <a:pt x="1998934" y="2845304"/>
                  <a:pt x="2006615" y="2837623"/>
                  <a:pt x="2014994" y="2837623"/>
                </a:cubicBezTo>
                <a:close/>
                <a:moveTo>
                  <a:pt x="2531224" y="2773269"/>
                </a:moveTo>
                <a:cubicBezTo>
                  <a:pt x="2539719" y="2773269"/>
                  <a:pt x="2547283" y="2780251"/>
                  <a:pt x="2547283" y="2789445"/>
                </a:cubicBezTo>
                <a:cubicBezTo>
                  <a:pt x="2547283" y="2798638"/>
                  <a:pt x="2539719" y="2805504"/>
                  <a:pt x="2531224" y="2805504"/>
                </a:cubicBezTo>
                <a:cubicBezTo>
                  <a:pt x="2522845" y="2805504"/>
                  <a:pt x="2515164" y="2798638"/>
                  <a:pt x="2515164" y="2789445"/>
                </a:cubicBezTo>
                <a:cubicBezTo>
                  <a:pt x="2515164" y="2780251"/>
                  <a:pt x="2522845" y="2773269"/>
                  <a:pt x="2531224" y="2773269"/>
                </a:cubicBezTo>
                <a:close/>
                <a:moveTo>
                  <a:pt x="2466869" y="2773269"/>
                </a:moveTo>
                <a:cubicBezTo>
                  <a:pt x="2475364" y="2773269"/>
                  <a:pt x="2483044" y="2780251"/>
                  <a:pt x="2483044" y="2789445"/>
                </a:cubicBezTo>
                <a:cubicBezTo>
                  <a:pt x="2483044" y="2798638"/>
                  <a:pt x="2475364" y="2805504"/>
                  <a:pt x="2466869" y="2805504"/>
                </a:cubicBezTo>
                <a:cubicBezTo>
                  <a:pt x="2457675" y="2805504"/>
                  <a:pt x="2450809" y="2798638"/>
                  <a:pt x="2450809" y="2789445"/>
                </a:cubicBezTo>
                <a:cubicBezTo>
                  <a:pt x="2450809" y="2780251"/>
                  <a:pt x="2457675" y="2773269"/>
                  <a:pt x="2466869" y="2773269"/>
                </a:cubicBezTo>
                <a:close/>
                <a:moveTo>
                  <a:pt x="2402631" y="2773269"/>
                </a:moveTo>
                <a:cubicBezTo>
                  <a:pt x="2411010" y="2773269"/>
                  <a:pt x="2418690" y="2780251"/>
                  <a:pt x="2418690" y="2789445"/>
                </a:cubicBezTo>
                <a:cubicBezTo>
                  <a:pt x="2418690" y="2798638"/>
                  <a:pt x="2411010" y="2805504"/>
                  <a:pt x="2402631" y="2805504"/>
                </a:cubicBezTo>
                <a:cubicBezTo>
                  <a:pt x="2393438" y="2805504"/>
                  <a:pt x="2386455" y="2798638"/>
                  <a:pt x="2386455" y="2789445"/>
                </a:cubicBezTo>
                <a:cubicBezTo>
                  <a:pt x="2386455" y="2780251"/>
                  <a:pt x="2393438" y="2773269"/>
                  <a:pt x="2402631" y="2773269"/>
                </a:cubicBezTo>
                <a:close/>
                <a:moveTo>
                  <a:pt x="2337462" y="2773269"/>
                </a:moveTo>
                <a:cubicBezTo>
                  <a:pt x="2346656" y="2773269"/>
                  <a:pt x="2353522" y="2780251"/>
                  <a:pt x="2353522" y="2789445"/>
                </a:cubicBezTo>
                <a:cubicBezTo>
                  <a:pt x="2353522" y="2798638"/>
                  <a:pt x="2346656" y="2805504"/>
                  <a:pt x="2337462" y="2805504"/>
                </a:cubicBezTo>
                <a:cubicBezTo>
                  <a:pt x="2329084" y="2805504"/>
                  <a:pt x="2322218" y="2798638"/>
                  <a:pt x="2322218" y="2789445"/>
                </a:cubicBezTo>
                <a:cubicBezTo>
                  <a:pt x="2322218" y="2780251"/>
                  <a:pt x="2329084" y="2773269"/>
                  <a:pt x="2337462" y="2773269"/>
                </a:cubicBezTo>
                <a:close/>
                <a:moveTo>
                  <a:pt x="2273109" y="2773269"/>
                </a:moveTo>
                <a:cubicBezTo>
                  <a:pt x="2282302" y="2773269"/>
                  <a:pt x="2289284" y="2780251"/>
                  <a:pt x="2289284" y="2789445"/>
                </a:cubicBezTo>
                <a:cubicBezTo>
                  <a:pt x="2289284" y="2798638"/>
                  <a:pt x="2282302" y="2805504"/>
                  <a:pt x="2273109" y="2805504"/>
                </a:cubicBezTo>
                <a:cubicBezTo>
                  <a:pt x="2264730" y="2805504"/>
                  <a:pt x="2257049" y="2798638"/>
                  <a:pt x="2257049" y="2789445"/>
                </a:cubicBezTo>
                <a:cubicBezTo>
                  <a:pt x="2257049" y="2780251"/>
                  <a:pt x="2264730" y="2773269"/>
                  <a:pt x="2273109" y="2773269"/>
                </a:cubicBezTo>
                <a:close/>
                <a:moveTo>
                  <a:pt x="2208755" y="2773269"/>
                </a:moveTo>
                <a:cubicBezTo>
                  <a:pt x="2217948" y="2773269"/>
                  <a:pt x="2224930" y="2780251"/>
                  <a:pt x="2224930" y="2789445"/>
                </a:cubicBezTo>
                <a:cubicBezTo>
                  <a:pt x="2224930" y="2798638"/>
                  <a:pt x="2217948" y="2805504"/>
                  <a:pt x="2208755" y="2805504"/>
                </a:cubicBezTo>
                <a:cubicBezTo>
                  <a:pt x="2199561" y="2805504"/>
                  <a:pt x="2192695" y="2798638"/>
                  <a:pt x="2192695" y="2789445"/>
                </a:cubicBezTo>
                <a:cubicBezTo>
                  <a:pt x="2192695" y="2780251"/>
                  <a:pt x="2200376" y="2773269"/>
                  <a:pt x="2208755" y="2773269"/>
                </a:cubicBezTo>
                <a:close/>
                <a:moveTo>
                  <a:pt x="2144517" y="2773269"/>
                </a:moveTo>
                <a:cubicBezTo>
                  <a:pt x="2152896" y="2773269"/>
                  <a:pt x="2160576" y="2780251"/>
                  <a:pt x="2160576" y="2789445"/>
                </a:cubicBezTo>
                <a:cubicBezTo>
                  <a:pt x="2160576" y="2798638"/>
                  <a:pt x="2152896" y="2805504"/>
                  <a:pt x="2144517" y="2805504"/>
                </a:cubicBezTo>
                <a:cubicBezTo>
                  <a:pt x="2135324" y="2805504"/>
                  <a:pt x="2128341" y="2798638"/>
                  <a:pt x="2128341" y="2789445"/>
                </a:cubicBezTo>
                <a:cubicBezTo>
                  <a:pt x="2128341" y="2780251"/>
                  <a:pt x="2135324" y="2773269"/>
                  <a:pt x="2144517" y="2773269"/>
                </a:cubicBezTo>
                <a:close/>
                <a:moveTo>
                  <a:pt x="2080163" y="2773269"/>
                </a:moveTo>
                <a:cubicBezTo>
                  <a:pt x="2088542" y="2773269"/>
                  <a:pt x="2095408" y="2780251"/>
                  <a:pt x="2095408" y="2789445"/>
                </a:cubicBezTo>
                <a:cubicBezTo>
                  <a:pt x="2095408" y="2798638"/>
                  <a:pt x="2088542" y="2805504"/>
                  <a:pt x="2080163" y="2805504"/>
                </a:cubicBezTo>
                <a:cubicBezTo>
                  <a:pt x="2070970" y="2805504"/>
                  <a:pt x="2064104" y="2798638"/>
                  <a:pt x="2064104" y="2789445"/>
                </a:cubicBezTo>
                <a:cubicBezTo>
                  <a:pt x="2064104" y="2780251"/>
                  <a:pt x="2070970" y="2773269"/>
                  <a:pt x="2080163" y="2773269"/>
                </a:cubicBezTo>
                <a:close/>
                <a:moveTo>
                  <a:pt x="2014994" y="2773269"/>
                </a:moveTo>
                <a:cubicBezTo>
                  <a:pt x="2024187" y="2773269"/>
                  <a:pt x="2031169" y="2780251"/>
                  <a:pt x="2031169" y="2789445"/>
                </a:cubicBezTo>
                <a:cubicBezTo>
                  <a:pt x="2031169" y="2798638"/>
                  <a:pt x="2024187" y="2805504"/>
                  <a:pt x="2014994" y="2805504"/>
                </a:cubicBezTo>
                <a:cubicBezTo>
                  <a:pt x="2006615" y="2805504"/>
                  <a:pt x="1998934" y="2798638"/>
                  <a:pt x="1998934" y="2789445"/>
                </a:cubicBezTo>
                <a:cubicBezTo>
                  <a:pt x="1998934" y="2780251"/>
                  <a:pt x="2006615" y="2773269"/>
                  <a:pt x="2014994" y="2773269"/>
                </a:cubicBezTo>
                <a:close/>
                <a:moveTo>
                  <a:pt x="2595577" y="2709031"/>
                </a:moveTo>
                <a:cubicBezTo>
                  <a:pt x="2604771" y="2709031"/>
                  <a:pt x="2611637" y="2715898"/>
                  <a:pt x="2611637" y="2725091"/>
                </a:cubicBezTo>
                <a:cubicBezTo>
                  <a:pt x="2611637" y="2733470"/>
                  <a:pt x="2604771" y="2741151"/>
                  <a:pt x="2595577" y="2741151"/>
                </a:cubicBezTo>
                <a:cubicBezTo>
                  <a:pt x="2587198" y="2741151"/>
                  <a:pt x="2580216" y="2733470"/>
                  <a:pt x="2579518" y="2725091"/>
                </a:cubicBezTo>
                <a:cubicBezTo>
                  <a:pt x="2579518" y="2715898"/>
                  <a:pt x="2587198" y="2709031"/>
                  <a:pt x="2595577" y="2709031"/>
                </a:cubicBezTo>
                <a:close/>
                <a:moveTo>
                  <a:pt x="2531224" y="2709031"/>
                </a:moveTo>
                <a:cubicBezTo>
                  <a:pt x="2539719" y="2709031"/>
                  <a:pt x="2547283" y="2715898"/>
                  <a:pt x="2547283" y="2725091"/>
                </a:cubicBezTo>
                <a:cubicBezTo>
                  <a:pt x="2547283" y="2733470"/>
                  <a:pt x="2539719" y="2741151"/>
                  <a:pt x="2531224" y="2741151"/>
                </a:cubicBezTo>
                <a:cubicBezTo>
                  <a:pt x="2522845" y="2741151"/>
                  <a:pt x="2515164" y="2733470"/>
                  <a:pt x="2515164" y="2725091"/>
                </a:cubicBezTo>
                <a:cubicBezTo>
                  <a:pt x="2515164" y="2715898"/>
                  <a:pt x="2522845" y="2709031"/>
                  <a:pt x="2531224" y="2709031"/>
                </a:cubicBezTo>
                <a:close/>
                <a:moveTo>
                  <a:pt x="2466869" y="2709031"/>
                </a:moveTo>
                <a:cubicBezTo>
                  <a:pt x="2475364" y="2709031"/>
                  <a:pt x="2483044" y="2715898"/>
                  <a:pt x="2483044" y="2725091"/>
                </a:cubicBezTo>
                <a:cubicBezTo>
                  <a:pt x="2483044" y="2733470"/>
                  <a:pt x="2475364" y="2741151"/>
                  <a:pt x="2466869" y="2741151"/>
                </a:cubicBezTo>
                <a:cubicBezTo>
                  <a:pt x="2457675" y="2741151"/>
                  <a:pt x="2450809" y="2733470"/>
                  <a:pt x="2450809" y="2725091"/>
                </a:cubicBezTo>
                <a:cubicBezTo>
                  <a:pt x="2450809" y="2715898"/>
                  <a:pt x="2457675" y="2709031"/>
                  <a:pt x="2466869" y="2709031"/>
                </a:cubicBezTo>
                <a:close/>
                <a:moveTo>
                  <a:pt x="2402631" y="2709031"/>
                </a:moveTo>
                <a:cubicBezTo>
                  <a:pt x="2411010" y="2709031"/>
                  <a:pt x="2418690" y="2715898"/>
                  <a:pt x="2418690" y="2725091"/>
                </a:cubicBezTo>
                <a:cubicBezTo>
                  <a:pt x="2418690" y="2733470"/>
                  <a:pt x="2411010" y="2741151"/>
                  <a:pt x="2402631" y="2741151"/>
                </a:cubicBezTo>
                <a:cubicBezTo>
                  <a:pt x="2393438" y="2741151"/>
                  <a:pt x="2386455" y="2733470"/>
                  <a:pt x="2386455" y="2725091"/>
                </a:cubicBezTo>
                <a:cubicBezTo>
                  <a:pt x="2386455" y="2715898"/>
                  <a:pt x="2393438" y="2709031"/>
                  <a:pt x="2402631" y="2709031"/>
                </a:cubicBezTo>
                <a:close/>
                <a:moveTo>
                  <a:pt x="2337462" y="2709031"/>
                </a:moveTo>
                <a:cubicBezTo>
                  <a:pt x="2346656" y="2709031"/>
                  <a:pt x="2353522" y="2715898"/>
                  <a:pt x="2353522" y="2725091"/>
                </a:cubicBezTo>
                <a:cubicBezTo>
                  <a:pt x="2353522" y="2733470"/>
                  <a:pt x="2346656" y="2741151"/>
                  <a:pt x="2337462" y="2741151"/>
                </a:cubicBezTo>
                <a:cubicBezTo>
                  <a:pt x="2329084" y="2741151"/>
                  <a:pt x="2322218" y="2733470"/>
                  <a:pt x="2322218" y="2725091"/>
                </a:cubicBezTo>
                <a:cubicBezTo>
                  <a:pt x="2322218" y="2715898"/>
                  <a:pt x="2329084" y="2709031"/>
                  <a:pt x="2337462" y="2709031"/>
                </a:cubicBezTo>
                <a:close/>
                <a:moveTo>
                  <a:pt x="2273109" y="2709031"/>
                </a:moveTo>
                <a:cubicBezTo>
                  <a:pt x="2282302" y="2709031"/>
                  <a:pt x="2289284" y="2715898"/>
                  <a:pt x="2289284" y="2725091"/>
                </a:cubicBezTo>
                <a:cubicBezTo>
                  <a:pt x="2289284" y="2733470"/>
                  <a:pt x="2282302" y="2741151"/>
                  <a:pt x="2273109" y="2741151"/>
                </a:cubicBezTo>
                <a:cubicBezTo>
                  <a:pt x="2264730" y="2741151"/>
                  <a:pt x="2257049" y="2733470"/>
                  <a:pt x="2257049" y="2725091"/>
                </a:cubicBezTo>
                <a:cubicBezTo>
                  <a:pt x="2257049" y="2715898"/>
                  <a:pt x="2264730" y="2709031"/>
                  <a:pt x="2273109" y="2709031"/>
                </a:cubicBezTo>
                <a:close/>
                <a:moveTo>
                  <a:pt x="2208755" y="2709031"/>
                </a:moveTo>
                <a:cubicBezTo>
                  <a:pt x="2217948" y="2709031"/>
                  <a:pt x="2224930" y="2715898"/>
                  <a:pt x="2224930" y="2725091"/>
                </a:cubicBezTo>
                <a:cubicBezTo>
                  <a:pt x="2224930" y="2733470"/>
                  <a:pt x="2217948" y="2741151"/>
                  <a:pt x="2208755" y="2741151"/>
                </a:cubicBezTo>
                <a:cubicBezTo>
                  <a:pt x="2199561" y="2741151"/>
                  <a:pt x="2192695" y="2733470"/>
                  <a:pt x="2192695" y="2725091"/>
                </a:cubicBezTo>
                <a:cubicBezTo>
                  <a:pt x="2192695" y="2715898"/>
                  <a:pt x="2200376" y="2709031"/>
                  <a:pt x="2208755" y="2709031"/>
                </a:cubicBezTo>
                <a:close/>
                <a:moveTo>
                  <a:pt x="2144517" y="2709031"/>
                </a:moveTo>
                <a:cubicBezTo>
                  <a:pt x="2152896" y="2709031"/>
                  <a:pt x="2160576" y="2715898"/>
                  <a:pt x="2160576" y="2725091"/>
                </a:cubicBezTo>
                <a:cubicBezTo>
                  <a:pt x="2160576" y="2733470"/>
                  <a:pt x="2152896" y="2741151"/>
                  <a:pt x="2144517" y="2741151"/>
                </a:cubicBezTo>
                <a:cubicBezTo>
                  <a:pt x="2135324" y="2741151"/>
                  <a:pt x="2128341" y="2733470"/>
                  <a:pt x="2128341" y="2725091"/>
                </a:cubicBezTo>
                <a:cubicBezTo>
                  <a:pt x="2128341" y="2715898"/>
                  <a:pt x="2135324" y="2709031"/>
                  <a:pt x="2144517" y="2709031"/>
                </a:cubicBezTo>
                <a:close/>
                <a:moveTo>
                  <a:pt x="2080163" y="2709031"/>
                </a:moveTo>
                <a:cubicBezTo>
                  <a:pt x="2088542" y="2709031"/>
                  <a:pt x="2095408" y="2715898"/>
                  <a:pt x="2095408" y="2725091"/>
                </a:cubicBezTo>
                <a:cubicBezTo>
                  <a:pt x="2095408" y="2733470"/>
                  <a:pt x="2088542" y="2741151"/>
                  <a:pt x="2080163" y="2741151"/>
                </a:cubicBezTo>
                <a:cubicBezTo>
                  <a:pt x="2070970" y="2741151"/>
                  <a:pt x="2064104" y="2733470"/>
                  <a:pt x="2064104" y="2725091"/>
                </a:cubicBezTo>
                <a:cubicBezTo>
                  <a:pt x="2064104" y="2715898"/>
                  <a:pt x="2070970" y="2709031"/>
                  <a:pt x="2080163" y="2709031"/>
                </a:cubicBezTo>
                <a:close/>
                <a:moveTo>
                  <a:pt x="2014994" y="2709031"/>
                </a:moveTo>
                <a:cubicBezTo>
                  <a:pt x="2024187" y="2709031"/>
                  <a:pt x="2031169" y="2715898"/>
                  <a:pt x="2031169" y="2725091"/>
                </a:cubicBezTo>
                <a:cubicBezTo>
                  <a:pt x="2031169" y="2733470"/>
                  <a:pt x="2024187" y="2741151"/>
                  <a:pt x="2014994" y="2741151"/>
                </a:cubicBezTo>
                <a:cubicBezTo>
                  <a:pt x="2006615" y="2741151"/>
                  <a:pt x="1998934" y="2733470"/>
                  <a:pt x="1998934" y="2725091"/>
                </a:cubicBezTo>
                <a:cubicBezTo>
                  <a:pt x="1998934" y="2715898"/>
                  <a:pt x="2006615" y="2709031"/>
                  <a:pt x="2014994" y="2709031"/>
                </a:cubicBezTo>
                <a:close/>
                <a:moveTo>
                  <a:pt x="1950756" y="2709031"/>
                </a:moveTo>
                <a:cubicBezTo>
                  <a:pt x="1959135" y="2709031"/>
                  <a:pt x="1966815" y="2715898"/>
                  <a:pt x="1966815" y="2725091"/>
                </a:cubicBezTo>
                <a:cubicBezTo>
                  <a:pt x="1966815" y="2733470"/>
                  <a:pt x="1959135" y="2741151"/>
                  <a:pt x="1950756" y="2741151"/>
                </a:cubicBezTo>
                <a:cubicBezTo>
                  <a:pt x="1942261" y="2741151"/>
                  <a:pt x="1934580" y="2733470"/>
                  <a:pt x="1934580" y="2725091"/>
                </a:cubicBezTo>
                <a:cubicBezTo>
                  <a:pt x="1934580" y="2715898"/>
                  <a:pt x="1942261" y="2709031"/>
                  <a:pt x="1950756" y="2709031"/>
                </a:cubicBezTo>
                <a:close/>
                <a:moveTo>
                  <a:pt x="2660630" y="2644677"/>
                </a:moveTo>
                <a:cubicBezTo>
                  <a:pt x="2669125" y="2644677"/>
                  <a:pt x="2675991" y="2651543"/>
                  <a:pt x="2675991" y="2660737"/>
                </a:cubicBezTo>
                <a:cubicBezTo>
                  <a:pt x="2675991" y="2669116"/>
                  <a:pt x="2669125" y="2676098"/>
                  <a:pt x="2660630" y="2676098"/>
                </a:cubicBezTo>
                <a:cubicBezTo>
                  <a:pt x="2651553" y="2676098"/>
                  <a:pt x="2644570" y="2669116"/>
                  <a:pt x="2644570" y="2660737"/>
                </a:cubicBezTo>
                <a:cubicBezTo>
                  <a:pt x="2644570" y="2651543"/>
                  <a:pt x="2651553" y="2644677"/>
                  <a:pt x="2660630" y="2644677"/>
                </a:cubicBezTo>
                <a:close/>
                <a:moveTo>
                  <a:pt x="2595577" y="2644677"/>
                </a:moveTo>
                <a:cubicBezTo>
                  <a:pt x="2604771" y="2644677"/>
                  <a:pt x="2611637" y="2651543"/>
                  <a:pt x="2611637" y="2660737"/>
                </a:cubicBezTo>
                <a:cubicBezTo>
                  <a:pt x="2611637" y="2669116"/>
                  <a:pt x="2604771" y="2676098"/>
                  <a:pt x="2595577" y="2676098"/>
                </a:cubicBezTo>
                <a:cubicBezTo>
                  <a:pt x="2587198" y="2676098"/>
                  <a:pt x="2580216" y="2669116"/>
                  <a:pt x="2579518" y="2660737"/>
                </a:cubicBezTo>
                <a:cubicBezTo>
                  <a:pt x="2579518" y="2651543"/>
                  <a:pt x="2587198" y="2644677"/>
                  <a:pt x="2595577" y="2644677"/>
                </a:cubicBezTo>
                <a:close/>
                <a:moveTo>
                  <a:pt x="2531224" y="2644677"/>
                </a:moveTo>
                <a:cubicBezTo>
                  <a:pt x="2539719" y="2644677"/>
                  <a:pt x="2547283" y="2651543"/>
                  <a:pt x="2547283" y="2660737"/>
                </a:cubicBezTo>
                <a:cubicBezTo>
                  <a:pt x="2547283" y="2669116"/>
                  <a:pt x="2539719" y="2676098"/>
                  <a:pt x="2531224" y="2676098"/>
                </a:cubicBezTo>
                <a:cubicBezTo>
                  <a:pt x="2522845" y="2676098"/>
                  <a:pt x="2515164" y="2669116"/>
                  <a:pt x="2515164" y="2660737"/>
                </a:cubicBezTo>
                <a:cubicBezTo>
                  <a:pt x="2515164" y="2651543"/>
                  <a:pt x="2522845" y="2644677"/>
                  <a:pt x="2531224" y="2644677"/>
                </a:cubicBezTo>
                <a:close/>
                <a:moveTo>
                  <a:pt x="2466869" y="2644677"/>
                </a:moveTo>
                <a:cubicBezTo>
                  <a:pt x="2475364" y="2644677"/>
                  <a:pt x="2483044" y="2651543"/>
                  <a:pt x="2483044" y="2660737"/>
                </a:cubicBezTo>
                <a:cubicBezTo>
                  <a:pt x="2483044" y="2669116"/>
                  <a:pt x="2475364" y="2676098"/>
                  <a:pt x="2466869" y="2676098"/>
                </a:cubicBezTo>
                <a:cubicBezTo>
                  <a:pt x="2457675" y="2676098"/>
                  <a:pt x="2450809" y="2669116"/>
                  <a:pt x="2450809" y="2660737"/>
                </a:cubicBezTo>
                <a:cubicBezTo>
                  <a:pt x="2450809" y="2651543"/>
                  <a:pt x="2457675" y="2644677"/>
                  <a:pt x="2466869" y="2644677"/>
                </a:cubicBezTo>
                <a:close/>
                <a:moveTo>
                  <a:pt x="2402631" y="2644677"/>
                </a:moveTo>
                <a:cubicBezTo>
                  <a:pt x="2411010" y="2644677"/>
                  <a:pt x="2418690" y="2651543"/>
                  <a:pt x="2418690" y="2660737"/>
                </a:cubicBezTo>
                <a:cubicBezTo>
                  <a:pt x="2418690" y="2669116"/>
                  <a:pt x="2411010" y="2676098"/>
                  <a:pt x="2402631" y="2676098"/>
                </a:cubicBezTo>
                <a:cubicBezTo>
                  <a:pt x="2393438" y="2676098"/>
                  <a:pt x="2386455" y="2669116"/>
                  <a:pt x="2386455" y="2660737"/>
                </a:cubicBezTo>
                <a:cubicBezTo>
                  <a:pt x="2386455" y="2651543"/>
                  <a:pt x="2393438" y="2644677"/>
                  <a:pt x="2402631" y="2644677"/>
                </a:cubicBezTo>
                <a:close/>
                <a:moveTo>
                  <a:pt x="2337462" y="2644677"/>
                </a:moveTo>
                <a:cubicBezTo>
                  <a:pt x="2346656" y="2644677"/>
                  <a:pt x="2353522" y="2651543"/>
                  <a:pt x="2353522" y="2660737"/>
                </a:cubicBezTo>
                <a:cubicBezTo>
                  <a:pt x="2353522" y="2669116"/>
                  <a:pt x="2346656" y="2676098"/>
                  <a:pt x="2337462" y="2676098"/>
                </a:cubicBezTo>
                <a:cubicBezTo>
                  <a:pt x="2329084" y="2676098"/>
                  <a:pt x="2322218" y="2669116"/>
                  <a:pt x="2322218" y="2660737"/>
                </a:cubicBezTo>
                <a:cubicBezTo>
                  <a:pt x="2322218" y="2651543"/>
                  <a:pt x="2329084" y="2644677"/>
                  <a:pt x="2337462" y="2644677"/>
                </a:cubicBezTo>
                <a:close/>
                <a:moveTo>
                  <a:pt x="2273109" y="2644677"/>
                </a:moveTo>
                <a:cubicBezTo>
                  <a:pt x="2282302" y="2644677"/>
                  <a:pt x="2289284" y="2651543"/>
                  <a:pt x="2289284" y="2660737"/>
                </a:cubicBezTo>
                <a:cubicBezTo>
                  <a:pt x="2289284" y="2669116"/>
                  <a:pt x="2282302" y="2676098"/>
                  <a:pt x="2273109" y="2676098"/>
                </a:cubicBezTo>
                <a:cubicBezTo>
                  <a:pt x="2264730" y="2676098"/>
                  <a:pt x="2257049" y="2669116"/>
                  <a:pt x="2257049" y="2660737"/>
                </a:cubicBezTo>
                <a:cubicBezTo>
                  <a:pt x="2257049" y="2651543"/>
                  <a:pt x="2264730" y="2644677"/>
                  <a:pt x="2273109" y="2644677"/>
                </a:cubicBezTo>
                <a:close/>
                <a:moveTo>
                  <a:pt x="2208755" y="2644677"/>
                </a:moveTo>
                <a:cubicBezTo>
                  <a:pt x="2217948" y="2644677"/>
                  <a:pt x="2224930" y="2651543"/>
                  <a:pt x="2224930" y="2660737"/>
                </a:cubicBezTo>
                <a:cubicBezTo>
                  <a:pt x="2224930" y="2669116"/>
                  <a:pt x="2217948" y="2676098"/>
                  <a:pt x="2208755" y="2676098"/>
                </a:cubicBezTo>
                <a:cubicBezTo>
                  <a:pt x="2199561" y="2676098"/>
                  <a:pt x="2192695" y="2669116"/>
                  <a:pt x="2192695" y="2660737"/>
                </a:cubicBezTo>
                <a:cubicBezTo>
                  <a:pt x="2192695" y="2651543"/>
                  <a:pt x="2200376" y="2644677"/>
                  <a:pt x="2208755" y="2644677"/>
                </a:cubicBezTo>
                <a:close/>
                <a:moveTo>
                  <a:pt x="2144517" y="2644677"/>
                </a:moveTo>
                <a:cubicBezTo>
                  <a:pt x="2152896" y="2644677"/>
                  <a:pt x="2160576" y="2651543"/>
                  <a:pt x="2160576" y="2660737"/>
                </a:cubicBezTo>
                <a:cubicBezTo>
                  <a:pt x="2160576" y="2669116"/>
                  <a:pt x="2152896" y="2676098"/>
                  <a:pt x="2144517" y="2676098"/>
                </a:cubicBezTo>
                <a:cubicBezTo>
                  <a:pt x="2135324" y="2676098"/>
                  <a:pt x="2128341" y="2669116"/>
                  <a:pt x="2128341" y="2660737"/>
                </a:cubicBezTo>
                <a:cubicBezTo>
                  <a:pt x="2128341" y="2651543"/>
                  <a:pt x="2135324" y="2644677"/>
                  <a:pt x="2144517" y="2644677"/>
                </a:cubicBezTo>
                <a:close/>
                <a:moveTo>
                  <a:pt x="2080163" y="2644677"/>
                </a:moveTo>
                <a:cubicBezTo>
                  <a:pt x="2088542" y="2644677"/>
                  <a:pt x="2095408" y="2651543"/>
                  <a:pt x="2095408" y="2660737"/>
                </a:cubicBezTo>
                <a:cubicBezTo>
                  <a:pt x="2095408" y="2669116"/>
                  <a:pt x="2088542" y="2676098"/>
                  <a:pt x="2080163" y="2676098"/>
                </a:cubicBezTo>
                <a:cubicBezTo>
                  <a:pt x="2070970" y="2676098"/>
                  <a:pt x="2064104" y="2669116"/>
                  <a:pt x="2064104" y="2660737"/>
                </a:cubicBezTo>
                <a:cubicBezTo>
                  <a:pt x="2064104" y="2651543"/>
                  <a:pt x="2070970" y="2644677"/>
                  <a:pt x="2080163" y="2644677"/>
                </a:cubicBezTo>
                <a:close/>
                <a:moveTo>
                  <a:pt x="2014994" y="2644677"/>
                </a:moveTo>
                <a:cubicBezTo>
                  <a:pt x="2024187" y="2644677"/>
                  <a:pt x="2031169" y="2651543"/>
                  <a:pt x="2031169" y="2660737"/>
                </a:cubicBezTo>
                <a:cubicBezTo>
                  <a:pt x="2031169" y="2669116"/>
                  <a:pt x="2024187" y="2676098"/>
                  <a:pt x="2014994" y="2676098"/>
                </a:cubicBezTo>
                <a:cubicBezTo>
                  <a:pt x="2006615" y="2676098"/>
                  <a:pt x="1998934" y="2669116"/>
                  <a:pt x="1998934" y="2660737"/>
                </a:cubicBezTo>
                <a:cubicBezTo>
                  <a:pt x="1998934" y="2651543"/>
                  <a:pt x="2006615" y="2644677"/>
                  <a:pt x="2014994" y="2644677"/>
                </a:cubicBezTo>
                <a:close/>
                <a:moveTo>
                  <a:pt x="1950756" y="2644677"/>
                </a:moveTo>
                <a:cubicBezTo>
                  <a:pt x="1959135" y="2644677"/>
                  <a:pt x="1966815" y="2651543"/>
                  <a:pt x="1966815" y="2660737"/>
                </a:cubicBezTo>
                <a:cubicBezTo>
                  <a:pt x="1966815" y="2669116"/>
                  <a:pt x="1959135" y="2676098"/>
                  <a:pt x="1950756" y="2676098"/>
                </a:cubicBezTo>
                <a:cubicBezTo>
                  <a:pt x="1942261" y="2676098"/>
                  <a:pt x="1934580" y="2669116"/>
                  <a:pt x="1934580" y="2660737"/>
                </a:cubicBezTo>
                <a:cubicBezTo>
                  <a:pt x="1934580" y="2651543"/>
                  <a:pt x="1942261" y="2644677"/>
                  <a:pt x="1950756" y="2644677"/>
                </a:cubicBezTo>
                <a:close/>
                <a:moveTo>
                  <a:pt x="2789338" y="2580323"/>
                </a:moveTo>
                <a:cubicBezTo>
                  <a:pt x="2798532" y="2580323"/>
                  <a:pt x="2805398" y="2587189"/>
                  <a:pt x="2805398" y="2595685"/>
                </a:cubicBezTo>
                <a:cubicBezTo>
                  <a:pt x="2805398" y="2604878"/>
                  <a:pt x="2798532" y="2611744"/>
                  <a:pt x="2789338" y="2611744"/>
                </a:cubicBezTo>
                <a:cubicBezTo>
                  <a:pt x="2780959" y="2611744"/>
                  <a:pt x="2773279" y="2604878"/>
                  <a:pt x="2773279" y="2595685"/>
                </a:cubicBezTo>
                <a:cubicBezTo>
                  <a:pt x="2773279" y="2587189"/>
                  <a:pt x="2780959" y="2580323"/>
                  <a:pt x="2789338" y="2580323"/>
                </a:cubicBezTo>
                <a:close/>
                <a:moveTo>
                  <a:pt x="2724984" y="2580323"/>
                </a:moveTo>
                <a:cubicBezTo>
                  <a:pt x="2733479" y="2580323"/>
                  <a:pt x="2741159" y="2587189"/>
                  <a:pt x="2741159" y="2595685"/>
                </a:cubicBezTo>
                <a:cubicBezTo>
                  <a:pt x="2741159" y="2604878"/>
                  <a:pt x="2733479" y="2611744"/>
                  <a:pt x="2724984" y="2611744"/>
                </a:cubicBezTo>
                <a:cubicBezTo>
                  <a:pt x="2715790" y="2611744"/>
                  <a:pt x="2708924" y="2604878"/>
                  <a:pt x="2708924" y="2595685"/>
                </a:cubicBezTo>
                <a:cubicBezTo>
                  <a:pt x="2708924" y="2587189"/>
                  <a:pt x="2715790" y="2580323"/>
                  <a:pt x="2724984" y="2580323"/>
                </a:cubicBezTo>
                <a:close/>
                <a:moveTo>
                  <a:pt x="2660630" y="2580323"/>
                </a:moveTo>
                <a:cubicBezTo>
                  <a:pt x="2669125" y="2580323"/>
                  <a:pt x="2675991" y="2587189"/>
                  <a:pt x="2675991" y="2595685"/>
                </a:cubicBezTo>
                <a:cubicBezTo>
                  <a:pt x="2675991" y="2604878"/>
                  <a:pt x="2669125" y="2611744"/>
                  <a:pt x="2660630" y="2611744"/>
                </a:cubicBezTo>
                <a:cubicBezTo>
                  <a:pt x="2651553" y="2611744"/>
                  <a:pt x="2644570" y="2604878"/>
                  <a:pt x="2644570" y="2595685"/>
                </a:cubicBezTo>
                <a:cubicBezTo>
                  <a:pt x="2644570" y="2587189"/>
                  <a:pt x="2651553" y="2580323"/>
                  <a:pt x="2660630" y="2580323"/>
                </a:cubicBezTo>
                <a:close/>
                <a:moveTo>
                  <a:pt x="2595577" y="2580323"/>
                </a:moveTo>
                <a:cubicBezTo>
                  <a:pt x="2604771" y="2580323"/>
                  <a:pt x="2611637" y="2587189"/>
                  <a:pt x="2611637" y="2595685"/>
                </a:cubicBezTo>
                <a:cubicBezTo>
                  <a:pt x="2611637" y="2604878"/>
                  <a:pt x="2604771" y="2611744"/>
                  <a:pt x="2595577" y="2611744"/>
                </a:cubicBezTo>
                <a:cubicBezTo>
                  <a:pt x="2587198" y="2611744"/>
                  <a:pt x="2580216" y="2604878"/>
                  <a:pt x="2579518" y="2595685"/>
                </a:cubicBezTo>
                <a:cubicBezTo>
                  <a:pt x="2579518" y="2587189"/>
                  <a:pt x="2587198" y="2580323"/>
                  <a:pt x="2595577" y="2580323"/>
                </a:cubicBezTo>
                <a:close/>
                <a:moveTo>
                  <a:pt x="2531224" y="2580323"/>
                </a:moveTo>
                <a:cubicBezTo>
                  <a:pt x="2539719" y="2580323"/>
                  <a:pt x="2547283" y="2587189"/>
                  <a:pt x="2547283" y="2595685"/>
                </a:cubicBezTo>
                <a:cubicBezTo>
                  <a:pt x="2547283" y="2604878"/>
                  <a:pt x="2539719" y="2611744"/>
                  <a:pt x="2531224" y="2611744"/>
                </a:cubicBezTo>
                <a:cubicBezTo>
                  <a:pt x="2522845" y="2611744"/>
                  <a:pt x="2515164" y="2604878"/>
                  <a:pt x="2515164" y="2595685"/>
                </a:cubicBezTo>
                <a:cubicBezTo>
                  <a:pt x="2515164" y="2587189"/>
                  <a:pt x="2522845" y="2580323"/>
                  <a:pt x="2531224" y="2580323"/>
                </a:cubicBezTo>
                <a:close/>
                <a:moveTo>
                  <a:pt x="2466869" y="2580323"/>
                </a:moveTo>
                <a:cubicBezTo>
                  <a:pt x="2475364" y="2580323"/>
                  <a:pt x="2483044" y="2587189"/>
                  <a:pt x="2483044" y="2595685"/>
                </a:cubicBezTo>
                <a:cubicBezTo>
                  <a:pt x="2483044" y="2604878"/>
                  <a:pt x="2475364" y="2611744"/>
                  <a:pt x="2466869" y="2611744"/>
                </a:cubicBezTo>
                <a:cubicBezTo>
                  <a:pt x="2457675" y="2611744"/>
                  <a:pt x="2450809" y="2604878"/>
                  <a:pt x="2450809" y="2595685"/>
                </a:cubicBezTo>
                <a:cubicBezTo>
                  <a:pt x="2450809" y="2587189"/>
                  <a:pt x="2457675" y="2580323"/>
                  <a:pt x="2466869" y="2580323"/>
                </a:cubicBezTo>
                <a:close/>
                <a:moveTo>
                  <a:pt x="2402631" y="2580323"/>
                </a:moveTo>
                <a:cubicBezTo>
                  <a:pt x="2411010" y="2580323"/>
                  <a:pt x="2418690" y="2587189"/>
                  <a:pt x="2418690" y="2595685"/>
                </a:cubicBezTo>
                <a:cubicBezTo>
                  <a:pt x="2418690" y="2604878"/>
                  <a:pt x="2411010" y="2611744"/>
                  <a:pt x="2402631" y="2611744"/>
                </a:cubicBezTo>
                <a:cubicBezTo>
                  <a:pt x="2393438" y="2611744"/>
                  <a:pt x="2386455" y="2604878"/>
                  <a:pt x="2386455" y="2595685"/>
                </a:cubicBezTo>
                <a:cubicBezTo>
                  <a:pt x="2386455" y="2587189"/>
                  <a:pt x="2393438" y="2580323"/>
                  <a:pt x="2402631" y="2580323"/>
                </a:cubicBezTo>
                <a:close/>
                <a:moveTo>
                  <a:pt x="2337462" y="2580323"/>
                </a:moveTo>
                <a:cubicBezTo>
                  <a:pt x="2346656" y="2580323"/>
                  <a:pt x="2353522" y="2587189"/>
                  <a:pt x="2353522" y="2595685"/>
                </a:cubicBezTo>
                <a:cubicBezTo>
                  <a:pt x="2353522" y="2604878"/>
                  <a:pt x="2346656" y="2611744"/>
                  <a:pt x="2337462" y="2611744"/>
                </a:cubicBezTo>
                <a:cubicBezTo>
                  <a:pt x="2329084" y="2611744"/>
                  <a:pt x="2322218" y="2604878"/>
                  <a:pt x="2322218" y="2595685"/>
                </a:cubicBezTo>
                <a:cubicBezTo>
                  <a:pt x="2322218" y="2587189"/>
                  <a:pt x="2329084" y="2580323"/>
                  <a:pt x="2337462" y="2580323"/>
                </a:cubicBezTo>
                <a:close/>
                <a:moveTo>
                  <a:pt x="2273109" y="2580323"/>
                </a:moveTo>
                <a:cubicBezTo>
                  <a:pt x="2282302" y="2580323"/>
                  <a:pt x="2289284" y="2587189"/>
                  <a:pt x="2289284" y="2595685"/>
                </a:cubicBezTo>
                <a:cubicBezTo>
                  <a:pt x="2289284" y="2604878"/>
                  <a:pt x="2282302" y="2611744"/>
                  <a:pt x="2273109" y="2611744"/>
                </a:cubicBezTo>
                <a:cubicBezTo>
                  <a:pt x="2264730" y="2611744"/>
                  <a:pt x="2257049" y="2604878"/>
                  <a:pt x="2257049" y="2595685"/>
                </a:cubicBezTo>
                <a:cubicBezTo>
                  <a:pt x="2257049" y="2587189"/>
                  <a:pt x="2264730" y="2580323"/>
                  <a:pt x="2273109" y="2580323"/>
                </a:cubicBezTo>
                <a:close/>
                <a:moveTo>
                  <a:pt x="2208755" y="2580323"/>
                </a:moveTo>
                <a:cubicBezTo>
                  <a:pt x="2217948" y="2580323"/>
                  <a:pt x="2224930" y="2587189"/>
                  <a:pt x="2224930" y="2595685"/>
                </a:cubicBezTo>
                <a:cubicBezTo>
                  <a:pt x="2224930" y="2604878"/>
                  <a:pt x="2217948" y="2611744"/>
                  <a:pt x="2208755" y="2611744"/>
                </a:cubicBezTo>
                <a:cubicBezTo>
                  <a:pt x="2199561" y="2611744"/>
                  <a:pt x="2192695" y="2604878"/>
                  <a:pt x="2192695" y="2595685"/>
                </a:cubicBezTo>
                <a:cubicBezTo>
                  <a:pt x="2192695" y="2587189"/>
                  <a:pt x="2200376" y="2580323"/>
                  <a:pt x="2208755" y="2580323"/>
                </a:cubicBezTo>
                <a:close/>
                <a:moveTo>
                  <a:pt x="2144517" y="2580323"/>
                </a:moveTo>
                <a:cubicBezTo>
                  <a:pt x="2152896" y="2580323"/>
                  <a:pt x="2160576" y="2587189"/>
                  <a:pt x="2160576" y="2595685"/>
                </a:cubicBezTo>
                <a:cubicBezTo>
                  <a:pt x="2160576" y="2604878"/>
                  <a:pt x="2152896" y="2611744"/>
                  <a:pt x="2144517" y="2611744"/>
                </a:cubicBezTo>
                <a:cubicBezTo>
                  <a:pt x="2135324" y="2611744"/>
                  <a:pt x="2128341" y="2604878"/>
                  <a:pt x="2128341" y="2595685"/>
                </a:cubicBezTo>
                <a:cubicBezTo>
                  <a:pt x="2128341" y="2587189"/>
                  <a:pt x="2135324" y="2580323"/>
                  <a:pt x="2144517" y="2580323"/>
                </a:cubicBezTo>
                <a:close/>
                <a:moveTo>
                  <a:pt x="2080163" y="2580323"/>
                </a:moveTo>
                <a:cubicBezTo>
                  <a:pt x="2088542" y="2580323"/>
                  <a:pt x="2095408" y="2587189"/>
                  <a:pt x="2095408" y="2595685"/>
                </a:cubicBezTo>
                <a:cubicBezTo>
                  <a:pt x="2095408" y="2604878"/>
                  <a:pt x="2088542" y="2611744"/>
                  <a:pt x="2080163" y="2611744"/>
                </a:cubicBezTo>
                <a:cubicBezTo>
                  <a:pt x="2070970" y="2611744"/>
                  <a:pt x="2064104" y="2604878"/>
                  <a:pt x="2064104" y="2595685"/>
                </a:cubicBezTo>
                <a:cubicBezTo>
                  <a:pt x="2064104" y="2587189"/>
                  <a:pt x="2070970" y="2580323"/>
                  <a:pt x="2080163" y="2580323"/>
                </a:cubicBezTo>
                <a:close/>
                <a:moveTo>
                  <a:pt x="2014994" y="2580323"/>
                </a:moveTo>
                <a:cubicBezTo>
                  <a:pt x="2024187" y="2580323"/>
                  <a:pt x="2031169" y="2587189"/>
                  <a:pt x="2031169" y="2595685"/>
                </a:cubicBezTo>
                <a:cubicBezTo>
                  <a:pt x="2031169" y="2604878"/>
                  <a:pt x="2024187" y="2611744"/>
                  <a:pt x="2014994" y="2611744"/>
                </a:cubicBezTo>
                <a:cubicBezTo>
                  <a:pt x="2006615" y="2611744"/>
                  <a:pt x="1998934" y="2604878"/>
                  <a:pt x="1998934" y="2595685"/>
                </a:cubicBezTo>
                <a:cubicBezTo>
                  <a:pt x="1998934" y="2587189"/>
                  <a:pt x="2006615" y="2580323"/>
                  <a:pt x="2014994" y="2580323"/>
                </a:cubicBezTo>
                <a:close/>
                <a:moveTo>
                  <a:pt x="1950756" y="2580323"/>
                </a:moveTo>
                <a:cubicBezTo>
                  <a:pt x="1959135" y="2580323"/>
                  <a:pt x="1966815" y="2587189"/>
                  <a:pt x="1966815" y="2595685"/>
                </a:cubicBezTo>
                <a:cubicBezTo>
                  <a:pt x="1966815" y="2604878"/>
                  <a:pt x="1959135" y="2611744"/>
                  <a:pt x="1950756" y="2611744"/>
                </a:cubicBezTo>
                <a:cubicBezTo>
                  <a:pt x="1942261" y="2611744"/>
                  <a:pt x="1934580" y="2604878"/>
                  <a:pt x="1934580" y="2595685"/>
                </a:cubicBezTo>
                <a:cubicBezTo>
                  <a:pt x="1934580" y="2587189"/>
                  <a:pt x="1942261" y="2580323"/>
                  <a:pt x="1950756" y="2580323"/>
                </a:cubicBezTo>
                <a:close/>
                <a:moveTo>
                  <a:pt x="1886402" y="2580323"/>
                </a:moveTo>
                <a:cubicBezTo>
                  <a:pt x="1894781" y="2580323"/>
                  <a:pt x="1902461" y="2587189"/>
                  <a:pt x="1902461" y="2595685"/>
                </a:cubicBezTo>
                <a:cubicBezTo>
                  <a:pt x="1902461" y="2604878"/>
                  <a:pt x="1894781" y="2611744"/>
                  <a:pt x="1886402" y="2611744"/>
                </a:cubicBezTo>
                <a:cubicBezTo>
                  <a:pt x="1877209" y="2611744"/>
                  <a:pt x="1870343" y="2604878"/>
                  <a:pt x="1870343" y="2595685"/>
                </a:cubicBezTo>
                <a:cubicBezTo>
                  <a:pt x="1870343" y="2587189"/>
                  <a:pt x="1877209" y="2580323"/>
                  <a:pt x="1886402" y="2580323"/>
                </a:cubicBezTo>
                <a:close/>
                <a:moveTo>
                  <a:pt x="1822048" y="2580323"/>
                </a:moveTo>
                <a:cubicBezTo>
                  <a:pt x="1830427" y="2580323"/>
                  <a:pt x="1838108" y="2587189"/>
                  <a:pt x="1838108" y="2595685"/>
                </a:cubicBezTo>
                <a:cubicBezTo>
                  <a:pt x="1838108" y="2604878"/>
                  <a:pt x="1830427" y="2611744"/>
                  <a:pt x="1822048" y="2611744"/>
                </a:cubicBezTo>
                <a:cubicBezTo>
                  <a:pt x="1812855" y="2611744"/>
                  <a:pt x="1805989" y="2604878"/>
                  <a:pt x="1805989" y="2595685"/>
                </a:cubicBezTo>
                <a:cubicBezTo>
                  <a:pt x="1805989" y="2587189"/>
                  <a:pt x="1812855" y="2580323"/>
                  <a:pt x="1822048" y="2580323"/>
                </a:cubicBezTo>
                <a:close/>
                <a:moveTo>
                  <a:pt x="2918046" y="2515271"/>
                </a:moveTo>
                <a:cubicBezTo>
                  <a:pt x="2927240" y="2515271"/>
                  <a:pt x="2934106" y="2522836"/>
                  <a:pt x="2934106" y="2531331"/>
                </a:cubicBezTo>
                <a:cubicBezTo>
                  <a:pt x="2934106" y="2540524"/>
                  <a:pt x="2927240" y="2547390"/>
                  <a:pt x="2918046" y="2547390"/>
                </a:cubicBezTo>
                <a:cubicBezTo>
                  <a:pt x="2909551" y="2547390"/>
                  <a:pt x="2902685" y="2540524"/>
                  <a:pt x="2902685" y="2531331"/>
                </a:cubicBezTo>
                <a:cubicBezTo>
                  <a:pt x="2902685" y="2522836"/>
                  <a:pt x="2909551" y="2515271"/>
                  <a:pt x="2918046" y="2515271"/>
                </a:cubicBezTo>
                <a:close/>
                <a:moveTo>
                  <a:pt x="2853692" y="2515271"/>
                </a:moveTo>
                <a:cubicBezTo>
                  <a:pt x="2862886" y="2515271"/>
                  <a:pt x="2869752" y="2522836"/>
                  <a:pt x="2869752" y="2531331"/>
                </a:cubicBezTo>
                <a:cubicBezTo>
                  <a:pt x="2869752" y="2540524"/>
                  <a:pt x="2862886" y="2547390"/>
                  <a:pt x="2853692" y="2547390"/>
                </a:cubicBezTo>
                <a:cubicBezTo>
                  <a:pt x="2845313" y="2547390"/>
                  <a:pt x="2837633" y="2540524"/>
                  <a:pt x="2837633" y="2531331"/>
                </a:cubicBezTo>
                <a:cubicBezTo>
                  <a:pt x="2837633" y="2522836"/>
                  <a:pt x="2845313" y="2515271"/>
                  <a:pt x="2853692" y="2515271"/>
                </a:cubicBezTo>
                <a:close/>
                <a:moveTo>
                  <a:pt x="2789338" y="2515271"/>
                </a:moveTo>
                <a:cubicBezTo>
                  <a:pt x="2798532" y="2515271"/>
                  <a:pt x="2805398" y="2522836"/>
                  <a:pt x="2805398" y="2531331"/>
                </a:cubicBezTo>
                <a:cubicBezTo>
                  <a:pt x="2805398" y="2540524"/>
                  <a:pt x="2798532" y="2547390"/>
                  <a:pt x="2789338" y="2547390"/>
                </a:cubicBezTo>
                <a:cubicBezTo>
                  <a:pt x="2780959" y="2547390"/>
                  <a:pt x="2773279" y="2540524"/>
                  <a:pt x="2773279" y="2531331"/>
                </a:cubicBezTo>
                <a:cubicBezTo>
                  <a:pt x="2773279" y="2522836"/>
                  <a:pt x="2780959" y="2515271"/>
                  <a:pt x="2789338" y="2515271"/>
                </a:cubicBezTo>
                <a:close/>
                <a:moveTo>
                  <a:pt x="2724984" y="2515271"/>
                </a:moveTo>
                <a:cubicBezTo>
                  <a:pt x="2733479" y="2515271"/>
                  <a:pt x="2741159" y="2522836"/>
                  <a:pt x="2741159" y="2531331"/>
                </a:cubicBezTo>
                <a:cubicBezTo>
                  <a:pt x="2741159" y="2540524"/>
                  <a:pt x="2733479" y="2547390"/>
                  <a:pt x="2724984" y="2547390"/>
                </a:cubicBezTo>
                <a:cubicBezTo>
                  <a:pt x="2715790" y="2547390"/>
                  <a:pt x="2708924" y="2540524"/>
                  <a:pt x="2708924" y="2531331"/>
                </a:cubicBezTo>
                <a:cubicBezTo>
                  <a:pt x="2708924" y="2522836"/>
                  <a:pt x="2715790" y="2515271"/>
                  <a:pt x="2724984" y="2515271"/>
                </a:cubicBezTo>
                <a:close/>
                <a:moveTo>
                  <a:pt x="2659931" y="2515271"/>
                </a:moveTo>
                <a:cubicBezTo>
                  <a:pt x="2669125" y="2515271"/>
                  <a:pt x="2675991" y="2522836"/>
                  <a:pt x="2675991" y="2531331"/>
                </a:cubicBezTo>
                <a:cubicBezTo>
                  <a:pt x="2675991" y="2540524"/>
                  <a:pt x="2669125" y="2547390"/>
                  <a:pt x="2659931" y="2547390"/>
                </a:cubicBezTo>
                <a:cubicBezTo>
                  <a:pt x="2651553" y="2547390"/>
                  <a:pt x="2644570" y="2540524"/>
                  <a:pt x="2644570" y="2531331"/>
                </a:cubicBezTo>
                <a:cubicBezTo>
                  <a:pt x="2644570" y="2522836"/>
                  <a:pt x="2651553" y="2515271"/>
                  <a:pt x="2659931" y="2515271"/>
                </a:cubicBezTo>
                <a:close/>
                <a:moveTo>
                  <a:pt x="2595577" y="2515271"/>
                </a:moveTo>
                <a:cubicBezTo>
                  <a:pt x="2604771" y="2515271"/>
                  <a:pt x="2611637" y="2522836"/>
                  <a:pt x="2611637" y="2531331"/>
                </a:cubicBezTo>
                <a:cubicBezTo>
                  <a:pt x="2611637" y="2540524"/>
                  <a:pt x="2604771" y="2547390"/>
                  <a:pt x="2595577" y="2547390"/>
                </a:cubicBezTo>
                <a:cubicBezTo>
                  <a:pt x="2587198" y="2547390"/>
                  <a:pt x="2580216" y="2540524"/>
                  <a:pt x="2579518" y="2531331"/>
                </a:cubicBezTo>
                <a:cubicBezTo>
                  <a:pt x="2579518" y="2522836"/>
                  <a:pt x="2587198" y="2515271"/>
                  <a:pt x="2595577" y="2515271"/>
                </a:cubicBezTo>
                <a:close/>
                <a:moveTo>
                  <a:pt x="2531224" y="2515271"/>
                </a:moveTo>
                <a:cubicBezTo>
                  <a:pt x="2539719" y="2515271"/>
                  <a:pt x="2547283" y="2522836"/>
                  <a:pt x="2547283" y="2531331"/>
                </a:cubicBezTo>
                <a:cubicBezTo>
                  <a:pt x="2547283" y="2540524"/>
                  <a:pt x="2539719" y="2547390"/>
                  <a:pt x="2531224" y="2547390"/>
                </a:cubicBezTo>
                <a:cubicBezTo>
                  <a:pt x="2522845" y="2547390"/>
                  <a:pt x="2515164" y="2540524"/>
                  <a:pt x="2515164" y="2531331"/>
                </a:cubicBezTo>
                <a:cubicBezTo>
                  <a:pt x="2515164" y="2522836"/>
                  <a:pt x="2522845" y="2515271"/>
                  <a:pt x="2531224" y="2515271"/>
                </a:cubicBezTo>
                <a:close/>
                <a:moveTo>
                  <a:pt x="2466869" y="2515271"/>
                </a:moveTo>
                <a:cubicBezTo>
                  <a:pt x="2475364" y="2515271"/>
                  <a:pt x="2483044" y="2522836"/>
                  <a:pt x="2483044" y="2531331"/>
                </a:cubicBezTo>
                <a:cubicBezTo>
                  <a:pt x="2483044" y="2540524"/>
                  <a:pt x="2475364" y="2547390"/>
                  <a:pt x="2466869" y="2547390"/>
                </a:cubicBezTo>
                <a:cubicBezTo>
                  <a:pt x="2457675" y="2547390"/>
                  <a:pt x="2450809" y="2540524"/>
                  <a:pt x="2450809" y="2531331"/>
                </a:cubicBezTo>
                <a:cubicBezTo>
                  <a:pt x="2450809" y="2522836"/>
                  <a:pt x="2457675" y="2515271"/>
                  <a:pt x="2466869" y="2515271"/>
                </a:cubicBezTo>
                <a:close/>
                <a:moveTo>
                  <a:pt x="2402631" y="2515271"/>
                </a:moveTo>
                <a:cubicBezTo>
                  <a:pt x="2411010" y="2515271"/>
                  <a:pt x="2418690" y="2522836"/>
                  <a:pt x="2418690" y="2531331"/>
                </a:cubicBezTo>
                <a:cubicBezTo>
                  <a:pt x="2418690" y="2540524"/>
                  <a:pt x="2411010" y="2547390"/>
                  <a:pt x="2402631" y="2547390"/>
                </a:cubicBezTo>
                <a:cubicBezTo>
                  <a:pt x="2393438" y="2547390"/>
                  <a:pt x="2386455" y="2540524"/>
                  <a:pt x="2386455" y="2531331"/>
                </a:cubicBezTo>
                <a:cubicBezTo>
                  <a:pt x="2386455" y="2522836"/>
                  <a:pt x="2393438" y="2515271"/>
                  <a:pt x="2402631" y="2515271"/>
                </a:cubicBezTo>
                <a:close/>
                <a:moveTo>
                  <a:pt x="2337462" y="2515271"/>
                </a:moveTo>
                <a:cubicBezTo>
                  <a:pt x="2346656" y="2515271"/>
                  <a:pt x="2353522" y="2522836"/>
                  <a:pt x="2353522" y="2531331"/>
                </a:cubicBezTo>
                <a:cubicBezTo>
                  <a:pt x="2353522" y="2540524"/>
                  <a:pt x="2346656" y="2547390"/>
                  <a:pt x="2337462" y="2547390"/>
                </a:cubicBezTo>
                <a:cubicBezTo>
                  <a:pt x="2329084" y="2547390"/>
                  <a:pt x="2322218" y="2540524"/>
                  <a:pt x="2322218" y="2531331"/>
                </a:cubicBezTo>
                <a:cubicBezTo>
                  <a:pt x="2322218" y="2522836"/>
                  <a:pt x="2329084" y="2515271"/>
                  <a:pt x="2337462" y="2515271"/>
                </a:cubicBezTo>
                <a:close/>
                <a:moveTo>
                  <a:pt x="2273109" y="2515271"/>
                </a:moveTo>
                <a:cubicBezTo>
                  <a:pt x="2282302" y="2515271"/>
                  <a:pt x="2289284" y="2522836"/>
                  <a:pt x="2289284" y="2531331"/>
                </a:cubicBezTo>
                <a:cubicBezTo>
                  <a:pt x="2289284" y="2540524"/>
                  <a:pt x="2282302" y="2547390"/>
                  <a:pt x="2273109" y="2547390"/>
                </a:cubicBezTo>
                <a:cubicBezTo>
                  <a:pt x="2264730" y="2547390"/>
                  <a:pt x="2257049" y="2540524"/>
                  <a:pt x="2257049" y="2531331"/>
                </a:cubicBezTo>
                <a:cubicBezTo>
                  <a:pt x="2257049" y="2522836"/>
                  <a:pt x="2264730" y="2515271"/>
                  <a:pt x="2273109" y="2515271"/>
                </a:cubicBezTo>
                <a:close/>
                <a:moveTo>
                  <a:pt x="2208755" y="2515271"/>
                </a:moveTo>
                <a:cubicBezTo>
                  <a:pt x="2217948" y="2515271"/>
                  <a:pt x="2224930" y="2522836"/>
                  <a:pt x="2224930" y="2531331"/>
                </a:cubicBezTo>
                <a:cubicBezTo>
                  <a:pt x="2224930" y="2540524"/>
                  <a:pt x="2217948" y="2547390"/>
                  <a:pt x="2208755" y="2547390"/>
                </a:cubicBezTo>
                <a:cubicBezTo>
                  <a:pt x="2199561" y="2547390"/>
                  <a:pt x="2192695" y="2540524"/>
                  <a:pt x="2192695" y="2531331"/>
                </a:cubicBezTo>
                <a:cubicBezTo>
                  <a:pt x="2192695" y="2522836"/>
                  <a:pt x="2200376" y="2515271"/>
                  <a:pt x="2208755" y="2515271"/>
                </a:cubicBezTo>
                <a:close/>
                <a:moveTo>
                  <a:pt x="2144517" y="2515271"/>
                </a:moveTo>
                <a:cubicBezTo>
                  <a:pt x="2152896" y="2515271"/>
                  <a:pt x="2160576" y="2522836"/>
                  <a:pt x="2160576" y="2531331"/>
                </a:cubicBezTo>
                <a:cubicBezTo>
                  <a:pt x="2160576" y="2540524"/>
                  <a:pt x="2152896" y="2547390"/>
                  <a:pt x="2144517" y="2547390"/>
                </a:cubicBezTo>
                <a:cubicBezTo>
                  <a:pt x="2135324" y="2547390"/>
                  <a:pt x="2128341" y="2540524"/>
                  <a:pt x="2128341" y="2531331"/>
                </a:cubicBezTo>
                <a:cubicBezTo>
                  <a:pt x="2128341" y="2522836"/>
                  <a:pt x="2135324" y="2515271"/>
                  <a:pt x="2144517" y="2515271"/>
                </a:cubicBezTo>
                <a:close/>
                <a:moveTo>
                  <a:pt x="2080163" y="2515271"/>
                </a:moveTo>
                <a:cubicBezTo>
                  <a:pt x="2088542" y="2515271"/>
                  <a:pt x="2095408" y="2522836"/>
                  <a:pt x="2095408" y="2531331"/>
                </a:cubicBezTo>
                <a:cubicBezTo>
                  <a:pt x="2095408" y="2540524"/>
                  <a:pt x="2088542" y="2547390"/>
                  <a:pt x="2080163" y="2547390"/>
                </a:cubicBezTo>
                <a:cubicBezTo>
                  <a:pt x="2070970" y="2547390"/>
                  <a:pt x="2064104" y="2540524"/>
                  <a:pt x="2064104" y="2531331"/>
                </a:cubicBezTo>
                <a:cubicBezTo>
                  <a:pt x="2064104" y="2522836"/>
                  <a:pt x="2070970" y="2515271"/>
                  <a:pt x="2080163" y="2515271"/>
                </a:cubicBezTo>
                <a:close/>
                <a:moveTo>
                  <a:pt x="2014994" y="2515271"/>
                </a:moveTo>
                <a:cubicBezTo>
                  <a:pt x="2024187" y="2515271"/>
                  <a:pt x="2031169" y="2522836"/>
                  <a:pt x="2031169" y="2531331"/>
                </a:cubicBezTo>
                <a:cubicBezTo>
                  <a:pt x="2031169" y="2540524"/>
                  <a:pt x="2024187" y="2547390"/>
                  <a:pt x="2014994" y="2547390"/>
                </a:cubicBezTo>
                <a:cubicBezTo>
                  <a:pt x="2006615" y="2547390"/>
                  <a:pt x="1998934" y="2540524"/>
                  <a:pt x="1998934" y="2531331"/>
                </a:cubicBezTo>
                <a:cubicBezTo>
                  <a:pt x="1998934" y="2522836"/>
                  <a:pt x="2006615" y="2515271"/>
                  <a:pt x="2014994" y="2515271"/>
                </a:cubicBezTo>
                <a:close/>
                <a:moveTo>
                  <a:pt x="1950756" y="2515271"/>
                </a:moveTo>
                <a:cubicBezTo>
                  <a:pt x="1959135" y="2515271"/>
                  <a:pt x="1966815" y="2522836"/>
                  <a:pt x="1966815" y="2531331"/>
                </a:cubicBezTo>
                <a:cubicBezTo>
                  <a:pt x="1966815" y="2540524"/>
                  <a:pt x="1959135" y="2547390"/>
                  <a:pt x="1950756" y="2547390"/>
                </a:cubicBezTo>
                <a:cubicBezTo>
                  <a:pt x="1942261" y="2547390"/>
                  <a:pt x="1934580" y="2540524"/>
                  <a:pt x="1934580" y="2531331"/>
                </a:cubicBezTo>
                <a:cubicBezTo>
                  <a:pt x="1934580" y="2522836"/>
                  <a:pt x="1942261" y="2515271"/>
                  <a:pt x="1950756" y="2515271"/>
                </a:cubicBezTo>
                <a:close/>
                <a:moveTo>
                  <a:pt x="1886402" y="2515271"/>
                </a:moveTo>
                <a:cubicBezTo>
                  <a:pt x="1894781" y="2515271"/>
                  <a:pt x="1902461" y="2522836"/>
                  <a:pt x="1902461" y="2531331"/>
                </a:cubicBezTo>
                <a:cubicBezTo>
                  <a:pt x="1902461" y="2540524"/>
                  <a:pt x="1894781" y="2547390"/>
                  <a:pt x="1886402" y="2547390"/>
                </a:cubicBezTo>
                <a:cubicBezTo>
                  <a:pt x="1877209" y="2547390"/>
                  <a:pt x="1870343" y="2540524"/>
                  <a:pt x="1870343" y="2531331"/>
                </a:cubicBezTo>
                <a:cubicBezTo>
                  <a:pt x="1870343" y="2522836"/>
                  <a:pt x="1877209" y="2515271"/>
                  <a:pt x="1886402" y="2515271"/>
                </a:cubicBezTo>
                <a:close/>
                <a:moveTo>
                  <a:pt x="1822048" y="2515271"/>
                </a:moveTo>
                <a:cubicBezTo>
                  <a:pt x="1830427" y="2515271"/>
                  <a:pt x="1838108" y="2522836"/>
                  <a:pt x="1838108" y="2531331"/>
                </a:cubicBezTo>
                <a:cubicBezTo>
                  <a:pt x="1838108" y="2540524"/>
                  <a:pt x="1830427" y="2547390"/>
                  <a:pt x="1822048" y="2547390"/>
                </a:cubicBezTo>
                <a:cubicBezTo>
                  <a:pt x="1812855" y="2547390"/>
                  <a:pt x="1805989" y="2540524"/>
                  <a:pt x="1805989" y="2531331"/>
                </a:cubicBezTo>
                <a:cubicBezTo>
                  <a:pt x="1805989" y="2522836"/>
                  <a:pt x="1812855" y="2515271"/>
                  <a:pt x="1822048" y="2515271"/>
                </a:cubicBezTo>
                <a:close/>
                <a:moveTo>
                  <a:pt x="3111806" y="2450917"/>
                </a:moveTo>
                <a:cubicBezTo>
                  <a:pt x="3121000" y="2450917"/>
                  <a:pt x="3127866" y="2457784"/>
                  <a:pt x="3127866" y="2466977"/>
                </a:cubicBezTo>
                <a:cubicBezTo>
                  <a:pt x="3127866" y="2475356"/>
                  <a:pt x="3121000" y="2483037"/>
                  <a:pt x="3111806" y="2483037"/>
                </a:cubicBezTo>
                <a:cubicBezTo>
                  <a:pt x="3103427" y="2483037"/>
                  <a:pt x="3095747" y="2475356"/>
                  <a:pt x="3095747" y="2466977"/>
                </a:cubicBezTo>
                <a:cubicBezTo>
                  <a:pt x="3095747" y="2457784"/>
                  <a:pt x="3103427" y="2450917"/>
                  <a:pt x="3111806" y="2450917"/>
                </a:cubicBezTo>
                <a:close/>
                <a:moveTo>
                  <a:pt x="3047452" y="2450917"/>
                </a:moveTo>
                <a:cubicBezTo>
                  <a:pt x="3055831" y="2450917"/>
                  <a:pt x="3063512" y="2457784"/>
                  <a:pt x="3063512" y="2466977"/>
                </a:cubicBezTo>
                <a:cubicBezTo>
                  <a:pt x="3063512" y="2475356"/>
                  <a:pt x="3055831" y="2483037"/>
                  <a:pt x="3047452" y="2483037"/>
                </a:cubicBezTo>
                <a:cubicBezTo>
                  <a:pt x="3038259" y="2483037"/>
                  <a:pt x="3031393" y="2475356"/>
                  <a:pt x="3031393" y="2466977"/>
                </a:cubicBezTo>
                <a:cubicBezTo>
                  <a:pt x="3031393" y="2457784"/>
                  <a:pt x="3038259" y="2450917"/>
                  <a:pt x="3047452" y="2450917"/>
                </a:cubicBezTo>
                <a:close/>
                <a:moveTo>
                  <a:pt x="2983099" y="2450917"/>
                </a:moveTo>
                <a:cubicBezTo>
                  <a:pt x="2991594" y="2450917"/>
                  <a:pt x="2999158" y="2457784"/>
                  <a:pt x="2999158" y="2466977"/>
                </a:cubicBezTo>
                <a:cubicBezTo>
                  <a:pt x="2999158" y="2475356"/>
                  <a:pt x="2991594" y="2483037"/>
                  <a:pt x="2983099" y="2483037"/>
                </a:cubicBezTo>
                <a:cubicBezTo>
                  <a:pt x="2973905" y="2483037"/>
                  <a:pt x="2967039" y="2475356"/>
                  <a:pt x="2967039" y="2466977"/>
                </a:cubicBezTo>
                <a:cubicBezTo>
                  <a:pt x="2967039" y="2457784"/>
                  <a:pt x="2973905" y="2450917"/>
                  <a:pt x="2983099" y="2450917"/>
                </a:cubicBezTo>
                <a:close/>
                <a:moveTo>
                  <a:pt x="2918046" y="2450917"/>
                </a:moveTo>
                <a:cubicBezTo>
                  <a:pt x="2927240" y="2450917"/>
                  <a:pt x="2934106" y="2457784"/>
                  <a:pt x="2934106" y="2466977"/>
                </a:cubicBezTo>
                <a:cubicBezTo>
                  <a:pt x="2934106" y="2475356"/>
                  <a:pt x="2927240" y="2483037"/>
                  <a:pt x="2918046" y="2483037"/>
                </a:cubicBezTo>
                <a:cubicBezTo>
                  <a:pt x="2909551" y="2483037"/>
                  <a:pt x="2902685" y="2475356"/>
                  <a:pt x="2902685" y="2466977"/>
                </a:cubicBezTo>
                <a:cubicBezTo>
                  <a:pt x="2902685" y="2457784"/>
                  <a:pt x="2909551" y="2450917"/>
                  <a:pt x="2918046" y="2450917"/>
                </a:cubicBezTo>
                <a:close/>
                <a:moveTo>
                  <a:pt x="2853692" y="2450917"/>
                </a:moveTo>
                <a:cubicBezTo>
                  <a:pt x="2862886" y="2450917"/>
                  <a:pt x="2869752" y="2457784"/>
                  <a:pt x="2869752" y="2466977"/>
                </a:cubicBezTo>
                <a:cubicBezTo>
                  <a:pt x="2869752" y="2475356"/>
                  <a:pt x="2862886" y="2483037"/>
                  <a:pt x="2853692" y="2483037"/>
                </a:cubicBezTo>
                <a:cubicBezTo>
                  <a:pt x="2845313" y="2483037"/>
                  <a:pt x="2837633" y="2475356"/>
                  <a:pt x="2837633" y="2466977"/>
                </a:cubicBezTo>
                <a:cubicBezTo>
                  <a:pt x="2837633" y="2457784"/>
                  <a:pt x="2845313" y="2450917"/>
                  <a:pt x="2853692" y="2450917"/>
                </a:cubicBezTo>
                <a:close/>
                <a:moveTo>
                  <a:pt x="2789338" y="2450917"/>
                </a:moveTo>
                <a:cubicBezTo>
                  <a:pt x="2798532" y="2450917"/>
                  <a:pt x="2805398" y="2457784"/>
                  <a:pt x="2805398" y="2466977"/>
                </a:cubicBezTo>
                <a:cubicBezTo>
                  <a:pt x="2805398" y="2475356"/>
                  <a:pt x="2798532" y="2483037"/>
                  <a:pt x="2789338" y="2483037"/>
                </a:cubicBezTo>
                <a:cubicBezTo>
                  <a:pt x="2780959" y="2483037"/>
                  <a:pt x="2773279" y="2475356"/>
                  <a:pt x="2773279" y="2466977"/>
                </a:cubicBezTo>
                <a:cubicBezTo>
                  <a:pt x="2773279" y="2457784"/>
                  <a:pt x="2780959" y="2450917"/>
                  <a:pt x="2789338" y="2450917"/>
                </a:cubicBezTo>
                <a:close/>
                <a:moveTo>
                  <a:pt x="2724984" y="2450917"/>
                </a:moveTo>
                <a:cubicBezTo>
                  <a:pt x="2733479" y="2450917"/>
                  <a:pt x="2741159" y="2457784"/>
                  <a:pt x="2741159" y="2466977"/>
                </a:cubicBezTo>
                <a:cubicBezTo>
                  <a:pt x="2741159" y="2475356"/>
                  <a:pt x="2733479" y="2483037"/>
                  <a:pt x="2724984" y="2483037"/>
                </a:cubicBezTo>
                <a:cubicBezTo>
                  <a:pt x="2715790" y="2483037"/>
                  <a:pt x="2708924" y="2475356"/>
                  <a:pt x="2708924" y="2466977"/>
                </a:cubicBezTo>
                <a:cubicBezTo>
                  <a:pt x="2708924" y="2457784"/>
                  <a:pt x="2715790" y="2450917"/>
                  <a:pt x="2724984" y="2450917"/>
                </a:cubicBezTo>
                <a:close/>
                <a:moveTo>
                  <a:pt x="2659931" y="2450917"/>
                </a:moveTo>
                <a:cubicBezTo>
                  <a:pt x="2669125" y="2450917"/>
                  <a:pt x="2675991" y="2457784"/>
                  <a:pt x="2675991" y="2466977"/>
                </a:cubicBezTo>
                <a:cubicBezTo>
                  <a:pt x="2675991" y="2475356"/>
                  <a:pt x="2669125" y="2483037"/>
                  <a:pt x="2659931" y="2483037"/>
                </a:cubicBezTo>
                <a:cubicBezTo>
                  <a:pt x="2651553" y="2483037"/>
                  <a:pt x="2644570" y="2475356"/>
                  <a:pt x="2644570" y="2466977"/>
                </a:cubicBezTo>
                <a:cubicBezTo>
                  <a:pt x="2644570" y="2457784"/>
                  <a:pt x="2651553" y="2450917"/>
                  <a:pt x="2659931" y="2450917"/>
                </a:cubicBezTo>
                <a:close/>
                <a:moveTo>
                  <a:pt x="2595577" y="2450917"/>
                </a:moveTo>
                <a:cubicBezTo>
                  <a:pt x="2604771" y="2450917"/>
                  <a:pt x="2611637" y="2457784"/>
                  <a:pt x="2611637" y="2466977"/>
                </a:cubicBezTo>
                <a:cubicBezTo>
                  <a:pt x="2611637" y="2475356"/>
                  <a:pt x="2604771" y="2483037"/>
                  <a:pt x="2595577" y="2483037"/>
                </a:cubicBezTo>
                <a:cubicBezTo>
                  <a:pt x="2587198" y="2483037"/>
                  <a:pt x="2580216" y="2475356"/>
                  <a:pt x="2579518" y="2466977"/>
                </a:cubicBezTo>
                <a:cubicBezTo>
                  <a:pt x="2579518" y="2457784"/>
                  <a:pt x="2587198" y="2450917"/>
                  <a:pt x="2595577" y="2450917"/>
                </a:cubicBezTo>
                <a:close/>
                <a:moveTo>
                  <a:pt x="2531224" y="2450917"/>
                </a:moveTo>
                <a:cubicBezTo>
                  <a:pt x="2539719" y="2450917"/>
                  <a:pt x="2547283" y="2457784"/>
                  <a:pt x="2547283" y="2466977"/>
                </a:cubicBezTo>
                <a:cubicBezTo>
                  <a:pt x="2547283" y="2475356"/>
                  <a:pt x="2539719" y="2483037"/>
                  <a:pt x="2531224" y="2483037"/>
                </a:cubicBezTo>
                <a:cubicBezTo>
                  <a:pt x="2522845" y="2483037"/>
                  <a:pt x="2515164" y="2475356"/>
                  <a:pt x="2515164" y="2466977"/>
                </a:cubicBezTo>
                <a:cubicBezTo>
                  <a:pt x="2515164" y="2457784"/>
                  <a:pt x="2522845" y="2450917"/>
                  <a:pt x="2531224" y="2450917"/>
                </a:cubicBezTo>
                <a:close/>
                <a:moveTo>
                  <a:pt x="2466869" y="2450917"/>
                </a:moveTo>
                <a:cubicBezTo>
                  <a:pt x="2475364" y="2450917"/>
                  <a:pt x="2483044" y="2457784"/>
                  <a:pt x="2483044" y="2466977"/>
                </a:cubicBezTo>
                <a:cubicBezTo>
                  <a:pt x="2483044" y="2475356"/>
                  <a:pt x="2475364" y="2483037"/>
                  <a:pt x="2466869" y="2483037"/>
                </a:cubicBezTo>
                <a:cubicBezTo>
                  <a:pt x="2457675" y="2483037"/>
                  <a:pt x="2450809" y="2475356"/>
                  <a:pt x="2450809" y="2466977"/>
                </a:cubicBezTo>
                <a:cubicBezTo>
                  <a:pt x="2450809" y="2457784"/>
                  <a:pt x="2457675" y="2450917"/>
                  <a:pt x="2466869" y="2450917"/>
                </a:cubicBezTo>
                <a:close/>
                <a:moveTo>
                  <a:pt x="2402631" y="2450917"/>
                </a:moveTo>
                <a:cubicBezTo>
                  <a:pt x="2411010" y="2450917"/>
                  <a:pt x="2418690" y="2457784"/>
                  <a:pt x="2418690" y="2466977"/>
                </a:cubicBezTo>
                <a:cubicBezTo>
                  <a:pt x="2418690" y="2475356"/>
                  <a:pt x="2411010" y="2483037"/>
                  <a:pt x="2402631" y="2483037"/>
                </a:cubicBezTo>
                <a:cubicBezTo>
                  <a:pt x="2393438" y="2483037"/>
                  <a:pt x="2386455" y="2475356"/>
                  <a:pt x="2386455" y="2466977"/>
                </a:cubicBezTo>
                <a:cubicBezTo>
                  <a:pt x="2386455" y="2457784"/>
                  <a:pt x="2393438" y="2450917"/>
                  <a:pt x="2402631" y="2450917"/>
                </a:cubicBezTo>
                <a:close/>
                <a:moveTo>
                  <a:pt x="2337462" y="2450917"/>
                </a:moveTo>
                <a:cubicBezTo>
                  <a:pt x="2346656" y="2450917"/>
                  <a:pt x="2353522" y="2457784"/>
                  <a:pt x="2353522" y="2466977"/>
                </a:cubicBezTo>
                <a:cubicBezTo>
                  <a:pt x="2353522" y="2475356"/>
                  <a:pt x="2346656" y="2483037"/>
                  <a:pt x="2337462" y="2483037"/>
                </a:cubicBezTo>
                <a:cubicBezTo>
                  <a:pt x="2329084" y="2483037"/>
                  <a:pt x="2322218" y="2475356"/>
                  <a:pt x="2322218" y="2466977"/>
                </a:cubicBezTo>
                <a:cubicBezTo>
                  <a:pt x="2322218" y="2457784"/>
                  <a:pt x="2329084" y="2450917"/>
                  <a:pt x="2337462" y="2450917"/>
                </a:cubicBezTo>
                <a:close/>
                <a:moveTo>
                  <a:pt x="2273109" y="2450917"/>
                </a:moveTo>
                <a:cubicBezTo>
                  <a:pt x="2282302" y="2450917"/>
                  <a:pt x="2289284" y="2457784"/>
                  <a:pt x="2289284" y="2466977"/>
                </a:cubicBezTo>
                <a:cubicBezTo>
                  <a:pt x="2289284" y="2475356"/>
                  <a:pt x="2282302" y="2483037"/>
                  <a:pt x="2273109" y="2483037"/>
                </a:cubicBezTo>
                <a:cubicBezTo>
                  <a:pt x="2264730" y="2483037"/>
                  <a:pt x="2257049" y="2475356"/>
                  <a:pt x="2257049" y="2466977"/>
                </a:cubicBezTo>
                <a:cubicBezTo>
                  <a:pt x="2257049" y="2457784"/>
                  <a:pt x="2264730" y="2450917"/>
                  <a:pt x="2273109" y="2450917"/>
                </a:cubicBezTo>
                <a:close/>
                <a:moveTo>
                  <a:pt x="2208755" y="2450917"/>
                </a:moveTo>
                <a:cubicBezTo>
                  <a:pt x="2217948" y="2450917"/>
                  <a:pt x="2224930" y="2457784"/>
                  <a:pt x="2224930" y="2466977"/>
                </a:cubicBezTo>
                <a:cubicBezTo>
                  <a:pt x="2224930" y="2475356"/>
                  <a:pt x="2217948" y="2483037"/>
                  <a:pt x="2208755" y="2483037"/>
                </a:cubicBezTo>
                <a:cubicBezTo>
                  <a:pt x="2199561" y="2483037"/>
                  <a:pt x="2192695" y="2475356"/>
                  <a:pt x="2192695" y="2466977"/>
                </a:cubicBezTo>
                <a:cubicBezTo>
                  <a:pt x="2192695" y="2457784"/>
                  <a:pt x="2200376" y="2450917"/>
                  <a:pt x="2208755" y="2450917"/>
                </a:cubicBezTo>
                <a:close/>
                <a:moveTo>
                  <a:pt x="2144517" y="2450917"/>
                </a:moveTo>
                <a:cubicBezTo>
                  <a:pt x="2152896" y="2450917"/>
                  <a:pt x="2160576" y="2457784"/>
                  <a:pt x="2160576" y="2466977"/>
                </a:cubicBezTo>
                <a:cubicBezTo>
                  <a:pt x="2160576" y="2475356"/>
                  <a:pt x="2152896" y="2483037"/>
                  <a:pt x="2144517" y="2483037"/>
                </a:cubicBezTo>
                <a:cubicBezTo>
                  <a:pt x="2135324" y="2483037"/>
                  <a:pt x="2128341" y="2475356"/>
                  <a:pt x="2128341" y="2466977"/>
                </a:cubicBezTo>
                <a:cubicBezTo>
                  <a:pt x="2128341" y="2457784"/>
                  <a:pt x="2135324" y="2450917"/>
                  <a:pt x="2144517" y="2450917"/>
                </a:cubicBezTo>
                <a:close/>
                <a:moveTo>
                  <a:pt x="2080163" y="2450917"/>
                </a:moveTo>
                <a:cubicBezTo>
                  <a:pt x="2088542" y="2450917"/>
                  <a:pt x="2095408" y="2457784"/>
                  <a:pt x="2095408" y="2466977"/>
                </a:cubicBezTo>
                <a:cubicBezTo>
                  <a:pt x="2095408" y="2475356"/>
                  <a:pt x="2088542" y="2483037"/>
                  <a:pt x="2080163" y="2483037"/>
                </a:cubicBezTo>
                <a:cubicBezTo>
                  <a:pt x="2070970" y="2483037"/>
                  <a:pt x="2064104" y="2475356"/>
                  <a:pt x="2064104" y="2466977"/>
                </a:cubicBezTo>
                <a:cubicBezTo>
                  <a:pt x="2064104" y="2457784"/>
                  <a:pt x="2070970" y="2450917"/>
                  <a:pt x="2080163" y="2450917"/>
                </a:cubicBezTo>
                <a:close/>
                <a:moveTo>
                  <a:pt x="2014994" y="2450917"/>
                </a:moveTo>
                <a:cubicBezTo>
                  <a:pt x="2024187" y="2450917"/>
                  <a:pt x="2031169" y="2457784"/>
                  <a:pt x="2031169" y="2466977"/>
                </a:cubicBezTo>
                <a:cubicBezTo>
                  <a:pt x="2031169" y="2475356"/>
                  <a:pt x="2024187" y="2483037"/>
                  <a:pt x="2014994" y="2483037"/>
                </a:cubicBezTo>
                <a:cubicBezTo>
                  <a:pt x="2006615" y="2483037"/>
                  <a:pt x="1998934" y="2475356"/>
                  <a:pt x="1998934" y="2466977"/>
                </a:cubicBezTo>
                <a:cubicBezTo>
                  <a:pt x="1998934" y="2457784"/>
                  <a:pt x="2006615" y="2450917"/>
                  <a:pt x="2014994" y="2450917"/>
                </a:cubicBezTo>
                <a:close/>
                <a:moveTo>
                  <a:pt x="1950756" y="2450917"/>
                </a:moveTo>
                <a:cubicBezTo>
                  <a:pt x="1959135" y="2450917"/>
                  <a:pt x="1966815" y="2457784"/>
                  <a:pt x="1966815" y="2466977"/>
                </a:cubicBezTo>
                <a:cubicBezTo>
                  <a:pt x="1966815" y="2475356"/>
                  <a:pt x="1959135" y="2483037"/>
                  <a:pt x="1950756" y="2483037"/>
                </a:cubicBezTo>
                <a:cubicBezTo>
                  <a:pt x="1942261" y="2483037"/>
                  <a:pt x="1934580" y="2475356"/>
                  <a:pt x="1934580" y="2466977"/>
                </a:cubicBezTo>
                <a:cubicBezTo>
                  <a:pt x="1934580" y="2457784"/>
                  <a:pt x="1942261" y="2450917"/>
                  <a:pt x="1950756" y="2450917"/>
                </a:cubicBezTo>
                <a:close/>
                <a:moveTo>
                  <a:pt x="1886402" y="2450917"/>
                </a:moveTo>
                <a:cubicBezTo>
                  <a:pt x="1894781" y="2450917"/>
                  <a:pt x="1902461" y="2457784"/>
                  <a:pt x="1902461" y="2466977"/>
                </a:cubicBezTo>
                <a:cubicBezTo>
                  <a:pt x="1902461" y="2475356"/>
                  <a:pt x="1894781" y="2483037"/>
                  <a:pt x="1886402" y="2483037"/>
                </a:cubicBezTo>
                <a:cubicBezTo>
                  <a:pt x="1877209" y="2483037"/>
                  <a:pt x="1870343" y="2475356"/>
                  <a:pt x="1870343" y="2466977"/>
                </a:cubicBezTo>
                <a:cubicBezTo>
                  <a:pt x="1870343" y="2457784"/>
                  <a:pt x="1877209" y="2450917"/>
                  <a:pt x="1886402" y="2450917"/>
                </a:cubicBezTo>
                <a:close/>
                <a:moveTo>
                  <a:pt x="1822048" y="2450917"/>
                </a:moveTo>
                <a:cubicBezTo>
                  <a:pt x="1830427" y="2450917"/>
                  <a:pt x="1838108" y="2457784"/>
                  <a:pt x="1838108" y="2466977"/>
                </a:cubicBezTo>
                <a:cubicBezTo>
                  <a:pt x="1838108" y="2475356"/>
                  <a:pt x="1830427" y="2483037"/>
                  <a:pt x="1822048" y="2483037"/>
                </a:cubicBezTo>
                <a:cubicBezTo>
                  <a:pt x="1812855" y="2483037"/>
                  <a:pt x="1805989" y="2475356"/>
                  <a:pt x="1805989" y="2466977"/>
                </a:cubicBezTo>
                <a:cubicBezTo>
                  <a:pt x="1805989" y="2457784"/>
                  <a:pt x="1812855" y="2450917"/>
                  <a:pt x="1822048" y="2450917"/>
                </a:cubicBezTo>
                <a:close/>
                <a:moveTo>
                  <a:pt x="1756879" y="2450917"/>
                </a:moveTo>
                <a:cubicBezTo>
                  <a:pt x="1766073" y="2450917"/>
                  <a:pt x="1773055" y="2457784"/>
                  <a:pt x="1773055" y="2466977"/>
                </a:cubicBezTo>
                <a:cubicBezTo>
                  <a:pt x="1773055" y="2475356"/>
                  <a:pt x="1766073" y="2483037"/>
                  <a:pt x="1756879" y="2483037"/>
                </a:cubicBezTo>
                <a:cubicBezTo>
                  <a:pt x="1748501" y="2483037"/>
                  <a:pt x="1741635" y="2475356"/>
                  <a:pt x="1741635" y="2466977"/>
                </a:cubicBezTo>
                <a:cubicBezTo>
                  <a:pt x="1741635" y="2457784"/>
                  <a:pt x="1748501" y="2450917"/>
                  <a:pt x="1756879" y="2450917"/>
                </a:cubicBezTo>
                <a:close/>
                <a:moveTo>
                  <a:pt x="1692642" y="2450917"/>
                </a:moveTo>
                <a:cubicBezTo>
                  <a:pt x="1701835" y="2450917"/>
                  <a:pt x="1708701" y="2457784"/>
                  <a:pt x="1708701" y="2466977"/>
                </a:cubicBezTo>
                <a:cubicBezTo>
                  <a:pt x="1708701" y="2475356"/>
                  <a:pt x="1701835" y="2483037"/>
                  <a:pt x="1692642" y="2483037"/>
                </a:cubicBezTo>
                <a:cubicBezTo>
                  <a:pt x="1684147" y="2483037"/>
                  <a:pt x="1676466" y="2475356"/>
                  <a:pt x="1676466" y="2466977"/>
                </a:cubicBezTo>
                <a:cubicBezTo>
                  <a:pt x="1676466" y="2457784"/>
                  <a:pt x="1684147" y="2450917"/>
                  <a:pt x="1692642" y="2450917"/>
                </a:cubicBezTo>
                <a:close/>
                <a:moveTo>
                  <a:pt x="1628287" y="2450917"/>
                </a:moveTo>
                <a:cubicBezTo>
                  <a:pt x="1636666" y="2450917"/>
                  <a:pt x="1644346" y="2457784"/>
                  <a:pt x="1644346" y="2466977"/>
                </a:cubicBezTo>
                <a:cubicBezTo>
                  <a:pt x="1644346" y="2475356"/>
                  <a:pt x="1636666" y="2483037"/>
                  <a:pt x="1628287" y="2483037"/>
                </a:cubicBezTo>
                <a:cubicBezTo>
                  <a:pt x="1619094" y="2483037"/>
                  <a:pt x="1612228" y="2475356"/>
                  <a:pt x="1612228" y="2466977"/>
                </a:cubicBezTo>
                <a:cubicBezTo>
                  <a:pt x="1612228" y="2457784"/>
                  <a:pt x="1619094" y="2450917"/>
                  <a:pt x="1628287" y="2450917"/>
                </a:cubicBezTo>
                <a:close/>
                <a:moveTo>
                  <a:pt x="3176161" y="2386563"/>
                </a:moveTo>
                <a:cubicBezTo>
                  <a:pt x="3185354" y="2386563"/>
                  <a:pt x="3192220" y="2393430"/>
                  <a:pt x="3192220" y="2402623"/>
                </a:cubicBezTo>
                <a:cubicBezTo>
                  <a:pt x="3192220" y="2411118"/>
                  <a:pt x="3185354" y="2418683"/>
                  <a:pt x="3176161" y="2418683"/>
                </a:cubicBezTo>
                <a:cubicBezTo>
                  <a:pt x="3167666" y="2418683"/>
                  <a:pt x="3160800" y="2411118"/>
                  <a:pt x="3160102" y="2402623"/>
                </a:cubicBezTo>
                <a:cubicBezTo>
                  <a:pt x="3160102" y="2393430"/>
                  <a:pt x="3167666" y="2386563"/>
                  <a:pt x="3176161" y="2386563"/>
                </a:cubicBezTo>
                <a:close/>
                <a:moveTo>
                  <a:pt x="3111806" y="2386563"/>
                </a:moveTo>
                <a:cubicBezTo>
                  <a:pt x="3121000" y="2386563"/>
                  <a:pt x="3127866" y="2393430"/>
                  <a:pt x="3127866" y="2402623"/>
                </a:cubicBezTo>
                <a:cubicBezTo>
                  <a:pt x="3127866" y="2411118"/>
                  <a:pt x="3121000" y="2418683"/>
                  <a:pt x="3111806" y="2418683"/>
                </a:cubicBezTo>
                <a:cubicBezTo>
                  <a:pt x="3103427" y="2418683"/>
                  <a:pt x="3095747" y="2411118"/>
                  <a:pt x="3095747" y="2402623"/>
                </a:cubicBezTo>
                <a:cubicBezTo>
                  <a:pt x="3095747" y="2393430"/>
                  <a:pt x="3103427" y="2386563"/>
                  <a:pt x="3111806" y="2386563"/>
                </a:cubicBezTo>
                <a:close/>
                <a:moveTo>
                  <a:pt x="3047452" y="2386563"/>
                </a:moveTo>
                <a:cubicBezTo>
                  <a:pt x="3055831" y="2386563"/>
                  <a:pt x="3063512" y="2393430"/>
                  <a:pt x="3063512" y="2402623"/>
                </a:cubicBezTo>
                <a:cubicBezTo>
                  <a:pt x="3063512" y="2411118"/>
                  <a:pt x="3055831" y="2418683"/>
                  <a:pt x="3047452" y="2418683"/>
                </a:cubicBezTo>
                <a:cubicBezTo>
                  <a:pt x="3038259" y="2418683"/>
                  <a:pt x="3031393" y="2411118"/>
                  <a:pt x="3031393" y="2402623"/>
                </a:cubicBezTo>
                <a:cubicBezTo>
                  <a:pt x="3031393" y="2393430"/>
                  <a:pt x="3038259" y="2386563"/>
                  <a:pt x="3047452" y="2386563"/>
                </a:cubicBezTo>
                <a:close/>
                <a:moveTo>
                  <a:pt x="2983099" y="2386563"/>
                </a:moveTo>
                <a:cubicBezTo>
                  <a:pt x="2991594" y="2386563"/>
                  <a:pt x="2999158" y="2393430"/>
                  <a:pt x="2999158" y="2402623"/>
                </a:cubicBezTo>
                <a:cubicBezTo>
                  <a:pt x="2999158" y="2411118"/>
                  <a:pt x="2991594" y="2418683"/>
                  <a:pt x="2983099" y="2418683"/>
                </a:cubicBezTo>
                <a:cubicBezTo>
                  <a:pt x="2973905" y="2418683"/>
                  <a:pt x="2967039" y="2411118"/>
                  <a:pt x="2967039" y="2402623"/>
                </a:cubicBezTo>
                <a:cubicBezTo>
                  <a:pt x="2967039" y="2393430"/>
                  <a:pt x="2973905" y="2386563"/>
                  <a:pt x="2983099" y="2386563"/>
                </a:cubicBezTo>
                <a:close/>
                <a:moveTo>
                  <a:pt x="2918046" y="2386563"/>
                </a:moveTo>
                <a:cubicBezTo>
                  <a:pt x="2927240" y="2386563"/>
                  <a:pt x="2934106" y="2393430"/>
                  <a:pt x="2934106" y="2402623"/>
                </a:cubicBezTo>
                <a:cubicBezTo>
                  <a:pt x="2934106" y="2411118"/>
                  <a:pt x="2927240" y="2418683"/>
                  <a:pt x="2918046" y="2418683"/>
                </a:cubicBezTo>
                <a:cubicBezTo>
                  <a:pt x="2909551" y="2418683"/>
                  <a:pt x="2902685" y="2411118"/>
                  <a:pt x="2902685" y="2402623"/>
                </a:cubicBezTo>
                <a:cubicBezTo>
                  <a:pt x="2902685" y="2393430"/>
                  <a:pt x="2909551" y="2386563"/>
                  <a:pt x="2918046" y="2386563"/>
                </a:cubicBezTo>
                <a:close/>
                <a:moveTo>
                  <a:pt x="2853692" y="2386563"/>
                </a:moveTo>
                <a:cubicBezTo>
                  <a:pt x="2862886" y="2386563"/>
                  <a:pt x="2869752" y="2393430"/>
                  <a:pt x="2869752" y="2402623"/>
                </a:cubicBezTo>
                <a:cubicBezTo>
                  <a:pt x="2869752" y="2411118"/>
                  <a:pt x="2862886" y="2418683"/>
                  <a:pt x="2853692" y="2418683"/>
                </a:cubicBezTo>
                <a:cubicBezTo>
                  <a:pt x="2845313" y="2418683"/>
                  <a:pt x="2837633" y="2411118"/>
                  <a:pt x="2837633" y="2402623"/>
                </a:cubicBezTo>
                <a:cubicBezTo>
                  <a:pt x="2837633" y="2393430"/>
                  <a:pt x="2845313" y="2386563"/>
                  <a:pt x="2853692" y="2386563"/>
                </a:cubicBezTo>
                <a:close/>
                <a:moveTo>
                  <a:pt x="2789338" y="2386563"/>
                </a:moveTo>
                <a:cubicBezTo>
                  <a:pt x="2798532" y="2386563"/>
                  <a:pt x="2805398" y="2393430"/>
                  <a:pt x="2805398" y="2402623"/>
                </a:cubicBezTo>
                <a:cubicBezTo>
                  <a:pt x="2805398" y="2411118"/>
                  <a:pt x="2798532" y="2418683"/>
                  <a:pt x="2789338" y="2418683"/>
                </a:cubicBezTo>
                <a:cubicBezTo>
                  <a:pt x="2780959" y="2418683"/>
                  <a:pt x="2773279" y="2411118"/>
                  <a:pt x="2773279" y="2402623"/>
                </a:cubicBezTo>
                <a:cubicBezTo>
                  <a:pt x="2773279" y="2393430"/>
                  <a:pt x="2780959" y="2386563"/>
                  <a:pt x="2789338" y="2386563"/>
                </a:cubicBezTo>
                <a:close/>
                <a:moveTo>
                  <a:pt x="2724984" y="2386563"/>
                </a:moveTo>
                <a:cubicBezTo>
                  <a:pt x="2733479" y="2386563"/>
                  <a:pt x="2741159" y="2393430"/>
                  <a:pt x="2741159" y="2402623"/>
                </a:cubicBezTo>
                <a:cubicBezTo>
                  <a:pt x="2741159" y="2411118"/>
                  <a:pt x="2733479" y="2418683"/>
                  <a:pt x="2724984" y="2418683"/>
                </a:cubicBezTo>
                <a:cubicBezTo>
                  <a:pt x="2715790" y="2418683"/>
                  <a:pt x="2708924" y="2411118"/>
                  <a:pt x="2708924" y="2402623"/>
                </a:cubicBezTo>
                <a:cubicBezTo>
                  <a:pt x="2708924" y="2393430"/>
                  <a:pt x="2715790" y="2386563"/>
                  <a:pt x="2724984" y="2386563"/>
                </a:cubicBezTo>
                <a:close/>
                <a:moveTo>
                  <a:pt x="2660630" y="2386563"/>
                </a:moveTo>
                <a:cubicBezTo>
                  <a:pt x="2669125" y="2386563"/>
                  <a:pt x="2675991" y="2393430"/>
                  <a:pt x="2675991" y="2402623"/>
                </a:cubicBezTo>
                <a:cubicBezTo>
                  <a:pt x="2675991" y="2411118"/>
                  <a:pt x="2669125" y="2418683"/>
                  <a:pt x="2660630" y="2418683"/>
                </a:cubicBezTo>
                <a:cubicBezTo>
                  <a:pt x="2651553" y="2418683"/>
                  <a:pt x="2644570" y="2411118"/>
                  <a:pt x="2644570" y="2402623"/>
                </a:cubicBezTo>
                <a:cubicBezTo>
                  <a:pt x="2644570" y="2393430"/>
                  <a:pt x="2651553" y="2386563"/>
                  <a:pt x="2660630" y="2386563"/>
                </a:cubicBezTo>
                <a:close/>
                <a:moveTo>
                  <a:pt x="2595577" y="2386563"/>
                </a:moveTo>
                <a:cubicBezTo>
                  <a:pt x="2604771" y="2386563"/>
                  <a:pt x="2611637" y="2393430"/>
                  <a:pt x="2611637" y="2402623"/>
                </a:cubicBezTo>
                <a:cubicBezTo>
                  <a:pt x="2611637" y="2411118"/>
                  <a:pt x="2604771" y="2418683"/>
                  <a:pt x="2595577" y="2418683"/>
                </a:cubicBezTo>
                <a:cubicBezTo>
                  <a:pt x="2587198" y="2418683"/>
                  <a:pt x="2580216" y="2411118"/>
                  <a:pt x="2579518" y="2402623"/>
                </a:cubicBezTo>
                <a:cubicBezTo>
                  <a:pt x="2579518" y="2393430"/>
                  <a:pt x="2587198" y="2386563"/>
                  <a:pt x="2595577" y="2386563"/>
                </a:cubicBezTo>
                <a:close/>
                <a:moveTo>
                  <a:pt x="2531224" y="2386563"/>
                </a:moveTo>
                <a:cubicBezTo>
                  <a:pt x="2539719" y="2386563"/>
                  <a:pt x="2547283" y="2393430"/>
                  <a:pt x="2547283" y="2402623"/>
                </a:cubicBezTo>
                <a:cubicBezTo>
                  <a:pt x="2547283" y="2411118"/>
                  <a:pt x="2539719" y="2418683"/>
                  <a:pt x="2531224" y="2418683"/>
                </a:cubicBezTo>
                <a:cubicBezTo>
                  <a:pt x="2522845" y="2418683"/>
                  <a:pt x="2515164" y="2411118"/>
                  <a:pt x="2515164" y="2402623"/>
                </a:cubicBezTo>
                <a:cubicBezTo>
                  <a:pt x="2515164" y="2393430"/>
                  <a:pt x="2522845" y="2386563"/>
                  <a:pt x="2531224" y="2386563"/>
                </a:cubicBezTo>
                <a:close/>
                <a:moveTo>
                  <a:pt x="2466869" y="2386563"/>
                </a:moveTo>
                <a:cubicBezTo>
                  <a:pt x="2475364" y="2386563"/>
                  <a:pt x="2483044" y="2393430"/>
                  <a:pt x="2483044" y="2402623"/>
                </a:cubicBezTo>
                <a:cubicBezTo>
                  <a:pt x="2483044" y="2411118"/>
                  <a:pt x="2475364" y="2418683"/>
                  <a:pt x="2466869" y="2418683"/>
                </a:cubicBezTo>
                <a:cubicBezTo>
                  <a:pt x="2457675" y="2418683"/>
                  <a:pt x="2450809" y="2411118"/>
                  <a:pt x="2450809" y="2402623"/>
                </a:cubicBezTo>
                <a:cubicBezTo>
                  <a:pt x="2450809" y="2393430"/>
                  <a:pt x="2457675" y="2386563"/>
                  <a:pt x="2466869" y="2386563"/>
                </a:cubicBezTo>
                <a:close/>
                <a:moveTo>
                  <a:pt x="2402631" y="2386563"/>
                </a:moveTo>
                <a:cubicBezTo>
                  <a:pt x="2411010" y="2386563"/>
                  <a:pt x="2418690" y="2393430"/>
                  <a:pt x="2418690" y="2402623"/>
                </a:cubicBezTo>
                <a:cubicBezTo>
                  <a:pt x="2418690" y="2411118"/>
                  <a:pt x="2411010" y="2418683"/>
                  <a:pt x="2402631" y="2418683"/>
                </a:cubicBezTo>
                <a:cubicBezTo>
                  <a:pt x="2393438" y="2418683"/>
                  <a:pt x="2386455" y="2411118"/>
                  <a:pt x="2386455" y="2402623"/>
                </a:cubicBezTo>
                <a:cubicBezTo>
                  <a:pt x="2386455" y="2393430"/>
                  <a:pt x="2393438" y="2386563"/>
                  <a:pt x="2402631" y="2386563"/>
                </a:cubicBezTo>
                <a:close/>
                <a:moveTo>
                  <a:pt x="2337462" y="2386563"/>
                </a:moveTo>
                <a:cubicBezTo>
                  <a:pt x="2346656" y="2386563"/>
                  <a:pt x="2353522" y="2393430"/>
                  <a:pt x="2353522" y="2402623"/>
                </a:cubicBezTo>
                <a:cubicBezTo>
                  <a:pt x="2353522" y="2411118"/>
                  <a:pt x="2346656" y="2418683"/>
                  <a:pt x="2337462" y="2418683"/>
                </a:cubicBezTo>
                <a:cubicBezTo>
                  <a:pt x="2329084" y="2418683"/>
                  <a:pt x="2322218" y="2411118"/>
                  <a:pt x="2322218" y="2402623"/>
                </a:cubicBezTo>
                <a:cubicBezTo>
                  <a:pt x="2322218" y="2393430"/>
                  <a:pt x="2329084" y="2386563"/>
                  <a:pt x="2337462" y="2386563"/>
                </a:cubicBezTo>
                <a:close/>
                <a:moveTo>
                  <a:pt x="2273109" y="2386563"/>
                </a:moveTo>
                <a:cubicBezTo>
                  <a:pt x="2282302" y="2386563"/>
                  <a:pt x="2289284" y="2393430"/>
                  <a:pt x="2289284" y="2402623"/>
                </a:cubicBezTo>
                <a:cubicBezTo>
                  <a:pt x="2289284" y="2411118"/>
                  <a:pt x="2282302" y="2418683"/>
                  <a:pt x="2273109" y="2418683"/>
                </a:cubicBezTo>
                <a:cubicBezTo>
                  <a:pt x="2264730" y="2418683"/>
                  <a:pt x="2257049" y="2411118"/>
                  <a:pt x="2257049" y="2402623"/>
                </a:cubicBezTo>
                <a:cubicBezTo>
                  <a:pt x="2257049" y="2393430"/>
                  <a:pt x="2264730" y="2386563"/>
                  <a:pt x="2273109" y="2386563"/>
                </a:cubicBezTo>
                <a:close/>
                <a:moveTo>
                  <a:pt x="2208755" y="2386563"/>
                </a:moveTo>
                <a:cubicBezTo>
                  <a:pt x="2217948" y="2386563"/>
                  <a:pt x="2224930" y="2393430"/>
                  <a:pt x="2224930" y="2402623"/>
                </a:cubicBezTo>
                <a:cubicBezTo>
                  <a:pt x="2224930" y="2411118"/>
                  <a:pt x="2217948" y="2418683"/>
                  <a:pt x="2208755" y="2418683"/>
                </a:cubicBezTo>
                <a:cubicBezTo>
                  <a:pt x="2199561" y="2418683"/>
                  <a:pt x="2192695" y="2411118"/>
                  <a:pt x="2192695" y="2402623"/>
                </a:cubicBezTo>
                <a:cubicBezTo>
                  <a:pt x="2192695" y="2393430"/>
                  <a:pt x="2200376" y="2386563"/>
                  <a:pt x="2208755" y="2386563"/>
                </a:cubicBezTo>
                <a:close/>
                <a:moveTo>
                  <a:pt x="2144517" y="2386563"/>
                </a:moveTo>
                <a:cubicBezTo>
                  <a:pt x="2152896" y="2386563"/>
                  <a:pt x="2160576" y="2393430"/>
                  <a:pt x="2160576" y="2402623"/>
                </a:cubicBezTo>
                <a:cubicBezTo>
                  <a:pt x="2160576" y="2411118"/>
                  <a:pt x="2152896" y="2418683"/>
                  <a:pt x="2144517" y="2418683"/>
                </a:cubicBezTo>
                <a:cubicBezTo>
                  <a:pt x="2135324" y="2418683"/>
                  <a:pt x="2128341" y="2411118"/>
                  <a:pt x="2128341" y="2402623"/>
                </a:cubicBezTo>
                <a:cubicBezTo>
                  <a:pt x="2128341" y="2393430"/>
                  <a:pt x="2135324" y="2386563"/>
                  <a:pt x="2144517" y="2386563"/>
                </a:cubicBezTo>
                <a:close/>
                <a:moveTo>
                  <a:pt x="2080163" y="2386563"/>
                </a:moveTo>
                <a:cubicBezTo>
                  <a:pt x="2088542" y="2386563"/>
                  <a:pt x="2095408" y="2393430"/>
                  <a:pt x="2095408" y="2402623"/>
                </a:cubicBezTo>
                <a:cubicBezTo>
                  <a:pt x="2095408" y="2411118"/>
                  <a:pt x="2088542" y="2418683"/>
                  <a:pt x="2080163" y="2418683"/>
                </a:cubicBezTo>
                <a:cubicBezTo>
                  <a:pt x="2070970" y="2418683"/>
                  <a:pt x="2064104" y="2411118"/>
                  <a:pt x="2064104" y="2402623"/>
                </a:cubicBezTo>
                <a:cubicBezTo>
                  <a:pt x="2064104" y="2393430"/>
                  <a:pt x="2070970" y="2386563"/>
                  <a:pt x="2080163" y="2386563"/>
                </a:cubicBezTo>
                <a:close/>
                <a:moveTo>
                  <a:pt x="2014994" y="2386563"/>
                </a:moveTo>
                <a:cubicBezTo>
                  <a:pt x="2024187" y="2386563"/>
                  <a:pt x="2031169" y="2393430"/>
                  <a:pt x="2031169" y="2402623"/>
                </a:cubicBezTo>
                <a:cubicBezTo>
                  <a:pt x="2031169" y="2411118"/>
                  <a:pt x="2024187" y="2418683"/>
                  <a:pt x="2014994" y="2418683"/>
                </a:cubicBezTo>
                <a:cubicBezTo>
                  <a:pt x="2006615" y="2418683"/>
                  <a:pt x="1998934" y="2411118"/>
                  <a:pt x="1998934" y="2402623"/>
                </a:cubicBezTo>
                <a:cubicBezTo>
                  <a:pt x="1998934" y="2393430"/>
                  <a:pt x="2006615" y="2386563"/>
                  <a:pt x="2014994" y="2386563"/>
                </a:cubicBezTo>
                <a:close/>
                <a:moveTo>
                  <a:pt x="1950756" y="2386563"/>
                </a:moveTo>
                <a:cubicBezTo>
                  <a:pt x="1959135" y="2386563"/>
                  <a:pt x="1966815" y="2393430"/>
                  <a:pt x="1966815" y="2402623"/>
                </a:cubicBezTo>
                <a:cubicBezTo>
                  <a:pt x="1966815" y="2411118"/>
                  <a:pt x="1959135" y="2418683"/>
                  <a:pt x="1950756" y="2418683"/>
                </a:cubicBezTo>
                <a:cubicBezTo>
                  <a:pt x="1942261" y="2418683"/>
                  <a:pt x="1934580" y="2411118"/>
                  <a:pt x="1934580" y="2402623"/>
                </a:cubicBezTo>
                <a:cubicBezTo>
                  <a:pt x="1934580" y="2393430"/>
                  <a:pt x="1942261" y="2386563"/>
                  <a:pt x="1950756" y="2386563"/>
                </a:cubicBezTo>
                <a:close/>
                <a:moveTo>
                  <a:pt x="1886402" y="2386563"/>
                </a:moveTo>
                <a:cubicBezTo>
                  <a:pt x="1894781" y="2386563"/>
                  <a:pt x="1902461" y="2393430"/>
                  <a:pt x="1902461" y="2402623"/>
                </a:cubicBezTo>
                <a:cubicBezTo>
                  <a:pt x="1902461" y="2411118"/>
                  <a:pt x="1894781" y="2418683"/>
                  <a:pt x="1886402" y="2418683"/>
                </a:cubicBezTo>
                <a:cubicBezTo>
                  <a:pt x="1877209" y="2418683"/>
                  <a:pt x="1870343" y="2411118"/>
                  <a:pt x="1870343" y="2402623"/>
                </a:cubicBezTo>
                <a:cubicBezTo>
                  <a:pt x="1870343" y="2393430"/>
                  <a:pt x="1877209" y="2386563"/>
                  <a:pt x="1886402" y="2386563"/>
                </a:cubicBezTo>
                <a:close/>
                <a:moveTo>
                  <a:pt x="1822048" y="2386563"/>
                </a:moveTo>
                <a:cubicBezTo>
                  <a:pt x="1830427" y="2386563"/>
                  <a:pt x="1838108" y="2393430"/>
                  <a:pt x="1838108" y="2402623"/>
                </a:cubicBezTo>
                <a:cubicBezTo>
                  <a:pt x="1838108" y="2411118"/>
                  <a:pt x="1830427" y="2418683"/>
                  <a:pt x="1822048" y="2418683"/>
                </a:cubicBezTo>
                <a:cubicBezTo>
                  <a:pt x="1812855" y="2418683"/>
                  <a:pt x="1805989" y="2411118"/>
                  <a:pt x="1805989" y="2402623"/>
                </a:cubicBezTo>
                <a:cubicBezTo>
                  <a:pt x="1805989" y="2393430"/>
                  <a:pt x="1812855" y="2386563"/>
                  <a:pt x="1822048" y="2386563"/>
                </a:cubicBezTo>
                <a:close/>
                <a:moveTo>
                  <a:pt x="1756879" y="2386563"/>
                </a:moveTo>
                <a:cubicBezTo>
                  <a:pt x="1766073" y="2386563"/>
                  <a:pt x="1773055" y="2393430"/>
                  <a:pt x="1773055" y="2402623"/>
                </a:cubicBezTo>
                <a:cubicBezTo>
                  <a:pt x="1773055" y="2411118"/>
                  <a:pt x="1766073" y="2418683"/>
                  <a:pt x="1756879" y="2418683"/>
                </a:cubicBezTo>
                <a:cubicBezTo>
                  <a:pt x="1748501" y="2418683"/>
                  <a:pt x="1741635" y="2411118"/>
                  <a:pt x="1741635" y="2402623"/>
                </a:cubicBezTo>
                <a:cubicBezTo>
                  <a:pt x="1741635" y="2393430"/>
                  <a:pt x="1748501" y="2386563"/>
                  <a:pt x="1756879" y="2386563"/>
                </a:cubicBezTo>
                <a:close/>
                <a:moveTo>
                  <a:pt x="1692642" y="2386563"/>
                </a:moveTo>
                <a:cubicBezTo>
                  <a:pt x="1701835" y="2386563"/>
                  <a:pt x="1708701" y="2393430"/>
                  <a:pt x="1708701" y="2402623"/>
                </a:cubicBezTo>
                <a:cubicBezTo>
                  <a:pt x="1708701" y="2411118"/>
                  <a:pt x="1701835" y="2418683"/>
                  <a:pt x="1692642" y="2418683"/>
                </a:cubicBezTo>
                <a:cubicBezTo>
                  <a:pt x="1684147" y="2418683"/>
                  <a:pt x="1676466" y="2411118"/>
                  <a:pt x="1676466" y="2402623"/>
                </a:cubicBezTo>
                <a:cubicBezTo>
                  <a:pt x="1676466" y="2393430"/>
                  <a:pt x="1684147" y="2386563"/>
                  <a:pt x="1692642" y="2386563"/>
                </a:cubicBezTo>
                <a:close/>
                <a:moveTo>
                  <a:pt x="1628287" y="2386563"/>
                </a:moveTo>
                <a:cubicBezTo>
                  <a:pt x="1636666" y="2386563"/>
                  <a:pt x="1644346" y="2393430"/>
                  <a:pt x="1644346" y="2402623"/>
                </a:cubicBezTo>
                <a:cubicBezTo>
                  <a:pt x="1644346" y="2411118"/>
                  <a:pt x="1636666" y="2418683"/>
                  <a:pt x="1628287" y="2418683"/>
                </a:cubicBezTo>
                <a:cubicBezTo>
                  <a:pt x="1619094" y="2418683"/>
                  <a:pt x="1612228" y="2411118"/>
                  <a:pt x="1612228" y="2402623"/>
                </a:cubicBezTo>
                <a:cubicBezTo>
                  <a:pt x="1612228" y="2393430"/>
                  <a:pt x="1619094" y="2386563"/>
                  <a:pt x="1628287" y="2386563"/>
                </a:cubicBezTo>
                <a:close/>
                <a:moveTo>
                  <a:pt x="3176161" y="2322209"/>
                </a:moveTo>
                <a:cubicBezTo>
                  <a:pt x="3185354" y="2322209"/>
                  <a:pt x="3192220" y="2329075"/>
                  <a:pt x="3192220" y="2337571"/>
                </a:cubicBezTo>
                <a:cubicBezTo>
                  <a:pt x="3192220" y="2346764"/>
                  <a:pt x="3185354" y="2353630"/>
                  <a:pt x="3176161" y="2353630"/>
                </a:cubicBezTo>
                <a:cubicBezTo>
                  <a:pt x="3167666" y="2353630"/>
                  <a:pt x="3160102" y="2346764"/>
                  <a:pt x="3160102" y="2337571"/>
                </a:cubicBezTo>
                <a:cubicBezTo>
                  <a:pt x="3160102" y="2329075"/>
                  <a:pt x="3167666" y="2322209"/>
                  <a:pt x="3176161" y="2322209"/>
                </a:cubicBezTo>
                <a:close/>
                <a:moveTo>
                  <a:pt x="3111806" y="2322209"/>
                </a:moveTo>
                <a:cubicBezTo>
                  <a:pt x="3121000" y="2322209"/>
                  <a:pt x="3127866" y="2329075"/>
                  <a:pt x="3127866" y="2337571"/>
                </a:cubicBezTo>
                <a:cubicBezTo>
                  <a:pt x="3127866" y="2346764"/>
                  <a:pt x="3121000" y="2353630"/>
                  <a:pt x="3111806" y="2353630"/>
                </a:cubicBezTo>
                <a:cubicBezTo>
                  <a:pt x="3103427" y="2353630"/>
                  <a:pt x="3095747" y="2346764"/>
                  <a:pt x="3095747" y="2337571"/>
                </a:cubicBezTo>
                <a:cubicBezTo>
                  <a:pt x="3095747" y="2329075"/>
                  <a:pt x="3103427" y="2322209"/>
                  <a:pt x="3111806" y="2322209"/>
                </a:cubicBezTo>
                <a:close/>
                <a:moveTo>
                  <a:pt x="3047452" y="2322209"/>
                </a:moveTo>
                <a:cubicBezTo>
                  <a:pt x="3055831" y="2322209"/>
                  <a:pt x="3063512" y="2329075"/>
                  <a:pt x="3063512" y="2337571"/>
                </a:cubicBezTo>
                <a:cubicBezTo>
                  <a:pt x="3063512" y="2346764"/>
                  <a:pt x="3055831" y="2353630"/>
                  <a:pt x="3047452" y="2353630"/>
                </a:cubicBezTo>
                <a:cubicBezTo>
                  <a:pt x="3038259" y="2353630"/>
                  <a:pt x="3031393" y="2346764"/>
                  <a:pt x="3031393" y="2337571"/>
                </a:cubicBezTo>
                <a:cubicBezTo>
                  <a:pt x="3031393" y="2329075"/>
                  <a:pt x="3038259" y="2322209"/>
                  <a:pt x="3047452" y="2322209"/>
                </a:cubicBezTo>
                <a:close/>
                <a:moveTo>
                  <a:pt x="2983099" y="2322209"/>
                </a:moveTo>
                <a:cubicBezTo>
                  <a:pt x="2991594" y="2322209"/>
                  <a:pt x="2999158" y="2329075"/>
                  <a:pt x="2999158" y="2337571"/>
                </a:cubicBezTo>
                <a:cubicBezTo>
                  <a:pt x="2999158" y="2346764"/>
                  <a:pt x="2991594" y="2353630"/>
                  <a:pt x="2983099" y="2353630"/>
                </a:cubicBezTo>
                <a:cubicBezTo>
                  <a:pt x="2973905" y="2353630"/>
                  <a:pt x="2967039" y="2346764"/>
                  <a:pt x="2967039" y="2337571"/>
                </a:cubicBezTo>
                <a:cubicBezTo>
                  <a:pt x="2967039" y="2329075"/>
                  <a:pt x="2973905" y="2322209"/>
                  <a:pt x="2983099" y="2322209"/>
                </a:cubicBezTo>
                <a:close/>
                <a:moveTo>
                  <a:pt x="2918046" y="2322209"/>
                </a:moveTo>
                <a:cubicBezTo>
                  <a:pt x="2927240" y="2322209"/>
                  <a:pt x="2934106" y="2329075"/>
                  <a:pt x="2934106" y="2337571"/>
                </a:cubicBezTo>
                <a:cubicBezTo>
                  <a:pt x="2934106" y="2346764"/>
                  <a:pt x="2927240" y="2353630"/>
                  <a:pt x="2918046" y="2353630"/>
                </a:cubicBezTo>
                <a:cubicBezTo>
                  <a:pt x="2909551" y="2353630"/>
                  <a:pt x="2902685" y="2346764"/>
                  <a:pt x="2902685" y="2337571"/>
                </a:cubicBezTo>
                <a:cubicBezTo>
                  <a:pt x="2902685" y="2329075"/>
                  <a:pt x="2909551" y="2322209"/>
                  <a:pt x="2918046" y="2322209"/>
                </a:cubicBezTo>
                <a:close/>
                <a:moveTo>
                  <a:pt x="2853692" y="2322209"/>
                </a:moveTo>
                <a:cubicBezTo>
                  <a:pt x="2862886" y="2322209"/>
                  <a:pt x="2869752" y="2329075"/>
                  <a:pt x="2869752" y="2338269"/>
                </a:cubicBezTo>
                <a:cubicBezTo>
                  <a:pt x="2869752" y="2346764"/>
                  <a:pt x="2862886" y="2353630"/>
                  <a:pt x="2853692" y="2353630"/>
                </a:cubicBezTo>
                <a:cubicBezTo>
                  <a:pt x="2845313" y="2353630"/>
                  <a:pt x="2837633" y="2346764"/>
                  <a:pt x="2837633" y="2338269"/>
                </a:cubicBezTo>
                <a:cubicBezTo>
                  <a:pt x="2837633" y="2329075"/>
                  <a:pt x="2845313" y="2322209"/>
                  <a:pt x="2853692" y="2322209"/>
                </a:cubicBezTo>
                <a:close/>
                <a:moveTo>
                  <a:pt x="2789338" y="2322209"/>
                </a:moveTo>
                <a:cubicBezTo>
                  <a:pt x="2798532" y="2322209"/>
                  <a:pt x="2805398" y="2329075"/>
                  <a:pt x="2805398" y="2337571"/>
                </a:cubicBezTo>
                <a:cubicBezTo>
                  <a:pt x="2805398" y="2346764"/>
                  <a:pt x="2798532" y="2353630"/>
                  <a:pt x="2789338" y="2353630"/>
                </a:cubicBezTo>
                <a:cubicBezTo>
                  <a:pt x="2780959" y="2353630"/>
                  <a:pt x="2773279" y="2346764"/>
                  <a:pt x="2773279" y="2337571"/>
                </a:cubicBezTo>
                <a:cubicBezTo>
                  <a:pt x="2773279" y="2329075"/>
                  <a:pt x="2780959" y="2322209"/>
                  <a:pt x="2789338" y="2322209"/>
                </a:cubicBezTo>
                <a:close/>
                <a:moveTo>
                  <a:pt x="2724984" y="2322209"/>
                </a:moveTo>
                <a:cubicBezTo>
                  <a:pt x="2733479" y="2322209"/>
                  <a:pt x="2741159" y="2329075"/>
                  <a:pt x="2741159" y="2338269"/>
                </a:cubicBezTo>
                <a:cubicBezTo>
                  <a:pt x="2741159" y="2346764"/>
                  <a:pt x="2733479" y="2353630"/>
                  <a:pt x="2724984" y="2353630"/>
                </a:cubicBezTo>
                <a:cubicBezTo>
                  <a:pt x="2715790" y="2353630"/>
                  <a:pt x="2708924" y="2346764"/>
                  <a:pt x="2708924" y="2338269"/>
                </a:cubicBezTo>
                <a:cubicBezTo>
                  <a:pt x="2708924" y="2329075"/>
                  <a:pt x="2715790" y="2322209"/>
                  <a:pt x="2724984" y="2322209"/>
                </a:cubicBezTo>
                <a:close/>
                <a:moveTo>
                  <a:pt x="2659931" y="2322209"/>
                </a:moveTo>
                <a:cubicBezTo>
                  <a:pt x="2669125" y="2322209"/>
                  <a:pt x="2675991" y="2329075"/>
                  <a:pt x="2675991" y="2338269"/>
                </a:cubicBezTo>
                <a:cubicBezTo>
                  <a:pt x="2675991" y="2346764"/>
                  <a:pt x="2669125" y="2353630"/>
                  <a:pt x="2659931" y="2353630"/>
                </a:cubicBezTo>
                <a:cubicBezTo>
                  <a:pt x="2651553" y="2353630"/>
                  <a:pt x="2644570" y="2346764"/>
                  <a:pt x="2644570" y="2338269"/>
                </a:cubicBezTo>
                <a:cubicBezTo>
                  <a:pt x="2644570" y="2329075"/>
                  <a:pt x="2651553" y="2322209"/>
                  <a:pt x="2659931" y="2322209"/>
                </a:cubicBezTo>
                <a:close/>
                <a:moveTo>
                  <a:pt x="2595577" y="2322209"/>
                </a:moveTo>
                <a:cubicBezTo>
                  <a:pt x="2604771" y="2322209"/>
                  <a:pt x="2611637" y="2329075"/>
                  <a:pt x="2611637" y="2337571"/>
                </a:cubicBezTo>
                <a:cubicBezTo>
                  <a:pt x="2611637" y="2346764"/>
                  <a:pt x="2604771" y="2353630"/>
                  <a:pt x="2595577" y="2353630"/>
                </a:cubicBezTo>
                <a:cubicBezTo>
                  <a:pt x="2587198" y="2353630"/>
                  <a:pt x="2579518" y="2346764"/>
                  <a:pt x="2579518" y="2337571"/>
                </a:cubicBezTo>
                <a:cubicBezTo>
                  <a:pt x="2579518" y="2329075"/>
                  <a:pt x="2587198" y="2322209"/>
                  <a:pt x="2595577" y="2322209"/>
                </a:cubicBezTo>
                <a:close/>
                <a:moveTo>
                  <a:pt x="2531224" y="2322209"/>
                </a:moveTo>
                <a:cubicBezTo>
                  <a:pt x="2539719" y="2322209"/>
                  <a:pt x="2547283" y="2329075"/>
                  <a:pt x="2547283" y="2337571"/>
                </a:cubicBezTo>
                <a:cubicBezTo>
                  <a:pt x="2547283" y="2346764"/>
                  <a:pt x="2539719" y="2353630"/>
                  <a:pt x="2531224" y="2353630"/>
                </a:cubicBezTo>
                <a:cubicBezTo>
                  <a:pt x="2522845" y="2353630"/>
                  <a:pt x="2515164" y="2346764"/>
                  <a:pt x="2515164" y="2337571"/>
                </a:cubicBezTo>
                <a:cubicBezTo>
                  <a:pt x="2515164" y="2329075"/>
                  <a:pt x="2522845" y="2322209"/>
                  <a:pt x="2531224" y="2322209"/>
                </a:cubicBezTo>
                <a:close/>
                <a:moveTo>
                  <a:pt x="2466869" y="2322209"/>
                </a:moveTo>
                <a:cubicBezTo>
                  <a:pt x="2475364" y="2322209"/>
                  <a:pt x="2483044" y="2329075"/>
                  <a:pt x="2483044" y="2337571"/>
                </a:cubicBezTo>
                <a:cubicBezTo>
                  <a:pt x="2483044" y="2346764"/>
                  <a:pt x="2475364" y="2353630"/>
                  <a:pt x="2466869" y="2353630"/>
                </a:cubicBezTo>
                <a:cubicBezTo>
                  <a:pt x="2457675" y="2353630"/>
                  <a:pt x="2450809" y="2346764"/>
                  <a:pt x="2450809" y="2337571"/>
                </a:cubicBezTo>
                <a:cubicBezTo>
                  <a:pt x="2450809" y="2329075"/>
                  <a:pt x="2457675" y="2322209"/>
                  <a:pt x="2466869" y="2322209"/>
                </a:cubicBezTo>
                <a:close/>
                <a:moveTo>
                  <a:pt x="2402631" y="2322209"/>
                </a:moveTo>
                <a:cubicBezTo>
                  <a:pt x="2411010" y="2322209"/>
                  <a:pt x="2418690" y="2329075"/>
                  <a:pt x="2418690" y="2337571"/>
                </a:cubicBezTo>
                <a:cubicBezTo>
                  <a:pt x="2418690" y="2346764"/>
                  <a:pt x="2411010" y="2353630"/>
                  <a:pt x="2402631" y="2353630"/>
                </a:cubicBezTo>
                <a:cubicBezTo>
                  <a:pt x="2393438" y="2353630"/>
                  <a:pt x="2386455" y="2346764"/>
                  <a:pt x="2386455" y="2337571"/>
                </a:cubicBezTo>
                <a:cubicBezTo>
                  <a:pt x="2386455" y="2329075"/>
                  <a:pt x="2393438" y="2322209"/>
                  <a:pt x="2402631" y="2322209"/>
                </a:cubicBezTo>
                <a:close/>
                <a:moveTo>
                  <a:pt x="2337462" y="2322209"/>
                </a:moveTo>
                <a:cubicBezTo>
                  <a:pt x="2346656" y="2322209"/>
                  <a:pt x="2353522" y="2329075"/>
                  <a:pt x="2353522" y="2337571"/>
                </a:cubicBezTo>
                <a:cubicBezTo>
                  <a:pt x="2353522" y="2346764"/>
                  <a:pt x="2346656" y="2353630"/>
                  <a:pt x="2337462" y="2353630"/>
                </a:cubicBezTo>
                <a:cubicBezTo>
                  <a:pt x="2329084" y="2353630"/>
                  <a:pt x="2322218" y="2346764"/>
                  <a:pt x="2322218" y="2337571"/>
                </a:cubicBezTo>
                <a:cubicBezTo>
                  <a:pt x="2322218" y="2329075"/>
                  <a:pt x="2329084" y="2322209"/>
                  <a:pt x="2337462" y="2322209"/>
                </a:cubicBezTo>
                <a:close/>
                <a:moveTo>
                  <a:pt x="2273109" y="2322209"/>
                </a:moveTo>
                <a:cubicBezTo>
                  <a:pt x="2282302" y="2322209"/>
                  <a:pt x="2289284" y="2329075"/>
                  <a:pt x="2289284" y="2337571"/>
                </a:cubicBezTo>
                <a:cubicBezTo>
                  <a:pt x="2289284" y="2346764"/>
                  <a:pt x="2282302" y="2353630"/>
                  <a:pt x="2273109" y="2353630"/>
                </a:cubicBezTo>
                <a:cubicBezTo>
                  <a:pt x="2264730" y="2353630"/>
                  <a:pt x="2257049" y="2346764"/>
                  <a:pt x="2257049" y="2337571"/>
                </a:cubicBezTo>
                <a:cubicBezTo>
                  <a:pt x="2257049" y="2329075"/>
                  <a:pt x="2264730" y="2322209"/>
                  <a:pt x="2273109" y="2322209"/>
                </a:cubicBezTo>
                <a:close/>
                <a:moveTo>
                  <a:pt x="2208755" y="2322209"/>
                </a:moveTo>
                <a:cubicBezTo>
                  <a:pt x="2217948" y="2322209"/>
                  <a:pt x="2224930" y="2329075"/>
                  <a:pt x="2224930" y="2337571"/>
                </a:cubicBezTo>
                <a:cubicBezTo>
                  <a:pt x="2224930" y="2346764"/>
                  <a:pt x="2217948" y="2353630"/>
                  <a:pt x="2208755" y="2353630"/>
                </a:cubicBezTo>
                <a:cubicBezTo>
                  <a:pt x="2199561" y="2353630"/>
                  <a:pt x="2192695" y="2346764"/>
                  <a:pt x="2192695" y="2337571"/>
                </a:cubicBezTo>
                <a:cubicBezTo>
                  <a:pt x="2192695" y="2329075"/>
                  <a:pt x="2200376" y="2322209"/>
                  <a:pt x="2208755" y="2322209"/>
                </a:cubicBezTo>
                <a:close/>
                <a:moveTo>
                  <a:pt x="2144517" y="2322209"/>
                </a:moveTo>
                <a:cubicBezTo>
                  <a:pt x="2152896" y="2322209"/>
                  <a:pt x="2160576" y="2329075"/>
                  <a:pt x="2160576" y="2337571"/>
                </a:cubicBezTo>
                <a:cubicBezTo>
                  <a:pt x="2160576" y="2346764"/>
                  <a:pt x="2152896" y="2353630"/>
                  <a:pt x="2144517" y="2353630"/>
                </a:cubicBezTo>
                <a:cubicBezTo>
                  <a:pt x="2135324" y="2353630"/>
                  <a:pt x="2128341" y="2346764"/>
                  <a:pt x="2128341" y="2337571"/>
                </a:cubicBezTo>
                <a:cubicBezTo>
                  <a:pt x="2128341" y="2329075"/>
                  <a:pt x="2135324" y="2322209"/>
                  <a:pt x="2144517" y="2322209"/>
                </a:cubicBezTo>
                <a:close/>
                <a:moveTo>
                  <a:pt x="2080163" y="2322209"/>
                </a:moveTo>
                <a:cubicBezTo>
                  <a:pt x="2088542" y="2322209"/>
                  <a:pt x="2095408" y="2329075"/>
                  <a:pt x="2095408" y="2337571"/>
                </a:cubicBezTo>
                <a:cubicBezTo>
                  <a:pt x="2095408" y="2346764"/>
                  <a:pt x="2088542" y="2353630"/>
                  <a:pt x="2080163" y="2353630"/>
                </a:cubicBezTo>
                <a:cubicBezTo>
                  <a:pt x="2070970" y="2353630"/>
                  <a:pt x="2064104" y="2346764"/>
                  <a:pt x="2064104" y="2337571"/>
                </a:cubicBezTo>
                <a:cubicBezTo>
                  <a:pt x="2064104" y="2329075"/>
                  <a:pt x="2070970" y="2322209"/>
                  <a:pt x="2080163" y="2322209"/>
                </a:cubicBezTo>
                <a:close/>
                <a:moveTo>
                  <a:pt x="2014994" y="2322209"/>
                </a:moveTo>
                <a:cubicBezTo>
                  <a:pt x="2024187" y="2322209"/>
                  <a:pt x="2031169" y="2329075"/>
                  <a:pt x="2031169" y="2337571"/>
                </a:cubicBezTo>
                <a:cubicBezTo>
                  <a:pt x="2031169" y="2346764"/>
                  <a:pt x="2024187" y="2353630"/>
                  <a:pt x="2014994" y="2353630"/>
                </a:cubicBezTo>
                <a:cubicBezTo>
                  <a:pt x="2006615" y="2353630"/>
                  <a:pt x="1998934" y="2346764"/>
                  <a:pt x="1998934" y="2337571"/>
                </a:cubicBezTo>
                <a:cubicBezTo>
                  <a:pt x="1998934" y="2329075"/>
                  <a:pt x="2006615" y="2322209"/>
                  <a:pt x="2014994" y="2322209"/>
                </a:cubicBezTo>
                <a:close/>
                <a:moveTo>
                  <a:pt x="1950756" y="2322209"/>
                </a:moveTo>
                <a:cubicBezTo>
                  <a:pt x="1959135" y="2322209"/>
                  <a:pt x="1966815" y="2329075"/>
                  <a:pt x="1966815" y="2337571"/>
                </a:cubicBezTo>
                <a:cubicBezTo>
                  <a:pt x="1966815" y="2346764"/>
                  <a:pt x="1959135" y="2353630"/>
                  <a:pt x="1950756" y="2353630"/>
                </a:cubicBezTo>
                <a:cubicBezTo>
                  <a:pt x="1942261" y="2353630"/>
                  <a:pt x="1934580" y="2346764"/>
                  <a:pt x="1934580" y="2337571"/>
                </a:cubicBezTo>
                <a:cubicBezTo>
                  <a:pt x="1934580" y="2329075"/>
                  <a:pt x="1942261" y="2322209"/>
                  <a:pt x="1950756" y="2322209"/>
                </a:cubicBezTo>
                <a:close/>
                <a:moveTo>
                  <a:pt x="1886402" y="2322209"/>
                </a:moveTo>
                <a:cubicBezTo>
                  <a:pt x="1894781" y="2322209"/>
                  <a:pt x="1902461" y="2329075"/>
                  <a:pt x="1902461" y="2337571"/>
                </a:cubicBezTo>
                <a:cubicBezTo>
                  <a:pt x="1902461" y="2346764"/>
                  <a:pt x="1894781" y="2353630"/>
                  <a:pt x="1886402" y="2353630"/>
                </a:cubicBezTo>
                <a:cubicBezTo>
                  <a:pt x="1877209" y="2353630"/>
                  <a:pt x="1870343" y="2346764"/>
                  <a:pt x="1870343" y="2337571"/>
                </a:cubicBezTo>
                <a:cubicBezTo>
                  <a:pt x="1870343" y="2329075"/>
                  <a:pt x="1877209" y="2322209"/>
                  <a:pt x="1886402" y="2322209"/>
                </a:cubicBezTo>
                <a:close/>
                <a:moveTo>
                  <a:pt x="1822048" y="2322209"/>
                </a:moveTo>
                <a:cubicBezTo>
                  <a:pt x="1830427" y="2322209"/>
                  <a:pt x="1838108" y="2329075"/>
                  <a:pt x="1838108" y="2337571"/>
                </a:cubicBezTo>
                <a:cubicBezTo>
                  <a:pt x="1838108" y="2346764"/>
                  <a:pt x="1830427" y="2353630"/>
                  <a:pt x="1822048" y="2353630"/>
                </a:cubicBezTo>
                <a:cubicBezTo>
                  <a:pt x="1812855" y="2353630"/>
                  <a:pt x="1805989" y="2346764"/>
                  <a:pt x="1805989" y="2337571"/>
                </a:cubicBezTo>
                <a:cubicBezTo>
                  <a:pt x="1805989" y="2329075"/>
                  <a:pt x="1812855" y="2322209"/>
                  <a:pt x="1822048" y="2322209"/>
                </a:cubicBezTo>
                <a:close/>
                <a:moveTo>
                  <a:pt x="1756879" y="2322209"/>
                </a:moveTo>
                <a:cubicBezTo>
                  <a:pt x="1766073" y="2322209"/>
                  <a:pt x="1773055" y="2329075"/>
                  <a:pt x="1773055" y="2337571"/>
                </a:cubicBezTo>
                <a:cubicBezTo>
                  <a:pt x="1773055" y="2346764"/>
                  <a:pt x="1766073" y="2353630"/>
                  <a:pt x="1756879" y="2353630"/>
                </a:cubicBezTo>
                <a:cubicBezTo>
                  <a:pt x="1748501" y="2353630"/>
                  <a:pt x="1741635" y="2346764"/>
                  <a:pt x="1741635" y="2337571"/>
                </a:cubicBezTo>
                <a:cubicBezTo>
                  <a:pt x="1741635" y="2329075"/>
                  <a:pt x="1748501" y="2322209"/>
                  <a:pt x="1756879" y="2322209"/>
                </a:cubicBezTo>
                <a:close/>
                <a:moveTo>
                  <a:pt x="1692642" y="2322209"/>
                </a:moveTo>
                <a:cubicBezTo>
                  <a:pt x="1701835" y="2322209"/>
                  <a:pt x="1708701" y="2329075"/>
                  <a:pt x="1708701" y="2337571"/>
                </a:cubicBezTo>
                <a:cubicBezTo>
                  <a:pt x="1708701" y="2346764"/>
                  <a:pt x="1701835" y="2353630"/>
                  <a:pt x="1692642" y="2353630"/>
                </a:cubicBezTo>
                <a:cubicBezTo>
                  <a:pt x="1684147" y="2353630"/>
                  <a:pt x="1676466" y="2346764"/>
                  <a:pt x="1676466" y="2337571"/>
                </a:cubicBezTo>
                <a:cubicBezTo>
                  <a:pt x="1676466" y="2329075"/>
                  <a:pt x="1684147" y="2322209"/>
                  <a:pt x="1692642" y="2322209"/>
                </a:cubicBezTo>
                <a:close/>
                <a:moveTo>
                  <a:pt x="1628287" y="2322209"/>
                </a:moveTo>
                <a:cubicBezTo>
                  <a:pt x="1636666" y="2322209"/>
                  <a:pt x="1644346" y="2329075"/>
                  <a:pt x="1644346" y="2337571"/>
                </a:cubicBezTo>
                <a:cubicBezTo>
                  <a:pt x="1644346" y="2346764"/>
                  <a:pt x="1636666" y="2353630"/>
                  <a:pt x="1628287" y="2353630"/>
                </a:cubicBezTo>
                <a:cubicBezTo>
                  <a:pt x="1619094" y="2353630"/>
                  <a:pt x="1612228" y="2346764"/>
                  <a:pt x="1612228" y="2337571"/>
                </a:cubicBezTo>
                <a:cubicBezTo>
                  <a:pt x="1612228" y="2329075"/>
                  <a:pt x="1619094" y="2322209"/>
                  <a:pt x="1628287" y="2322209"/>
                </a:cubicBezTo>
                <a:close/>
                <a:moveTo>
                  <a:pt x="3241213" y="2257157"/>
                </a:moveTo>
                <a:cubicBezTo>
                  <a:pt x="3249708" y="2257157"/>
                  <a:pt x="3256574" y="2264722"/>
                  <a:pt x="3256574" y="2273217"/>
                </a:cubicBezTo>
                <a:cubicBezTo>
                  <a:pt x="3256574" y="2282411"/>
                  <a:pt x="3249708" y="2289277"/>
                  <a:pt x="3241213" y="2289277"/>
                </a:cubicBezTo>
                <a:cubicBezTo>
                  <a:pt x="3232020" y="2289277"/>
                  <a:pt x="3225154" y="2282411"/>
                  <a:pt x="3225154" y="2273217"/>
                </a:cubicBezTo>
                <a:cubicBezTo>
                  <a:pt x="3225154" y="2264722"/>
                  <a:pt x="3232020" y="2257157"/>
                  <a:pt x="3241213" y="2257157"/>
                </a:cubicBezTo>
                <a:close/>
                <a:moveTo>
                  <a:pt x="3176161" y="2257157"/>
                </a:moveTo>
                <a:cubicBezTo>
                  <a:pt x="3185354" y="2257157"/>
                  <a:pt x="3192220" y="2264722"/>
                  <a:pt x="3192220" y="2273217"/>
                </a:cubicBezTo>
                <a:cubicBezTo>
                  <a:pt x="3192220" y="2282411"/>
                  <a:pt x="3185354" y="2289277"/>
                  <a:pt x="3176161" y="2289277"/>
                </a:cubicBezTo>
                <a:cubicBezTo>
                  <a:pt x="3167666" y="2289277"/>
                  <a:pt x="3160102" y="2282411"/>
                  <a:pt x="3160102" y="2273217"/>
                </a:cubicBezTo>
                <a:cubicBezTo>
                  <a:pt x="3160102" y="2264722"/>
                  <a:pt x="3167666" y="2257157"/>
                  <a:pt x="3176161" y="2257157"/>
                </a:cubicBezTo>
                <a:close/>
                <a:moveTo>
                  <a:pt x="3111806" y="2257157"/>
                </a:moveTo>
                <a:cubicBezTo>
                  <a:pt x="3121000" y="2257157"/>
                  <a:pt x="3127866" y="2264722"/>
                  <a:pt x="3127866" y="2273217"/>
                </a:cubicBezTo>
                <a:cubicBezTo>
                  <a:pt x="3127866" y="2282411"/>
                  <a:pt x="3121000" y="2289277"/>
                  <a:pt x="3111806" y="2289277"/>
                </a:cubicBezTo>
                <a:cubicBezTo>
                  <a:pt x="3103427" y="2289277"/>
                  <a:pt x="3095747" y="2282411"/>
                  <a:pt x="3095747" y="2273217"/>
                </a:cubicBezTo>
                <a:cubicBezTo>
                  <a:pt x="3095747" y="2264722"/>
                  <a:pt x="3103427" y="2257157"/>
                  <a:pt x="3111806" y="2257157"/>
                </a:cubicBezTo>
                <a:close/>
                <a:moveTo>
                  <a:pt x="3047452" y="2257157"/>
                </a:moveTo>
                <a:cubicBezTo>
                  <a:pt x="3055831" y="2257157"/>
                  <a:pt x="3063512" y="2264722"/>
                  <a:pt x="3063512" y="2273217"/>
                </a:cubicBezTo>
                <a:cubicBezTo>
                  <a:pt x="3063512" y="2282411"/>
                  <a:pt x="3055831" y="2289277"/>
                  <a:pt x="3047452" y="2289277"/>
                </a:cubicBezTo>
                <a:cubicBezTo>
                  <a:pt x="3038259" y="2289277"/>
                  <a:pt x="3031393" y="2282411"/>
                  <a:pt x="3031393" y="2273217"/>
                </a:cubicBezTo>
                <a:cubicBezTo>
                  <a:pt x="3031393" y="2264722"/>
                  <a:pt x="3038259" y="2257157"/>
                  <a:pt x="3047452" y="2257157"/>
                </a:cubicBezTo>
                <a:close/>
                <a:moveTo>
                  <a:pt x="2983099" y="2257157"/>
                </a:moveTo>
                <a:cubicBezTo>
                  <a:pt x="2991594" y="2257157"/>
                  <a:pt x="2999158" y="2264722"/>
                  <a:pt x="2999158" y="2273217"/>
                </a:cubicBezTo>
                <a:cubicBezTo>
                  <a:pt x="2999158" y="2282411"/>
                  <a:pt x="2991594" y="2289277"/>
                  <a:pt x="2983099" y="2289277"/>
                </a:cubicBezTo>
                <a:cubicBezTo>
                  <a:pt x="2973905" y="2289277"/>
                  <a:pt x="2967039" y="2282411"/>
                  <a:pt x="2967039" y="2273217"/>
                </a:cubicBezTo>
                <a:cubicBezTo>
                  <a:pt x="2967039" y="2264722"/>
                  <a:pt x="2973905" y="2257157"/>
                  <a:pt x="2983099" y="2257157"/>
                </a:cubicBezTo>
                <a:close/>
                <a:moveTo>
                  <a:pt x="2918046" y="2257157"/>
                </a:moveTo>
                <a:cubicBezTo>
                  <a:pt x="2927240" y="2257157"/>
                  <a:pt x="2934106" y="2264722"/>
                  <a:pt x="2934106" y="2273217"/>
                </a:cubicBezTo>
                <a:cubicBezTo>
                  <a:pt x="2934106" y="2282411"/>
                  <a:pt x="2927240" y="2289277"/>
                  <a:pt x="2918046" y="2289277"/>
                </a:cubicBezTo>
                <a:cubicBezTo>
                  <a:pt x="2909551" y="2289277"/>
                  <a:pt x="2902685" y="2282411"/>
                  <a:pt x="2902685" y="2273217"/>
                </a:cubicBezTo>
                <a:cubicBezTo>
                  <a:pt x="2902685" y="2264722"/>
                  <a:pt x="2909551" y="2257157"/>
                  <a:pt x="2918046" y="2257157"/>
                </a:cubicBezTo>
                <a:close/>
                <a:moveTo>
                  <a:pt x="2853692" y="2257157"/>
                </a:moveTo>
                <a:cubicBezTo>
                  <a:pt x="2862886" y="2257157"/>
                  <a:pt x="2869752" y="2264722"/>
                  <a:pt x="2869752" y="2273217"/>
                </a:cubicBezTo>
                <a:cubicBezTo>
                  <a:pt x="2869752" y="2282411"/>
                  <a:pt x="2862886" y="2289277"/>
                  <a:pt x="2853692" y="2289277"/>
                </a:cubicBezTo>
                <a:cubicBezTo>
                  <a:pt x="2845313" y="2289277"/>
                  <a:pt x="2837633" y="2282411"/>
                  <a:pt x="2837633" y="2273217"/>
                </a:cubicBezTo>
                <a:cubicBezTo>
                  <a:pt x="2837633" y="2264722"/>
                  <a:pt x="2845313" y="2257157"/>
                  <a:pt x="2853692" y="2257157"/>
                </a:cubicBezTo>
                <a:close/>
                <a:moveTo>
                  <a:pt x="2789338" y="2257157"/>
                </a:moveTo>
                <a:cubicBezTo>
                  <a:pt x="2798532" y="2257157"/>
                  <a:pt x="2805398" y="2264722"/>
                  <a:pt x="2805398" y="2273217"/>
                </a:cubicBezTo>
                <a:cubicBezTo>
                  <a:pt x="2805398" y="2282411"/>
                  <a:pt x="2798532" y="2289277"/>
                  <a:pt x="2789338" y="2289277"/>
                </a:cubicBezTo>
                <a:cubicBezTo>
                  <a:pt x="2780959" y="2289277"/>
                  <a:pt x="2773279" y="2282411"/>
                  <a:pt x="2773279" y="2273217"/>
                </a:cubicBezTo>
                <a:cubicBezTo>
                  <a:pt x="2773279" y="2264722"/>
                  <a:pt x="2780959" y="2257157"/>
                  <a:pt x="2789338" y="2257157"/>
                </a:cubicBezTo>
                <a:close/>
                <a:moveTo>
                  <a:pt x="2724984" y="2257157"/>
                </a:moveTo>
                <a:cubicBezTo>
                  <a:pt x="2733479" y="2257157"/>
                  <a:pt x="2741159" y="2264722"/>
                  <a:pt x="2741159" y="2273217"/>
                </a:cubicBezTo>
                <a:cubicBezTo>
                  <a:pt x="2741159" y="2282411"/>
                  <a:pt x="2733479" y="2289277"/>
                  <a:pt x="2724984" y="2289277"/>
                </a:cubicBezTo>
                <a:cubicBezTo>
                  <a:pt x="2715790" y="2289277"/>
                  <a:pt x="2708924" y="2282411"/>
                  <a:pt x="2708924" y="2273217"/>
                </a:cubicBezTo>
                <a:cubicBezTo>
                  <a:pt x="2708924" y="2264722"/>
                  <a:pt x="2715790" y="2257157"/>
                  <a:pt x="2724984" y="2257157"/>
                </a:cubicBezTo>
                <a:close/>
                <a:moveTo>
                  <a:pt x="2659931" y="2257157"/>
                </a:moveTo>
                <a:cubicBezTo>
                  <a:pt x="2669125" y="2257157"/>
                  <a:pt x="2675991" y="2264722"/>
                  <a:pt x="2675991" y="2273217"/>
                </a:cubicBezTo>
                <a:cubicBezTo>
                  <a:pt x="2675991" y="2282411"/>
                  <a:pt x="2669125" y="2289277"/>
                  <a:pt x="2659931" y="2289277"/>
                </a:cubicBezTo>
                <a:cubicBezTo>
                  <a:pt x="2651553" y="2289277"/>
                  <a:pt x="2644570" y="2282411"/>
                  <a:pt x="2644570" y="2273217"/>
                </a:cubicBezTo>
                <a:cubicBezTo>
                  <a:pt x="2644570" y="2264722"/>
                  <a:pt x="2651553" y="2257157"/>
                  <a:pt x="2659931" y="2257157"/>
                </a:cubicBezTo>
                <a:close/>
                <a:moveTo>
                  <a:pt x="2595577" y="2257157"/>
                </a:moveTo>
                <a:cubicBezTo>
                  <a:pt x="2604771" y="2257157"/>
                  <a:pt x="2611637" y="2264722"/>
                  <a:pt x="2611637" y="2273217"/>
                </a:cubicBezTo>
                <a:cubicBezTo>
                  <a:pt x="2611637" y="2282411"/>
                  <a:pt x="2604771" y="2289277"/>
                  <a:pt x="2595577" y="2289277"/>
                </a:cubicBezTo>
                <a:cubicBezTo>
                  <a:pt x="2587198" y="2289277"/>
                  <a:pt x="2579518" y="2282411"/>
                  <a:pt x="2579518" y="2273217"/>
                </a:cubicBezTo>
                <a:cubicBezTo>
                  <a:pt x="2579518" y="2264722"/>
                  <a:pt x="2587198" y="2257157"/>
                  <a:pt x="2595577" y="2257157"/>
                </a:cubicBezTo>
                <a:close/>
                <a:moveTo>
                  <a:pt x="2531224" y="2257157"/>
                </a:moveTo>
                <a:cubicBezTo>
                  <a:pt x="2539719" y="2257157"/>
                  <a:pt x="2547283" y="2264722"/>
                  <a:pt x="2547283" y="2273217"/>
                </a:cubicBezTo>
                <a:cubicBezTo>
                  <a:pt x="2547283" y="2282411"/>
                  <a:pt x="2539719" y="2289277"/>
                  <a:pt x="2531224" y="2289277"/>
                </a:cubicBezTo>
                <a:cubicBezTo>
                  <a:pt x="2522845" y="2289277"/>
                  <a:pt x="2515164" y="2282411"/>
                  <a:pt x="2515164" y="2273217"/>
                </a:cubicBezTo>
                <a:cubicBezTo>
                  <a:pt x="2515164" y="2264722"/>
                  <a:pt x="2522845" y="2257157"/>
                  <a:pt x="2531224" y="2257157"/>
                </a:cubicBezTo>
                <a:close/>
                <a:moveTo>
                  <a:pt x="2466869" y="2257157"/>
                </a:moveTo>
                <a:cubicBezTo>
                  <a:pt x="2475364" y="2257157"/>
                  <a:pt x="2483044" y="2264722"/>
                  <a:pt x="2483044" y="2273217"/>
                </a:cubicBezTo>
                <a:cubicBezTo>
                  <a:pt x="2483044" y="2282411"/>
                  <a:pt x="2475364" y="2289277"/>
                  <a:pt x="2466869" y="2289277"/>
                </a:cubicBezTo>
                <a:cubicBezTo>
                  <a:pt x="2457675" y="2289277"/>
                  <a:pt x="2450809" y="2282411"/>
                  <a:pt x="2450809" y="2273217"/>
                </a:cubicBezTo>
                <a:cubicBezTo>
                  <a:pt x="2450809" y="2264722"/>
                  <a:pt x="2457675" y="2257157"/>
                  <a:pt x="2466869" y="2257157"/>
                </a:cubicBezTo>
                <a:close/>
                <a:moveTo>
                  <a:pt x="2402631" y="2257157"/>
                </a:moveTo>
                <a:cubicBezTo>
                  <a:pt x="2411010" y="2257157"/>
                  <a:pt x="2418690" y="2264722"/>
                  <a:pt x="2418690" y="2273217"/>
                </a:cubicBezTo>
                <a:cubicBezTo>
                  <a:pt x="2418690" y="2282411"/>
                  <a:pt x="2411010" y="2289277"/>
                  <a:pt x="2402631" y="2289277"/>
                </a:cubicBezTo>
                <a:cubicBezTo>
                  <a:pt x="2393438" y="2289277"/>
                  <a:pt x="2386455" y="2282411"/>
                  <a:pt x="2386455" y="2273217"/>
                </a:cubicBezTo>
                <a:cubicBezTo>
                  <a:pt x="2386455" y="2264722"/>
                  <a:pt x="2393438" y="2257157"/>
                  <a:pt x="2402631" y="2257157"/>
                </a:cubicBezTo>
                <a:close/>
                <a:moveTo>
                  <a:pt x="2337462" y="2257157"/>
                </a:moveTo>
                <a:cubicBezTo>
                  <a:pt x="2346656" y="2257157"/>
                  <a:pt x="2353522" y="2264722"/>
                  <a:pt x="2353522" y="2273217"/>
                </a:cubicBezTo>
                <a:cubicBezTo>
                  <a:pt x="2353522" y="2282411"/>
                  <a:pt x="2346656" y="2289277"/>
                  <a:pt x="2337462" y="2289277"/>
                </a:cubicBezTo>
                <a:cubicBezTo>
                  <a:pt x="2329084" y="2289277"/>
                  <a:pt x="2322218" y="2282411"/>
                  <a:pt x="2322218" y="2273217"/>
                </a:cubicBezTo>
                <a:cubicBezTo>
                  <a:pt x="2322218" y="2264722"/>
                  <a:pt x="2329084" y="2257157"/>
                  <a:pt x="2337462" y="2257157"/>
                </a:cubicBezTo>
                <a:close/>
                <a:moveTo>
                  <a:pt x="2273109" y="2257157"/>
                </a:moveTo>
                <a:cubicBezTo>
                  <a:pt x="2282302" y="2257157"/>
                  <a:pt x="2289284" y="2264722"/>
                  <a:pt x="2289284" y="2273217"/>
                </a:cubicBezTo>
                <a:cubicBezTo>
                  <a:pt x="2289284" y="2282411"/>
                  <a:pt x="2282302" y="2289277"/>
                  <a:pt x="2273109" y="2289277"/>
                </a:cubicBezTo>
                <a:cubicBezTo>
                  <a:pt x="2264730" y="2289277"/>
                  <a:pt x="2257049" y="2282411"/>
                  <a:pt x="2257049" y="2273217"/>
                </a:cubicBezTo>
                <a:cubicBezTo>
                  <a:pt x="2257049" y="2264722"/>
                  <a:pt x="2264730" y="2257157"/>
                  <a:pt x="2273109" y="2257157"/>
                </a:cubicBezTo>
                <a:close/>
                <a:moveTo>
                  <a:pt x="2208755" y="2257157"/>
                </a:moveTo>
                <a:cubicBezTo>
                  <a:pt x="2217948" y="2257157"/>
                  <a:pt x="2224930" y="2264722"/>
                  <a:pt x="2224930" y="2273217"/>
                </a:cubicBezTo>
                <a:cubicBezTo>
                  <a:pt x="2224930" y="2282411"/>
                  <a:pt x="2217948" y="2289277"/>
                  <a:pt x="2208755" y="2289277"/>
                </a:cubicBezTo>
                <a:cubicBezTo>
                  <a:pt x="2199561" y="2289277"/>
                  <a:pt x="2192695" y="2282411"/>
                  <a:pt x="2192695" y="2273217"/>
                </a:cubicBezTo>
                <a:cubicBezTo>
                  <a:pt x="2192695" y="2264722"/>
                  <a:pt x="2200376" y="2257157"/>
                  <a:pt x="2208755" y="2257157"/>
                </a:cubicBezTo>
                <a:close/>
                <a:moveTo>
                  <a:pt x="2144517" y="2257157"/>
                </a:moveTo>
                <a:cubicBezTo>
                  <a:pt x="2152896" y="2257157"/>
                  <a:pt x="2160576" y="2264722"/>
                  <a:pt x="2160576" y="2273217"/>
                </a:cubicBezTo>
                <a:cubicBezTo>
                  <a:pt x="2160576" y="2282411"/>
                  <a:pt x="2152896" y="2289277"/>
                  <a:pt x="2144517" y="2289277"/>
                </a:cubicBezTo>
                <a:cubicBezTo>
                  <a:pt x="2135324" y="2289277"/>
                  <a:pt x="2128341" y="2282411"/>
                  <a:pt x="2128341" y="2273217"/>
                </a:cubicBezTo>
                <a:cubicBezTo>
                  <a:pt x="2128341" y="2264722"/>
                  <a:pt x="2135324" y="2257157"/>
                  <a:pt x="2144517" y="2257157"/>
                </a:cubicBezTo>
                <a:close/>
                <a:moveTo>
                  <a:pt x="2080163" y="2257157"/>
                </a:moveTo>
                <a:cubicBezTo>
                  <a:pt x="2088542" y="2257157"/>
                  <a:pt x="2095408" y="2264722"/>
                  <a:pt x="2095408" y="2273217"/>
                </a:cubicBezTo>
                <a:cubicBezTo>
                  <a:pt x="2095408" y="2282411"/>
                  <a:pt x="2088542" y="2289277"/>
                  <a:pt x="2080163" y="2289277"/>
                </a:cubicBezTo>
                <a:cubicBezTo>
                  <a:pt x="2070970" y="2289277"/>
                  <a:pt x="2064104" y="2282411"/>
                  <a:pt x="2064104" y="2273217"/>
                </a:cubicBezTo>
                <a:cubicBezTo>
                  <a:pt x="2064104" y="2264722"/>
                  <a:pt x="2070970" y="2257157"/>
                  <a:pt x="2080163" y="2257157"/>
                </a:cubicBezTo>
                <a:close/>
                <a:moveTo>
                  <a:pt x="2014994" y="2257157"/>
                </a:moveTo>
                <a:cubicBezTo>
                  <a:pt x="2024187" y="2257157"/>
                  <a:pt x="2031169" y="2264722"/>
                  <a:pt x="2031169" y="2273217"/>
                </a:cubicBezTo>
                <a:cubicBezTo>
                  <a:pt x="2031169" y="2282411"/>
                  <a:pt x="2024187" y="2289277"/>
                  <a:pt x="2014994" y="2289277"/>
                </a:cubicBezTo>
                <a:cubicBezTo>
                  <a:pt x="2006615" y="2289277"/>
                  <a:pt x="1998934" y="2282411"/>
                  <a:pt x="1998934" y="2273217"/>
                </a:cubicBezTo>
                <a:cubicBezTo>
                  <a:pt x="1998934" y="2264722"/>
                  <a:pt x="2006615" y="2257157"/>
                  <a:pt x="2014994" y="2257157"/>
                </a:cubicBezTo>
                <a:close/>
                <a:moveTo>
                  <a:pt x="1950756" y="2257157"/>
                </a:moveTo>
                <a:cubicBezTo>
                  <a:pt x="1959135" y="2257157"/>
                  <a:pt x="1966815" y="2264722"/>
                  <a:pt x="1966815" y="2273217"/>
                </a:cubicBezTo>
                <a:cubicBezTo>
                  <a:pt x="1966815" y="2282411"/>
                  <a:pt x="1959135" y="2289277"/>
                  <a:pt x="1950756" y="2289277"/>
                </a:cubicBezTo>
                <a:cubicBezTo>
                  <a:pt x="1942261" y="2289277"/>
                  <a:pt x="1934580" y="2282411"/>
                  <a:pt x="1934580" y="2273217"/>
                </a:cubicBezTo>
                <a:cubicBezTo>
                  <a:pt x="1934580" y="2264722"/>
                  <a:pt x="1942261" y="2257157"/>
                  <a:pt x="1950756" y="2257157"/>
                </a:cubicBezTo>
                <a:close/>
                <a:moveTo>
                  <a:pt x="1886402" y="2257157"/>
                </a:moveTo>
                <a:cubicBezTo>
                  <a:pt x="1894781" y="2257157"/>
                  <a:pt x="1902461" y="2264722"/>
                  <a:pt x="1902461" y="2273217"/>
                </a:cubicBezTo>
                <a:cubicBezTo>
                  <a:pt x="1902461" y="2282411"/>
                  <a:pt x="1894781" y="2289277"/>
                  <a:pt x="1886402" y="2289277"/>
                </a:cubicBezTo>
                <a:cubicBezTo>
                  <a:pt x="1877209" y="2289277"/>
                  <a:pt x="1870343" y="2282411"/>
                  <a:pt x="1870343" y="2273217"/>
                </a:cubicBezTo>
                <a:cubicBezTo>
                  <a:pt x="1870343" y="2264722"/>
                  <a:pt x="1877209" y="2257157"/>
                  <a:pt x="1886402" y="2257157"/>
                </a:cubicBezTo>
                <a:close/>
                <a:moveTo>
                  <a:pt x="1822048" y="2257157"/>
                </a:moveTo>
                <a:cubicBezTo>
                  <a:pt x="1830427" y="2257157"/>
                  <a:pt x="1838108" y="2264722"/>
                  <a:pt x="1838108" y="2273217"/>
                </a:cubicBezTo>
                <a:cubicBezTo>
                  <a:pt x="1838108" y="2282411"/>
                  <a:pt x="1830427" y="2289277"/>
                  <a:pt x="1822048" y="2289277"/>
                </a:cubicBezTo>
                <a:cubicBezTo>
                  <a:pt x="1812855" y="2289277"/>
                  <a:pt x="1805989" y="2282411"/>
                  <a:pt x="1805989" y="2273217"/>
                </a:cubicBezTo>
                <a:cubicBezTo>
                  <a:pt x="1805989" y="2264722"/>
                  <a:pt x="1812855" y="2257157"/>
                  <a:pt x="1822048" y="2257157"/>
                </a:cubicBezTo>
                <a:close/>
                <a:moveTo>
                  <a:pt x="1756879" y="2257157"/>
                </a:moveTo>
                <a:cubicBezTo>
                  <a:pt x="1766073" y="2257157"/>
                  <a:pt x="1773055" y="2264722"/>
                  <a:pt x="1773055" y="2273217"/>
                </a:cubicBezTo>
                <a:cubicBezTo>
                  <a:pt x="1773055" y="2282411"/>
                  <a:pt x="1766073" y="2289277"/>
                  <a:pt x="1756879" y="2289277"/>
                </a:cubicBezTo>
                <a:cubicBezTo>
                  <a:pt x="1748501" y="2289277"/>
                  <a:pt x="1741635" y="2282411"/>
                  <a:pt x="1741635" y="2273217"/>
                </a:cubicBezTo>
                <a:cubicBezTo>
                  <a:pt x="1741635" y="2264722"/>
                  <a:pt x="1748501" y="2257157"/>
                  <a:pt x="1756879" y="2257157"/>
                </a:cubicBezTo>
                <a:close/>
                <a:moveTo>
                  <a:pt x="1692642" y="2257157"/>
                </a:moveTo>
                <a:cubicBezTo>
                  <a:pt x="1701835" y="2257157"/>
                  <a:pt x="1708701" y="2264722"/>
                  <a:pt x="1708701" y="2273217"/>
                </a:cubicBezTo>
                <a:cubicBezTo>
                  <a:pt x="1708701" y="2282411"/>
                  <a:pt x="1701835" y="2289277"/>
                  <a:pt x="1692642" y="2289277"/>
                </a:cubicBezTo>
                <a:cubicBezTo>
                  <a:pt x="1684147" y="2289277"/>
                  <a:pt x="1676466" y="2282411"/>
                  <a:pt x="1676466" y="2273217"/>
                </a:cubicBezTo>
                <a:cubicBezTo>
                  <a:pt x="1676466" y="2264722"/>
                  <a:pt x="1684147" y="2257157"/>
                  <a:pt x="1692642" y="2257157"/>
                </a:cubicBezTo>
                <a:close/>
                <a:moveTo>
                  <a:pt x="1628287" y="2257157"/>
                </a:moveTo>
                <a:cubicBezTo>
                  <a:pt x="1636666" y="2257157"/>
                  <a:pt x="1644346" y="2264722"/>
                  <a:pt x="1644346" y="2273217"/>
                </a:cubicBezTo>
                <a:cubicBezTo>
                  <a:pt x="1644346" y="2282411"/>
                  <a:pt x="1636666" y="2289277"/>
                  <a:pt x="1628287" y="2289277"/>
                </a:cubicBezTo>
                <a:cubicBezTo>
                  <a:pt x="1619094" y="2289277"/>
                  <a:pt x="1612228" y="2282411"/>
                  <a:pt x="1612228" y="2273217"/>
                </a:cubicBezTo>
                <a:cubicBezTo>
                  <a:pt x="1612228" y="2264722"/>
                  <a:pt x="1619094" y="2257157"/>
                  <a:pt x="1628287" y="2257157"/>
                </a:cubicBezTo>
                <a:close/>
                <a:moveTo>
                  <a:pt x="1563933" y="2257157"/>
                </a:moveTo>
                <a:cubicBezTo>
                  <a:pt x="1572312" y="2257157"/>
                  <a:pt x="1579993" y="2264722"/>
                  <a:pt x="1579993" y="2273217"/>
                </a:cubicBezTo>
                <a:cubicBezTo>
                  <a:pt x="1579993" y="2282411"/>
                  <a:pt x="1572312" y="2289277"/>
                  <a:pt x="1563933" y="2289277"/>
                </a:cubicBezTo>
                <a:cubicBezTo>
                  <a:pt x="1554740" y="2289277"/>
                  <a:pt x="1547874" y="2282411"/>
                  <a:pt x="1547874" y="2273217"/>
                </a:cubicBezTo>
                <a:cubicBezTo>
                  <a:pt x="1547874" y="2264722"/>
                  <a:pt x="1554740" y="2257157"/>
                  <a:pt x="1563933" y="2257157"/>
                </a:cubicBezTo>
                <a:close/>
                <a:moveTo>
                  <a:pt x="3305567" y="2192803"/>
                </a:moveTo>
                <a:cubicBezTo>
                  <a:pt x="3313946" y="2192803"/>
                  <a:pt x="3321627" y="2200484"/>
                  <a:pt x="3321627" y="2208863"/>
                </a:cubicBezTo>
                <a:cubicBezTo>
                  <a:pt x="3321627" y="2218057"/>
                  <a:pt x="3313946" y="2224923"/>
                  <a:pt x="3305567" y="2224923"/>
                </a:cubicBezTo>
                <a:cubicBezTo>
                  <a:pt x="3296374" y="2224923"/>
                  <a:pt x="3289508" y="2218057"/>
                  <a:pt x="3289508" y="2208863"/>
                </a:cubicBezTo>
                <a:cubicBezTo>
                  <a:pt x="3289508" y="2200484"/>
                  <a:pt x="3296374" y="2192803"/>
                  <a:pt x="3305567" y="2192803"/>
                </a:cubicBezTo>
                <a:close/>
                <a:moveTo>
                  <a:pt x="3241213" y="2192803"/>
                </a:moveTo>
                <a:cubicBezTo>
                  <a:pt x="3249708" y="2192803"/>
                  <a:pt x="3256574" y="2200484"/>
                  <a:pt x="3256574" y="2208863"/>
                </a:cubicBezTo>
                <a:cubicBezTo>
                  <a:pt x="3256574" y="2218057"/>
                  <a:pt x="3249708" y="2224923"/>
                  <a:pt x="3241213" y="2224923"/>
                </a:cubicBezTo>
                <a:cubicBezTo>
                  <a:pt x="3232020" y="2224923"/>
                  <a:pt x="3225154" y="2218057"/>
                  <a:pt x="3225154" y="2208863"/>
                </a:cubicBezTo>
                <a:cubicBezTo>
                  <a:pt x="3225154" y="2200484"/>
                  <a:pt x="3232020" y="2192803"/>
                  <a:pt x="3241213" y="2192803"/>
                </a:cubicBezTo>
                <a:close/>
                <a:moveTo>
                  <a:pt x="3176161" y="2192803"/>
                </a:moveTo>
                <a:cubicBezTo>
                  <a:pt x="3185354" y="2192803"/>
                  <a:pt x="3192220" y="2200484"/>
                  <a:pt x="3192220" y="2208863"/>
                </a:cubicBezTo>
                <a:cubicBezTo>
                  <a:pt x="3192220" y="2218057"/>
                  <a:pt x="3185354" y="2224923"/>
                  <a:pt x="3176161" y="2224923"/>
                </a:cubicBezTo>
                <a:cubicBezTo>
                  <a:pt x="3167666" y="2224923"/>
                  <a:pt x="3160800" y="2218057"/>
                  <a:pt x="3160102" y="2208863"/>
                </a:cubicBezTo>
                <a:cubicBezTo>
                  <a:pt x="3160102" y="2200484"/>
                  <a:pt x="3167666" y="2192803"/>
                  <a:pt x="3176161" y="2192803"/>
                </a:cubicBezTo>
                <a:close/>
                <a:moveTo>
                  <a:pt x="3111806" y="2192803"/>
                </a:moveTo>
                <a:cubicBezTo>
                  <a:pt x="3121000" y="2192803"/>
                  <a:pt x="3127866" y="2200484"/>
                  <a:pt x="3127866" y="2208863"/>
                </a:cubicBezTo>
                <a:cubicBezTo>
                  <a:pt x="3127866" y="2218057"/>
                  <a:pt x="3121000" y="2224923"/>
                  <a:pt x="3111806" y="2224923"/>
                </a:cubicBezTo>
                <a:cubicBezTo>
                  <a:pt x="3103427" y="2224923"/>
                  <a:pt x="3095747" y="2218057"/>
                  <a:pt x="3095747" y="2208863"/>
                </a:cubicBezTo>
                <a:cubicBezTo>
                  <a:pt x="3095747" y="2200484"/>
                  <a:pt x="3103427" y="2192803"/>
                  <a:pt x="3111806" y="2192803"/>
                </a:cubicBezTo>
                <a:close/>
                <a:moveTo>
                  <a:pt x="3047452" y="2192803"/>
                </a:moveTo>
                <a:cubicBezTo>
                  <a:pt x="3055831" y="2192803"/>
                  <a:pt x="3063512" y="2200484"/>
                  <a:pt x="3063512" y="2208863"/>
                </a:cubicBezTo>
                <a:cubicBezTo>
                  <a:pt x="3063512" y="2218057"/>
                  <a:pt x="3055831" y="2224923"/>
                  <a:pt x="3047452" y="2224923"/>
                </a:cubicBezTo>
                <a:cubicBezTo>
                  <a:pt x="3038259" y="2224923"/>
                  <a:pt x="3031393" y="2218057"/>
                  <a:pt x="3031393" y="2208863"/>
                </a:cubicBezTo>
                <a:cubicBezTo>
                  <a:pt x="3031393" y="2200484"/>
                  <a:pt x="3038259" y="2192803"/>
                  <a:pt x="3047452" y="2192803"/>
                </a:cubicBezTo>
                <a:close/>
                <a:moveTo>
                  <a:pt x="2983099" y="2192803"/>
                </a:moveTo>
                <a:cubicBezTo>
                  <a:pt x="2991594" y="2192803"/>
                  <a:pt x="2999158" y="2200484"/>
                  <a:pt x="2999158" y="2208863"/>
                </a:cubicBezTo>
                <a:cubicBezTo>
                  <a:pt x="2999158" y="2218057"/>
                  <a:pt x="2991594" y="2224923"/>
                  <a:pt x="2983099" y="2224923"/>
                </a:cubicBezTo>
                <a:cubicBezTo>
                  <a:pt x="2973905" y="2224923"/>
                  <a:pt x="2967039" y="2218057"/>
                  <a:pt x="2967039" y="2208863"/>
                </a:cubicBezTo>
                <a:cubicBezTo>
                  <a:pt x="2967039" y="2200484"/>
                  <a:pt x="2973905" y="2192803"/>
                  <a:pt x="2983099" y="2192803"/>
                </a:cubicBezTo>
                <a:close/>
                <a:moveTo>
                  <a:pt x="2918046" y="2192803"/>
                </a:moveTo>
                <a:cubicBezTo>
                  <a:pt x="2927240" y="2192803"/>
                  <a:pt x="2934106" y="2200484"/>
                  <a:pt x="2934106" y="2208863"/>
                </a:cubicBezTo>
                <a:cubicBezTo>
                  <a:pt x="2934106" y="2218057"/>
                  <a:pt x="2927240" y="2224923"/>
                  <a:pt x="2918046" y="2224923"/>
                </a:cubicBezTo>
                <a:cubicBezTo>
                  <a:pt x="2909551" y="2224923"/>
                  <a:pt x="2902685" y="2218057"/>
                  <a:pt x="2902685" y="2208863"/>
                </a:cubicBezTo>
                <a:cubicBezTo>
                  <a:pt x="2902685" y="2200484"/>
                  <a:pt x="2909551" y="2192803"/>
                  <a:pt x="2918046" y="2192803"/>
                </a:cubicBezTo>
                <a:close/>
                <a:moveTo>
                  <a:pt x="2853692" y="2192803"/>
                </a:moveTo>
                <a:cubicBezTo>
                  <a:pt x="2862886" y="2192803"/>
                  <a:pt x="2869752" y="2200484"/>
                  <a:pt x="2869752" y="2208863"/>
                </a:cubicBezTo>
                <a:cubicBezTo>
                  <a:pt x="2869752" y="2218057"/>
                  <a:pt x="2862886" y="2224923"/>
                  <a:pt x="2853692" y="2224923"/>
                </a:cubicBezTo>
                <a:cubicBezTo>
                  <a:pt x="2845313" y="2224923"/>
                  <a:pt x="2837633" y="2218057"/>
                  <a:pt x="2837633" y="2208863"/>
                </a:cubicBezTo>
                <a:cubicBezTo>
                  <a:pt x="2837633" y="2200484"/>
                  <a:pt x="2845313" y="2192803"/>
                  <a:pt x="2853692" y="2192803"/>
                </a:cubicBezTo>
                <a:close/>
                <a:moveTo>
                  <a:pt x="2789338" y="2192803"/>
                </a:moveTo>
                <a:cubicBezTo>
                  <a:pt x="2798532" y="2192803"/>
                  <a:pt x="2805398" y="2200484"/>
                  <a:pt x="2805398" y="2208863"/>
                </a:cubicBezTo>
                <a:cubicBezTo>
                  <a:pt x="2805398" y="2218057"/>
                  <a:pt x="2798532" y="2224923"/>
                  <a:pt x="2789338" y="2224923"/>
                </a:cubicBezTo>
                <a:cubicBezTo>
                  <a:pt x="2780959" y="2224923"/>
                  <a:pt x="2773279" y="2218057"/>
                  <a:pt x="2773279" y="2208863"/>
                </a:cubicBezTo>
                <a:cubicBezTo>
                  <a:pt x="2773279" y="2200484"/>
                  <a:pt x="2780959" y="2192803"/>
                  <a:pt x="2789338" y="2192803"/>
                </a:cubicBezTo>
                <a:close/>
                <a:moveTo>
                  <a:pt x="2724984" y="2192803"/>
                </a:moveTo>
                <a:cubicBezTo>
                  <a:pt x="2733479" y="2192803"/>
                  <a:pt x="2741159" y="2200484"/>
                  <a:pt x="2741159" y="2208863"/>
                </a:cubicBezTo>
                <a:cubicBezTo>
                  <a:pt x="2741159" y="2218057"/>
                  <a:pt x="2733479" y="2224923"/>
                  <a:pt x="2724984" y="2224923"/>
                </a:cubicBezTo>
                <a:cubicBezTo>
                  <a:pt x="2715790" y="2224923"/>
                  <a:pt x="2708924" y="2218057"/>
                  <a:pt x="2708924" y="2208863"/>
                </a:cubicBezTo>
                <a:cubicBezTo>
                  <a:pt x="2708924" y="2200484"/>
                  <a:pt x="2715790" y="2192803"/>
                  <a:pt x="2724984" y="2192803"/>
                </a:cubicBezTo>
                <a:close/>
                <a:moveTo>
                  <a:pt x="2660630" y="2192803"/>
                </a:moveTo>
                <a:cubicBezTo>
                  <a:pt x="2669125" y="2192803"/>
                  <a:pt x="2675991" y="2200484"/>
                  <a:pt x="2675991" y="2208863"/>
                </a:cubicBezTo>
                <a:cubicBezTo>
                  <a:pt x="2675991" y="2218057"/>
                  <a:pt x="2669125" y="2224923"/>
                  <a:pt x="2660630" y="2224923"/>
                </a:cubicBezTo>
                <a:cubicBezTo>
                  <a:pt x="2651553" y="2224923"/>
                  <a:pt x="2644570" y="2218057"/>
                  <a:pt x="2644570" y="2208863"/>
                </a:cubicBezTo>
                <a:cubicBezTo>
                  <a:pt x="2644570" y="2200484"/>
                  <a:pt x="2651553" y="2192803"/>
                  <a:pt x="2660630" y="2192803"/>
                </a:cubicBezTo>
                <a:close/>
                <a:moveTo>
                  <a:pt x="2595577" y="2192803"/>
                </a:moveTo>
                <a:cubicBezTo>
                  <a:pt x="2604771" y="2192803"/>
                  <a:pt x="2611637" y="2200484"/>
                  <a:pt x="2611637" y="2208863"/>
                </a:cubicBezTo>
                <a:cubicBezTo>
                  <a:pt x="2611637" y="2218057"/>
                  <a:pt x="2604771" y="2224923"/>
                  <a:pt x="2595577" y="2224923"/>
                </a:cubicBezTo>
                <a:cubicBezTo>
                  <a:pt x="2587198" y="2224923"/>
                  <a:pt x="2580216" y="2218057"/>
                  <a:pt x="2579518" y="2208863"/>
                </a:cubicBezTo>
                <a:cubicBezTo>
                  <a:pt x="2579518" y="2200484"/>
                  <a:pt x="2587198" y="2192803"/>
                  <a:pt x="2595577" y="2192803"/>
                </a:cubicBezTo>
                <a:close/>
                <a:moveTo>
                  <a:pt x="2531224" y="2192803"/>
                </a:moveTo>
                <a:cubicBezTo>
                  <a:pt x="2539719" y="2192803"/>
                  <a:pt x="2547283" y="2200484"/>
                  <a:pt x="2547283" y="2208863"/>
                </a:cubicBezTo>
                <a:cubicBezTo>
                  <a:pt x="2547283" y="2218057"/>
                  <a:pt x="2539719" y="2224923"/>
                  <a:pt x="2531224" y="2224923"/>
                </a:cubicBezTo>
                <a:cubicBezTo>
                  <a:pt x="2522845" y="2224923"/>
                  <a:pt x="2515164" y="2218057"/>
                  <a:pt x="2515164" y="2208863"/>
                </a:cubicBezTo>
                <a:cubicBezTo>
                  <a:pt x="2515164" y="2200484"/>
                  <a:pt x="2522845" y="2192803"/>
                  <a:pt x="2531224" y="2192803"/>
                </a:cubicBezTo>
                <a:close/>
                <a:moveTo>
                  <a:pt x="2466869" y="2192803"/>
                </a:moveTo>
                <a:cubicBezTo>
                  <a:pt x="2475364" y="2192803"/>
                  <a:pt x="2483044" y="2200484"/>
                  <a:pt x="2483044" y="2208863"/>
                </a:cubicBezTo>
                <a:cubicBezTo>
                  <a:pt x="2483044" y="2218057"/>
                  <a:pt x="2475364" y="2224923"/>
                  <a:pt x="2466869" y="2224923"/>
                </a:cubicBezTo>
                <a:cubicBezTo>
                  <a:pt x="2457675" y="2224923"/>
                  <a:pt x="2450809" y="2218057"/>
                  <a:pt x="2450809" y="2208863"/>
                </a:cubicBezTo>
                <a:cubicBezTo>
                  <a:pt x="2450809" y="2200484"/>
                  <a:pt x="2457675" y="2192803"/>
                  <a:pt x="2466869" y="2192803"/>
                </a:cubicBezTo>
                <a:close/>
                <a:moveTo>
                  <a:pt x="2402631" y="2192803"/>
                </a:moveTo>
                <a:cubicBezTo>
                  <a:pt x="2411010" y="2192803"/>
                  <a:pt x="2418690" y="2200484"/>
                  <a:pt x="2418690" y="2208863"/>
                </a:cubicBezTo>
                <a:cubicBezTo>
                  <a:pt x="2418690" y="2218057"/>
                  <a:pt x="2411010" y="2224923"/>
                  <a:pt x="2402631" y="2224923"/>
                </a:cubicBezTo>
                <a:cubicBezTo>
                  <a:pt x="2393438" y="2224923"/>
                  <a:pt x="2386455" y="2218057"/>
                  <a:pt x="2386455" y="2208863"/>
                </a:cubicBezTo>
                <a:cubicBezTo>
                  <a:pt x="2386455" y="2200484"/>
                  <a:pt x="2393438" y="2192803"/>
                  <a:pt x="2402631" y="2192803"/>
                </a:cubicBezTo>
                <a:close/>
                <a:moveTo>
                  <a:pt x="2337462" y="2192803"/>
                </a:moveTo>
                <a:cubicBezTo>
                  <a:pt x="2346656" y="2192803"/>
                  <a:pt x="2353522" y="2200484"/>
                  <a:pt x="2353522" y="2208863"/>
                </a:cubicBezTo>
                <a:cubicBezTo>
                  <a:pt x="2353522" y="2218057"/>
                  <a:pt x="2346656" y="2224923"/>
                  <a:pt x="2337462" y="2224923"/>
                </a:cubicBezTo>
                <a:cubicBezTo>
                  <a:pt x="2329084" y="2224923"/>
                  <a:pt x="2322218" y="2218057"/>
                  <a:pt x="2322218" y="2208863"/>
                </a:cubicBezTo>
                <a:cubicBezTo>
                  <a:pt x="2322218" y="2200484"/>
                  <a:pt x="2329084" y="2192803"/>
                  <a:pt x="2337462" y="2192803"/>
                </a:cubicBezTo>
                <a:close/>
                <a:moveTo>
                  <a:pt x="2273109" y="2192803"/>
                </a:moveTo>
                <a:cubicBezTo>
                  <a:pt x="2282302" y="2192803"/>
                  <a:pt x="2289284" y="2200484"/>
                  <a:pt x="2289284" y="2208863"/>
                </a:cubicBezTo>
                <a:cubicBezTo>
                  <a:pt x="2289284" y="2218057"/>
                  <a:pt x="2282302" y="2224923"/>
                  <a:pt x="2273109" y="2224923"/>
                </a:cubicBezTo>
                <a:cubicBezTo>
                  <a:pt x="2264730" y="2224923"/>
                  <a:pt x="2257049" y="2218057"/>
                  <a:pt x="2257049" y="2208863"/>
                </a:cubicBezTo>
                <a:cubicBezTo>
                  <a:pt x="2257049" y="2200484"/>
                  <a:pt x="2264730" y="2192803"/>
                  <a:pt x="2273109" y="2192803"/>
                </a:cubicBezTo>
                <a:close/>
                <a:moveTo>
                  <a:pt x="2208755" y="2192803"/>
                </a:moveTo>
                <a:cubicBezTo>
                  <a:pt x="2217948" y="2192803"/>
                  <a:pt x="2224930" y="2200484"/>
                  <a:pt x="2224930" y="2208863"/>
                </a:cubicBezTo>
                <a:cubicBezTo>
                  <a:pt x="2224930" y="2218057"/>
                  <a:pt x="2217948" y="2224923"/>
                  <a:pt x="2208755" y="2224923"/>
                </a:cubicBezTo>
                <a:cubicBezTo>
                  <a:pt x="2199561" y="2224923"/>
                  <a:pt x="2192695" y="2218057"/>
                  <a:pt x="2192695" y="2208863"/>
                </a:cubicBezTo>
                <a:cubicBezTo>
                  <a:pt x="2192695" y="2200484"/>
                  <a:pt x="2200376" y="2192803"/>
                  <a:pt x="2208755" y="2192803"/>
                </a:cubicBezTo>
                <a:close/>
                <a:moveTo>
                  <a:pt x="2144517" y="2192803"/>
                </a:moveTo>
                <a:cubicBezTo>
                  <a:pt x="2152896" y="2192803"/>
                  <a:pt x="2160576" y="2200484"/>
                  <a:pt x="2160576" y="2208863"/>
                </a:cubicBezTo>
                <a:cubicBezTo>
                  <a:pt x="2160576" y="2218057"/>
                  <a:pt x="2152896" y="2224923"/>
                  <a:pt x="2144517" y="2224923"/>
                </a:cubicBezTo>
                <a:cubicBezTo>
                  <a:pt x="2135324" y="2224923"/>
                  <a:pt x="2128341" y="2218057"/>
                  <a:pt x="2128341" y="2208863"/>
                </a:cubicBezTo>
                <a:cubicBezTo>
                  <a:pt x="2128341" y="2200484"/>
                  <a:pt x="2135324" y="2192803"/>
                  <a:pt x="2144517" y="2192803"/>
                </a:cubicBezTo>
                <a:close/>
                <a:moveTo>
                  <a:pt x="2080163" y="2192803"/>
                </a:moveTo>
                <a:cubicBezTo>
                  <a:pt x="2088542" y="2192803"/>
                  <a:pt x="2095408" y="2200484"/>
                  <a:pt x="2095408" y="2208863"/>
                </a:cubicBezTo>
                <a:cubicBezTo>
                  <a:pt x="2095408" y="2218057"/>
                  <a:pt x="2088542" y="2224923"/>
                  <a:pt x="2080163" y="2224923"/>
                </a:cubicBezTo>
                <a:cubicBezTo>
                  <a:pt x="2070970" y="2224923"/>
                  <a:pt x="2064104" y="2218057"/>
                  <a:pt x="2064104" y="2208863"/>
                </a:cubicBezTo>
                <a:cubicBezTo>
                  <a:pt x="2064104" y="2200484"/>
                  <a:pt x="2070970" y="2192803"/>
                  <a:pt x="2080163" y="2192803"/>
                </a:cubicBezTo>
                <a:close/>
                <a:moveTo>
                  <a:pt x="2014994" y="2192803"/>
                </a:moveTo>
                <a:cubicBezTo>
                  <a:pt x="2024187" y="2192803"/>
                  <a:pt x="2031169" y="2200484"/>
                  <a:pt x="2031169" y="2208863"/>
                </a:cubicBezTo>
                <a:cubicBezTo>
                  <a:pt x="2031169" y="2218057"/>
                  <a:pt x="2024187" y="2224923"/>
                  <a:pt x="2014994" y="2224923"/>
                </a:cubicBezTo>
                <a:cubicBezTo>
                  <a:pt x="2006615" y="2224923"/>
                  <a:pt x="1998934" y="2218057"/>
                  <a:pt x="1998934" y="2208863"/>
                </a:cubicBezTo>
                <a:cubicBezTo>
                  <a:pt x="1998934" y="2200484"/>
                  <a:pt x="2006615" y="2192803"/>
                  <a:pt x="2014994" y="2192803"/>
                </a:cubicBezTo>
                <a:close/>
                <a:moveTo>
                  <a:pt x="1950756" y="2192803"/>
                </a:moveTo>
                <a:cubicBezTo>
                  <a:pt x="1959135" y="2192803"/>
                  <a:pt x="1966815" y="2200484"/>
                  <a:pt x="1966815" y="2208863"/>
                </a:cubicBezTo>
                <a:cubicBezTo>
                  <a:pt x="1966815" y="2218057"/>
                  <a:pt x="1959135" y="2224923"/>
                  <a:pt x="1950756" y="2224923"/>
                </a:cubicBezTo>
                <a:cubicBezTo>
                  <a:pt x="1942261" y="2224923"/>
                  <a:pt x="1934580" y="2218057"/>
                  <a:pt x="1934580" y="2208863"/>
                </a:cubicBezTo>
                <a:cubicBezTo>
                  <a:pt x="1934580" y="2200484"/>
                  <a:pt x="1942261" y="2192803"/>
                  <a:pt x="1950756" y="2192803"/>
                </a:cubicBezTo>
                <a:close/>
                <a:moveTo>
                  <a:pt x="1886402" y="2192803"/>
                </a:moveTo>
                <a:cubicBezTo>
                  <a:pt x="1894781" y="2192803"/>
                  <a:pt x="1902461" y="2200484"/>
                  <a:pt x="1902461" y="2208863"/>
                </a:cubicBezTo>
                <a:cubicBezTo>
                  <a:pt x="1902461" y="2218057"/>
                  <a:pt x="1894781" y="2224923"/>
                  <a:pt x="1886402" y="2224923"/>
                </a:cubicBezTo>
                <a:cubicBezTo>
                  <a:pt x="1877209" y="2224923"/>
                  <a:pt x="1870343" y="2218057"/>
                  <a:pt x="1870343" y="2208863"/>
                </a:cubicBezTo>
                <a:cubicBezTo>
                  <a:pt x="1870343" y="2200484"/>
                  <a:pt x="1877209" y="2192803"/>
                  <a:pt x="1886402" y="2192803"/>
                </a:cubicBezTo>
                <a:close/>
                <a:moveTo>
                  <a:pt x="1822048" y="2192803"/>
                </a:moveTo>
                <a:cubicBezTo>
                  <a:pt x="1830427" y="2192803"/>
                  <a:pt x="1838108" y="2200484"/>
                  <a:pt x="1838108" y="2208863"/>
                </a:cubicBezTo>
                <a:cubicBezTo>
                  <a:pt x="1838108" y="2218057"/>
                  <a:pt x="1830427" y="2224923"/>
                  <a:pt x="1822048" y="2224923"/>
                </a:cubicBezTo>
                <a:cubicBezTo>
                  <a:pt x="1812855" y="2224923"/>
                  <a:pt x="1805989" y="2218057"/>
                  <a:pt x="1805989" y="2208863"/>
                </a:cubicBezTo>
                <a:cubicBezTo>
                  <a:pt x="1805989" y="2200484"/>
                  <a:pt x="1812855" y="2192803"/>
                  <a:pt x="1822048" y="2192803"/>
                </a:cubicBezTo>
                <a:close/>
                <a:moveTo>
                  <a:pt x="1756879" y="2192803"/>
                </a:moveTo>
                <a:cubicBezTo>
                  <a:pt x="1766073" y="2192803"/>
                  <a:pt x="1773055" y="2200484"/>
                  <a:pt x="1773055" y="2208863"/>
                </a:cubicBezTo>
                <a:cubicBezTo>
                  <a:pt x="1773055" y="2218057"/>
                  <a:pt x="1766073" y="2224923"/>
                  <a:pt x="1756879" y="2224923"/>
                </a:cubicBezTo>
                <a:cubicBezTo>
                  <a:pt x="1748501" y="2224923"/>
                  <a:pt x="1741635" y="2218057"/>
                  <a:pt x="1741635" y="2208863"/>
                </a:cubicBezTo>
                <a:cubicBezTo>
                  <a:pt x="1741635" y="2200484"/>
                  <a:pt x="1748501" y="2192803"/>
                  <a:pt x="1756879" y="2192803"/>
                </a:cubicBezTo>
                <a:close/>
                <a:moveTo>
                  <a:pt x="1692642" y="2192803"/>
                </a:moveTo>
                <a:cubicBezTo>
                  <a:pt x="1701835" y="2192803"/>
                  <a:pt x="1708701" y="2200484"/>
                  <a:pt x="1708701" y="2208863"/>
                </a:cubicBezTo>
                <a:cubicBezTo>
                  <a:pt x="1708701" y="2218057"/>
                  <a:pt x="1701835" y="2224923"/>
                  <a:pt x="1692642" y="2224923"/>
                </a:cubicBezTo>
                <a:cubicBezTo>
                  <a:pt x="1684147" y="2224923"/>
                  <a:pt x="1676466" y="2218057"/>
                  <a:pt x="1676466" y="2208863"/>
                </a:cubicBezTo>
                <a:cubicBezTo>
                  <a:pt x="1676466" y="2200484"/>
                  <a:pt x="1684147" y="2192803"/>
                  <a:pt x="1692642" y="2192803"/>
                </a:cubicBezTo>
                <a:close/>
                <a:moveTo>
                  <a:pt x="1628287" y="2192803"/>
                </a:moveTo>
                <a:cubicBezTo>
                  <a:pt x="1636666" y="2192803"/>
                  <a:pt x="1644346" y="2200484"/>
                  <a:pt x="1644346" y="2208863"/>
                </a:cubicBezTo>
                <a:cubicBezTo>
                  <a:pt x="1644346" y="2218057"/>
                  <a:pt x="1636666" y="2224923"/>
                  <a:pt x="1628287" y="2224923"/>
                </a:cubicBezTo>
                <a:cubicBezTo>
                  <a:pt x="1619094" y="2224923"/>
                  <a:pt x="1612228" y="2218057"/>
                  <a:pt x="1612228" y="2208863"/>
                </a:cubicBezTo>
                <a:cubicBezTo>
                  <a:pt x="1612228" y="2200484"/>
                  <a:pt x="1619094" y="2192803"/>
                  <a:pt x="1628287" y="2192803"/>
                </a:cubicBezTo>
                <a:close/>
                <a:moveTo>
                  <a:pt x="1563933" y="2192803"/>
                </a:moveTo>
                <a:cubicBezTo>
                  <a:pt x="1572312" y="2192803"/>
                  <a:pt x="1579993" y="2200484"/>
                  <a:pt x="1579993" y="2208863"/>
                </a:cubicBezTo>
                <a:cubicBezTo>
                  <a:pt x="1579993" y="2218057"/>
                  <a:pt x="1572312" y="2224923"/>
                  <a:pt x="1563933" y="2224923"/>
                </a:cubicBezTo>
                <a:cubicBezTo>
                  <a:pt x="1554740" y="2224923"/>
                  <a:pt x="1547874" y="2218057"/>
                  <a:pt x="1547874" y="2208863"/>
                </a:cubicBezTo>
                <a:cubicBezTo>
                  <a:pt x="1547874" y="2200484"/>
                  <a:pt x="1554740" y="2192803"/>
                  <a:pt x="1563933" y="2192803"/>
                </a:cubicBezTo>
                <a:close/>
                <a:moveTo>
                  <a:pt x="3305567" y="2128449"/>
                </a:moveTo>
                <a:cubicBezTo>
                  <a:pt x="3313946" y="2128449"/>
                  <a:pt x="3321627" y="2135316"/>
                  <a:pt x="3321627" y="2144509"/>
                </a:cubicBezTo>
                <a:cubicBezTo>
                  <a:pt x="3321627" y="2153004"/>
                  <a:pt x="3313946" y="2160569"/>
                  <a:pt x="3305567" y="2160569"/>
                </a:cubicBezTo>
                <a:cubicBezTo>
                  <a:pt x="3296374" y="2160569"/>
                  <a:pt x="3289508" y="2153004"/>
                  <a:pt x="3289508" y="2144509"/>
                </a:cubicBezTo>
                <a:cubicBezTo>
                  <a:pt x="3289508" y="2135316"/>
                  <a:pt x="3296374" y="2128449"/>
                  <a:pt x="3305567" y="2128449"/>
                </a:cubicBezTo>
                <a:close/>
                <a:moveTo>
                  <a:pt x="3241213" y="2128449"/>
                </a:moveTo>
                <a:cubicBezTo>
                  <a:pt x="3249708" y="2128449"/>
                  <a:pt x="3256574" y="2135316"/>
                  <a:pt x="3256574" y="2144509"/>
                </a:cubicBezTo>
                <a:cubicBezTo>
                  <a:pt x="3256574" y="2153004"/>
                  <a:pt x="3249708" y="2160569"/>
                  <a:pt x="3241213" y="2160569"/>
                </a:cubicBezTo>
                <a:cubicBezTo>
                  <a:pt x="3232020" y="2160569"/>
                  <a:pt x="3225154" y="2153004"/>
                  <a:pt x="3225154" y="2144509"/>
                </a:cubicBezTo>
                <a:cubicBezTo>
                  <a:pt x="3225154" y="2135316"/>
                  <a:pt x="3232020" y="2128449"/>
                  <a:pt x="3241213" y="2128449"/>
                </a:cubicBezTo>
                <a:close/>
                <a:moveTo>
                  <a:pt x="3176161" y="2128449"/>
                </a:moveTo>
                <a:cubicBezTo>
                  <a:pt x="3185354" y="2128449"/>
                  <a:pt x="3192220" y="2135316"/>
                  <a:pt x="3192220" y="2144509"/>
                </a:cubicBezTo>
                <a:cubicBezTo>
                  <a:pt x="3192220" y="2153004"/>
                  <a:pt x="3185354" y="2160569"/>
                  <a:pt x="3176161" y="2160569"/>
                </a:cubicBezTo>
                <a:cubicBezTo>
                  <a:pt x="3167666" y="2160569"/>
                  <a:pt x="3160800" y="2153004"/>
                  <a:pt x="3160102" y="2144509"/>
                </a:cubicBezTo>
                <a:cubicBezTo>
                  <a:pt x="3160102" y="2135316"/>
                  <a:pt x="3167666" y="2128449"/>
                  <a:pt x="3176161" y="2128449"/>
                </a:cubicBezTo>
                <a:close/>
                <a:moveTo>
                  <a:pt x="3111806" y="2128449"/>
                </a:moveTo>
                <a:cubicBezTo>
                  <a:pt x="3121000" y="2128449"/>
                  <a:pt x="3127866" y="2135316"/>
                  <a:pt x="3127866" y="2144509"/>
                </a:cubicBezTo>
                <a:cubicBezTo>
                  <a:pt x="3127866" y="2153004"/>
                  <a:pt x="3121000" y="2160569"/>
                  <a:pt x="3111806" y="2160569"/>
                </a:cubicBezTo>
                <a:cubicBezTo>
                  <a:pt x="3103427" y="2160569"/>
                  <a:pt x="3095747" y="2153004"/>
                  <a:pt x="3095747" y="2144509"/>
                </a:cubicBezTo>
                <a:cubicBezTo>
                  <a:pt x="3095747" y="2135316"/>
                  <a:pt x="3103427" y="2128449"/>
                  <a:pt x="3111806" y="2128449"/>
                </a:cubicBezTo>
                <a:close/>
                <a:moveTo>
                  <a:pt x="3047452" y="2128449"/>
                </a:moveTo>
                <a:cubicBezTo>
                  <a:pt x="3055831" y="2128449"/>
                  <a:pt x="3063512" y="2135316"/>
                  <a:pt x="3063512" y="2144509"/>
                </a:cubicBezTo>
                <a:cubicBezTo>
                  <a:pt x="3063512" y="2153004"/>
                  <a:pt x="3055831" y="2160569"/>
                  <a:pt x="3047452" y="2160569"/>
                </a:cubicBezTo>
                <a:cubicBezTo>
                  <a:pt x="3038259" y="2160569"/>
                  <a:pt x="3031393" y="2153004"/>
                  <a:pt x="3031393" y="2144509"/>
                </a:cubicBezTo>
                <a:cubicBezTo>
                  <a:pt x="3031393" y="2135316"/>
                  <a:pt x="3038259" y="2128449"/>
                  <a:pt x="3047452" y="2128449"/>
                </a:cubicBezTo>
                <a:close/>
                <a:moveTo>
                  <a:pt x="2983099" y="2128449"/>
                </a:moveTo>
                <a:cubicBezTo>
                  <a:pt x="2991594" y="2128449"/>
                  <a:pt x="2999158" y="2135316"/>
                  <a:pt x="2999158" y="2144509"/>
                </a:cubicBezTo>
                <a:cubicBezTo>
                  <a:pt x="2999158" y="2153004"/>
                  <a:pt x="2991594" y="2160569"/>
                  <a:pt x="2983099" y="2160569"/>
                </a:cubicBezTo>
                <a:cubicBezTo>
                  <a:pt x="2973905" y="2160569"/>
                  <a:pt x="2967039" y="2153004"/>
                  <a:pt x="2967039" y="2144509"/>
                </a:cubicBezTo>
                <a:cubicBezTo>
                  <a:pt x="2967039" y="2135316"/>
                  <a:pt x="2973905" y="2128449"/>
                  <a:pt x="2983099" y="2128449"/>
                </a:cubicBezTo>
                <a:close/>
                <a:moveTo>
                  <a:pt x="2918046" y="2128449"/>
                </a:moveTo>
                <a:cubicBezTo>
                  <a:pt x="2927240" y="2128449"/>
                  <a:pt x="2934106" y="2135316"/>
                  <a:pt x="2934106" y="2144509"/>
                </a:cubicBezTo>
                <a:cubicBezTo>
                  <a:pt x="2934106" y="2153004"/>
                  <a:pt x="2927240" y="2160569"/>
                  <a:pt x="2918046" y="2160569"/>
                </a:cubicBezTo>
                <a:cubicBezTo>
                  <a:pt x="2909551" y="2160569"/>
                  <a:pt x="2902685" y="2153004"/>
                  <a:pt x="2902685" y="2144509"/>
                </a:cubicBezTo>
                <a:cubicBezTo>
                  <a:pt x="2902685" y="2135316"/>
                  <a:pt x="2909551" y="2128449"/>
                  <a:pt x="2918046" y="2128449"/>
                </a:cubicBezTo>
                <a:close/>
                <a:moveTo>
                  <a:pt x="2853692" y="2128449"/>
                </a:moveTo>
                <a:cubicBezTo>
                  <a:pt x="2862886" y="2128449"/>
                  <a:pt x="2869752" y="2135316"/>
                  <a:pt x="2869752" y="2144509"/>
                </a:cubicBezTo>
                <a:cubicBezTo>
                  <a:pt x="2869752" y="2153004"/>
                  <a:pt x="2862886" y="2160569"/>
                  <a:pt x="2853692" y="2160569"/>
                </a:cubicBezTo>
                <a:cubicBezTo>
                  <a:pt x="2845313" y="2160569"/>
                  <a:pt x="2837633" y="2153004"/>
                  <a:pt x="2837633" y="2144509"/>
                </a:cubicBezTo>
                <a:cubicBezTo>
                  <a:pt x="2837633" y="2135316"/>
                  <a:pt x="2845313" y="2128449"/>
                  <a:pt x="2853692" y="2128449"/>
                </a:cubicBezTo>
                <a:close/>
                <a:moveTo>
                  <a:pt x="2789338" y="2128449"/>
                </a:moveTo>
                <a:cubicBezTo>
                  <a:pt x="2798532" y="2128449"/>
                  <a:pt x="2805398" y="2135316"/>
                  <a:pt x="2805398" y="2144509"/>
                </a:cubicBezTo>
                <a:cubicBezTo>
                  <a:pt x="2805398" y="2153004"/>
                  <a:pt x="2798532" y="2160569"/>
                  <a:pt x="2789338" y="2160569"/>
                </a:cubicBezTo>
                <a:cubicBezTo>
                  <a:pt x="2780959" y="2160569"/>
                  <a:pt x="2773279" y="2153004"/>
                  <a:pt x="2773279" y="2144509"/>
                </a:cubicBezTo>
                <a:cubicBezTo>
                  <a:pt x="2773279" y="2135316"/>
                  <a:pt x="2780959" y="2128449"/>
                  <a:pt x="2789338" y="2128449"/>
                </a:cubicBezTo>
                <a:close/>
                <a:moveTo>
                  <a:pt x="2724984" y="2128449"/>
                </a:moveTo>
                <a:cubicBezTo>
                  <a:pt x="2733479" y="2128449"/>
                  <a:pt x="2741159" y="2135316"/>
                  <a:pt x="2741159" y="2144509"/>
                </a:cubicBezTo>
                <a:cubicBezTo>
                  <a:pt x="2741159" y="2153004"/>
                  <a:pt x="2733479" y="2160569"/>
                  <a:pt x="2724984" y="2160569"/>
                </a:cubicBezTo>
                <a:cubicBezTo>
                  <a:pt x="2715790" y="2160569"/>
                  <a:pt x="2708924" y="2153004"/>
                  <a:pt x="2708924" y="2144509"/>
                </a:cubicBezTo>
                <a:cubicBezTo>
                  <a:pt x="2708924" y="2135316"/>
                  <a:pt x="2715790" y="2128449"/>
                  <a:pt x="2724984" y="2128449"/>
                </a:cubicBezTo>
                <a:close/>
                <a:moveTo>
                  <a:pt x="2660630" y="2128449"/>
                </a:moveTo>
                <a:cubicBezTo>
                  <a:pt x="2669125" y="2128449"/>
                  <a:pt x="2675991" y="2135316"/>
                  <a:pt x="2675991" y="2144509"/>
                </a:cubicBezTo>
                <a:cubicBezTo>
                  <a:pt x="2675991" y="2153004"/>
                  <a:pt x="2669125" y="2160569"/>
                  <a:pt x="2660630" y="2160569"/>
                </a:cubicBezTo>
                <a:cubicBezTo>
                  <a:pt x="2651553" y="2160569"/>
                  <a:pt x="2644570" y="2153004"/>
                  <a:pt x="2644570" y="2144509"/>
                </a:cubicBezTo>
                <a:cubicBezTo>
                  <a:pt x="2644570" y="2135316"/>
                  <a:pt x="2651553" y="2128449"/>
                  <a:pt x="2660630" y="2128449"/>
                </a:cubicBezTo>
                <a:close/>
                <a:moveTo>
                  <a:pt x="2595577" y="2128449"/>
                </a:moveTo>
                <a:cubicBezTo>
                  <a:pt x="2604771" y="2128449"/>
                  <a:pt x="2611637" y="2135316"/>
                  <a:pt x="2611637" y="2144509"/>
                </a:cubicBezTo>
                <a:cubicBezTo>
                  <a:pt x="2611637" y="2153004"/>
                  <a:pt x="2604771" y="2160569"/>
                  <a:pt x="2595577" y="2160569"/>
                </a:cubicBezTo>
                <a:cubicBezTo>
                  <a:pt x="2587198" y="2160569"/>
                  <a:pt x="2580216" y="2153004"/>
                  <a:pt x="2579518" y="2144509"/>
                </a:cubicBezTo>
                <a:cubicBezTo>
                  <a:pt x="2579518" y="2135316"/>
                  <a:pt x="2587198" y="2128449"/>
                  <a:pt x="2595577" y="2128449"/>
                </a:cubicBezTo>
                <a:close/>
                <a:moveTo>
                  <a:pt x="2531224" y="2128449"/>
                </a:moveTo>
                <a:cubicBezTo>
                  <a:pt x="2539719" y="2128449"/>
                  <a:pt x="2547283" y="2135316"/>
                  <a:pt x="2547283" y="2144509"/>
                </a:cubicBezTo>
                <a:cubicBezTo>
                  <a:pt x="2547283" y="2153004"/>
                  <a:pt x="2539719" y="2160569"/>
                  <a:pt x="2531224" y="2160569"/>
                </a:cubicBezTo>
                <a:cubicBezTo>
                  <a:pt x="2522845" y="2160569"/>
                  <a:pt x="2515164" y="2153004"/>
                  <a:pt x="2515164" y="2144509"/>
                </a:cubicBezTo>
                <a:cubicBezTo>
                  <a:pt x="2515164" y="2135316"/>
                  <a:pt x="2522845" y="2128449"/>
                  <a:pt x="2531224" y="2128449"/>
                </a:cubicBezTo>
                <a:close/>
                <a:moveTo>
                  <a:pt x="2466869" y="2128449"/>
                </a:moveTo>
                <a:cubicBezTo>
                  <a:pt x="2475364" y="2128449"/>
                  <a:pt x="2483044" y="2135316"/>
                  <a:pt x="2483044" y="2144509"/>
                </a:cubicBezTo>
                <a:cubicBezTo>
                  <a:pt x="2483044" y="2153004"/>
                  <a:pt x="2475364" y="2160569"/>
                  <a:pt x="2466869" y="2160569"/>
                </a:cubicBezTo>
                <a:cubicBezTo>
                  <a:pt x="2457675" y="2160569"/>
                  <a:pt x="2450809" y="2153004"/>
                  <a:pt x="2450809" y="2144509"/>
                </a:cubicBezTo>
                <a:cubicBezTo>
                  <a:pt x="2450809" y="2135316"/>
                  <a:pt x="2457675" y="2128449"/>
                  <a:pt x="2466869" y="2128449"/>
                </a:cubicBezTo>
                <a:close/>
                <a:moveTo>
                  <a:pt x="2402631" y="2128449"/>
                </a:moveTo>
                <a:cubicBezTo>
                  <a:pt x="2411010" y="2128449"/>
                  <a:pt x="2418690" y="2135316"/>
                  <a:pt x="2418690" y="2144509"/>
                </a:cubicBezTo>
                <a:cubicBezTo>
                  <a:pt x="2418690" y="2153004"/>
                  <a:pt x="2411010" y="2160569"/>
                  <a:pt x="2402631" y="2160569"/>
                </a:cubicBezTo>
                <a:cubicBezTo>
                  <a:pt x="2393438" y="2160569"/>
                  <a:pt x="2386455" y="2153004"/>
                  <a:pt x="2386455" y="2144509"/>
                </a:cubicBezTo>
                <a:cubicBezTo>
                  <a:pt x="2386455" y="2135316"/>
                  <a:pt x="2393438" y="2128449"/>
                  <a:pt x="2402631" y="2128449"/>
                </a:cubicBezTo>
                <a:close/>
                <a:moveTo>
                  <a:pt x="2337462" y="2128449"/>
                </a:moveTo>
                <a:cubicBezTo>
                  <a:pt x="2346656" y="2128449"/>
                  <a:pt x="2353522" y="2135316"/>
                  <a:pt x="2353522" y="2144509"/>
                </a:cubicBezTo>
                <a:cubicBezTo>
                  <a:pt x="2353522" y="2153004"/>
                  <a:pt x="2346656" y="2160569"/>
                  <a:pt x="2337462" y="2160569"/>
                </a:cubicBezTo>
                <a:cubicBezTo>
                  <a:pt x="2329084" y="2160569"/>
                  <a:pt x="2322218" y="2153004"/>
                  <a:pt x="2322218" y="2144509"/>
                </a:cubicBezTo>
                <a:cubicBezTo>
                  <a:pt x="2322218" y="2135316"/>
                  <a:pt x="2329084" y="2128449"/>
                  <a:pt x="2337462" y="2128449"/>
                </a:cubicBezTo>
                <a:close/>
                <a:moveTo>
                  <a:pt x="2273109" y="2128449"/>
                </a:moveTo>
                <a:cubicBezTo>
                  <a:pt x="2282302" y="2128449"/>
                  <a:pt x="2289284" y="2135316"/>
                  <a:pt x="2289284" y="2144509"/>
                </a:cubicBezTo>
                <a:cubicBezTo>
                  <a:pt x="2289284" y="2153004"/>
                  <a:pt x="2282302" y="2160569"/>
                  <a:pt x="2273109" y="2160569"/>
                </a:cubicBezTo>
                <a:cubicBezTo>
                  <a:pt x="2264730" y="2160569"/>
                  <a:pt x="2257049" y="2153004"/>
                  <a:pt x="2257049" y="2144509"/>
                </a:cubicBezTo>
                <a:cubicBezTo>
                  <a:pt x="2257049" y="2135316"/>
                  <a:pt x="2264730" y="2128449"/>
                  <a:pt x="2273109" y="2128449"/>
                </a:cubicBezTo>
                <a:close/>
                <a:moveTo>
                  <a:pt x="2208755" y="2128449"/>
                </a:moveTo>
                <a:cubicBezTo>
                  <a:pt x="2217948" y="2128449"/>
                  <a:pt x="2224930" y="2135316"/>
                  <a:pt x="2224930" y="2144509"/>
                </a:cubicBezTo>
                <a:cubicBezTo>
                  <a:pt x="2224930" y="2153004"/>
                  <a:pt x="2217948" y="2160569"/>
                  <a:pt x="2208755" y="2160569"/>
                </a:cubicBezTo>
                <a:cubicBezTo>
                  <a:pt x="2199561" y="2160569"/>
                  <a:pt x="2192695" y="2153004"/>
                  <a:pt x="2192695" y="2144509"/>
                </a:cubicBezTo>
                <a:cubicBezTo>
                  <a:pt x="2192695" y="2135316"/>
                  <a:pt x="2200376" y="2128449"/>
                  <a:pt x="2208755" y="2128449"/>
                </a:cubicBezTo>
                <a:close/>
                <a:moveTo>
                  <a:pt x="2144517" y="2128449"/>
                </a:moveTo>
                <a:cubicBezTo>
                  <a:pt x="2152896" y="2128449"/>
                  <a:pt x="2160576" y="2135316"/>
                  <a:pt x="2160576" y="2144509"/>
                </a:cubicBezTo>
                <a:cubicBezTo>
                  <a:pt x="2160576" y="2153004"/>
                  <a:pt x="2152896" y="2160569"/>
                  <a:pt x="2144517" y="2160569"/>
                </a:cubicBezTo>
                <a:cubicBezTo>
                  <a:pt x="2135324" y="2160569"/>
                  <a:pt x="2128341" y="2153004"/>
                  <a:pt x="2128341" y="2144509"/>
                </a:cubicBezTo>
                <a:cubicBezTo>
                  <a:pt x="2128341" y="2135316"/>
                  <a:pt x="2135324" y="2128449"/>
                  <a:pt x="2144517" y="2128449"/>
                </a:cubicBezTo>
                <a:close/>
                <a:moveTo>
                  <a:pt x="2080163" y="2128449"/>
                </a:moveTo>
                <a:cubicBezTo>
                  <a:pt x="2088542" y="2128449"/>
                  <a:pt x="2095408" y="2135316"/>
                  <a:pt x="2095408" y="2144509"/>
                </a:cubicBezTo>
                <a:cubicBezTo>
                  <a:pt x="2095408" y="2153004"/>
                  <a:pt x="2088542" y="2160569"/>
                  <a:pt x="2080163" y="2160569"/>
                </a:cubicBezTo>
                <a:cubicBezTo>
                  <a:pt x="2070970" y="2160569"/>
                  <a:pt x="2064104" y="2153004"/>
                  <a:pt x="2064104" y="2144509"/>
                </a:cubicBezTo>
                <a:cubicBezTo>
                  <a:pt x="2064104" y="2135316"/>
                  <a:pt x="2070970" y="2128449"/>
                  <a:pt x="2080163" y="2128449"/>
                </a:cubicBezTo>
                <a:close/>
                <a:moveTo>
                  <a:pt x="2014994" y="2128449"/>
                </a:moveTo>
                <a:cubicBezTo>
                  <a:pt x="2024187" y="2128449"/>
                  <a:pt x="2031169" y="2135316"/>
                  <a:pt x="2031169" y="2144509"/>
                </a:cubicBezTo>
                <a:cubicBezTo>
                  <a:pt x="2031169" y="2153004"/>
                  <a:pt x="2024187" y="2160569"/>
                  <a:pt x="2014994" y="2160569"/>
                </a:cubicBezTo>
                <a:cubicBezTo>
                  <a:pt x="2006615" y="2160569"/>
                  <a:pt x="1998934" y="2153004"/>
                  <a:pt x="1998934" y="2144509"/>
                </a:cubicBezTo>
                <a:cubicBezTo>
                  <a:pt x="1998934" y="2135316"/>
                  <a:pt x="2006615" y="2128449"/>
                  <a:pt x="2014994" y="2128449"/>
                </a:cubicBezTo>
                <a:close/>
                <a:moveTo>
                  <a:pt x="1950756" y="2128449"/>
                </a:moveTo>
                <a:cubicBezTo>
                  <a:pt x="1959135" y="2128449"/>
                  <a:pt x="1966815" y="2135316"/>
                  <a:pt x="1966815" y="2144509"/>
                </a:cubicBezTo>
                <a:cubicBezTo>
                  <a:pt x="1966815" y="2153004"/>
                  <a:pt x="1959135" y="2160569"/>
                  <a:pt x="1950756" y="2160569"/>
                </a:cubicBezTo>
                <a:cubicBezTo>
                  <a:pt x="1942261" y="2160569"/>
                  <a:pt x="1934580" y="2153004"/>
                  <a:pt x="1934580" y="2144509"/>
                </a:cubicBezTo>
                <a:cubicBezTo>
                  <a:pt x="1934580" y="2135316"/>
                  <a:pt x="1942261" y="2128449"/>
                  <a:pt x="1950756" y="2128449"/>
                </a:cubicBezTo>
                <a:close/>
                <a:moveTo>
                  <a:pt x="1886402" y="2128449"/>
                </a:moveTo>
                <a:cubicBezTo>
                  <a:pt x="1894781" y="2128449"/>
                  <a:pt x="1902461" y="2135316"/>
                  <a:pt x="1902461" y="2144509"/>
                </a:cubicBezTo>
                <a:cubicBezTo>
                  <a:pt x="1902461" y="2153004"/>
                  <a:pt x="1894781" y="2160569"/>
                  <a:pt x="1886402" y="2160569"/>
                </a:cubicBezTo>
                <a:cubicBezTo>
                  <a:pt x="1877209" y="2160569"/>
                  <a:pt x="1870343" y="2153004"/>
                  <a:pt x="1870343" y="2144509"/>
                </a:cubicBezTo>
                <a:cubicBezTo>
                  <a:pt x="1870343" y="2135316"/>
                  <a:pt x="1877209" y="2128449"/>
                  <a:pt x="1886402" y="2128449"/>
                </a:cubicBezTo>
                <a:close/>
                <a:moveTo>
                  <a:pt x="1822048" y="2128449"/>
                </a:moveTo>
                <a:cubicBezTo>
                  <a:pt x="1830427" y="2128449"/>
                  <a:pt x="1838108" y="2135316"/>
                  <a:pt x="1838108" y="2144509"/>
                </a:cubicBezTo>
                <a:cubicBezTo>
                  <a:pt x="1838108" y="2153004"/>
                  <a:pt x="1830427" y="2160569"/>
                  <a:pt x="1822048" y="2160569"/>
                </a:cubicBezTo>
                <a:cubicBezTo>
                  <a:pt x="1812855" y="2160569"/>
                  <a:pt x="1805989" y="2153004"/>
                  <a:pt x="1805989" y="2144509"/>
                </a:cubicBezTo>
                <a:cubicBezTo>
                  <a:pt x="1805989" y="2135316"/>
                  <a:pt x="1812855" y="2128449"/>
                  <a:pt x="1822048" y="2128449"/>
                </a:cubicBezTo>
                <a:close/>
                <a:moveTo>
                  <a:pt x="1756879" y="2128449"/>
                </a:moveTo>
                <a:cubicBezTo>
                  <a:pt x="1766073" y="2128449"/>
                  <a:pt x="1773055" y="2135316"/>
                  <a:pt x="1773055" y="2144509"/>
                </a:cubicBezTo>
                <a:cubicBezTo>
                  <a:pt x="1773055" y="2153004"/>
                  <a:pt x="1766073" y="2160569"/>
                  <a:pt x="1756879" y="2160569"/>
                </a:cubicBezTo>
                <a:cubicBezTo>
                  <a:pt x="1748501" y="2160569"/>
                  <a:pt x="1741635" y="2153004"/>
                  <a:pt x="1741635" y="2144509"/>
                </a:cubicBezTo>
                <a:cubicBezTo>
                  <a:pt x="1741635" y="2135316"/>
                  <a:pt x="1748501" y="2128449"/>
                  <a:pt x="1756879" y="2128449"/>
                </a:cubicBezTo>
                <a:close/>
                <a:moveTo>
                  <a:pt x="1692642" y="2128449"/>
                </a:moveTo>
                <a:cubicBezTo>
                  <a:pt x="1701835" y="2128449"/>
                  <a:pt x="1708701" y="2135316"/>
                  <a:pt x="1708701" y="2144509"/>
                </a:cubicBezTo>
                <a:cubicBezTo>
                  <a:pt x="1708701" y="2153004"/>
                  <a:pt x="1701835" y="2160569"/>
                  <a:pt x="1692642" y="2160569"/>
                </a:cubicBezTo>
                <a:cubicBezTo>
                  <a:pt x="1684147" y="2160569"/>
                  <a:pt x="1676466" y="2153004"/>
                  <a:pt x="1676466" y="2144509"/>
                </a:cubicBezTo>
                <a:cubicBezTo>
                  <a:pt x="1676466" y="2135316"/>
                  <a:pt x="1684147" y="2128449"/>
                  <a:pt x="1692642" y="2128449"/>
                </a:cubicBezTo>
                <a:close/>
                <a:moveTo>
                  <a:pt x="1628287" y="2128449"/>
                </a:moveTo>
                <a:cubicBezTo>
                  <a:pt x="1636666" y="2128449"/>
                  <a:pt x="1644346" y="2135316"/>
                  <a:pt x="1644346" y="2144509"/>
                </a:cubicBezTo>
                <a:cubicBezTo>
                  <a:pt x="1644346" y="2153004"/>
                  <a:pt x="1636666" y="2160569"/>
                  <a:pt x="1628287" y="2160569"/>
                </a:cubicBezTo>
                <a:cubicBezTo>
                  <a:pt x="1619094" y="2160569"/>
                  <a:pt x="1612228" y="2153004"/>
                  <a:pt x="1612228" y="2144509"/>
                </a:cubicBezTo>
                <a:cubicBezTo>
                  <a:pt x="1612228" y="2135316"/>
                  <a:pt x="1619094" y="2128449"/>
                  <a:pt x="1628287" y="2128449"/>
                </a:cubicBezTo>
                <a:close/>
                <a:moveTo>
                  <a:pt x="3305567" y="2064095"/>
                </a:moveTo>
                <a:cubicBezTo>
                  <a:pt x="3313946" y="2064095"/>
                  <a:pt x="3321627" y="2070961"/>
                  <a:pt x="3321627" y="2079457"/>
                </a:cubicBezTo>
                <a:cubicBezTo>
                  <a:pt x="3321627" y="2088650"/>
                  <a:pt x="3313946" y="2095516"/>
                  <a:pt x="3305567" y="2095516"/>
                </a:cubicBezTo>
                <a:cubicBezTo>
                  <a:pt x="3296374" y="2095516"/>
                  <a:pt x="3289508" y="2088650"/>
                  <a:pt x="3289508" y="2079457"/>
                </a:cubicBezTo>
                <a:cubicBezTo>
                  <a:pt x="3289508" y="2070961"/>
                  <a:pt x="3296374" y="2064095"/>
                  <a:pt x="3305567" y="2064095"/>
                </a:cubicBezTo>
                <a:close/>
                <a:moveTo>
                  <a:pt x="3241213" y="2064095"/>
                </a:moveTo>
                <a:cubicBezTo>
                  <a:pt x="3249708" y="2064095"/>
                  <a:pt x="3256574" y="2070961"/>
                  <a:pt x="3256574" y="2079457"/>
                </a:cubicBezTo>
                <a:cubicBezTo>
                  <a:pt x="3256574" y="2088650"/>
                  <a:pt x="3249708" y="2095516"/>
                  <a:pt x="3241213" y="2095516"/>
                </a:cubicBezTo>
                <a:cubicBezTo>
                  <a:pt x="3232020" y="2095516"/>
                  <a:pt x="3225154" y="2088650"/>
                  <a:pt x="3225154" y="2079457"/>
                </a:cubicBezTo>
                <a:cubicBezTo>
                  <a:pt x="3225154" y="2070961"/>
                  <a:pt x="3232020" y="2064095"/>
                  <a:pt x="3241213" y="2064095"/>
                </a:cubicBezTo>
                <a:close/>
                <a:moveTo>
                  <a:pt x="3176161" y="2064095"/>
                </a:moveTo>
                <a:cubicBezTo>
                  <a:pt x="3185354" y="2064095"/>
                  <a:pt x="3192220" y="2070961"/>
                  <a:pt x="3192220" y="2079457"/>
                </a:cubicBezTo>
                <a:cubicBezTo>
                  <a:pt x="3192220" y="2088650"/>
                  <a:pt x="3185354" y="2095516"/>
                  <a:pt x="3176161" y="2095516"/>
                </a:cubicBezTo>
                <a:cubicBezTo>
                  <a:pt x="3167666" y="2095516"/>
                  <a:pt x="3160800" y="2088650"/>
                  <a:pt x="3160102" y="2079457"/>
                </a:cubicBezTo>
                <a:cubicBezTo>
                  <a:pt x="3160102" y="2070961"/>
                  <a:pt x="3167666" y="2064095"/>
                  <a:pt x="3176161" y="2064095"/>
                </a:cubicBezTo>
                <a:close/>
                <a:moveTo>
                  <a:pt x="3111806" y="2064095"/>
                </a:moveTo>
                <a:cubicBezTo>
                  <a:pt x="3121000" y="2064095"/>
                  <a:pt x="3127866" y="2070961"/>
                  <a:pt x="3127866" y="2079457"/>
                </a:cubicBezTo>
                <a:cubicBezTo>
                  <a:pt x="3127866" y="2088650"/>
                  <a:pt x="3121000" y="2095516"/>
                  <a:pt x="3111806" y="2095516"/>
                </a:cubicBezTo>
                <a:cubicBezTo>
                  <a:pt x="3103427" y="2095516"/>
                  <a:pt x="3095747" y="2088650"/>
                  <a:pt x="3095747" y="2079457"/>
                </a:cubicBezTo>
                <a:cubicBezTo>
                  <a:pt x="3095747" y="2070961"/>
                  <a:pt x="3103427" y="2064095"/>
                  <a:pt x="3111806" y="2064095"/>
                </a:cubicBezTo>
                <a:close/>
                <a:moveTo>
                  <a:pt x="3047452" y="2064095"/>
                </a:moveTo>
                <a:cubicBezTo>
                  <a:pt x="3055831" y="2064095"/>
                  <a:pt x="3063512" y="2070961"/>
                  <a:pt x="3063512" y="2079457"/>
                </a:cubicBezTo>
                <a:cubicBezTo>
                  <a:pt x="3063512" y="2088650"/>
                  <a:pt x="3055831" y="2095516"/>
                  <a:pt x="3047452" y="2095516"/>
                </a:cubicBezTo>
                <a:cubicBezTo>
                  <a:pt x="3038259" y="2095516"/>
                  <a:pt x="3031393" y="2088650"/>
                  <a:pt x="3031393" y="2079457"/>
                </a:cubicBezTo>
                <a:cubicBezTo>
                  <a:pt x="3031393" y="2070961"/>
                  <a:pt x="3038259" y="2064095"/>
                  <a:pt x="3047452" y="2064095"/>
                </a:cubicBezTo>
                <a:close/>
                <a:moveTo>
                  <a:pt x="2983099" y="2064095"/>
                </a:moveTo>
                <a:cubicBezTo>
                  <a:pt x="2991594" y="2064095"/>
                  <a:pt x="2999158" y="2070961"/>
                  <a:pt x="2999158" y="2079457"/>
                </a:cubicBezTo>
                <a:cubicBezTo>
                  <a:pt x="2999158" y="2088650"/>
                  <a:pt x="2991594" y="2095516"/>
                  <a:pt x="2983099" y="2095516"/>
                </a:cubicBezTo>
                <a:cubicBezTo>
                  <a:pt x="2973905" y="2095516"/>
                  <a:pt x="2967039" y="2088650"/>
                  <a:pt x="2967039" y="2079457"/>
                </a:cubicBezTo>
                <a:cubicBezTo>
                  <a:pt x="2967039" y="2070961"/>
                  <a:pt x="2973905" y="2064095"/>
                  <a:pt x="2983099" y="2064095"/>
                </a:cubicBezTo>
                <a:close/>
                <a:moveTo>
                  <a:pt x="2918046" y="2064095"/>
                </a:moveTo>
                <a:cubicBezTo>
                  <a:pt x="2927240" y="2064095"/>
                  <a:pt x="2934106" y="2070961"/>
                  <a:pt x="2934106" y="2079457"/>
                </a:cubicBezTo>
                <a:cubicBezTo>
                  <a:pt x="2934106" y="2088650"/>
                  <a:pt x="2927240" y="2095516"/>
                  <a:pt x="2918046" y="2095516"/>
                </a:cubicBezTo>
                <a:cubicBezTo>
                  <a:pt x="2909551" y="2095516"/>
                  <a:pt x="2902685" y="2088650"/>
                  <a:pt x="2902685" y="2079457"/>
                </a:cubicBezTo>
                <a:cubicBezTo>
                  <a:pt x="2902685" y="2070961"/>
                  <a:pt x="2909551" y="2064095"/>
                  <a:pt x="2918046" y="2064095"/>
                </a:cubicBezTo>
                <a:close/>
                <a:moveTo>
                  <a:pt x="2853692" y="2064095"/>
                </a:moveTo>
                <a:cubicBezTo>
                  <a:pt x="2862886" y="2064095"/>
                  <a:pt x="2869752" y="2070961"/>
                  <a:pt x="2869752" y="2079457"/>
                </a:cubicBezTo>
                <a:cubicBezTo>
                  <a:pt x="2869752" y="2088650"/>
                  <a:pt x="2862886" y="2095516"/>
                  <a:pt x="2853692" y="2095516"/>
                </a:cubicBezTo>
                <a:cubicBezTo>
                  <a:pt x="2845313" y="2095516"/>
                  <a:pt x="2837633" y="2088650"/>
                  <a:pt x="2837633" y="2079457"/>
                </a:cubicBezTo>
                <a:cubicBezTo>
                  <a:pt x="2837633" y="2070961"/>
                  <a:pt x="2845313" y="2064095"/>
                  <a:pt x="2853692" y="2064095"/>
                </a:cubicBezTo>
                <a:close/>
                <a:moveTo>
                  <a:pt x="2789338" y="2064095"/>
                </a:moveTo>
                <a:cubicBezTo>
                  <a:pt x="2798532" y="2064095"/>
                  <a:pt x="2805398" y="2070961"/>
                  <a:pt x="2805398" y="2079457"/>
                </a:cubicBezTo>
                <a:cubicBezTo>
                  <a:pt x="2805398" y="2088650"/>
                  <a:pt x="2798532" y="2095516"/>
                  <a:pt x="2789338" y="2095516"/>
                </a:cubicBezTo>
                <a:cubicBezTo>
                  <a:pt x="2780959" y="2095516"/>
                  <a:pt x="2773279" y="2088650"/>
                  <a:pt x="2773279" y="2079457"/>
                </a:cubicBezTo>
                <a:cubicBezTo>
                  <a:pt x="2773279" y="2070961"/>
                  <a:pt x="2780959" y="2064095"/>
                  <a:pt x="2789338" y="2064095"/>
                </a:cubicBezTo>
                <a:close/>
                <a:moveTo>
                  <a:pt x="2724984" y="2064095"/>
                </a:moveTo>
                <a:cubicBezTo>
                  <a:pt x="2733479" y="2064095"/>
                  <a:pt x="2741159" y="2070961"/>
                  <a:pt x="2741159" y="2079457"/>
                </a:cubicBezTo>
                <a:cubicBezTo>
                  <a:pt x="2741159" y="2088650"/>
                  <a:pt x="2733479" y="2095516"/>
                  <a:pt x="2724984" y="2095516"/>
                </a:cubicBezTo>
                <a:cubicBezTo>
                  <a:pt x="2715790" y="2095516"/>
                  <a:pt x="2708924" y="2088650"/>
                  <a:pt x="2708924" y="2079457"/>
                </a:cubicBezTo>
                <a:cubicBezTo>
                  <a:pt x="2708924" y="2070961"/>
                  <a:pt x="2715790" y="2064095"/>
                  <a:pt x="2724984" y="2064095"/>
                </a:cubicBezTo>
                <a:close/>
                <a:moveTo>
                  <a:pt x="2660630" y="2064095"/>
                </a:moveTo>
                <a:cubicBezTo>
                  <a:pt x="2669125" y="2064095"/>
                  <a:pt x="2675991" y="2070961"/>
                  <a:pt x="2675991" y="2079457"/>
                </a:cubicBezTo>
                <a:cubicBezTo>
                  <a:pt x="2675991" y="2088650"/>
                  <a:pt x="2669125" y="2095516"/>
                  <a:pt x="2660630" y="2095516"/>
                </a:cubicBezTo>
                <a:cubicBezTo>
                  <a:pt x="2651553" y="2095516"/>
                  <a:pt x="2644570" y="2088650"/>
                  <a:pt x="2644570" y="2079457"/>
                </a:cubicBezTo>
                <a:cubicBezTo>
                  <a:pt x="2644570" y="2070961"/>
                  <a:pt x="2651553" y="2064095"/>
                  <a:pt x="2660630" y="2064095"/>
                </a:cubicBezTo>
                <a:close/>
                <a:moveTo>
                  <a:pt x="2595577" y="2064095"/>
                </a:moveTo>
                <a:cubicBezTo>
                  <a:pt x="2604771" y="2064095"/>
                  <a:pt x="2611637" y="2070961"/>
                  <a:pt x="2611637" y="2079457"/>
                </a:cubicBezTo>
                <a:cubicBezTo>
                  <a:pt x="2611637" y="2088650"/>
                  <a:pt x="2604771" y="2095516"/>
                  <a:pt x="2595577" y="2095516"/>
                </a:cubicBezTo>
                <a:cubicBezTo>
                  <a:pt x="2587198" y="2095516"/>
                  <a:pt x="2580216" y="2088650"/>
                  <a:pt x="2579518" y="2079457"/>
                </a:cubicBezTo>
                <a:cubicBezTo>
                  <a:pt x="2579518" y="2070961"/>
                  <a:pt x="2587198" y="2064095"/>
                  <a:pt x="2595577" y="2064095"/>
                </a:cubicBezTo>
                <a:close/>
                <a:moveTo>
                  <a:pt x="2531224" y="2064095"/>
                </a:moveTo>
                <a:cubicBezTo>
                  <a:pt x="2539719" y="2064095"/>
                  <a:pt x="2547283" y="2070961"/>
                  <a:pt x="2547283" y="2079457"/>
                </a:cubicBezTo>
                <a:cubicBezTo>
                  <a:pt x="2547283" y="2088650"/>
                  <a:pt x="2539719" y="2095516"/>
                  <a:pt x="2531224" y="2095516"/>
                </a:cubicBezTo>
                <a:cubicBezTo>
                  <a:pt x="2522845" y="2095516"/>
                  <a:pt x="2515164" y="2088650"/>
                  <a:pt x="2515164" y="2079457"/>
                </a:cubicBezTo>
                <a:cubicBezTo>
                  <a:pt x="2515164" y="2070961"/>
                  <a:pt x="2522845" y="2064095"/>
                  <a:pt x="2531224" y="2064095"/>
                </a:cubicBezTo>
                <a:close/>
                <a:moveTo>
                  <a:pt x="2466869" y="2064095"/>
                </a:moveTo>
                <a:cubicBezTo>
                  <a:pt x="2475364" y="2064095"/>
                  <a:pt x="2483044" y="2070961"/>
                  <a:pt x="2483044" y="2079457"/>
                </a:cubicBezTo>
                <a:cubicBezTo>
                  <a:pt x="2483044" y="2088650"/>
                  <a:pt x="2475364" y="2095516"/>
                  <a:pt x="2466869" y="2095516"/>
                </a:cubicBezTo>
                <a:cubicBezTo>
                  <a:pt x="2457675" y="2095516"/>
                  <a:pt x="2450809" y="2088650"/>
                  <a:pt x="2450809" y="2079457"/>
                </a:cubicBezTo>
                <a:cubicBezTo>
                  <a:pt x="2450809" y="2070961"/>
                  <a:pt x="2457675" y="2064095"/>
                  <a:pt x="2466869" y="2064095"/>
                </a:cubicBezTo>
                <a:close/>
                <a:moveTo>
                  <a:pt x="2402631" y="2064095"/>
                </a:moveTo>
                <a:cubicBezTo>
                  <a:pt x="2411010" y="2064095"/>
                  <a:pt x="2418690" y="2070961"/>
                  <a:pt x="2418690" y="2079457"/>
                </a:cubicBezTo>
                <a:cubicBezTo>
                  <a:pt x="2418690" y="2088650"/>
                  <a:pt x="2411010" y="2095516"/>
                  <a:pt x="2402631" y="2095516"/>
                </a:cubicBezTo>
                <a:cubicBezTo>
                  <a:pt x="2393438" y="2095516"/>
                  <a:pt x="2386455" y="2088650"/>
                  <a:pt x="2386455" y="2079457"/>
                </a:cubicBezTo>
                <a:cubicBezTo>
                  <a:pt x="2386455" y="2070961"/>
                  <a:pt x="2393438" y="2064095"/>
                  <a:pt x="2402631" y="2064095"/>
                </a:cubicBezTo>
                <a:close/>
                <a:moveTo>
                  <a:pt x="2337462" y="2064095"/>
                </a:moveTo>
                <a:cubicBezTo>
                  <a:pt x="2346656" y="2064095"/>
                  <a:pt x="2353522" y="2070961"/>
                  <a:pt x="2353522" y="2079457"/>
                </a:cubicBezTo>
                <a:cubicBezTo>
                  <a:pt x="2353522" y="2088650"/>
                  <a:pt x="2346656" y="2095516"/>
                  <a:pt x="2337462" y="2095516"/>
                </a:cubicBezTo>
                <a:cubicBezTo>
                  <a:pt x="2329084" y="2095516"/>
                  <a:pt x="2322218" y="2088650"/>
                  <a:pt x="2322218" y="2079457"/>
                </a:cubicBezTo>
                <a:cubicBezTo>
                  <a:pt x="2322218" y="2070961"/>
                  <a:pt x="2329084" y="2064095"/>
                  <a:pt x="2337462" y="2064095"/>
                </a:cubicBezTo>
                <a:close/>
                <a:moveTo>
                  <a:pt x="2273109" y="2064095"/>
                </a:moveTo>
                <a:cubicBezTo>
                  <a:pt x="2282302" y="2064095"/>
                  <a:pt x="2289284" y="2070961"/>
                  <a:pt x="2289284" y="2079457"/>
                </a:cubicBezTo>
                <a:cubicBezTo>
                  <a:pt x="2289284" y="2088650"/>
                  <a:pt x="2282302" y="2095516"/>
                  <a:pt x="2273109" y="2095516"/>
                </a:cubicBezTo>
                <a:cubicBezTo>
                  <a:pt x="2264730" y="2095516"/>
                  <a:pt x="2257049" y="2088650"/>
                  <a:pt x="2257049" y="2079457"/>
                </a:cubicBezTo>
                <a:cubicBezTo>
                  <a:pt x="2257049" y="2070961"/>
                  <a:pt x="2264730" y="2064095"/>
                  <a:pt x="2273109" y="2064095"/>
                </a:cubicBezTo>
                <a:close/>
                <a:moveTo>
                  <a:pt x="2208755" y="2064095"/>
                </a:moveTo>
                <a:cubicBezTo>
                  <a:pt x="2217948" y="2064095"/>
                  <a:pt x="2224930" y="2070961"/>
                  <a:pt x="2224930" y="2079457"/>
                </a:cubicBezTo>
                <a:cubicBezTo>
                  <a:pt x="2224930" y="2088650"/>
                  <a:pt x="2217948" y="2095516"/>
                  <a:pt x="2208755" y="2095516"/>
                </a:cubicBezTo>
                <a:cubicBezTo>
                  <a:pt x="2199561" y="2095516"/>
                  <a:pt x="2192695" y="2088650"/>
                  <a:pt x="2192695" y="2079457"/>
                </a:cubicBezTo>
                <a:cubicBezTo>
                  <a:pt x="2192695" y="2070961"/>
                  <a:pt x="2200376" y="2064095"/>
                  <a:pt x="2208755" y="2064095"/>
                </a:cubicBezTo>
                <a:close/>
                <a:moveTo>
                  <a:pt x="2144517" y="2064095"/>
                </a:moveTo>
                <a:cubicBezTo>
                  <a:pt x="2152896" y="2064095"/>
                  <a:pt x="2160576" y="2070961"/>
                  <a:pt x="2160576" y="2079457"/>
                </a:cubicBezTo>
                <a:cubicBezTo>
                  <a:pt x="2160576" y="2088650"/>
                  <a:pt x="2152896" y="2095516"/>
                  <a:pt x="2144517" y="2095516"/>
                </a:cubicBezTo>
                <a:cubicBezTo>
                  <a:pt x="2135324" y="2095516"/>
                  <a:pt x="2128341" y="2088650"/>
                  <a:pt x="2128341" y="2079457"/>
                </a:cubicBezTo>
                <a:cubicBezTo>
                  <a:pt x="2128341" y="2070961"/>
                  <a:pt x="2135324" y="2064095"/>
                  <a:pt x="2144517" y="2064095"/>
                </a:cubicBezTo>
                <a:close/>
                <a:moveTo>
                  <a:pt x="2080163" y="2064095"/>
                </a:moveTo>
                <a:cubicBezTo>
                  <a:pt x="2088542" y="2064095"/>
                  <a:pt x="2095408" y="2070961"/>
                  <a:pt x="2095408" y="2079457"/>
                </a:cubicBezTo>
                <a:cubicBezTo>
                  <a:pt x="2095408" y="2088650"/>
                  <a:pt x="2088542" y="2095516"/>
                  <a:pt x="2080163" y="2095516"/>
                </a:cubicBezTo>
                <a:cubicBezTo>
                  <a:pt x="2070970" y="2095516"/>
                  <a:pt x="2064104" y="2088650"/>
                  <a:pt x="2064104" y="2079457"/>
                </a:cubicBezTo>
                <a:cubicBezTo>
                  <a:pt x="2064104" y="2070961"/>
                  <a:pt x="2070970" y="2064095"/>
                  <a:pt x="2080163" y="2064095"/>
                </a:cubicBezTo>
                <a:close/>
                <a:moveTo>
                  <a:pt x="2014994" y="2064095"/>
                </a:moveTo>
                <a:cubicBezTo>
                  <a:pt x="2024187" y="2064095"/>
                  <a:pt x="2031169" y="2070961"/>
                  <a:pt x="2031169" y="2079457"/>
                </a:cubicBezTo>
                <a:cubicBezTo>
                  <a:pt x="2031169" y="2088650"/>
                  <a:pt x="2024187" y="2095516"/>
                  <a:pt x="2014994" y="2095516"/>
                </a:cubicBezTo>
                <a:cubicBezTo>
                  <a:pt x="2006615" y="2095516"/>
                  <a:pt x="1998934" y="2088650"/>
                  <a:pt x="1998934" y="2079457"/>
                </a:cubicBezTo>
                <a:cubicBezTo>
                  <a:pt x="1998934" y="2070961"/>
                  <a:pt x="2006615" y="2064095"/>
                  <a:pt x="2014994" y="2064095"/>
                </a:cubicBezTo>
                <a:close/>
                <a:moveTo>
                  <a:pt x="1950756" y="2064095"/>
                </a:moveTo>
                <a:cubicBezTo>
                  <a:pt x="1959135" y="2064095"/>
                  <a:pt x="1966815" y="2070961"/>
                  <a:pt x="1966815" y="2079457"/>
                </a:cubicBezTo>
                <a:cubicBezTo>
                  <a:pt x="1966815" y="2088650"/>
                  <a:pt x="1959135" y="2095516"/>
                  <a:pt x="1950756" y="2095516"/>
                </a:cubicBezTo>
                <a:cubicBezTo>
                  <a:pt x="1942261" y="2095516"/>
                  <a:pt x="1934580" y="2088650"/>
                  <a:pt x="1934580" y="2079457"/>
                </a:cubicBezTo>
                <a:cubicBezTo>
                  <a:pt x="1934580" y="2070961"/>
                  <a:pt x="1942261" y="2064095"/>
                  <a:pt x="1950756" y="2064095"/>
                </a:cubicBezTo>
                <a:close/>
                <a:moveTo>
                  <a:pt x="1886402" y="2064095"/>
                </a:moveTo>
                <a:cubicBezTo>
                  <a:pt x="1894781" y="2064095"/>
                  <a:pt x="1902461" y="2070961"/>
                  <a:pt x="1902461" y="2079457"/>
                </a:cubicBezTo>
                <a:cubicBezTo>
                  <a:pt x="1902461" y="2088650"/>
                  <a:pt x="1894781" y="2095516"/>
                  <a:pt x="1886402" y="2095516"/>
                </a:cubicBezTo>
                <a:cubicBezTo>
                  <a:pt x="1877209" y="2095516"/>
                  <a:pt x="1870343" y="2088650"/>
                  <a:pt x="1870343" y="2079457"/>
                </a:cubicBezTo>
                <a:cubicBezTo>
                  <a:pt x="1870343" y="2070961"/>
                  <a:pt x="1877209" y="2064095"/>
                  <a:pt x="1886402" y="2064095"/>
                </a:cubicBezTo>
                <a:close/>
                <a:moveTo>
                  <a:pt x="1822048" y="2064095"/>
                </a:moveTo>
                <a:cubicBezTo>
                  <a:pt x="1830427" y="2064095"/>
                  <a:pt x="1838108" y="2070961"/>
                  <a:pt x="1838108" y="2079457"/>
                </a:cubicBezTo>
                <a:cubicBezTo>
                  <a:pt x="1838108" y="2088650"/>
                  <a:pt x="1830427" y="2095516"/>
                  <a:pt x="1822048" y="2095516"/>
                </a:cubicBezTo>
                <a:cubicBezTo>
                  <a:pt x="1812855" y="2095516"/>
                  <a:pt x="1805989" y="2088650"/>
                  <a:pt x="1805989" y="2079457"/>
                </a:cubicBezTo>
                <a:cubicBezTo>
                  <a:pt x="1805989" y="2070961"/>
                  <a:pt x="1812855" y="2064095"/>
                  <a:pt x="1822048" y="2064095"/>
                </a:cubicBezTo>
                <a:close/>
                <a:moveTo>
                  <a:pt x="1756879" y="2064095"/>
                </a:moveTo>
                <a:cubicBezTo>
                  <a:pt x="1766073" y="2064095"/>
                  <a:pt x="1773055" y="2070961"/>
                  <a:pt x="1773055" y="2079457"/>
                </a:cubicBezTo>
                <a:cubicBezTo>
                  <a:pt x="1773055" y="2088650"/>
                  <a:pt x="1766073" y="2095516"/>
                  <a:pt x="1756879" y="2095516"/>
                </a:cubicBezTo>
                <a:cubicBezTo>
                  <a:pt x="1748501" y="2095516"/>
                  <a:pt x="1741635" y="2088650"/>
                  <a:pt x="1741635" y="2079457"/>
                </a:cubicBezTo>
                <a:cubicBezTo>
                  <a:pt x="1741635" y="2070961"/>
                  <a:pt x="1748501" y="2064095"/>
                  <a:pt x="1756879" y="2064095"/>
                </a:cubicBezTo>
                <a:close/>
                <a:moveTo>
                  <a:pt x="1692642" y="2064095"/>
                </a:moveTo>
                <a:cubicBezTo>
                  <a:pt x="1701835" y="2064095"/>
                  <a:pt x="1708701" y="2070961"/>
                  <a:pt x="1708701" y="2079457"/>
                </a:cubicBezTo>
                <a:cubicBezTo>
                  <a:pt x="1708701" y="2088650"/>
                  <a:pt x="1701835" y="2095516"/>
                  <a:pt x="1692642" y="2095516"/>
                </a:cubicBezTo>
                <a:cubicBezTo>
                  <a:pt x="1684147" y="2095516"/>
                  <a:pt x="1676466" y="2088650"/>
                  <a:pt x="1676466" y="2079457"/>
                </a:cubicBezTo>
                <a:cubicBezTo>
                  <a:pt x="1676466" y="2070961"/>
                  <a:pt x="1684147" y="2064095"/>
                  <a:pt x="1692642" y="2064095"/>
                </a:cubicBezTo>
                <a:close/>
                <a:moveTo>
                  <a:pt x="1628287" y="2064095"/>
                </a:moveTo>
                <a:cubicBezTo>
                  <a:pt x="1636666" y="2064095"/>
                  <a:pt x="1644346" y="2070961"/>
                  <a:pt x="1644346" y="2079457"/>
                </a:cubicBezTo>
                <a:cubicBezTo>
                  <a:pt x="1644346" y="2088650"/>
                  <a:pt x="1636666" y="2095516"/>
                  <a:pt x="1628287" y="2095516"/>
                </a:cubicBezTo>
                <a:cubicBezTo>
                  <a:pt x="1619094" y="2095516"/>
                  <a:pt x="1612228" y="2088650"/>
                  <a:pt x="1612228" y="2079457"/>
                </a:cubicBezTo>
                <a:cubicBezTo>
                  <a:pt x="1612228" y="2070961"/>
                  <a:pt x="1619094" y="2064095"/>
                  <a:pt x="1628287" y="2064095"/>
                </a:cubicBezTo>
                <a:close/>
                <a:moveTo>
                  <a:pt x="3305567" y="1999042"/>
                </a:moveTo>
                <a:cubicBezTo>
                  <a:pt x="3313946" y="1999042"/>
                  <a:pt x="3321627" y="2006723"/>
                  <a:pt x="3321627" y="2015102"/>
                </a:cubicBezTo>
                <a:cubicBezTo>
                  <a:pt x="3321627" y="2024296"/>
                  <a:pt x="3313946" y="2031162"/>
                  <a:pt x="3305567" y="2031162"/>
                </a:cubicBezTo>
                <a:cubicBezTo>
                  <a:pt x="3296374" y="2031162"/>
                  <a:pt x="3289508" y="2024296"/>
                  <a:pt x="3289508" y="2015102"/>
                </a:cubicBezTo>
                <a:cubicBezTo>
                  <a:pt x="3289508" y="2006723"/>
                  <a:pt x="3296374" y="1999042"/>
                  <a:pt x="3305567" y="1999042"/>
                </a:cubicBezTo>
                <a:close/>
                <a:moveTo>
                  <a:pt x="3241213" y="1999042"/>
                </a:moveTo>
                <a:cubicBezTo>
                  <a:pt x="3249708" y="1999042"/>
                  <a:pt x="3256574" y="2006723"/>
                  <a:pt x="3256574" y="2015102"/>
                </a:cubicBezTo>
                <a:cubicBezTo>
                  <a:pt x="3256574" y="2024296"/>
                  <a:pt x="3249708" y="2031162"/>
                  <a:pt x="3241213" y="2031162"/>
                </a:cubicBezTo>
                <a:cubicBezTo>
                  <a:pt x="3232020" y="2031162"/>
                  <a:pt x="3225154" y="2024296"/>
                  <a:pt x="3225154" y="2015102"/>
                </a:cubicBezTo>
                <a:cubicBezTo>
                  <a:pt x="3225154" y="2006723"/>
                  <a:pt x="3232020" y="1999042"/>
                  <a:pt x="3241213" y="1999042"/>
                </a:cubicBezTo>
                <a:close/>
                <a:moveTo>
                  <a:pt x="3176161" y="1999042"/>
                </a:moveTo>
                <a:cubicBezTo>
                  <a:pt x="3185354" y="1999042"/>
                  <a:pt x="3192220" y="2006723"/>
                  <a:pt x="3192220" y="2015102"/>
                </a:cubicBezTo>
                <a:cubicBezTo>
                  <a:pt x="3192220" y="2024296"/>
                  <a:pt x="3185354" y="2031162"/>
                  <a:pt x="3176161" y="2031162"/>
                </a:cubicBezTo>
                <a:cubicBezTo>
                  <a:pt x="3167666" y="2031162"/>
                  <a:pt x="3160800" y="2024296"/>
                  <a:pt x="3160102" y="2015102"/>
                </a:cubicBezTo>
                <a:cubicBezTo>
                  <a:pt x="3160102" y="2006723"/>
                  <a:pt x="3167666" y="1999042"/>
                  <a:pt x="3176161" y="1999042"/>
                </a:cubicBezTo>
                <a:close/>
                <a:moveTo>
                  <a:pt x="3111806" y="1999042"/>
                </a:moveTo>
                <a:cubicBezTo>
                  <a:pt x="3121000" y="1999042"/>
                  <a:pt x="3127866" y="2006723"/>
                  <a:pt x="3127866" y="2015102"/>
                </a:cubicBezTo>
                <a:cubicBezTo>
                  <a:pt x="3127866" y="2024296"/>
                  <a:pt x="3121000" y="2031162"/>
                  <a:pt x="3111806" y="2031162"/>
                </a:cubicBezTo>
                <a:cubicBezTo>
                  <a:pt x="3103427" y="2031162"/>
                  <a:pt x="3095747" y="2024296"/>
                  <a:pt x="3095747" y="2015102"/>
                </a:cubicBezTo>
                <a:cubicBezTo>
                  <a:pt x="3095747" y="2006723"/>
                  <a:pt x="3103427" y="1999042"/>
                  <a:pt x="3111806" y="1999042"/>
                </a:cubicBezTo>
                <a:close/>
                <a:moveTo>
                  <a:pt x="3047452" y="1999042"/>
                </a:moveTo>
                <a:cubicBezTo>
                  <a:pt x="3055831" y="1999042"/>
                  <a:pt x="3063512" y="2006723"/>
                  <a:pt x="3063512" y="2015102"/>
                </a:cubicBezTo>
                <a:cubicBezTo>
                  <a:pt x="3063512" y="2024296"/>
                  <a:pt x="3055831" y="2031162"/>
                  <a:pt x="3047452" y="2031162"/>
                </a:cubicBezTo>
                <a:cubicBezTo>
                  <a:pt x="3038259" y="2031162"/>
                  <a:pt x="3031393" y="2024296"/>
                  <a:pt x="3031393" y="2015102"/>
                </a:cubicBezTo>
                <a:cubicBezTo>
                  <a:pt x="3031393" y="2006723"/>
                  <a:pt x="3038259" y="1999042"/>
                  <a:pt x="3047452" y="1999042"/>
                </a:cubicBezTo>
                <a:close/>
                <a:moveTo>
                  <a:pt x="2983099" y="1999042"/>
                </a:moveTo>
                <a:cubicBezTo>
                  <a:pt x="2991594" y="1999042"/>
                  <a:pt x="2999158" y="2006723"/>
                  <a:pt x="2999158" y="2015102"/>
                </a:cubicBezTo>
                <a:cubicBezTo>
                  <a:pt x="2999158" y="2024296"/>
                  <a:pt x="2991594" y="2031162"/>
                  <a:pt x="2983099" y="2031162"/>
                </a:cubicBezTo>
                <a:cubicBezTo>
                  <a:pt x="2973905" y="2031162"/>
                  <a:pt x="2967039" y="2024296"/>
                  <a:pt x="2967039" y="2015102"/>
                </a:cubicBezTo>
                <a:cubicBezTo>
                  <a:pt x="2967039" y="2006723"/>
                  <a:pt x="2973905" y="1999042"/>
                  <a:pt x="2983099" y="1999042"/>
                </a:cubicBezTo>
                <a:close/>
                <a:moveTo>
                  <a:pt x="2918046" y="1999042"/>
                </a:moveTo>
                <a:cubicBezTo>
                  <a:pt x="2927240" y="1999042"/>
                  <a:pt x="2934106" y="2006723"/>
                  <a:pt x="2934106" y="2015102"/>
                </a:cubicBezTo>
                <a:cubicBezTo>
                  <a:pt x="2934106" y="2024296"/>
                  <a:pt x="2927240" y="2031162"/>
                  <a:pt x="2918046" y="2031162"/>
                </a:cubicBezTo>
                <a:cubicBezTo>
                  <a:pt x="2909551" y="2031162"/>
                  <a:pt x="2902685" y="2024296"/>
                  <a:pt x="2902685" y="2015102"/>
                </a:cubicBezTo>
                <a:cubicBezTo>
                  <a:pt x="2902685" y="2006723"/>
                  <a:pt x="2909551" y="1999042"/>
                  <a:pt x="2918046" y="1999042"/>
                </a:cubicBezTo>
                <a:close/>
                <a:moveTo>
                  <a:pt x="2853692" y="1999042"/>
                </a:moveTo>
                <a:cubicBezTo>
                  <a:pt x="2862886" y="1999042"/>
                  <a:pt x="2869752" y="2006723"/>
                  <a:pt x="2869752" y="2015102"/>
                </a:cubicBezTo>
                <a:cubicBezTo>
                  <a:pt x="2869752" y="2024296"/>
                  <a:pt x="2862886" y="2031162"/>
                  <a:pt x="2853692" y="2031162"/>
                </a:cubicBezTo>
                <a:cubicBezTo>
                  <a:pt x="2845313" y="2031162"/>
                  <a:pt x="2837633" y="2024296"/>
                  <a:pt x="2837633" y="2015102"/>
                </a:cubicBezTo>
                <a:cubicBezTo>
                  <a:pt x="2837633" y="2006723"/>
                  <a:pt x="2845313" y="1999042"/>
                  <a:pt x="2853692" y="1999042"/>
                </a:cubicBezTo>
                <a:close/>
                <a:moveTo>
                  <a:pt x="2789338" y="1999042"/>
                </a:moveTo>
                <a:cubicBezTo>
                  <a:pt x="2798532" y="1999042"/>
                  <a:pt x="2805398" y="2006723"/>
                  <a:pt x="2805398" y="2015102"/>
                </a:cubicBezTo>
                <a:cubicBezTo>
                  <a:pt x="2805398" y="2024296"/>
                  <a:pt x="2798532" y="2031162"/>
                  <a:pt x="2789338" y="2031162"/>
                </a:cubicBezTo>
                <a:cubicBezTo>
                  <a:pt x="2780959" y="2031162"/>
                  <a:pt x="2773279" y="2024296"/>
                  <a:pt x="2773279" y="2015102"/>
                </a:cubicBezTo>
                <a:cubicBezTo>
                  <a:pt x="2773279" y="2006723"/>
                  <a:pt x="2780959" y="1999042"/>
                  <a:pt x="2789338" y="1999042"/>
                </a:cubicBezTo>
                <a:close/>
                <a:moveTo>
                  <a:pt x="2724984" y="1999042"/>
                </a:moveTo>
                <a:cubicBezTo>
                  <a:pt x="2733479" y="1999042"/>
                  <a:pt x="2741159" y="2006723"/>
                  <a:pt x="2741159" y="2015102"/>
                </a:cubicBezTo>
                <a:cubicBezTo>
                  <a:pt x="2741159" y="2024296"/>
                  <a:pt x="2733479" y="2031162"/>
                  <a:pt x="2724984" y="2031162"/>
                </a:cubicBezTo>
                <a:cubicBezTo>
                  <a:pt x="2715790" y="2031162"/>
                  <a:pt x="2708924" y="2024296"/>
                  <a:pt x="2708924" y="2015102"/>
                </a:cubicBezTo>
                <a:cubicBezTo>
                  <a:pt x="2708924" y="2006723"/>
                  <a:pt x="2715790" y="1999042"/>
                  <a:pt x="2724984" y="1999042"/>
                </a:cubicBezTo>
                <a:close/>
                <a:moveTo>
                  <a:pt x="2660630" y="1999042"/>
                </a:moveTo>
                <a:cubicBezTo>
                  <a:pt x="2669125" y="1999042"/>
                  <a:pt x="2675991" y="2006723"/>
                  <a:pt x="2675991" y="2015102"/>
                </a:cubicBezTo>
                <a:cubicBezTo>
                  <a:pt x="2675991" y="2024296"/>
                  <a:pt x="2669125" y="2031162"/>
                  <a:pt x="2660630" y="2031162"/>
                </a:cubicBezTo>
                <a:cubicBezTo>
                  <a:pt x="2651553" y="2031162"/>
                  <a:pt x="2644570" y="2024296"/>
                  <a:pt x="2644570" y="2015102"/>
                </a:cubicBezTo>
                <a:cubicBezTo>
                  <a:pt x="2644570" y="2006723"/>
                  <a:pt x="2651553" y="1999042"/>
                  <a:pt x="2660630" y="1999042"/>
                </a:cubicBezTo>
                <a:close/>
                <a:moveTo>
                  <a:pt x="2595577" y="1999042"/>
                </a:moveTo>
                <a:cubicBezTo>
                  <a:pt x="2604771" y="1999042"/>
                  <a:pt x="2611637" y="2006723"/>
                  <a:pt x="2611637" y="2015102"/>
                </a:cubicBezTo>
                <a:cubicBezTo>
                  <a:pt x="2611637" y="2024296"/>
                  <a:pt x="2604771" y="2031162"/>
                  <a:pt x="2595577" y="2031162"/>
                </a:cubicBezTo>
                <a:cubicBezTo>
                  <a:pt x="2587198" y="2031162"/>
                  <a:pt x="2580216" y="2024296"/>
                  <a:pt x="2579518" y="2015102"/>
                </a:cubicBezTo>
                <a:cubicBezTo>
                  <a:pt x="2579518" y="2006723"/>
                  <a:pt x="2587198" y="1999042"/>
                  <a:pt x="2595577" y="1999042"/>
                </a:cubicBezTo>
                <a:close/>
                <a:moveTo>
                  <a:pt x="2531224" y="1999042"/>
                </a:moveTo>
                <a:cubicBezTo>
                  <a:pt x="2539719" y="1999042"/>
                  <a:pt x="2547283" y="2006723"/>
                  <a:pt x="2547283" y="2015102"/>
                </a:cubicBezTo>
                <a:cubicBezTo>
                  <a:pt x="2547283" y="2024296"/>
                  <a:pt x="2539719" y="2031162"/>
                  <a:pt x="2531224" y="2031162"/>
                </a:cubicBezTo>
                <a:cubicBezTo>
                  <a:pt x="2522845" y="2031162"/>
                  <a:pt x="2515164" y="2024296"/>
                  <a:pt x="2515164" y="2015102"/>
                </a:cubicBezTo>
                <a:cubicBezTo>
                  <a:pt x="2515164" y="2006723"/>
                  <a:pt x="2522845" y="1999042"/>
                  <a:pt x="2531224" y="1999042"/>
                </a:cubicBezTo>
                <a:close/>
                <a:moveTo>
                  <a:pt x="2466869" y="1999042"/>
                </a:moveTo>
                <a:cubicBezTo>
                  <a:pt x="2475364" y="1999042"/>
                  <a:pt x="2483044" y="2006723"/>
                  <a:pt x="2483044" y="2015102"/>
                </a:cubicBezTo>
                <a:cubicBezTo>
                  <a:pt x="2483044" y="2024296"/>
                  <a:pt x="2475364" y="2031162"/>
                  <a:pt x="2466869" y="2031162"/>
                </a:cubicBezTo>
                <a:cubicBezTo>
                  <a:pt x="2457675" y="2031162"/>
                  <a:pt x="2450809" y="2024296"/>
                  <a:pt x="2450809" y="2015102"/>
                </a:cubicBezTo>
                <a:cubicBezTo>
                  <a:pt x="2450809" y="2006723"/>
                  <a:pt x="2457675" y="1999042"/>
                  <a:pt x="2466869" y="1999042"/>
                </a:cubicBezTo>
                <a:close/>
                <a:moveTo>
                  <a:pt x="2402631" y="1999042"/>
                </a:moveTo>
                <a:cubicBezTo>
                  <a:pt x="2411010" y="1999042"/>
                  <a:pt x="2418690" y="2006723"/>
                  <a:pt x="2418690" y="2015102"/>
                </a:cubicBezTo>
                <a:cubicBezTo>
                  <a:pt x="2418690" y="2024296"/>
                  <a:pt x="2411010" y="2031162"/>
                  <a:pt x="2402631" y="2031162"/>
                </a:cubicBezTo>
                <a:cubicBezTo>
                  <a:pt x="2393438" y="2031162"/>
                  <a:pt x="2386455" y="2024296"/>
                  <a:pt x="2386455" y="2015102"/>
                </a:cubicBezTo>
                <a:cubicBezTo>
                  <a:pt x="2386455" y="2006723"/>
                  <a:pt x="2393438" y="1999042"/>
                  <a:pt x="2402631" y="1999042"/>
                </a:cubicBezTo>
                <a:close/>
                <a:moveTo>
                  <a:pt x="2337462" y="1999042"/>
                </a:moveTo>
                <a:cubicBezTo>
                  <a:pt x="2346656" y="1999042"/>
                  <a:pt x="2353522" y="2006723"/>
                  <a:pt x="2353522" y="2015102"/>
                </a:cubicBezTo>
                <a:cubicBezTo>
                  <a:pt x="2353522" y="2024296"/>
                  <a:pt x="2346656" y="2031162"/>
                  <a:pt x="2337462" y="2031162"/>
                </a:cubicBezTo>
                <a:cubicBezTo>
                  <a:pt x="2329084" y="2031162"/>
                  <a:pt x="2322218" y="2024296"/>
                  <a:pt x="2322218" y="2015102"/>
                </a:cubicBezTo>
                <a:cubicBezTo>
                  <a:pt x="2322218" y="2006723"/>
                  <a:pt x="2329084" y="1999042"/>
                  <a:pt x="2337462" y="1999042"/>
                </a:cubicBezTo>
                <a:close/>
                <a:moveTo>
                  <a:pt x="2273109" y="1999042"/>
                </a:moveTo>
                <a:cubicBezTo>
                  <a:pt x="2282302" y="1999042"/>
                  <a:pt x="2289284" y="2006723"/>
                  <a:pt x="2289284" y="2015102"/>
                </a:cubicBezTo>
                <a:cubicBezTo>
                  <a:pt x="2289284" y="2024296"/>
                  <a:pt x="2282302" y="2031162"/>
                  <a:pt x="2273109" y="2031162"/>
                </a:cubicBezTo>
                <a:cubicBezTo>
                  <a:pt x="2264730" y="2031162"/>
                  <a:pt x="2257049" y="2024296"/>
                  <a:pt x="2257049" y="2015102"/>
                </a:cubicBezTo>
                <a:cubicBezTo>
                  <a:pt x="2257049" y="2006723"/>
                  <a:pt x="2264730" y="1999042"/>
                  <a:pt x="2273109" y="1999042"/>
                </a:cubicBezTo>
                <a:close/>
                <a:moveTo>
                  <a:pt x="2208755" y="1999042"/>
                </a:moveTo>
                <a:cubicBezTo>
                  <a:pt x="2217948" y="1999042"/>
                  <a:pt x="2224930" y="2006723"/>
                  <a:pt x="2224930" y="2015102"/>
                </a:cubicBezTo>
                <a:cubicBezTo>
                  <a:pt x="2224930" y="2024296"/>
                  <a:pt x="2217948" y="2031162"/>
                  <a:pt x="2208755" y="2031162"/>
                </a:cubicBezTo>
                <a:cubicBezTo>
                  <a:pt x="2199561" y="2031162"/>
                  <a:pt x="2192695" y="2024296"/>
                  <a:pt x="2192695" y="2015102"/>
                </a:cubicBezTo>
                <a:cubicBezTo>
                  <a:pt x="2192695" y="2006723"/>
                  <a:pt x="2200376" y="1999042"/>
                  <a:pt x="2208755" y="1999042"/>
                </a:cubicBezTo>
                <a:close/>
                <a:moveTo>
                  <a:pt x="2144517" y="1999042"/>
                </a:moveTo>
                <a:cubicBezTo>
                  <a:pt x="2152896" y="1999042"/>
                  <a:pt x="2160576" y="2006723"/>
                  <a:pt x="2160576" y="2015102"/>
                </a:cubicBezTo>
                <a:cubicBezTo>
                  <a:pt x="2160576" y="2024296"/>
                  <a:pt x="2152896" y="2031162"/>
                  <a:pt x="2144517" y="2031162"/>
                </a:cubicBezTo>
                <a:cubicBezTo>
                  <a:pt x="2135324" y="2031162"/>
                  <a:pt x="2128341" y="2024296"/>
                  <a:pt x="2128341" y="2015102"/>
                </a:cubicBezTo>
                <a:cubicBezTo>
                  <a:pt x="2128341" y="2006723"/>
                  <a:pt x="2135324" y="1999042"/>
                  <a:pt x="2144517" y="1999042"/>
                </a:cubicBezTo>
                <a:close/>
                <a:moveTo>
                  <a:pt x="2080163" y="1999042"/>
                </a:moveTo>
                <a:cubicBezTo>
                  <a:pt x="2088542" y="1999042"/>
                  <a:pt x="2095408" y="2006723"/>
                  <a:pt x="2095408" y="2015102"/>
                </a:cubicBezTo>
                <a:cubicBezTo>
                  <a:pt x="2095408" y="2024296"/>
                  <a:pt x="2088542" y="2031162"/>
                  <a:pt x="2080163" y="2031162"/>
                </a:cubicBezTo>
                <a:cubicBezTo>
                  <a:pt x="2070970" y="2031162"/>
                  <a:pt x="2064104" y="2024296"/>
                  <a:pt x="2064104" y="2015102"/>
                </a:cubicBezTo>
                <a:cubicBezTo>
                  <a:pt x="2064104" y="2006723"/>
                  <a:pt x="2070970" y="1999042"/>
                  <a:pt x="2080163" y="1999042"/>
                </a:cubicBezTo>
                <a:close/>
                <a:moveTo>
                  <a:pt x="2014994" y="1999042"/>
                </a:moveTo>
                <a:cubicBezTo>
                  <a:pt x="2024187" y="1999042"/>
                  <a:pt x="2031169" y="2006723"/>
                  <a:pt x="2031169" y="2015102"/>
                </a:cubicBezTo>
                <a:cubicBezTo>
                  <a:pt x="2031169" y="2024296"/>
                  <a:pt x="2024187" y="2031162"/>
                  <a:pt x="2014994" y="2031162"/>
                </a:cubicBezTo>
                <a:cubicBezTo>
                  <a:pt x="2006615" y="2031162"/>
                  <a:pt x="1998934" y="2024296"/>
                  <a:pt x="1998934" y="2015102"/>
                </a:cubicBezTo>
                <a:cubicBezTo>
                  <a:pt x="1998934" y="2006723"/>
                  <a:pt x="2006615" y="1999042"/>
                  <a:pt x="2014994" y="1999042"/>
                </a:cubicBezTo>
                <a:close/>
                <a:moveTo>
                  <a:pt x="1950756" y="1999042"/>
                </a:moveTo>
                <a:cubicBezTo>
                  <a:pt x="1959135" y="1999042"/>
                  <a:pt x="1966815" y="2006723"/>
                  <a:pt x="1966815" y="2015102"/>
                </a:cubicBezTo>
                <a:cubicBezTo>
                  <a:pt x="1966815" y="2024296"/>
                  <a:pt x="1959135" y="2031162"/>
                  <a:pt x="1950756" y="2031162"/>
                </a:cubicBezTo>
                <a:cubicBezTo>
                  <a:pt x="1942261" y="2031162"/>
                  <a:pt x="1934580" y="2024296"/>
                  <a:pt x="1934580" y="2015102"/>
                </a:cubicBezTo>
                <a:cubicBezTo>
                  <a:pt x="1934580" y="2006723"/>
                  <a:pt x="1942261" y="1999042"/>
                  <a:pt x="1950756" y="1999042"/>
                </a:cubicBezTo>
                <a:close/>
                <a:moveTo>
                  <a:pt x="1886402" y="1999042"/>
                </a:moveTo>
                <a:cubicBezTo>
                  <a:pt x="1894781" y="1999042"/>
                  <a:pt x="1902461" y="2006723"/>
                  <a:pt x="1902461" y="2015102"/>
                </a:cubicBezTo>
                <a:cubicBezTo>
                  <a:pt x="1902461" y="2024296"/>
                  <a:pt x="1894781" y="2031162"/>
                  <a:pt x="1886402" y="2031162"/>
                </a:cubicBezTo>
                <a:cubicBezTo>
                  <a:pt x="1877209" y="2031162"/>
                  <a:pt x="1870343" y="2024296"/>
                  <a:pt x="1870343" y="2015102"/>
                </a:cubicBezTo>
                <a:cubicBezTo>
                  <a:pt x="1870343" y="2006723"/>
                  <a:pt x="1877209" y="1999042"/>
                  <a:pt x="1886402" y="1999042"/>
                </a:cubicBezTo>
                <a:close/>
                <a:moveTo>
                  <a:pt x="1822048" y="1999042"/>
                </a:moveTo>
                <a:cubicBezTo>
                  <a:pt x="1830427" y="1999042"/>
                  <a:pt x="1838108" y="2006723"/>
                  <a:pt x="1838108" y="2015102"/>
                </a:cubicBezTo>
                <a:cubicBezTo>
                  <a:pt x="1838108" y="2024296"/>
                  <a:pt x="1830427" y="2031162"/>
                  <a:pt x="1822048" y="2031162"/>
                </a:cubicBezTo>
                <a:cubicBezTo>
                  <a:pt x="1812855" y="2031162"/>
                  <a:pt x="1805989" y="2024296"/>
                  <a:pt x="1805989" y="2015102"/>
                </a:cubicBezTo>
                <a:cubicBezTo>
                  <a:pt x="1805989" y="2006723"/>
                  <a:pt x="1812855" y="1999042"/>
                  <a:pt x="1822048" y="1999042"/>
                </a:cubicBezTo>
                <a:close/>
                <a:moveTo>
                  <a:pt x="1756879" y="1999042"/>
                </a:moveTo>
                <a:cubicBezTo>
                  <a:pt x="1766073" y="1999042"/>
                  <a:pt x="1773055" y="2006723"/>
                  <a:pt x="1773055" y="2015102"/>
                </a:cubicBezTo>
                <a:cubicBezTo>
                  <a:pt x="1773055" y="2024296"/>
                  <a:pt x="1766073" y="2031162"/>
                  <a:pt x="1756879" y="2031162"/>
                </a:cubicBezTo>
                <a:cubicBezTo>
                  <a:pt x="1748501" y="2031162"/>
                  <a:pt x="1741635" y="2024296"/>
                  <a:pt x="1741635" y="2015102"/>
                </a:cubicBezTo>
                <a:cubicBezTo>
                  <a:pt x="1741635" y="2006723"/>
                  <a:pt x="1748501" y="1999042"/>
                  <a:pt x="1756879" y="1999042"/>
                </a:cubicBezTo>
                <a:close/>
                <a:moveTo>
                  <a:pt x="1692642" y="1999042"/>
                </a:moveTo>
                <a:cubicBezTo>
                  <a:pt x="1701835" y="1999042"/>
                  <a:pt x="1708701" y="2006723"/>
                  <a:pt x="1708701" y="2015102"/>
                </a:cubicBezTo>
                <a:cubicBezTo>
                  <a:pt x="1708701" y="2024296"/>
                  <a:pt x="1701835" y="2031162"/>
                  <a:pt x="1692642" y="2031162"/>
                </a:cubicBezTo>
                <a:cubicBezTo>
                  <a:pt x="1684147" y="2031162"/>
                  <a:pt x="1676466" y="2024296"/>
                  <a:pt x="1676466" y="2015102"/>
                </a:cubicBezTo>
                <a:cubicBezTo>
                  <a:pt x="1676466" y="2006723"/>
                  <a:pt x="1684147" y="1999042"/>
                  <a:pt x="1692642" y="1999042"/>
                </a:cubicBezTo>
                <a:close/>
                <a:moveTo>
                  <a:pt x="1628287" y="1999042"/>
                </a:moveTo>
                <a:cubicBezTo>
                  <a:pt x="1636666" y="1999042"/>
                  <a:pt x="1644346" y="2006723"/>
                  <a:pt x="1644346" y="2015102"/>
                </a:cubicBezTo>
                <a:cubicBezTo>
                  <a:pt x="1644346" y="2024296"/>
                  <a:pt x="1636666" y="2031162"/>
                  <a:pt x="1628287" y="2031162"/>
                </a:cubicBezTo>
                <a:cubicBezTo>
                  <a:pt x="1619094" y="2031162"/>
                  <a:pt x="1612228" y="2024296"/>
                  <a:pt x="1612228" y="2015102"/>
                </a:cubicBezTo>
                <a:cubicBezTo>
                  <a:pt x="1612228" y="2006723"/>
                  <a:pt x="1619094" y="1999042"/>
                  <a:pt x="1628287" y="1999042"/>
                </a:cubicBezTo>
                <a:close/>
                <a:moveTo>
                  <a:pt x="1563933" y="1999042"/>
                </a:moveTo>
                <a:cubicBezTo>
                  <a:pt x="1572312" y="1999042"/>
                  <a:pt x="1579993" y="2006723"/>
                  <a:pt x="1579993" y="2015102"/>
                </a:cubicBezTo>
                <a:cubicBezTo>
                  <a:pt x="1579993" y="2024296"/>
                  <a:pt x="1572312" y="2031162"/>
                  <a:pt x="1563933" y="2031162"/>
                </a:cubicBezTo>
                <a:cubicBezTo>
                  <a:pt x="1554740" y="2031162"/>
                  <a:pt x="1547874" y="2024296"/>
                  <a:pt x="1547874" y="2015102"/>
                </a:cubicBezTo>
                <a:cubicBezTo>
                  <a:pt x="1547874" y="2006723"/>
                  <a:pt x="1554740" y="1999042"/>
                  <a:pt x="1563933" y="1999042"/>
                </a:cubicBezTo>
                <a:close/>
                <a:moveTo>
                  <a:pt x="3305567" y="1934688"/>
                </a:moveTo>
                <a:cubicBezTo>
                  <a:pt x="3313946" y="1934688"/>
                  <a:pt x="3321627" y="1942369"/>
                  <a:pt x="3321627" y="1950748"/>
                </a:cubicBezTo>
                <a:cubicBezTo>
                  <a:pt x="3321627" y="1959942"/>
                  <a:pt x="3313946" y="1966808"/>
                  <a:pt x="3305567" y="1966808"/>
                </a:cubicBezTo>
                <a:cubicBezTo>
                  <a:pt x="3296374" y="1966808"/>
                  <a:pt x="3289508" y="1959942"/>
                  <a:pt x="3289508" y="1950748"/>
                </a:cubicBezTo>
                <a:cubicBezTo>
                  <a:pt x="3289508" y="1942369"/>
                  <a:pt x="3296374" y="1934688"/>
                  <a:pt x="3305567" y="1934688"/>
                </a:cubicBezTo>
                <a:close/>
                <a:moveTo>
                  <a:pt x="3241213" y="1934688"/>
                </a:moveTo>
                <a:cubicBezTo>
                  <a:pt x="3249708" y="1934688"/>
                  <a:pt x="3256574" y="1942369"/>
                  <a:pt x="3256574" y="1950748"/>
                </a:cubicBezTo>
                <a:cubicBezTo>
                  <a:pt x="3256574" y="1959942"/>
                  <a:pt x="3249708" y="1966808"/>
                  <a:pt x="3241213" y="1966808"/>
                </a:cubicBezTo>
                <a:cubicBezTo>
                  <a:pt x="3232020" y="1966808"/>
                  <a:pt x="3225154" y="1959942"/>
                  <a:pt x="3225154" y="1950748"/>
                </a:cubicBezTo>
                <a:cubicBezTo>
                  <a:pt x="3225154" y="1942369"/>
                  <a:pt x="3232020" y="1934688"/>
                  <a:pt x="3241213" y="1934688"/>
                </a:cubicBezTo>
                <a:close/>
                <a:moveTo>
                  <a:pt x="3176161" y="1934688"/>
                </a:moveTo>
                <a:cubicBezTo>
                  <a:pt x="3185354" y="1934688"/>
                  <a:pt x="3192220" y="1942369"/>
                  <a:pt x="3192220" y="1950748"/>
                </a:cubicBezTo>
                <a:cubicBezTo>
                  <a:pt x="3192220" y="1959942"/>
                  <a:pt x="3185354" y="1966808"/>
                  <a:pt x="3176161" y="1966808"/>
                </a:cubicBezTo>
                <a:cubicBezTo>
                  <a:pt x="3167666" y="1966808"/>
                  <a:pt x="3160800" y="1959942"/>
                  <a:pt x="3160102" y="1950748"/>
                </a:cubicBezTo>
                <a:cubicBezTo>
                  <a:pt x="3160102" y="1942369"/>
                  <a:pt x="3167666" y="1934688"/>
                  <a:pt x="3176161" y="1934688"/>
                </a:cubicBezTo>
                <a:close/>
                <a:moveTo>
                  <a:pt x="3111806" y="1934688"/>
                </a:moveTo>
                <a:cubicBezTo>
                  <a:pt x="3121000" y="1934688"/>
                  <a:pt x="3127866" y="1942369"/>
                  <a:pt x="3127866" y="1950748"/>
                </a:cubicBezTo>
                <a:cubicBezTo>
                  <a:pt x="3127866" y="1959942"/>
                  <a:pt x="3121000" y="1966808"/>
                  <a:pt x="3111806" y="1966808"/>
                </a:cubicBezTo>
                <a:cubicBezTo>
                  <a:pt x="3103427" y="1966808"/>
                  <a:pt x="3095747" y="1959942"/>
                  <a:pt x="3095747" y="1950748"/>
                </a:cubicBezTo>
                <a:cubicBezTo>
                  <a:pt x="3095747" y="1942369"/>
                  <a:pt x="3103427" y="1934688"/>
                  <a:pt x="3111806" y="1934688"/>
                </a:cubicBezTo>
                <a:close/>
                <a:moveTo>
                  <a:pt x="3047452" y="1934688"/>
                </a:moveTo>
                <a:cubicBezTo>
                  <a:pt x="3055831" y="1934688"/>
                  <a:pt x="3063512" y="1942369"/>
                  <a:pt x="3063512" y="1950748"/>
                </a:cubicBezTo>
                <a:cubicBezTo>
                  <a:pt x="3063512" y="1959942"/>
                  <a:pt x="3055831" y="1966808"/>
                  <a:pt x="3047452" y="1966808"/>
                </a:cubicBezTo>
                <a:cubicBezTo>
                  <a:pt x="3038259" y="1966808"/>
                  <a:pt x="3031393" y="1959942"/>
                  <a:pt x="3031393" y="1950748"/>
                </a:cubicBezTo>
                <a:cubicBezTo>
                  <a:pt x="3031393" y="1942369"/>
                  <a:pt x="3038259" y="1934688"/>
                  <a:pt x="3047452" y="1934688"/>
                </a:cubicBezTo>
                <a:close/>
                <a:moveTo>
                  <a:pt x="2983099" y="1934688"/>
                </a:moveTo>
                <a:cubicBezTo>
                  <a:pt x="2991594" y="1934688"/>
                  <a:pt x="2999158" y="1942369"/>
                  <a:pt x="2999158" y="1950748"/>
                </a:cubicBezTo>
                <a:cubicBezTo>
                  <a:pt x="2999158" y="1959942"/>
                  <a:pt x="2991594" y="1966808"/>
                  <a:pt x="2983099" y="1966808"/>
                </a:cubicBezTo>
                <a:cubicBezTo>
                  <a:pt x="2973905" y="1966808"/>
                  <a:pt x="2967039" y="1959942"/>
                  <a:pt x="2967039" y="1950748"/>
                </a:cubicBezTo>
                <a:cubicBezTo>
                  <a:pt x="2967039" y="1942369"/>
                  <a:pt x="2973905" y="1934688"/>
                  <a:pt x="2983099" y="1934688"/>
                </a:cubicBezTo>
                <a:close/>
                <a:moveTo>
                  <a:pt x="2918046" y="1934688"/>
                </a:moveTo>
                <a:cubicBezTo>
                  <a:pt x="2927240" y="1934688"/>
                  <a:pt x="2934106" y="1942369"/>
                  <a:pt x="2934106" y="1950748"/>
                </a:cubicBezTo>
                <a:cubicBezTo>
                  <a:pt x="2934106" y="1959942"/>
                  <a:pt x="2927240" y="1966808"/>
                  <a:pt x="2918046" y="1966808"/>
                </a:cubicBezTo>
                <a:cubicBezTo>
                  <a:pt x="2909551" y="1966808"/>
                  <a:pt x="2902685" y="1959942"/>
                  <a:pt x="2902685" y="1950748"/>
                </a:cubicBezTo>
                <a:cubicBezTo>
                  <a:pt x="2902685" y="1942369"/>
                  <a:pt x="2909551" y="1934688"/>
                  <a:pt x="2918046" y="1934688"/>
                </a:cubicBezTo>
                <a:close/>
                <a:moveTo>
                  <a:pt x="2853692" y="1934688"/>
                </a:moveTo>
                <a:cubicBezTo>
                  <a:pt x="2862886" y="1934688"/>
                  <a:pt x="2869752" y="1942369"/>
                  <a:pt x="2869752" y="1950748"/>
                </a:cubicBezTo>
                <a:cubicBezTo>
                  <a:pt x="2869752" y="1959942"/>
                  <a:pt x="2862886" y="1966808"/>
                  <a:pt x="2853692" y="1966808"/>
                </a:cubicBezTo>
                <a:cubicBezTo>
                  <a:pt x="2845313" y="1966808"/>
                  <a:pt x="2837633" y="1959942"/>
                  <a:pt x="2837633" y="1950748"/>
                </a:cubicBezTo>
                <a:cubicBezTo>
                  <a:pt x="2837633" y="1942369"/>
                  <a:pt x="2845313" y="1934688"/>
                  <a:pt x="2853692" y="1934688"/>
                </a:cubicBezTo>
                <a:close/>
                <a:moveTo>
                  <a:pt x="2789338" y="1934688"/>
                </a:moveTo>
                <a:cubicBezTo>
                  <a:pt x="2798532" y="1934688"/>
                  <a:pt x="2805398" y="1942369"/>
                  <a:pt x="2805398" y="1950748"/>
                </a:cubicBezTo>
                <a:cubicBezTo>
                  <a:pt x="2805398" y="1959942"/>
                  <a:pt x="2798532" y="1966808"/>
                  <a:pt x="2789338" y="1966808"/>
                </a:cubicBezTo>
                <a:cubicBezTo>
                  <a:pt x="2780959" y="1966808"/>
                  <a:pt x="2773279" y="1959942"/>
                  <a:pt x="2773279" y="1950748"/>
                </a:cubicBezTo>
                <a:cubicBezTo>
                  <a:pt x="2773279" y="1942369"/>
                  <a:pt x="2780959" y="1934688"/>
                  <a:pt x="2789338" y="1934688"/>
                </a:cubicBezTo>
                <a:close/>
                <a:moveTo>
                  <a:pt x="2724984" y="1934688"/>
                </a:moveTo>
                <a:cubicBezTo>
                  <a:pt x="2733479" y="1934688"/>
                  <a:pt x="2741159" y="1942369"/>
                  <a:pt x="2741159" y="1950748"/>
                </a:cubicBezTo>
                <a:cubicBezTo>
                  <a:pt x="2741159" y="1959942"/>
                  <a:pt x="2733479" y="1966808"/>
                  <a:pt x="2724984" y="1966808"/>
                </a:cubicBezTo>
                <a:cubicBezTo>
                  <a:pt x="2715790" y="1966808"/>
                  <a:pt x="2708924" y="1959942"/>
                  <a:pt x="2708924" y="1950748"/>
                </a:cubicBezTo>
                <a:cubicBezTo>
                  <a:pt x="2708924" y="1942369"/>
                  <a:pt x="2715790" y="1934688"/>
                  <a:pt x="2724984" y="1934688"/>
                </a:cubicBezTo>
                <a:close/>
                <a:moveTo>
                  <a:pt x="2660630" y="1934688"/>
                </a:moveTo>
                <a:cubicBezTo>
                  <a:pt x="2669125" y="1934688"/>
                  <a:pt x="2675991" y="1942369"/>
                  <a:pt x="2675991" y="1950748"/>
                </a:cubicBezTo>
                <a:cubicBezTo>
                  <a:pt x="2675991" y="1959942"/>
                  <a:pt x="2669125" y="1966808"/>
                  <a:pt x="2660630" y="1966808"/>
                </a:cubicBezTo>
                <a:cubicBezTo>
                  <a:pt x="2651553" y="1966808"/>
                  <a:pt x="2644570" y="1959942"/>
                  <a:pt x="2644570" y="1950748"/>
                </a:cubicBezTo>
                <a:cubicBezTo>
                  <a:pt x="2644570" y="1942369"/>
                  <a:pt x="2651553" y="1934688"/>
                  <a:pt x="2660630" y="1934688"/>
                </a:cubicBezTo>
                <a:close/>
                <a:moveTo>
                  <a:pt x="2595577" y="1934688"/>
                </a:moveTo>
                <a:cubicBezTo>
                  <a:pt x="2604771" y="1934688"/>
                  <a:pt x="2611637" y="1942369"/>
                  <a:pt x="2611637" y="1950748"/>
                </a:cubicBezTo>
                <a:cubicBezTo>
                  <a:pt x="2611637" y="1959942"/>
                  <a:pt x="2604771" y="1966808"/>
                  <a:pt x="2595577" y="1966808"/>
                </a:cubicBezTo>
                <a:cubicBezTo>
                  <a:pt x="2587198" y="1966808"/>
                  <a:pt x="2580216" y="1959942"/>
                  <a:pt x="2579518" y="1950748"/>
                </a:cubicBezTo>
                <a:cubicBezTo>
                  <a:pt x="2579518" y="1942369"/>
                  <a:pt x="2587198" y="1934688"/>
                  <a:pt x="2595577" y="1934688"/>
                </a:cubicBezTo>
                <a:close/>
                <a:moveTo>
                  <a:pt x="2531224" y="1934688"/>
                </a:moveTo>
                <a:cubicBezTo>
                  <a:pt x="2539719" y="1934688"/>
                  <a:pt x="2547283" y="1942369"/>
                  <a:pt x="2547283" y="1950748"/>
                </a:cubicBezTo>
                <a:cubicBezTo>
                  <a:pt x="2547283" y="1959942"/>
                  <a:pt x="2539719" y="1966808"/>
                  <a:pt x="2531224" y="1966808"/>
                </a:cubicBezTo>
                <a:cubicBezTo>
                  <a:pt x="2522845" y="1966808"/>
                  <a:pt x="2515164" y="1959942"/>
                  <a:pt x="2515164" y="1950748"/>
                </a:cubicBezTo>
                <a:cubicBezTo>
                  <a:pt x="2515164" y="1942369"/>
                  <a:pt x="2522845" y="1934688"/>
                  <a:pt x="2531224" y="1934688"/>
                </a:cubicBezTo>
                <a:close/>
                <a:moveTo>
                  <a:pt x="2466869" y="1934688"/>
                </a:moveTo>
                <a:cubicBezTo>
                  <a:pt x="2475364" y="1934688"/>
                  <a:pt x="2483044" y="1942369"/>
                  <a:pt x="2483044" y="1950748"/>
                </a:cubicBezTo>
                <a:cubicBezTo>
                  <a:pt x="2483044" y="1959942"/>
                  <a:pt x="2475364" y="1966808"/>
                  <a:pt x="2466869" y="1966808"/>
                </a:cubicBezTo>
                <a:cubicBezTo>
                  <a:pt x="2457675" y="1966808"/>
                  <a:pt x="2450809" y="1959942"/>
                  <a:pt x="2450809" y="1950748"/>
                </a:cubicBezTo>
                <a:cubicBezTo>
                  <a:pt x="2450809" y="1942369"/>
                  <a:pt x="2457675" y="1934688"/>
                  <a:pt x="2466869" y="1934688"/>
                </a:cubicBezTo>
                <a:close/>
                <a:moveTo>
                  <a:pt x="2402631" y="1934688"/>
                </a:moveTo>
                <a:cubicBezTo>
                  <a:pt x="2411010" y="1934688"/>
                  <a:pt x="2418690" y="1942369"/>
                  <a:pt x="2418690" y="1950748"/>
                </a:cubicBezTo>
                <a:cubicBezTo>
                  <a:pt x="2418690" y="1959942"/>
                  <a:pt x="2411010" y="1966808"/>
                  <a:pt x="2402631" y="1966808"/>
                </a:cubicBezTo>
                <a:cubicBezTo>
                  <a:pt x="2393438" y="1966808"/>
                  <a:pt x="2386455" y="1959942"/>
                  <a:pt x="2386455" y="1950748"/>
                </a:cubicBezTo>
                <a:cubicBezTo>
                  <a:pt x="2386455" y="1942369"/>
                  <a:pt x="2393438" y="1934688"/>
                  <a:pt x="2402631" y="1934688"/>
                </a:cubicBezTo>
                <a:close/>
                <a:moveTo>
                  <a:pt x="2337462" y="1934688"/>
                </a:moveTo>
                <a:cubicBezTo>
                  <a:pt x="2346656" y="1934688"/>
                  <a:pt x="2353522" y="1942369"/>
                  <a:pt x="2353522" y="1950748"/>
                </a:cubicBezTo>
                <a:cubicBezTo>
                  <a:pt x="2353522" y="1959942"/>
                  <a:pt x="2346656" y="1966808"/>
                  <a:pt x="2337462" y="1966808"/>
                </a:cubicBezTo>
                <a:cubicBezTo>
                  <a:pt x="2329084" y="1966808"/>
                  <a:pt x="2322218" y="1959942"/>
                  <a:pt x="2322218" y="1950748"/>
                </a:cubicBezTo>
                <a:cubicBezTo>
                  <a:pt x="2322218" y="1942369"/>
                  <a:pt x="2329084" y="1934688"/>
                  <a:pt x="2337462" y="1934688"/>
                </a:cubicBezTo>
                <a:close/>
                <a:moveTo>
                  <a:pt x="2273109" y="1934688"/>
                </a:moveTo>
                <a:cubicBezTo>
                  <a:pt x="2282302" y="1934688"/>
                  <a:pt x="2289284" y="1942369"/>
                  <a:pt x="2289284" y="1950748"/>
                </a:cubicBezTo>
                <a:cubicBezTo>
                  <a:pt x="2289284" y="1959942"/>
                  <a:pt x="2282302" y="1966808"/>
                  <a:pt x="2273109" y="1966808"/>
                </a:cubicBezTo>
                <a:cubicBezTo>
                  <a:pt x="2264730" y="1966808"/>
                  <a:pt x="2257049" y="1959942"/>
                  <a:pt x="2257049" y="1950748"/>
                </a:cubicBezTo>
                <a:cubicBezTo>
                  <a:pt x="2257049" y="1942369"/>
                  <a:pt x="2264730" y="1934688"/>
                  <a:pt x="2273109" y="1934688"/>
                </a:cubicBezTo>
                <a:close/>
                <a:moveTo>
                  <a:pt x="2208755" y="1934688"/>
                </a:moveTo>
                <a:cubicBezTo>
                  <a:pt x="2217948" y="1934688"/>
                  <a:pt x="2224930" y="1942369"/>
                  <a:pt x="2224930" y="1950748"/>
                </a:cubicBezTo>
                <a:cubicBezTo>
                  <a:pt x="2224930" y="1959942"/>
                  <a:pt x="2217948" y="1966808"/>
                  <a:pt x="2208755" y="1966808"/>
                </a:cubicBezTo>
                <a:cubicBezTo>
                  <a:pt x="2199561" y="1966808"/>
                  <a:pt x="2192695" y="1959942"/>
                  <a:pt x="2192695" y="1950748"/>
                </a:cubicBezTo>
                <a:cubicBezTo>
                  <a:pt x="2192695" y="1942369"/>
                  <a:pt x="2200376" y="1934688"/>
                  <a:pt x="2208755" y="1934688"/>
                </a:cubicBezTo>
                <a:close/>
                <a:moveTo>
                  <a:pt x="2144517" y="1934688"/>
                </a:moveTo>
                <a:cubicBezTo>
                  <a:pt x="2152896" y="1934688"/>
                  <a:pt x="2160576" y="1942369"/>
                  <a:pt x="2160576" y="1950748"/>
                </a:cubicBezTo>
                <a:cubicBezTo>
                  <a:pt x="2160576" y="1959942"/>
                  <a:pt x="2152896" y="1966808"/>
                  <a:pt x="2144517" y="1966808"/>
                </a:cubicBezTo>
                <a:cubicBezTo>
                  <a:pt x="2135324" y="1966808"/>
                  <a:pt x="2128341" y="1959942"/>
                  <a:pt x="2128341" y="1950748"/>
                </a:cubicBezTo>
                <a:cubicBezTo>
                  <a:pt x="2128341" y="1942369"/>
                  <a:pt x="2135324" y="1934688"/>
                  <a:pt x="2144517" y="1934688"/>
                </a:cubicBezTo>
                <a:close/>
                <a:moveTo>
                  <a:pt x="2080163" y="1934688"/>
                </a:moveTo>
                <a:cubicBezTo>
                  <a:pt x="2088542" y="1934688"/>
                  <a:pt x="2095408" y="1942369"/>
                  <a:pt x="2095408" y="1950748"/>
                </a:cubicBezTo>
                <a:cubicBezTo>
                  <a:pt x="2095408" y="1959942"/>
                  <a:pt x="2088542" y="1966808"/>
                  <a:pt x="2080163" y="1966808"/>
                </a:cubicBezTo>
                <a:cubicBezTo>
                  <a:pt x="2070970" y="1966808"/>
                  <a:pt x="2064104" y="1959942"/>
                  <a:pt x="2064104" y="1950748"/>
                </a:cubicBezTo>
                <a:cubicBezTo>
                  <a:pt x="2064104" y="1942369"/>
                  <a:pt x="2070970" y="1934688"/>
                  <a:pt x="2080163" y="1934688"/>
                </a:cubicBezTo>
                <a:close/>
                <a:moveTo>
                  <a:pt x="2014994" y="1934688"/>
                </a:moveTo>
                <a:cubicBezTo>
                  <a:pt x="2024187" y="1934688"/>
                  <a:pt x="2031169" y="1942369"/>
                  <a:pt x="2031169" y="1950748"/>
                </a:cubicBezTo>
                <a:cubicBezTo>
                  <a:pt x="2031169" y="1959942"/>
                  <a:pt x="2024187" y="1966808"/>
                  <a:pt x="2014994" y="1966808"/>
                </a:cubicBezTo>
                <a:cubicBezTo>
                  <a:pt x="2006615" y="1966808"/>
                  <a:pt x="1998934" y="1959942"/>
                  <a:pt x="1998934" y="1950748"/>
                </a:cubicBezTo>
                <a:cubicBezTo>
                  <a:pt x="1998934" y="1942369"/>
                  <a:pt x="2006615" y="1934688"/>
                  <a:pt x="2014994" y="1934688"/>
                </a:cubicBezTo>
                <a:close/>
                <a:moveTo>
                  <a:pt x="1950756" y="1934688"/>
                </a:moveTo>
                <a:cubicBezTo>
                  <a:pt x="1959135" y="1934688"/>
                  <a:pt x="1966815" y="1942369"/>
                  <a:pt x="1966815" y="1950748"/>
                </a:cubicBezTo>
                <a:cubicBezTo>
                  <a:pt x="1966815" y="1959942"/>
                  <a:pt x="1959135" y="1966808"/>
                  <a:pt x="1950756" y="1966808"/>
                </a:cubicBezTo>
                <a:cubicBezTo>
                  <a:pt x="1942261" y="1966808"/>
                  <a:pt x="1934580" y="1959942"/>
                  <a:pt x="1934580" y="1950748"/>
                </a:cubicBezTo>
                <a:cubicBezTo>
                  <a:pt x="1934580" y="1942369"/>
                  <a:pt x="1942261" y="1934688"/>
                  <a:pt x="1950756" y="1934688"/>
                </a:cubicBezTo>
                <a:close/>
                <a:moveTo>
                  <a:pt x="1886402" y="1934688"/>
                </a:moveTo>
                <a:cubicBezTo>
                  <a:pt x="1894781" y="1934688"/>
                  <a:pt x="1902461" y="1942369"/>
                  <a:pt x="1902461" y="1950748"/>
                </a:cubicBezTo>
                <a:cubicBezTo>
                  <a:pt x="1902461" y="1959942"/>
                  <a:pt x="1894781" y="1966808"/>
                  <a:pt x="1886402" y="1966808"/>
                </a:cubicBezTo>
                <a:cubicBezTo>
                  <a:pt x="1877209" y="1966808"/>
                  <a:pt x="1870343" y="1959942"/>
                  <a:pt x="1870343" y="1950748"/>
                </a:cubicBezTo>
                <a:cubicBezTo>
                  <a:pt x="1870343" y="1942369"/>
                  <a:pt x="1877209" y="1934688"/>
                  <a:pt x="1886402" y="1934688"/>
                </a:cubicBezTo>
                <a:close/>
                <a:moveTo>
                  <a:pt x="1822048" y="1934688"/>
                </a:moveTo>
                <a:cubicBezTo>
                  <a:pt x="1830427" y="1934688"/>
                  <a:pt x="1838108" y="1942369"/>
                  <a:pt x="1838108" y="1950748"/>
                </a:cubicBezTo>
                <a:cubicBezTo>
                  <a:pt x="1838108" y="1959942"/>
                  <a:pt x="1830427" y="1966808"/>
                  <a:pt x="1822048" y="1966808"/>
                </a:cubicBezTo>
                <a:cubicBezTo>
                  <a:pt x="1812855" y="1966808"/>
                  <a:pt x="1805989" y="1959942"/>
                  <a:pt x="1805989" y="1950748"/>
                </a:cubicBezTo>
                <a:cubicBezTo>
                  <a:pt x="1805989" y="1942369"/>
                  <a:pt x="1812855" y="1934688"/>
                  <a:pt x="1822048" y="1934688"/>
                </a:cubicBezTo>
                <a:close/>
                <a:moveTo>
                  <a:pt x="1756879" y="1934688"/>
                </a:moveTo>
                <a:cubicBezTo>
                  <a:pt x="1766073" y="1934688"/>
                  <a:pt x="1773055" y="1942369"/>
                  <a:pt x="1773055" y="1950748"/>
                </a:cubicBezTo>
                <a:cubicBezTo>
                  <a:pt x="1773055" y="1959942"/>
                  <a:pt x="1766073" y="1966808"/>
                  <a:pt x="1756879" y="1966808"/>
                </a:cubicBezTo>
                <a:cubicBezTo>
                  <a:pt x="1748501" y="1966808"/>
                  <a:pt x="1741635" y="1959942"/>
                  <a:pt x="1741635" y="1950748"/>
                </a:cubicBezTo>
                <a:cubicBezTo>
                  <a:pt x="1741635" y="1942369"/>
                  <a:pt x="1748501" y="1934688"/>
                  <a:pt x="1756879" y="1934688"/>
                </a:cubicBezTo>
                <a:close/>
                <a:moveTo>
                  <a:pt x="1692642" y="1934688"/>
                </a:moveTo>
                <a:cubicBezTo>
                  <a:pt x="1701835" y="1934688"/>
                  <a:pt x="1708701" y="1942369"/>
                  <a:pt x="1708701" y="1950748"/>
                </a:cubicBezTo>
                <a:cubicBezTo>
                  <a:pt x="1708701" y="1959942"/>
                  <a:pt x="1701835" y="1966808"/>
                  <a:pt x="1692642" y="1966808"/>
                </a:cubicBezTo>
                <a:cubicBezTo>
                  <a:pt x="1684147" y="1966808"/>
                  <a:pt x="1676466" y="1959942"/>
                  <a:pt x="1676466" y="1950748"/>
                </a:cubicBezTo>
                <a:cubicBezTo>
                  <a:pt x="1676466" y="1942369"/>
                  <a:pt x="1684147" y="1934688"/>
                  <a:pt x="1692642" y="1934688"/>
                </a:cubicBezTo>
                <a:close/>
                <a:moveTo>
                  <a:pt x="1628287" y="1934688"/>
                </a:moveTo>
                <a:cubicBezTo>
                  <a:pt x="1636666" y="1934688"/>
                  <a:pt x="1644346" y="1942369"/>
                  <a:pt x="1644346" y="1950748"/>
                </a:cubicBezTo>
                <a:cubicBezTo>
                  <a:pt x="1644346" y="1959942"/>
                  <a:pt x="1636666" y="1966808"/>
                  <a:pt x="1628287" y="1966808"/>
                </a:cubicBezTo>
                <a:cubicBezTo>
                  <a:pt x="1619094" y="1966808"/>
                  <a:pt x="1612228" y="1959942"/>
                  <a:pt x="1612228" y="1950748"/>
                </a:cubicBezTo>
                <a:cubicBezTo>
                  <a:pt x="1612228" y="1942369"/>
                  <a:pt x="1619094" y="1934688"/>
                  <a:pt x="1628287" y="1934688"/>
                </a:cubicBezTo>
                <a:close/>
                <a:moveTo>
                  <a:pt x="1563933" y="1934688"/>
                </a:moveTo>
                <a:cubicBezTo>
                  <a:pt x="1572312" y="1934688"/>
                  <a:pt x="1579993" y="1942369"/>
                  <a:pt x="1579993" y="1950748"/>
                </a:cubicBezTo>
                <a:cubicBezTo>
                  <a:pt x="1579993" y="1959942"/>
                  <a:pt x="1572312" y="1966808"/>
                  <a:pt x="1563933" y="1966808"/>
                </a:cubicBezTo>
                <a:cubicBezTo>
                  <a:pt x="1554740" y="1966808"/>
                  <a:pt x="1547874" y="1959942"/>
                  <a:pt x="1547874" y="1950748"/>
                </a:cubicBezTo>
                <a:cubicBezTo>
                  <a:pt x="1547874" y="1942369"/>
                  <a:pt x="1554740" y="1934688"/>
                  <a:pt x="1563933" y="1934688"/>
                </a:cubicBezTo>
                <a:close/>
                <a:moveTo>
                  <a:pt x="1499579" y="1934688"/>
                </a:moveTo>
                <a:cubicBezTo>
                  <a:pt x="1508074" y="1934688"/>
                  <a:pt x="1514940" y="1942369"/>
                  <a:pt x="1514940" y="1950748"/>
                </a:cubicBezTo>
                <a:cubicBezTo>
                  <a:pt x="1514940" y="1959942"/>
                  <a:pt x="1508074" y="1966808"/>
                  <a:pt x="1499579" y="1966808"/>
                </a:cubicBezTo>
                <a:cubicBezTo>
                  <a:pt x="1490386" y="1966808"/>
                  <a:pt x="1483520" y="1959942"/>
                  <a:pt x="1483520" y="1950748"/>
                </a:cubicBezTo>
                <a:cubicBezTo>
                  <a:pt x="1483520" y="1942369"/>
                  <a:pt x="1490386" y="1934688"/>
                  <a:pt x="1499579" y="1934688"/>
                </a:cubicBezTo>
                <a:close/>
                <a:moveTo>
                  <a:pt x="3369921" y="1870335"/>
                </a:moveTo>
                <a:cubicBezTo>
                  <a:pt x="3379115" y="1870335"/>
                  <a:pt x="3385981" y="1877201"/>
                  <a:pt x="3385981" y="1886394"/>
                </a:cubicBezTo>
                <a:cubicBezTo>
                  <a:pt x="3385981" y="1894890"/>
                  <a:pt x="3379115" y="1902454"/>
                  <a:pt x="3369921" y="1902454"/>
                </a:cubicBezTo>
                <a:cubicBezTo>
                  <a:pt x="3361426" y="1902454"/>
                  <a:pt x="3353862" y="1894890"/>
                  <a:pt x="3353862" y="1886394"/>
                </a:cubicBezTo>
                <a:cubicBezTo>
                  <a:pt x="3353862" y="1877201"/>
                  <a:pt x="3361426" y="1870335"/>
                  <a:pt x="3369921" y="1870335"/>
                </a:cubicBezTo>
                <a:close/>
                <a:moveTo>
                  <a:pt x="3305567" y="1870335"/>
                </a:moveTo>
                <a:cubicBezTo>
                  <a:pt x="3313946" y="1870335"/>
                  <a:pt x="3321627" y="1877201"/>
                  <a:pt x="3321627" y="1886394"/>
                </a:cubicBezTo>
                <a:cubicBezTo>
                  <a:pt x="3321627" y="1894890"/>
                  <a:pt x="3313946" y="1902454"/>
                  <a:pt x="3305567" y="1902454"/>
                </a:cubicBezTo>
                <a:cubicBezTo>
                  <a:pt x="3296374" y="1902454"/>
                  <a:pt x="3289508" y="1894890"/>
                  <a:pt x="3289508" y="1886394"/>
                </a:cubicBezTo>
                <a:cubicBezTo>
                  <a:pt x="3289508" y="1877201"/>
                  <a:pt x="3296374" y="1870335"/>
                  <a:pt x="3305567" y="1870335"/>
                </a:cubicBezTo>
                <a:close/>
                <a:moveTo>
                  <a:pt x="3241213" y="1870335"/>
                </a:moveTo>
                <a:cubicBezTo>
                  <a:pt x="3249708" y="1870335"/>
                  <a:pt x="3256574" y="1877201"/>
                  <a:pt x="3256574" y="1886394"/>
                </a:cubicBezTo>
                <a:cubicBezTo>
                  <a:pt x="3256574" y="1894890"/>
                  <a:pt x="3249708" y="1902454"/>
                  <a:pt x="3241213" y="1902454"/>
                </a:cubicBezTo>
                <a:cubicBezTo>
                  <a:pt x="3232020" y="1902454"/>
                  <a:pt x="3225154" y="1894890"/>
                  <a:pt x="3225154" y="1886394"/>
                </a:cubicBezTo>
                <a:cubicBezTo>
                  <a:pt x="3225154" y="1877201"/>
                  <a:pt x="3232020" y="1870335"/>
                  <a:pt x="3241213" y="1870335"/>
                </a:cubicBezTo>
                <a:close/>
                <a:moveTo>
                  <a:pt x="3176161" y="1870335"/>
                </a:moveTo>
                <a:cubicBezTo>
                  <a:pt x="3185354" y="1870335"/>
                  <a:pt x="3192220" y="1877201"/>
                  <a:pt x="3192220" y="1886394"/>
                </a:cubicBezTo>
                <a:cubicBezTo>
                  <a:pt x="3192220" y="1894890"/>
                  <a:pt x="3185354" y="1902454"/>
                  <a:pt x="3176161" y="1902454"/>
                </a:cubicBezTo>
                <a:cubicBezTo>
                  <a:pt x="3167666" y="1902454"/>
                  <a:pt x="3160800" y="1894890"/>
                  <a:pt x="3160102" y="1886394"/>
                </a:cubicBezTo>
                <a:cubicBezTo>
                  <a:pt x="3160102" y="1877201"/>
                  <a:pt x="3167666" y="1870335"/>
                  <a:pt x="3176161" y="1870335"/>
                </a:cubicBezTo>
                <a:close/>
                <a:moveTo>
                  <a:pt x="3111806" y="1870335"/>
                </a:moveTo>
                <a:cubicBezTo>
                  <a:pt x="3121000" y="1870335"/>
                  <a:pt x="3127866" y="1877201"/>
                  <a:pt x="3127866" y="1886394"/>
                </a:cubicBezTo>
                <a:cubicBezTo>
                  <a:pt x="3127866" y="1894890"/>
                  <a:pt x="3121000" y="1902454"/>
                  <a:pt x="3111806" y="1902454"/>
                </a:cubicBezTo>
                <a:cubicBezTo>
                  <a:pt x="3103427" y="1902454"/>
                  <a:pt x="3095747" y="1894890"/>
                  <a:pt x="3095747" y="1886394"/>
                </a:cubicBezTo>
                <a:cubicBezTo>
                  <a:pt x="3095747" y="1877201"/>
                  <a:pt x="3103427" y="1870335"/>
                  <a:pt x="3111806" y="1870335"/>
                </a:cubicBezTo>
                <a:close/>
                <a:moveTo>
                  <a:pt x="3047452" y="1870335"/>
                </a:moveTo>
                <a:cubicBezTo>
                  <a:pt x="3055831" y="1870335"/>
                  <a:pt x="3063512" y="1877201"/>
                  <a:pt x="3063512" y="1886394"/>
                </a:cubicBezTo>
                <a:cubicBezTo>
                  <a:pt x="3063512" y="1894890"/>
                  <a:pt x="3055831" y="1902454"/>
                  <a:pt x="3047452" y="1902454"/>
                </a:cubicBezTo>
                <a:cubicBezTo>
                  <a:pt x="3038259" y="1902454"/>
                  <a:pt x="3031393" y="1894890"/>
                  <a:pt x="3031393" y="1886394"/>
                </a:cubicBezTo>
                <a:cubicBezTo>
                  <a:pt x="3031393" y="1877201"/>
                  <a:pt x="3038259" y="1870335"/>
                  <a:pt x="3047452" y="1870335"/>
                </a:cubicBezTo>
                <a:close/>
                <a:moveTo>
                  <a:pt x="2983099" y="1870335"/>
                </a:moveTo>
                <a:cubicBezTo>
                  <a:pt x="2991594" y="1870335"/>
                  <a:pt x="2999158" y="1877201"/>
                  <a:pt x="2999158" y="1886394"/>
                </a:cubicBezTo>
                <a:cubicBezTo>
                  <a:pt x="2999158" y="1894890"/>
                  <a:pt x="2991594" y="1902454"/>
                  <a:pt x="2983099" y="1902454"/>
                </a:cubicBezTo>
                <a:cubicBezTo>
                  <a:pt x="2973905" y="1902454"/>
                  <a:pt x="2967039" y="1894890"/>
                  <a:pt x="2967039" y="1886394"/>
                </a:cubicBezTo>
                <a:cubicBezTo>
                  <a:pt x="2967039" y="1877201"/>
                  <a:pt x="2973905" y="1870335"/>
                  <a:pt x="2983099" y="1870335"/>
                </a:cubicBezTo>
                <a:close/>
                <a:moveTo>
                  <a:pt x="2918046" y="1870335"/>
                </a:moveTo>
                <a:cubicBezTo>
                  <a:pt x="2927240" y="1870335"/>
                  <a:pt x="2934106" y="1877201"/>
                  <a:pt x="2934106" y="1886394"/>
                </a:cubicBezTo>
                <a:cubicBezTo>
                  <a:pt x="2934106" y="1894890"/>
                  <a:pt x="2927240" y="1902454"/>
                  <a:pt x="2918046" y="1902454"/>
                </a:cubicBezTo>
                <a:cubicBezTo>
                  <a:pt x="2909551" y="1902454"/>
                  <a:pt x="2902685" y="1894890"/>
                  <a:pt x="2902685" y="1886394"/>
                </a:cubicBezTo>
                <a:cubicBezTo>
                  <a:pt x="2902685" y="1877201"/>
                  <a:pt x="2909551" y="1870335"/>
                  <a:pt x="2918046" y="1870335"/>
                </a:cubicBezTo>
                <a:close/>
                <a:moveTo>
                  <a:pt x="2853692" y="1870335"/>
                </a:moveTo>
                <a:cubicBezTo>
                  <a:pt x="2862886" y="1870335"/>
                  <a:pt x="2869752" y="1877201"/>
                  <a:pt x="2869752" y="1886394"/>
                </a:cubicBezTo>
                <a:cubicBezTo>
                  <a:pt x="2869752" y="1894890"/>
                  <a:pt x="2862886" y="1902454"/>
                  <a:pt x="2853692" y="1902454"/>
                </a:cubicBezTo>
                <a:cubicBezTo>
                  <a:pt x="2845313" y="1902454"/>
                  <a:pt x="2837633" y="1894890"/>
                  <a:pt x="2837633" y="1886394"/>
                </a:cubicBezTo>
                <a:cubicBezTo>
                  <a:pt x="2837633" y="1877201"/>
                  <a:pt x="2845313" y="1870335"/>
                  <a:pt x="2853692" y="1870335"/>
                </a:cubicBezTo>
                <a:close/>
                <a:moveTo>
                  <a:pt x="2789338" y="1870335"/>
                </a:moveTo>
                <a:cubicBezTo>
                  <a:pt x="2798532" y="1870335"/>
                  <a:pt x="2805398" y="1877201"/>
                  <a:pt x="2805398" y="1886394"/>
                </a:cubicBezTo>
                <a:cubicBezTo>
                  <a:pt x="2805398" y="1894890"/>
                  <a:pt x="2798532" y="1902454"/>
                  <a:pt x="2789338" y="1902454"/>
                </a:cubicBezTo>
                <a:cubicBezTo>
                  <a:pt x="2780959" y="1902454"/>
                  <a:pt x="2773279" y="1894890"/>
                  <a:pt x="2773279" y="1886394"/>
                </a:cubicBezTo>
                <a:cubicBezTo>
                  <a:pt x="2773279" y="1877201"/>
                  <a:pt x="2780959" y="1870335"/>
                  <a:pt x="2789338" y="1870335"/>
                </a:cubicBezTo>
                <a:close/>
                <a:moveTo>
                  <a:pt x="2724984" y="1870335"/>
                </a:moveTo>
                <a:cubicBezTo>
                  <a:pt x="2733479" y="1870335"/>
                  <a:pt x="2741159" y="1877201"/>
                  <a:pt x="2741159" y="1886394"/>
                </a:cubicBezTo>
                <a:cubicBezTo>
                  <a:pt x="2741159" y="1894890"/>
                  <a:pt x="2733479" y="1902454"/>
                  <a:pt x="2724984" y="1902454"/>
                </a:cubicBezTo>
                <a:cubicBezTo>
                  <a:pt x="2715790" y="1902454"/>
                  <a:pt x="2708924" y="1894890"/>
                  <a:pt x="2708924" y="1886394"/>
                </a:cubicBezTo>
                <a:cubicBezTo>
                  <a:pt x="2708924" y="1877201"/>
                  <a:pt x="2715790" y="1870335"/>
                  <a:pt x="2724984" y="1870335"/>
                </a:cubicBezTo>
                <a:close/>
                <a:moveTo>
                  <a:pt x="2660630" y="1870335"/>
                </a:moveTo>
                <a:cubicBezTo>
                  <a:pt x="2669125" y="1870335"/>
                  <a:pt x="2675991" y="1877201"/>
                  <a:pt x="2675991" y="1886394"/>
                </a:cubicBezTo>
                <a:cubicBezTo>
                  <a:pt x="2675991" y="1894890"/>
                  <a:pt x="2669125" y="1902454"/>
                  <a:pt x="2660630" y="1902454"/>
                </a:cubicBezTo>
                <a:cubicBezTo>
                  <a:pt x="2651553" y="1902454"/>
                  <a:pt x="2644570" y="1894890"/>
                  <a:pt x="2644570" y="1886394"/>
                </a:cubicBezTo>
                <a:cubicBezTo>
                  <a:pt x="2644570" y="1877201"/>
                  <a:pt x="2651553" y="1870335"/>
                  <a:pt x="2660630" y="1870335"/>
                </a:cubicBezTo>
                <a:close/>
                <a:moveTo>
                  <a:pt x="2595577" y="1870335"/>
                </a:moveTo>
                <a:cubicBezTo>
                  <a:pt x="2604771" y="1870335"/>
                  <a:pt x="2611637" y="1877201"/>
                  <a:pt x="2611637" y="1886394"/>
                </a:cubicBezTo>
                <a:cubicBezTo>
                  <a:pt x="2611637" y="1894890"/>
                  <a:pt x="2604771" y="1902454"/>
                  <a:pt x="2595577" y="1902454"/>
                </a:cubicBezTo>
                <a:cubicBezTo>
                  <a:pt x="2587198" y="1902454"/>
                  <a:pt x="2580216" y="1894890"/>
                  <a:pt x="2579518" y="1886394"/>
                </a:cubicBezTo>
                <a:cubicBezTo>
                  <a:pt x="2579518" y="1877201"/>
                  <a:pt x="2587198" y="1870335"/>
                  <a:pt x="2595577" y="1870335"/>
                </a:cubicBezTo>
                <a:close/>
                <a:moveTo>
                  <a:pt x="2531224" y="1870335"/>
                </a:moveTo>
                <a:cubicBezTo>
                  <a:pt x="2539719" y="1870335"/>
                  <a:pt x="2547283" y="1877201"/>
                  <a:pt x="2547283" y="1886394"/>
                </a:cubicBezTo>
                <a:cubicBezTo>
                  <a:pt x="2547283" y="1894890"/>
                  <a:pt x="2539719" y="1902454"/>
                  <a:pt x="2531224" y="1902454"/>
                </a:cubicBezTo>
                <a:cubicBezTo>
                  <a:pt x="2522845" y="1902454"/>
                  <a:pt x="2515164" y="1894890"/>
                  <a:pt x="2515164" y="1886394"/>
                </a:cubicBezTo>
                <a:cubicBezTo>
                  <a:pt x="2515164" y="1877201"/>
                  <a:pt x="2522845" y="1870335"/>
                  <a:pt x="2531224" y="1870335"/>
                </a:cubicBezTo>
                <a:close/>
                <a:moveTo>
                  <a:pt x="2466869" y="1870335"/>
                </a:moveTo>
                <a:cubicBezTo>
                  <a:pt x="2475364" y="1870335"/>
                  <a:pt x="2483044" y="1877201"/>
                  <a:pt x="2483044" y="1886394"/>
                </a:cubicBezTo>
                <a:cubicBezTo>
                  <a:pt x="2483044" y="1894890"/>
                  <a:pt x="2475364" y="1902454"/>
                  <a:pt x="2466869" y="1902454"/>
                </a:cubicBezTo>
                <a:cubicBezTo>
                  <a:pt x="2457675" y="1902454"/>
                  <a:pt x="2450809" y="1894890"/>
                  <a:pt x="2450809" y="1886394"/>
                </a:cubicBezTo>
                <a:cubicBezTo>
                  <a:pt x="2450809" y="1877201"/>
                  <a:pt x="2457675" y="1870335"/>
                  <a:pt x="2466869" y="1870335"/>
                </a:cubicBezTo>
                <a:close/>
                <a:moveTo>
                  <a:pt x="2402631" y="1870335"/>
                </a:moveTo>
                <a:cubicBezTo>
                  <a:pt x="2411010" y="1870335"/>
                  <a:pt x="2418690" y="1877201"/>
                  <a:pt x="2418690" y="1886394"/>
                </a:cubicBezTo>
                <a:cubicBezTo>
                  <a:pt x="2418690" y="1894890"/>
                  <a:pt x="2411010" y="1902454"/>
                  <a:pt x="2402631" y="1902454"/>
                </a:cubicBezTo>
                <a:cubicBezTo>
                  <a:pt x="2393438" y="1902454"/>
                  <a:pt x="2386455" y="1894890"/>
                  <a:pt x="2386455" y="1886394"/>
                </a:cubicBezTo>
                <a:cubicBezTo>
                  <a:pt x="2386455" y="1877201"/>
                  <a:pt x="2393438" y="1870335"/>
                  <a:pt x="2402631" y="1870335"/>
                </a:cubicBezTo>
                <a:close/>
                <a:moveTo>
                  <a:pt x="2337462" y="1870335"/>
                </a:moveTo>
                <a:cubicBezTo>
                  <a:pt x="2346656" y="1870335"/>
                  <a:pt x="2353522" y="1877201"/>
                  <a:pt x="2353522" y="1886394"/>
                </a:cubicBezTo>
                <a:cubicBezTo>
                  <a:pt x="2353522" y="1894890"/>
                  <a:pt x="2346656" y="1902454"/>
                  <a:pt x="2337462" y="1902454"/>
                </a:cubicBezTo>
                <a:cubicBezTo>
                  <a:pt x="2329084" y="1902454"/>
                  <a:pt x="2322218" y="1894890"/>
                  <a:pt x="2322218" y="1886394"/>
                </a:cubicBezTo>
                <a:cubicBezTo>
                  <a:pt x="2322218" y="1877201"/>
                  <a:pt x="2329084" y="1870335"/>
                  <a:pt x="2337462" y="1870335"/>
                </a:cubicBezTo>
                <a:close/>
                <a:moveTo>
                  <a:pt x="2273109" y="1870335"/>
                </a:moveTo>
                <a:cubicBezTo>
                  <a:pt x="2282302" y="1870335"/>
                  <a:pt x="2289284" y="1877201"/>
                  <a:pt x="2289284" y="1886394"/>
                </a:cubicBezTo>
                <a:cubicBezTo>
                  <a:pt x="2289284" y="1894890"/>
                  <a:pt x="2282302" y="1902454"/>
                  <a:pt x="2273109" y="1902454"/>
                </a:cubicBezTo>
                <a:cubicBezTo>
                  <a:pt x="2264730" y="1902454"/>
                  <a:pt x="2257049" y="1894890"/>
                  <a:pt x="2257049" y="1886394"/>
                </a:cubicBezTo>
                <a:cubicBezTo>
                  <a:pt x="2257049" y="1877201"/>
                  <a:pt x="2264730" y="1870335"/>
                  <a:pt x="2273109" y="1870335"/>
                </a:cubicBezTo>
                <a:close/>
                <a:moveTo>
                  <a:pt x="2208755" y="1870335"/>
                </a:moveTo>
                <a:cubicBezTo>
                  <a:pt x="2217948" y="1870335"/>
                  <a:pt x="2224930" y="1877201"/>
                  <a:pt x="2224930" y="1886394"/>
                </a:cubicBezTo>
                <a:cubicBezTo>
                  <a:pt x="2224930" y="1894890"/>
                  <a:pt x="2217948" y="1902454"/>
                  <a:pt x="2208755" y="1902454"/>
                </a:cubicBezTo>
                <a:cubicBezTo>
                  <a:pt x="2199561" y="1902454"/>
                  <a:pt x="2192695" y="1894890"/>
                  <a:pt x="2192695" y="1886394"/>
                </a:cubicBezTo>
                <a:cubicBezTo>
                  <a:pt x="2192695" y="1877201"/>
                  <a:pt x="2200376" y="1870335"/>
                  <a:pt x="2208755" y="1870335"/>
                </a:cubicBezTo>
                <a:close/>
                <a:moveTo>
                  <a:pt x="2144517" y="1870335"/>
                </a:moveTo>
                <a:cubicBezTo>
                  <a:pt x="2152896" y="1870335"/>
                  <a:pt x="2160576" y="1877201"/>
                  <a:pt x="2160576" y="1886394"/>
                </a:cubicBezTo>
                <a:cubicBezTo>
                  <a:pt x="2160576" y="1894890"/>
                  <a:pt x="2152896" y="1902454"/>
                  <a:pt x="2144517" y="1902454"/>
                </a:cubicBezTo>
                <a:cubicBezTo>
                  <a:pt x="2135324" y="1902454"/>
                  <a:pt x="2128341" y="1894890"/>
                  <a:pt x="2128341" y="1886394"/>
                </a:cubicBezTo>
                <a:cubicBezTo>
                  <a:pt x="2128341" y="1877201"/>
                  <a:pt x="2135324" y="1870335"/>
                  <a:pt x="2144517" y="1870335"/>
                </a:cubicBezTo>
                <a:close/>
                <a:moveTo>
                  <a:pt x="2080163" y="1870335"/>
                </a:moveTo>
                <a:cubicBezTo>
                  <a:pt x="2088542" y="1870335"/>
                  <a:pt x="2095408" y="1877201"/>
                  <a:pt x="2095408" y="1886394"/>
                </a:cubicBezTo>
                <a:cubicBezTo>
                  <a:pt x="2095408" y="1894890"/>
                  <a:pt x="2088542" y="1902454"/>
                  <a:pt x="2080163" y="1902454"/>
                </a:cubicBezTo>
                <a:cubicBezTo>
                  <a:pt x="2070970" y="1902454"/>
                  <a:pt x="2064104" y="1894890"/>
                  <a:pt x="2064104" y="1886394"/>
                </a:cubicBezTo>
                <a:cubicBezTo>
                  <a:pt x="2064104" y="1877201"/>
                  <a:pt x="2070970" y="1870335"/>
                  <a:pt x="2080163" y="1870335"/>
                </a:cubicBezTo>
                <a:close/>
                <a:moveTo>
                  <a:pt x="2014994" y="1870335"/>
                </a:moveTo>
                <a:cubicBezTo>
                  <a:pt x="2024187" y="1870335"/>
                  <a:pt x="2031169" y="1877201"/>
                  <a:pt x="2031169" y="1886394"/>
                </a:cubicBezTo>
                <a:cubicBezTo>
                  <a:pt x="2031169" y="1894890"/>
                  <a:pt x="2024187" y="1902454"/>
                  <a:pt x="2014994" y="1902454"/>
                </a:cubicBezTo>
                <a:cubicBezTo>
                  <a:pt x="2006615" y="1902454"/>
                  <a:pt x="1998934" y="1894890"/>
                  <a:pt x="1998934" y="1886394"/>
                </a:cubicBezTo>
                <a:cubicBezTo>
                  <a:pt x="1998934" y="1877201"/>
                  <a:pt x="2006615" y="1870335"/>
                  <a:pt x="2014994" y="1870335"/>
                </a:cubicBezTo>
                <a:close/>
                <a:moveTo>
                  <a:pt x="1950756" y="1870335"/>
                </a:moveTo>
                <a:cubicBezTo>
                  <a:pt x="1959135" y="1870335"/>
                  <a:pt x="1966815" y="1877201"/>
                  <a:pt x="1966815" y="1886394"/>
                </a:cubicBezTo>
                <a:cubicBezTo>
                  <a:pt x="1966815" y="1894890"/>
                  <a:pt x="1959135" y="1902454"/>
                  <a:pt x="1950756" y="1902454"/>
                </a:cubicBezTo>
                <a:cubicBezTo>
                  <a:pt x="1942261" y="1902454"/>
                  <a:pt x="1934580" y="1894890"/>
                  <a:pt x="1934580" y="1886394"/>
                </a:cubicBezTo>
                <a:cubicBezTo>
                  <a:pt x="1934580" y="1877201"/>
                  <a:pt x="1942261" y="1870335"/>
                  <a:pt x="1950756" y="1870335"/>
                </a:cubicBezTo>
                <a:close/>
                <a:moveTo>
                  <a:pt x="1886402" y="1870335"/>
                </a:moveTo>
                <a:cubicBezTo>
                  <a:pt x="1894781" y="1870335"/>
                  <a:pt x="1902461" y="1877201"/>
                  <a:pt x="1902461" y="1886394"/>
                </a:cubicBezTo>
                <a:cubicBezTo>
                  <a:pt x="1902461" y="1894890"/>
                  <a:pt x="1894781" y="1902454"/>
                  <a:pt x="1886402" y="1902454"/>
                </a:cubicBezTo>
                <a:cubicBezTo>
                  <a:pt x="1877209" y="1902454"/>
                  <a:pt x="1870343" y="1894890"/>
                  <a:pt x="1870343" y="1886394"/>
                </a:cubicBezTo>
                <a:cubicBezTo>
                  <a:pt x="1870343" y="1877201"/>
                  <a:pt x="1877209" y="1870335"/>
                  <a:pt x="1886402" y="1870335"/>
                </a:cubicBezTo>
                <a:close/>
                <a:moveTo>
                  <a:pt x="1822048" y="1870335"/>
                </a:moveTo>
                <a:cubicBezTo>
                  <a:pt x="1830427" y="1870335"/>
                  <a:pt x="1838108" y="1877201"/>
                  <a:pt x="1838108" y="1886394"/>
                </a:cubicBezTo>
                <a:cubicBezTo>
                  <a:pt x="1838108" y="1894890"/>
                  <a:pt x="1830427" y="1902454"/>
                  <a:pt x="1822048" y="1902454"/>
                </a:cubicBezTo>
                <a:cubicBezTo>
                  <a:pt x="1812855" y="1902454"/>
                  <a:pt x="1805989" y="1894890"/>
                  <a:pt x="1805989" y="1886394"/>
                </a:cubicBezTo>
                <a:cubicBezTo>
                  <a:pt x="1805989" y="1877201"/>
                  <a:pt x="1812855" y="1870335"/>
                  <a:pt x="1822048" y="1870335"/>
                </a:cubicBezTo>
                <a:close/>
                <a:moveTo>
                  <a:pt x="1756879" y="1870335"/>
                </a:moveTo>
                <a:cubicBezTo>
                  <a:pt x="1766073" y="1870335"/>
                  <a:pt x="1773055" y="1877201"/>
                  <a:pt x="1773055" y="1886394"/>
                </a:cubicBezTo>
                <a:cubicBezTo>
                  <a:pt x="1773055" y="1894890"/>
                  <a:pt x="1766073" y="1902454"/>
                  <a:pt x="1756879" y="1902454"/>
                </a:cubicBezTo>
                <a:cubicBezTo>
                  <a:pt x="1748501" y="1902454"/>
                  <a:pt x="1741635" y="1894890"/>
                  <a:pt x="1741635" y="1886394"/>
                </a:cubicBezTo>
                <a:cubicBezTo>
                  <a:pt x="1741635" y="1877201"/>
                  <a:pt x="1748501" y="1870335"/>
                  <a:pt x="1756879" y="1870335"/>
                </a:cubicBezTo>
                <a:close/>
                <a:moveTo>
                  <a:pt x="1692642" y="1870335"/>
                </a:moveTo>
                <a:cubicBezTo>
                  <a:pt x="1701835" y="1870335"/>
                  <a:pt x="1708701" y="1877201"/>
                  <a:pt x="1708701" y="1886394"/>
                </a:cubicBezTo>
                <a:cubicBezTo>
                  <a:pt x="1708701" y="1894890"/>
                  <a:pt x="1701835" y="1902454"/>
                  <a:pt x="1692642" y="1902454"/>
                </a:cubicBezTo>
                <a:cubicBezTo>
                  <a:pt x="1684147" y="1902454"/>
                  <a:pt x="1676466" y="1894890"/>
                  <a:pt x="1676466" y="1886394"/>
                </a:cubicBezTo>
                <a:cubicBezTo>
                  <a:pt x="1676466" y="1877201"/>
                  <a:pt x="1684147" y="1870335"/>
                  <a:pt x="1692642" y="1870335"/>
                </a:cubicBezTo>
                <a:close/>
                <a:moveTo>
                  <a:pt x="1628287" y="1870335"/>
                </a:moveTo>
                <a:cubicBezTo>
                  <a:pt x="1636666" y="1870335"/>
                  <a:pt x="1644346" y="1877201"/>
                  <a:pt x="1644346" y="1886394"/>
                </a:cubicBezTo>
                <a:cubicBezTo>
                  <a:pt x="1644346" y="1894890"/>
                  <a:pt x="1636666" y="1902454"/>
                  <a:pt x="1628287" y="1902454"/>
                </a:cubicBezTo>
                <a:cubicBezTo>
                  <a:pt x="1619094" y="1902454"/>
                  <a:pt x="1612228" y="1894890"/>
                  <a:pt x="1612228" y="1886394"/>
                </a:cubicBezTo>
                <a:cubicBezTo>
                  <a:pt x="1612228" y="1877201"/>
                  <a:pt x="1619094" y="1870335"/>
                  <a:pt x="1628287" y="1870335"/>
                </a:cubicBezTo>
                <a:close/>
                <a:moveTo>
                  <a:pt x="1563933" y="1870335"/>
                </a:moveTo>
                <a:cubicBezTo>
                  <a:pt x="1572312" y="1870335"/>
                  <a:pt x="1579993" y="1877201"/>
                  <a:pt x="1579993" y="1886394"/>
                </a:cubicBezTo>
                <a:cubicBezTo>
                  <a:pt x="1579993" y="1894890"/>
                  <a:pt x="1572312" y="1902454"/>
                  <a:pt x="1563933" y="1902454"/>
                </a:cubicBezTo>
                <a:cubicBezTo>
                  <a:pt x="1554740" y="1902454"/>
                  <a:pt x="1547874" y="1894890"/>
                  <a:pt x="1547874" y="1886394"/>
                </a:cubicBezTo>
                <a:cubicBezTo>
                  <a:pt x="1547874" y="1877201"/>
                  <a:pt x="1554740" y="1870335"/>
                  <a:pt x="1563933" y="1870335"/>
                </a:cubicBezTo>
                <a:close/>
                <a:moveTo>
                  <a:pt x="1499579" y="1870335"/>
                </a:moveTo>
                <a:cubicBezTo>
                  <a:pt x="1508074" y="1870335"/>
                  <a:pt x="1514940" y="1877201"/>
                  <a:pt x="1514940" y="1886394"/>
                </a:cubicBezTo>
                <a:cubicBezTo>
                  <a:pt x="1514940" y="1894890"/>
                  <a:pt x="1508074" y="1902454"/>
                  <a:pt x="1499579" y="1902454"/>
                </a:cubicBezTo>
                <a:cubicBezTo>
                  <a:pt x="1490386" y="1902454"/>
                  <a:pt x="1483520" y="1894890"/>
                  <a:pt x="1483520" y="1886394"/>
                </a:cubicBezTo>
                <a:cubicBezTo>
                  <a:pt x="1483520" y="1877201"/>
                  <a:pt x="1490386" y="1870335"/>
                  <a:pt x="1499579" y="1870335"/>
                </a:cubicBezTo>
                <a:close/>
                <a:moveTo>
                  <a:pt x="1434527" y="1870335"/>
                </a:moveTo>
                <a:cubicBezTo>
                  <a:pt x="1443720" y="1870335"/>
                  <a:pt x="1450586" y="1877201"/>
                  <a:pt x="1450586" y="1886394"/>
                </a:cubicBezTo>
                <a:cubicBezTo>
                  <a:pt x="1450586" y="1894890"/>
                  <a:pt x="1443720" y="1902454"/>
                  <a:pt x="1434527" y="1902454"/>
                </a:cubicBezTo>
                <a:cubicBezTo>
                  <a:pt x="1426032" y="1902454"/>
                  <a:pt x="1418351" y="1894890"/>
                  <a:pt x="1418351" y="1886394"/>
                </a:cubicBezTo>
                <a:cubicBezTo>
                  <a:pt x="1418351" y="1877201"/>
                  <a:pt x="1426032" y="1870335"/>
                  <a:pt x="1434527" y="1870335"/>
                </a:cubicBezTo>
                <a:close/>
                <a:moveTo>
                  <a:pt x="1370173" y="1870335"/>
                </a:moveTo>
                <a:cubicBezTo>
                  <a:pt x="1379367" y="1870335"/>
                  <a:pt x="1386233" y="1877201"/>
                  <a:pt x="1386233" y="1886394"/>
                </a:cubicBezTo>
                <a:cubicBezTo>
                  <a:pt x="1386233" y="1894890"/>
                  <a:pt x="1379367" y="1902454"/>
                  <a:pt x="1370173" y="1902454"/>
                </a:cubicBezTo>
                <a:cubicBezTo>
                  <a:pt x="1361678" y="1902454"/>
                  <a:pt x="1354114" y="1894890"/>
                  <a:pt x="1354114" y="1886394"/>
                </a:cubicBezTo>
                <a:cubicBezTo>
                  <a:pt x="1354114" y="1877201"/>
                  <a:pt x="1361678" y="1870335"/>
                  <a:pt x="1370173" y="1870335"/>
                </a:cubicBezTo>
                <a:close/>
                <a:moveTo>
                  <a:pt x="3369921" y="1805981"/>
                </a:moveTo>
                <a:cubicBezTo>
                  <a:pt x="3379115" y="1805981"/>
                  <a:pt x="3385981" y="1812847"/>
                  <a:pt x="3385981" y="1822040"/>
                </a:cubicBezTo>
                <a:cubicBezTo>
                  <a:pt x="3385981" y="1830536"/>
                  <a:pt x="3379115" y="1838216"/>
                  <a:pt x="3369921" y="1838216"/>
                </a:cubicBezTo>
                <a:cubicBezTo>
                  <a:pt x="3361426" y="1838216"/>
                  <a:pt x="3353862" y="1830536"/>
                  <a:pt x="3353862" y="1822040"/>
                </a:cubicBezTo>
                <a:cubicBezTo>
                  <a:pt x="3353862" y="1812847"/>
                  <a:pt x="3361426" y="1805981"/>
                  <a:pt x="3369921" y="1805981"/>
                </a:cubicBezTo>
                <a:close/>
                <a:moveTo>
                  <a:pt x="3305567" y="1805981"/>
                </a:moveTo>
                <a:cubicBezTo>
                  <a:pt x="3313946" y="1805981"/>
                  <a:pt x="3321627" y="1812847"/>
                  <a:pt x="3321627" y="1822040"/>
                </a:cubicBezTo>
                <a:cubicBezTo>
                  <a:pt x="3321627" y="1830536"/>
                  <a:pt x="3313946" y="1838216"/>
                  <a:pt x="3305567" y="1838216"/>
                </a:cubicBezTo>
                <a:cubicBezTo>
                  <a:pt x="3296374" y="1838216"/>
                  <a:pt x="3289508" y="1830536"/>
                  <a:pt x="3289508" y="1822040"/>
                </a:cubicBezTo>
                <a:cubicBezTo>
                  <a:pt x="3289508" y="1812847"/>
                  <a:pt x="3296374" y="1805981"/>
                  <a:pt x="3305567" y="1805981"/>
                </a:cubicBezTo>
                <a:close/>
                <a:moveTo>
                  <a:pt x="3241213" y="1805981"/>
                </a:moveTo>
                <a:cubicBezTo>
                  <a:pt x="3249708" y="1805981"/>
                  <a:pt x="3256574" y="1812847"/>
                  <a:pt x="3256574" y="1822040"/>
                </a:cubicBezTo>
                <a:cubicBezTo>
                  <a:pt x="3256574" y="1830536"/>
                  <a:pt x="3249708" y="1838216"/>
                  <a:pt x="3241213" y="1838216"/>
                </a:cubicBezTo>
                <a:cubicBezTo>
                  <a:pt x="3232020" y="1838216"/>
                  <a:pt x="3225154" y="1830536"/>
                  <a:pt x="3225154" y="1822040"/>
                </a:cubicBezTo>
                <a:cubicBezTo>
                  <a:pt x="3225154" y="1812847"/>
                  <a:pt x="3232020" y="1805981"/>
                  <a:pt x="3241213" y="1805981"/>
                </a:cubicBezTo>
                <a:close/>
                <a:moveTo>
                  <a:pt x="3176161" y="1805981"/>
                </a:moveTo>
                <a:cubicBezTo>
                  <a:pt x="3185354" y="1805981"/>
                  <a:pt x="3192220" y="1812847"/>
                  <a:pt x="3192220" y="1822040"/>
                </a:cubicBezTo>
                <a:cubicBezTo>
                  <a:pt x="3192220" y="1830536"/>
                  <a:pt x="3185354" y="1838216"/>
                  <a:pt x="3176161" y="1838216"/>
                </a:cubicBezTo>
                <a:cubicBezTo>
                  <a:pt x="3167666" y="1838216"/>
                  <a:pt x="3160800" y="1830536"/>
                  <a:pt x="3160102" y="1822040"/>
                </a:cubicBezTo>
                <a:cubicBezTo>
                  <a:pt x="3160102" y="1812847"/>
                  <a:pt x="3167666" y="1805981"/>
                  <a:pt x="3176161" y="1805981"/>
                </a:cubicBezTo>
                <a:close/>
                <a:moveTo>
                  <a:pt x="3111806" y="1805981"/>
                </a:moveTo>
                <a:cubicBezTo>
                  <a:pt x="3121000" y="1805981"/>
                  <a:pt x="3127866" y="1812847"/>
                  <a:pt x="3127866" y="1822040"/>
                </a:cubicBezTo>
                <a:cubicBezTo>
                  <a:pt x="3127866" y="1830536"/>
                  <a:pt x="3121000" y="1838216"/>
                  <a:pt x="3111806" y="1838216"/>
                </a:cubicBezTo>
                <a:cubicBezTo>
                  <a:pt x="3103427" y="1838216"/>
                  <a:pt x="3095747" y="1830536"/>
                  <a:pt x="3095747" y="1822040"/>
                </a:cubicBezTo>
                <a:cubicBezTo>
                  <a:pt x="3095747" y="1812847"/>
                  <a:pt x="3103427" y="1805981"/>
                  <a:pt x="3111806" y="1805981"/>
                </a:cubicBezTo>
                <a:close/>
                <a:moveTo>
                  <a:pt x="3047452" y="1805981"/>
                </a:moveTo>
                <a:cubicBezTo>
                  <a:pt x="3055831" y="1805981"/>
                  <a:pt x="3063512" y="1812847"/>
                  <a:pt x="3063512" y="1822040"/>
                </a:cubicBezTo>
                <a:cubicBezTo>
                  <a:pt x="3063512" y="1830536"/>
                  <a:pt x="3055831" y="1838216"/>
                  <a:pt x="3047452" y="1838216"/>
                </a:cubicBezTo>
                <a:cubicBezTo>
                  <a:pt x="3038259" y="1838216"/>
                  <a:pt x="3031393" y="1830536"/>
                  <a:pt x="3031393" y="1822040"/>
                </a:cubicBezTo>
                <a:cubicBezTo>
                  <a:pt x="3031393" y="1812847"/>
                  <a:pt x="3038259" y="1805981"/>
                  <a:pt x="3047452" y="1805981"/>
                </a:cubicBezTo>
                <a:close/>
                <a:moveTo>
                  <a:pt x="2983099" y="1805981"/>
                </a:moveTo>
                <a:cubicBezTo>
                  <a:pt x="2991594" y="1805981"/>
                  <a:pt x="2999158" y="1812847"/>
                  <a:pt x="2999158" y="1822040"/>
                </a:cubicBezTo>
                <a:cubicBezTo>
                  <a:pt x="2999158" y="1830536"/>
                  <a:pt x="2991594" y="1838216"/>
                  <a:pt x="2983099" y="1838216"/>
                </a:cubicBezTo>
                <a:cubicBezTo>
                  <a:pt x="2973905" y="1838216"/>
                  <a:pt x="2967039" y="1830536"/>
                  <a:pt x="2967039" y="1822040"/>
                </a:cubicBezTo>
                <a:cubicBezTo>
                  <a:pt x="2967039" y="1812847"/>
                  <a:pt x="2973905" y="1805981"/>
                  <a:pt x="2983099" y="1805981"/>
                </a:cubicBezTo>
                <a:close/>
                <a:moveTo>
                  <a:pt x="2918046" y="1805981"/>
                </a:moveTo>
                <a:cubicBezTo>
                  <a:pt x="2927240" y="1805981"/>
                  <a:pt x="2934106" y="1812847"/>
                  <a:pt x="2934106" y="1822040"/>
                </a:cubicBezTo>
                <a:cubicBezTo>
                  <a:pt x="2934106" y="1830536"/>
                  <a:pt x="2927240" y="1838216"/>
                  <a:pt x="2918046" y="1838216"/>
                </a:cubicBezTo>
                <a:cubicBezTo>
                  <a:pt x="2909551" y="1838216"/>
                  <a:pt x="2902685" y="1830536"/>
                  <a:pt x="2902685" y="1822040"/>
                </a:cubicBezTo>
                <a:cubicBezTo>
                  <a:pt x="2902685" y="1812847"/>
                  <a:pt x="2909551" y="1805981"/>
                  <a:pt x="2918046" y="1805981"/>
                </a:cubicBezTo>
                <a:close/>
                <a:moveTo>
                  <a:pt x="2853692" y="1805981"/>
                </a:moveTo>
                <a:cubicBezTo>
                  <a:pt x="2862886" y="1805981"/>
                  <a:pt x="2869752" y="1812847"/>
                  <a:pt x="2869752" y="1822040"/>
                </a:cubicBezTo>
                <a:cubicBezTo>
                  <a:pt x="2869752" y="1830536"/>
                  <a:pt x="2862886" y="1838216"/>
                  <a:pt x="2853692" y="1838216"/>
                </a:cubicBezTo>
                <a:cubicBezTo>
                  <a:pt x="2845313" y="1838216"/>
                  <a:pt x="2837633" y="1830536"/>
                  <a:pt x="2837633" y="1822040"/>
                </a:cubicBezTo>
                <a:cubicBezTo>
                  <a:pt x="2837633" y="1812847"/>
                  <a:pt x="2845313" y="1805981"/>
                  <a:pt x="2853692" y="1805981"/>
                </a:cubicBezTo>
                <a:close/>
                <a:moveTo>
                  <a:pt x="2789338" y="1805981"/>
                </a:moveTo>
                <a:cubicBezTo>
                  <a:pt x="2798532" y="1805981"/>
                  <a:pt x="2805398" y="1812847"/>
                  <a:pt x="2805398" y="1822040"/>
                </a:cubicBezTo>
                <a:cubicBezTo>
                  <a:pt x="2805398" y="1830536"/>
                  <a:pt x="2798532" y="1838216"/>
                  <a:pt x="2789338" y="1838216"/>
                </a:cubicBezTo>
                <a:cubicBezTo>
                  <a:pt x="2780959" y="1838216"/>
                  <a:pt x="2773279" y="1830536"/>
                  <a:pt x="2773279" y="1822040"/>
                </a:cubicBezTo>
                <a:cubicBezTo>
                  <a:pt x="2773279" y="1812847"/>
                  <a:pt x="2780959" y="1805981"/>
                  <a:pt x="2789338" y="1805981"/>
                </a:cubicBezTo>
                <a:close/>
                <a:moveTo>
                  <a:pt x="2724984" y="1805981"/>
                </a:moveTo>
                <a:cubicBezTo>
                  <a:pt x="2733479" y="1805981"/>
                  <a:pt x="2741159" y="1812847"/>
                  <a:pt x="2741159" y="1822040"/>
                </a:cubicBezTo>
                <a:cubicBezTo>
                  <a:pt x="2741159" y="1830536"/>
                  <a:pt x="2733479" y="1838216"/>
                  <a:pt x="2724984" y="1838216"/>
                </a:cubicBezTo>
                <a:cubicBezTo>
                  <a:pt x="2715790" y="1838216"/>
                  <a:pt x="2708924" y="1830536"/>
                  <a:pt x="2708924" y="1822040"/>
                </a:cubicBezTo>
                <a:cubicBezTo>
                  <a:pt x="2708924" y="1812847"/>
                  <a:pt x="2715790" y="1805981"/>
                  <a:pt x="2724984" y="1805981"/>
                </a:cubicBezTo>
                <a:close/>
                <a:moveTo>
                  <a:pt x="2660630" y="1805981"/>
                </a:moveTo>
                <a:cubicBezTo>
                  <a:pt x="2669125" y="1805981"/>
                  <a:pt x="2675991" y="1812847"/>
                  <a:pt x="2675991" y="1822040"/>
                </a:cubicBezTo>
                <a:cubicBezTo>
                  <a:pt x="2675991" y="1830536"/>
                  <a:pt x="2669125" y="1838216"/>
                  <a:pt x="2660630" y="1838216"/>
                </a:cubicBezTo>
                <a:cubicBezTo>
                  <a:pt x="2651553" y="1838216"/>
                  <a:pt x="2644570" y="1830536"/>
                  <a:pt x="2644570" y="1822040"/>
                </a:cubicBezTo>
                <a:cubicBezTo>
                  <a:pt x="2644570" y="1812847"/>
                  <a:pt x="2651553" y="1805981"/>
                  <a:pt x="2660630" y="1805981"/>
                </a:cubicBezTo>
                <a:close/>
                <a:moveTo>
                  <a:pt x="2595577" y="1805981"/>
                </a:moveTo>
                <a:cubicBezTo>
                  <a:pt x="2604771" y="1805981"/>
                  <a:pt x="2611637" y="1812847"/>
                  <a:pt x="2611637" y="1822040"/>
                </a:cubicBezTo>
                <a:cubicBezTo>
                  <a:pt x="2611637" y="1830536"/>
                  <a:pt x="2604771" y="1838216"/>
                  <a:pt x="2595577" y="1838216"/>
                </a:cubicBezTo>
                <a:cubicBezTo>
                  <a:pt x="2587198" y="1838216"/>
                  <a:pt x="2580216" y="1830536"/>
                  <a:pt x="2579518" y="1822040"/>
                </a:cubicBezTo>
                <a:cubicBezTo>
                  <a:pt x="2579518" y="1812847"/>
                  <a:pt x="2587198" y="1805981"/>
                  <a:pt x="2595577" y="1805981"/>
                </a:cubicBezTo>
                <a:close/>
                <a:moveTo>
                  <a:pt x="2531224" y="1805981"/>
                </a:moveTo>
                <a:cubicBezTo>
                  <a:pt x="2539719" y="1805981"/>
                  <a:pt x="2547283" y="1812847"/>
                  <a:pt x="2547283" y="1822040"/>
                </a:cubicBezTo>
                <a:cubicBezTo>
                  <a:pt x="2547283" y="1830536"/>
                  <a:pt x="2539719" y="1838216"/>
                  <a:pt x="2531224" y="1838216"/>
                </a:cubicBezTo>
                <a:cubicBezTo>
                  <a:pt x="2522845" y="1838216"/>
                  <a:pt x="2515164" y="1830536"/>
                  <a:pt x="2515164" y="1822040"/>
                </a:cubicBezTo>
                <a:cubicBezTo>
                  <a:pt x="2515164" y="1812847"/>
                  <a:pt x="2522845" y="1805981"/>
                  <a:pt x="2531224" y="1805981"/>
                </a:cubicBezTo>
                <a:close/>
                <a:moveTo>
                  <a:pt x="2466869" y="1805981"/>
                </a:moveTo>
                <a:cubicBezTo>
                  <a:pt x="2475364" y="1805981"/>
                  <a:pt x="2483044" y="1812847"/>
                  <a:pt x="2483044" y="1822040"/>
                </a:cubicBezTo>
                <a:cubicBezTo>
                  <a:pt x="2483044" y="1830536"/>
                  <a:pt x="2475364" y="1838216"/>
                  <a:pt x="2466869" y="1838216"/>
                </a:cubicBezTo>
                <a:cubicBezTo>
                  <a:pt x="2457675" y="1838216"/>
                  <a:pt x="2450809" y="1830536"/>
                  <a:pt x="2450809" y="1822040"/>
                </a:cubicBezTo>
                <a:cubicBezTo>
                  <a:pt x="2450809" y="1812847"/>
                  <a:pt x="2457675" y="1805981"/>
                  <a:pt x="2466869" y="1805981"/>
                </a:cubicBezTo>
                <a:close/>
                <a:moveTo>
                  <a:pt x="2402631" y="1805981"/>
                </a:moveTo>
                <a:cubicBezTo>
                  <a:pt x="2411010" y="1805981"/>
                  <a:pt x="2418690" y="1812847"/>
                  <a:pt x="2418690" y="1822040"/>
                </a:cubicBezTo>
                <a:cubicBezTo>
                  <a:pt x="2418690" y="1830536"/>
                  <a:pt x="2411010" y="1838216"/>
                  <a:pt x="2402631" y="1838216"/>
                </a:cubicBezTo>
                <a:cubicBezTo>
                  <a:pt x="2393438" y="1838216"/>
                  <a:pt x="2386455" y="1830536"/>
                  <a:pt x="2386455" y="1822040"/>
                </a:cubicBezTo>
                <a:cubicBezTo>
                  <a:pt x="2386455" y="1812847"/>
                  <a:pt x="2393438" y="1805981"/>
                  <a:pt x="2402631" y="1805981"/>
                </a:cubicBezTo>
                <a:close/>
                <a:moveTo>
                  <a:pt x="2337462" y="1805981"/>
                </a:moveTo>
                <a:cubicBezTo>
                  <a:pt x="2346656" y="1805981"/>
                  <a:pt x="2353522" y="1812847"/>
                  <a:pt x="2353522" y="1822040"/>
                </a:cubicBezTo>
                <a:cubicBezTo>
                  <a:pt x="2353522" y="1830536"/>
                  <a:pt x="2346656" y="1838216"/>
                  <a:pt x="2337462" y="1838216"/>
                </a:cubicBezTo>
                <a:cubicBezTo>
                  <a:pt x="2329084" y="1838216"/>
                  <a:pt x="2322218" y="1830536"/>
                  <a:pt x="2322218" y="1822040"/>
                </a:cubicBezTo>
                <a:cubicBezTo>
                  <a:pt x="2322218" y="1812847"/>
                  <a:pt x="2329084" y="1805981"/>
                  <a:pt x="2337462" y="1805981"/>
                </a:cubicBezTo>
                <a:close/>
                <a:moveTo>
                  <a:pt x="2273109" y="1805981"/>
                </a:moveTo>
                <a:cubicBezTo>
                  <a:pt x="2282302" y="1805981"/>
                  <a:pt x="2289284" y="1812847"/>
                  <a:pt x="2289284" y="1822040"/>
                </a:cubicBezTo>
                <a:cubicBezTo>
                  <a:pt x="2289284" y="1830536"/>
                  <a:pt x="2282302" y="1838216"/>
                  <a:pt x="2273109" y="1838216"/>
                </a:cubicBezTo>
                <a:cubicBezTo>
                  <a:pt x="2264730" y="1838216"/>
                  <a:pt x="2257049" y="1830536"/>
                  <a:pt x="2257049" y="1822040"/>
                </a:cubicBezTo>
                <a:cubicBezTo>
                  <a:pt x="2257049" y="1812847"/>
                  <a:pt x="2264730" y="1805981"/>
                  <a:pt x="2273109" y="1805981"/>
                </a:cubicBezTo>
                <a:close/>
                <a:moveTo>
                  <a:pt x="2208755" y="1805981"/>
                </a:moveTo>
                <a:cubicBezTo>
                  <a:pt x="2217948" y="1805981"/>
                  <a:pt x="2224930" y="1812847"/>
                  <a:pt x="2224930" y="1822040"/>
                </a:cubicBezTo>
                <a:cubicBezTo>
                  <a:pt x="2224930" y="1830536"/>
                  <a:pt x="2217948" y="1838216"/>
                  <a:pt x="2208755" y="1838216"/>
                </a:cubicBezTo>
                <a:cubicBezTo>
                  <a:pt x="2199561" y="1838216"/>
                  <a:pt x="2192695" y="1830536"/>
                  <a:pt x="2192695" y="1822040"/>
                </a:cubicBezTo>
                <a:cubicBezTo>
                  <a:pt x="2192695" y="1812847"/>
                  <a:pt x="2200376" y="1805981"/>
                  <a:pt x="2208755" y="1805981"/>
                </a:cubicBezTo>
                <a:close/>
                <a:moveTo>
                  <a:pt x="2144517" y="1805981"/>
                </a:moveTo>
                <a:cubicBezTo>
                  <a:pt x="2152896" y="1805981"/>
                  <a:pt x="2160576" y="1812847"/>
                  <a:pt x="2160576" y="1822040"/>
                </a:cubicBezTo>
                <a:cubicBezTo>
                  <a:pt x="2160576" y="1830536"/>
                  <a:pt x="2152896" y="1838216"/>
                  <a:pt x="2144517" y="1838216"/>
                </a:cubicBezTo>
                <a:cubicBezTo>
                  <a:pt x="2135324" y="1838216"/>
                  <a:pt x="2128341" y="1830536"/>
                  <a:pt x="2128341" y="1822040"/>
                </a:cubicBezTo>
                <a:cubicBezTo>
                  <a:pt x="2128341" y="1812847"/>
                  <a:pt x="2135324" y="1805981"/>
                  <a:pt x="2144517" y="1805981"/>
                </a:cubicBezTo>
                <a:close/>
                <a:moveTo>
                  <a:pt x="2080163" y="1805981"/>
                </a:moveTo>
                <a:cubicBezTo>
                  <a:pt x="2088542" y="1805981"/>
                  <a:pt x="2095408" y="1812847"/>
                  <a:pt x="2095408" y="1822040"/>
                </a:cubicBezTo>
                <a:cubicBezTo>
                  <a:pt x="2095408" y="1830536"/>
                  <a:pt x="2088542" y="1838216"/>
                  <a:pt x="2080163" y="1838216"/>
                </a:cubicBezTo>
                <a:cubicBezTo>
                  <a:pt x="2070970" y="1838216"/>
                  <a:pt x="2064104" y="1830536"/>
                  <a:pt x="2064104" y="1822040"/>
                </a:cubicBezTo>
                <a:cubicBezTo>
                  <a:pt x="2064104" y="1812847"/>
                  <a:pt x="2070970" y="1805981"/>
                  <a:pt x="2080163" y="1805981"/>
                </a:cubicBezTo>
                <a:close/>
                <a:moveTo>
                  <a:pt x="2014994" y="1805981"/>
                </a:moveTo>
                <a:cubicBezTo>
                  <a:pt x="2024187" y="1805981"/>
                  <a:pt x="2031169" y="1812847"/>
                  <a:pt x="2031169" y="1822040"/>
                </a:cubicBezTo>
                <a:cubicBezTo>
                  <a:pt x="2031169" y="1830536"/>
                  <a:pt x="2024187" y="1838216"/>
                  <a:pt x="2014994" y="1838216"/>
                </a:cubicBezTo>
                <a:cubicBezTo>
                  <a:pt x="2006615" y="1838216"/>
                  <a:pt x="1998934" y="1830536"/>
                  <a:pt x="1998934" y="1822040"/>
                </a:cubicBezTo>
                <a:cubicBezTo>
                  <a:pt x="1998934" y="1812847"/>
                  <a:pt x="2006615" y="1805981"/>
                  <a:pt x="2014994" y="1805981"/>
                </a:cubicBezTo>
                <a:close/>
                <a:moveTo>
                  <a:pt x="1950756" y="1805981"/>
                </a:moveTo>
                <a:cubicBezTo>
                  <a:pt x="1959135" y="1805981"/>
                  <a:pt x="1966815" y="1812847"/>
                  <a:pt x="1966815" y="1822040"/>
                </a:cubicBezTo>
                <a:cubicBezTo>
                  <a:pt x="1966815" y="1830536"/>
                  <a:pt x="1959135" y="1838216"/>
                  <a:pt x="1950756" y="1838216"/>
                </a:cubicBezTo>
                <a:cubicBezTo>
                  <a:pt x="1942261" y="1838216"/>
                  <a:pt x="1934580" y="1830536"/>
                  <a:pt x="1934580" y="1822040"/>
                </a:cubicBezTo>
                <a:cubicBezTo>
                  <a:pt x="1934580" y="1812847"/>
                  <a:pt x="1942261" y="1805981"/>
                  <a:pt x="1950756" y="1805981"/>
                </a:cubicBezTo>
                <a:close/>
                <a:moveTo>
                  <a:pt x="1886402" y="1805981"/>
                </a:moveTo>
                <a:cubicBezTo>
                  <a:pt x="1894781" y="1805981"/>
                  <a:pt x="1902461" y="1812847"/>
                  <a:pt x="1902461" y="1822040"/>
                </a:cubicBezTo>
                <a:cubicBezTo>
                  <a:pt x="1902461" y="1830536"/>
                  <a:pt x="1894781" y="1838216"/>
                  <a:pt x="1886402" y="1838216"/>
                </a:cubicBezTo>
                <a:cubicBezTo>
                  <a:pt x="1877209" y="1838216"/>
                  <a:pt x="1870343" y="1830536"/>
                  <a:pt x="1870343" y="1822040"/>
                </a:cubicBezTo>
                <a:cubicBezTo>
                  <a:pt x="1870343" y="1812847"/>
                  <a:pt x="1877209" y="1805981"/>
                  <a:pt x="1886402" y="1805981"/>
                </a:cubicBezTo>
                <a:close/>
                <a:moveTo>
                  <a:pt x="1822048" y="1805981"/>
                </a:moveTo>
                <a:cubicBezTo>
                  <a:pt x="1830427" y="1805981"/>
                  <a:pt x="1838108" y="1812847"/>
                  <a:pt x="1838108" y="1822040"/>
                </a:cubicBezTo>
                <a:cubicBezTo>
                  <a:pt x="1838108" y="1830536"/>
                  <a:pt x="1830427" y="1838216"/>
                  <a:pt x="1822048" y="1838216"/>
                </a:cubicBezTo>
                <a:cubicBezTo>
                  <a:pt x="1812855" y="1838216"/>
                  <a:pt x="1805989" y="1830536"/>
                  <a:pt x="1805989" y="1822040"/>
                </a:cubicBezTo>
                <a:cubicBezTo>
                  <a:pt x="1805989" y="1812847"/>
                  <a:pt x="1812855" y="1805981"/>
                  <a:pt x="1822048" y="1805981"/>
                </a:cubicBezTo>
                <a:close/>
                <a:moveTo>
                  <a:pt x="1756879" y="1805981"/>
                </a:moveTo>
                <a:cubicBezTo>
                  <a:pt x="1766073" y="1805981"/>
                  <a:pt x="1773055" y="1812847"/>
                  <a:pt x="1773055" y="1822040"/>
                </a:cubicBezTo>
                <a:cubicBezTo>
                  <a:pt x="1773055" y="1830536"/>
                  <a:pt x="1766073" y="1838216"/>
                  <a:pt x="1756879" y="1838216"/>
                </a:cubicBezTo>
                <a:cubicBezTo>
                  <a:pt x="1748501" y="1838216"/>
                  <a:pt x="1741635" y="1830536"/>
                  <a:pt x="1741635" y="1822040"/>
                </a:cubicBezTo>
                <a:cubicBezTo>
                  <a:pt x="1741635" y="1812847"/>
                  <a:pt x="1748501" y="1805981"/>
                  <a:pt x="1756879" y="1805981"/>
                </a:cubicBezTo>
                <a:close/>
                <a:moveTo>
                  <a:pt x="1692642" y="1805981"/>
                </a:moveTo>
                <a:cubicBezTo>
                  <a:pt x="1701835" y="1805981"/>
                  <a:pt x="1708701" y="1812847"/>
                  <a:pt x="1708701" y="1822040"/>
                </a:cubicBezTo>
                <a:cubicBezTo>
                  <a:pt x="1708701" y="1830536"/>
                  <a:pt x="1701835" y="1838216"/>
                  <a:pt x="1692642" y="1838216"/>
                </a:cubicBezTo>
                <a:cubicBezTo>
                  <a:pt x="1684147" y="1838216"/>
                  <a:pt x="1676466" y="1830536"/>
                  <a:pt x="1676466" y="1822040"/>
                </a:cubicBezTo>
                <a:cubicBezTo>
                  <a:pt x="1676466" y="1812847"/>
                  <a:pt x="1684147" y="1805981"/>
                  <a:pt x="1692642" y="1805981"/>
                </a:cubicBezTo>
                <a:close/>
                <a:moveTo>
                  <a:pt x="1628287" y="1805981"/>
                </a:moveTo>
                <a:cubicBezTo>
                  <a:pt x="1636666" y="1805981"/>
                  <a:pt x="1644346" y="1812847"/>
                  <a:pt x="1644346" y="1822040"/>
                </a:cubicBezTo>
                <a:cubicBezTo>
                  <a:pt x="1644346" y="1830536"/>
                  <a:pt x="1636666" y="1838216"/>
                  <a:pt x="1628287" y="1838216"/>
                </a:cubicBezTo>
                <a:cubicBezTo>
                  <a:pt x="1619094" y="1838216"/>
                  <a:pt x="1612228" y="1830536"/>
                  <a:pt x="1612228" y="1822040"/>
                </a:cubicBezTo>
                <a:cubicBezTo>
                  <a:pt x="1612228" y="1812847"/>
                  <a:pt x="1619094" y="1805981"/>
                  <a:pt x="1628287" y="1805981"/>
                </a:cubicBezTo>
                <a:close/>
                <a:moveTo>
                  <a:pt x="1563933" y="1805981"/>
                </a:moveTo>
                <a:cubicBezTo>
                  <a:pt x="1572312" y="1805981"/>
                  <a:pt x="1579993" y="1812847"/>
                  <a:pt x="1579993" y="1822040"/>
                </a:cubicBezTo>
                <a:cubicBezTo>
                  <a:pt x="1579993" y="1830536"/>
                  <a:pt x="1572312" y="1838216"/>
                  <a:pt x="1563933" y="1838216"/>
                </a:cubicBezTo>
                <a:cubicBezTo>
                  <a:pt x="1554740" y="1838216"/>
                  <a:pt x="1547874" y="1830536"/>
                  <a:pt x="1547874" y="1822040"/>
                </a:cubicBezTo>
                <a:cubicBezTo>
                  <a:pt x="1547874" y="1812847"/>
                  <a:pt x="1554740" y="1805981"/>
                  <a:pt x="1563933" y="1805981"/>
                </a:cubicBezTo>
                <a:close/>
                <a:moveTo>
                  <a:pt x="1499579" y="1805981"/>
                </a:moveTo>
                <a:cubicBezTo>
                  <a:pt x="1508074" y="1805981"/>
                  <a:pt x="1514940" y="1812847"/>
                  <a:pt x="1514940" y="1822040"/>
                </a:cubicBezTo>
                <a:cubicBezTo>
                  <a:pt x="1514940" y="1830536"/>
                  <a:pt x="1508074" y="1838216"/>
                  <a:pt x="1499579" y="1838216"/>
                </a:cubicBezTo>
                <a:cubicBezTo>
                  <a:pt x="1490386" y="1838216"/>
                  <a:pt x="1483520" y="1830536"/>
                  <a:pt x="1483520" y="1822040"/>
                </a:cubicBezTo>
                <a:cubicBezTo>
                  <a:pt x="1483520" y="1812847"/>
                  <a:pt x="1490386" y="1805981"/>
                  <a:pt x="1499579" y="1805981"/>
                </a:cubicBezTo>
                <a:close/>
                <a:moveTo>
                  <a:pt x="1434527" y="1805981"/>
                </a:moveTo>
                <a:cubicBezTo>
                  <a:pt x="1443720" y="1805981"/>
                  <a:pt x="1450586" y="1812847"/>
                  <a:pt x="1450586" y="1822040"/>
                </a:cubicBezTo>
                <a:cubicBezTo>
                  <a:pt x="1450586" y="1830536"/>
                  <a:pt x="1443720" y="1838216"/>
                  <a:pt x="1434527" y="1838216"/>
                </a:cubicBezTo>
                <a:cubicBezTo>
                  <a:pt x="1426032" y="1838216"/>
                  <a:pt x="1418351" y="1830536"/>
                  <a:pt x="1418351" y="1822040"/>
                </a:cubicBezTo>
                <a:cubicBezTo>
                  <a:pt x="1418351" y="1812847"/>
                  <a:pt x="1426032" y="1805981"/>
                  <a:pt x="1434527" y="1805981"/>
                </a:cubicBezTo>
                <a:close/>
                <a:moveTo>
                  <a:pt x="1370173" y="1805981"/>
                </a:moveTo>
                <a:cubicBezTo>
                  <a:pt x="1379367" y="1805981"/>
                  <a:pt x="1386233" y="1812847"/>
                  <a:pt x="1386233" y="1822040"/>
                </a:cubicBezTo>
                <a:cubicBezTo>
                  <a:pt x="1386233" y="1830536"/>
                  <a:pt x="1379367" y="1838216"/>
                  <a:pt x="1370173" y="1838216"/>
                </a:cubicBezTo>
                <a:cubicBezTo>
                  <a:pt x="1361678" y="1838216"/>
                  <a:pt x="1354114" y="1830536"/>
                  <a:pt x="1354114" y="1822040"/>
                </a:cubicBezTo>
                <a:cubicBezTo>
                  <a:pt x="1354114" y="1812847"/>
                  <a:pt x="1361678" y="1805981"/>
                  <a:pt x="1370173" y="1805981"/>
                </a:cubicBezTo>
                <a:close/>
                <a:moveTo>
                  <a:pt x="1305819" y="1805981"/>
                </a:moveTo>
                <a:cubicBezTo>
                  <a:pt x="1314198" y="1805981"/>
                  <a:pt x="1321879" y="1812847"/>
                  <a:pt x="1321879" y="1822040"/>
                </a:cubicBezTo>
                <a:cubicBezTo>
                  <a:pt x="1321879" y="1830536"/>
                  <a:pt x="1314198" y="1838216"/>
                  <a:pt x="1305819" y="1838216"/>
                </a:cubicBezTo>
                <a:cubicBezTo>
                  <a:pt x="1296626" y="1838216"/>
                  <a:pt x="1289760" y="1830536"/>
                  <a:pt x="1289760" y="1822040"/>
                </a:cubicBezTo>
                <a:cubicBezTo>
                  <a:pt x="1289760" y="1812847"/>
                  <a:pt x="1296626" y="1805981"/>
                  <a:pt x="1305819" y="1805981"/>
                </a:cubicBezTo>
                <a:close/>
                <a:moveTo>
                  <a:pt x="3305567" y="1740928"/>
                </a:moveTo>
                <a:cubicBezTo>
                  <a:pt x="3313946" y="1740928"/>
                  <a:pt x="3321627" y="1748609"/>
                  <a:pt x="3321627" y="1756988"/>
                </a:cubicBezTo>
                <a:cubicBezTo>
                  <a:pt x="3321627" y="1766182"/>
                  <a:pt x="3313946" y="1773048"/>
                  <a:pt x="3305567" y="1773048"/>
                </a:cubicBezTo>
                <a:cubicBezTo>
                  <a:pt x="3296374" y="1773048"/>
                  <a:pt x="3289508" y="1766182"/>
                  <a:pt x="3289508" y="1756988"/>
                </a:cubicBezTo>
                <a:cubicBezTo>
                  <a:pt x="3289508" y="1748609"/>
                  <a:pt x="3296374" y="1740928"/>
                  <a:pt x="3305567" y="1740928"/>
                </a:cubicBezTo>
                <a:close/>
                <a:moveTo>
                  <a:pt x="3241213" y="1740928"/>
                </a:moveTo>
                <a:cubicBezTo>
                  <a:pt x="3249708" y="1740928"/>
                  <a:pt x="3256574" y="1748609"/>
                  <a:pt x="3256574" y="1756988"/>
                </a:cubicBezTo>
                <a:cubicBezTo>
                  <a:pt x="3256574" y="1766182"/>
                  <a:pt x="3249708" y="1773048"/>
                  <a:pt x="3241213" y="1773048"/>
                </a:cubicBezTo>
                <a:cubicBezTo>
                  <a:pt x="3232020" y="1773048"/>
                  <a:pt x="3225154" y="1766182"/>
                  <a:pt x="3225154" y="1756988"/>
                </a:cubicBezTo>
                <a:cubicBezTo>
                  <a:pt x="3225154" y="1748609"/>
                  <a:pt x="3232020" y="1740928"/>
                  <a:pt x="3241213" y="1740928"/>
                </a:cubicBezTo>
                <a:close/>
                <a:moveTo>
                  <a:pt x="3176161" y="1740928"/>
                </a:moveTo>
                <a:cubicBezTo>
                  <a:pt x="3185354" y="1740928"/>
                  <a:pt x="3192220" y="1748609"/>
                  <a:pt x="3192220" y="1756988"/>
                </a:cubicBezTo>
                <a:cubicBezTo>
                  <a:pt x="3192220" y="1766182"/>
                  <a:pt x="3185354" y="1773048"/>
                  <a:pt x="3176161" y="1773048"/>
                </a:cubicBezTo>
                <a:cubicBezTo>
                  <a:pt x="3167666" y="1773048"/>
                  <a:pt x="3160800" y="1766182"/>
                  <a:pt x="3160102" y="1756988"/>
                </a:cubicBezTo>
                <a:cubicBezTo>
                  <a:pt x="3160102" y="1748609"/>
                  <a:pt x="3167666" y="1740928"/>
                  <a:pt x="3176161" y="1740928"/>
                </a:cubicBezTo>
                <a:close/>
                <a:moveTo>
                  <a:pt x="3111806" y="1740928"/>
                </a:moveTo>
                <a:cubicBezTo>
                  <a:pt x="3121000" y="1740928"/>
                  <a:pt x="3127866" y="1748609"/>
                  <a:pt x="3127866" y="1756988"/>
                </a:cubicBezTo>
                <a:cubicBezTo>
                  <a:pt x="3127866" y="1766182"/>
                  <a:pt x="3121000" y="1773048"/>
                  <a:pt x="3111806" y="1773048"/>
                </a:cubicBezTo>
                <a:cubicBezTo>
                  <a:pt x="3103427" y="1773048"/>
                  <a:pt x="3095747" y="1766182"/>
                  <a:pt x="3095747" y="1756988"/>
                </a:cubicBezTo>
                <a:cubicBezTo>
                  <a:pt x="3095747" y="1748609"/>
                  <a:pt x="3103427" y="1740928"/>
                  <a:pt x="3111806" y="1740928"/>
                </a:cubicBezTo>
                <a:close/>
                <a:moveTo>
                  <a:pt x="3047452" y="1740928"/>
                </a:moveTo>
                <a:cubicBezTo>
                  <a:pt x="3055831" y="1740928"/>
                  <a:pt x="3063512" y="1748609"/>
                  <a:pt x="3063512" y="1756988"/>
                </a:cubicBezTo>
                <a:cubicBezTo>
                  <a:pt x="3063512" y="1766182"/>
                  <a:pt x="3055831" y="1773048"/>
                  <a:pt x="3047452" y="1773048"/>
                </a:cubicBezTo>
                <a:cubicBezTo>
                  <a:pt x="3038259" y="1773048"/>
                  <a:pt x="3031393" y="1766182"/>
                  <a:pt x="3031393" y="1756988"/>
                </a:cubicBezTo>
                <a:cubicBezTo>
                  <a:pt x="3031393" y="1748609"/>
                  <a:pt x="3038259" y="1740928"/>
                  <a:pt x="3047452" y="1740928"/>
                </a:cubicBezTo>
                <a:close/>
                <a:moveTo>
                  <a:pt x="2983099" y="1740928"/>
                </a:moveTo>
                <a:cubicBezTo>
                  <a:pt x="2991594" y="1740928"/>
                  <a:pt x="2999158" y="1748609"/>
                  <a:pt x="2999158" y="1756988"/>
                </a:cubicBezTo>
                <a:cubicBezTo>
                  <a:pt x="2999158" y="1766182"/>
                  <a:pt x="2991594" y="1773048"/>
                  <a:pt x="2983099" y="1773048"/>
                </a:cubicBezTo>
                <a:cubicBezTo>
                  <a:pt x="2973905" y="1773048"/>
                  <a:pt x="2967039" y="1766182"/>
                  <a:pt x="2967039" y="1756988"/>
                </a:cubicBezTo>
                <a:cubicBezTo>
                  <a:pt x="2967039" y="1748609"/>
                  <a:pt x="2973905" y="1740928"/>
                  <a:pt x="2983099" y="1740928"/>
                </a:cubicBezTo>
                <a:close/>
                <a:moveTo>
                  <a:pt x="2918046" y="1740928"/>
                </a:moveTo>
                <a:cubicBezTo>
                  <a:pt x="2927240" y="1740928"/>
                  <a:pt x="2934106" y="1748609"/>
                  <a:pt x="2934106" y="1756988"/>
                </a:cubicBezTo>
                <a:cubicBezTo>
                  <a:pt x="2934106" y="1766182"/>
                  <a:pt x="2927240" y="1773048"/>
                  <a:pt x="2918046" y="1773048"/>
                </a:cubicBezTo>
                <a:cubicBezTo>
                  <a:pt x="2909551" y="1773048"/>
                  <a:pt x="2902685" y="1766182"/>
                  <a:pt x="2902685" y="1756988"/>
                </a:cubicBezTo>
                <a:cubicBezTo>
                  <a:pt x="2902685" y="1748609"/>
                  <a:pt x="2909551" y="1740928"/>
                  <a:pt x="2918046" y="1740928"/>
                </a:cubicBezTo>
                <a:close/>
                <a:moveTo>
                  <a:pt x="2853692" y="1740928"/>
                </a:moveTo>
                <a:cubicBezTo>
                  <a:pt x="2862886" y="1740928"/>
                  <a:pt x="2869752" y="1748609"/>
                  <a:pt x="2869752" y="1756988"/>
                </a:cubicBezTo>
                <a:cubicBezTo>
                  <a:pt x="2869752" y="1766182"/>
                  <a:pt x="2862886" y="1773048"/>
                  <a:pt x="2853692" y="1773048"/>
                </a:cubicBezTo>
                <a:cubicBezTo>
                  <a:pt x="2845313" y="1773048"/>
                  <a:pt x="2837633" y="1766182"/>
                  <a:pt x="2837633" y="1756988"/>
                </a:cubicBezTo>
                <a:cubicBezTo>
                  <a:pt x="2837633" y="1748609"/>
                  <a:pt x="2845313" y="1740928"/>
                  <a:pt x="2853692" y="1740928"/>
                </a:cubicBezTo>
                <a:close/>
                <a:moveTo>
                  <a:pt x="2789338" y="1740928"/>
                </a:moveTo>
                <a:cubicBezTo>
                  <a:pt x="2798532" y="1740928"/>
                  <a:pt x="2805398" y="1748609"/>
                  <a:pt x="2805398" y="1756988"/>
                </a:cubicBezTo>
                <a:cubicBezTo>
                  <a:pt x="2805398" y="1766182"/>
                  <a:pt x="2798532" y="1773048"/>
                  <a:pt x="2789338" y="1773048"/>
                </a:cubicBezTo>
                <a:cubicBezTo>
                  <a:pt x="2780959" y="1773048"/>
                  <a:pt x="2773279" y="1766182"/>
                  <a:pt x="2773279" y="1756988"/>
                </a:cubicBezTo>
                <a:cubicBezTo>
                  <a:pt x="2773279" y="1748609"/>
                  <a:pt x="2780959" y="1740928"/>
                  <a:pt x="2789338" y="1740928"/>
                </a:cubicBezTo>
                <a:close/>
                <a:moveTo>
                  <a:pt x="2724984" y="1740928"/>
                </a:moveTo>
                <a:cubicBezTo>
                  <a:pt x="2733479" y="1740928"/>
                  <a:pt x="2741159" y="1748609"/>
                  <a:pt x="2741159" y="1756988"/>
                </a:cubicBezTo>
                <a:cubicBezTo>
                  <a:pt x="2741159" y="1766182"/>
                  <a:pt x="2733479" y="1773048"/>
                  <a:pt x="2724984" y="1773048"/>
                </a:cubicBezTo>
                <a:cubicBezTo>
                  <a:pt x="2715790" y="1773048"/>
                  <a:pt x="2708924" y="1766182"/>
                  <a:pt x="2708924" y="1756988"/>
                </a:cubicBezTo>
                <a:cubicBezTo>
                  <a:pt x="2708924" y="1748609"/>
                  <a:pt x="2715790" y="1740928"/>
                  <a:pt x="2724984" y="1740928"/>
                </a:cubicBezTo>
                <a:close/>
                <a:moveTo>
                  <a:pt x="2660630" y="1740928"/>
                </a:moveTo>
                <a:cubicBezTo>
                  <a:pt x="2669125" y="1740928"/>
                  <a:pt x="2675991" y="1748609"/>
                  <a:pt x="2675991" y="1756988"/>
                </a:cubicBezTo>
                <a:cubicBezTo>
                  <a:pt x="2675991" y="1766182"/>
                  <a:pt x="2669125" y="1773048"/>
                  <a:pt x="2660630" y="1773048"/>
                </a:cubicBezTo>
                <a:cubicBezTo>
                  <a:pt x="2651553" y="1773048"/>
                  <a:pt x="2644570" y="1766182"/>
                  <a:pt x="2644570" y="1756988"/>
                </a:cubicBezTo>
                <a:cubicBezTo>
                  <a:pt x="2644570" y="1748609"/>
                  <a:pt x="2651553" y="1740928"/>
                  <a:pt x="2660630" y="1740928"/>
                </a:cubicBezTo>
                <a:close/>
                <a:moveTo>
                  <a:pt x="2595577" y="1740928"/>
                </a:moveTo>
                <a:cubicBezTo>
                  <a:pt x="2604771" y="1740928"/>
                  <a:pt x="2611637" y="1748609"/>
                  <a:pt x="2611637" y="1756988"/>
                </a:cubicBezTo>
                <a:cubicBezTo>
                  <a:pt x="2611637" y="1766182"/>
                  <a:pt x="2604771" y="1773048"/>
                  <a:pt x="2595577" y="1773048"/>
                </a:cubicBezTo>
                <a:cubicBezTo>
                  <a:pt x="2587198" y="1773048"/>
                  <a:pt x="2580216" y="1766182"/>
                  <a:pt x="2579518" y="1756988"/>
                </a:cubicBezTo>
                <a:cubicBezTo>
                  <a:pt x="2579518" y="1748609"/>
                  <a:pt x="2587198" y="1740928"/>
                  <a:pt x="2595577" y="1740928"/>
                </a:cubicBezTo>
                <a:close/>
                <a:moveTo>
                  <a:pt x="2531224" y="1740928"/>
                </a:moveTo>
                <a:cubicBezTo>
                  <a:pt x="2539719" y="1740928"/>
                  <a:pt x="2547283" y="1748609"/>
                  <a:pt x="2547283" y="1756988"/>
                </a:cubicBezTo>
                <a:cubicBezTo>
                  <a:pt x="2547283" y="1766182"/>
                  <a:pt x="2539719" y="1773048"/>
                  <a:pt x="2531224" y="1773048"/>
                </a:cubicBezTo>
                <a:cubicBezTo>
                  <a:pt x="2522845" y="1773048"/>
                  <a:pt x="2515164" y="1766182"/>
                  <a:pt x="2515164" y="1756988"/>
                </a:cubicBezTo>
                <a:cubicBezTo>
                  <a:pt x="2515164" y="1748609"/>
                  <a:pt x="2522845" y="1740928"/>
                  <a:pt x="2531224" y="1740928"/>
                </a:cubicBezTo>
                <a:close/>
                <a:moveTo>
                  <a:pt x="2466869" y="1740928"/>
                </a:moveTo>
                <a:cubicBezTo>
                  <a:pt x="2475364" y="1740928"/>
                  <a:pt x="2483044" y="1748609"/>
                  <a:pt x="2483044" y="1756988"/>
                </a:cubicBezTo>
                <a:cubicBezTo>
                  <a:pt x="2483044" y="1766182"/>
                  <a:pt x="2475364" y="1773048"/>
                  <a:pt x="2466869" y="1773048"/>
                </a:cubicBezTo>
                <a:cubicBezTo>
                  <a:pt x="2457675" y="1773048"/>
                  <a:pt x="2450809" y="1766182"/>
                  <a:pt x="2450809" y="1756988"/>
                </a:cubicBezTo>
                <a:cubicBezTo>
                  <a:pt x="2450809" y="1748609"/>
                  <a:pt x="2457675" y="1740928"/>
                  <a:pt x="2466869" y="1740928"/>
                </a:cubicBezTo>
                <a:close/>
                <a:moveTo>
                  <a:pt x="2402631" y="1740928"/>
                </a:moveTo>
                <a:cubicBezTo>
                  <a:pt x="2411010" y="1740928"/>
                  <a:pt x="2418690" y="1748609"/>
                  <a:pt x="2418690" y="1756988"/>
                </a:cubicBezTo>
                <a:cubicBezTo>
                  <a:pt x="2418690" y="1766182"/>
                  <a:pt x="2411010" y="1773048"/>
                  <a:pt x="2402631" y="1773048"/>
                </a:cubicBezTo>
                <a:cubicBezTo>
                  <a:pt x="2393438" y="1773048"/>
                  <a:pt x="2386455" y="1766182"/>
                  <a:pt x="2386455" y="1756988"/>
                </a:cubicBezTo>
                <a:cubicBezTo>
                  <a:pt x="2386455" y="1748609"/>
                  <a:pt x="2393438" y="1740928"/>
                  <a:pt x="2402631" y="1740928"/>
                </a:cubicBezTo>
                <a:close/>
                <a:moveTo>
                  <a:pt x="2337462" y="1740928"/>
                </a:moveTo>
                <a:cubicBezTo>
                  <a:pt x="2346656" y="1740928"/>
                  <a:pt x="2353522" y="1748609"/>
                  <a:pt x="2353522" y="1756988"/>
                </a:cubicBezTo>
                <a:cubicBezTo>
                  <a:pt x="2353522" y="1766182"/>
                  <a:pt x="2346656" y="1773048"/>
                  <a:pt x="2337462" y="1773048"/>
                </a:cubicBezTo>
                <a:cubicBezTo>
                  <a:pt x="2329084" y="1773048"/>
                  <a:pt x="2322218" y="1766182"/>
                  <a:pt x="2322218" y="1756988"/>
                </a:cubicBezTo>
                <a:cubicBezTo>
                  <a:pt x="2322218" y="1748609"/>
                  <a:pt x="2329084" y="1740928"/>
                  <a:pt x="2337462" y="1740928"/>
                </a:cubicBezTo>
                <a:close/>
                <a:moveTo>
                  <a:pt x="2273109" y="1740928"/>
                </a:moveTo>
                <a:cubicBezTo>
                  <a:pt x="2282302" y="1740928"/>
                  <a:pt x="2289284" y="1748609"/>
                  <a:pt x="2289284" y="1756988"/>
                </a:cubicBezTo>
                <a:cubicBezTo>
                  <a:pt x="2289284" y="1766182"/>
                  <a:pt x="2282302" y="1773048"/>
                  <a:pt x="2273109" y="1773048"/>
                </a:cubicBezTo>
                <a:cubicBezTo>
                  <a:pt x="2264730" y="1773048"/>
                  <a:pt x="2257049" y="1766182"/>
                  <a:pt x="2257049" y="1756988"/>
                </a:cubicBezTo>
                <a:cubicBezTo>
                  <a:pt x="2257049" y="1748609"/>
                  <a:pt x="2264730" y="1740928"/>
                  <a:pt x="2273109" y="1740928"/>
                </a:cubicBezTo>
                <a:close/>
                <a:moveTo>
                  <a:pt x="2208755" y="1740928"/>
                </a:moveTo>
                <a:cubicBezTo>
                  <a:pt x="2217948" y="1740928"/>
                  <a:pt x="2224930" y="1748609"/>
                  <a:pt x="2224930" y="1756988"/>
                </a:cubicBezTo>
                <a:cubicBezTo>
                  <a:pt x="2224930" y="1766182"/>
                  <a:pt x="2217948" y="1773048"/>
                  <a:pt x="2208755" y="1773048"/>
                </a:cubicBezTo>
                <a:cubicBezTo>
                  <a:pt x="2199561" y="1773048"/>
                  <a:pt x="2192695" y="1766182"/>
                  <a:pt x="2192695" y="1756988"/>
                </a:cubicBezTo>
                <a:cubicBezTo>
                  <a:pt x="2192695" y="1748609"/>
                  <a:pt x="2200376" y="1740928"/>
                  <a:pt x="2208755" y="1740928"/>
                </a:cubicBezTo>
                <a:close/>
                <a:moveTo>
                  <a:pt x="2144517" y="1740928"/>
                </a:moveTo>
                <a:cubicBezTo>
                  <a:pt x="2152896" y="1740928"/>
                  <a:pt x="2160576" y="1748609"/>
                  <a:pt x="2160576" y="1756988"/>
                </a:cubicBezTo>
                <a:cubicBezTo>
                  <a:pt x="2160576" y="1766182"/>
                  <a:pt x="2152896" y="1773048"/>
                  <a:pt x="2144517" y="1773048"/>
                </a:cubicBezTo>
                <a:cubicBezTo>
                  <a:pt x="2135324" y="1773048"/>
                  <a:pt x="2128341" y="1766182"/>
                  <a:pt x="2128341" y="1756988"/>
                </a:cubicBezTo>
                <a:cubicBezTo>
                  <a:pt x="2128341" y="1748609"/>
                  <a:pt x="2135324" y="1740928"/>
                  <a:pt x="2144517" y="1740928"/>
                </a:cubicBezTo>
                <a:close/>
                <a:moveTo>
                  <a:pt x="2080163" y="1740928"/>
                </a:moveTo>
                <a:cubicBezTo>
                  <a:pt x="2088542" y="1740928"/>
                  <a:pt x="2095408" y="1748609"/>
                  <a:pt x="2095408" y="1756988"/>
                </a:cubicBezTo>
                <a:cubicBezTo>
                  <a:pt x="2095408" y="1766182"/>
                  <a:pt x="2088542" y="1773048"/>
                  <a:pt x="2080163" y="1773048"/>
                </a:cubicBezTo>
                <a:cubicBezTo>
                  <a:pt x="2070970" y="1773048"/>
                  <a:pt x="2064104" y="1766182"/>
                  <a:pt x="2064104" y="1756988"/>
                </a:cubicBezTo>
                <a:cubicBezTo>
                  <a:pt x="2064104" y="1748609"/>
                  <a:pt x="2070970" y="1740928"/>
                  <a:pt x="2080163" y="1740928"/>
                </a:cubicBezTo>
                <a:close/>
                <a:moveTo>
                  <a:pt x="2014994" y="1740928"/>
                </a:moveTo>
                <a:cubicBezTo>
                  <a:pt x="2024187" y="1740928"/>
                  <a:pt x="2031169" y="1748609"/>
                  <a:pt x="2031169" y="1756988"/>
                </a:cubicBezTo>
                <a:cubicBezTo>
                  <a:pt x="2031169" y="1766182"/>
                  <a:pt x="2024187" y="1773048"/>
                  <a:pt x="2014994" y="1773048"/>
                </a:cubicBezTo>
                <a:cubicBezTo>
                  <a:pt x="2006615" y="1773048"/>
                  <a:pt x="1998934" y="1766182"/>
                  <a:pt x="1998934" y="1756988"/>
                </a:cubicBezTo>
                <a:cubicBezTo>
                  <a:pt x="1998934" y="1748609"/>
                  <a:pt x="2006615" y="1740928"/>
                  <a:pt x="2014994" y="1740928"/>
                </a:cubicBezTo>
                <a:close/>
                <a:moveTo>
                  <a:pt x="1950756" y="1740928"/>
                </a:moveTo>
                <a:cubicBezTo>
                  <a:pt x="1959135" y="1740928"/>
                  <a:pt x="1966815" y="1748609"/>
                  <a:pt x="1966815" y="1756988"/>
                </a:cubicBezTo>
                <a:cubicBezTo>
                  <a:pt x="1966815" y="1766182"/>
                  <a:pt x="1959135" y="1773048"/>
                  <a:pt x="1950756" y="1773048"/>
                </a:cubicBezTo>
                <a:cubicBezTo>
                  <a:pt x="1942261" y="1773048"/>
                  <a:pt x="1934580" y="1766182"/>
                  <a:pt x="1934580" y="1756988"/>
                </a:cubicBezTo>
                <a:cubicBezTo>
                  <a:pt x="1934580" y="1748609"/>
                  <a:pt x="1942261" y="1740928"/>
                  <a:pt x="1950756" y="1740928"/>
                </a:cubicBezTo>
                <a:close/>
                <a:moveTo>
                  <a:pt x="1886402" y="1740928"/>
                </a:moveTo>
                <a:cubicBezTo>
                  <a:pt x="1894781" y="1740928"/>
                  <a:pt x="1902461" y="1748609"/>
                  <a:pt x="1902461" y="1756988"/>
                </a:cubicBezTo>
                <a:cubicBezTo>
                  <a:pt x="1902461" y="1766182"/>
                  <a:pt x="1894781" y="1773048"/>
                  <a:pt x="1886402" y="1773048"/>
                </a:cubicBezTo>
                <a:cubicBezTo>
                  <a:pt x="1877209" y="1773048"/>
                  <a:pt x="1870343" y="1766182"/>
                  <a:pt x="1870343" y="1756988"/>
                </a:cubicBezTo>
                <a:cubicBezTo>
                  <a:pt x="1870343" y="1748609"/>
                  <a:pt x="1877209" y="1740928"/>
                  <a:pt x="1886402" y="1740928"/>
                </a:cubicBezTo>
                <a:close/>
                <a:moveTo>
                  <a:pt x="1822048" y="1740928"/>
                </a:moveTo>
                <a:cubicBezTo>
                  <a:pt x="1830427" y="1740928"/>
                  <a:pt x="1838108" y="1748609"/>
                  <a:pt x="1838108" y="1756988"/>
                </a:cubicBezTo>
                <a:cubicBezTo>
                  <a:pt x="1838108" y="1766182"/>
                  <a:pt x="1830427" y="1773048"/>
                  <a:pt x="1822048" y="1773048"/>
                </a:cubicBezTo>
                <a:cubicBezTo>
                  <a:pt x="1812855" y="1773048"/>
                  <a:pt x="1805989" y="1766182"/>
                  <a:pt x="1805989" y="1756988"/>
                </a:cubicBezTo>
                <a:cubicBezTo>
                  <a:pt x="1805989" y="1748609"/>
                  <a:pt x="1812855" y="1740928"/>
                  <a:pt x="1822048" y="1740928"/>
                </a:cubicBezTo>
                <a:close/>
                <a:moveTo>
                  <a:pt x="1756879" y="1740928"/>
                </a:moveTo>
                <a:cubicBezTo>
                  <a:pt x="1766073" y="1740928"/>
                  <a:pt x="1773055" y="1748609"/>
                  <a:pt x="1773055" y="1756988"/>
                </a:cubicBezTo>
                <a:cubicBezTo>
                  <a:pt x="1773055" y="1766182"/>
                  <a:pt x="1766073" y="1773048"/>
                  <a:pt x="1756879" y="1773048"/>
                </a:cubicBezTo>
                <a:cubicBezTo>
                  <a:pt x="1748501" y="1773048"/>
                  <a:pt x="1741635" y="1766182"/>
                  <a:pt x="1741635" y="1756988"/>
                </a:cubicBezTo>
                <a:cubicBezTo>
                  <a:pt x="1741635" y="1748609"/>
                  <a:pt x="1748501" y="1740928"/>
                  <a:pt x="1756879" y="1740928"/>
                </a:cubicBezTo>
                <a:close/>
                <a:moveTo>
                  <a:pt x="1692642" y="1740928"/>
                </a:moveTo>
                <a:cubicBezTo>
                  <a:pt x="1701835" y="1740928"/>
                  <a:pt x="1708701" y="1748609"/>
                  <a:pt x="1708701" y="1756988"/>
                </a:cubicBezTo>
                <a:cubicBezTo>
                  <a:pt x="1708701" y="1766182"/>
                  <a:pt x="1701835" y="1773048"/>
                  <a:pt x="1692642" y="1773048"/>
                </a:cubicBezTo>
                <a:cubicBezTo>
                  <a:pt x="1684147" y="1773048"/>
                  <a:pt x="1676466" y="1766182"/>
                  <a:pt x="1676466" y="1756988"/>
                </a:cubicBezTo>
                <a:cubicBezTo>
                  <a:pt x="1676466" y="1748609"/>
                  <a:pt x="1684147" y="1740928"/>
                  <a:pt x="1692642" y="1740928"/>
                </a:cubicBezTo>
                <a:close/>
                <a:moveTo>
                  <a:pt x="1628287" y="1740928"/>
                </a:moveTo>
                <a:cubicBezTo>
                  <a:pt x="1636666" y="1740928"/>
                  <a:pt x="1644346" y="1748609"/>
                  <a:pt x="1644346" y="1756988"/>
                </a:cubicBezTo>
                <a:cubicBezTo>
                  <a:pt x="1644346" y="1766182"/>
                  <a:pt x="1636666" y="1773048"/>
                  <a:pt x="1628287" y="1773048"/>
                </a:cubicBezTo>
                <a:cubicBezTo>
                  <a:pt x="1619094" y="1773048"/>
                  <a:pt x="1612228" y="1766182"/>
                  <a:pt x="1612228" y="1756988"/>
                </a:cubicBezTo>
                <a:cubicBezTo>
                  <a:pt x="1612228" y="1748609"/>
                  <a:pt x="1619094" y="1740928"/>
                  <a:pt x="1628287" y="1740928"/>
                </a:cubicBezTo>
                <a:close/>
                <a:moveTo>
                  <a:pt x="1563933" y="1740928"/>
                </a:moveTo>
                <a:cubicBezTo>
                  <a:pt x="1572312" y="1740928"/>
                  <a:pt x="1579993" y="1748609"/>
                  <a:pt x="1579993" y="1756988"/>
                </a:cubicBezTo>
                <a:cubicBezTo>
                  <a:pt x="1579993" y="1766182"/>
                  <a:pt x="1572312" y="1773048"/>
                  <a:pt x="1563933" y="1773048"/>
                </a:cubicBezTo>
                <a:cubicBezTo>
                  <a:pt x="1554740" y="1773048"/>
                  <a:pt x="1547874" y="1766182"/>
                  <a:pt x="1547874" y="1756988"/>
                </a:cubicBezTo>
                <a:cubicBezTo>
                  <a:pt x="1547874" y="1748609"/>
                  <a:pt x="1554740" y="1740928"/>
                  <a:pt x="1563933" y="1740928"/>
                </a:cubicBezTo>
                <a:close/>
                <a:moveTo>
                  <a:pt x="1499579" y="1740928"/>
                </a:moveTo>
                <a:cubicBezTo>
                  <a:pt x="1508074" y="1740928"/>
                  <a:pt x="1514940" y="1748609"/>
                  <a:pt x="1514940" y="1756988"/>
                </a:cubicBezTo>
                <a:cubicBezTo>
                  <a:pt x="1514940" y="1766182"/>
                  <a:pt x="1508074" y="1773048"/>
                  <a:pt x="1499579" y="1773048"/>
                </a:cubicBezTo>
                <a:cubicBezTo>
                  <a:pt x="1490386" y="1773048"/>
                  <a:pt x="1483520" y="1766182"/>
                  <a:pt x="1483520" y="1756988"/>
                </a:cubicBezTo>
                <a:cubicBezTo>
                  <a:pt x="1483520" y="1748609"/>
                  <a:pt x="1490386" y="1740928"/>
                  <a:pt x="1499579" y="1740928"/>
                </a:cubicBezTo>
                <a:close/>
                <a:moveTo>
                  <a:pt x="1434527" y="1740928"/>
                </a:moveTo>
                <a:cubicBezTo>
                  <a:pt x="1443720" y="1740928"/>
                  <a:pt x="1450586" y="1748609"/>
                  <a:pt x="1450586" y="1756988"/>
                </a:cubicBezTo>
                <a:cubicBezTo>
                  <a:pt x="1450586" y="1766182"/>
                  <a:pt x="1443720" y="1773048"/>
                  <a:pt x="1434527" y="1773048"/>
                </a:cubicBezTo>
                <a:cubicBezTo>
                  <a:pt x="1426032" y="1773048"/>
                  <a:pt x="1418351" y="1766182"/>
                  <a:pt x="1418351" y="1756988"/>
                </a:cubicBezTo>
                <a:cubicBezTo>
                  <a:pt x="1418351" y="1748609"/>
                  <a:pt x="1426032" y="1740928"/>
                  <a:pt x="1434527" y="1740928"/>
                </a:cubicBezTo>
                <a:close/>
                <a:moveTo>
                  <a:pt x="1370173" y="1740928"/>
                </a:moveTo>
                <a:cubicBezTo>
                  <a:pt x="1379367" y="1740928"/>
                  <a:pt x="1386233" y="1748609"/>
                  <a:pt x="1386233" y="1756988"/>
                </a:cubicBezTo>
                <a:cubicBezTo>
                  <a:pt x="1386233" y="1766182"/>
                  <a:pt x="1379367" y="1773048"/>
                  <a:pt x="1370173" y="1773048"/>
                </a:cubicBezTo>
                <a:cubicBezTo>
                  <a:pt x="1361678" y="1773048"/>
                  <a:pt x="1354114" y="1766182"/>
                  <a:pt x="1354114" y="1756988"/>
                </a:cubicBezTo>
                <a:cubicBezTo>
                  <a:pt x="1354114" y="1748609"/>
                  <a:pt x="1361678" y="1740928"/>
                  <a:pt x="1370173" y="1740928"/>
                </a:cubicBezTo>
                <a:close/>
                <a:moveTo>
                  <a:pt x="1305819" y="1740928"/>
                </a:moveTo>
                <a:cubicBezTo>
                  <a:pt x="1314198" y="1740928"/>
                  <a:pt x="1321879" y="1748609"/>
                  <a:pt x="1321879" y="1756988"/>
                </a:cubicBezTo>
                <a:cubicBezTo>
                  <a:pt x="1321879" y="1766182"/>
                  <a:pt x="1314198" y="1773048"/>
                  <a:pt x="1305819" y="1773048"/>
                </a:cubicBezTo>
                <a:cubicBezTo>
                  <a:pt x="1296626" y="1773048"/>
                  <a:pt x="1289760" y="1766182"/>
                  <a:pt x="1289760" y="1756988"/>
                </a:cubicBezTo>
                <a:cubicBezTo>
                  <a:pt x="1289760" y="1748609"/>
                  <a:pt x="1296626" y="1740928"/>
                  <a:pt x="1305819" y="1740928"/>
                </a:cubicBezTo>
                <a:close/>
                <a:moveTo>
                  <a:pt x="3369921" y="1676574"/>
                </a:moveTo>
                <a:cubicBezTo>
                  <a:pt x="3379115" y="1676574"/>
                  <a:pt x="3385981" y="1684255"/>
                  <a:pt x="3385981" y="1692634"/>
                </a:cubicBezTo>
                <a:cubicBezTo>
                  <a:pt x="3385981" y="1701828"/>
                  <a:pt x="3379115" y="1708694"/>
                  <a:pt x="3369921" y="1708694"/>
                </a:cubicBezTo>
                <a:cubicBezTo>
                  <a:pt x="3361426" y="1708694"/>
                  <a:pt x="3353862" y="1701828"/>
                  <a:pt x="3353862" y="1692634"/>
                </a:cubicBezTo>
                <a:cubicBezTo>
                  <a:pt x="3353862" y="1684255"/>
                  <a:pt x="3361426" y="1676574"/>
                  <a:pt x="3369921" y="1676574"/>
                </a:cubicBezTo>
                <a:close/>
                <a:moveTo>
                  <a:pt x="3305567" y="1676574"/>
                </a:moveTo>
                <a:cubicBezTo>
                  <a:pt x="3313946" y="1676574"/>
                  <a:pt x="3321627" y="1684255"/>
                  <a:pt x="3321627" y="1692634"/>
                </a:cubicBezTo>
                <a:cubicBezTo>
                  <a:pt x="3321627" y="1701828"/>
                  <a:pt x="3313946" y="1708694"/>
                  <a:pt x="3305567" y="1708694"/>
                </a:cubicBezTo>
                <a:cubicBezTo>
                  <a:pt x="3296374" y="1708694"/>
                  <a:pt x="3289508" y="1701828"/>
                  <a:pt x="3289508" y="1692634"/>
                </a:cubicBezTo>
                <a:cubicBezTo>
                  <a:pt x="3289508" y="1684255"/>
                  <a:pt x="3296374" y="1676574"/>
                  <a:pt x="3305567" y="1676574"/>
                </a:cubicBezTo>
                <a:close/>
                <a:moveTo>
                  <a:pt x="3241213" y="1676574"/>
                </a:moveTo>
                <a:cubicBezTo>
                  <a:pt x="3249708" y="1676574"/>
                  <a:pt x="3256574" y="1684255"/>
                  <a:pt x="3256574" y="1692634"/>
                </a:cubicBezTo>
                <a:cubicBezTo>
                  <a:pt x="3256574" y="1701828"/>
                  <a:pt x="3249708" y="1708694"/>
                  <a:pt x="3241213" y="1708694"/>
                </a:cubicBezTo>
                <a:cubicBezTo>
                  <a:pt x="3232020" y="1708694"/>
                  <a:pt x="3225154" y="1701828"/>
                  <a:pt x="3225154" y="1692634"/>
                </a:cubicBezTo>
                <a:cubicBezTo>
                  <a:pt x="3225154" y="1684255"/>
                  <a:pt x="3232020" y="1676574"/>
                  <a:pt x="3241213" y="1676574"/>
                </a:cubicBezTo>
                <a:close/>
                <a:moveTo>
                  <a:pt x="3176161" y="1676574"/>
                </a:moveTo>
                <a:cubicBezTo>
                  <a:pt x="3185354" y="1676574"/>
                  <a:pt x="3192220" y="1684255"/>
                  <a:pt x="3192220" y="1692634"/>
                </a:cubicBezTo>
                <a:cubicBezTo>
                  <a:pt x="3192220" y="1701828"/>
                  <a:pt x="3185354" y="1708694"/>
                  <a:pt x="3176161" y="1708694"/>
                </a:cubicBezTo>
                <a:cubicBezTo>
                  <a:pt x="3167666" y="1708694"/>
                  <a:pt x="3160800" y="1701828"/>
                  <a:pt x="3160102" y="1692634"/>
                </a:cubicBezTo>
                <a:cubicBezTo>
                  <a:pt x="3160102" y="1684255"/>
                  <a:pt x="3167666" y="1676574"/>
                  <a:pt x="3176161" y="1676574"/>
                </a:cubicBezTo>
                <a:close/>
                <a:moveTo>
                  <a:pt x="3111806" y="1676574"/>
                </a:moveTo>
                <a:cubicBezTo>
                  <a:pt x="3121000" y="1676574"/>
                  <a:pt x="3127866" y="1684255"/>
                  <a:pt x="3127866" y="1692634"/>
                </a:cubicBezTo>
                <a:cubicBezTo>
                  <a:pt x="3127866" y="1701828"/>
                  <a:pt x="3121000" y="1708694"/>
                  <a:pt x="3111806" y="1708694"/>
                </a:cubicBezTo>
                <a:cubicBezTo>
                  <a:pt x="3103427" y="1708694"/>
                  <a:pt x="3095747" y="1701828"/>
                  <a:pt x="3095747" y="1692634"/>
                </a:cubicBezTo>
                <a:cubicBezTo>
                  <a:pt x="3095747" y="1684255"/>
                  <a:pt x="3103427" y="1676574"/>
                  <a:pt x="3111806" y="1676574"/>
                </a:cubicBezTo>
                <a:close/>
                <a:moveTo>
                  <a:pt x="3047452" y="1676574"/>
                </a:moveTo>
                <a:cubicBezTo>
                  <a:pt x="3055831" y="1676574"/>
                  <a:pt x="3063512" y="1684255"/>
                  <a:pt x="3063512" y="1692634"/>
                </a:cubicBezTo>
                <a:cubicBezTo>
                  <a:pt x="3063512" y="1701828"/>
                  <a:pt x="3055831" y="1708694"/>
                  <a:pt x="3047452" y="1708694"/>
                </a:cubicBezTo>
                <a:cubicBezTo>
                  <a:pt x="3038259" y="1708694"/>
                  <a:pt x="3031393" y="1701828"/>
                  <a:pt x="3031393" y="1692634"/>
                </a:cubicBezTo>
                <a:cubicBezTo>
                  <a:pt x="3031393" y="1684255"/>
                  <a:pt x="3038259" y="1676574"/>
                  <a:pt x="3047452" y="1676574"/>
                </a:cubicBezTo>
                <a:close/>
                <a:moveTo>
                  <a:pt x="2983099" y="1676574"/>
                </a:moveTo>
                <a:cubicBezTo>
                  <a:pt x="2991594" y="1676574"/>
                  <a:pt x="2999158" y="1684255"/>
                  <a:pt x="2999158" y="1692634"/>
                </a:cubicBezTo>
                <a:cubicBezTo>
                  <a:pt x="2999158" y="1701828"/>
                  <a:pt x="2991594" y="1708694"/>
                  <a:pt x="2983099" y="1708694"/>
                </a:cubicBezTo>
                <a:cubicBezTo>
                  <a:pt x="2973905" y="1708694"/>
                  <a:pt x="2967039" y="1701828"/>
                  <a:pt x="2967039" y="1692634"/>
                </a:cubicBezTo>
                <a:cubicBezTo>
                  <a:pt x="2967039" y="1684255"/>
                  <a:pt x="2973905" y="1676574"/>
                  <a:pt x="2983099" y="1676574"/>
                </a:cubicBezTo>
                <a:close/>
                <a:moveTo>
                  <a:pt x="2918046" y="1676574"/>
                </a:moveTo>
                <a:cubicBezTo>
                  <a:pt x="2927240" y="1676574"/>
                  <a:pt x="2934106" y="1684255"/>
                  <a:pt x="2934106" y="1692634"/>
                </a:cubicBezTo>
                <a:cubicBezTo>
                  <a:pt x="2934106" y="1701828"/>
                  <a:pt x="2927240" y="1708694"/>
                  <a:pt x="2918046" y="1708694"/>
                </a:cubicBezTo>
                <a:cubicBezTo>
                  <a:pt x="2909551" y="1708694"/>
                  <a:pt x="2902685" y="1701828"/>
                  <a:pt x="2902685" y="1692634"/>
                </a:cubicBezTo>
                <a:cubicBezTo>
                  <a:pt x="2902685" y="1684255"/>
                  <a:pt x="2909551" y="1676574"/>
                  <a:pt x="2918046" y="1676574"/>
                </a:cubicBezTo>
                <a:close/>
                <a:moveTo>
                  <a:pt x="2853692" y="1676574"/>
                </a:moveTo>
                <a:cubicBezTo>
                  <a:pt x="2862886" y="1676574"/>
                  <a:pt x="2869752" y="1684255"/>
                  <a:pt x="2869752" y="1692634"/>
                </a:cubicBezTo>
                <a:cubicBezTo>
                  <a:pt x="2869752" y="1701828"/>
                  <a:pt x="2862886" y="1708694"/>
                  <a:pt x="2853692" y="1708694"/>
                </a:cubicBezTo>
                <a:cubicBezTo>
                  <a:pt x="2845313" y="1708694"/>
                  <a:pt x="2837633" y="1701828"/>
                  <a:pt x="2837633" y="1692634"/>
                </a:cubicBezTo>
                <a:cubicBezTo>
                  <a:pt x="2837633" y="1684255"/>
                  <a:pt x="2845313" y="1676574"/>
                  <a:pt x="2853692" y="1676574"/>
                </a:cubicBezTo>
                <a:close/>
                <a:moveTo>
                  <a:pt x="2789338" y="1676574"/>
                </a:moveTo>
                <a:cubicBezTo>
                  <a:pt x="2798532" y="1676574"/>
                  <a:pt x="2805398" y="1684255"/>
                  <a:pt x="2805398" y="1692634"/>
                </a:cubicBezTo>
                <a:cubicBezTo>
                  <a:pt x="2805398" y="1701828"/>
                  <a:pt x="2798532" y="1708694"/>
                  <a:pt x="2789338" y="1708694"/>
                </a:cubicBezTo>
                <a:cubicBezTo>
                  <a:pt x="2780959" y="1708694"/>
                  <a:pt x="2773279" y="1701828"/>
                  <a:pt x="2773279" y="1692634"/>
                </a:cubicBezTo>
                <a:cubicBezTo>
                  <a:pt x="2773279" y="1684255"/>
                  <a:pt x="2780959" y="1676574"/>
                  <a:pt x="2789338" y="1676574"/>
                </a:cubicBezTo>
                <a:close/>
                <a:moveTo>
                  <a:pt x="2724984" y="1676574"/>
                </a:moveTo>
                <a:cubicBezTo>
                  <a:pt x="2733479" y="1676574"/>
                  <a:pt x="2741159" y="1684255"/>
                  <a:pt x="2741159" y="1692634"/>
                </a:cubicBezTo>
                <a:cubicBezTo>
                  <a:pt x="2741159" y="1701828"/>
                  <a:pt x="2733479" y="1708694"/>
                  <a:pt x="2724984" y="1708694"/>
                </a:cubicBezTo>
                <a:cubicBezTo>
                  <a:pt x="2715790" y="1708694"/>
                  <a:pt x="2708924" y="1701828"/>
                  <a:pt x="2708924" y="1692634"/>
                </a:cubicBezTo>
                <a:cubicBezTo>
                  <a:pt x="2708924" y="1684255"/>
                  <a:pt x="2715790" y="1676574"/>
                  <a:pt x="2724984" y="1676574"/>
                </a:cubicBezTo>
                <a:close/>
                <a:moveTo>
                  <a:pt x="2660630" y="1676574"/>
                </a:moveTo>
                <a:cubicBezTo>
                  <a:pt x="2669125" y="1676574"/>
                  <a:pt x="2675991" y="1684255"/>
                  <a:pt x="2675991" y="1692634"/>
                </a:cubicBezTo>
                <a:cubicBezTo>
                  <a:pt x="2675991" y="1701828"/>
                  <a:pt x="2669125" y="1708694"/>
                  <a:pt x="2660630" y="1708694"/>
                </a:cubicBezTo>
                <a:cubicBezTo>
                  <a:pt x="2651553" y="1708694"/>
                  <a:pt x="2644570" y="1701828"/>
                  <a:pt x="2644570" y="1692634"/>
                </a:cubicBezTo>
                <a:cubicBezTo>
                  <a:pt x="2644570" y="1684255"/>
                  <a:pt x="2651553" y="1676574"/>
                  <a:pt x="2660630" y="1676574"/>
                </a:cubicBezTo>
                <a:close/>
                <a:moveTo>
                  <a:pt x="2595577" y="1676574"/>
                </a:moveTo>
                <a:cubicBezTo>
                  <a:pt x="2604771" y="1676574"/>
                  <a:pt x="2611637" y="1684255"/>
                  <a:pt x="2611637" y="1692634"/>
                </a:cubicBezTo>
                <a:cubicBezTo>
                  <a:pt x="2611637" y="1701828"/>
                  <a:pt x="2604771" y="1708694"/>
                  <a:pt x="2595577" y="1708694"/>
                </a:cubicBezTo>
                <a:cubicBezTo>
                  <a:pt x="2587198" y="1708694"/>
                  <a:pt x="2580216" y="1701828"/>
                  <a:pt x="2579518" y="1692634"/>
                </a:cubicBezTo>
                <a:cubicBezTo>
                  <a:pt x="2579518" y="1684255"/>
                  <a:pt x="2587198" y="1676574"/>
                  <a:pt x="2595577" y="1676574"/>
                </a:cubicBezTo>
                <a:close/>
                <a:moveTo>
                  <a:pt x="2531224" y="1676574"/>
                </a:moveTo>
                <a:cubicBezTo>
                  <a:pt x="2539719" y="1676574"/>
                  <a:pt x="2547283" y="1684255"/>
                  <a:pt x="2547283" y="1692634"/>
                </a:cubicBezTo>
                <a:cubicBezTo>
                  <a:pt x="2547283" y="1701828"/>
                  <a:pt x="2539719" y="1708694"/>
                  <a:pt x="2531224" y="1708694"/>
                </a:cubicBezTo>
                <a:cubicBezTo>
                  <a:pt x="2522845" y="1708694"/>
                  <a:pt x="2515164" y="1701828"/>
                  <a:pt x="2515164" y="1692634"/>
                </a:cubicBezTo>
                <a:cubicBezTo>
                  <a:pt x="2515164" y="1684255"/>
                  <a:pt x="2522845" y="1676574"/>
                  <a:pt x="2531224" y="1676574"/>
                </a:cubicBezTo>
                <a:close/>
                <a:moveTo>
                  <a:pt x="2466869" y="1676574"/>
                </a:moveTo>
                <a:cubicBezTo>
                  <a:pt x="2475364" y="1676574"/>
                  <a:pt x="2483044" y="1684255"/>
                  <a:pt x="2483044" y="1692634"/>
                </a:cubicBezTo>
                <a:cubicBezTo>
                  <a:pt x="2483044" y="1701828"/>
                  <a:pt x="2475364" y="1708694"/>
                  <a:pt x="2466869" y="1708694"/>
                </a:cubicBezTo>
                <a:cubicBezTo>
                  <a:pt x="2457675" y="1708694"/>
                  <a:pt x="2450809" y="1701828"/>
                  <a:pt x="2450809" y="1692634"/>
                </a:cubicBezTo>
                <a:cubicBezTo>
                  <a:pt x="2450809" y="1684255"/>
                  <a:pt x="2457675" y="1676574"/>
                  <a:pt x="2466869" y="1676574"/>
                </a:cubicBezTo>
                <a:close/>
                <a:moveTo>
                  <a:pt x="2402631" y="1676574"/>
                </a:moveTo>
                <a:cubicBezTo>
                  <a:pt x="2411010" y="1676574"/>
                  <a:pt x="2418690" y="1684255"/>
                  <a:pt x="2418690" y="1692634"/>
                </a:cubicBezTo>
                <a:cubicBezTo>
                  <a:pt x="2418690" y="1701828"/>
                  <a:pt x="2411010" y="1708694"/>
                  <a:pt x="2402631" y="1708694"/>
                </a:cubicBezTo>
                <a:cubicBezTo>
                  <a:pt x="2393438" y="1708694"/>
                  <a:pt x="2386455" y="1701828"/>
                  <a:pt x="2386455" y="1692634"/>
                </a:cubicBezTo>
                <a:cubicBezTo>
                  <a:pt x="2386455" y="1684255"/>
                  <a:pt x="2393438" y="1676574"/>
                  <a:pt x="2402631" y="1676574"/>
                </a:cubicBezTo>
                <a:close/>
                <a:moveTo>
                  <a:pt x="2337462" y="1676574"/>
                </a:moveTo>
                <a:cubicBezTo>
                  <a:pt x="2346656" y="1676574"/>
                  <a:pt x="2353522" y="1684255"/>
                  <a:pt x="2353522" y="1692634"/>
                </a:cubicBezTo>
                <a:cubicBezTo>
                  <a:pt x="2353522" y="1701828"/>
                  <a:pt x="2346656" y="1708694"/>
                  <a:pt x="2337462" y="1708694"/>
                </a:cubicBezTo>
                <a:cubicBezTo>
                  <a:pt x="2329084" y="1708694"/>
                  <a:pt x="2322218" y="1701828"/>
                  <a:pt x="2322218" y="1692634"/>
                </a:cubicBezTo>
                <a:cubicBezTo>
                  <a:pt x="2322218" y="1684255"/>
                  <a:pt x="2329084" y="1676574"/>
                  <a:pt x="2337462" y="1676574"/>
                </a:cubicBezTo>
                <a:close/>
                <a:moveTo>
                  <a:pt x="2273109" y="1676574"/>
                </a:moveTo>
                <a:cubicBezTo>
                  <a:pt x="2282302" y="1676574"/>
                  <a:pt x="2289284" y="1684255"/>
                  <a:pt x="2289284" y="1692634"/>
                </a:cubicBezTo>
                <a:cubicBezTo>
                  <a:pt x="2289284" y="1701828"/>
                  <a:pt x="2282302" y="1708694"/>
                  <a:pt x="2273109" y="1708694"/>
                </a:cubicBezTo>
                <a:cubicBezTo>
                  <a:pt x="2264730" y="1708694"/>
                  <a:pt x="2257049" y="1701828"/>
                  <a:pt x="2257049" y="1692634"/>
                </a:cubicBezTo>
                <a:cubicBezTo>
                  <a:pt x="2257049" y="1684255"/>
                  <a:pt x="2264730" y="1676574"/>
                  <a:pt x="2273109" y="1676574"/>
                </a:cubicBezTo>
                <a:close/>
                <a:moveTo>
                  <a:pt x="2208755" y="1676574"/>
                </a:moveTo>
                <a:cubicBezTo>
                  <a:pt x="2217948" y="1676574"/>
                  <a:pt x="2224930" y="1684255"/>
                  <a:pt x="2224930" y="1692634"/>
                </a:cubicBezTo>
                <a:cubicBezTo>
                  <a:pt x="2224930" y="1701828"/>
                  <a:pt x="2217948" y="1708694"/>
                  <a:pt x="2208755" y="1708694"/>
                </a:cubicBezTo>
                <a:cubicBezTo>
                  <a:pt x="2199561" y="1708694"/>
                  <a:pt x="2192695" y="1701828"/>
                  <a:pt x="2192695" y="1692634"/>
                </a:cubicBezTo>
                <a:cubicBezTo>
                  <a:pt x="2192695" y="1684255"/>
                  <a:pt x="2200376" y="1676574"/>
                  <a:pt x="2208755" y="1676574"/>
                </a:cubicBezTo>
                <a:close/>
                <a:moveTo>
                  <a:pt x="2144517" y="1676574"/>
                </a:moveTo>
                <a:cubicBezTo>
                  <a:pt x="2152896" y="1676574"/>
                  <a:pt x="2160576" y="1684255"/>
                  <a:pt x="2160576" y="1692634"/>
                </a:cubicBezTo>
                <a:cubicBezTo>
                  <a:pt x="2160576" y="1701828"/>
                  <a:pt x="2152896" y="1708694"/>
                  <a:pt x="2144517" y="1708694"/>
                </a:cubicBezTo>
                <a:cubicBezTo>
                  <a:pt x="2135324" y="1708694"/>
                  <a:pt x="2128341" y="1701828"/>
                  <a:pt x="2128341" y="1692634"/>
                </a:cubicBezTo>
                <a:cubicBezTo>
                  <a:pt x="2128341" y="1684255"/>
                  <a:pt x="2135324" y="1676574"/>
                  <a:pt x="2144517" y="1676574"/>
                </a:cubicBezTo>
                <a:close/>
                <a:moveTo>
                  <a:pt x="2080163" y="1676574"/>
                </a:moveTo>
                <a:cubicBezTo>
                  <a:pt x="2088542" y="1676574"/>
                  <a:pt x="2095408" y="1684255"/>
                  <a:pt x="2095408" y="1692634"/>
                </a:cubicBezTo>
                <a:cubicBezTo>
                  <a:pt x="2095408" y="1701828"/>
                  <a:pt x="2088542" y="1708694"/>
                  <a:pt x="2080163" y="1708694"/>
                </a:cubicBezTo>
                <a:cubicBezTo>
                  <a:pt x="2070970" y="1708694"/>
                  <a:pt x="2064104" y="1701828"/>
                  <a:pt x="2064104" y="1692634"/>
                </a:cubicBezTo>
                <a:cubicBezTo>
                  <a:pt x="2064104" y="1684255"/>
                  <a:pt x="2070970" y="1676574"/>
                  <a:pt x="2080163" y="1676574"/>
                </a:cubicBezTo>
                <a:close/>
                <a:moveTo>
                  <a:pt x="2014994" y="1676574"/>
                </a:moveTo>
                <a:cubicBezTo>
                  <a:pt x="2024187" y="1676574"/>
                  <a:pt x="2031169" y="1684255"/>
                  <a:pt x="2031169" y="1692634"/>
                </a:cubicBezTo>
                <a:cubicBezTo>
                  <a:pt x="2031169" y="1701828"/>
                  <a:pt x="2024187" y="1708694"/>
                  <a:pt x="2014994" y="1708694"/>
                </a:cubicBezTo>
                <a:cubicBezTo>
                  <a:pt x="2006615" y="1708694"/>
                  <a:pt x="1998934" y="1701828"/>
                  <a:pt x="1998934" y="1692634"/>
                </a:cubicBezTo>
                <a:cubicBezTo>
                  <a:pt x="1998934" y="1684255"/>
                  <a:pt x="2006615" y="1676574"/>
                  <a:pt x="2014994" y="1676574"/>
                </a:cubicBezTo>
                <a:close/>
                <a:moveTo>
                  <a:pt x="1950756" y="1676574"/>
                </a:moveTo>
                <a:cubicBezTo>
                  <a:pt x="1959135" y="1676574"/>
                  <a:pt x="1966815" y="1684255"/>
                  <a:pt x="1966815" y="1692634"/>
                </a:cubicBezTo>
                <a:cubicBezTo>
                  <a:pt x="1966815" y="1701828"/>
                  <a:pt x="1959135" y="1708694"/>
                  <a:pt x="1950756" y="1708694"/>
                </a:cubicBezTo>
                <a:cubicBezTo>
                  <a:pt x="1942261" y="1708694"/>
                  <a:pt x="1934580" y="1701828"/>
                  <a:pt x="1934580" y="1692634"/>
                </a:cubicBezTo>
                <a:cubicBezTo>
                  <a:pt x="1934580" y="1684255"/>
                  <a:pt x="1942261" y="1676574"/>
                  <a:pt x="1950756" y="1676574"/>
                </a:cubicBezTo>
                <a:close/>
                <a:moveTo>
                  <a:pt x="1886402" y="1676574"/>
                </a:moveTo>
                <a:cubicBezTo>
                  <a:pt x="1894781" y="1676574"/>
                  <a:pt x="1902461" y="1684255"/>
                  <a:pt x="1902461" y="1692634"/>
                </a:cubicBezTo>
                <a:cubicBezTo>
                  <a:pt x="1902461" y="1701828"/>
                  <a:pt x="1894781" y="1708694"/>
                  <a:pt x="1886402" y="1708694"/>
                </a:cubicBezTo>
                <a:cubicBezTo>
                  <a:pt x="1877209" y="1708694"/>
                  <a:pt x="1870343" y="1701828"/>
                  <a:pt x="1870343" y="1692634"/>
                </a:cubicBezTo>
                <a:cubicBezTo>
                  <a:pt x="1870343" y="1684255"/>
                  <a:pt x="1877209" y="1676574"/>
                  <a:pt x="1886402" y="1676574"/>
                </a:cubicBezTo>
                <a:close/>
                <a:moveTo>
                  <a:pt x="1822048" y="1676574"/>
                </a:moveTo>
                <a:cubicBezTo>
                  <a:pt x="1830427" y="1676574"/>
                  <a:pt x="1838108" y="1684255"/>
                  <a:pt x="1838108" y="1692634"/>
                </a:cubicBezTo>
                <a:cubicBezTo>
                  <a:pt x="1838108" y="1701828"/>
                  <a:pt x="1830427" y="1708694"/>
                  <a:pt x="1822048" y="1708694"/>
                </a:cubicBezTo>
                <a:cubicBezTo>
                  <a:pt x="1812855" y="1708694"/>
                  <a:pt x="1805989" y="1701828"/>
                  <a:pt x="1805989" y="1692634"/>
                </a:cubicBezTo>
                <a:cubicBezTo>
                  <a:pt x="1805989" y="1684255"/>
                  <a:pt x="1812855" y="1676574"/>
                  <a:pt x="1822048" y="1676574"/>
                </a:cubicBezTo>
                <a:close/>
                <a:moveTo>
                  <a:pt x="1756879" y="1676574"/>
                </a:moveTo>
                <a:cubicBezTo>
                  <a:pt x="1766073" y="1676574"/>
                  <a:pt x="1773055" y="1684255"/>
                  <a:pt x="1773055" y="1692634"/>
                </a:cubicBezTo>
                <a:cubicBezTo>
                  <a:pt x="1773055" y="1701828"/>
                  <a:pt x="1766073" y="1708694"/>
                  <a:pt x="1756879" y="1708694"/>
                </a:cubicBezTo>
                <a:cubicBezTo>
                  <a:pt x="1748501" y="1708694"/>
                  <a:pt x="1741635" y="1701828"/>
                  <a:pt x="1741635" y="1692634"/>
                </a:cubicBezTo>
                <a:cubicBezTo>
                  <a:pt x="1741635" y="1684255"/>
                  <a:pt x="1748501" y="1676574"/>
                  <a:pt x="1756879" y="1676574"/>
                </a:cubicBezTo>
                <a:close/>
                <a:moveTo>
                  <a:pt x="1692642" y="1676574"/>
                </a:moveTo>
                <a:cubicBezTo>
                  <a:pt x="1701835" y="1676574"/>
                  <a:pt x="1708701" y="1684255"/>
                  <a:pt x="1708701" y="1692634"/>
                </a:cubicBezTo>
                <a:cubicBezTo>
                  <a:pt x="1708701" y="1701828"/>
                  <a:pt x="1701835" y="1708694"/>
                  <a:pt x="1692642" y="1708694"/>
                </a:cubicBezTo>
                <a:cubicBezTo>
                  <a:pt x="1684147" y="1708694"/>
                  <a:pt x="1676466" y="1701828"/>
                  <a:pt x="1676466" y="1692634"/>
                </a:cubicBezTo>
                <a:cubicBezTo>
                  <a:pt x="1676466" y="1684255"/>
                  <a:pt x="1684147" y="1676574"/>
                  <a:pt x="1692642" y="1676574"/>
                </a:cubicBezTo>
                <a:close/>
                <a:moveTo>
                  <a:pt x="1628287" y="1676574"/>
                </a:moveTo>
                <a:cubicBezTo>
                  <a:pt x="1636666" y="1676574"/>
                  <a:pt x="1644346" y="1684255"/>
                  <a:pt x="1644346" y="1692634"/>
                </a:cubicBezTo>
                <a:cubicBezTo>
                  <a:pt x="1644346" y="1701828"/>
                  <a:pt x="1636666" y="1708694"/>
                  <a:pt x="1628287" y="1708694"/>
                </a:cubicBezTo>
                <a:cubicBezTo>
                  <a:pt x="1619094" y="1708694"/>
                  <a:pt x="1612228" y="1701828"/>
                  <a:pt x="1612228" y="1692634"/>
                </a:cubicBezTo>
                <a:cubicBezTo>
                  <a:pt x="1612228" y="1684255"/>
                  <a:pt x="1619094" y="1676574"/>
                  <a:pt x="1628287" y="1676574"/>
                </a:cubicBezTo>
                <a:close/>
                <a:moveTo>
                  <a:pt x="1563933" y="1676574"/>
                </a:moveTo>
                <a:cubicBezTo>
                  <a:pt x="1572312" y="1676574"/>
                  <a:pt x="1579993" y="1684255"/>
                  <a:pt x="1579993" y="1692634"/>
                </a:cubicBezTo>
                <a:cubicBezTo>
                  <a:pt x="1579993" y="1701828"/>
                  <a:pt x="1572312" y="1708694"/>
                  <a:pt x="1563933" y="1708694"/>
                </a:cubicBezTo>
                <a:cubicBezTo>
                  <a:pt x="1554740" y="1708694"/>
                  <a:pt x="1547874" y="1701828"/>
                  <a:pt x="1547874" y="1692634"/>
                </a:cubicBezTo>
                <a:cubicBezTo>
                  <a:pt x="1547874" y="1684255"/>
                  <a:pt x="1554740" y="1676574"/>
                  <a:pt x="1563933" y="1676574"/>
                </a:cubicBezTo>
                <a:close/>
                <a:moveTo>
                  <a:pt x="1499579" y="1676574"/>
                </a:moveTo>
                <a:cubicBezTo>
                  <a:pt x="1508074" y="1676574"/>
                  <a:pt x="1514940" y="1684255"/>
                  <a:pt x="1514940" y="1692634"/>
                </a:cubicBezTo>
                <a:cubicBezTo>
                  <a:pt x="1514940" y="1701828"/>
                  <a:pt x="1508074" y="1708694"/>
                  <a:pt x="1499579" y="1708694"/>
                </a:cubicBezTo>
                <a:cubicBezTo>
                  <a:pt x="1490386" y="1708694"/>
                  <a:pt x="1483520" y="1701828"/>
                  <a:pt x="1483520" y="1692634"/>
                </a:cubicBezTo>
                <a:cubicBezTo>
                  <a:pt x="1483520" y="1684255"/>
                  <a:pt x="1490386" y="1676574"/>
                  <a:pt x="1499579" y="1676574"/>
                </a:cubicBezTo>
                <a:close/>
                <a:moveTo>
                  <a:pt x="1434527" y="1676574"/>
                </a:moveTo>
                <a:cubicBezTo>
                  <a:pt x="1443720" y="1676574"/>
                  <a:pt x="1450586" y="1684255"/>
                  <a:pt x="1450586" y="1692634"/>
                </a:cubicBezTo>
                <a:cubicBezTo>
                  <a:pt x="1450586" y="1701828"/>
                  <a:pt x="1443720" y="1708694"/>
                  <a:pt x="1434527" y="1708694"/>
                </a:cubicBezTo>
                <a:cubicBezTo>
                  <a:pt x="1426032" y="1708694"/>
                  <a:pt x="1418351" y="1701828"/>
                  <a:pt x="1418351" y="1692634"/>
                </a:cubicBezTo>
                <a:cubicBezTo>
                  <a:pt x="1418351" y="1684255"/>
                  <a:pt x="1426032" y="1676574"/>
                  <a:pt x="1434527" y="1676574"/>
                </a:cubicBezTo>
                <a:close/>
                <a:moveTo>
                  <a:pt x="1370173" y="1676574"/>
                </a:moveTo>
                <a:cubicBezTo>
                  <a:pt x="1379367" y="1676574"/>
                  <a:pt x="1386233" y="1684255"/>
                  <a:pt x="1386233" y="1692634"/>
                </a:cubicBezTo>
                <a:cubicBezTo>
                  <a:pt x="1386233" y="1701828"/>
                  <a:pt x="1379367" y="1708694"/>
                  <a:pt x="1370173" y="1708694"/>
                </a:cubicBezTo>
                <a:cubicBezTo>
                  <a:pt x="1361678" y="1708694"/>
                  <a:pt x="1354114" y="1701828"/>
                  <a:pt x="1354114" y="1692634"/>
                </a:cubicBezTo>
                <a:cubicBezTo>
                  <a:pt x="1354114" y="1684255"/>
                  <a:pt x="1361678" y="1676574"/>
                  <a:pt x="1370173" y="1676574"/>
                </a:cubicBezTo>
                <a:close/>
                <a:moveTo>
                  <a:pt x="1305819" y="1676574"/>
                </a:moveTo>
                <a:cubicBezTo>
                  <a:pt x="1314198" y="1676574"/>
                  <a:pt x="1321879" y="1684255"/>
                  <a:pt x="1321879" y="1692634"/>
                </a:cubicBezTo>
                <a:cubicBezTo>
                  <a:pt x="1321879" y="1701828"/>
                  <a:pt x="1314198" y="1708694"/>
                  <a:pt x="1305819" y="1708694"/>
                </a:cubicBezTo>
                <a:cubicBezTo>
                  <a:pt x="1296626" y="1708694"/>
                  <a:pt x="1289760" y="1701828"/>
                  <a:pt x="1289760" y="1692634"/>
                </a:cubicBezTo>
                <a:cubicBezTo>
                  <a:pt x="1289760" y="1684255"/>
                  <a:pt x="1296626" y="1676574"/>
                  <a:pt x="1305819" y="1676574"/>
                </a:cubicBezTo>
                <a:close/>
                <a:moveTo>
                  <a:pt x="1241465" y="1676574"/>
                </a:moveTo>
                <a:cubicBezTo>
                  <a:pt x="1249960" y="1676574"/>
                  <a:pt x="1256826" y="1684255"/>
                  <a:pt x="1256826" y="1692634"/>
                </a:cubicBezTo>
                <a:cubicBezTo>
                  <a:pt x="1256826" y="1701828"/>
                  <a:pt x="1249960" y="1708694"/>
                  <a:pt x="1241465" y="1708694"/>
                </a:cubicBezTo>
                <a:cubicBezTo>
                  <a:pt x="1232272" y="1708694"/>
                  <a:pt x="1225406" y="1701828"/>
                  <a:pt x="1225406" y="1692634"/>
                </a:cubicBezTo>
                <a:cubicBezTo>
                  <a:pt x="1225406" y="1684255"/>
                  <a:pt x="1232272" y="1676574"/>
                  <a:pt x="1241465" y="1676574"/>
                </a:cubicBezTo>
                <a:close/>
                <a:moveTo>
                  <a:pt x="1176412" y="1676574"/>
                </a:moveTo>
                <a:cubicBezTo>
                  <a:pt x="1185606" y="1676574"/>
                  <a:pt x="1192472" y="1684255"/>
                  <a:pt x="1192472" y="1692634"/>
                </a:cubicBezTo>
                <a:cubicBezTo>
                  <a:pt x="1192472" y="1701828"/>
                  <a:pt x="1185606" y="1708694"/>
                  <a:pt x="1176412" y="1708694"/>
                </a:cubicBezTo>
                <a:cubicBezTo>
                  <a:pt x="1167917" y="1708694"/>
                  <a:pt x="1161051" y="1701828"/>
                  <a:pt x="1161051" y="1692634"/>
                </a:cubicBezTo>
                <a:cubicBezTo>
                  <a:pt x="1161051" y="1684255"/>
                  <a:pt x="1167917" y="1676574"/>
                  <a:pt x="1176412" y="1676574"/>
                </a:cubicBezTo>
                <a:close/>
                <a:moveTo>
                  <a:pt x="3434275" y="1612220"/>
                </a:moveTo>
                <a:cubicBezTo>
                  <a:pt x="3443468" y="1612220"/>
                  <a:pt x="3450334" y="1619086"/>
                  <a:pt x="3450334" y="1628279"/>
                </a:cubicBezTo>
                <a:cubicBezTo>
                  <a:pt x="3450334" y="1637473"/>
                  <a:pt x="3443468" y="1644455"/>
                  <a:pt x="3434275" y="1644455"/>
                </a:cubicBezTo>
                <a:cubicBezTo>
                  <a:pt x="3425780" y="1644455"/>
                  <a:pt x="3418099" y="1637473"/>
                  <a:pt x="3418099" y="1628279"/>
                </a:cubicBezTo>
                <a:cubicBezTo>
                  <a:pt x="3418099" y="1619086"/>
                  <a:pt x="3425780" y="1612220"/>
                  <a:pt x="3434275" y="1612220"/>
                </a:cubicBezTo>
                <a:close/>
                <a:moveTo>
                  <a:pt x="3369921" y="1612220"/>
                </a:moveTo>
                <a:cubicBezTo>
                  <a:pt x="3379115" y="1612220"/>
                  <a:pt x="3385981" y="1619086"/>
                  <a:pt x="3385981" y="1628279"/>
                </a:cubicBezTo>
                <a:cubicBezTo>
                  <a:pt x="3385981" y="1637473"/>
                  <a:pt x="3379115" y="1644455"/>
                  <a:pt x="3369921" y="1644455"/>
                </a:cubicBezTo>
                <a:cubicBezTo>
                  <a:pt x="3361426" y="1644455"/>
                  <a:pt x="3353862" y="1637473"/>
                  <a:pt x="3353862" y="1628279"/>
                </a:cubicBezTo>
                <a:cubicBezTo>
                  <a:pt x="3353862" y="1619086"/>
                  <a:pt x="3361426" y="1612220"/>
                  <a:pt x="3369921" y="1612220"/>
                </a:cubicBezTo>
                <a:close/>
                <a:moveTo>
                  <a:pt x="3305567" y="1612220"/>
                </a:moveTo>
                <a:cubicBezTo>
                  <a:pt x="3313946" y="1612220"/>
                  <a:pt x="3321627" y="1619086"/>
                  <a:pt x="3321627" y="1628279"/>
                </a:cubicBezTo>
                <a:cubicBezTo>
                  <a:pt x="3321627" y="1637473"/>
                  <a:pt x="3313946" y="1644455"/>
                  <a:pt x="3305567" y="1644455"/>
                </a:cubicBezTo>
                <a:cubicBezTo>
                  <a:pt x="3296374" y="1644455"/>
                  <a:pt x="3289508" y="1637473"/>
                  <a:pt x="3289508" y="1628279"/>
                </a:cubicBezTo>
                <a:cubicBezTo>
                  <a:pt x="3289508" y="1619086"/>
                  <a:pt x="3296374" y="1612220"/>
                  <a:pt x="3305567" y="1612220"/>
                </a:cubicBezTo>
                <a:close/>
                <a:moveTo>
                  <a:pt x="3241213" y="1612220"/>
                </a:moveTo>
                <a:cubicBezTo>
                  <a:pt x="3249708" y="1612220"/>
                  <a:pt x="3256574" y="1619086"/>
                  <a:pt x="3256574" y="1628279"/>
                </a:cubicBezTo>
                <a:cubicBezTo>
                  <a:pt x="3256574" y="1637473"/>
                  <a:pt x="3249708" y="1644455"/>
                  <a:pt x="3241213" y="1644455"/>
                </a:cubicBezTo>
                <a:cubicBezTo>
                  <a:pt x="3232020" y="1644455"/>
                  <a:pt x="3225154" y="1637473"/>
                  <a:pt x="3225154" y="1628279"/>
                </a:cubicBezTo>
                <a:cubicBezTo>
                  <a:pt x="3225154" y="1619086"/>
                  <a:pt x="3232020" y="1612220"/>
                  <a:pt x="3241213" y="1612220"/>
                </a:cubicBezTo>
                <a:close/>
                <a:moveTo>
                  <a:pt x="3176161" y="1612220"/>
                </a:moveTo>
                <a:cubicBezTo>
                  <a:pt x="3185354" y="1612220"/>
                  <a:pt x="3192220" y="1619086"/>
                  <a:pt x="3192220" y="1628279"/>
                </a:cubicBezTo>
                <a:cubicBezTo>
                  <a:pt x="3192220" y="1637473"/>
                  <a:pt x="3185354" y="1644455"/>
                  <a:pt x="3176161" y="1644455"/>
                </a:cubicBezTo>
                <a:cubicBezTo>
                  <a:pt x="3167666" y="1644455"/>
                  <a:pt x="3160102" y="1637473"/>
                  <a:pt x="3160102" y="1628279"/>
                </a:cubicBezTo>
                <a:cubicBezTo>
                  <a:pt x="3160102" y="1619086"/>
                  <a:pt x="3167666" y="1612220"/>
                  <a:pt x="3176161" y="1612220"/>
                </a:cubicBezTo>
                <a:close/>
                <a:moveTo>
                  <a:pt x="3111806" y="1612220"/>
                </a:moveTo>
                <a:cubicBezTo>
                  <a:pt x="3121000" y="1612220"/>
                  <a:pt x="3127866" y="1619086"/>
                  <a:pt x="3127866" y="1628279"/>
                </a:cubicBezTo>
                <a:cubicBezTo>
                  <a:pt x="3127866" y="1637473"/>
                  <a:pt x="3121000" y="1644455"/>
                  <a:pt x="3111806" y="1644455"/>
                </a:cubicBezTo>
                <a:cubicBezTo>
                  <a:pt x="3103427" y="1644455"/>
                  <a:pt x="3095747" y="1637473"/>
                  <a:pt x="3095747" y="1628279"/>
                </a:cubicBezTo>
                <a:cubicBezTo>
                  <a:pt x="3095747" y="1619086"/>
                  <a:pt x="3103427" y="1612220"/>
                  <a:pt x="3111806" y="1612220"/>
                </a:cubicBezTo>
                <a:close/>
                <a:moveTo>
                  <a:pt x="3047452" y="1612220"/>
                </a:moveTo>
                <a:cubicBezTo>
                  <a:pt x="3055831" y="1612220"/>
                  <a:pt x="3063512" y="1619086"/>
                  <a:pt x="3063512" y="1628279"/>
                </a:cubicBezTo>
                <a:cubicBezTo>
                  <a:pt x="3063512" y="1637473"/>
                  <a:pt x="3055831" y="1644455"/>
                  <a:pt x="3047452" y="1644455"/>
                </a:cubicBezTo>
                <a:cubicBezTo>
                  <a:pt x="3038259" y="1644455"/>
                  <a:pt x="3031393" y="1637473"/>
                  <a:pt x="3031393" y="1628279"/>
                </a:cubicBezTo>
                <a:cubicBezTo>
                  <a:pt x="3031393" y="1619086"/>
                  <a:pt x="3038259" y="1612220"/>
                  <a:pt x="3047452" y="1612220"/>
                </a:cubicBezTo>
                <a:close/>
                <a:moveTo>
                  <a:pt x="2983099" y="1612220"/>
                </a:moveTo>
                <a:cubicBezTo>
                  <a:pt x="2991594" y="1612220"/>
                  <a:pt x="2999158" y="1619086"/>
                  <a:pt x="2999158" y="1628279"/>
                </a:cubicBezTo>
                <a:cubicBezTo>
                  <a:pt x="2999158" y="1637473"/>
                  <a:pt x="2991594" y="1644455"/>
                  <a:pt x="2983099" y="1644455"/>
                </a:cubicBezTo>
                <a:cubicBezTo>
                  <a:pt x="2973905" y="1644455"/>
                  <a:pt x="2967039" y="1637473"/>
                  <a:pt x="2967039" y="1628279"/>
                </a:cubicBezTo>
                <a:cubicBezTo>
                  <a:pt x="2967039" y="1619086"/>
                  <a:pt x="2973905" y="1612220"/>
                  <a:pt x="2983099" y="1612220"/>
                </a:cubicBezTo>
                <a:close/>
                <a:moveTo>
                  <a:pt x="2918046" y="1612220"/>
                </a:moveTo>
                <a:cubicBezTo>
                  <a:pt x="2927240" y="1612220"/>
                  <a:pt x="2934106" y="1619086"/>
                  <a:pt x="2934106" y="1628279"/>
                </a:cubicBezTo>
                <a:cubicBezTo>
                  <a:pt x="2934106" y="1637473"/>
                  <a:pt x="2927240" y="1644455"/>
                  <a:pt x="2918046" y="1644455"/>
                </a:cubicBezTo>
                <a:cubicBezTo>
                  <a:pt x="2909551" y="1644455"/>
                  <a:pt x="2902685" y="1637473"/>
                  <a:pt x="2902685" y="1628279"/>
                </a:cubicBezTo>
                <a:cubicBezTo>
                  <a:pt x="2902685" y="1619086"/>
                  <a:pt x="2909551" y="1612220"/>
                  <a:pt x="2918046" y="1612220"/>
                </a:cubicBezTo>
                <a:close/>
                <a:moveTo>
                  <a:pt x="2853692" y="1612220"/>
                </a:moveTo>
                <a:cubicBezTo>
                  <a:pt x="2862886" y="1612220"/>
                  <a:pt x="2869752" y="1619086"/>
                  <a:pt x="2869752" y="1628279"/>
                </a:cubicBezTo>
                <a:cubicBezTo>
                  <a:pt x="2869752" y="1637473"/>
                  <a:pt x="2862886" y="1644455"/>
                  <a:pt x="2853692" y="1644455"/>
                </a:cubicBezTo>
                <a:cubicBezTo>
                  <a:pt x="2845313" y="1644455"/>
                  <a:pt x="2837633" y="1637473"/>
                  <a:pt x="2837633" y="1628279"/>
                </a:cubicBezTo>
                <a:cubicBezTo>
                  <a:pt x="2837633" y="1619086"/>
                  <a:pt x="2845313" y="1612220"/>
                  <a:pt x="2853692" y="1612220"/>
                </a:cubicBezTo>
                <a:close/>
                <a:moveTo>
                  <a:pt x="2789338" y="1612220"/>
                </a:moveTo>
                <a:cubicBezTo>
                  <a:pt x="2798532" y="1612220"/>
                  <a:pt x="2805398" y="1619086"/>
                  <a:pt x="2805398" y="1628279"/>
                </a:cubicBezTo>
                <a:cubicBezTo>
                  <a:pt x="2805398" y="1637473"/>
                  <a:pt x="2798532" y="1644455"/>
                  <a:pt x="2789338" y="1644455"/>
                </a:cubicBezTo>
                <a:cubicBezTo>
                  <a:pt x="2780959" y="1644455"/>
                  <a:pt x="2773279" y="1637473"/>
                  <a:pt x="2773279" y="1628279"/>
                </a:cubicBezTo>
                <a:cubicBezTo>
                  <a:pt x="2773279" y="1619086"/>
                  <a:pt x="2780959" y="1612220"/>
                  <a:pt x="2789338" y="1612220"/>
                </a:cubicBezTo>
                <a:close/>
                <a:moveTo>
                  <a:pt x="2724984" y="1612220"/>
                </a:moveTo>
                <a:cubicBezTo>
                  <a:pt x="2733479" y="1612220"/>
                  <a:pt x="2741159" y="1619086"/>
                  <a:pt x="2741159" y="1628279"/>
                </a:cubicBezTo>
                <a:cubicBezTo>
                  <a:pt x="2741159" y="1637473"/>
                  <a:pt x="2733479" y="1644455"/>
                  <a:pt x="2724984" y="1644455"/>
                </a:cubicBezTo>
                <a:cubicBezTo>
                  <a:pt x="2715790" y="1644455"/>
                  <a:pt x="2708924" y="1637473"/>
                  <a:pt x="2708924" y="1628279"/>
                </a:cubicBezTo>
                <a:cubicBezTo>
                  <a:pt x="2708924" y="1619086"/>
                  <a:pt x="2715790" y="1612220"/>
                  <a:pt x="2724984" y="1612220"/>
                </a:cubicBezTo>
                <a:close/>
                <a:moveTo>
                  <a:pt x="2660630" y="1612220"/>
                </a:moveTo>
                <a:cubicBezTo>
                  <a:pt x="2669125" y="1612220"/>
                  <a:pt x="2675991" y="1619086"/>
                  <a:pt x="2675991" y="1628279"/>
                </a:cubicBezTo>
                <a:cubicBezTo>
                  <a:pt x="2675991" y="1637473"/>
                  <a:pt x="2669125" y="1644455"/>
                  <a:pt x="2660630" y="1644455"/>
                </a:cubicBezTo>
                <a:cubicBezTo>
                  <a:pt x="2651553" y="1644455"/>
                  <a:pt x="2644570" y="1637473"/>
                  <a:pt x="2644570" y="1628279"/>
                </a:cubicBezTo>
                <a:cubicBezTo>
                  <a:pt x="2644570" y="1619086"/>
                  <a:pt x="2651553" y="1612220"/>
                  <a:pt x="2660630" y="1612220"/>
                </a:cubicBezTo>
                <a:close/>
                <a:moveTo>
                  <a:pt x="2595577" y="1612220"/>
                </a:moveTo>
                <a:cubicBezTo>
                  <a:pt x="2604771" y="1612220"/>
                  <a:pt x="2611637" y="1619086"/>
                  <a:pt x="2611637" y="1628279"/>
                </a:cubicBezTo>
                <a:cubicBezTo>
                  <a:pt x="2611637" y="1637473"/>
                  <a:pt x="2604771" y="1644455"/>
                  <a:pt x="2595577" y="1644455"/>
                </a:cubicBezTo>
                <a:cubicBezTo>
                  <a:pt x="2587198" y="1644455"/>
                  <a:pt x="2579518" y="1637473"/>
                  <a:pt x="2579518" y="1628279"/>
                </a:cubicBezTo>
                <a:cubicBezTo>
                  <a:pt x="2579518" y="1619086"/>
                  <a:pt x="2587198" y="1612220"/>
                  <a:pt x="2595577" y="1612220"/>
                </a:cubicBezTo>
                <a:close/>
                <a:moveTo>
                  <a:pt x="2531224" y="1612220"/>
                </a:moveTo>
                <a:cubicBezTo>
                  <a:pt x="2539719" y="1612220"/>
                  <a:pt x="2547283" y="1619086"/>
                  <a:pt x="2547283" y="1628279"/>
                </a:cubicBezTo>
                <a:cubicBezTo>
                  <a:pt x="2547283" y="1637473"/>
                  <a:pt x="2539719" y="1644455"/>
                  <a:pt x="2531224" y="1644455"/>
                </a:cubicBezTo>
                <a:cubicBezTo>
                  <a:pt x="2522845" y="1644455"/>
                  <a:pt x="2515164" y="1637473"/>
                  <a:pt x="2515164" y="1628279"/>
                </a:cubicBezTo>
                <a:cubicBezTo>
                  <a:pt x="2515164" y="1619086"/>
                  <a:pt x="2522845" y="1612220"/>
                  <a:pt x="2531224" y="1612220"/>
                </a:cubicBezTo>
                <a:close/>
                <a:moveTo>
                  <a:pt x="2466869" y="1612220"/>
                </a:moveTo>
                <a:cubicBezTo>
                  <a:pt x="2475364" y="1612220"/>
                  <a:pt x="2483044" y="1619086"/>
                  <a:pt x="2483044" y="1628279"/>
                </a:cubicBezTo>
                <a:cubicBezTo>
                  <a:pt x="2483044" y="1637473"/>
                  <a:pt x="2475364" y="1644455"/>
                  <a:pt x="2466869" y="1644455"/>
                </a:cubicBezTo>
                <a:cubicBezTo>
                  <a:pt x="2457675" y="1644455"/>
                  <a:pt x="2450809" y="1637473"/>
                  <a:pt x="2450809" y="1628279"/>
                </a:cubicBezTo>
                <a:cubicBezTo>
                  <a:pt x="2450809" y="1619086"/>
                  <a:pt x="2457675" y="1612220"/>
                  <a:pt x="2466869" y="1612220"/>
                </a:cubicBezTo>
                <a:close/>
                <a:moveTo>
                  <a:pt x="2402631" y="1612220"/>
                </a:moveTo>
                <a:cubicBezTo>
                  <a:pt x="2411010" y="1612220"/>
                  <a:pt x="2418690" y="1619086"/>
                  <a:pt x="2418690" y="1628279"/>
                </a:cubicBezTo>
                <a:cubicBezTo>
                  <a:pt x="2418690" y="1637473"/>
                  <a:pt x="2411010" y="1644455"/>
                  <a:pt x="2402631" y="1644455"/>
                </a:cubicBezTo>
                <a:cubicBezTo>
                  <a:pt x="2393438" y="1644455"/>
                  <a:pt x="2386455" y="1637473"/>
                  <a:pt x="2386455" y="1628279"/>
                </a:cubicBezTo>
                <a:cubicBezTo>
                  <a:pt x="2386455" y="1619086"/>
                  <a:pt x="2393438" y="1612220"/>
                  <a:pt x="2402631" y="1612220"/>
                </a:cubicBezTo>
                <a:close/>
                <a:moveTo>
                  <a:pt x="2337462" y="1612220"/>
                </a:moveTo>
                <a:cubicBezTo>
                  <a:pt x="2346656" y="1612220"/>
                  <a:pt x="2353522" y="1619086"/>
                  <a:pt x="2353522" y="1628279"/>
                </a:cubicBezTo>
                <a:cubicBezTo>
                  <a:pt x="2353522" y="1637473"/>
                  <a:pt x="2346656" y="1644455"/>
                  <a:pt x="2337462" y="1644455"/>
                </a:cubicBezTo>
                <a:cubicBezTo>
                  <a:pt x="2329084" y="1644455"/>
                  <a:pt x="2322218" y="1637473"/>
                  <a:pt x="2322218" y="1628279"/>
                </a:cubicBezTo>
                <a:cubicBezTo>
                  <a:pt x="2322218" y="1619086"/>
                  <a:pt x="2329084" y="1612220"/>
                  <a:pt x="2337462" y="1612220"/>
                </a:cubicBezTo>
                <a:close/>
                <a:moveTo>
                  <a:pt x="2273109" y="1612220"/>
                </a:moveTo>
                <a:cubicBezTo>
                  <a:pt x="2282302" y="1612220"/>
                  <a:pt x="2289284" y="1619086"/>
                  <a:pt x="2289284" y="1628279"/>
                </a:cubicBezTo>
                <a:cubicBezTo>
                  <a:pt x="2289284" y="1637473"/>
                  <a:pt x="2282302" y="1644455"/>
                  <a:pt x="2273109" y="1644455"/>
                </a:cubicBezTo>
                <a:cubicBezTo>
                  <a:pt x="2264730" y="1644455"/>
                  <a:pt x="2257049" y="1637473"/>
                  <a:pt x="2257049" y="1628279"/>
                </a:cubicBezTo>
                <a:cubicBezTo>
                  <a:pt x="2257049" y="1619086"/>
                  <a:pt x="2264730" y="1612220"/>
                  <a:pt x="2273109" y="1612220"/>
                </a:cubicBezTo>
                <a:close/>
                <a:moveTo>
                  <a:pt x="2208755" y="1612220"/>
                </a:moveTo>
                <a:cubicBezTo>
                  <a:pt x="2217948" y="1612220"/>
                  <a:pt x="2224930" y="1619086"/>
                  <a:pt x="2224930" y="1628279"/>
                </a:cubicBezTo>
                <a:cubicBezTo>
                  <a:pt x="2224930" y="1637473"/>
                  <a:pt x="2217948" y="1644455"/>
                  <a:pt x="2208755" y="1644455"/>
                </a:cubicBezTo>
                <a:cubicBezTo>
                  <a:pt x="2199561" y="1644455"/>
                  <a:pt x="2192695" y="1637473"/>
                  <a:pt x="2192695" y="1628279"/>
                </a:cubicBezTo>
                <a:cubicBezTo>
                  <a:pt x="2192695" y="1619086"/>
                  <a:pt x="2200376" y="1612220"/>
                  <a:pt x="2208755" y="1612220"/>
                </a:cubicBezTo>
                <a:close/>
                <a:moveTo>
                  <a:pt x="2144517" y="1612220"/>
                </a:moveTo>
                <a:cubicBezTo>
                  <a:pt x="2152896" y="1612220"/>
                  <a:pt x="2160576" y="1619086"/>
                  <a:pt x="2160576" y="1628279"/>
                </a:cubicBezTo>
                <a:cubicBezTo>
                  <a:pt x="2160576" y="1637473"/>
                  <a:pt x="2152896" y="1644455"/>
                  <a:pt x="2144517" y="1644455"/>
                </a:cubicBezTo>
                <a:cubicBezTo>
                  <a:pt x="2135324" y="1644455"/>
                  <a:pt x="2128341" y="1637473"/>
                  <a:pt x="2128341" y="1628279"/>
                </a:cubicBezTo>
                <a:cubicBezTo>
                  <a:pt x="2128341" y="1619086"/>
                  <a:pt x="2135324" y="1612220"/>
                  <a:pt x="2144517" y="1612220"/>
                </a:cubicBezTo>
                <a:close/>
                <a:moveTo>
                  <a:pt x="2080163" y="1612220"/>
                </a:moveTo>
                <a:cubicBezTo>
                  <a:pt x="2088542" y="1612220"/>
                  <a:pt x="2095408" y="1619086"/>
                  <a:pt x="2095408" y="1628279"/>
                </a:cubicBezTo>
                <a:cubicBezTo>
                  <a:pt x="2095408" y="1637473"/>
                  <a:pt x="2088542" y="1644455"/>
                  <a:pt x="2080163" y="1644455"/>
                </a:cubicBezTo>
                <a:cubicBezTo>
                  <a:pt x="2070970" y="1644455"/>
                  <a:pt x="2064104" y="1637473"/>
                  <a:pt x="2064104" y="1628279"/>
                </a:cubicBezTo>
                <a:cubicBezTo>
                  <a:pt x="2064104" y="1619086"/>
                  <a:pt x="2070970" y="1612220"/>
                  <a:pt x="2080163" y="1612220"/>
                </a:cubicBezTo>
                <a:close/>
                <a:moveTo>
                  <a:pt x="2014994" y="1612220"/>
                </a:moveTo>
                <a:cubicBezTo>
                  <a:pt x="2024187" y="1612220"/>
                  <a:pt x="2031169" y="1619086"/>
                  <a:pt x="2031169" y="1628279"/>
                </a:cubicBezTo>
                <a:cubicBezTo>
                  <a:pt x="2031169" y="1637473"/>
                  <a:pt x="2024187" y="1644455"/>
                  <a:pt x="2014994" y="1644455"/>
                </a:cubicBezTo>
                <a:cubicBezTo>
                  <a:pt x="2006615" y="1644455"/>
                  <a:pt x="1998934" y="1637473"/>
                  <a:pt x="1998934" y="1628279"/>
                </a:cubicBezTo>
                <a:cubicBezTo>
                  <a:pt x="1998934" y="1619086"/>
                  <a:pt x="2006615" y="1612220"/>
                  <a:pt x="2014994" y="1612220"/>
                </a:cubicBezTo>
                <a:close/>
                <a:moveTo>
                  <a:pt x="1950756" y="1612220"/>
                </a:moveTo>
                <a:cubicBezTo>
                  <a:pt x="1959135" y="1612220"/>
                  <a:pt x="1966815" y="1619086"/>
                  <a:pt x="1966815" y="1628279"/>
                </a:cubicBezTo>
                <a:cubicBezTo>
                  <a:pt x="1966815" y="1637473"/>
                  <a:pt x="1959135" y="1644455"/>
                  <a:pt x="1950756" y="1644455"/>
                </a:cubicBezTo>
                <a:cubicBezTo>
                  <a:pt x="1942261" y="1644455"/>
                  <a:pt x="1934580" y="1637473"/>
                  <a:pt x="1934580" y="1628279"/>
                </a:cubicBezTo>
                <a:cubicBezTo>
                  <a:pt x="1934580" y="1619086"/>
                  <a:pt x="1942261" y="1612220"/>
                  <a:pt x="1950756" y="1612220"/>
                </a:cubicBezTo>
                <a:close/>
                <a:moveTo>
                  <a:pt x="1886402" y="1612220"/>
                </a:moveTo>
                <a:cubicBezTo>
                  <a:pt x="1894781" y="1612220"/>
                  <a:pt x="1902461" y="1619086"/>
                  <a:pt x="1902461" y="1628279"/>
                </a:cubicBezTo>
                <a:cubicBezTo>
                  <a:pt x="1902461" y="1637473"/>
                  <a:pt x="1894781" y="1644455"/>
                  <a:pt x="1886402" y="1644455"/>
                </a:cubicBezTo>
                <a:cubicBezTo>
                  <a:pt x="1877209" y="1644455"/>
                  <a:pt x="1870343" y="1637473"/>
                  <a:pt x="1870343" y="1628279"/>
                </a:cubicBezTo>
                <a:cubicBezTo>
                  <a:pt x="1870343" y="1619086"/>
                  <a:pt x="1877209" y="1612220"/>
                  <a:pt x="1886402" y="1612220"/>
                </a:cubicBezTo>
                <a:close/>
                <a:moveTo>
                  <a:pt x="1822048" y="1612220"/>
                </a:moveTo>
                <a:cubicBezTo>
                  <a:pt x="1830427" y="1612220"/>
                  <a:pt x="1838108" y="1619086"/>
                  <a:pt x="1838108" y="1628279"/>
                </a:cubicBezTo>
                <a:cubicBezTo>
                  <a:pt x="1838108" y="1637473"/>
                  <a:pt x="1830427" y="1644455"/>
                  <a:pt x="1822048" y="1644455"/>
                </a:cubicBezTo>
                <a:cubicBezTo>
                  <a:pt x="1812855" y="1644455"/>
                  <a:pt x="1805989" y="1637473"/>
                  <a:pt x="1805989" y="1628279"/>
                </a:cubicBezTo>
                <a:cubicBezTo>
                  <a:pt x="1805989" y="1619086"/>
                  <a:pt x="1812855" y="1612220"/>
                  <a:pt x="1822048" y="1612220"/>
                </a:cubicBezTo>
                <a:close/>
                <a:moveTo>
                  <a:pt x="1756879" y="1612220"/>
                </a:moveTo>
                <a:cubicBezTo>
                  <a:pt x="1766073" y="1612220"/>
                  <a:pt x="1773055" y="1619086"/>
                  <a:pt x="1773055" y="1628279"/>
                </a:cubicBezTo>
                <a:cubicBezTo>
                  <a:pt x="1773055" y="1637473"/>
                  <a:pt x="1766073" y="1644455"/>
                  <a:pt x="1756879" y="1644455"/>
                </a:cubicBezTo>
                <a:cubicBezTo>
                  <a:pt x="1748501" y="1644455"/>
                  <a:pt x="1741635" y="1637473"/>
                  <a:pt x="1741635" y="1628279"/>
                </a:cubicBezTo>
                <a:cubicBezTo>
                  <a:pt x="1741635" y="1619086"/>
                  <a:pt x="1748501" y="1612220"/>
                  <a:pt x="1756879" y="1612220"/>
                </a:cubicBezTo>
                <a:close/>
                <a:moveTo>
                  <a:pt x="1692642" y="1612220"/>
                </a:moveTo>
                <a:cubicBezTo>
                  <a:pt x="1701835" y="1612220"/>
                  <a:pt x="1708701" y="1619086"/>
                  <a:pt x="1708701" y="1628279"/>
                </a:cubicBezTo>
                <a:cubicBezTo>
                  <a:pt x="1708701" y="1637473"/>
                  <a:pt x="1701835" y="1644455"/>
                  <a:pt x="1692642" y="1644455"/>
                </a:cubicBezTo>
                <a:cubicBezTo>
                  <a:pt x="1684147" y="1644455"/>
                  <a:pt x="1676466" y="1637473"/>
                  <a:pt x="1676466" y="1628279"/>
                </a:cubicBezTo>
                <a:cubicBezTo>
                  <a:pt x="1676466" y="1619086"/>
                  <a:pt x="1684147" y="1612220"/>
                  <a:pt x="1692642" y="1612220"/>
                </a:cubicBezTo>
                <a:close/>
                <a:moveTo>
                  <a:pt x="1628287" y="1612220"/>
                </a:moveTo>
                <a:cubicBezTo>
                  <a:pt x="1636666" y="1612220"/>
                  <a:pt x="1644346" y="1619086"/>
                  <a:pt x="1644346" y="1628279"/>
                </a:cubicBezTo>
                <a:cubicBezTo>
                  <a:pt x="1644346" y="1637473"/>
                  <a:pt x="1636666" y="1644455"/>
                  <a:pt x="1628287" y="1644455"/>
                </a:cubicBezTo>
                <a:cubicBezTo>
                  <a:pt x="1619094" y="1644455"/>
                  <a:pt x="1612228" y="1637473"/>
                  <a:pt x="1612228" y="1628279"/>
                </a:cubicBezTo>
                <a:cubicBezTo>
                  <a:pt x="1612228" y="1619086"/>
                  <a:pt x="1619094" y="1612220"/>
                  <a:pt x="1628287" y="1612220"/>
                </a:cubicBezTo>
                <a:close/>
                <a:moveTo>
                  <a:pt x="1563933" y="1612220"/>
                </a:moveTo>
                <a:cubicBezTo>
                  <a:pt x="1572312" y="1612220"/>
                  <a:pt x="1579993" y="1619086"/>
                  <a:pt x="1579993" y="1628279"/>
                </a:cubicBezTo>
                <a:cubicBezTo>
                  <a:pt x="1579993" y="1637473"/>
                  <a:pt x="1572312" y="1644455"/>
                  <a:pt x="1563933" y="1644455"/>
                </a:cubicBezTo>
                <a:cubicBezTo>
                  <a:pt x="1554740" y="1644455"/>
                  <a:pt x="1547874" y="1637473"/>
                  <a:pt x="1547874" y="1628279"/>
                </a:cubicBezTo>
                <a:cubicBezTo>
                  <a:pt x="1547874" y="1619086"/>
                  <a:pt x="1554740" y="1612220"/>
                  <a:pt x="1563933" y="1612220"/>
                </a:cubicBezTo>
                <a:close/>
                <a:moveTo>
                  <a:pt x="1499579" y="1612220"/>
                </a:moveTo>
                <a:cubicBezTo>
                  <a:pt x="1508074" y="1612220"/>
                  <a:pt x="1514940" y="1619086"/>
                  <a:pt x="1514940" y="1628279"/>
                </a:cubicBezTo>
                <a:cubicBezTo>
                  <a:pt x="1514940" y="1637473"/>
                  <a:pt x="1508074" y="1644455"/>
                  <a:pt x="1499579" y="1644455"/>
                </a:cubicBezTo>
                <a:cubicBezTo>
                  <a:pt x="1490386" y="1644455"/>
                  <a:pt x="1483520" y="1637473"/>
                  <a:pt x="1483520" y="1628279"/>
                </a:cubicBezTo>
                <a:cubicBezTo>
                  <a:pt x="1483520" y="1619086"/>
                  <a:pt x="1490386" y="1612220"/>
                  <a:pt x="1499579" y="1612220"/>
                </a:cubicBezTo>
                <a:close/>
                <a:moveTo>
                  <a:pt x="1434527" y="1612220"/>
                </a:moveTo>
                <a:cubicBezTo>
                  <a:pt x="1443720" y="1612220"/>
                  <a:pt x="1450586" y="1619086"/>
                  <a:pt x="1450586" y="1628279"/>
                </a:cubicBezTo>
                <a:cubicBezTo>
                  <a:pt x="1450586" y="1637473"/>
                  <a:pt x="1443720" y="1644455"/>
                  <a:pt x="1434527" y="1644455"/>
                </a:cubicBezTo>
                <a:cubicBezTo>
                  <a:pt x="1426032" y="1644455"/>
                  <a:pt x="1418351" y="1637473"/>
                  <a:pt x="1418351" y="1628279"/>
                </a:cubicBezTo>
                <a:cubicBezTo>
                  <a:pt x="1418351" y="1619086"/>
                  <a:pt x="1426032" y="1612220"/>
                  <a:pt x="1434527" y="1612220"/>
                </a:cubicBezTo>
                <a:close/>
                <a:moveTo>
                  <a:pt x="1370173" y="1612220"/>
                </a:moveTo>
                <a:cubicBezTo>
                  <a:pt x="1379367" y="1612220"/>
                  <a:pt x="1386233" y="1619086"/>
                  <a:pt x="1386233" y="1628279"/>
                </a:cubicBezTo>
                <a:cubicBezTo>
                  <a:pt x="1386233" y="1637473"/>
                  <a:pt x="1379367" y="1644455"/>
                  <a:pt x="1370173" y="1644455"/>
                </a:cubicBezTo>
                <a:cubicBezTo>
                  <a:pt x="1361678" y="1644455"/>
                  <a:pt x="1354114" y="1637473"/>
                  <a:pt x="1354114" y="1628279"/>
                </a:cubicBezTo>
                <a:cubicBezTo>
                  <a:pt x="1354114" y="1619086"/>
                  <a:pt x="1361678" y="1612220"/>
                  <a:pt x="1370173" y="1612220"/>
                </a:cubicBezTo>
                <a:close/>
                <a:moveTo>
                  <a:pt x="1305819" y="1612220"/>
                </a:moveTo>
                <a:cubicBezTo>
                  <a:pt x="1314198" y="1612220"/>
                  <a:pt x="1321879" y="1619086"/>
                  <a:pt x="1321879" y="1628279"/>
                </a:cubicBezTo>
                <a:cubicBezTo>
                  <a:pt x="1321879" y="1637473"/>
                  <a:pt x="1314198" y="1644455"/>
                  <a:pt x="1305819" y="1644455"/>
                </a:cubicBezTo>
                <a:cubicBezTo>
                  <a:pt x="1296626" y="1644455"/>
                  <a:pt x="1289760" y="1637473"/>
                  <a:pt x="1289760" y="1628279"/>
                </a:cubicBezTo>
                <a:cubicBezTo>
                  <a:pt x="1289760" y="1619086"/>
                  <a:pt x="1296626" y="1612220"/>
                  <a:pt x="1305819" y="1612220"/>
                </a:cubicBezTo>
                <a:close/>
                <a:moveTo>
                  <a:pt x="1241465" y="1612220"/>
                </a:moveTo>
                <a:cubicBezTo>
                  <a:pt x="1249960" y="1612220"/>
                  <a:pt x="1256826" y="1619086"/>
                  <a:pt x="1256826" y="1628279"/>
                </a:cubicBezTo>
                <a:cubicBezTo>
                  <a:pt x="1256826" y="1637473"/>
                  <a:pt x="1249960" y="1644455"/>
                  <a:pt x="1241465" y="1644455"/>
                </a:cubicBezTo>
                <a:cubicBezTo>
                  <a:pt x="1232272" y="1644455"/>
                  <a:pt x="1225406" y="1637473"/>
                  <a:pt x="1225406" y="1628279"/>
                </a:cubicBezTo>
                <a:cubicBezTo>
                  <a:pt x="1225406" y="1619086"/>
                  <a:pt x="1232272" y="1612220"/>
                  <a:pt x="1241465" y="1612220"/>
                </a:cubicBezTo>
                <a:close/>
                <a:moveTo>
                  <a:pt x="1176412" y="1612220"/>
                </a:moveTo>
                <a:cubicBezTo>
                  <a:pt x="1185606" y="1612220"/>
                  <a:pt x="1192472" y="1619086"/>
                  <a:pt x="1192472" y="1628279"/>
                </a:cubicBezTo>
                <a:cubicBezTo>
                  <a:pt x="1192472" y="1637473"/>
                  <a:pt x="1185606" y="1644455"/>
                  <a:pt x="1176412" y="1644455"/>
                </a:cubicBezTo>
                <a:cubicBezTo>
                  <a:pt x="1167917" y="1644455"/>
                  <a:pt x="1161051" y="1637473"/>
                  <a:pt x="1161051" y="1628279"/>
                </a:cubicBezTo>
                <a:cubicBezTo>
                  <a:pt x="1161051" y="1619086"/>
                  <a:pt x="1167917" y="1612220"/>
                  <a:pt x="1176412" y="1612220"/>
                </a:cubicBezTo>
                <a:close/>
                <a:moveTo>
                  <a:pt x="1112058" y="1612220"/>
                </a:moveTo>
                <a:cubicBezTo>
                  <a:pt x="1121251" y="1612220"/>
                  <a:pt x="1128117" y="1619086"/>
                  <a:pt x="1128117" y="1628279"/>
                </a:cubicBezTo>
                <a:cubicBezTo>
                  <a:pt x="1128117" y="1637473"/>
                  <a:pt x="1121251" y="1644455"/>
                  <a:pt x="1112058" y="1644455"/>
                </a:cubicBezTo>
                <a:cubicBezTo>
                  <a:pt x="1103679" y="1644455"/>
                  <a:pt x="1095998" y="1637473"/>
                  <a:pt x="1095998" y="1628279"/>
                </a:cubicBezTo>
                <a:cubicBezTo>
                  <a:pt x="1095998" y="1619086"/>
                  <a:pt x="1103679" y="1612220"/>
                  <a:pt x="1112058" y="1612220"/>
                </a:cubicBezTo>
                <a:close/>
                <a:moveTo>
                  <a:pt x="1047704" y="1612220"/>
                </a:moveTo>
                <a:cubicBezTo>
                  <a:pt x="1056199" y="1612220"/>
                  <a:pt x="1063763" y="1619086"/>
                  <a:pt x="1063763" y="1628279"/>
                </a:cubicBezTo>
                <a:cubicBezTo>
                  <a:pt x="1063763" y="1637473"/>
                  <a:pt x="1056199" y="1644455"/>
                  <a:pt x="1047704" y="1644455"/>
                </a:cubicBezTo>
                <a:cubicBezTo>
                  <a:pt x="1038510" y="1644455"/>
                  <a:pt x="1031644" y="1637473"/>
                  <a:pt x="1031644" y="1628279"/>
                </a:cubicBezTo>
                <a:cubicBezTo>
                  <a:pt x="1031644" y="1619086"/>
                  <a:pt x="1038510" y="1612220"/>
                  <a:pt x="1047704" y="1612220"/>
                </a:cubicBezTo>
                <a:close/>
                <a:moveTo>
                  <a:pt x="3434275" y="1547866"/>
                </a:moveTo>
                <a:cubicBezTo>
                  <a:pt x="3443468" y="1547866"/>
                  <a:pt x="3450334" y="1554848"/>
                  <a:pt x="3450334" y="1564042"/>
                </a:cubicBezTo>
                <a:cubicBezTo>
                  <a:pt x="3450334" y="1572421"/>
                  <a:pt x="3443468" y="1580101"/>
                  <a:pt x="3434275" y="1580101"/>
                </a:cubicBezTo>
                <a:cubicBezTo>
                  <a:pt x="3425780" y="1580101"/>
                  <a:pt x="3418099" y="1572421"/>
                  <a:pt x="3418099" y="1564042"/>
                </a:cubicBezTo>
                <a:cubicBezTo>
                  <a:pt x="3418099" y="1554848"/>
                  <a:pt x="3425780" y="1547866"/>
                  <a:pt x="3434275" y="1547866"/>
                </a:cubicBezTo>
                <a:close/>
                <a:moveTo>
                  <a:pt x="3369921" y="1547866"/>
                </a:moveTo>
                <a:cubicBezTo>
                  <a:pt x="3379115" y="1547866"/>
                  <a:pt x="3385981" y="1554848"/>
                  <a:pt x="3385981" y="1564042"/>
                </a:cubicBezTo>
                <a:cubicBezTo>
                  <a:pt x="3385981" y="1572421"/>
                  <a:pt x="3379115" y="1580101"/>
                  <a:pt x="3369921" y="1580101"/>
                </a:cubicBezTo>
                <a:cubicBezTo>
                  <a:pt x="3361426" y="1580101"/>
                  <a:pt x="3353862" y="1572421"/>
                  <a:pt x="3353862" y="1564042"/>
                </a:cubicBezTo>
                <a:cubicBezTo>
                  <a:pt x="3353862" y="1554848"/>
                  <a:pt x="3361426" y="1547866"/>
                  <a:pt x="3369921" y="1547866"/>
                </a:cubicBezTo>
                <a:close/>
                <a:moveTo>
                  <a:pt x="3305567" y="1547866"/>
                </a:moveTo>
                <a:cubicBezTo>
                  <a:pt x="3313946" y="1547866"/>
                  <a:pt x="3321627" y="1554848"/>
                  <a:pt x="3321627" y="1564042"/>
                </a:cubicBezTo>
                <a:cubicBezTo>
                  <a:pt x="3321627" y="1572421"/>
                  <a:pt x="3313946" y="1580101"/>
                  <a:pt x="3305567" y="1580101"/>
                </a:cubicBezTo>
                <a:cubicBezTo>
                  <a:pt x="3296374" y="1580101"/>
                  <a:pt x="3289508" y="1572421"/>
                  <a:pt x="3289508" y="1564042"/>
                </a:cubicBezTo>
                <a:cubicBezTo>
                  <a:pt x="3289508" y="1554848"/>
                  <a:pt x="3296374" y="1547866"/>
                  <a:pt x="3305567" y="1547866"/>
                </a:cubicBezTo>
                <a:close/>
                <a:moveTo>
                  <a:pt x="3241213" y="1547866"/>
                </a:moveTo>
                <a:cubicBezTo>
                  <a:pt x="3249708" y="1547866"/>
                  <a:pt x="3256574" y="1554848"/>
                  <a:pt x="3256574" y="1564042"/>
                </a:cubicBezTo>
                <a:cubicBezTo>
                  <a:pt x="3256574" y="1572421"/>
                  <a:pt x="3249708" y="1580101"/>
                  <a:pt x="3241213" y="1580101"/>
                </a:cubicBezTo>
                <a:cubicBezTo>
                  <a:pt x="3232020" y="1580101"/>
                  <a:pt x="3225154" y="1572421"/>
                  <a:pt x="3225154" y="1564042"/>
                </a:cubicBezTo>
                <a:cubicBezTo>
                  <a:pt x="3225154" y="1554848"/>
                  <a:pt x="3232020" y="1547866"/>
                  <a:pt x="3241213" y="1547866"/>
                </a:cubicBezTo>
                <a:close/>
                <a:moveTo>
                  <a:pt x="3176161" y="1547866"/>
                </a:moveTo>
                <a:cubicBezTo>
                  <a:pt x="3185354" y="1547866"/>
                  <a:pt x="3192220" y="1554848"/>
                  <a:pt x="3192220" y="1564042"/>
                </a:cubicBezTo>
                <a:cubicBezTo>
                  <a:pt x="3192220" y="1572421"/>
                  <a:pt x="3185354" y="1580101"/>
                  <a:pt x="3176161" y="1580101"/>
                </a:cubicBezTo>
                <a:cubicBezTo>
                  <a:pt x="3167666" y="1580101"/>
                  <a:pt x="3160800" y="1572421"/>
                  <a:pt x="3160102" y="1564042"/>
                </a:cubicBezTo>
                <a:cubicBezTo>
                  <a:pt x="3160102" y="1554848"/>
                  <a:pt x="3167666" y="1547866"/>
                  <a:pt x="3176161" y="1547866"/>
                </a:cubicBezTo>
                <a:close/>
                <a:moveTo>
                  <a:pt x="3111806" y="1547866"/>
                </a:moveTo>
                <a:cubicBezTo>
                  <a:pt x="3121000" y="1547866"/>
                  <a:pt x="3127866" y="1554848"/>
                  <a:pt x="3127866" y="1564042"/>
                </a:cubicBezTo>
                <a:cubicBezTo>
                  <a:pt x="3127866" y="1572421"/>
                  <a:pt x="3121000" y="1580101"/>
                  <a:pt x="3111806" y="1580101"/>
                </a:cubicBezTo>
                <a:cubicBezTo>
                  <a:pt x="3103427" y="1580101"/>
                  <a:pt x="3095747" y="1572421"/>
                  <a:pt x="3095747" y="1564042"/>
                </a:cubicBezTo>
                <a:cubicBezTo>
                  <a:pt x="3095747" y="1554848"/>
                  <a:pt x="3103427" y="1547866"/>
                  <a:pt x="3111806" y="1547866"/>
                </a:cubicBezTo>
                <a:close/>
                <a:moveTo>
                  <a:pt x="3047452" y="1547866"/>
                </a:moveTo>
                <a:cubicBezTo>
                  <a:pt x="3055831" y="1547866"/>
                  <a:pt x="3063512" y="1554848"/>
                  <a:pt x="3063512" y="1564042"/>
                </a:cubicBezTo>
                <a:cubicBezTo>
                  <a:pt x="3063512" y="1572421"/>
                  <a:pt x="3055831" y="1580101"/>
                  <a:pt x="3047452" y="1580101"/>
                </a:cubicBezTo>
                <a:cubicBezTo>
                  <a:pt x="3038259" y="1580101"/>
                  <a:pt x="3031393" y="1572421"/>
                  <a:pt x="3031393" y="1564042"/>
                </a:cubicBezTo>
                <a:cubicBezTo>
                  <a:pt x="3031393" y="1554848"/>
                  <a:pt x="3038259" y="1547866"/>
                  <a:pt x="3047452" y="1547866"/>
                </a:cubicBezTo>
                <a:close/>
                <a:moveTo>
                  <a:pt x="2983099" y="1547866"/>
                </a:moveTo>
                <a:cubicBezTo>
                  <a:pt x="2991594" y="1547866"/>
                  <a:pt x="2999158" y="1554848"/>
                  <a:pt x="2999158" y="1564042"/>
                </a:cubicBezTo>
                <a:cubicBezTo>
                  <a:pt x="2999158" y="1572421"/>
                  <a:pt x="2991594" y="1580101"/>
                  <a:pt x="2983099" y="1580101"/>
                </a:cubicBezTo>
                <a:cubicBezTo>
                  <a:pt x="2973905" y="1580101"/>
                  <a:pt x="2967039" y="1572421"/>
                  <a:pt x="2967039" y="1564042"/>
                </a:cubicBezTo>
                <a:cubicBezTo>
                  <a:pt x="2967039" y="1554848"/>
                  <a:pt x="2973905" y="1547866"/>
                  <a:pt x="2983099" y="1547866"/>
                </a:cubicBezTo>
                <a:close/>
                <a:moveTo>
                  <a:pt x="2918046" y="1547866"/>
                </a:moveTo>
                <a:cubicBezTo>
                  <a:pt x="2927240" y="1547866"/>
                  <a:pt x="2934106" y="1554848"/>
                  <a:pt x="2934106" y="1564042"/>
                </a:cubicBezTo>
                <a:cubicBezTo>
                  <a:pt x="2934106" y="1572421"/>
                  <a:pt x="2927240" y="1580101"/>
                  <a:pt x="2918046" y="1580101"/>
                </a:cubicBezTo>
                <a:cubicBezTo>
                  <a:pt x="2909551" y="1580101"/>
                  <a:pt x="2902685" y="1572421"/>
                  <a:pt x="2902685" y="1564042"/>
                </a:cubicBezTo>
                <a:cubicBezTo>
                  <a:pt x="2902685" y="1554848"/>
                  <a:pt x="2909551" y="1547866"/>
                  <a:pt x="2918046" y="1547866"/>
                </a:cubicBezTo>
                <a:close/>
                <a:moveTo>
                  <a:pt x="2853692" y="1547866"/>
                </a:moveTo>
                <a:cubicBezTo>
                  <a:pt x="2862886" y="1547866"/>
                  <a:pt x="2869752" y="1554848"/>
                  <a:pt x="2869752" y="1564042"/>
                </a:cubicBezTo>
                <a:cubicBezTo>
                  <a:pt x="2869752" y="1572421"/>
                  <a:pt x="2862886" y="1580101"/>
                  <a:pt x="2853692" y="1580101"/>
                </a:cubicBezTo>
                <a:cubicBezTo>
                  <a:pt x="2845313" y="1580101"/>
                  <a:pt x="2837633" y="1572421"/>
                  <a:pt x="2837633" y="1564042"/>
                </a:cubicBezTo>
                <a:cubicBezTo>
                  <a:pt x="2837633" y="1554848"/>
                  <a:pt x="2845313" y="1547866"/>
                  <a:pt x="2853692" y="1547866"/>
                </a:cubicBezTo>
                <a:close/>
                <a:moveTo>
                  <a:pt x="2789338" y="1547866"/>
                </a:moveTo>
                <a:cubicBezTo>
                  <a:pt x="2798532" y="1547866"/>
                  <a:pt x="2805398" y="1554848"/>
                  <a:pt x="2805398" y="1564042"/>
                </a:cubicBezTo>
                <a:cubicBezTo>
                  <a:pt x="2805398" y="1572421"/>
                  <a:pt x="2798532" y="1580101"/>
                  <a:pt x="2789338" y="1580101"/>
                </a:cubicBezTo>
                <a:cubicBezTo>
                  <a:pt x="2780959" y="1580101"/>
                  <a:pt x="2773279" y="1572421"/>
                  <a:pt x="2773279" y="1564042"/>
                </a:cubicBezTo>
                <a:cubicBezTo>
                  <a:pt x="2773279" y="1554848"/>
                  <a:pt x="2780959" y="1547866"/>
                  <a:pt x="2789338" y="1547866"/>
                </a:cubicBezTo>
                <a:close/>
                <a:moveTo>
                  <a:pt x="2724984" y="1547866"/>
                </a:moveTo>
                <a:cubicBezTo>
                  <a:pt x="2733479" y="1547866"/>
                  <a:pt x="2741159" y="1554848"/>
                  <a:pt x="2741159" y="1564042"/>
                </a:cubicBezTo>
                <a:cubicBezTo>
                  <a:pt x="2741159" y="1572421"/>
                  <a:pt x="2733479" y="1580101"/>
                  <a:pt x="2724984" y="1580101"/>
                </a:cubicBezTo>
                <a:cubicBezTo>
                  <a:pt x="2715790" y="1580101"/>
                  <a:pt x="2708924" y="1572421"/>
                  <a:pt x="2708924" y="1564042"/>
                </a:cubicBezTo>
                <a:cubicBezTo>
                  <a:pt x="2708924" y="1554848"/>
                  <a:pt x="2715790" y="1547866"/>
                  <a:pt x="2724984" y="1547866"/>
                </a:cubicBezTo>
                <a:close/>
                <a:moveTo>
                  <a:pt x="2660630" y="1547866"/>
                </a:moveTo>
                <a:cubicBezTo>
                  <a:pt x="2669125" y="1547866"/>
                  <a:pt x="2675991" y="1554848"/>
                  <a:pt x="2675991" y="1564042"/>
                </a:cubicBezTo>
                <a:cubicBezTo>
                  <a:pt x="2675991" y="1572421"/>
                  <a:pt x="2669125" y="1580101"/>
                  <a:pt x="2660630" y="1580101"/>
                </a:cubicBezTo>
                <a:cubicBezTo>
                  <a:pt x="2651553" y="1580101"/>
                  <a:pt x="2644570" y="1572421"/>
                  <a:pt x="2644570" y="1564042"/>
                </a:cubicBezTo>
                <a:cubicBezTo>
                  <a:pt x="2644570" y="1554848"/>
                  <a:pt x="2651553" y="1547866"/>
                  <a:pt x="2660630" y="1547866"/>
                </a:cubicBezTo>
                <a:close/>
                <a:moveTo>
                  <a:pt x="2595577" y="1547866"/>
                </a:moveTo>
                <a:cubicBezTo>
                  <a:pt x="2604771" y="1547866"/>
                  <a:pt x="2611637" y="1554848"/>
                  <a:pt x="2611637" y="1564042"/>
                </a:cubicBezTo>
                <a:cubicBezTo>
                  <a:pt x="2611637" y="1572421"/>
                  <a:pt x="2604771" y="1580101"/>
                  <a:pt x="2595577" y="1580101"/>
                </a:cubicBezTo>
                <a:cubicBezTo>
                  <a:pt x="2587198" y="1580101"/>
                  <a:pt x="2580216" y="1572421"/>
                  <a:pt x="2579518" y="1564042"/>
                </a:cubicBezTo>
                <a:cubicBezTo>
                  <a:pt x="2579518" y="1554848"/>
                  <a:pt x="2587198" y="1547866"/>
                  <a:pt x="2595577" y="1547866"/>
                </a:cubicBezTo>
                <a:close/>
                <a:moveTo>
                  <a:pt x="2531224" y="1547866"/>
                </a:moveTo>
                <a:cubicBezTo>
                  <a:pt x="2539719" y="1547866"/>
                  <a:pt x="2547283" y="1554848"/>
                  <a:pt x="2547283" y="1564042"/>
                </a:cubicBezTo>
                <a:cubicBezTo>
                  <a:pt x="2547283" y="1572421"/>
                  <a:pt x="2539719" y="1580101"/>
                  <a:pt x="2531224" y="1580101"/>
                </a:cubicBezTo>
                <a:cubicBezTo>
                  <a:pt x="2522845" y="1580101"/>
                  <a:pt x="2515164" y="1572421"/>
                  <a:pt x="2515164" y="1564042"/>
                </a:cubicBezTo>
                <a:cubicBezTo>
                  <a:pt x="2515164" y="1554848"/>
                  <a:pt x="2522845" y="1547866"/>
                  <a:pt x="2531224" y="1547866"/>
                </a:cubicBezTo>
                <a:close/>
                <a:moveTo>
                  <a:pt x="2466869" y="1547866"/>
                </a:moveTo>
                <a:cubicBezTo>
                  <a:pt x="2475364" y="1547866"/>
                  <a:pt x="2483044" y="1554848"/>
                  <a:pt x="2483044" y="1564042"/>
                </a:cubicBezTo>
                <a:cubicBezTo>
                  <a:pt x="2483044" y="1572421"/>
                  <a:pt x="2475364" y="1580101"/>
                  <a:pt x="2466869" y="1580101"/>
                </a:cubicBezTo>
                <a:cubicBezTo>
                  <a:pt x="2457675" y="1580101"/>
                  <a:pt x="2450809" y="1572421"/>
                  <a:pt x="2450809" y="1564042"/>
                </a:cubicBezTo>
                <a:cubicBezTo>
                  <a:pt x="2450809" y="1554848"/>
                  <a:pt x="2457675" y="1547866"/>
                  <a:pt x="2466869" y="1547866"/>
                </a:cubicBezTo>
                <a:close/>
                <a:moveTo>
                  <a:pt x="2402631" y="1547866"/>
                </a:moveTo>
                <a:cubicBezTo>
                  <a:pt x="2411010" y="1547866"/>
                  <a:pt x="2418690" y="1554848"/>
                  <a:pt x="2418690" y="1564042"/>
                </a:cubicBezTo>
                <a:cubicBezTo>
                  <a:pt x="2418690" y="1572421"/>
                  <a:pt x="2411010" y="1580101"/>
                  <a:pt x="2402631" y="1580101"/>
                </a:cubicBezTo>
                <a:cubicBezTo>
                  <a:pt x="2393438" y="1580101"/>
                  <a:pt x="2386455" y="1572421"/>
                  <a:pt x="2386455" y="1564042"/>
                </a:cubicBezTo>
                <a:cubicBezTo>
                  <a:pt x="2386455" y="1554848"/>
                  <a:pt x="2393438" y="1547866"/>
                  <a:pt x="2402631" y="1547866"/>
                </a:cubicBezTo>
                <a:close/>
                <a:moveTo>
                  <a:pt x="2337462" y="1547866"/>
                </a:moveTo>
                <a:cubicBezTo>
                  <a:pt x="2346656" y="1547866"/>
                  <a:pt x="2353522" y="1554848"/>
                  <a:pt x="2353522" y="1564042"/>
                </a:cubicBezTo>
                <a:cubicBezTo>
                  <a:pt x="2353522" y="1572421"/>
                  <a:pt x="2346656" y="1580101"/>
                  <a:pt x="2337462" y="1580101"/>
                </a:cubicBezTo>
                <a:cubicBezTo>
                  <a:pt x="2329084" y="1580101"/>
                  <a:pt x="2322218" y="1572421"/>
                  <a:pt x="2322218" y="1564042"/>
                </a:cubicBezTo>
                <a:cubicBezTo>
                  <a:pt x="2322218" y="1554848"/>
                  <a:pt x="2329084" y="1547866"/>
                  <a:pt x="2337462" y="1547866"/>
                </a:cubicBezTo>
                <a:close/>
                <a:moveTo>
                  <a:pt x="2273109" y="1547866"/>
                </a:moveTo>
                <a:cubicBezTo>
                  <a:pt x="2282302" y="1547866"/>
                  <a:pt x="2289284" y="1554848"/>
                  <a:pt x="2289284" y="1564042"/>
                </a:cubicBezTo>
                <a:cubicBezTo>
                  <a:pt x="2289284" y="1572421"/>
                  <a:pt x="2282302" y="1580101"/>
                  <a:pt x="2273109" y="1580101"/>
                </a:cubicBezTo>
                <a:cubicBezTo>
                  <a:pt x="2264730" y="1580101"/>
                  <a:pt x="2257049" y="1572421"/>
                  <a:pt x="2257049" y="1564042"/>
                </a:cubicBezTo>
                <a:cubicBezTo>
                  <a:pt x="2257049" y="1554848"/>
                  <a:pt x="2264730" y="1547866"/>
                  <a:pt x="2273109" y="1547866"/>
                </a:cubicBezTo>
                <a:close/>
                <a:moveTo>
                  <a:pt x="2208755" y="1547866"/>
                </a:moveTo>
                <a:cubicBezTo>
                  <a:pt x="2217948" y="1547866"/>
                  <a:pt x="2224930" y="1554848"/>
                  <a:pt x="2224930" y="1564042"/>
                </a:cubicBezTo>
                <a:cubicBezTo>
                  <a:pt x="2224930" y="1572421"/>
                  <a:pt x="2217948" y="1580101"/>
                  <a:pt x="2208755" y="1580101"/>
                </a:cubicBezTo>
                <a:cubicBezTo>
                  <a:pt x="2199561" y="1580101"/>
                  <a:pt x="2192695" y="1572421"/>
                  <a:pt x="2192695" y="1564042"/>
                </a:cubicBezTo>
                <a:cubicBezTo>
                  <a:pt x="2192695" y="1554848"/>
                  <a:pt x="2200376" y="1547866"/>
                  <a:pt x="2208755" y="1547866"/>
                </a:cubicBezTo>
                <a:close/>
                <a:moveTo>
                  <a:pt x="2144517" y="1547866"/>
                </a:moveTo>
                <a:cubicBezTo>
                  <a:pt x="2152896" y="1547866"/>
                  <a:pt x="2160576" y="1554848"/>
                  <a:pt x="2160576" y="1564042"/>
                </a:cubicBezTo>
                <a:cubicBezTo>
                  <a:pt x="2160576" y="1572421"/>
                  <a:pt x="2152896" y="1580101"/>
                  <a:pt x="2144517" y="1580101"/>
                </a:cubicBezTo>
                <a:cubicBezTo>
                  <a:pt x="2135324" y="1580101"/>
                  <a:pt x="2128341" y="1572421"/>
                  <a:pt x="2128341" y="1564042"/>
                </a:cubicBezTo>
                <a:cubicBezTo>
                  <a:pt x="2128341" y="1554848"/>
                  <a:pt x="2135324" y="1547866"/>
                  <a:pt x="2144517" y="1547866"/>
                </a:cubicBezTo>
                <a:close/>
                <a:moveTo>
                  <a:pt x="2080163" y="1547866"/>
                </a:moveTo>
                <a:cubicBezTo>
                  <a:pt x="2088542" y="1547866"/>
                  <a:pt x="2095408" y="1554848"/>
                  <a:pt x="2095408" y="1564042"/>
                </a:cubicBezTo>
                <a:cubicBezTo>
                  <a:pt x="2095408" y="1572421"/>
                  <a:pt x="2088542" y="1580101"/>
                  <a:pt x="2080163" y="1580101"/>
                </a:cubicBezTo>
                <a:cubicBezTo>
                  <a:pt x="2070970" y="1580101"/>
                  <a:pt x="2064104" y="1572421"/>
                  <a:pt x="2064104" y="1564042"/>
                </a:cubicBezTo>
                <a:cubicBezTo>
                  <a:pt x="2064104" y="1554848"/>
                  <a:pt x="2070970" y="1547866"/>
                  <a:pt x="2080163" y="1547866"/>
                </a:cubicBezTo>
                <a:close/>
                <a:moveTo>
                  <a:pt x="2014994" y="1547866"/>
                </a:moveTo>
                <a:cubicBezTo>
                  <a:pt x="2024187" y="1547866"/>
                  <a:pt x="2031169" y="1554848"/>
                  <a:pt x="2031169" y="1564042"/>
                </a:cubicBezTo>
                <a:cubicBezTo>
                  <a:pt x="2031169" y="1572421"/>
                  <a:pt x="2024187" y="1580101"/>
                  <a:pt x="2014994" y="1580101"/>
                </a:cubicBezTo>
                <a:cubicBezTo>
                  <a:pt x="2006615" y="1580101"/>
                  <a:pt x="1998934" y="1572421"/>
                  <a:pt x="1998934" y="1564042"/>
                </a:cubicBezTo>
                <a:cubicBezTo>
                  <a:pt x="1998934" y="1554848"/>
                  <a:pt x="2006615" y="1547866"/>
                  <a:pt x="2014994" y="1547866"/>
                </a:cubicBezTo>
                <a:close/>
                <a:moveTo>
                  <a:pt x="1950756" y="1547866"/>
                </a:moveTo>
                <a:cubicBezTo>
                  <a:pt x="1959135" y="1547866"/>
                  <a:pt x="1966815" y="1554848"/>
                  <a:pt x="1966815" y="1564042"/>
                </a:cubicBezTo>
                <a:cubicBezTo>
                  <a:pt x="1966815" y="1572421"/>
                  <a:pt x="1959135" y="1580101"/>
                  <a:pt x="1950756" y="1580101"/>
                </a:cubicBezTo>
                <a:cubicBezTo>
                  <a:pt x="1942261" y="1580101"/>
                  <a:pt x="1934580" y="1572421"/>
                  <a:pt x="1934580" y="1564042"/>
                </a:cubicBezTo>
                <a:cubicBezTo>
                  <a:pt x="1934580" y="1554848"/>
                  <a:pt x="1942261" y="1547866"/>
                  <a:pt x="1950756" y="1547866"/>
                </a:cubicBezTo>
                <a:close/>
                <a:moveTo>
                  <a:pt x="1886402" y="1547866"/>
                </a:moveTo>
                <a:cubicBezTo>
                  <a:pt x="1894781" y="1547866"/>
                  <a:pt x="1902461" y="1554848"/>
                  <a:pt x="1902461" y="1564042"/>
                </a:cubicBezTo>
                <a:cubicBezTo>
                  <a:pt x="1902461" y="1572421"/>
                  <a:pt x="1894781" y="1580101"/>
                  <a:pt x="1886402" y="1580101"/>
                </a:cubicBezTo>
                <a:cubicBezTo>
                  <a:pt x="1877209" y="1580101"/>
                  <a:pt x="1870343" y="1572421"/>
                  <a:pt x="1870343" y="1564042"/>
                </a:cubicBezTo>
                <a:cubicBezTo>
                  <a:pt x="1870343" y="1554848"/>
                  <a:pt x="1877209" y="1547866"/>
                  <a:pt x="1886402" y="1547866"/>
                </a:cubicBezTo>
                <a:close/>
                <a:moveTo>
                  <a:pt x="1822048" y="1547866"/>
                </a:moveTo>
                <a:cubicBezTo>
                  <a:pt x="1830427" y="1547866"/>
                  <a:pt x="1838108" y="1554848"/>
                  <a:pt x="1838108" y="1564042"/>
                </a:cubicBezTo>
                <a:cubicBezTo>
                  <a:pt x="1838108" y="1572421"/>
                  <a:pt x="1830427" y="1580101"/>
                  <a:pt x="1822048" y="1580101"/>
                </a:cubicBezTo>
                <a:cubicBezTo>
                  <a:pt x="1812855" y="1580101"/>
                  <a:pt x="1805989" y="1572421"/>
                  <a:pt x="1805989" y="1564042"/>
                </a:cubicBezTo>
                <a:cubicBezTo>
                  <a:pt x="1805989" y="1554848"/>
                  <a:pt x="1812855" y="1547866"/>
                  <a:pt x="1822048" y="1547866"/>
                </a:cubicBezTo>
                <a:close/>
                <a:moveTo>
                  <a:pt x="1756879" y="1547866"/>
                </a:moveTo>
                <a:cubicBezTo>
                  <a:pt x="1766073" y="1547866"/>
                  <a:pt x="1773055" y="1554848"/>
                  <a:pt x="1773055" y="1564042"/>
                </a:cubicBezTo>
                <a:cubicBezTo>
                  <a:pt x="1773055" y="1572421"/>
                  <a:pt x="1766073" y="1580101"/>
                  <a:pt x="1756879" y="1580101"/>
                </a:cubicBezTo>
                <a:cubicBezTo>
                  <a:pt x="1748501" y="1580101"/>
                  <a:pt x="1741635" y="1572421"/>
                  <a:pt x="1741635" y="1564042"/>
                </a:cubicBezTo>
                <a:cubicBezTo>
                  <a:pt x="1741635" y="1554848"/>
                  <a:pt x="1748501" y="1547866"/>
                  <a:pt x="1756879" y="1547866"/>
                </a:cubicBezTo>
                <a:close/>
                <a:moveTo>
                  <a:pt x="1692642" y="1547866"/>
                </a:moveTo>
                <a:cubicBezTo>
                  <a:pt x="1701835" y="1547866"/>
                  <a:pt x="1708701" y="1554848"/>
                  <a:pt x="1708701" y="1564042"/>
                </a:cubicBezTo>
                <a:cubicBezTo>
                  <a:pt x="1708701" y="1572421"/>
                  <a:pt x="1701835" y="1580101"/>
                  <a:pt x="1692642" y="1580101"/>
                </a:cubicBezTo>
                <a:cubicBezTo>
                  <a:pt x="1684147" y="1580101"/>
                  <a:pt x="1676466" y="1572421"/>
                  <a:pt x="1676466" y="1564042"/>
                </a:cubicBezTo>
                <a:cubicBezTo>
                  <a:pt x="1676466" y="1554848"/>
                  <a:pt x="1684147" y="1547866"/>
                  <a:pt x="1692642" y="1547866"/>
                </a:cubicBezTo>
                <a:close/>
                <a:moveTo>
                  <a:pt x="1628287" y="1547866"/>
                </a:moveTo>
                <a:cubicBezTo>
                  <a:pt x="1636666" y="1547866"/>
                  <a:pt x="1644346" y="1554848"/>
                  <a:pt x="1644346" y="1564042"/>
                </a:cubicBezTo>
                <a:cubicBezTo>
                  <a:pt x="1644346" y="1572421"/>
                  <a:pt x="1636666" y="1580101"/>
                  <a:pt x="1628287" y="1580101"/>
                </a:cubicBezTo>
                <a:cubicBezTo>
                  <a:pt x="1619094" y="1580101"/>
                  <a:pt x="1612228" y="1572421"/>
                  <a:pt x="1612228" y="1564042"/>
                </a:cubicBezTo>
                <a:cubicBezTo>
                  <a:pt x="1612228" y="1554848"/>
                  <a:pt x="1619094" y="1547866"/>
                  <a:pt x="1628287" y="1547866"/>
                </a:cubicBezTo>
                <a:close/>
                <a:moveTo>
                  <a:pt x="1563933" y="1547866"/>
                </a:moveTo>
                <a:cubicBezTo>
                  <a:pt x="1572312" y="1547866"/>
                  <a:pt x="1579993" y="1554848"/>
                  <a:pt x="1579993" y="1564042"/>
                </a:cubicBezTo>
                <a:cubicBezTo>
                  <a:pt x="1579993" y="1572421"/>
                  <a:pt x="1572312" y="1580101"/>
                  <a:pt x="1563933" y="1580101"/>
                </a:cubicBezTo>
                <a:cubicBezTo>
                  <a:pt x="1554740" y="1580101"/>
                  <a:pt x="1547874" y="1572421"/>
                  <a:pt x="1547874" y="1564042"/>
                </a:cubicBezTo>
                <a:cubicBezTo>
                  <a:pt x="1547874" y="1554848"/>
                  <a:pt x="1554740" y="1547866"/>
                  <a:pt x="1563933" y="1547866"/>
                </a:cubicBezTo>
                <a:close/>
                <a:moveTo>
                  <a:pt x="1499579" y="1547866"/>
                </a:moveTo>
                <a:cubicBezTo>
                  <a:pt x="1508074" y="1547866"/>
                  <a:pt x="1514940" y="1554848"/>
                  <a:pt x="1514940" y="1564042"/>
                </a:cubicBezTo>
                <a:cubicBezTo>
                  <a:pt x="1514940" y="1572421"/>
                  <a:pt x="1508074" y="1580101"/>
                  <a:pt x="1499579" y="1580101"/>
                </a:cubicBezTo>
                <a:cubicBezTo>
                  <a:pt x="1490386" y="1580101"/>
                  <a:pt x="1483520" y="1572421"/>
                  <a:pt x="1483520" y="1564042"/>
                </a:cubicBezTo>
                <a:cubicBezTo>
                  <a:pt x="1483520" y="1554848"/>
                  <a:pt x="1490386" y="1547866"/>
                  <a:pt x="1499579" y="1547866"/>
                </a:cubicBezTo>
                <a:close/>
                <a:moveTo>
                  <a:pt x="1434527" y="1547866"/>
                </a:moveTo>
                <a:cubicBezTo>
                  <a:pt x="1443720" y="1547866"/>
                  <a:pt x="1450586" y="1554848"/>
                  <a:pt x="1450586" y="1564042"/>
                </a:cubicBezTo>
                <a:cubicBezTo>
                  <a:pt x="1450586" y="1572421"/>
                  <a:pt x="1443720" y="1580101"/>
                  <a:pt x="1434527" y="1580101"/>
                </a:cubicBezTo>
                <a:cubicBezTo>
                  <a:pt x="1426032" y="1580101"/>
                  <a:pt x="1418351" y="1572421"/>
                  <a:pt x="1418351" y="1564042"/>
                </a:cubicBezTo>
                <a:cubicBezTo>
                  <a:pt x="1418351" y="1554848"/>
                  <a:pt x="1426032" y="1547866"/>
                  <a:pt x="1434527" y="1547866"/>
                </a:cubicBezTo>
                <a:close/>
                <a:moveTo>
                  <a:pt x="1370173" y="1547866"/>
                </a:moveTo>
                <a:cubicBezTo>
                  <a:pt x="1379367" y="1547866"/>
                  <a:pt x="1386233" y="1554848"/>
                  <a:pt x="1386233" y="1564042"/>
                </a:cubicBezTo>
                <a:cubicBezTo>
                  <a:pt x="1386233" y="1572421"/>
                  <a:pt x="1379367" y="1580101"/>
                  <a:pt x="1370173" y="1580101"/>
                </a:cubicBezTo>
                <a:cubicBezTo>
                  <a:pt x="1361678" y="1580101"/>
                  <a:pt x="1354114" y="1572421"/>
                  <a:pt x="1354114" y="1564042"/>
                </a:cubicBezTo>
                <a:cubicBezTo>
                  <a:pt x="1354114" y="1554848"/>
                  <a:pt x="1361678" y="1547866"/>
                  <a:pt x="1370173" y="1547866"/>
                </a:cubicBezTo>
                <a:close/>
                <a:moveTo>
                  <a:pt x="1305819" y="1547866"/>
                </a:moveTo>
                <a:cubicBezTo>
                  <a:pt x="1314198" y="1547866"/>
                  <a:pt x="1321879" y="1554848"/>
                  <a:pt x="1321879" y="1564042"/>
                </a:cubicBezTo>
                <a:cubicBezTo>
                  <a:pt x="1321879" y="1572421"/>
                  <a:pt x="1314198" y="1580101"/>
                  <a:pt x="1305819" y="1580101"/>
                </a:cubicBezTo>
                <a:cubicBezTo>
                  <a:pt x="1296626" y="1580101"/>
                  <a:pt x="1289760" y="1572421"/>
                  <a:pt x="1289760" y="1564042"/>
                </a:cubicBezTo>
                <a:cubicBezTo>
                  <a:pt x="1289760" y="1554848"/>
                  <a:pt x="1296626" y="1547866"/>
                  <a:pt x="1305819" y="1547866"/>
                </a:cubicBezTo>
                <a:close/>
                <a:moveTo>
                  <a:pt x="1241465" y="1547866"/>
                </a:moveTo>
                <a:cubicBezTo>
                  <a:pt x="1249960" y="1547866"/>
                  <a:pt x="1256826" y="1554848"/>
                  <a:pt x="1256826" y="1564042"/>
                </a:cubicBezTo>
                <a:cubicBezTo>
                  <a:pt x="1256826" y="1572421"/>
                  <a:pt x="1249960" y="1580101"/>
                  <a:pt x="1241465" y="1580101"/>
                </a:cubicBezTo>
                <a:cubicBezTo>
                  <a:pt x="1232272" y="1580101"/>
                  <a:pt x="1225406" y="1572421"/>
                  <a:pt x="1225406" y="1564042"/>
                </a:cubicBezTo>
                <a:cubicBezTo>
                  <a:pt x="1225406" y="1554848"/>
                  <a:pt x="1232272" y="1547866"/>
                  <a:pt x="1241465" y="1547866"/>
                </a:cubicBezTo>
                <a:close/>
                <a:moveTo>
                  <a:pt x="1176412" y="1547866"/>
                </a:moveTo>
                <a:cubicBezTo>
                  <a:pt x="1185606" y="1547866"/>
                  <a:pt x="1192472" y="1554848"/>
                  <a:pt x="1192472" y="1564042"/>
                </a:cubicBezTo>
                <a:cubicBezTo>
                  <a:pt x="1192472" y="1572421"/>
                  <a:pt x="1185606" y="1580101"/>
                  <a:pt x="1176412" y="1580101"/>
                </a:cubicBezTo>
                <a:cubicBezTo>
                  <a:pt x="1167917" y="1580101"/>
                  <a:pt x="1161051" y="1572421"/>
                  <a:pt x="1161051" y="1564042"/>
                </a:cubicBezTo>
                <a:cubicBezTo>
                  <a:pt x="1161051" y="1554848"/>
                  <a:pt x="1167917" y="1547866"/>
                  <a:pt x="1176412" y="1547866"/>
                </a:cubicBezTo>
                <a:close/>
                <a:moveTo>
                  <a:pt x="1112058" y="1547866"/>
                </a:moveTo>
                <a:cubicBezTo>
                  <a:pt x="1121251" y="1547866"/>
                  <a:pt x="1128117" y="1554848"/>
                  <a:pt x="1128117" y="1564042"/>
                </a:cubicBezTo>
                <a:cubicBezTo>
                  <a:pt x="1128117" y="1572421"/>
                  <a:pt x="1121251" y="1580101"/>
                  <a:pt x="1112058" y="1580101"/>
                </a:cubicBezTo>
                <a:cubicBezTo>
                  <a:pt x="1103679" y="1580101"/>
                  <a:pt x="1095998" y="1572421"/>
                  <a:pt x="1095998" y="1564042"/>
                </a:cubicBezTo>
                <a:cubicBezTo>
                  <a:pt x="1095998" y="1554848"/>
                  <a:pt x="1103679" y="1547866"/>
                  <a:pt x="1112058" y="1547866"/>
                </a:cubicBezTo>
                <a:close/>
                <a:moveTo>
                  <a:pt x="1047704" y="1547866"/>
                </a:moveTo>
                <a:cubicBezTo>
                  <a:pt x="1056199" y="1547866"/>
                  <a:pt x="1063763" y="1554848"/>
                  <a:pt x="1063763" y="1564042"/>
                </a:cubicBezTo>
                <a:cubicBezTo>
                  <a:pt x="1063763" y="1572421"/>
                  <a:pt x="1056199" y="1580101"/>
                  <a:pt x="1047704" y="1580101"/>
                </a:cubicBezTo>
                <a:cubicBezTo>
                  <a:pt x="1038510" y="1580101"/>
                  <a:pt x="1031644" y="1572421"/>
                  <a:pt x="1031644" y="1564042"/>
                </a:cubicBezTo>
                <a:cubicBezTo>
                  <a:pt x="1031644" y="1554848"/>
                  <a:pt x="1038510" y="1547866"/>
                  <a:pt x="1047704" y="1547866"/>
                </a:cubicBezTo>
                <a:close/>
                <a:moveTo>
                  <a:pt x="983349" y="1547866"/>
                </a:moveTo>
                <a:cubicBezTo>
                  <a:pt x="991844" y="1547866"/>
                  <a:pt x="999408" y="1554848"/>
                  <a:pt x="999408" y="1564042"/>
                </a:cubicBezTo>
                <a:cubicBezTo>
                  <a:pt x="999408" y="1572421"/>
                  <a:pt x="991844" y="1580101"/>
                  <a:pt x="983349" y="1580101"/>
                </a:cubicBezTo>
                <a:cubicBezTo>
                  <a:pt x="974156" y="1580101"/>
                  <a:pt x="967290" y="1572421"/>
                  <a:pt x="967290" y="1564042"/>
                </a:cubicBezTo>
                <a:cubicBezTo>
                  <a:pt x="967290" y="1554848"/>
                  <a:pt x="974156" y="1547866"/>
                  <a:pt x="983349" y="1547866"/>
                </a:cubicBezTo>
                <a:close/>
                <a:moveTo>
                  <a:pt x="918995" y="1547866"/>
                </a:moveTo>
                <a:cubicBezTo>
                  <a:pt x="927490" y="1547866"/>
                  <a:pt x="934356" y="1554848"/>
                  <a:pt x="934356" y="1564042"/>
                </a:cubicBezTo>
                <a:cubicBezTo>
                  <a:pt x="934356" y="1572421"/>
                  <a:pt x="927490" y="1580101"/>
                  <a:pt x="918995" y="1580101"/>
                </a:cubicBezTo>
                <a:cubicBezTo>
                  <a:pt x="909802" y="1580101"/>
                  <a:pt x="902936" y="1572421"/>
                  <a:pt x="902936" y="1564042"/>
                </a:cubicBezTo>
                <a:cubicBezTo>
                  <a:pt x="902936" y="1554848"/>
                  <a:pt x="909802" y="1547866"/>
                  <a:pt x="918995" y="1547866"/>
                </a:cubicBezTo>
                <a:close/>
                <a:moveTo>
                  <a:pt x="3498629" y="1483512"/>
                </a:moveTo>
                <a:cubicBezTo>
                  <a:pt x="3507706" y="1483512"/>
                  <a:pt x="3514688" y="1490494"/>
                  <a:pt x="3514688" y="1498873"/>
                </a:cubicBezTo>
                <a:cubicBezTo>
                  <a:pt x="3514688" y="1508067"/>
                  <a:pt x="3507706" y="1514933"/>
                  <a:pt x="3498629" y="1514933"/>
                </a:cubicBezTo>
                <a:cubicBezTo>
                  <a:pt x="3490133" y="1514933"/>
                  <a:pt x="3483267" y="1508067"/>
                  <a:pt x="3483267" y="1498873"/>
                </a:cubicBezTo>
                <a:cubicBezTo>
                  <a:pt x="3483267" y="1490494"/>
                  <a:pt x="3490133" y="1483512"/>
                  <a:pt x="3498629" y="1483512"/>
                </a:cubicBezTo>
                <a:close/>
                <a:moveTo>
                  <a:pt x="3434275" y="1483512"/>
                </a:moveTo>
                <a:cubicBezTo>
                  <a:pt x="3443468" y="1483512"/>
                  <a:pt x="3450334" y="1490494"/>
                  <a:pt x="3450334" y="1498873"/>
                </a:cubicBezTo>
                <a:cubicBezTo>
                  <a:pt x="3450334" y="1508067"/>
                  <a:pt x="3443468" y="1514933"/>
                  <a:pt x="3434275" y="1514933"/>
                </a:cubicBezTo>
                <a:cubicBezTo>
                  <a:pt x="3425780" y="1514933"/>
                  <a:pt x="3418099" y="1508067"/>
                  <a:pt x="3418099" y="1498873"/>
                </a:cubicBezTo>
                <a:cubicBezTo>
                  <a:pt x="3418099" y="1490494"/>
                  <a:pt x="3425780" y="1483512"/>
                  <a:pt x="3434275" y="1483512"/>
                </a:cubicBezTo>
                <a:close/>
                <a:moveTo>
                  <a:pt x="3369921" y="1483512"/>
                </a:moveTo>
                <a:cubicBezTo>
                  <a:pt x="3379115" y="1483512"/>
                  <a:pt x="3385981" y="1490494"/>
                  <a:pt x="3385981" y="1498873"/>
                </a:cubicBezTo>
                <a:cubicBezTo>
                  <a:pt x="3385981" y="1508067"/>
                  <a:pt x="3379115" y="1514933"/>
                  <a:pt x="3369921" y="1514933"/>
                </a:cubicBezTo>
                <a:cubicBezTo>
                  <a:pt x="3361426" y="1514933"/>
                  <a:pt x="3353862" y="1508067"/>
                  <a:pt x="3353862" y="1498873"/>
                </a:cubicBezTo>
                <a:cubicBezTo>
                  <a:pt x="3353862" y="1490494"/>
                  <a:pt x="3361426" y="1483512"/>
                  <a:pt x="3369921" y="1483512"/>
                </a:cubicBezTo>
                <a:close/>
                <a:moveTo>
                  <a:pt x="3305567" y="1483512"/>
                </a:moveTo>
                <a:cubicBezTo>
                  <a:pt x="3313946" y="1483512"/>
                  <a:pt x="3321627" y="1490494"/>
                  <a:pt x="3321627" y="1498873"/>
                </a:cubicBezTo>
                <a:cubicBezTo>
                  <a:pt x="3321627" y="1508067"/>
                  <a:pt x="3313946" y="1514933"/>
                  <a:pt x="3305567" y="1514933"/>
                </a:cubicBezTo>
                <a:cubicBezTo>
                  <a:pt x="3296374" y="1514933"/>
                  <a:pt x="3289508" y="1508067"/>
                  <a:pt x="3289508" y="1498873"/>
                </a:cubicBezTo>
                <a:cubicBezTo>
                  <a:pt x="3289508" y="1490494"/>
                  <a:pt x="3296374" y="1483512"/>
                  <a:pt x="3305567" y="1483512"/>
                </a:cubicBezTo>
                <a:close/>
                <a:moveTo>
                  <a:pt x="3241213" y="1483512"/>
                </a:moveTo>
                <a:cubicBezTo>
                  <a:pt x="3249708" y="1483512"/>
                  <a:pt x="3256574" y="1490494"/>
                  <a:pt x="3256574" y="1498873"/>
                </a:cubicBezTo>
                <a:cubicBezTo>
                  <a:pt x="3256574" y="1508067"/>
                  <a:pt x="3249708" y="1514933"/>
                  <a:pt x="3241213" y="1514933"/>
                </a:cubicBezTo>
                <a:cubicBezTo>
                  <a:pt x="3232020" y="1514933"/>
                  <a:pt x="3225154" y="1508067"/>
                  <a:pt x="3225154" y="1498873"/>
                </a:cubicBezTo>
                <a:cubicBezTo>
                  <a:pt x="3225154" y="1490494"/>
                  <a:pt x="3232020" y="1483512"/>
                  <a:pt x="3241213" y="1483512"/>
                </a:cubicBezTo>
                <a:close/>
                <a:moveTo>
                  <a:pt x="3176161" y="1483512"/>
                </a:moveTo>
                <a:cubicBezTo>
                  <a:pt x="3185354" y="1483512"/>
                  <a:pt x="3192220" y="1490494"/>
                  <a:pt x="3192220" y="1498873"/>
                </a:cubicBezTo>
                <a:cubicBezTo>
                  <a:pt x="3192220" y="1508067"/>
                  <a:pt x="3185354" y="1514933"/>
                  <a:pt x="3176161" y="1514933"/>
                </a:cubicBezTo>
                <a:cubicBezTo>
                  <a:pt x="3167666" y="1514933"/>
                  <a:pt x="3160800" y="1508067"/>
                  <a:pt x="3160102" y="1498873"/>
                </a:cubicBezTo>
                <a:cubicBezTo>
                  <a:pt x="3160102" y="1490494"/>
                  <a:pt x="3167666" y="1483512"/>
                  <a:pt x="3176161" y="1483512"/>
                </a:cubicBezTo>
                <a:close/>
                <a:moveTo>
                  <a:pt x="3111806" y="1483512"/>
                </a:moveTo>
                <a:cubicBezTo>
                  <a:pt x="3121000" y="1483512"/>
                  <a:pt x="3127866" y="1490494"/>
                  <a:pt x="3127866" y="1498873"/>
                </a:cubicBezTo>
                <a:cubicBezTo>
                  <a:pt x="3127866" y="1508067"/>
                  <a:pt x="3121000" y="1514933"/>
                  <a:pt x="3111806" y="1514933"/>
                </a:cubicBezTo>
                <a:cubicBezTo>
                  <a:pt x="3103427" y="1514933"/>
                  <a:pt x="3095747" y="1508067"/>
                  <a:pt x="3095747" y="1498873"/>
                </a:cubicBezTo>
                <a:cubicBezTo>
                  <a:pt x="3095747" y="1490494"/>
                  <a:pt x="3103427" y="1483512"/>
                  <a:pt x="3111806" y="1483512"/>
                </a:cubicBezTo>
                <a:close/>
                <a:moveTo>
                  <a:pt x="3047452" y="1483512"/>
                </a:moveTo>
                <a:cubicBezTo>
                  <a:pt x="3055831" y="1483512"/>
                  <a:pt x="3063512" y="1490494"/>
                  <a:pt x="3063512" y="1498873"/>
                </a:cubicBezTo>
                <a:cubicBezTo>
                  <a:pt x="3063512" y="1508067"/>
                  <a:pt x="3055831" y="1514933"/>
                  <a:pt x="3047452" y="1514933"/>
                </a:cubicBezTo>
                <a:cubicBezTo>
                  <a:pt x="3038259" y="1514933"/>
                  <a:pt x="3031393" y="1508067"/>
                  <a:pt x="3031393" y="1498873"/>
                </a:cubicBezTo>
                <a:cubicBezTo>
                  <a:pt x="3031393" y="1490494"/>
                  <a:pt x="3038259" y="1483512"/>
                  <a:pt x="3047452" y="1483512"/>
                </a:cubicBezTo>
                <a:close/>
                <a:moveTo>
                  <a:pt x="2983099" y="1483512"/>
                </a:moveTo>
                <a:cubicBezTo>
                  <a:pt x="2991594" y="1483512"/>
                  <a:pt x="2999158" y="1490494"/>
                  <a:pt x="2999158" y="1498873"/>
                </a:cubicBezTo>
                <a:cubicBezTo>
                  <a:pt x="2999158" y="1508067"/>
                  <a:pt x="2991594" y="1514933"/>
                  <a:pt x="2983099" y="1514933"/>
                </a:cubicBezTo>
                <a:cubicBezTo>
                  <a:pt x="2973905" y="1514933"/>
                  <a:pt x="2967039" y="1508067"/>
                  <a:pt x="2967039" y="1498873"/>
                </a:cubicBezTo>
                <a:cubicBezTo>
                  <a:pt x="2967039" y="1490494"/>
                  <a:pt x="2973905" y="1483512"/>
                  <a:pt x="2983099" y="1483512"/>
                </a:cubicBezTo>
                <a:close/>
                <a:moveTo>
                  <a:pt x="2918046" y="1483512"/>
                </a:moveTo>
                <a:cubicBezTo>
                  <a:pt x="2927240" y="1483512"/>
                  <a:pt x="2934106" y="1490494"/>
                  <a:pt x="2934106" y="1498873"/>
                </a:cubicBezTo>
                <a:cubicBezTo>
                  <a:pt x="2934106" y="1508067"/>
                  <a:pt x="2927240" y="1514933"/>
                  <a:pt x="2918046" y="1514933"/>
                </a:cubicBezTo>
                <a:cubicBezTo>
                  <a:pt x="2909551" y="1514933"/>
                  <a:pt x="2902685" y="1508067"/>
                  <a:pt x="2902685" y="1498873"/>
                </a:cubicBezTo>
                <a:cubicBezTo>
                  <a:pt x="2902685" y="1490494"/>
                  <a:pt x="2909551" y="1483512"/>
                  <a:pt x="2918046" y="1483512"/>
                </a:cubicBezTo>
                <a:close/>
                <a:moveTo>
                  <a:pt x="2853692" y="1483512"/>
                </a:moveTo>
                <a:cubicBezTo>
                  <a:pt x="2862886" y="1483512"/>
                  <a:pt x="2869752" y="1490494"/>
                  <a:pt x="2869752" y="1498873"/>
                </a:cubicBezTo>
                <a:cubicBezTo>
                  <a:pt x="2869752" y="1508067"/>
                  <a:pt x="2862886" y="1514933"/>
                  <a:pt x="2853692" y="1514933"/>
                </a:cubicBezTo>
                <a:cubicBezTo>
                  <a:pt x="2845313" y="1514933"/>
                  <a:pt x="2837633" y="1508067"/>
                  <a:pt x="2837633" y="1498873"/>
                </a:cubicBezTo>
                <a:cubicBezTo>
                  <a:pt x="2837633" y="1490494"/>
                  <a:pt x="2845313" y="1483512"/>
                  <a:pt x="2853692" y="1483512"/>
                </a:cubicBezTo>
                <a:close/>
                <a:moveTo>
                  <a:pt x="2789338" y="1483512"/>
                </a:moveTo>
                <a:cubicBezTo>
                  <a:pt x="2798532" y="1483512"/>
                  <a:pt x="2805398" y="1490494"/>
                  <a:pt x="2805398" y="1498873"/>
                </a:cubicBezTo>
                <a:cubicBezTo>
                  <a:pt x="2805398" y="1508067"/>
                  <a:pt x="2798532" y="1514933"/>
                  <a:pt x="2789338" y="1514933"/>
                </a:cubicBezTo>
                <a:cubicBezTo>
                  <a:pt x="2780959" y="1514933"/>
                  <a:pt x="2773279" y="1508067"/>
                  <a:pt x="2773279" y="1498873"/>
                </a:cubicBezTo>
                <a:cubicBezTo>
                  <a:pt x="2773279" y="1490494"/>
                  <a:pt x="2780959" y="1483512"/>
                  <a:pt x="2789338" y="1483512"/>
                </a:cubicBezTo>
                <a:close/>
                <a:moveTo>
                  <a:pt x="2724984" y="1483512"/>
                </a:moveTo>
                <a:cubicBezTo>
                  <a:pt x="2733479" y="1483512"/>
                  <a:pt x="2741159" y="1490494"/>
                  <a:pt x="2741159" y="1498873"/>
                </a:cubicBezTo>
                <a:cubicBezTo>
                  <a:pt x="2741159" y="1508067"/>
                  <a:pt x="2733479" y="1514933"/>
                  <a:pt x="2724984" y="1514933"/>
                </a:cubicBezTo>
                <a:cubicBezTo>
                  <a:pt x="2715790" y="1514933"/>
                  <a:pt x="2708924" y="1508067"/>
                  <a:pt x="2708924" y="1498873"/>
                </a:cubicBezTo>
                <a:cubicBezTo>
                  <a:pt x="2708924" y="1490494"/>
                  <a:pt x="2715790" y="1483512"/>
                  <a:pt x="2724984" y="1483512"/>
                </a:cubicBezTo>
                <a:close/>
                <a:moveTo>
                  <a:pt x="2660630" y="1483512"/>
                </a:moveTo>
                <a:cubicBezTo>
                  <a:pt x="2669125" y="1483512"/>
                  <a:pt x="2675991" y="1490494"/>
                  <a:pt x="2675991" y="1498873"/>
                </a:cubicBezTo>
                <a:cubicBezTo>
                  <a:pt x="2675991" y="1508067"/>
                  <a:pt x="2669125" y="1514933"/>
                  <a:pt x="2660630" y="1514933"/>
                </a:cubicBezTo>
                <a:cubicBezTo>
                  <a:pt x="2651553" y="1514933"/>
                  <a:pt x="2644570" y="1508067"/>
                  <a:pt x="2644570" y="1498873"/>
                </a:cubicBezTo>
                <a:cubicBezTo>
                  <a:pt x="2644570" y="1490494"/>
                  <a:pt x="2651553" y="1483512"/>
                  <a:pt x="2660630" y="1483512"/>
                </a:cubicBezTo>
                <a:close/>
                <a:moveTo>
                  <a:pt x="2595577" y="1483512"/>
                </a:moveTo>
                <a:cubicBezTo>
                  <a:pt x="2604771" y="1483512"/>
                  <a:pt x="2611637" y="1490494"/>
                  <a:pt x="2611637" y="1498873"/>
                </a:cubicBezTo>
                <a:cubicBezTo>
                  <a:pt x="2611637" y="1508067"/>
                  <a:pt x="2604771" y="1514933"/>
                  <a:pt x="2595577" y="1514933"/>
                </a:cubicBezTo>
                <a:cubicBezTo>
                  <a:pt x="2587198" y="1514933"/>
                  <a:pt x="2580216" y="1508067"/>
                  <a:pt x="2579518" y="1498873"/>
                </a:cubicBezTo>
                <a:cubicBezTo>
                  <a:pt x="2579518" y="1490494"/>
                  <a:pt x="2587198" y="1483512"/>
                  <a:pt x="2595577" y="1483512"/>
                </a:cubicBezTo>
                <a:close/>
                <a:moveTo>
                  <a:pt x="2531224" y="1483512"/>
                </a:moveTo>
                <a:cubicBezTo>
                  <a:pt x="2539719" y="1483512"/>
                  <a:pt x="2547283" y="1490494"/>
                  <a:pt x="2547283" y="1498873"/>
                </a:cubicBezTo>
                <a:cubicBezTo>
                  <a:pt x="2547283" y="1508067"/>
                  <a:pt x="2539719" y="1514933"/>
                  <a:pt x="2531224" y="1514933"/>
                </a:cubicBezTo>
                <a:cubicBezTo>
                  <a:pt x="2522845" y="1514933"/>
                  <a:pt x="2515164" y="1508067"/>
                  <a:pt x="2515164" y="1498873"/>
                </a:cubicBezTo>
                <a:cubicBezTo>
                  <a:pt x="2515164" y="1490494"/>
                  <a:pt x="2522845" y="1483512"/>
                  <a:pt x="2531224" y="1483512"/>
                </a:cubicBezTo>
                <a:close/>
                <a:moveTo>
                  <a:pt x="2466869" y="1483512"/>
                </a:moveTo>
                <a:cubicBezTo>
                  <a:pt x="2475364" y="1483512"/>
                  <a:pt x="2483044" y="1490494"/>
                  <a:pt x="2483044" y="1498873"/>
                </a:cubicBezTo>
                <a:cubicBezTo>
                  <a:pt x="2483044" y="1508067"/>
                  <a:pt x="2475364" y="1514933"/>
                  <a:pt x="2466869" y="1514933"/>
                </a:cubicBezTo>
                <a:cubicBezTo>
                  <a:pt x="2457675" y="1514933"/>
                  <a:pt x="2450809" y="1508067"/>
                  <a:pt x="2450809" y="1498873"/>
                </a:cubicBezTo>
                <a:cubicBezTo>
                  <a:pt x="2450809" y="1490494"/>
                  <a:pt x="2457675" y="1483512"/>
                  <a:pt x="2466869" y="1483512"/>
                </a:cubicBezTo>
                <a:close/>
                <a:moveTo>
                  <a:pt x="2402631" y="1483512"/>
                </a:moveTo>
                <a:cubicBezTo>
                  <a:pt x="2411010" y="1483512"/>
                  <a:pt x="2418690" y="1490494"/>
                  <a:pt x="2418690" y="1498873"/>
                </a:cubicBezTo>
                <a:cubicBezTo>
                  <a:pt x="2418690" y="1508067"/>
                  <a:pt x="2411010" y="1514933"/>
                  <a:pt x="2402631" y="1514933"/>
                </a:cubicBezTo>
                <a:cubicBezTo>
                  <a:pt x="2393438" y="1514933"/>
                  <a:pt x="2386455" y="1508067"/>
                  <a:pt x="2386455" y="1498873"/>
                </a:cubicBezTo>
                <a:cubicBezTo>
                  <a:pt x="2386455" y="1490494"/>
                  <a:pt x="2393438" y="1483512"/>
                  <a:pt x="2402631" y="1483512"/>
                </a:cubicBezTo>
                <a:close/>
                <a:moveTo>
                  <a:pt x="2337462" y="1483512"/>
                </a:moveTo>
                <a:cubicBezTo>
                  <a:pt x="2346656" y="1483512"/>
                  <a:pt x="2353522" y="1490494"/>
                  <a:pt x="2353522" y="1498873"/>
                </a:cubicBezTo>
                <a:cubicBezTo>
                  <a:pt x="2353522" y="1508067"/>
                  <a:pt x="2346656" y="1514933"/>
                  <a:pt x="2337462" y="1514933"/>
                </a:cubicBezTo>
                <a:cubicBezTo>
                  <a:pt x="2329084" y="1514933"/>
                  <a:pt x="2322218" y="1508067"/>
                  <a:pt x="2322218" y="1498873"/>
                </a:cubicBezTo>
                <a:cubicBezTo>
                  <a:pt x="2322218" y="1490494"/>
                  <a:pt x="2329084" y="1483512"/>
                  <a:pt x="2337462" y="1483512"/>
                </a:cubicBezTo>
                <a:close/>
                <a:moveTo>
                  <a:pt x="2273109" y="1483512"/>
                </a:moveTo>
                <a:cubicBezTo>
                  <a:pt x="2282302" y="1483512"/>
                  <a:pt x="2289284" y="1490494"/>
                  <a:pt x="2289284" y="1498873"/>
                </a:cubicBezTo>
                <a:cubicBezTo>
                  <a:pt x="2289284" y="1508067"/>
                  <a:pt x="2282302" y="1514933"/>
                  <a:pt x="2273109" y="1514933"/>
                </a:cubicBezTo>
                <a:cubicBezTo>
                  <a:pt x="2264730" y="1514933"/>
                  <a:pt x="2257049" y="1508067"/>
                  <a:pt x="2257049" y="1498873"/>
                </a:cubicBezTo>
                <a:cubicBezTo>
                  <a:pt x="2257049" y="1490494"/>
                  <a:pt x="2264730" y="1483512"/>
                  <a:pt x="2273109" y="1483512"/>
                </a:cubicBezTo>
                <a:close/>
                <a:moveTo>
                  <a:pt x="2208755" y="1483512"/>
                </a:moveTo>
                <a:cubicBezTo>
                  <a:pt x="2217948" y="1483512"/>
                  <a:pt x="2224930" y="1490494"/>
                  <a:pt x="2224930" y="1498873"/>
                </a:cubicBezTo>
                <a:cubicBezTo>
                  <a:pt x="2224930" y="1508067"/>
                  <a:pt x="2217948" y="1514933"/>
                  <a:pt x="2208755" y="1514933"/>
                </a:cubicBezTo>
                <a:cubicBezTo>
                  <a:pt x="2199561" y="1514933"/>
                  <a:pt x="2192695" y="1508067"/>
                  <a:pt x="2192695" y="1498873"/>
                </a:cubicBezTo>
                <a:cubicBezTo>
                  <a:pt x="2192695" y="1490494"/>
                  <a:pt x="2200376" y="1483512"/>
                  <a:pt x="2208755" y="1483512"/>
                </a:cubicBezTo>
                <a:close/>
                <a:moveTo>
                  <a:pt x="2144517" y="1483512"/>
                </a:moveTo>
                <a:cubicBezTo>
                  <a:pt x="2152896" y="1483512"/>
                  <a:pt x="2160576" y="1490494"/>
                  <a:pt x="2160576" y="1498873"/>
                </a:cubicBezTo>
                <a:cubicBezTo>
                  <a:pt x="2160576" y="1508067"/>
                  <a:pt x="2152896" y="1514933"/>
                  <a:pt x="2144517" y="1514933"/>
                </a:cubicBezTo>
                <a:cubicBezTo>
                  <a:pt x="2135324" y="1514933"/>
                  <a:pt x="2128341" y="1508067"/>
                  <a:pt x="2128341" y="1498873"/>
                </a:cubicBezTo>
                <a:cubicBezTo>
                  <a:pt x="2128341" y="1490494"/>
                  <a:pt x="2135324" y="1483512"/>
                  <a:pt x="2144517" y="1483512"/>
                </a:cubicBezTo>
                <a:close/>
                <a:moveTo>
                  <a:pt x="2080163" y="1483512"/>
                </a:moveTo>
                <a:cubicBezTo>
                  <a:pt x="2088542" y="1483512"/>
                  <a:pt x="2095408" y="1490494"/>
                  <a:pt x="2095408" y="1498873"/>
                </a:cubicBezTo>
                <a:cubicBezTo>
                  <a:pt x="2095408" y="1508067"/>
                  <a:pt x="2088542" y="1514933"/>
                  <a:pt x="2080163" y="1514933"/>
                </a:cubicBezTo>
                <a:cubicBezTo>
                  <a:pt x="2070970" y="1514933"/>
                  <a:pt x="2064104" y="1508067"/>
                  <a:pt x="2064104" y="1498873"/>
                </a:cubicBezTo>
                <a:cubicBezTo>
                  <a:pt x="2064104" y="1490494"/>
                  <a:pt x="2070970" y="1483512"/>
                  <a:pt x="2080163" y="1483512"/>
                </a:cubicBezTo>
                <a:close/>
                <a:moveTo>
                  <a:pt x="2014994" y="1483512"/>
                </a:moveTo>
                <a:cubicBezTo>
                  <a:pt x="2024187" y="1483512"/>
                  <a:pt x="2031169" y="1490494"/>
                  <a:pt x="2031169" y="1498873"/>
                </a:cubicBezTo>
                <a:cubicBezTo>
                  <a:pt x="2031169" y="1508067"/>
                  <a:pt x="2024187" y="1514933"/>
                  <a:pt x="2014994" y="1514933"/>
                </a:cubicBezTo>
                <a:cubicBezTo>
                  <a:pt x="2006615" y="1514933"/>
                  <a:pt x="1998934" y="1508067"/>
                  <a:pt x="1998934" y="1498873"/>
                </a:cubicBezTo>
                <a:cubicBezTo>
                  <a:pt x="1998934" y="1490494"/>
                  <a:pt x="2006615" y="1483512"/>
                  <a:pt x="2014994" y="1483512"/>
                </a:cubicBezTo>
                <a:close/>
                <a:moveTo>
                  <a:pt x="1950756" y="1483512"/>
                </a:moveTo>
                <a:cubicBezTo>
                  <a:pt x="1959135" y="1483512"/>
                  <a:pt x="1966815" y="1490494"/>
                  <a:pt x="1966815" y="1498873"/>
                </a:cubicBezTo>
                <a:cubicBezTo>
                  <a:pt x="1966815" y="1508067"/>
                  <a:pt x="1959135" y="1514933"/>
                  <a:pt x="1950756" y="1514933"/>
                </a:cubicBezTo>
                <a:cubicBezTo>
                  <a:pt x="1942261" y="1514933"/>
                  <a:pt x="1934580" y="1508067"/>
                  <a:pt x="1934580" y="1498873"/>
                </a:cubicBezTo>
                <a:cubicBezTo>
                  <a:pt x="1934580" y="1490494"/>
                  <a:pt x="1942261" y="1483512"/>
                  <a:pt x="1950756" y="1483512"/>
                </a:cubicBezTo>
                <a:close/>
                <a:moveTo>
                  <a:pt x="1886402" y="1483512"/>
                </a:moveTo>
                <a:cubicBezTo>
                  <a:pt x="1894781" y="1483512"/>
                  <a:pt x="1902461" y="1490494"/>
                  <a:pt x="1902461" y="1498873"/>
                </a:cubicBezTo>
                <a:cubicBezTo>
                  <a:pt x="1902461" y="1508067"/>
                  <a:pt x="1894781" y="1514933"/>
                  <a:pt x="1886402" y="1514933"/>
                </a:cubicBezTo>
                <a:cubicBezTo>
                  <a:pt x="1877209" y="1514933"/>
                  <a:pt x="1870343" y="1508067"/>
                  <a:pt x="1870343" y="1498873"/>
                </a:cubicBezTo>
                <a:cubicBezTo>
                  <a:pt x="1870343" y="1490494"/>
                  <a:pt x="1877209" y="1483512"/>
                  <a:pt x="1886402" y="1483512"/>
                </a:cubicBezTo>
                <a:close/>
                <a:moveTo>
                  <a:pt x="1822048" y="1483512"/>
                </a:moveTo>
                <a:cubicBezTo>
                  <a:pt x="1830427" y="1483512"/>
                  <a:pt x="1838108" y="1490494"/>
                  <a:pt x="1838108" y="1498873"/>
                </a:cubicBezTo>
                <a:cubicBezTo>
                  <a:pt x="1838108" y="1508067"/>
                  <a:pt x="1830427" y="1514933"/>
                  <a:pt x="1822048" y="1514933"/>
                </a:cubicBezTo>
                <a:cubicBezTo>
                  <a:pt x="1812855" y="1514933"/>
                  <a:pt x="1805989" y="1508067"/>
                  <a:pt x="1805989" y="1498873"/>
                </a:cubicBezTo>
                <a:cubicBezTo>
                  <a:pt x="1805989" y="1490494"/>
                  <a:pt x="1812855" y="1483512"/>
                  <a:pt x="1822048" y="1483512"/>
                </a:cubicBezTo>
                <a:close/>
                <a:moveTo>
                  <a:pt x="1756879" y="1483512"/>
                </a:moveTo>
                <a:cubicBezTo>
                  <a:pt x="1766073" y="1483512"/>
                  <a:pt x="1773055" y="1490494"/>
                  <a:pt x="1773055" y="1498873"/>
                </a:cubicBezTo>
                <a:cubicBezTo>
                  <a:pt x="1773055" y="1508067"/>
                  <a:pt x="1766073" y="1514933"/>
                  <a:pt x="1756879" y="1514933"/>
                </a:cubicBezTo>
                <a:cubicBezTo>
                  <a:pt x="1748501" y="1514933"/>
                  <a:pt x="1741635" y="1508067"/>
                  <a:pt x="1741635" y="1498873"/>
                </a:cubicBezTo>
                <a:cubicBezTo>
                  <a:pt x="1741635" y="1490494"/>
                  <a:pt x="1748501" y="1483512"/>
                  <a:pt x="1756879" y="1483512"/>
                </a:cubicBezTo>
                <a:close/>
                <a:moveTo>
                  <a:pt x="1692642" y="1483512"/>
                </a:moveTo>
                <a:cubicBezTo>
                  <a:pt x="1701835" y="1483512"/>
                  <a:pt x="1708701" y="1490494"/>
                  <a:pt x="1708701" y="1498873"/>
                </a:cubicBezTo>
                <a:cubicBezTo>
                  <a:pt x="1708701" y="1508067"/>
                  <a:pt x="1701835" y="1514933"/>
                  <a:pt x="1692642" y="1514933"/>
                </a:cubicBezTo>
                <a:cubicBezTo>
                  <a:pt x="1684147" y="1514933"/>
                  <a:pt x="1676466" y="1508067"/>
                  <a:pt x="1676466" y="1498873"/>
                </a:cubicBezTo>
                <a:cubicBezTo>
                  <a:pt x="1676466" y="1490494"/>
                  <a:pt x="1684147" y="1483512"/>
                  <a:pt x="1692642" y="1483512"/>
                </a:cubicBezTo>
                <a:close/>
                <a:moveTo>
                  <a:pt x="1628287" y="1483512"/>
                </a:moveTo>
                <a:cubicBezTo>
                  <a:pt x="1636666" y="1483512"/>
                  <a:pt x="1644346" y="1490494"/>
                  <a:pt x="1644346" y="1498873"/>
                </a:cubicBezTo>
                <a:cubicBezTo>
                  <a:pt x="1644346" y="1508067"/>
                  <a:pt x="1636666" y="1514933"/>
                  <a:pt x="1628287" y="1514933"/>
                </a:cubicBezTo>
                <a:cubicBezTo>
                  <a:pt x="1619094" y="1514933"/>
                  <a:pt x="1612228" y="1508067"/>
                  <a:pt x="1612228" y="1498873"/>
                </a:cubicBezTo>
                <a:cubicBezTo>
                  <a:pt x="1612228" y="1490494"/>
                  <a:pt x="1619094" y="1483512"/>
                  <a:pt x="1628287" y="1483512"/>
                </a:cubicBezTo>
                <a:close/>
                <a:moveTo>
                  <a:pt x="1563933" y="1483512"/>
                </a:moveTo>
                <a:cubicBezTo>
                  <a:pt x="1572312" y="1483512"/>
                  <a:pt x="1579993" y="1490494"/>
                  <a:pt x="1579993" y="1498873"/>
                </a:cubicBezTo>
                <a:cubicBezTo>
                  <a:pt x="1579993" y="1508067"/>
                  <a:pt x="1572312" y="1514933"/>
                  <a:pt x="1563933" y="1514933"/>
                </a:cubicBezTo>
                <a:cubicBezTo>
                  <a:pt x="1554740" y="1514933"/>
                  <a:pt x="1547874" y="1508067"/>
                  <a:pt x="1547874" y="1498873"/>
                </a:cubicBezTo>
                <a:cubicBezTo>
                  <a:pt x="1547874" y="1490494"/>
                  <a:pt x="1554740" y="1483512"/>
                  <a:pt x="1563933" y="1483512"/>
                </a:cubicBezTo>
                <a:close/>
                <a:moveTo>
                  <a:pt x="1499579" y="1483512"/>
                </a:moveTo>
                <a:cubicBezTo>
                  <a:pt x="1508074" y="1483512"/>
                  <a:pt x="1514940" y="1490494"/>
                  <a:pt x="1514940" y="1498873"/>
                </a:cubicBezTo>
                <a:cubicBezTo>
                  <a:pt x="1514940" y="1508067"/>
                  <a:pt x="1508074" y="1514933"/>
                  <a:pt x="1499579" y="1514933"/>
                </a:cubicBezTo>
                <a:cubicBezTo>
                  <a:pt x="1490386" y="1514933"/>
                  <a:pt x="1483520" y="1508067"/>
                  <a:pt x="1483520" y="1498873"/>
                </a:cubicBezTo>
                <a:cubicBezTo>
                  <a:pt x="1483520" y="1490494"/>
                  <a:pt x="1490386" y="1483512"/>
                  <a:pt x="1499579" y="1483512"/>
                </a:cubicBezTo>
                <a:close/>
                <a:moveTo>
                  <a:pt x="1434527" y="1483512"/>
                </a:moveTo>
                <a:cubicBezTo>
                  <a:pt x="1443720" y="1483512"/>
                  <a:pt x="1450586" y="1490494"/>
                  <a:pt x="1450586" y="1498873"/>
                </a:cubicBezTo>
                <a:cubicBezTo>
                  <a:pt x="1450586" y="1508067"/>
                  <a:pt x="1443720" y="1514933"/>
                  <a:pt x="1434527" y="1514933"/>
                </a:cubicBezTo>
                <a:cubicBezTo>
                  <a:pt x="1426032" y="1514933"/>
                  <a:pt x="1418351" y="1508067"/>
                  <a:pt x="1418351" y="1498873"/>
                </a:cubicBezTo>
                <a:cubicBezTo>
                  <a:pt x="1418351" y="1490494"/>
                  <a:pt x="1426032" y="1483512"/>
                  <a:pt x="1434527" y="1483512"/>
                </a:cubicBezTo>
                <a:close/>
                <a:moveTo>
                  <a:pt x="1370173" y="1483512"/>
                </a:moveTo>
                <a:cubicBezTo>
                  <a:pt x="1379367" y="1483512"/>
                  <a:pt x="1386233" y="1490494"/>
                  <a:pt x="1386233" y="1498873"/>
                </a:cubicBezTo>
                <a:cubicBezTo>
                  <a:pt x="1386233" y="1508067"/>
                  <a:pt x="1379367" y="1514933"/>
                  <a:pt x="1370173" y="1514933"/>
                </a:cubicBezTo>
                <a:cubicBezTo>
                  <a:pt x="1361678" y="1514933"/>
                  <a:pt x="1354114" y="1508067"/>
                  <a:pt x="1354114" y="1498873"/>
                </a:cubicBezTo>
                <a:cubicBezTo>
                  <a:pt x="1354114" y="1490494"/>
                  <a:pt x="1361678" y="1483512"/>
                  <a:pt x="1370173" y="1483512"/>
                </a:cubicBezTo>
                <a:close/>
                <a:moveTo>
                  <a:pt x="1305819" y="1483512"/>
                </a:moveTo>
                <a:cubicBezTo>
                  <a:pt x="1314198" y="1483512"/>
                  <a:pt x="1321879" y="1490494"/>
                  <a:pt x="1321879" y="1498873"/>
                </a:cubicBezTo>
                <a:cubicBezTo>
                  <a:pt x="1321879" y="1508067"/>
                  <a:pt x="1314198" y="1514933"/>
                  <a:pt x="1305819" y="1514933"/>
                </a:cubicBezTo>
                <a:cubicBezTo>
                  <a:pt x="1296626" y="1514933"/>
                  <a:pt x="1289760" y="1508067"/>
                  <a:pt x="1289760" y="1498873"/>
                </a:cubicBezTo>
                <a:cubicBezTo>
                  <a:pt x="1289760" y="1490494"/>
                  <a:pt x="1296626" y="1483512"/>
                  <a:pt x="1305819" y="1483512"/>
                </a:cubicBezTo>
                <a:close/>
                <a:moveTo>
                  <a:pt x="1241465" y="1483512"/>
                </a:moveTo>
                <a:cubicBezTo>
                  <a:pt x="1249960" y="1483512"/>
                  <a:pt x="1256826" y="1490494"/>
                  <a:pt x="1256826" y="1498873"/>
                </a:cubicBezTo>
                <a:cubicBezTo>
                  <a:pt x="1256826" y="1508067"/>
                  <a:pt x="1249960" y="1514933"/>
                  <a:pt x="1241465" y="1514933"/>
                </a:cubicBezTo>
                <a:cubicBezTo>
                  <a:pt x="1232272" y="1514933"/>
                  <a:pt x="1225406" y="1508067"/>
                  <a:pt x="1225406" y="1498873"/>
                </a:cubicBezTo>
                <a:cubicBezTo>
                  <a:pt x="1225406" y="1490494"/>
                  <a:pt x="1232272" y="1483512"/>
                  <a:pt x="1241465" y="1483512"/>
                </a:cubicBezTo>
                <a:close/>
                <a:moveTo>
                  <a:pt x="1176412" y="1483512"/>
                </a:moveTo>
                <a:cubicBezTo>
                  <a:pt x="1185606" y="1483512"/>
                  <a:pt x="1192472" y="1490494"/>
                  <a:pt x="1192472" y="1498873"/>
                </a:cubicBezTo>
                <a:cubicBezTo>
                  <a:pt x="1192472" y="1508067"/>
                  <a:pt x="1185606" y="1514933"/>
                  <a:pt x="1176412" y="1514933"/>
                </a:cubicBezTo>
                <a:cubicBezTo>
                  <a:pt x="1167917" y="1514933"/>
                  <a:pt x="1161051" y="1508067"/>
                  <a:pt x="1161051" y="1498873"/>
                </a:cubicBezTo>
                <a:cubicBezTo>
                  <a:pt x="1161051" y="1490494"/>
                  <a:pt x="1167917" y="1483512"/>
                  <a:pt x="1176412" y="1483512"/>
                </a:cubicBezTo>
                <a:close/>
                <a:moveTo>
                  <a:pt x="1112058" y="1483512"/>
                </a:moveTo>
                <a:cubicBezTo>
                  <a:pt x="1121251" y="1483512"/>
                  <a:pt x="1128117" y="1490494"/>
                  <a:pt x="1128117" y="1498873"/>
                </a:cubicBezTo>
                <a:cubicBezTo>
                  <a:pt x="1128117" y="1508067"/>
                  <a:pt x="1121251" y="1514933"/>
                  <a:pt x="1112058" y="1514933"/>
                </a:cubicBezTo>
                <a:cubicBezTo>
                  <a:pt x="1103679" y="1514933"/>
                  <a:pt x="1095998" y="1508067"/>
                  <a:pt x="1095998" y="1498873"/>
                </a:cubicBezTo>
                <a:cubicBezTo>
                  <a:pt x="1095998" y="1490494"/>
                  <a:pt x="1103679" y="1483512"/>
                  <a:pt x="1112058" y="1483512"/>
                </a:cubicBezTo>
                <a:close/>
                <a:moveTo>
                  <a:pt x="1047704" y="1483512"/>
                </a:moveTo>
                <a:cubicBezTo>
                  <a:pt x="1056199" y="1483512"/>
                  <a:pt x="1063763" y="1490494"/>
                  <a:pt x="1063763" y="1498873"/>
                </a:cubicBezTo>
                <a:cubicBezTo>
                  <a:pt x="1063763" y="1508067"/>
                  <a:pt x="1056199" y="1514933"/>
                  <a:pt x="1047704" y="1514933"/>
                </a:cubicBezTo>
                <a:cubicBezTo>
                  <a:pt x="1038510" y="1514933"/>
                  <a:pt x="1031644" y="1508067"/>
                  <a:pt x="1031644" y="1498873"/>
                </a:cubicBezTo>
                <a:cubicBezTo>
                  <a:pt x="1031644" y="1490494"/>
                  <a:pt x="1038510" y="1483512"/>
                  <a:pt x="1047704" y="1483512"/>
                </a:cubicBezTo>
                <a:close/>
                <a:moveTo>
                  <a:pt x="983349" y="1483512"/>
                </a:moveTo>
                <a:cubicBezTo>
                  <a:pt x="991844" y="1483512"/>
                  <a:pt x="999408" y="1490494"/>
                  <a:pt x="999408" y="1498873"/>
                </a:cubicBezTo>
                <a:cubicBezTo>
                  <a:pt x="999408" y="1508067"/>
                  <a:pt x="991844" y="1514933"/>
                  <a:pt x="983349" y="1514933"/>
                </a:cubicBezTo>
                <a:cubicBezTo>
                  <a:pt x="974156" y="1514933"/>
                  <a:pt x="967290" y="1508067"/>
                  <a:pt x="967290" y="1498873"/>
                </a:cubicBezTo>
                <a:cubicBezTo>
                  <a:pt x="967290" y="1490494"/>
                  <a:pt x="974156" y="1483512"/>
                  <a:pt x="983349" y="1483512"/>
                </a:cubicBezTo>
                <a:close/>
                <a:moveTo>
                  <a:pt x="918995" y="1483512"/>
                </a:moveTo>
                <a:cubicBezTo>
                  <a:pt x="927490" y="1483512"/>
                  <a:pt x="934356" y="1490494"/>
                  <a:pt x="934356" y="1498873"/>
                </a:cubicBezTo>
                <a:cubicBezTo>
                  <a:pt x="934356" y="1508067"/>
                  <a:pt x="927490" y="1514933"/>
                  <a:pt x="918995" y="1514933"/>
                </a:cubicBezTo>
                <a:cubicBezTo>
                  <a:pt x="909802" y="1514933"/>
                  <a:pt x="902936" y="1508067"/>
                  <a:pt x="902936" y="1498873"/>
                </a:cubicBezTo>
                <a:cubicBezTo>
                  <a:pt x="902936" y="1490494"/>
                  <a:pt x="909802" y="1483512"/>
                  <a:pt x="918995" y="1483512"/>
                </a:cubicBezTo>
                <a:close/>
                <a:moveTo>
                  <a:pt x="853944" y="1483512"/>
                </a:moveTo>
                <a:cubicBezTo>
                  <a:pt x="863137" y="1483512"/>
                  <a:pt x="870003" y="1490494"/>
                  <a:pt x="870003" y="1498873"/>
                </a:cubicBezTo>
                <a:cubicBezTo>
                  <a:pt x="870003" y="1508067"/>
                  <a:pt x="863137" y="1514933"/>
                  <a:pt x="853944" y="1514933"/>
                </a:cubicBezTo>
                <a:cubicBezTo>
                  <a:pt x="845565" y="1514933"/>
                  <a:pt x="837884" y="1508067"/>
                  <a:pt x="837884" y="1498873"/>
                </a:cubicBezTo>
                <a:cubicBezTo>
                  <a:pt x="837884" y="1490494"/>
                  <a:pt x="845565" y="1483512"/>
                  <a:pt x="853944" y="1483512"/>
                </a:cubicBezTo>
                <a:close/>
                <a:moveTo>
                  <a:pt x="402882" y="1483512"/>
                </a:moveTo>
                <a:cubicBezTo>
                  <a:pt x="411261" y="1483512"/>
                  <a:pt x="418942" y="1490494"/>
                  <a:pt x="418942" y="1498873"/>
                </a:cubicBezTo>
                <a:cubicBezTo>
                  <a:pt x="418942" y="1508067"/>
                  <a:pt x="411261" y="1514933"/>
                  <a:pt x="402882" y="1514933"/>
                </a:cubicBezTo>
                <a:cubicBezTo>
                  <a:pt x="393689" y="1514933"/>
                  <a:pt x="386707" y="1508067"/>
                  <a:pt x="386707" y="1498873"/>
                </a:cubicBezTo>
                <a:cubicBezTo>
                  <a:pt x="386707" y="1490494"/>
                  <a:pt x="393689" y="1483512"/>
                  <a:pt x="402882" y="1483512"/>
                </a:cubicBezTo>
                <a:close/>
                <a:moveTo>
                  <a:pt x="3434275" y="1419274"/>
                </a:moveTo>
                <a:cubicBezTo>
                  <a:pt x="3443468" y="1419274"/>
                  <a:pt x="3450334" y="1426140"/>
                  <a:pt x="3450334" y="1434519"/>
                </a:cubicBezTo>
                <a:cubicBezTo>
                  <a:pt x="3450334" y="1443713"/>
                  <a:pt x="3443468" y="1450579"/>
                  <a:pt x="3434275" y="1450579"/>
                </a:cubicBezTo>
                <a:cubicBezTo>
                  <a:pt x="3425780" y="1450579"/>
                  <a:pt x="3418099" y="1443713"/>
                  <a:pt x="3418099" y="1434519"/>
                </a:cubicBezTo>
                <a:cubicBezTo>
                  <a:pt x="3418099" y="1426140"/>
                  <a:pt x="3425780" y="1419274"/>
                  <a:pt x="3434275" y="1419274"/>
                </a:cubicBezTo>
                <a:close/>
                <a:moveTo>
                  <a:pt x="2853692" y="1419274"/>
                </a:moveTo>
                <a:cubicBezTo>
                  <a:pt x="2862886" y="1419274"/>
                  <a:pt x="2869752" y="1426140"/>
                  <a:pt x="2869752" y="1434519"/>
                </a:cubicBezTo>
                <a:cubicBezTo>
                  <a:pt x="2869752" y="1443713"/>
                  <a:pt x="2862886" y="1450579"/>
                  <a:pt x="2853692" y="1450579"/>
                </a:cubicBezTo>
                <a:cubicBezTo>
                  <a:pt x="2845313" y="1450579"/>
                  <a:pt x="2837633" y="1443713"/>
                  <a:pt x="2837633" y="1434519"/>
                </a:cubicBezTo>
                <a:cubicBezTo>
                  <a:pt x="2837633" y="1426140"/>
                  <a:pt x="2845313" y="1419274"/>
                  <a:pt x="2853692" y="1419274"/>
                </a:cubicBezTo>
                <a:close/>
                <a:moveTo>
                  <a:pt x="2659931" y="1419274"/>
                </a:moveTo>
                <a:cubicBezTo>
                  <a:pt x="2669125" y="1419274"/>
                  <a:pt x="2675991" y="1426140"/>
                  <a:pt x="2675991" y="1434519"/>
                </a:cubicBezTo>
                <a:cubicBezTo>
                  <a:pt x="2675991" y="1443713"/>
                  <a:pt x="2669125" y="1450579"/>
                  <a:pt x="2659931" y="1450579"/>
                </a:cubicBezTo>
                <a:cubicBezTo>
                  <a:pt x="2651553" y="1450579"/>
                  <a:pt x="2644570" y="1443713"/>
                  <a:pt x="2644570" y="1434519"/>
                </a:cubicBezTo>
                <a:cubicBezTo>
                  <a:pt x="2644570" y="1426140"/>
                  <a:pt x="2651553" y="1419274"/>
                  <a:pt x="2659931" y="1419274"/>
                </a:cubicBezTo>
                <a:close/>
                <a:moveTo>
                  <a:pt x="1305819" y="1419274"/>
                </a:moveTo>
                <a:cubicBezTo>
                  <a:pt x="1314198" y="1419274"/>
                  <a:pt x="1321879" y="1426140"/>
                  <a:pt x="1321879" y="1434519"/>
                </a:cubicBezTo>
                <a:cubicBezTo>
                  <a:pt x="1321879" y="1443713"/>
                  <a:pt x="1314198" y="1450579"/>
                  <a:pt x="1305819" y="1450579"/>
                </a:cubicBezTo>
                <a:cubicBezTo>
                  <a:pt x="1296626" y="1450579"/>
                  <a:pt x="1289760" y="1443713"/>
                  <a:pt x="1289760" y="1434519"/>
                </a:cubicBezTo>
                <a:cubicBezTo>
                  <a:pt x="1289760" y="1426140"/>
                  <a:pt x="1296626" y="1419274"/>
                  <a:pt x="1305819" y="1419274"/>
                </a:cubicBezTo>
                <a:close/>
                <a:moveTo>
                  <a:pt x="1241465" y="1419274"/>
                </a:moveTo>
                <a:cubicBezTo>
                  <a:pt x="1249960" y="1419274"/>
                  <a:pt x="1256826" y="1426140"/>
                  <a:pt x="1256826" y="1434519"/>
                </a:cubicBezTo>
                <a:cubicBezTo>
                  <a:pt x="1256826" y="1443713"/>
                  <a:pt x="1249960" y="1450579"/>
                  <a:pt x="1241465" y="1450579"/>
                </a:cubicBezTo>
                <a:cubicBezTo>
                  <a:pt x="1232272" y="1450579"/>
                  <a:pt x="1225406" y="1443713"/>
                  <a:pt x="1225406" y="1434519"/>
                </a:cubicBezTo>
                <a:cubicBezTo>
                  <a:pt x="1225406" y="1426140"/>
                  <a:pt x="1232272" y="1419274"/>
                  <a:pt x="1241465" y="1419274"/>
                </a:cubicBezTo>
                <a:close/>
                <a:moveTo>
                  <a:pt x="983349" y="1419274"/>
                </a:moveTo>
                <a:cubicBezTo>
                  <a:pt x="991844" y="1419274"/>
                  <a:pt x="999408" y="1426140"/>
                  <a:pt x="999408" y="1434519"/>
                </a:cubicBezTo>
                <a:cubicBezTo>
                  <a:pt x="999408" y="1443713"/>
                  <a:pt x="991844" y="1450579"/>
                  <a:pt x="983349" y="1450579"/>
                </a:cubicBezTo>
                <a:cubicBezTo>
                  <a:pt x="974156" y="1450579"/>
                  <a:pt x="967290" y="1443713"/>
                  <a:pt x="967290" y="1434519"/>
                </a:cubicBezTo>
                <a:cubicBezTo>
                  <a:pt x="967290" y="1426140"/>
                  <a:pt x="974156" y="1419274"/>
                  <a:pt x="983349" y="1419274"/>
                </a:cubicBezTo>
                <a:close/>
                <a:moveTo>
                  <a:pt x="918297" y="1419274"/>
                </a:moveTo>
                <a:cubicBezTo>
                  <a:pt x="927490" y="1419274"/>
                  <a:pt x="934356" y="1426140"/>
                  <a:pt x="934356" y="1434519"/>
                </a:cubicBezTo>
                <a:cubicBezTo>
                  <a:pt x="934356" y="1443713"/>
                  <a:pt x="927490" y="1450579"/>
                  <a:pt x="918297" y="1450579"/>
                </a:cubicBezTo>
                <a:cubicBezTo>
                  <a:pt x="909802" y="1450579"/>
                  <a:pt x="902936" y="1443713"/>
                  <a:pt x="902936" y="1434519"/>
                </a:cubicBezTo>
                <a:cubicBezTo>
                  <a:pt x="902936" y="1426140"/>
                  <a:pt x="909802" y="1419274"/>
                  <a:pt x="918297" y="1419274"/>
                </a:cubicBezTo>
                <a:close/>
                <a:moveTo>
                  <a:pt x="402882" y="1419274"/>
                </a:moveTo>
                <a:cubicBezTo>
                  <a:pt x="411261" y="1419274"/>
                  <a:pt x="418942" y="1426140"/>
                  <a:pt x="418942" y="1434519"/>
                </a:cubicBezTo>
                <a:cubicBezTo>
                  <a:pt x="418942" y="1443713"/>
                  <a:pt x="411261" y="1450579"/>
                  <a:pt x="402882" y="1450579"/>
                </a:cubicBezTo>
                <a:cubicBezTo>
                  <a:pt x="393689" y="1450579"/>
                  <a:pt x="386707" y="1443713"/>
                  <a:pt x="386707" y="1434519"/>
                </a:cubicBezTo>
                <a:cubicBezTo>
                  <a:pt x="386707" y="1426140"/>
                  <a:pt x="393689" y="1419274"/>
                  <a:pt x="402882" y="1419274"/>
                </a:cubicBezTo>
                <a:close/>
                <a:moveTo>
                  <a:pt x="3563682" y="1418460"/>
                </a:moveTo>
                <a:cubicBezTo>
                  <a:pt x="3572061" y="1418460"/>
                  <a:pt x="3579742" y="1426141"/>
                  <a:pt x="3579742" y="1434519"/>
                </a:cubicBezTo>
                <a:cubicBezTo>
                  <a:pt x="3579742" y="1443713"/>
                  <a:pt x="3572061" y="1450579"/>
                  <a:pt x="3563682" y="1450579"/>
                </a:cubicBezTo>
                <a:cubicBezTo>
                  <a:pt x="3554488" y="1450579"/>
                  <a:pt x="3547622" y="1443713"/>
                  <a:pt x="3547622" y="1434519"/>
                </a:cubicBezTo>
                <a:cubicBezTo>
                  <a:pt x="3547622" y="1426141"/>
                  <a:pt x="3554488" y="1418460"/>
                  <a:pt x="3563682" y="1418460"/>
                </a:cubicBezTo>
                <a:close/>
                <a:moveTo>
                  <a:pt x="3498629" y="1418460"/>
                </a:moveTo>
                <a:cubicBezTo>
                  <a:pt x="3507706" y="1418460"/>
                  <a:pt x="3514688" y="1426141"/>
                  <a:pt x="3514688" y="1434519"/>
                </a:cubicBezTo>
                <a:cubicBezTo>
                  <a:pt x="3514688" y="1443713"/>
                  <a:pt x="3507706" y="1450579"/>
                  <a:pt x="3498629" y="1450579"/>
                </a:cubicBezTo>
                <a:cubicBezTo>
                  <a:pt x="3490133" y="1450579"/>
                  <a:pt x="3483267" y="1443713"/>
                  <a:pt x="3483267" y="1434519"/>
                </a:cubicBezTo>
                <a:cubicBezTo>
                  <a:pt x="3483267" y="1426141"/>
                  <a:pt x="3490133" y="1418460"/>
                  <a:pt x="3498629" y="1418460"/>
                </a:cubicBezTo>
                <a:close/>
                <a:moveTo>
                  <a:pt x="3369921" y="1418460"/>
                </a:moveTo>
                <a:cubicBezTo>
                  <a:pt x="3379115" y="1418460"/>
                  <a:pt x="3385981" y="1426141"/>
                  <a:pt x="3385981" y="1434519"/>
                </a:cubicBezTo>
                <a:cubicBezTo>
                  <a:pt x="3385981" y="1443713"/>
                  <a:pt x="3379115" y="1450579"/>
                  <a:pt x="3369921" y="1450579"/>
                </a:cubicBezTo>
                <a:cubicBezTo>
                  <a:pt x="3361426" y="1450579"/>
                  <a:pt x="3353862" y="1443713"/>
                  <a:pt x="3353862" y="1434519"/>
                </a:cubicBezTo>
                <a:cubicBezTo>
                  <a:pt x="3353862" y="1426141"/>
                  <a:pt x="3361426" y="1418460"/>
                  <a:pt x="3369921" y="1418460"/>
                </a:cubicBezTo>
                <a:close/>
                <a:moveTo>
                  <a:pt x="3305567" y="1418460"/>
                </a:moveTo>
                <a:cubicBezTo>
                  <a:pt x="3313946" y="1418460"/>
                  <a:pt x="3321627" y="1426141"/>
                  <a:pt x="3321627" y="1434519"/>
                </a:cubicBezTo>
                <a:cubicBezTo>
                  <a:pt x="3321627" y="1443713"/>
                  <a:pt x="3313946" y="1450579"/>
                  <a:pt x="3305567" y="1450579"/>
                </a:cubicBezTo>
                <a:cubicBezTo>
                  <a:pt x="3296374" y="1450579"/>
                  <a:pt x="3289508" y="1443713"/>
                  <a:pt x="3289508" y="1434519"/>
                </a:cubicBezTo>
                <a:cubicBezTo>
                  <a:pt x="3289508" y="1426141"/>
                  <a:pt x="3296374" y="1418460"/>
                  <a:pt x="3305567" y="1418460"/>
                </a:cubicBezTo>
                <a:close/>
                <a:moveTo>
                  <a:pt x="3241213" y="1418460"/>
                </a:moveTo>
                <a:cubicBezTo>
                  <a:pt x="3249708" y="1418460"/>
                  <a:pt x="3256574" y="1426141"/>
                  <a:pt x="3256574" y="1434519"/>
                </a:cubicBezTo>
                <a:cubicBezTo>
                  <a:pt x="3256574" y="1443713"/>
                  <a:pt x="3249708" y="1450579"/>
                  <a:pt x="3241213" y="1450579"/>
                </a:cubicBezTo>
                <a:cubicBezTo>
                  <a:pt x="3232020" y="1450579"/>
                  <a:pt x="3225154" y="1443713"/>
                  <a:pt x="3225154" y="1434519"/>
                </a:cubicBezTo>
                <a:cubicBezTo>
                  <a:pt x="3225154" y="1426141"/>
                  <a:pt x="3232020" y="1418460"/>
                  <a:pt x="3241213" y="1418460"/>
                </a:cubicBezTo>
                <a:close/>
                <a:moveTo>
                  <a:pt x="3176161" y="1418460"/>
                </a:moveTo>
                <a:cubicBezTo>
                  <a:pt x="3185354" y="1418460"/>
                  <a:pt x="3192220" y="1426141"/>
                  <a:pt x="3192220" y="1434519"/>
                </a:cubicBezTo>
                <a:cubicBezTo>
                  <a:pt x="3192220" y="1443713"/>
                  <a:pt x="3185354" y="1450579"/>
                  <a:pt x="3176161" y="1450579"/>
                </a:cubicBezTo>
                <a:cubicBezTo>
                  <a:pt x="3167666" y="1450579"/>
                  <a:pt x="3160102" y="1443713"/>
                  <a:pt x="3160102" y="1434519"/>
                </a:cubicBezTo>
                <a:cubicBezTo>
                  <a:pt x="3160102" y="1426141"/>
                  <a:pt x="3167666" y="1418460"/>
                  <a:pt x="3176161" y="1418460"/>
                </a:cubicBezTo>
                <a:close/>
                <a:moveTo>
                  <a:pt x="3111806" y="1418460"/>
                </a:moveTo>
                <a:cubicBezTo>
                  <a:pt x="3121000" y="1418460"/>
                  <a:pt x="3127866" y="1426141"/>
                  <a:pt x="3127866" y="1434519"/>
                </a:cubicBezTo>
                <a:cubicBezTo>
                  <a:pt x="3127866" y="1443713"/>
                  <a:pt x="3121000" y="1450579"/>
                  <a:pt x="3111806" y="1450579"/>
                </a:cubicBezTo>
                <a:cubicBezTo>
                  <a:pt x="3103427" y="1450579"/>
                  <a:pt x="3095747" y="1443713"/>
                  <a:pt x="3095747" y="1434519"/>
                </a:cubicBezTo>
                <a:cubicBezTo>
                  <a:pt x="3095747" y="1426141"/>
                  <a:pt x="3103427" y="1418460"/>
                  <a:pt x="3111806" y="1418460"/>
                </a:cubicBezTo>
                <a:close/>
                <a:moveTo>
                  <a:pt x="3047452" y="1418460"/>
                </a:moveTo>
                <a:cubicBezTo>
                  <a:pt x="3055831" y="1418460"/>
                  <a:pt x="3063512" y="1426141"/>
                  <a:pt x="3063512" y="1434519"/>
                </a:cubicBezTo>
                <a:cubicBezTo>
                  <a:pt x="3063512" y="1443713"/>
                  <a:pt x="3055831" y="1450579"/>
                  <a:pt x="3047452" y="1450579"/>
                </a:cubicBezTo>
                <a:cubicBezTo>
                  <a:pt x="3038259" y="1450579"/>
                  <a:pt x="3031393" y="1443713"/>
                  <a:pt x="3031393" y="1434519"/>
                </a:cubicBezTo>
                <a:cubicBezTo>
                  <a:pt x="3031393" y="1426141"/>
                  <a:pt x="3038259" y="1418460"/>
                  <a:pt x="3047452" y="1418460"/>
                </a:cubicBezTo>
                <a:close/>
                <a:moveTo>
                  <a:pt x="2983099" y="1418460"/>
                </a:moveTo>
                <a:cubicBezTo>
                  <a:pt x="2991594" y="1418460"/>
                  <a:pt x="2999158" y="1426141"/>
                  <a:pt x="2999158" y="1434519"/>
                </a:cubicBezTo>
                <a:cubicBezTo>
                  <a:pt x="2999158" y="1443713"/>
                  <a:pt x="2991594" y="1450579"/>
                  <a:pt x="2983099" y="1450579"/>
                </a:cubicBezTo>
                <a:cubicBezTo>
                  <a:pt x="2973905" y="1450579"/>
                  <a:pt x="2967039" y="1443713"/>
                  <a:pt x="2967039" y="1434519"/>
                </a:cubicBezTo>
                <a:cubicBezTo>
                  <a:pt x="2967039" y="1426141"/>
                  <a:pt x="2973905" y="1418460"/>
                  <a:pt x="2983099" y="1418460"/>
                </a:cubicBezTo>
                <a:close/>
                <a:moveTo>
                  <a:pt x="2918046" y="1418460"/>
                </a:moveTo>
                <a:cubicBezTo>
                  <a:pt x="2927240" y="1418460"/>
                  <a:pt x="2934106" y="1426141"/>
                  <a:pt x="2934106" y="1434519"/>
                </a:cubicBezTo>
                <a:cubicBezTo>
                  <a:pt x="2934106" y="1443713"/>
                  <a:pt x="2927240" y="1450579"/>
                  <a:pt x="2918046" y="1450579"/>
                </a:cubicBezTo>
                <a:cubicBezTo>
                  <a:pt x="2909551" y="1450579"/>
                  <a:pt x="2902685" y="1443713"/>
                  <a:pt x="2902685" y="1434519"/>
                </a:cubicBezTo>
                <a:cubicBezTo>
                  <a:pt x="2902685" y="1426141"/>
                  <a:pt x="2909551" y="1418460"/>
                  <a:pt x="2918046" y="1418460"/>
                </a:cubicBezTo>
                <a:close/>
                <a:moveTo>
                  <a:pt x="2789338" y="1418460"/>
                </a:moveTo>
                <a:cubicBezTo>
                  <a:pt x="2798532" y="1418460"/>
                  <a:pt x="2805398" y="1426141"/>
                  <a:pt x="2805398" y="1434519"/>
                </a:cubicBezTo>
                <a:cubicBezTo>
                  <a:pt x="2805398" y="1443713"/>
                  <a:pt x="2798532" y="1450579"/>
                  <a:pt x="2789338" y="1450579"/>
                </a:cubicBezTo>
                <a:cubicBezTo>
                  <a:pt x="2780959" y="1450579"/>
                  <a:pt x="2773279" y="1443713"/>
                  <a:pt x="2773279" y="1434519"/>
                </a:cubicBezTo>
                <a:cubicBezTo>
                  <a:pt x="2773279" y="1426141"/>
                  <a:pt x="2780959" y="1418460"/>
                  <a:pt x="2789338" y="1418460"/>
                </a:cubicBezTo>
                <a:close/>
                <a:moveTo>
                  <a:pt x="2724984" y="1418460"/>
                </a:moveTo>
                <a:cubicBezTo>
                  <a:pt x="2733479" y="1418460"/>
                  <a:pt x="2741159" y="1426141"/>
                  <a:pt x="2741159" y="1434519"/>
                </a:cubicBezTo>
                <a:cubicBezTo>
                  <a:pt x="2741159" y="1443713"/>
                  <a:pt x="2733479" y="1450579"/>
                  <a:pt x="2724984" y="1450579"/>
                </a:cubicBezTo>
                <a:cubicBezTo>
                  <a:pt x="2715790" y="1450579"/>
                  <a:pt x="2708924" y="1443713"/>
                  <a:pt x="2708924" y="1434519"/>
                </a:cubicBezTo>
                <a:cubicBezTo>
                  <a:pt x="2708924" y="1426141"/>
                  <a:pt x="2715790" y="1418460"/>
                  <a:pt x="2724984" y="1418460"/>
                </a:cubicBezTo>
                <a:close/>
                <a:moveTo>
                  <a:pt x="2595577" y="1418460"/>
                </a:moveTo>
                <a:cubicBezTo>
                  <a:pt x="2604771" y="1418460"/>
                  <a:pt x="2611637" y="1426141"/>
                  <a:pt x="2611637" y="1434519"/>
                </a:cubicBezTo>
                <a:cubicBezTo>
                  <a:pt x="2611637" y="1443713"/>
                  <a:pt x="2604771" y="1450579"/>
                  <a:pt x="2595577" y="1450579"/>
                </a:cubicBezTo>
                <a:cubicBezTo>
                  <a:pt x="2587198" y="1450579"/>
                  <a:pt x="2579518" y="1443713"/>
                  <a:pt x="2579518" y="1434519"/>
                </a:cubicBezTo>
                <a:cubicBezTo>
                  <a:pt x="2579518" y="1426141"/>
                  <a:pt x="2587198" y="1418460"/>
                  <a:pt x="2595577" y="1418460"/>
                </a:cubicBezTo>
                <a:close/>
                <a:moveTo>
                  <a:pt x="2531224" y="1418460"/>
                </a:moveTo>
                <a:cubicBezTo>
                  <a:pt x="2539719" y="1418460"/>
                  <a:pt x="2547283" y="1426141"/>
                  <a:pt x="2547283" y="1434519"/>
                </a:cubicBezTo>
                <a:cubicBezTo>
                  <a:pt x="2547283" y="1443713"/>
                  <a:pt x="2539719" y="1450579"/>
                  <a:pt x="2531224" y="1450579"/>
                </a:cubicBezTo>
                <a:cubicBezTo>
                  <a:pt x="2522845" y="1450579"/>
                  <a:pt x="2515164" y="1443713"/>
                  <a:pt x="2515164" y="1434519"/>
                </a:cubicBezTo>
                <a:cubicBezTo>
                  <a:pt x="2515164" y="1426141"/>
                  <a:pt x="2522845" y="1418460"/>
                  <a:pt x="2531224" y="1418460"/>
                </a:cubicBezTo>
                <a:close/>
                <a:moveTo>
                  <a:pt x="2466869" y="1418460"/>
                </a:moveTo>
                <a:cubicBezTo>
                  <a:pt x="2475364" y="1418460"/>
                  <a:pt x="2483044" y="1426141"/>
                  <a:pt x="2483044" y="1434519"/>
                </a:cubicBezTo>
                <a:cubicBezTo>
                  <a:pt x="2483044" y="1443713"/>
                  <a:pt x="2475364" y="1450579"/>
                  <a:pt x="2466869" y="1450579"/>
                </a:cubicBezTo>
                <a:cubicBezTo>
                  <a:pt x="2457675" y="1450579"/>
                  <a:pt x="2450809" y="1443713"/>
                  <a:pt x="2450809" y="1434519"/>
                </a:cubicBezTo>
                <a:cubicBezTo>
                  <a:pt x="2450809" y="1426141"/>
                  <a:pt x="2457675" y="1418460"/>
                  <a:pt x="2466869" y="1418460"/>
                </a:cubicBezTo>
                <a:close/>
                <a:moveTo>
                  <a:pt x="2402631" y="1418460"/>
                </a:moveTo>
                <a:cubicBezTo>
                  <a:pt x="2411010" y="1418460"/>
                  <a:pt x="2418690" y="1426141"/>
                  <a:pt x="2418690" y="1434519"/>
                </a:cubicBezTo>
                <a:cubicBezTo>
                  <a:pt x="2418690" y="1443713"/>
                  <a:pt x="2411010" y="1450579"/>
                  <a:pt x="2402631" y="1450579"/>
                </a:cubicBezTo>
                <a:cubicBezTo>
                  <a:pt x="2393438" y="1450579"/>
                  <a:pt x="2386455" y="1443713"/>
                  <a:pt x="2386455" y="1434519"/>
                </a:cubicBezTo>
                <a:cubicBezTo>
                  <a:pt x="2386455" y="1426141"/>
                  <a:pt x="2393438" y="1418460"/>
                  <a:pt x="2402631" y="1418460"/>
                </a:cubicBezTo>
                <a:close/>
                <a:moveTo>
                  <a:pt x="2337462" y="1418460"/>
                </a:moveTo>
                <a:cubicBezTo>
                  <a:pt x="2346656" y="1418460"/>
                  <a:pt x="2353522" y="1426141"/>
                  <a:pt x="2353522" y="1434519"/>
                </a:cubicBezTo>
                <a:cubicBezTo>
                  <a:pt x="2353522" y="1443713"/>
                  <a:pt x="2346656" y="1450579"/>
                  <a:pt x="2337462" y="1450579"/>
                </a:cubicBezTo>
                <a:cubicBezTo>
                  <a:pt x="2329084" y="1450579"/>
                  <a:pt x="2322218" y="1443713"/>
                  <a:pt x="2322218" y="1434519"/>
                </a:cubicBezTo>
                <a:cubicBezTo>
                  <a:pt x="2322218" y="1426141"/>
                  <a:pt x="2329084" y="1418460"/>
                  <a:pt x="2337462" y="1418460"/>
                </a:cubicBezTo>
                <a:close/>
                <a:moveTo>
                  <a:pt x="2273109" y="1418460"/>
                </a:moveTo>
                <a:cubicBezTo>
                  <a:pt x="2282302" y="1418460"/>
                  <a:pt x="2289284" y="1426141"/>
                  <a:pt x="2289284" y="1434519"/>
                </a:cubicBezTo>
                <a:cubicBezTo>
                  <a:pt x="2289284" y="1443713"/>
                  <a:pt x="2282302" y="1450579"/>
                  <a:pt x="2273109" y="1450579"/>
                </a:cubicBezTo>
                <a:cubicBezTo>
                  <a:pt x="2264730" y="1450579"/>
                  <a:pt x="2257049" y="1443713"/>
                  <a:pt x="2257049" y="1434519"/>
                </a:cubicBezTo>
                <a:cubicBezTo>
                  <a:pt x="2257049" y="1426141"/>
                  <a:pt x="2264730" y="1418460"/>
                  <a:pt x="2273109" y="1418460"/>
                </a:cubicBezTo>
                <a:close/>
                <a:moveTo>
                  <a:pt x="2208755" y="1418460"/>
                </a:moveTo>
                <a:cubicBezTo>
                  <a:pt x="2217948" y="1418460"/>
                  <a:pt x="2224930" y="1426141"/>
                  <a:pt x="2224930" y="1434519"/>
                </a:cubicBezTo>
                <a:cubicBezTo>
                  <a:pt x="2224930" y="1443713"/>
                  <a:pt x="2217948" y="1450579"/>
                  <a:pt x="2208755" y="1450579"/>
                </a:cubicBezTo>
                <a:cubicBezTo>
                  <a:pt x="2199561" y="1450579"/>
                  <a:pt x="2192695" y="1443713"/>
                  <a:pt x="2192695" y="1434519"/>
                </a:cubicBezTo>
                <a:cubicBezTo>
                  <a:pt x="2192695" y="1426141"/>
                  <a:pt x="2200376" y="1418460"/>
                  <a:pt x="2208755" y="1418460"/>
                </a:cubicBezTo>
                <a:close/>
                <a:moveTo>
                  <a:pt x="2144517" y="1418460"/>
                </a:moveTo>
                <a:cubicBezTo>
                  <a:pt x="2152896" y="1418460"/>
                  <a:pt x="2160576" y="1426141"/>
                  <a:pt x="2160576" y="1434519"/>
                </a:cubicBezTo>
                <a:cubicBezTo>
                  <a:pt x="2160576" y="1443713"/>
                  <a:pt x="2152896" y="1450579"/>
                  <a:pt x="2144517" y="1450579"/>
                </a:cubicBezTo>
                <a:cubicBezTo>
                  <a:pt x="2135324" y="1450579"/>
                  <a:pt x="2128341" y="1443713"/>
                  <a:pt x="2128341" y="1434519"/>
                </a:cubicBezTo>
                <a:cubicBezTo>
                  <a:pt x="2128341" y="1426141"/>
                  <a:pt x="2135324" y="1418460"/>
                  <a:pt x="2144517" y="1418460"/>
                </a:cubicBezTo>
                <a:close/>
                <a:moveTo>
                  <a:pt x="2080163" y="1418460"/>
                </a:moveTo>
                <a:cubicBezTo>
                  <a:pt x="2088542" y="1418460"/>
                  <a:pt x="2095408" y="1426141"/>
                  <a:pt x="2095408" y="1434519"/>
                </a:cubicBezTo>
                <a:cubicBezTo>
                  <a:pt x="2095408" y="1443713"/>
                  <a:pt x="2088542" y="1450579"/>
                  <a:pt x="2080163" y="1450579"/>
                </a:cubicBezTo>
                <a:cubicBezTo>
                  <a:pt x="2070970" y="1450579"/>
                  <a:pt x="2064104" y="1443713"/>
                  <a:pt x="2064104" y="1434519"/>
                </a:cubicBezTo>
                <a:cubicBezTo>
                  <a:pt x="2064104" y="1426141"/>
                  <a:pt x="2070970" y="1418460"/>
                  <a:pt x="2080163" y="1418460"/>
                </a:cubicBezTo>
                <a:close/>
                <a:moveTo>
                  <a:pt x="2014994" y="1418460"/>
                </a:moveTo>
                <a:cubicBezTo>
                  <a:pt x="2024187" y="1418460"/>
                  <a:pt x="2031169" y="1426141"/>
                  <a:pt x="2031169" y="1434519"/>
                </a:cubicBezTo>
                <a:cubicBezTo>
                  <a:pt x="2031169" y="1443713"/>
                  <a:pt x="2024187" y="1450579"/>
                  <a:pt x="2014994" y="1450579"/>
                </a:cubicBezTo>
                <a:cubicBezTo>
                  <a:pt x="2006615" y="1450579"/>
                  <a:pt x="1998934" y="1443713"/>
                  <a:pt x="1998934" y="1434519"/>
                </a:cubicBezTo>
                <a:cubicBezTo>
                  <a:pt x="1998934" y="1426141"/>
                  <a:pt x="2006615" y="1418460"/>
                  <a:pt x="2014994" y="1418460"/>
                </a:cubicBezTo>
                <a:close/>
                <a:moveTo>
                  <a:pt x="1950756" y="1418460"/>
                </a:moveTo>
                <a:cubicBezTo>
                  <a:pt x="1959135" y="1418460"/>
                  <a:pt x="1966815" y="1426141"/>
                  <a:pt x="1966815" y="1434519"/>
                </a:cubicBezTo>
                <a:cubicBezTo>
                  <a:pt x="1966815" y="1443713"/>
                  <a:pt x="1959135" y="1450579"/>
                  <a:pt x="1950756" y="1450579"/>
                </a:cubicBezTo>
                <a:cubicBezTo>
                  <a:pt x="1942261" y="1450579"/>
                  <a:pt x="1934580" y="1443713"/>
                  <a:pt x="1934580" y="1434519"/>
                </a:cubicBezTo>
                <a:cubicBezTo>
                  <a:pt x="1934580" y="1426141"/>
                  <a:pt x="1942261" y="1418460"/>
                  <a:pt x="1950756" y="1418460"/>
                </a:cubicBezTo>
                <a:close/>
                <a:moveTo>
                  <a:pt x="1886402" y="1418460"/>
                </a:moveTo>
                <a:cubicBezTo>
                  <a:pt x="1894781" y="1418460"/>
                  <a:pt x="1902461" y="1426141"/>
                  <a:pt x="1902461" y="1434519"/>
                </a:cubicBezTo>
                <a:cubicBezTo>
                  <a:pt x="1902461" y="1443713"/>
                  <a:pt x="1894781" y="1450579"/>
                  <a:pt x="1886402" y="1450579"/>
                </a:cubicBezTo>
                <a:cubicBezTo>
                  <a:pt x="1877209" y="1450579"/>
                  <a:pt x="1870343" y="1443713"/>
                  <a:pt x="1870343" y="1434519"/>
                </a:cubicBezTo>
                <a:cubicBezTo>
                  <a:pt x="1870343" y="1426141"/>
                  <a:pt x="1877209" y="1418460"/>
                  <a:pt x="1886402" y="1418460"/>
                </a:cubicBezTo>
                <a:close/>
                <a:moveTo>
                  <a:pt x="1822048" y="1418460"/>
                </a:moveTo>
                <a:cubicBezTo>
                  <a:pt x="1830427" y="1418460"/>
                  <a:pt x="1838108" y="1426141"/>
                  <a:pt x="1838108" y="1434519"/>
                </a:cubicBezTo>
                <a:cubicBezTo>
                  <a:pt x="1838108" y="1443713"/>
                  <a:pt x="1830427" y="1450579"/>
                  <a:pt x="1822048" y="1450579"/>
                </a:cubicBezTo>
                <a:cubicBezTo>
                  <a:pt x="1812855" y="1450579"/>
                  <a:pt x="1805989" y="1443713"/>
                  <a:pt x="1805989" y="1434519"/>
                </a:cubicBezTo>
                <a:cubicBezTo>
                  <a:pt x="1805989" y="1426141"/>
                  <a:pt x="1812855" y="1418460"/>
                  <a:pt x="1822048" y="1418460"/>
                </a:cubicBezTo>
                <a:close/>
                <a:moveTo>
                  <a:pt x="1756879" y="1418460"/>
                </a:moveTo>
                <a:cubicBezTo>
                  <a:pt x="1766073" y="1418460"/>
                  <a:pt x="1773055" y="1426141"/>
                  <a:pt x="1773055" y="1434519"/>
                </a:cubicBezTo>
                <a:cubicBezTo>
                  <a:pt x="1773055" y="1443713"/>
                  <a:pt x="1766073" y="1450579"/>
                  <a:pt x="1756879" y="1450579"/>
                </a:cubicBezTo>
                <a:cubicBezTo>
                  <a:pt x="1748501" y="1450579"/>
                  <a:pt x="1741635" y="1443713"/>
                  <a:pt x="1741635" y="1434519"/>
                </a:cubicBezTo>
                <a:cubicBezTo>
                  <a:pt x="1741635" y="1426141"/>
                  <a:pt x="1748501" y="1418460"/>
                  <a:pt x="1756879" y="1418460"/>
                </a:cubicBezTo>
                <a:close/>
                <a:moveTo>
                  <a:pt x="1692642" y="1418460"/>
                </a:moveTo>
                <a:cubicBezTo>
                  <a:pt x="1701835" y="1418460"/>
                  <a:pt x="1708701" y="1426141"/>
                  <a:pt x="1708701" y="1434519"/>
                </a:cubicBezTo>
                <a:cubicBezTo>
                  <a:pt x="1708701" y="1443713"/>
                  <a:pt x="1701835" y="1450579"/>
                  <a:pt x="1692642" y="1450579"/>
                </a:cubicBezTo>
                <a:cubicBezTo>
                  <a:pt x="1684147" y="1450579"/>
                  <a:pt x="1676466" y="1443713"/>
                  <a:pt x="1676466" y="1434519"/>
                </a:cubicBezTo>
                <a:cubicBezTo>
                  <a:pt x="1676466" y="1426141"/>
                  <a:pt x="1684147" y="1418460"/>
                  <a:pt x="1692642" y="1418460"/>
                </a:cubicBezTo>
                <a:close/>
                <a:moveTo>
                  <a:pt x="1628287" y="1418460"/>
                </a:moveTo>
                <a:cubicBezTo>
                  <a:pt x="1636666" y="1418460"/>
                  <a:pt x="1644346" y="1426141"/>
                  <a:pt x="1644346" y="1434519"/>
                </a:cubicBezTo>
                <a:cubicBezTo>
                  <a:pt x="1644346" y="1443713"/>
                  <a:pt x="1636666" y="1450579"/>
                  <a:pt x="1628287" y="1450579"/>
                </a:cubicBezTo>
                <a:cubicBezTo>
                  <a:pt x="1619094" y="1450579"/>
                  <a:pt x="1612228" y="1443713"/>
                  <a:pt x="1612228" y="1434519"/>
                </a:cubicBezTo>
                <a:cubicBezTo>
                  <a:pt x="1612228" y="1426141"/>
                  <a:pt x="1619094" y="1418460"/>
                  <a:pt x="1628287" y="1418460"/>
                </a:cubicBezTo>
                <a:close/>
                <a:moveTo>
                  <a:pt x="1563933" y="1418460"/>
                </a:moveTo>
                <a:cubicBezTo>
                  <a:pt x="1572312" y="1418460"/>
                  <a:pt x="1579993" y="1426141"/>
                  <a:pt x="1579993" y="1434519"/>
                </a:cubicBezTo>
                <a:cubicBezTo>
                  <a:pt x="1579993" y="1443713"/>
                  <a:pt x="1572312" y="1450579"/>
                  <a:pt x="1563933" y="1450579"/>
                </a:cubicBezTo>
                <a:cubicBezTo>
                  <a:pt x="1554740" y="1450579"/>
                  <a:pt x="1547874" y="1443713"/>
                  <a:pt x="1547874" y="1434519"/>
                </a:cubicBezTo>
                <a:cubicBezTo>
                  <a:pt x="1547874" y="1426141"/>
                  <a:pt x="1554740" y="1418460"/>
                  <a:pt x="1563933" y="1418460"/>
                </a:cubicBezTo>
                <a:close/>
                <a:moveTo>
                  <a:pt x="1499579" y="1418460"/>
                </a:moveTo>
                <a:cubicBezTo>
                  <a:pt x="1508074" y="1418460"/>
                  <a:pt x="1514940" y="1426141"/>
                  <a:pt x="1514940" y="1434519"/>
                </a:cubicBezTo>
                <a:cubicBezTo>
                  <a:pt x="1514940" y="1443713"/>
                  <a:pt x="1508074" y="1450579"/>
                  <a:pt x="1499579" y="1450579"/>
                </a:cubicBezTo>
                <a:cubicBezTo>
                  <a:pt x="1490386" y="1450579"/>
                  <a:pt x="1483520" y="1443713"/>
                  <a:pt x="1483520" y="1434519"/>
                </a:cubicBezTo>
                <a:cubicBezTo>
                  <a:pt x="1483520" y="1426141"/>
                  <a:pt x="1490386" y="1418460"/>
                  <a:pt x="1499579" y="1418460"/>
                </a:cubicBezTo>
                <a:close/>
                <a:moveTo>
                  <a:pt x="1434527" y="1418460"/>
                </a:moveTo>
                <a:cubicBezTo>
                  <a:pt x="1443720" y="1418460"/>
                  <a:pt x="1450586" y="1426141"/>
                  <a:pt x="1450586" y="1434519"/>
                </a:cubicBezTo>
                <a:cubicBezTo>
                  <a:pt x="1450586" y="1443713"/>
                  <a:pt x="1443720" y="1450579"/>
                  <a:pt x="1434527" y="1450579"/>
                </a:cubicBezTo>
                <a:cubicBezTo>
                  <a:pt x="1426032" y="1450579"/>
                  <a:pt x="1418351" y="1443713"/>
                  <a:pt x="1418351" y="1434519"/>
                </a:cubicBezTo>
                <a:cubicBezTo>
                  <a:pt x="1418351" y="1426141"/>
                  <a:pt x="1426032" y="1418460"/>
                  <a:pt x="1434527" y="1418460"/>
                </a:cubicBezTo>
                <a:close/>
                <a:moveTo>
                  <a:pt x="1370173" y="1418460"/>
                </a:moveTo>
                <a:cubicBezTo>
                  <a:pt x="1379367" y="1418460"/>
                  <a:pt x="1386233" y="1426141"/>
                  <a:pt x="1386233" y="1434519"/>
                </a:cubicBezTo>
                <a:cubicBezTo>
                  <a:pt x="1386233" y="1443713"/>
                  <a:pt x="1379367" y="1450579"/>
                  <a:pt x="1370173" y="1450579"/>
                </a:cubicBezTo>
                <a:cubicBezTo>
                  <a:pt x="1361678" y="1450579"/>
                  <a:pt x="1354114" y="1443713"/>
                  <a:pt x="1354114" y="1434519"/>
                </a:cubicBezTo>
                <a:cubicBezTo>
                  <a:pt x="1354114" y="1426141"/>
                  <a:pt x="1361678" y="1418460"/>
                  <a:pt x="1370173" y="1418460"/>
                </a:cubicBezTo>
                <a:close/>
                <a:moveTo>
                  <a:pt x="1176412" y="1418460"/>
                </a:moveTo>
                <a:cubicBezTo>
                  <a:pt x="1185606" y="1418460"/>
                  <a:pt x="1192472" y="1426141"/>
                  <a:pt x="1192472" y="1434519"/>
                </a:cubicBezTo>
                <a:cubicBezTo>
                  <a:pt x="1192472" y="1443713"/>
                  <a:pt x="1185606" y="1450579"/>
                  <a:pt x="1176412" y="1450579"/>
                </a:cubicBezTo>
                <a:cubicBezTo>
                  <a:pt x="1167917" y="1450579"/>
                  <a:pt x="1161051" y="1443713"/>
                  <a:pt x="1161051" y="1434519"/>
                </a:cubicBezTo>
                <a:cubicBezTo>
                  <a:pt x="1161051" y="1426141"/>
                  <a:pt x="1167917" y="1418460"/>
                  <a:pt x="1176412" y="1418460"/>
                </a:cubicBezTo>
                <a:close/>
                <a:moveTo>
                  <a:pt x="1112058" y="1418460"/>
                </a:moveTo>
                <a:cubicBezTo>
                  <a:pt x="1121251" y="1418460"/>
                  <a:pt x="1128117" y="1426141"/>
                  <a:pt x="1128117" y="1434519"/>
                </a:cubicBezTo>
                <a:cubicBezTo>
                  <a:pt x="1128117" y="1443713"/>
                  <a:pt x="1121251" y="1450579"/>
                  <a:pt x="1112058" y="1450579"/>
                </a:cubicBezTo>
                <a:cubicBezTo>
                  <a:pt x="1103679" y="1450579"/>
                  <a:pt x="1095998" y="1443713"/>
                  <a:pt x="1095998" y="1434519"/>
                </a:cubicBezTo>
                <a:cubicBezTo>
                  <a:pt x="1095998" y="1426141"/>
                  <a:pt x="1103679" y="1418460"/>
                  <a:pt x="1112058" y="1418460"/>
                </a:cubicBezTo>
                <a:close/>
                <a:moveTo>
                  <a:pt x="1047704" y="1418460"/>
                </a:moveTo>
                <a:cubicBezTo>
                  <a:pt x="1056199" y="1418460"/>
                  <a:pt x="1063763" y="1426141"/>
                  <a:pt x="1063763" y="1434519"/>
                </a:cubicBezTo>
                <a:cubicBezTo>
                  <a:pt x="1063763" y="1443713"/>
                  <a:pt x="1056199" y="1450579"/>
                  <a:pt x="1047704" y="1450579"/>
                </a:cubicBezTo>
                <a:cubicBezTo>
                  <a:pt x="1038510" y="1450579"/>
                  <a:pt x="1031644" y="1443713"/>
                  <a:pt x="1031644" y="1434519"/>
                </a:cubicBezTo>
                <a:cubicBezTo>
                  <a:pt x="1031644" y="1426141"/>
                  <a:pt x="1038510" y="1418460"/>
                  <a:pt x="1047704" y="1418460"/>
                </a:cubicBezTo>
                <a:close/>
                <a:moveTo>
                  <a:pt x="853944" y="1418460"/>
                </a:moveTo>
                <a:cubicBezTo>
                  <a:pt x="863137" y="1418460"/>
                  <a:pt x="870003" y="1426141"/>
                  <a:pt x="870003" y="1434519"/>
                </a:cubicBezTo>
                <a:cubicBezTo>
                  <a:pt x="870003" y="1443713"/>
                  <a:pt x="863137" y="1450579"/>
                  <a:pt x="853944" y="1450579"/>
                </a:cubicBezTo>
                <a:cubicBezTo>
                  <a:pt x="845565" y="1450579"/>
                  <a:pt x="837884" y="1443713"/>
                  <a:pt x="837884" y="1434519"/>
                </a:cubicBezTo>
                <a:cubicBezTo>
                  <a:pt x="837884" y="1426141"/>
                  <a:pt x="845565" y="1418460"/>
                  <a:pt x="853944" y="1418460"/>
                </a:cubicBezTo>
                <a:close/>
                <a:moveTo>
                  <a:pt x="660998" y="1418460"/>
                </a:moveTo>
                <a:cubicBezTo>
                  <a:pt x="669376" y="1418460"/>
                  <a:pt x="676242" y="1426141"/>
                  <a:pt x="676242" y="1434519"/>
                </a:cubicBezTo>
                <a:cubicBezTo>
                  <a:pt x="676242" y="1443713"/>
                  <a:pt x="669376" y="1450579"/>
                  <a:pt x="660998" y="1450579"/>
                </a:cubicBezTo>
                <a:cubicBezTo>
                  <a:pt x="651804" y="1450579"/>
                  <a:pt x="644822" y="1443713"/>
                  <a:pt x="644822" y="1434519"/>
                </a:cubicBezTo>
                <a:cubicBezTo>
                  <a:pt x="644822" y="1426141"/>
                  <a:pt x="651804" y="1418460"/>
                  <a:pt x="660998" y="1418460"/>
                </a:cubicBezTo>
                <a:close/>
                <a:moveTo>
                  <a:pt x="595829" y="1418460"/>
                </a:moveTo>
                <a:cubicBezTo>
                  <a:pt x="605022" y="1418460"/>
                  <a:pt x="611888" y="1426141"/>
                  <a:pt x="611888" y="1434519"/>
                </a:cubicBezTo>
                <a:cubicBezTo>
                  <a:pt x="611888" y="1443713"/>
                  <a:pt x="605022" y="1450579"/>
                  <a:pt x="595829" y="1450579"/>
                </a:cubicBezTo>
                <a:cubicBezTo>
                  <a:pt x="587450" y="1450579"/>
                  <a:pt x="580468" y="1443713"/>
                  <a:pt x="580468" y="1434519"/>
                </a:cubicBezTo>
                <a:cubicBezTo>
                  <a:pt x="580468" y="1426141"/>
                  <a:pt x="587450" y="1418460"/>
                  <a:pt x="595829" y="1418460"/>
                </a:cubicBezTo>
                <a:close/>
                <a:moveTo>
                  <a:pt x="531474" y="1418460"/>
                </a:moveTo>
                <a:cubicBezTo>
                  <a:pt x="540667" y="1418460"/>
                  <a:pt x="547533" y="1426141"/>
                  <a:pt x="547533" y="1434519"/>
                </a:cubicBezTo>
                <a:cubicBezTo>
                  <a:pt x="547533" y="1443713"/>
                  <a:pt x="540667" y="1450579"/>
                  <a:pt x="531474" y="1450579"/>
                </a:cubicBezTo>
                <a:cubicBezTo>
                  <a:pt x="523095" y="1450579"/>
                  <a:pt x="515415" y="1443713"/>
                  <a:pt x="515415" y="1434519"/>
                </a:cubicBezTo>
                <a:cubicBezTo>
                  <a:pt x="515415" y="1426141"/>
                  <a:pt x="523095" y="1418460"/>
                  <a:pt x="531474" y="1418460"/>
                </a:cubicBezTo>
                <a:close/>
                <a:moveTo>
                  <a:pt x="467120" y="1418460"/>
                </a:moveTo>
                <a:cubicBezTo>
                  <a:pt x="475615" y="1418460"/>
                  <a:pt x="483296" y="1426141"/>
                  <a:pt x="483296" y="1434519"/>
                </a:cubicBezTo>
                <a:cubicBezTo>
                  <a:pt x="483296" y="1443713"/>
                  <a:pt x="475615" y="1450579"/>
                  <a:pt x="467120" y="1450579"/>
                </a:cubicBezTo>
                <a:cubicBezTo>
                  <a:pt x="457927" y="1450579"/>
                  <a:pt x="451061" y="1443713"/>
                  <a:pt x="451061" y="1434519"/>
                </a:cubicBezTo>
                <a:cubicBezTo>
                  <a:pt x="451061" y="1426141"/>
                  <a:pt x="457927" y="1418460"/>
                  <a:pt x="467120" y="1418460"/>
                </a:cubicBezTo>
                <a:close/>
                <a:moveTo>
                  <a:pt x="338529" y="1418460"/>
                </a:moveTo>
                <a:cubicBezTo>
                  <a:pt x="346907" y="1418460"/>
                  <a:pt x="353773" y="1426141"/>
                  <a:pt x="353773" y="1434519"/>
                </a:cubicBezTo>
                <a:cubicBezTo>
                  <a:pt x="353773" y="1443713"/>
                  <a:pt x="346907" y="1450579"/>
                  <a:pt x="338529" y="1450579"/>
                </a:cubicBezTo>
                <a:cubicBezTo>
                  <a:pt x="329335" y="1450579"/>
                  <a:pt x="322469" y="1443713"/>
                  <a:pt x="322469" y="1434519"/>
                </a:cubicBezTo>
                <a:cubicBezTo>
                  <a:pt x="322469" y="1426141"/>
                  <a:pt x="329335" y="1418460"/>
                  <a:pt x="338529" y="1418460"/>
                </a:cubicBezTo>
                <a:close/>
                <a:moveTo>
                  <a:pt x="3628036" y="1354106"/>
                </a:moveTo>
                <a:cubicBezTo>
                  <a:pt x="3636414" y="1354106"/>
                  <a:pt x="3644095" y="1361787"/>
                  <a:pt x="3644095" y="1370165"/>
                </a:cubicBezTo>
                <a:cubicBezTo>
                  <a:pt x="3644095" y="1379359"/>
                  <a:pt x="3636414" y="1386341"/>
                  <a:pt x="3628036" y="1386341"/>
                </a:cubicBezTo>
                <a:cubicBezTo>
                  <a:pt x="3618842" y="1386341"/>
                  <a:pt x="3611976" y="1379359"/>
                  <a:pt x="3611976" y="1370165"/>
                </a:cubicBezTo>
                <a:cubicBezTo>
                  <a:pt x="3611976" y="1361787"/>
                  <a:pt x="3618842" y="1354106"/>
                  <a:pt x="3628036" y="1354106"/>
                </a:cubicBezTo>
                <a:close/>
                <a:moveTo>
                  <a:pt x="3563682" y="1354106"/>
                </a:moveTo>
                <a:cubicBezTo>
                  <a:pt x="3572061" y="1354106"/>
                  <a:pt x="3579742" y="1361787"/>
                  <a:pt x="3579742" y="1370165"/>
                </a:cubicBezTo>
                <a:cubicBezTo>
                  <a:pt x="3579742" y="1379359"/>
                  <a:pt x="3572061" y="1386341"/>
                  <a:pt x="3563682" y="1386341"/>
                </a:cubicBezTo>
                <a:cubicBezTo>
                  <a:pt x="3554488" y="1386341"/>
                  <a:pt x="3547622" y="1379359"/>
                  <a:pt x="3547622" y="1370165"/>
                </a:cubicBezTo>
                <a:cubicBezTo>
                  <a:pt x="3547622" y="1361787"/>
                  <a:pt x="3554488" y="1354106"/>
                  <a:pt x="3563682" y="1354106"/>
                </a:cubicBezTo>
                <a:close/>
                <a:moveTo>
                  <a:pt x="3498629" y="1354106"/>
                </a:moveTo>
                <a:cubicBezTo>
                  <a:pt x="3507706" y="1354106"/>
                  <a:pt x="3514688" y="1361787"/>
                  <a:pt x="3514688" y="1370165"/>
                </a:cubicBezTo>
                <a:cubicBezTo>
                  <a:pt x="3514688" y="1379359"/>
                  <a:pt x="3507706" y="1386341"/>
                  <a:pt x="3498629" y="1386341"/>
                </a:cubicBezTo>
                <a:cubicBezTo>
                  <a:pt x="3490133" y="1386341"/>
                  <a:pt x="3483267" y="1379359"/>
                  <a:pt x="3483267" y="1370165"/>
                </a:cubicBezTo>
                <a:cubicBezTo>
                  <a:pt x="3483267" y="1361787"/>
                  <a:pt x="3490133" y="1354106"/>
                  <a:pt x="3498629" y="1354106"/>
                </a:cubicBezTo>
                <a:close/>
                <a:moveTo>
                  <a:pt x="3434275" y="1354106"/>
                </a:moveTo>
                <a:cubicBezTo>
                  <a:pt x="3443468" y="1354106"/>
                  <a:pt x="3450334" y="1361787"/>
                  <a:pt x="3450334" y="1370165"/>
                </a:cubicBezTo>
                <a:cubicBezTo>
                  <a:pt x="3450334" y="1379359"/>
                  <a:pt x="3443468" y="1386341"/>
                  <a:pt x="3434275" y="1386341"/>
                </a:cubicBezTo>
                <a:cubicBezTo>
                  <a:pt x="3425780" y="1386341"/>
                  <a:pt x="3418099" y="1379359"/>
                  <a:pt x="3418099" y="1370165"/>
                </a:cubicBezTo>
                <a:cubicBezTo>
                  <a:pt x="3418099" y="1361787"/>
                  <a:pt x="3425780" y="1354106"/>
                  <a:pt x="3434275" y="1354106"/>
                </a:cubicBezTo>
                <a:close/>
                <a:moveTo>
                  <a:pt x="3369921" y="1354106"/>
                </a:moveTo>
                <a:cubicBezTo>
                  <a:pt x="3379115" y="1354106"/>
                  <a:pt x="3385981" y="1361787"/>
                  <a:pt x="3385981" y="1370165"/>
                </a:cubicBezTo>
                <a:cubicBezTo>
                  <a:pt x="3385981" y="1379359"/>
                  <a:pt x="3379115" y="1386341"/>
                  <a:pt x="3369921" y="1386341"/>
                </a:cubicBezTo>
                <a:cubicBezTo>
                  <a:pt x="3361426" y="1386341"/>
                  <a:pt x="3353862" y="1379359"/>
                  <a:pt x="3353862" y="1370165"/>
                </a:cubicBezTo>
                <a:cubicBezTo>
                  <a:pt x="3353862" y="1361787"/>
                  <a:pt x="3361426" y="1354106"/>
                  <a:pt x="3369921" y="1354106"/>
                </a:cubicBezTo>
                <a:close/>
                <a:moveTo>
                  <a:pt x="3305567" y="1354106"/>
                </a:moveTo>
                <a:cubicBezTo>
                  <a:pt x="3313946" y="1354106"/>
                  <a:pt x="3321627" y="1361787"/>
                  <a:pt x="3321627" y="1370165"/>
                </a:cubicBezTo>
                <a:cubicBezTo>
                  <a:pt x="3321627" y="1379359"/>
                  <a:pt x="3313946" y="1386341"/>
                  <a:pt x="3305567" y="1386341"/>
                </a:cubicBezTo>
                <a:cubicBezTo>
                  <a:pt x="3296374" y="1386341"/>
                  <a:pt x="3289508" y="1379359"/>
                  <a:pt x="3289508" y="1370165"/>
                </a:cubicBezTo>
                <a:cubicBezTo>
                  <a:pt x="3289508" y="1361787"/>
                  <a:pt x="3296374" y="1354106"/>
                  <a:pt x="3305567" y="1354106"/>
                </a:cubicBezTo>
                <a:close/>
                <a:moveTo>
                  <a:pt x="3241213" y="1354106"/>
                </a:moveTo>
                <a:cubicBezTo>
                  <a:pt x="3249708" y="1354106"/>
                  <a:pt x="3256574" y="1361787"/>
                  <a:pt x="3256574" y="1370165"/>
                </a:cubicBezTo>
                <a:cubicBezTo>
                  <a:pt x="3256574" y="1379359"/>
                  <a:pt x="3249708" y="1386341"/>
                  <a:pt x="3241213" y="1386341"/>
                </a:cubicBezTo>
                <a:cubicBezTo>
                  <a:pt x="3232020" y="1386341"/>
                  <a:pt x="3225154" y="1379359"/>
                  <a:pt x="3225154" y="1370165"/>
                </a:cubicBezTo>
                <a:cubicBezTo>
                  <a:pt x="3225154" y="1361787"/>
                  <a:pt x="3232020" y="1354106"/>
                  <a:pt x="3241213" y="1354106"/>
                </a:cubicBezTo>
                <a:close/>
                <a:moveTo>
                  <a:pt x="3176161" y="1354106"/>
                </a:moveTo>
                <a:cubicBezTo>
                  <a:pt x="3185354" y="1354106"/>
                  <a:pt x="3192220" y="1361787"/>
                  <a:pt x="3192220" y="1370165"/>
                </a:cubicBezTo>
                <a:cubicBezTo>
                  <a:pt x="3192220" y="1379359"/>
                  <a:pt x="3185354" y="1386341"/>
                  <a:pt x="3176161" y="1386341"/>
                </a:cubicBezTo>
                <a:cubicBezTo>
                  <a:pt x="3167666" y="1386341"/>
                  <a:pt x="3160102" y="1379359"/>
                  <a:pt x="3160102" y="1370165"/>
                </a:cubicBezTo>
                <a:cubicBezTo>
                  <a:pt x="3160102" y="1361787"/>
                  <a:pt x="3167666" y="1354106"/>
                  <a:pt x="3176161" y="1354106"/>
                </a:cubicBezTo>
                <a:close/>
                <a:moveTo>
                  <a:pt x="3111806" y="1354106"/>
                </a:moveTo>
                <a:cubicBezTo>
                  <a:pt x="3121000" y="1354106"/>
                  <a:pt x="3127866" y="1361787"/>
                  <a:pt x="3127866" y="1370165"/>
                </a:cubicBezTo>
                <a:cubicBezTo>
                  <a:pt x="3127866" y="1379359"/>
                  <a:pt x="3121000" y="1386341"/>
                  <a:pt x="3111806" y="1386341"/>
                </a:cubicBezTo>
                <a:cubicBezTo>
                  <a:pt x="3103427" y="1386341"/>
                  <a:pt x="3095747" y="1379359"/>
                  <a:pt x="3095747" y="1370165"/>
                </a:cubicBezTo>
                <a:cubicBezTo>
                  <a:pt x="3095747" y="1361787"/>
                  <a:pt x="3103427" y="1354106"/>
                  <a:pt x="3111806" y="1354106"/>
                </a:cubicBezTo>
                <a:close/>
                <a:moveTo>
                  <a:pt x="3047452" y="1354106"/>
                </a:moveTo>
                <a:cubicBezTo>
                  <a:pt x="3055831" y="1354106"/>
                  <a:pt x="3063512" y="1361787"/>
                  <a:pt x="3063512" y="1370165"/>
                </a:cubicBezTo>
                <a:cubicBezTo>
                  <a:pt x="3063512" y="1379359"/>
                  <a:pt x="3055831" y="1386341"/>
                  <a:pt x="3047452" y="1386341"/>
                </a:cubicBezTo>
                <a:cubicBezTo>
                  <a:pt x="3038259" y="1386341"/>
                  <a:pt x="3031393" y="1379359"/>
                  <a:pt x="3031393" y="1370165"/>
                </a:cubicBezTo>
                <a:cubicBezTo>
                  <a:pt x="3031393" y="1361787"/>
                  <a:pt x="3038259" y="1354106"/>
                  <a:pt x="3047452" y="1354106"/>
                </a:cubicBezTo>
                <a:close/>
                <a:moveTo>
                  <a:pt x="2983099" y="1354106"/>
                </a:moveTo>
                <a:cubicBezTo>
                  <a:pt x="2991594" y="1354106"/>
                  <a:pt x="2999158" y="1361787"/>
                  <a:pt x="2999158" y="1370165"/>
                </a:cubicBezTo>
                <a:cubicBezTo>
                  <a:pt x="2999158" y="1379359"/>
                  <a:pt x="2991594" y="1386341"/>
                  <a:pt x="2983099" y="1386341"/>
                </a:cubicBezTo>
                <a:cubicBezTo>
                  <a:pt x="2973905" y="1386341"/>
                  <a:pt x="2967039" y="1379359"/>
                  <a:pt x="2967039" y="1370165"/>
                </a:cubicBezTo>
                <a:cubicBezTo>
                  <a:pt x="2967039" y="1361787"/>
                  <a:pt x="2973905" y="1354106"/>
                  <a:pt x="2983099" y="1354106"/>
                </a:cubicBezTo>
                <a:close/>
                <a:moveTo>
                  <a:pt x="2918046" y="1354106"/>
                </a:moveTo>
                <a:cubicBezTo>
                  <a:pt x="2927240" y="1354106"/>
                  <a:pt x="2934106" y="1361787"/>
                  <a:pt x="2934106" y="1370165"/>
                </a:cubicBezTo>
                <a:cubicBezTo>
                  <a:pt x="2934106" y="1379359"/>
                  <a:pt x="2927240" y="1386341"/>
                  <a:pt x="2918046" y="1386341"/>
                </a:cubicBezTo>
                <a:cubicBezTo>
                  <a:pt x="2909551" y="1386341"/>
                  <a:pt x="2902685" y="1379359"/>
                  <a:pt x="2902685" y="1370165"/>
                </a:cubicBezTo>
                <a:cubicBezTo>
                  <a:pt x="2902685" y="1361787"/>
                  <a:pt x="2909551" y="1354106"/>
                  <a:pt x="2918046" y="1354106"/>
                </a:cubicBezTo>
                <a:close/>
                <a:moveTo>
                  <a:pt x="2853692" y="1354106"/>
                </a:moveTo>
                <a:cubicBezTo>
                  <a:pt x="2862886" y="1354106"/>
                  <a:pt x="2869752" y="1361787"/>
                  <a:pt x="2869752" y="1370165"/>
                </a:cubicBezTo>
                <a:cubicBezTo>
                  <a:pt x="2869752" y="1379359"/>
                  <a:pt x="2862886" y="1386341"/>
                  <a:pt x="2853692" y="1386341"/>
                </a:cubicBezTo>
                <a:cubicBezTo>
                  <a:pt x="2845313" y="1386341"/>
                  <a:pt x="2837633" y="1379359"/>
                  <a:pt x="2837633" y="1370165"/>
                </a:cubicBezTo>
                <a:cubicBezTo>
                  <a:pt x="2837633" y="1361787"/>
                  <a:pt x="2845313" y="1354106"/>
                  <a:pt x="2853692" y="1354106"/>
                </a:cubicBezTo>
                <a:close/>
                <a:moveTo>
                  <a:pt x="2789338" y="1354106"/>
                </a:moveTo>
                <a:cubicBezTo>
                  <a:pt x="2798532" y="1354106"/>
                  <a:pt x="2805398" y="1361787"/>
                  <a:pt x="2805398" y="1370165"/>
                </a:cubicBezTo>
                <a:cubicBezTo>
                  <a:pt x="2805398" y="1379359"/>
                  <a:pt x="2798532" y="1386341"/>
                  <a:pt x="2789338" y="1386341"/>
                </a:cubicBezTo>
                <a:cubicBezTo>
                  <a:pt x="2780959" y="1386341"/>
                  <a:pt x="2773279" y="1379359"/>
                  <a:pt x="2773279" y="1370165"/>
                </a:cubicBezTo>
                <a:cubicBezTo>
                  <a:pt x="2773279" y="1361787"/>
                  <a:pt x="2780959" y="1354106"/>
                  <a:pt x="2789338" y="1354106"/>
                </a:cubicBezTo>
                <a:close/>
                <a:moveTo>
                  <a:pt x="2724984" y="1354106"/>
                </a:moveTo>
                <a:cubicBezTo>
                  <a:pt x="2733479" y="1354106"/>
                  <a:pt x="2741159" y="1361787"/>
                  <a:pt x="2741159" y="1370165"/>
                </a:cubicBezTo>
                <a:cubicBezTo>
                  <a:pt x="2741159" y="1379359"/>
                  <a:pt x="2733479" y="1386341"/>
                  <a:pt x="2724984" y="1386341"/>
                </a:cubicBezTo>
                <a:cubicBezTo>
                  <a:pt x="2715790" y="1386341"/>
                  <a:pt x="2708924" y="1379359"/>
                  <a:pt x="2708924" y="1370165"/>
                </a:cubicBezTo>
                <a:cubicBezTo>
                  <a:pt x="2708924" y="1361787"/>
                  <a:pt x="2715790" y="1354106"/>
                  <a:pt x="2724984" y="1354106"/>
                </a:cubicBezTo>
                <a:close/>
                <a:moveTo>
                  <a:pt x="2660630" y="1354106"/>
                </a:moveTo>
                <a:cubicBezTo>
                  <a:pt x="2669125" y="1354106"/>
                  <a:pt x="2675991" y="1361787"/>
                  <a:pt x="2675991" y="1370165"/>
                </a:cubicBezTo>
                <a:cubicBezTo>
                  <a:pt x="2675991" y="1379359"/>
                  <a:pt x="2669125" y="1386341"/>
                  <a:pt x="2660630" y="1386341"/>
                </a:cubicBezTo>
                <a:cubicBezTo>
                  <a:pt x="2651553" y="1386341"/>
                  <a:pt x="2644570" y="1379359"/>
                  <a:pt x="2644570" y="1370165"/>
                </a:cubicBezTo>
                <a:cubicBezTo>
                  <a:pt x="2644570" y="1361787"/>
                  <a:pt x="2651553" y="1354106"/>
                  <a:pt x="2660630" y="1354106"/>
                </a:cubicBezTo>
                <a:close/>
                <a:moveTo>
                  <a:pt x="2595577" y="1354106"/>
                </a:moveTo>
                <a:cubicBezTo>
                  <a:pt x="2604771" y="1354106"/>
                  <a:pt x="2611637" y="1361787"/>
                  <a:pt x="2611637" y="1370165"/>
                </a:cubicBezTo>
                <a:cubicBezTo>
                  <a:pt x="2611637" y="1379359"/>
                  <a:pt x="2604771" y="1386341"/>
                  <a:pt x="2595577" y="1386341"/>
                </a:cubicBezTo>
                <a:cubicBezTo>
                  <a:pt x="2587198" y="1386341"/>
                  <a:pt x="2579518" y="1379359"/>
                  <a:pt x="2579518" y="1370165"/>
                </a:cubicBezTo>
                <a:cubicBezTo>
                  <a:pt x="2579518" y="1361787"/>
                  <a:pt x="2587198" y="1354106"/>
                  <a:pt x="2595577" y="1354106"/>
                </a:cubicBezTo>
                <a:close/>
                <a:moveTo>
                  <a:pt x="2531224" y="1354106"/>
                </a:moveTo>
                <a:cubicBezTo>
                  <a:pt x="2539719" y="1354106"/>
                  <a:pt x="2547283" y="1361787"/>
                  <a:pt x="2547283" y="1370165"/>
                </a:cubicBezTo>
                <a:cubicBezTo>
                  <a:pt x="2547283" y="1379359"/>
                  <a:pt x="2539719" y="1386341"/>
                  <a:pt x="2531224" y="1386341"/>
                </a:cubicBezTo>
                <a:cubicBezTo>
                  <a:pt x="2522845" y="1386341"/>
                  <a:pt x="2515164" y="1379359"/>
                  <a:pt x="2515164" y="1370165"/>
                </a:cubicBezTo>
                <a:cubicBezTo>
                  <a:pt x="2515164" y="1361787"/>
                  <a:pt x="2522845" y="1354106"/>
                  <a:pt x="2531224" y="1354106"/>
                </a:cubicBezTo>
                <a:close/>
                <a:moveTo>
                  <a:pt x="2466869" y="1354106"/>
                </a:moveTo>
                <a:cubicBezTo>
                  <a:pt x="2475364" y="1354106"/>
                  <a:pt x="2483044" y="1361787"/>
                  <a:pt x="2483044" y="1370165"/>
                </a:cubicBezTo>
                <a:cubicBezTo>
                  <a:pt x="2483044" y="1379359"/>
                  <a:pt x="2475364" y="1386341"/>
                  <a:pt x="2466869" y="1386341"/>
                </a:cubicBezTo>
                <a:cubicBezTo>
                  <a:pt x="2457675" y="1386341"/>
                  <a:pt x="2450809" y="1379359"/>
                  <a:pt x="2450809" y="1370165"/>
                </a:cubicBezTo>
                <a:cubicBezTo>
                  <a:pt x="2450809" y="1361787"/>
                  <a:pt x="2457675" y="1354106"/>
                  <a:pt x="2466869" y="1354106"/>
                </a:cubicBezTo>
                <a:close/>
                <a:moveTo>
                  <a:pt x="2402631" y="1354106"/>
                </a:moveTo>
                <a:cubicBezTo>
                  <a:pt x="2411010" y="1354106"/>
                  <a:pt x="2418690" y="1361787"/>
                  <a:pt x="2418690" y="1370165"/>
                </a:cubicBezTo>
                <a:cubicBezTo>
                  <a:pt x="2418690" y="1379359"/>
                  <a:pt x="2411010" y="1386341"/>
                  <a:pt x="2402631" y="1386341"/>
                </a:cubicBezTo>
                <a:cubicBezTo>
                  <a:pt x="2393438" y="1386341"/>
                  <a:pt x="2386455" y="1379359"/>
                  <a:pt x="2386455" y="1370165"/>
                </a:cubicBezTo>
                <a:cubicBezTo>
                  <a:pt x="2386455" y="1361787"/>
                  <a:pt x="2393438" y="1354106"/>
                  <a:pt x="2402631" y="1354106"/>
                </a:cubicBezTo>
                <a:close/>
                <a:moveTo>
                  <a:pt x="2337462" y="1354106"/>
                </a:moveTo>
                <a:cubicBezTo>
                  <a:pt x="2346656" y="1354106"/>
                  <a:pt x="2353522" y="1361787"/>
                  <a:pt x="2353522" y="1370165"/>
                </a:cubicBezTo>
                <a:cubicBezTo>
                  <a:pt x="2353522" y="1379359"/>
                  <a:pt x="2346656" y="1386341"/>
                  <a:pt x="2337462" y="1386341"/>
                </a:cubicBezTo>
                <a:cubicBezTo>
                  <a:pt x="2329084" y="1386341"/>
                  <a:pt x="2322218" y="1379359"/>
                  <a:pt x="2322218" y="1370165"/>
                </a:cubicBezTo>
                <a:cubicBezTo>
                  <a:pt x="2322218" y="1361787"/>
                  <a:pt x="2329084" y="1354106"/>
                  <a:pt x="2337462" y="1354106"/>
                </a:cubicBezTo>
                <a:close/>
                <a:moveTo>
                  <a:pt x="2273109" y="1354106"/>
                </a:moveTo>
                <a:cubicBezTo>
                  <a:pt x="2282302" y="1354106"/>
                  <a:pt x="2289284" y="1361787"/>
                  <a:pt x="2289284" y="1370165"/>
                </a:cubicBezTo>
                <a:cubicBezTo>
                  <a:pt x="2289284" y="1379359"/>
                  <a:pt x="2282302" y="1386341"/>
                  <a:pt x="2273109" y="1386341"/>
                </a:cubicBezTo>
                <a:cubicBezTo>
                  <a:pt x="2264730" y="1386341"/>
                  <a:pt x="2257049" y="1379359"/>
                  <a:pt x="2257049" y="1370165"/>
                </a:cubicBezTo>
                <a:cubicBezTo>
                  <a:pt x="2257049" y="1361787"/>
                  <a:pt x="2264730" y="1354106"/>
                  <a:pt x="2273109" y="1354106"/>
                </a:cubicBezTo>
                <a:close/>
                <a:moveTo>
                  <a:pt x="2208755" y="1354106"/>
                </a:moveTo>
                <a:cubicBezTo>
                  <a:pt x="2217948" y="1354106"/>
                  <a:pt x="2224930" y="1361787"/>
                  <a:pt x="2224930" y="1370165"/>
                </a:cubicBezTo>
                <a:cubicBezTo>
                  <a:pt x="2224930" y="1379359"/>
                  <a:pt x="2217948" y="1386341"/>
                  <a:pt x="2208755" y="1386341"/>
                </a:cubicBezTo>
                <a:cubicBezTo>
                  <a:pt x="2199561" y="1386341"/>
                  <a:pt x="2192695" y="1379359"/>
                  <a:pt x="2192695" y="1370165"/>
                </a:cubicBezTo>
                <a:cubicBezTo>
                  <a:pt x="2192695" y="1361787"/>
                  <a:pt x="2200376" y="1354106"/>
                  <a:pt x="2208755" y="1354106"/>
                </a:cubicBezTo>
                <a:close/>
                <a:moveTo>
                  <a:pt x="2144517" y="1354106"/>
                </a:moveTo>
                <a:cubicBezTo>
                  <a:pt x="2152896" y="1354106"/>
                  <a:pt x="2160576" y="1361787"/>
                  <a:pt x="2160576" y="1370165"/>
                </a:cubicBezTo>
                <a:cubicBezTo>
                  <a:pt x="2160576" y="1379359"/>
                  <a:pt x="2152896" y="1386341"/>
                  <a:pt x="2144517" y="1386341"/>
                </a:cubicBezTo>
                <a:cubicBezTo>
                  <a:pt x="2135324" y="1386341"/>
                  <a:pt x="2128341" y="1379359"/>
                  <a:pt x="2128341" y="1370165"/>
                </a:cubicBezTo>
                <a:cubicBezTo>
                  <a:pt x="2128341" y="1361787"/>
                  <a:pt x="2135324" y="1354106"/>
                  <a:pt x="2144517" y="1354106"/>
                </a:cubicBezTo>
                <a:close/>
                <a:moveTo>
                  <a:pt x="2080163" y="1354106"/>
                </a:moveTo>
                <a:cubicBezTo>
                  <a:pt x="2088542" y="1354106"/>
                  <a:pt x="2095408" y="1361787"/>
                  <a:pt x="2095408" y="1370165"/>
                </a:cubicBezTo>
                <a:cubicBezTo>
                  <a:pt x="2095408" y="1379359"/>
                  <a:pt x="2088542" y="1386341"/>
                  <a:pt x="2080163" y="1386341"/>
                </a:cubicBezTo>
                <a:cubicBezTo>
                  <a:pt x="2070970" y="1386341"/>
                  <a:pt x="2064104" y="1379359"/>
                  <a:pt x="2064104" y="1370165"/>
                </a:cubicBezTo>
                <a:cubicBezTo>
                  <a:pt x="2064104" y="1361787"/>
                  <a:pt x="2070970" y="1354106"/>
                  <a:pt x="2080163" y="1354106"/>
                </a:cubicBezTo>
                <a:close/>
                <a:moveTo>
                  <a:pt x="2014994" y="1354106"/>
                </a:moveTo>
                <a:cubicBezTo>
                  <a:pt x="2024187" y="1354106"/>
                  <a:pt x="2031169" y="1361787"/>
                  <a:pt x="2031169" y="1370165"/>
                </a:cubicBezTo>
                <a:cubicBezTo>
                  <a:pt x="2031169" y="1379359"/>
                  <a:pt x="2024187" y="1386341"/>
                  <a:pt x="2014994" y="1386341"/>
                </a:cubicBezTo>
                <a:cubicBezTo>
                  <a:pt x="2006615" y="1386341"/>
                  <a:pt x="1998934" y="1379359"/>
                  <a:pt x="1998934" y="1370165"/>
                </a:cubicBezTo>
                <a:cubicBezTo>
                  <a:pt x="1998934" y="1361787"/>
                  <a:pt x="2006615" y="1354106"/>
                  <a:pt x="2014994" y="1354106"/>
                </a:cubicBezTo>
                <a:close/>
                <a:moveTo>
                  <a:pt x="1950756" y="1354106"/>
                </a:moveTo>
                <a:cubicBezTo>
                  <a:pt x="1959135" y="1354106"/>
                  <a:pt x="1966815" y="1361787"/>
                  <a:pt x="1966815" y="1370165"/>
                </a:cubicBezTo>
                <a:cubicBezTo>
                  <a:pt x="1966815" y="1379359"/>
                  <a:pt x="1959135" y="1386341"/>
                  <a:pt x="1950756" y="1386341"/>
                </a:cubicBezTo>
                <a:cubicBezTo>
                  <a:pt x="1942261" y="1386341"/>
                  <a:pt x="1934580" y="1379359"/>
                  <a:pt x="1934580" y="1370165"/>
                </a:cubicBezTo>
                <a:cubicBezTo>
                  <a:pt x="1934580" y="1361787"/>
                  <a:pt x="1942261" y="1354106"/>
                  <a:pt x="1950756" y="1354106"/>
                </a:cubicBezTo>
                <a:close/>
                <a:moveTo>
                  <a:pt x="1886402" y="1354106"/>
                </a:moveTo>
                <a:cubicBezTo>
                  <a:pt x="1894781" y="1354106"/>
                  <a:pt x="1902461" y="1361787"/>
                  <a:pt x="1902461" y="1370165"/>
                </a:cubicBezTo>
                <a:cubicBezTo>
                  <a:pt x="1902461" y="1379359"/>
                  <a:pt x="1894781" y="1386341"/>
                  <a:pt x="1886402" y="1386341"/>
                </a:cubicBezTo>
                <a:cubicBezTo>
                  <a:pt x="1877209" y="1386341"/>
                  <a:pt x="1870343" y="1379359"/>
                  <a:pt x="1870343" y="1370165"/>
                </a:cubicBezTo>
                <a:cubicBezTo>
                  <a:pt x="1870343" y="1361787"/>
                  <a:pt x="1877209" y="1354106"/>
                  <a:pt x="1886402" y="1354106"/>
                </a:cubicBezTo>
                <a:close/>
                <a:moveTo>
                  <a:pt x="1822048" y="1354106"/>
                </a:moveTo>
                <a:cubicBezTo>
                  <a:pt x="1830427" y="1354106"/>
                  <a:pt x="1838108" y="1361787"/>
                  <a:pt x="1838108" y="1370165"/>
                </a:cubicBezTo>
                <a:cubicBezTo>
                  <a:pt x="1838108" y="1379359"/>
                  <a:pt x="1830427" y="1386341"/>
                  <a:pt x="1822048" y="1386341"/>
                </a:cubicBezTo>
                <a:cubicBezTo>
                  <a:pt x="1812855" y="1386341"/>
                  <a:pt x="1805989" y="1379359"/>
                  <a:pt x="1805989" y="1370165"/>
                </a:cubicBezTo>
                <a:cubicBezTo>
                  <a:pt x="1805989" y="1361787"/>
                  <a:pt x="1812855" y="1354106"/>
                  <a:pt x="1822048" y="1354106"/>
                </a:cubicBezTo>
                <a:close/>
                <a:moveTo>
                  <a:pt x="1756879" y="1354106"/>
                </a:moveTo>
                <a:cubicBezTo>
                  <a:pt x="1766073" y="1354106"/>
                  <a:pt x="1773055" y="1361787"/>
                  <a:pt x="1773055" y="1370165"/>
                </a:cubicBezTo>
                <a:cubicBezTo>
                  <a:pt x="1773055" y="1379359"/>
                  <a:pt x="1766073" y="1386341"/>
                  <a:pt x="1756879" y="1386341"/>
                </a:cubicBezTo>
                <a:cubicBezTo>
                  <a:pt x="1748501" y="1386341"/>
                  <a:pt x="1741635" y="1379359"/>
                  <a:pt x="1741635" y="1370165"/>
                </a:cubicBezTo>
                <a:cubicBezTo>
                  <a:pt x="1741635" y="1361787"/>
                  <a:pt x="1748501" y="1354106"/>
                  <a:pt x="1756879" y="1354106"/>
                </a:cubicBezTo>
                <a:close/>
                <a:moveTo>
                  <a:pt x="1692642" y="1354106"/>
                </a:moveTo>
                <a:cubicBezTo>
                  <a:pt x="1701835" y="1354106"/>
                  <a:pt x="1708701" y="1361787"/>
                  <a:pt x="1708701" y="1370165"/>
                </a:cubicBezTo>
                <a:cubicBezTo>
                  <a:pt x="1708701" y="1379359"/>
                  <a:pt x="1701835" y="1386341"/>
                  <a:pt x="1692642" y="1386341"/>
                </a:cubicBezTo>
                <a:cubicBezTo>
                  <a:pt x="1684147" y="1386341"/>
                  <a:pt x="1676466" y="1379359"/>
                  <a:pt x="1676466" y="1370165"/>
                </a:cubicBezTo>
                <a:cubicBezTo>
                  <a:pt x="1676466" y="1361787"/>
                  <a:pt x="1684147" y="1354106"/>
                  <a:pt x="1692642" y="1354106"/>
                </a:cubicBezTo>
                <a:close/>
                <a:moveTo>
                  <a:pt x="1628287" y="1354106"/>
                </a:moveTo>
                <a:cubicBezTo>
                  <a:pt x="1636666" y="1354106"/>
                  <a:pt x="1644346" y="1361787"/>
                  <a:pt x="1644346" y="1370165"/>
                </a:cubicBezTo>
                <a:cubicBezTo>
                  <a:pt x="1644346" y="1379359"/>
                  <a:pt x="1636666" y="1386341"/>
                  <a:pt x="1628287" y="1386341"/>
                </a:cubicBezTo>
                <a:cubicBezTo>
                  <a:pt x="1619094" y="1386341"/>
                  <a:pt x="1612228" y="1379359"/>
                  <a:pt x="1612228" y="1370165"/>
                </a:cubicBezTo>
                <a:cubicBezTo>
                  <a:pt x="1612228" y="1361787"/>
                  <a:pt x="1619094" y="1354106"/>
                  <a:pt x="1628287" y="1354106"/>
                </a:cubicBezTo>
                <a:close/>
                <a:moveTo>
                  <a:pt x="1563933" y="1354106"/>
                </a:moveTo>
                <a:cubicBezTo>
                  <a:pt x="1572312" y="1354106"/>
                  <a:pt x="1579993" y="1361787"/>
                  <a:pt x="1579993" y="1370165"/>
                </a:cubicBezTo>
                <a:cubicBezTo>
                  <a:pt x="1579993" y="1379359"/>
                  <a:pt x="1572312" y="1386341"/>
                  <a:pt x="1563933" y="1386341"/>
                </a:cubicBezTo>
                <a:cubicBezTo>
                  <a:pt x="1554740" y="1386341"/>
                  <a:pt x="1547874" y="1379359"/>
                  <a:pt x="1547874" y="1370165"/>
                </a:cubicBezTo>
                <a:cubicBezTo>
                  <a:pt x="1547874" y="1361787"/>
                  <a:pt x="1554740" y="1354106"/>
                  <a:pt x="1563933" y="1354106"/>
                </a:cubicBezTo>
                <a:close/>
                <a:moveTo>
                  <a:pt x="1499579" y="1354106"/>
                </a:moveTo>
                <a:cubicBezTo>
                  <a:pt x="1508074" y="1354106"/>
                  <a:pt x="1514940" y="1361787"/>
                  <a:pt x="1514940" y="1370165"/>
                </a:cubicBezTo>
                <a:cubicBezTo>
                  <a:pt x="1514940" y="1379359"/>
                  <a:pt x="1508074" y="1386341"/>
                  <a:pt x="1499579" y="1386341"/>
                </a:cubicBezTo>
                <a:cubicBezTo>
                  <a:pt x="1490386" y="1386341"/>
                  <a:pt x="1483520" y="1379359"/>
                  <a:pt x="1483520" y="1370165"/>
                </a:cubicBezTo>
                <a:cubicBezTo>
                  <a:pt x="1483520" y="1361787"/>
                  <a:pt x="1490386" y="1354106"/>
                  <a:pt x="1499579" y="1354106"/>
                </a:cubicBezTo>
                <a:close/>
                <a:moveTo>
                  <a:pt x="1434527" y="1354106"/>
                </a:moveTo>
                <a:cubicBezTo>
                  <a:pt x="1443720" y="1354106"/>
                  <a:pt x="1450586" y="1361787"/>
                  <a:pt x="1450586" y="1370165"/>
                </a:cubicBezTo>
                <a:cubicBezTo>
                  <a:pt x="1450586" y="1379359"/>
                  <a:pt x="1443720" y="1386341"/>
                  <a:pt x="1434527" y="1386341"/>
                </a:cubicBezTo>
                <a:cubicBezTo>
                  <a:pt x="1426032" y="1386341"/>
                  <a:pt x="1418351" y="1379359"/>
                  <a:pt x="1418351" y="1370165"/>
                </a:cubicBezTo>
                <a:cubicBezTo>
                  <a:pt x="1418351" y="1361787"/>
                  <a:pt x="1426032" y="1354106"/>
                  <a:pt x="1434527" y="1354106"/>
                </a:cubicBezTo>
                <a:close/>
                <a:moveTo>
                  <a:pt x="1370173" y="1354106"/>
                </a:moveTo>
                <a:cubicBezTo>
                  <a:pt x="1379367" y="1354106"/>
                  <a:pt x="1386233" y="1361787"/>
                  <a:pt x="1386233" y="1370165"/>
                </a:cubicBezTo>
                <a:cubicBezTo>
                  <a:pt x="1386233" y="1379359"/>
                  <a:pt x="1379367" y="1386341"/>
                  <a:pt x="1370173" y="1386341"/>
                </a:cubicBezTo>
                <a:cubicBezTo>
                  <a:pt x="1361678" y="1386341"/>
                  <a:pt x="1354114" y="1379359"/>
                  <a:pt x="1354114" y="1370165"/>
                </a:cubicBezTo>
                <a:cubicBezTo>
                  <a:pt x="1354114" y="1361787"/>
                  <a:pt x="1361678" y="1354106"/>
                  <a:pt x="1370173" y="1354106"/>
                </a:cubicBezTo>
                <a:close/>
                <a:moveTo>
                  <a:pt x="1305819" y="1354106"/>
                </a:moveTo>
                <a:cubicBezTo>
                  <a:pt x="1314198" y="1354106"/>
                  <a:pt x="1321879" y="1361787"/>
                  <a:pt x="1321879" y="1370165"/>
                </a:cubicBezTo>
                <a:cubicBezTo>
                  <a:pt x="1321879" y="1379359"/>
                  <a:pt x="1314198" y="1386341"/>
                  <a:pt x="1305819" y="1386341"/>
                </a:cubicBezTo>
                <a:cubicBezTo>
                  <a:pt x="1296626" y="1386341"/>
                  <a:pt x="1289760" y="1379359"/>
                  <a:pt x="1289760" y="1370165"/>
                </a:cubicBezTo>
                <a:cubicBezTo>
                  <a:pt x="1289760" y="1361787"/>
                  <a:pt x="1296626" y="1354106"/>
                  <a:pt x="1305819" y="1354106"/>
                </a:cubicBezTo>
                <a:close/>
                <a:moveTo>
                  <a:pt x="1241465" y="1354106"/>
                </a:moveTo>
                <a:cubicBezTo>
                  <a:pt x="1249960" y="1354106"/>
                  <a:pt x="1256826" y="1361787"/>
                  <a:pt x="1256826" y="1370165"/>
                </a:cubicBezTo>
                <a:cubicBezTo>
                  <a:pt x="1256826" y="1379359"/>
                  <a:pt x="1249960" y="1386341"/>
                  <a:pt x="1241465" y="1386341"/>
                </a:cubicBezTo>
                <a:cubicBezTo>
                  <a:pt x="1232272" y="1386341"/>
                  <a:pt x="1225406" y="1379359"/>
                  <a:pt x="1225406" y="1370165"/>
                </a:cubicBezTo>
                <a:cubicBezTo>
                  <a:pt x="1225406" y="1361787"/>
                  <a:pt x="1232272" y="1354106"/>
                  <a:pt x="1241465" y="1354106"/>
                </a:cubicBezTo>
                <a:close/>
                <a:moveTo>
                  <a:pt x="1176412" y="1354106"/>
                </a:moveTo>
                <a:cubicBezTo>
                  <a:pt x="1185606" y="1354106"/>
                  <a:pt x="1192472" y="1361787"/>
                  <a:pt x="1192472" y="1370165"/>
                </a:cubicBezTo>
                <a:cubicBezTo>
                  <a:pt x="1192472" y="1379359"/>
                  <a:pt x="1185606" y="1386341"/>
                  <a:pt x="1176412" y="1386341"/>
                </a:cubicBezTo>
                <a:cubicBezTo>
                  <a:pt x="1167917" y="1386341"/>
                  <a:pt x="1161051" y="1379359"/>
                  <a:pt x="1161051" y="1370165"/>
                </a:cubicBezTo>
                <a:cubicBezTo>
                  <a:pt x="1161051" y="1361787"/>
                  <a:pt x="1167917" y="1354106"/>
                  <a:pt x="1176412" y="1354106"/>
                </a:cubicBezTo>
                <a:close/>
                <a:moveTo>
                  <a:pt x="1112058" y="1354106"/>
                </a:moveTo>
                <a:cubicBezTo>
                  <a:pt x="1121251" y="1354106"/>
                  <a:pt x="1128117" y="1361787"/>
                  <a:pt x="1128117" y="1370165"/>
                </a:cubicBezTo>
                <a:cubicBezTo>
                  <a:pt x="1128117" y="1379359"/>
                  <a:pt x="1121251" y="1386341"/>
                  <a:pt x="1112058" y="1386341"/>
                </a:cubicBezTo>
                <a:cubicBezTo>
                  <a:pt x="1103679" y="1386341"/>
                  <a:pt x="1095998" y="1379359"/>
                  <a:pt x="1095998" y="1370165"/>
                </a:cubicBezTo>
                <a:cubicBezTo>
                  <a:pt x="1095998" y="1361787"/>
                  <a:pt x="1103679" y="1354106"/>
                  <a:pt x="1112058" y="1354106"/>
                </a:cubicBezTo>
                <a:close/>
                <a:moveTo>
                  <a:pt x="1047704" y="1354106"/>
                </a:moveTo>
                <a:cubicBezTo>
                  <a:pt x="1056199" y="1354106"/>
                  <a:pt x="1063763" y="1361787"/>
                  <a:pt x="1063763" y="1370165"/>
                </a:cubicBezTo>
                <a:cubicBezTo>
                  <a:pt x="1063763" y="1379359"/>
                  <a:pt x="1056199" y="1386341"/>
                  <a:pt x="1047704" y="1386341"/>
                </a:cubicBezTo>
                <a:cubicBezTo>
                  <a:pt x="1038510" y="1386341"/>
                  <a:pt x="1031644" y="1379359"/>
                  <a:pt x="1031644" y="1370165"/>
                </a:cubicBezTo>
                <a:cubicBezTo>
                  <a:pt x="1031644" y="1361787"/>
                  <a:pt x="1038510" y="1354106"/>
                  <a:pt x="1047704" y="1354106"/>
                </a:cubicBezTo>
                <a:close/>
                <a:moveTo>
                  <a:pt x="983349" y="1354106"/>
                </a:moveTo>
                <a:cubicBezTo>
                  <a:pt x="991844" y="1354106"/>
                  <a:pt x="999408" y="1361787"/>
                  <a:pt x="999408" y="1370165"/>
                </a:cubicBezTo>
                <a:cubicBezTo>
                  <a:pt x="999408" y="1379359"/>
                  <a:pt x="991844" y="1386341"/>
                  <a:pt x="983349" y="1386341"/>
                </a:cubicBezTo>
                <a:cubicBezTo>
                  <a:pt x="974156" y="1386341"/>
                  <a:pt x="967290" y="1379359"/>
                  <a:pt x="967290" y="1370165"/>
                </a:cubicBezTo>
                <a:cubicBezTo>
                  <a:pt x="967290" y="1361787"/>
                  <a:pt x="974156" y="1354106"/>
                  <a:pt x="983349" y="1354106"/>
                </a:cubicBezTo>
                <a:close/>
                <a:moveTo>
                  <a:pt x="918995" y="1354106"/>
                </a:moveTo>
                <a:cubicBezTo>
                  <a:pt x="927490" y="1354106"/>
                  <a:pt x="934356" y="1361787"/>
                  <a:pt x="934356" y="1370165"/>
                </a:cubicBezTo>
                <a:cubicBezTo>
                  <a:pt x="934356" y="1379359"/>
                  <a:pt x="927490" y="1386341"/>
                  <a:pt x="918995" y="1386341"/>
                </a:cubicBezTo>
                <a:cubicBezTo>
                  <a:pt x="909802" y="1386341"/>
                  <a:pt x="902936" y="1379359"/>
                  <a:pt x="902936" y="1370165"/>
                </a:cubicBezTo>
                <a:cubicBezTo>
                  <a:pt x="902936" y="1361787"/>
                  <a:pt x="909802" y="1354106"/>
                  <a:pt x="918995" y="1354106"/>
                </a:cubicBezTo>
                <a:close/>
                <a:moveTo>
                  <a:pt x="853944" y="1354106"/>
                </a:moveTo>
                <a:cubicBezTo>
                  <a:pt x="863137" y="1354106"/>
                  <a:pt x="870003" y="1361787"/>
                  <a:pt x="870003" y="1370165"/>
                </a:cubicBezTo>
                <a:cubicBezTo>
                  <a:pt x="870003" y="1379359"/>
                  <a:pt x="863137" y="1386341"/>
                  <a:pt x="853944" y="1386341"/>
                </a:cubicBezTo>
                <a:cubicBezTo>
                  <a:pt x="845565" y="1386341"/>
                  <a:pt x="837884" y="1379359"/>
                  <a:pt x="837884" y="1370165"/>
                </a:cubicBezTo>
                <a:cubicBezTo>
                  <a:pt x="837884" y="1361787"/>
                  <a:pt x="845565" y="1354106"/>
                  <a:pt x="853944" y="1354106"/>
                </a:cubicBezTo>
                <a:close/>
                <a:moveTo>
                  <a:pt x="789590" y="1354106"/>
                </a:moveTo>
                <a:cubicBezTo>
                  <a:pt x="798783" y="1354106"/>
                  <a:pt x="805649" y="1361787"/>
                  <a:pt x="805649" y="1370165"/>
                </a:cubicBezTo>
                <a:cubicBezTo>
                  <a:pt x="805649" y="1379359"/>
                  <a:pt x="798783" y="1386341"/>
                  <a:pt x="789590" y="1386341"/>
                </a:cubicBezTo>
                <a:cubicBezTo>
                  <a:pt x="781211" y="1386341"/>
                  <a:pt x="773530" y="1379359"/>
                  <a:pt x="773530" y="1370165"/>
                </a:cubicBezTo>
                <a:cubicBezTo>
                  <a:pt x="773530" y="1361787"/>
                  <a:pt x="781211" y="1354106"/>
                  <a:pt x="789590" y="1354106"/>
                </a:cubicBezTo>
                <a:close/>
                <a:moveTo>
                  <a:pt x="725235" y="1354106"/>
                </a:moveTo>
                <a:cubicBezTo>
                  <a:pt x="733730" y="1354106"/>
                  <a:pt x="741411" y="1361787"/>
                  <a:pt x="741411" y="1370165"/>
                </a:cubicBezTo>
                <a:cubicBezTo>
                  <a:pt x="741411" y="1379359"/>
                  <a:pt x="733730" y="1386341"/>
                  <a:pt x="725235" y="1386341"/>
                </a:cubicBezTo>
                <a:cubicBezTo>
                  <a:pt x="716042" y="1386341"/>
                  <a:pt x="709176" y="1379359"/>
                  <a:pt x="709176" y="1370165"/>
                </a:cubicBezTo>
                <a:cubicBezTo>
                  <a:pt x="709176" y="1361787"/>
                  <a:pt x="716042" y="1354106"/>
                  <a:pt x="725235" y="1354106"/>
                </a:cubicBezTo>
                <a:close/>
                <a:moveTo>
                  <a:pt x="660998" y="1354106"/>
                </a:moveTo>
                <a:cubicBezTo>
                  <a:pt x="669376" y="1354106"/>
                  <a:pt x="676242" y="1361787"/>
                  <a:pt x="676242" y="1370165"/>
                </a:cubicBezTo>
                <a:cubicBezTo>
                  <a:pt x="676242" y="1379359"/>
                  <a:pt x="669376" y="1386341"/>
                  <a:pt x="660998" y="1386341"/>
                </a:cubicBezTo>
                <a:cubicBezTo>
                  <a:pt x="651804" y="1386341"/>
                  <a:pt x="644822" y="1379359"/>
                  <a:pt x="644822" y="1370165"/>
                </a:cubicBezTo>
                <a:cubicBezTo>
                  <a:pt x="644822" y="1361787"/>
                  <a:pt x="651804" y="1354106"/>
                  <a:pt x="660998" y="1354106"/>
                </a:cubicBezTo>
                <a:close/>
                <a:moveTo>
                  <a:pt x="595829" y="1354106"/>
                </a:moveTo>
                <a:cubicBezTo>
                  <a:pt x="605022" y="1354106"/>
                  <a:pt x="611888" y="1361787"/>
                  <a:pt x="611888" y="1370165"/>
                </a:cubicBezTo>
                <a:cubicBezTo>
                  <a:pt x="611888" y="1379359"/>
                  <a:pt x="605022" y="1386341"/>
                  <a:pt x="595829" y="1386341"/>
                </a:cubicBezTo>
                <a:cubicBezTo>
                  <a:pt x="587450" y="1386341"/>
                  <a:pt x="580468" y="1379359"/>
                  <a:pt x="580468" y="1370165"/>
                </a:cubicBezTo>
                <a:cubicBezTo>
                  <a:pt x="580468" y="1361787"/>
                  <a:pt x="587450" y="1354106"/>
                  <a:pt x="595829" y="1354106"/>
                </a:cubicBezTo>
                <a:close/>
                <a:moveTo>
                  <a:pt x="531474" y="1354106"/>
                </a:moveTo>
                <a:cubicBezTo>
                  <a:pt x="540667" y="1354106"/>
                  <a:pt x="547533" y="1361787"/>
                  <a:pt x="547533" y="1370165"/>
                </a:cubicBezTo>
                <a:cubicBezTo>
                  <a:pt x="547533" y="1379359"/>
                  <a:pt x="540667" y="1386341"/>
                  <a:pt x="531474" y="1386341"/>
                </a:cubicBezTo>
                <a:cubicBezTo>
                  <a:pt x="523095" y="1386341"/>
                  <a:pt x="515415" y="1379359"/>
                  <a:pt x="515415" y="1370165"/>
                </a:cubicBezTo>
                <a:cubicBezTo>
                  <a:pt x="515415" y="1361787"/>
                  <a:pt x="523095" y="1354106"/>
                  <a:pt x="531474" y="1354106"/>
                </a:cubicBezTo>
                <a:close/>
                <a:moveTo>
                  <a:pt x="467120" y="1354106"/>
                </a:moveTo>
                <a:cubicBezTo>
                  <a:pt x="475615" y="1354106"/>
                  <a:pt x="483296" y="1361787"/>
                  <a:pt x="483296" y="1370165"/>
                </a:cubicBezTo>
                <a:cubicBezTo>
                  <a:pt x="483296" y="1379359"/>
                  <a:pt x="475615" y="1386341"/>
                  <a:pt x="467120" y="1386341"/>
                </a:cubicBezTo>
                <a:cubicBezTo>
                  <a:pt x="457927" y="1386341"/>
                  <a:pt x="451061" y="1379359"/>
                  <a:pt x="451061" y="1370165"/>
                </a:cubicBezTo>
                <a:cubicBezTo>
                  <a:pt x="451061" y="1361787"/>
                  <a:pt x="457927" y="1354106"/>
                  <a:pt x="467120" y="1354106"/>
                </a:cubicBezTo>
                <a:close/>
                <a:moveTo>
                  <a:pt x="402882" y="1354106"/>
                </a:moveTo>
                <a:cubicBezTo>
                  <a:pt x="411261" y="1354106"/>
                  <a:pt x="418942" y="1361787"/>
                  <a:pt x="418942" y="1370165"/>
                </a:cubicBezTo>
                <a:cubicBezTo>
                  <a:pt x="418942" y="1379359"/>
                  <a:pt x="411261" y="1386341"/>
                  <a:pt x="402882" y="1386341"/>
                </a:cubicBezTo>
                <a:cubicBezTo>
                  <a:pt x="393689" y="1386341"/>
                  <a:pt x="386707" y="1379359"/>
                  <a:pt x="386707" y="1370165"/>
                </a:cubicBezTo>
                <a:cubicBezTo>
                  <a:pt x="386707" y="1361787"/>
                  <a:pt x="393689" y="1354106"/>
                  <a:pt x="402882" y="1354106"/>
                </a:cubicBezTo>
                <a:close/>
                <a:moveTo>
                  <a:pt x="338529" y="1354106"/>
                </a:moveTo>
                <a:cubicBezTo>
                  <a:pt x="346907" y="1354106"/>
                  <a:pt x="353773" y="1361787"/>
                  <a:pt x="353773" y="1370165"/>
                </a:cubicBezTo>
                <a:cubicBezTo>
                  <a:pt x="353773" y="1379359"/>
                  <a:pt x="346907" y="1386341"/>
                  <a:pt x="338529" y="1386341"/>
                </a:cubicBezTo>
                <a:cubicBezTo>
                  <a:pt x="329335" y="1386341"/>
                  <a:pt x="322469" y="1379359"/>
                  <a:pt x="322469" y="1370165"/>
                </a:cubicBezTo>
                <a:cubicBezTo>
                  <a:pt x="322469" y="1361787"/>
                  <a:pt x="329335" y="1354106"/>
                  <a:pt x="338529" y="1354106"/>
                </a:cubicBezTo>
                <a:close/>
                <a:moveTo>
                  <a:pt x="273360" y="1354106"/>
                </a:moveTo>
                <a:cubicBezTo>
                  <a:pt x="282553" y="1354106"/>
                  <a:pt x="289536" y="1361787"/>
                  <a:pt x="289536" y="1370165"/>
                </a:cubicBezTo>
                <a:cubicBezTo>
                  <a:pt x="289536" y="1379359"/>
                  <a:pt x="282553" y="1386341"/>
                  <a:pt x="273360" y="1386341"/>
                </a:cubicBezTo>
                <a:cubicBezTo>
                  <a:pt x="264981" y="1386341"/>
                  <a:pt x="257301" y="1379359"/>
                  <a:pt x="257301" y="1370165"/>
                </a:cubicBezTo>
                <a:cubicBezTo>
                  <a:pt x="257301" y="1361787"/>
                  <a:pt x="264981" y="1354106"/>
                  <a:pt x="273360" y="1354106"/>
                </a:cubicBezTo>
                <a:close/>
                <a:moveTo>
                  <a:pt x="209122" y="1354106"/>
                </a:moveTo>
                <a:cubicBezTo>
                  <a:pt x="217501" y="1354106"/>
                  <a:pt x="225182" y="1361787"/>
                  <a:pt x="225182" y="1370165"/>
                </a:cubicBezTo>
                <a:cubicBezTo>
                  <a:pt x="225182" y="1379359"/>
                  <a:pt x="217501" y="1386341"/>
                  <a:pt x="209122" y="1386341"/>
                </a:cubicBezTo>
                <a:cubicBezTo>
                  <a:pt x="200627" y="1386341"/>
                  <a:pt x="192947" y="1379359"/>
                  <a:pt x="192947" y="1370165"/>
                </a:cubicBezTo>
                <a:cubicBezTo>
                  <a:pt x="192947" y="1361787"/>
                  <a:pt x="200627" y="1354106"/>
                  <a:pt x="209122" y="1354106"/>
                </a:cubicBezTo>
                <a:close/>
                <a:moveTo>
                  <a:pt x="3692390" y="1289752"/>
                </a:moveTo>
                <a:cubicBezTo>
                  <a:pt x="3701583" y="1289752"/>
                  <a:pt x="3708449" y="1296734"/>
                  <a:pt x="3708449" y="1305928"/>
                </a:cubicBezTo>
                <a:cubicBezTo>
                  <a:pt x="3708449" y="1314307"/>
                  <a:pt x="3701583" y="1321987"/>
                  <a:pt x="3692390" y="1321987"/>
                </a:cubicBezTo>
                <a:cubicBezTo>
                  <a:pt x="3683895" y="1321987"/>
                  <a:pt x="3676214" y="1314307"/>
                  <a:pt x="3676214" y="1305928"/>
                </a:cubicBezTo>
                <a:cubicBezTo>
                  <a:pt x="3676214" y="1296734"/>
                  <a:pt x="3683895" y="1289752"/>
                  <a:pt x="3692390" y="1289752"/>
                </a:cubicBezTo>
                <a:close/>
                <a:moveTo>
                  <a:pt x="3628036" y="1289752"/>
                </a:moveTo>
                <a:cubicBezTo>
                  <a:pt x="3636414" y="1289752"/>
                  <a:pt x="3644095" y="1296734"/>
                  <a:pt x="3644095" y="1305928"/>
                </a:cubicBezTo>
                <a:cubicBezTo>
                  <a:pt x="3644095" y="1314307"/>
                  <a:pt x="3636414" y="1321987"/>
                  <a:pt x="3628036" y="1321987"/>
                </a:cubicBezTo>
                <a:cubicBezTo>
                  <a:pt x="3618842" y="1321987"/>
                  <a:pt x="3611976" y="1314307"/>
                  <a:pt x="3611976" y="1305928"/>
                </a:cubicBezTo>
                <a:cubicBezTo>
                  <a:pt x="3611976" y="1296734"/>
                  <a:pt x="3618842" y="1289752"/>
                  <a:pt x="3628036" y="1289752"/>
                </a:cubicBezTo>
                <a:close/>
                <a:moveTo>
                  <a:pt x="3563682" y="1289752"/>
                </a:moveTo>
                <a:cubicBezTo>
                  <a:pt x="3572061" y="1289752"/>
                  <a:pt x="3579742" y="1296734"/>
                  <a:pt x="3579742" y="1305928"/>
                </a:cubicBezTo>
                <a:cubicBezTo>
                  <a:pt x="3579742" y="1314307"/>
                  <a:pt x="3572061" y="1321987"/>
                  <a:pt x="3563682" y="1321987"/>
                </a:cubicBezTo>
                <a:cubicBezTo>
                  <a:pt x="3554488" y="1321987"/>
                  <a:pt x="3547622" y="1314307"/>
                  <a:pt x="3547622" y="1305928"/>
                </a:cubicBezTo>
                <a:cubicBezTo>
                  <a:pt x="3547622" y="1296734"/>
                  <a:pt x="3554488" y="1289752"/>
                  <a:pt x="3563682" y="1289752"/>
                </a:cubicBezTo>
                <a:close/>
                <a:moveTo>
                  <a:pt x="3498629" y="1289752"/>
                </a:moveTo>
                <a:cubicBezTo>
                  <a:pt x="3507706" y="1289752"/>
                  <a:pt x="3514688" y="1296734"/>
                  <a:pt x="3514688" y="1305928"/>
                </a:cubicBezTo>
                <a:cubicBezTo>
                  <a:pt x="3514688" y="1314307"/>
                  <a:pt x="3507706" y="1321987"/>
                  <a:pt x="3498629" y="1321987"/>
                </a:cubicBezTo>
                <a:cubicBezTo>
                  <a:pt x="3490133" y="1321987"/>
                  <a:pt x="3483267" y="1314307"/>
                  <a:pt x="3483267" y="1305928"/>
                </a:cubicBezTo>
                <a:cubicBezTo>
                  <a:pt x="3483267" y="1296734"/>
                  <a:pt x="3490133" y="1289752"/>
                  <a:pt x="3498629" y="1289752"/>
                </a:cubicBezTo>
                <a:close/>
                <a:moveTo>
                  <a:pt x="3434275" y="1289752"/>
                </a:moveTo>
                <a:cubicBezTo>
                  <a:pt x="3443468" y="1289752"/>
                  <a:pt x="3450334" y="1296734"/>
                  <a:pt x="3450334" y="1305928"/>
                </a:cubicBezTo>
                <a:cubicBezTo>
                  <a:pt x="3450334" y="1314307"/>
                  <a:pt x="3443468" y="1321987"/>
                  <a:pt x="3434275" y="1321987"/>
                </a:cubicBezTo>
                <a:cubicBezTo>
                  <a:pt x="3425780" y="1321987"/>
                  <a:pt x="3418099" y="1314307"/>
                  <a:pt x="3418099" y="1305928"/>
                </a:cubicBezTo>
                <a:cubicBezTo>
                  <a:pt x="3418099" y="1296734"/>
                  <a:pt x="3425780" y="1289752"/>
                  <a:pt x="3434275" y="1289752"/>
                </a:cubicBezTo>
                <a:close/>
                <a:moveTo>
                  <a:pt x="3369921" y="1289752"/>
                </a:moveTo>
                <a:cubicBezTo>
                  <a:pt x="3379115" y="1289752"/>
                  <a:pt x="3385981" y="1296734"/>
                  <a:pt x="3385981" y="1305928"/>
                </a:cubicBezTo>
                <a:cubicBezTo>
                  <a:pt x="3385981" y="1314307"/>
                  <a:pt x="3379115" y="1321987"/>
                  <a:pt x="3369921" y="1321987"/>
                </a:cubicBezTo>
                <a:cubicBezTo>
                  <a:pt x="3361426" y="1321987"/>
                  <a:pt x="3353862" y="1314307"/>
                  <a:pt x="3353862" y="1305928"/>
                </a:cubicBezTo>
                <a:cubicBezTo>
                  <a:pt x="3353862" y="1296734"/>
                  <a:pt x="3361426" y="1289752"/>
                  <a:pt x="3369921" y="1289752"/>
                </a:cubicBezTo>
                <a:close/>
                <a:moveTo>
                  <a:pt x="3305567" y="1289752"/>
                </a:moveTo>
                <a:cubicBezTo>
                  <a:pt x="3313946" y="1289752"/>
                  <a:pt x="3321627" y="1296734"/>
                  <a:pt x="3321627" y="1305928"/>
                </a:cubicBezTo>
                <a:cubicBezTo>
                  <a:pt x="3321627" y="1314307"/>
                  <a:pt x="3313946" y="1321987"/>
                  <a:pt x="3305567" y="1321987"/>
                </a:cubicBezTo>
                <a:cubicBezTo>
                  <a:pt x="3296374" y="1321987"/>
                  <a:pt x="3289508" y="1314307"/>
                  <a:pt x="3289508" y="1305928"/>
                </a:cubicBezTo>
                <a:cubicBezTo>
                  <a:pt x="3289508" y="1296734"/>
                  <a:pt x="3296374" y="1289752"/>
                  <a:pt x="3305567" y="1289752"/>
                </a:cubicBezTo>
                <a:close/>
                <a:moveTo>
                  <a:pt x="3241213" y="1289752"/>
                </a:moveTo>
                <a:cubicBezTo>
                  <a:pt x="3249708" y="1289752"/>
                  <a:pt x="3256574" y="1296734"/>
                  <a:pt x="3256574" y="1305928"/>
                </a:cubicBezTo>
                <a:cubicBezTo>
                  <a:pt x="3256574" y="1314307"/>
                  <a:pt x="3249708" y="1321987"/>
                  <a:pt x="3241213" y="1321987"/>
                </a:cubicBezTo>
                <a:cubicBezTo>
                  <a:pt x="3232020" y="1321987"/>
                  <a:pt x="3225154" y="1314307"/>
                  <a:pt x="3225154" y="1305928"/>
                </a:cubicBezTo>
                <a:cubicBezTo>
                  <a:pt x="3225154" y="1296734"/>
                  <a:pt x="3232020" y="1289752"/>
                  <a:pt x="3241213" y="1289752"/>
                </a:cubicBezTo>
                <a:close/>
                <a:moveTo>
                  <a:pt x="3176161" y="1289752"/>
                </a:moveTo>
                <a:cubicBezTo>
                  <a:pt x="3185354" y="1289752"/>
                  <a:pt x="3192220" y="1296734"/>
                  <a:pt x="3192220" y="1305928"/>
                </a:cubicBezTo>
                <a:cubicBezTo>
                  <a:pt x="3192220" y="1314307"/>
                  <a:pt x="3185354" y="1321987"/>
                  <a:pt x="3176161" y="1321987"/>
                </a:cubicBezTo>
                <a:cubicBezTo>
                  <a:pt x="3167666" y="1321987"/>
                  <a:pt x="3160800" y="1314307"/>
                  <a:pt x="3160102" y="1305928"/>
                </a:cubicBezTo>
                <a:cubicBezTo>
                  <a:pt x="3160102" y="1296734"/>
                  <a:pt x="3167666" y="1289752"/>
                  <a:pt x="3176161" y="1289752"/>
                </a:cubicBezTo>
                <a:close/>
                <a:moveTo>
                  <a:pt x="3111806" y="1289752"/>
                </a:moveTo>
                <a:cubicBezTo>
                  <a:pt x="3121000" y="1289752"/>
                  <a:pt x="3127866" y="1296734"/>
                  <a:pt x="3127866" y="1305928"/>
                </a:cubicBezTo>
                <a:cubicBezTo>
                  <a:pt x="3127866" y="1314307"/>
                  <a:pt x="3121000" y="1321987"/>
                  <a:pt x="3111806" y="1321987"/>
                </a:cubicBezTo>
                <a:cubicBezTo>
                  <a:pt x="3103427" y="1321987"/>
                  <a:pt x="3095747" y="1314307"/>
                  <a:pt x="3095747" y="1305928"/>
                </a:cubicBezTo>
                <a:cubicBezTo>
                  <a:pt x="3095747" y="1296734"/>
                  <a:pt x="3103427" y="1289752"/>
                  <a:pt x="3111806" y="1289752"/>
                </a:cubicBezTo>
                <a:close/>
                <a:moveTo>
                  <a:pt x="3047452" y="1289752"/>
                </a:moveTo>
                <a:cubicBezTo>
                  <a:pt x="3055831" y="1289752"/>
                  <a:pt x="3063512" y="1296734"/>
                  <a:pt x="3063512" y="1305928"/>
                </a:cubicBezTo>
                <a:cubicBezTo>
                  <a:pt x="3063512" y="1314307"/>
                  <a:pt x="3055831" y="1321987"/>
                  <a:pt x="3047452" y="1321987"/>
                </a:cubicBezTo>
                <a:cubicBezTo>
                  <a:pt x="3038259" y="1321987"/>
                  <a:pt x="3031393" y="1314307"/>
                  <a:pt x="3031393" y="1305928"/>
                </a:cubicBezTo>
                <a:cubicBezTo>
                  <a:pt x="3031393" y="1296734"/>
                  <a:pt x="3038259" y="1289752"/>
                  <a:pt x="3047452" y="1289752"/>
                </a:cubicBezTo>
                <a:close/>
                <a:moveTo>
                  <a:pt x="2983099" y="1289752"/>
                </a:moveTo>
                <a:cubicBezTo>
                  <a:pt x="2991594" y="1289752"/>
                  <a:pt x="2999158" y="1296734"/>
                  <a:pt x="2999158" y="1305928"/>
                </a:cubicBezTo>
                <a:cubicBezTo>
                  <a:pt x="2999158" y="1314307"/>
                  <a:pt x="2991594" y="1321987"/>
                  <a:pt x="2983099" y="1321987"/>
                </a:cubicBezTo>
                <a:cubicBezTo>
                  <a:pt x="2973905" y="1321987"/>
                  <a:pt x="2967039" y="1314307"/>
                  <a:pt x="2967039" y="1305928"/>
                </a:cubicBezTo>
                <a:cubicBezTo>
                  <a:pt x="2967039" y="1296734"/>
                  <a:pt x="2973905" y="1289752"/>
                  <a:pt x="2983099" y="1289752"/>
                </a:cubicBezTo>
                <a:close/>
                <a:moveTo>
                  <a:pt x="2918046" y="1289752"/>
                </a:moveTo>
                <a:cubicBezTo>
                  <a:pt x="2927240" y="1289752"/>
                  <a:pt x="2934106" y="1296734"/>
                  <a:pt x="2934106" y="1305928"/>
                </a:cubicBezTo>
                <a:cubicBezTo>
                  <a:pt x="2934106" y="1314307"/>
                  <a:pt x="2927240" y="1321987"/>
                  <a:pt x="2918046" y="1321987"/>
                </a:cubicBezTo>
                <a:cubicBezTo>
                  <a:pt x="2909551" y="1321987"/>
                  <a:pt x="2902685" y="1314307"/>
                  <a:pt x="2902685" y="1305928"/>
                </a:cubicBezTo>
                <a:cubicBezTo>
                  <a:pt x="2902685" y="1296734"/>
                  <a:pt x="2909551" y="1289752"/>
                  <a:pt x="2918046" y="1289752"/>
                </a:cubicBezTo>
                <a:close/>
                <a:moveTo>
                  <a:pt x="2853692" y="1289752"/>
                </a:moveTo>
                <a:cubicBezTo>
                  <a:pt x="2862886" y="1289752"/>
                  <a:pt x="2869752" y="1296734"/>
                  <a:pt x="2869752" y="1305928"/>
                </a:cubicBezTo>
                <a:cubicBezTo>
                  <a:pt x="2869752" y="1314307"/>
                  <a:pt x="2862886" y="1321987"/>
                  <a:pt x="2853692" y="1321987"/>
                </a:cubicBezTo>
                <a:cubicBezTo>
                  <a:pt x="2845313" y="1321987"/>
                  <a:pt x="2837633" y="1314307"/>
                  <a:pt x="2837633" y="1305928"/>
                </a:cubicBezTo>
                <a:cubicBezTo>
                  <a:pt x="2837633" y="1296734"/>
                  <a:pt x="2845313" y="1289752"/>
                  <a:pt x="2853692" y="1289752"/>
                </a:cubicBezTo>
                <a:close/>
                <a:moveTo>
                  <a:pt x="2789338" y="1289752"/>
                </a:moveTo>
                <a:cubicBezTo>
                  <a:pt x="2798532" y="1289752"/>
                  <a:pt x="2805398" y="1296734"/>
                  <a:pt x="2805398" y="1305928"/>
                </a:cubicBezTo>
                <a:cubicBezTo>
                  <a:pt x="2805398" y="1314307"/>
                  <a:pt x="2798532" y="1321987"/>
                  <a:pt x="2789338" y="1321987"/>
                </a:cubicBezTo>
                <a:cubicBezTo>
                  <a:pt x="2780959" y="1321987"/>
                  <a:pt x="2773279" y="1314307"/>
                  <a:pt x="2773279" y="1305928"/>
                </a:cubicBezTo>
                <a:cubicBezTo>
                  <a:pt x="2773279" y="1296734"/>
                  <a:pt x="2780959" y="1289752"/>
                  <a:pt x="2789338" y="1289752"/>
                </a:cubicBezTo>
                <a:close/>
                <a:moveTo>
                  <a:pt x="2724984" y="1289752"/>
                </a:moveTo>
                <a:cubicBezTo>
                  <a:pt x="2733479" y="1289752"/>
                  <a:pt x="2741159" y="1296734"/>
                  <a:pt x="2741159" y="1305928"/>
                </a:cubicBezTo>
                <a:cubicBezTo>
                  <a:pt x="2741159" y="1314307"/>
                  <a:pt x="2733479" y="1321987"/>
                  <a:pt x="2724984" y="1321987"/>
                </a:cubicBezTo>
                <a:cubicBezTo>
                  <a:pt x="2715790" y="1321987"/>
                  <a:pt x="2708924" y="1314307"/>
                  <a:pt x="2708924" y="1305928"/>
                </a:cubicBezTo>
                <a:cubicBezTo>
                  <a:pt x="2708924" y="1296734"/>
                  <a:pt x="2715790" y="1289752"/>
                  <a:pt x="2724984" y="1289752"/>
                </a:cubicBezTo>
                <a:close/>
                <a:moveTo>
                  <a:pt x="2660630" y="1289752"/>
                </a:moveTo>
                <a:cubicBezTo>
                  <a:pt x="2669125" y="1289752"/>
                  <a:pt x="2675991" y="1296734"/>
                  <a:pt x="2675991" y="1305928"/>
                </a:cubicBezTo>
                <a:cubicBezTo>
                  <a:pt x="2675991" y="1314307"/>
                  <a:pt x="2669125" y="1321987"/>
                  <a:pt x="2660630" y="1321987"/>
                </a:cubicBezTo>
                <a:cubicBezTo>
                  <a:pt x="2651553" y="1321987"/>
                  <a:pt x="2644570" y="1314307"/>
                  <a:pt x="2644570" y="1305928"/>
                </a:cubicBezTo>
                <a:cubicBezTo>
                  <a:pt x="2644570" y="1296734"/>
                  <a:pt x="2651553" y="1289752"/>
                  <a:pt x="2660630" y="1289752"/>
                </a:cubicBezTo>
                <a:close/>
                <a:moveTo>
                  <a:pt x="2595577" y="1289752"/>
                </a:moveTo>
                <a:cubicBezTo>
                  <a:pt x="2604771" y="1289752"/>
                  <a:pt x="2611637" y="1296734"/>
                  <a:pt x="2611637" y="1305928"/>
                </a:cubicBezTo>
                <a:cubicBezTo>
                  <a:pt x="2611637" y="1314307"/>
                  <a:pt x="2604771" y="1321987"/>
                  <a:pt x="2595577" y="1321987"/>
                </a:cubicBezTo>
                <a:cubicBezTo>
                  <a:pt x="2587198" y="1321987"/>
                  <a:pt x="2580216" y="1314307"/>
                  <a:pt x="2579518" y="1305928"/>
                </a:cubicBezTo>
                <a:cubicBezTo>
                  <a:pt x="2579518" y="1296734"/>
                  <a:pt x="2587198" y="1289752"/>
                  <a:pt x="2595577" y="1289752"/>
                </a:cubicBezTo>
                <a:close/>
                <a:moveTo>
                  <a:pt x="2531224" y="1289752"/>
                </a:moveTo>
                <a:cubicBezTo>
                  <a:pt x="2539719" y="1289752"/>
                  <a:pt x="2547283" y="1296734"/>
                  <a:pt x="2547283" y="1305928"/>
                </a:cubicBezTo>
                <a:cubicBezTo>
                  <a:pt x="2547283" y="1314307"/>
                  <a:pt x="2539719" y="1321987"/>
                  <a:pt x="2531224" y="1321987"/>
                </a:cubicBezTo>
                <a:cubicBezTo>
                  <a:pt x="2522845" y="1321987"/>
                  <a:pt x="2515164" y="1314307"/>
                  <a:pt x="2515164" y="1305928"/>
                </a:cubicBezTo>
                <a:cubicBezTo>
                  <a:pt x="2515164" y="1296734"/>
                  <a:pt x="2522845" y="1289752"/>
                  <a:pt x="2531224" y="1289752"/>
                </a:cubicBezTo>
                <a:close/>
                <a:moveTo>
                  <a:pt x="2466869" y="1289752"/>
                </a:moveTo>
                <a:cubicBezTo>
                  <a:pt x="2475364" y="1289752"/>
                  <a:pt x="2483044" y="1296734"/>
                  <a:pt x="2483044" y="1305928"/>
                </a:cubicBezTo>
                <a:cubicBezTo>
                  <a:pt x="2483044" y="1314307"/>
                  <a:pt x="2475364" y="1321987"/>
                  <a:pt x="2466869" y="1321987"/>
                </a:cubicBezTo>
                <a:cubicBezTo>
                  <a:pt x="2457675" y="1321987"/>
                  <a:pt x="2450809" y="1314307"/>
                  <a:pt x="2450809" y="1305928"/>
                </a:cubicBezTo>
                <a:cubicBezTo>
                  <a:pt x="2450809" y="1296734"/>
                  <a:pt x="2457675" y="1289752"/>
                  <a:pt x="2466869" y="1289752"/>
                </a:cubicBezTo>
                <a:close/>
                <a:moveTo>
                  <a:pt x="2402631" y="1289752"/>
                </a:moveTo>
                <a:cubicBezTo>
                  <a:pt x="2411010" y="1289752"/>
                  <a:pt x="2418690" y="1296734"/>
                  <a:pt x="2418690" y="1305928"/>
                </a:cubicBezTo>
                <a:cubicBezTo>
                  <a:pt x="2418690" y="1314307"/>
                  <a:pt x="2411010" y="1321987"/>
                  <a:pt x="2402631" y="1321987"/>
                </a:cubicBezTo>
                <a:cubicBezTo>
                  <a:pt x="2393438" y="1321987"/>
                  <a:pt x="2386455" y="1314307"/>
                  <a:pt x="2386455" y="1305928"/>
                </a:cubicBezTo>
                <a:cubicBezTo>
                  <a:pt x="2386455" y="1296734"/>
                  <a:pt x="2393438" y="1289752"/>
                  <a:pt x="2402631" y="1289752"/>
                </a:cubicBezTo>
                <a:close/>
                <a:moveTo>
                  <a:pt x="2337462" y="1289752"/>
                </a:moveTo>
                <a:cubicBezTo>
                  <a:pt x="2346656" y="1289752"/>
                  <a:pt x="2353522" y="1296734"/>
                  <a:pt x="2353522" y="1305928"/>
                </a:cubicBezTo>
                <a:cubicBezTo>
                  <a:pt x="2353522" y="1314307"/>
                  <a:pt x="2346656" y="1321987"/>
                  <a:pt x="2337462" y="1321987"/>
                </a:cubicBezTo>
                <a:cubicBezTo>
                  <a:pt x="2329084" y="1321987"/>
                  <a:pt x="2322218" y="1314307"/>
                  <a:pt x="2322218" y="1305928"/>
                </a:cubicBezTo>
                <a:cubicBezTo>
                  <a:pt x="2322218" y="1296734"/>
                  <a:pt x="2329084" y="1289752"/>
                  <a:pt x="2337462" y="1289752"/>
                </a:cubicBezTo>
                <a:close/>
                <a:moveTo>
                  <a:pt x="2273109" y="1289752"/>
                </a:moveTo>
                <a:cubicBezTo>
                  <a:pt x="2282302" y="1289752"/>
                  <a:pt x="2289284" y="1296734"/>
                  <a:pt x="2289284" y="1305928"/>
                </a:cubicBezTo>
                <a:cubicBezTo>
                  <a:pt x="2289284" y="1314307"/>
                  <a:pt x="2282302" y="1321987"/>
                  <a:pt x="2273109" y="1321987"/>
                </a:cubicBezTo>
                <a:cubicBezTo>
                  <a:pt x="2264730" y="1321987"/>
                  <a:pt x="2257049" y="1314307"/>
                  <a:pt x="2257049" y="1305928"/>
                </a:cubicBezTo>
                <a:cubicBezTo>
                  <a:pt x="2257049" y="1296734"/>
                  <a:pt x="2264730" y="1289752"/>
                  <a:pt x="2273109" y="1289752"/>
                </a:cubicBezTo>
                <a:close/>
                <a:moveTo>
                  <a:pt x="2208755" y="1289752"/>
                </a:moveTo>
                <a:cubicBezTo>
                  <a:pt x="2217948" y="1289752"/>
                  <a:pt x="2224930" y="1296734"/>
                  <a:pt x="2224930" y="1305928"/>
                </a:cubicBezTo>
                <a:cubicBezTo>
                  <a:pt x="2224930" y="1314307"/>
                  <a:pt x="2217948" y="1321987"/>
                  <a:pt x="2208755" y="1321987"/>
                </a:cubicBezTo>
                <a:cubicBezTo>
                  <a:pt x="2199561" y="1321987"/>
                  <a:pt x="2192695" y="1314307"/>
                  <a:pt x="2192695" y="1305928"/>
                </a:cubicBezTo>
                <a:cubicBezTo>
                  <a:pt x="2192695" y="1296734"/>
                  <a:pt x="2200376" y="1289752"/>
                  <a:pt x="2208755" y="1289752"/>
                </a:cubicBezTo>
                <a:close/>
                <a:moveTo>
                  <a:pt x="2144517" y="1289752"/>
                </a:moveTo>
                <a:cubicBezTo>
                  <a:pt x="2152896" y="1289752"/>
                  <a:pt x="2160576" y="1296734"/>
                  <a:pt x="2160576" y="1305928"/>
                </a:cubicBezTo>
                <a:cubicBezTo>
                  <a:pt x="2160576" y="1314307"/>
                  <a:pt x="2152896" y="1321987"/>
                  <a:pt x="2144517" y="1321987"/>
                </a:cubicBezTo>
                <a:cubicBezTo>
                  <a:pt x="2135324" y="1321987"/>
                  <a:pt x="2128341" y="1314307"/>
                  <a:pt x="2128341" y="1305928"/>
                </a:cubicBezTo>
                <a:cubicBezTo>
                  <a:pt x="2128341" y="1296734"/>
                  <a:pt x="2135324" y="1289752"/>
                  <a:pt x="2144517" y="1289752"/>
                </a:cubicBezTo>
                <a:close/>
                <a:moveTo>
                  <a:pt x="2080163" y="1289752"/>
                </a:moveTo>
                <a:cubicBezTo>
                  <a:pt x="2088542" y="1289752"/>
                  <a:pt x="2095408" y="1296734"/>
                  <a:pt x="2095408" y="1305928"/>
                </a:cubicBezTo>
                <a:cubicBezTo>
                  <a:pt x="2095408" y="1314307"/>
                  <a:pt x="2088542" y="1321987"/>
                  <a:pt x="2080163" y="1321987"/>
                </a:cubicBezTo>
                <a:cubicBezTo>
                  <a:pt x="2070970" y="1321987"/>
                  <a:pt x="2064104" y="1314307"/>
                  <a:pt x="2064104" y="1305928"/>
                </a:cubicBezTo>
                <a:cubicBezTo>
                  <a:pt x="2064104" y="1296734"/>
                  <a:pt x="2070970" y="1289752"/>
                  <a:pt x="2080163" y="1289752"/>
                </a:cubicBezTo>
                <a:close/>
                <a:moveTo>
                  <a:pt x="2014994" y="1289752"/>
                </a:moveTo>
                <a:cubicBezTo>
                  <a:pt x="2024187" y="1289752"/>
                  <a:pt x="2031169" y="1296734"/>
                  <a:pt x="2031169" y="1305928"/>
                </a:cubicBezTo>
                <a:cubicBezTo>
                  <a:pt x="2031169" y="1314307"/>
                  <a:pt x="2024187" y="1321987"/>
                  <a:pt x="2014994" y="1321987"/>
                </a:cubicBezTo>
                <a:cubicBezTo>
                  <a:pt x="2006615" y="1321987"/>
                  <a:pt x="1998934" y="1314307"/>
                  <a:pt x="1998934" y="1305928"/>
                </a:cubicBezTo>
                <a:cubicBezTo>
                  <a:pt x="1998934" y="1296734"/>
                  <a:pt x="2006615" y="1289752"/>
                  <a:pt x="2014994" y="1289752"/>
                </a:cubicBezTo>
                <a:close/>
                <a:moveTo>
                  <a:pt x="1950756" y="1289752"/>
                </a:moveTo>
                <a:cubicBezTo>
                  <a:pt x="1959135" y="1289752"/>
                  <a:pt x="1966815" y="1296734"/>
                  <a:pt x="1966815" y="1305928"/>
                </a:cubicBezTo>
                <a:cubicBezTo>
                  <a:pt x="1966815" y="1314307"/>
                  <a:pt x="1959135" y="1321987"/>
                  <a:pt x="1950756" y="1321987"/>
                </a:cubicBezTo>
                <a:cubicBezTo>
                  <a:pt x="1942261" y="1321987"/>
                  <a:pt x="1934580" y="1314307"/>
                  <a:pt x="1934580" y="1305928"/>
                </a:cubicBezTo>
                <a:cubicBezTo>
                  <a:pt x="1934580" y="1296734"/>
                  <a:pt x="1942261" y="1289752"/>
                  <a:pt x="1950756" y="1289752"/>
                </a:cubicBezTo>
                <a:close/>
                <a:moveTo>
                  <a:pt x="1886402" y="1289752"/>
                </a:moveTo>
                <a:cubicBezTo>
                  <a:pt x="1894781" y="1289752"/>
                  <a:pt x="1902461" y="1296734"/>
                  <a:pt x="1902461" y="1305928"/>
                </a:cubicBezTo>
                <a:cubicBezTo>
                  <a:pt x="1902461" y="1314307"/>
                  <a:pt x="1894781" y="1321987"/>
                  <a:pt x="1886402" y="1321987"/>
                </a:cubicBezTo>
                <a:cubicBezTo>
                  <a:pt x="1877209" y="1321987"/>
                  <a:pt x="1870343" y="1314307"/>
                  <a:pt x="1870343" y="1305928"/>
                </a:cubicBezTo>
                <a:cubicBezTo>
                  <a:pt x="1870343" y="1296734"/>
                  <a:pt x="1877209" y="1289752"/>
                  <a:pt x="1886402" y="1289752"/>
                </a:cubicBezTo>
                <a:close/>
                <a:moveTo>
                  <a:pt x="1822048" y="1289752"/>
                </a:moveTo>
                <a:cubicBezTo>
                  <a:pt x="1830427" y="1289752"/>
                  <a:pt x="1838108" y="1296734"/>
                  <a:pt x="1838108" y="1305928"/>
                </a:cubicBezTo>
                <a:cubicBezTo>
                  <a:pt x="1838108" y="1314307"/>
                  <a:pt x="1830427" y="1321987"/>
                  <a:pt x="1822048" y="1321987"/>
                </a:cubicBezTo>
                <a:cubicBezTo>
                  <a:pt x="1812855" y="1321987"/>
                  <a:pt x="1805989" y="1314307"/>
                  <a:pt x="1805989" y="1305928"/>
                </a:cubicBezTo>
                <a:cubicBezTo>
                  <a:pt x="1805989" y="1296734"/>
                  <a:pt x="1812855" y="1289752"/>
                  <a:pt x="1822048" y="1289752"/>
                </a:cubicBezTo>
                <a:close/>
                <a:moveTo>
                  <a:pt x="1756879" y="1289752"/>
                </a:moveTo>
                <a:cubicBezTo>
                  <a:pt x="1766073" y="1289752"/>
                  <a:pt x="1773055" y="1296734"/>
                  <a:pt x="1773055" y="1305928"/>
                </a:cubicBezTo>
                <a:cubicBezTo>
                  <a:pt x="1773055" y="1314307"/>
                  <a:pt x="1766073" y="1321987"/>
                  <a:pt x="1756879" y="1321987"/>
                </a:cubicBezTo>
                <a:cubicBezTo>
                  <a:pt x="1748501" y="1321987"/>
                  <a:pt x="1741635" y="1314307"/>
                  <a:pt x="1741635" y="1305928"/>
                </a:cubicBezTo>
                <a:cubicBezTo>
                  <a:pt x="1741635" y="1296734"/>
                  <a:pt x="1748501" y="1289752"/>
                  <a:pt x="1756879" y="1289752"/>
                </a:cubicBezTo>
                <a:close/>
                <a:moveTo>
                  <a:pt x="1692642" y="1289752"/>
                </a:moveTo>
                <a:cubicBezTo>
                  <a:pt x="1701835" y="1289752"/>
                  <a:pt x="1708701" y="1296734"/>
                  <a:pt x="1708701" y="1305928"/>
                </a:cubicBezTo>
                <a:cubicBezTo>
                  <a:pt x="1708701" y="1314307"/>
                  <a:pt x="1701835" y="1321987"/>
                  <a:pt x="1692642" y="1321987"/>
                </a:cubicBezTo>
                <a:cubicBezTo>
                  <a:pt x="1684147" y="1321987"/>
                  <a:pt x="1676466" y="1314307"/>
                  <a:pt x="1676466" y="1305928"/>
                </a:cubicBezTo>
                <a:cubicBezTo>
                  <a:pt x="1676466" y="1296734"/>
                  <a:pt x="1684147" y="1289752"/>
                  <a:pt x="1692642" y="1289752"/>
                </a:cubicBezTo>
                <a:close/>
                <a:moveTo>
                  <a:pt x="1628287" y="1289752"/>
                </a:moveTo>
                <a:cubicBezTo>
                  <a:pt x="1636666" y="1289752"/>
                  <a:pt x="1644346" y="1296734"/>
                  <a:pt x="1644346" y="1305928"/>
                </a:cubicBezTo>
                <a:cubicBezTo>
                  <a:pt x="1644346" y="1314307"/>
                  <a:pt x="1636666" y="1321987"/>
                  <a:pt x="1628287" y="1321987"/>
                </a:cubicBezTo>
                <a:cubicBezTo>
                  <a:pt x="1619094" y="1321987"/>
                  <a:pt x="1612228" y="1314307"/>
                  <a:pt x="1612228" y="1305928"/>
                </a:cubicBezTo>
                <a:cubicBezTo>
                  <a:pt x="1612228" y="1296734"/>
                  <a:pt x="1619094" y="1289752"/>
                  <a:pt x="1628287" y="1289752"/>
                </a:cubicBezTo>
                <a:close/>
                <a:moveTo>
                  <a:pt x="1563933" y="1289752"/>
                </a:moveTo>
                <a:cubicBezTo>
                  <a:pt x="1572312" y="1289752"/>
                  <a:pt x="1579993" y="1296734"/>
                  <a:pt x="1579993" y="1305928"/>
                </a:cubicBezTo>
                <a:cubicBezTo>
                  <a:pt x="1579993" y="1314307"/>
                  <a:pt x="1572312" y="1321987"/>
                  <a:pt x="1563933" y="1321987"/>
                </a:cubicBezTo>
                <a:cubicBezTo>
                  <a:pt x="1554740" y="1321987"/>
                  <a:pt x="1547874" y="1314307"/>
                  <a:pt x="1547874" y="1305928"/>
                </a:cubicBezTo>
                <a:cubicBezTo>
                  <a:pt x="1547874" y="1296734"/>
                  <a:pt x="1554740" y="1289752"/>
                  <a:pt x="1563933" y="1289752"/>
                </a:cubicBezTo>
                <a:close/>
                <a:moveTo>
                  <a:pt x="1499579" y="1289752"/>
                </a:moveTo>
                <a:cubicBezTo>
                  <a:pt x="1508074" y="1289752"/>
                  <a:pt x="1514940" y="1296734"/>
                  <a:pt x="1514940" y="1305928"/>
                </a:cubicBezTo>
                <a:cubicBezTo>
                  <a:pt x="1514940" y="1314307"/>
                  <a:pt x="1508074" y="1321987"/>
                  <a:pt x="1499579" y="1321987"/>
                </a:cubicBezTo>
                <a:cubicBezTo>
                  <a:pt x="1490386" y="1321987"/>
                  <a:pt x="1483520" y="1314307"/>
                  <a:pt x="1483520" y="1305928"/>
                </a:cubicBezTo>
                <a:cubicBezTo>
                  <a:pt x="1483520" y="1296734"/>
                  <a:pt x="1490386" y="1289752"/>
                  <a:pt x="1499579" y="1289752"/>
                </a:cubicBezTo>
                <a:close/>
                <a:moveTo>
                  <a:pt x="1434527" y="1289752"/>
                </a:moveTo>
                <a:cubicBezTo>
                  <a:pt x="1443720" y="1289752"/>
                  <a:pt x="1450586" y="1296734"/>
                  <a:pt x="1450586" y="1305928"/>
                </a:cubicBezTo>
                <a:cubicBezTo>
                  <a:pt x="1450586" y="1314307"/>
                  <a:pt x="1443720" y="1321987"/>
                  <a:pt x="1434527" y="1321987"/>
                </a:cubicBezTo>
                <a:cubicBezTo>
                  <a:pt x="1426032" y="1321987"/>
                  <a:pt x="1418351" y="1314307"/>
                  <a:pt x="1418351" y="1305928"/>
                </a:cubicBezTo>
                <a:cubicBezTo>
                  <a:pt x="1418351" y="1296734"/>
                  <a:pt x="1426032" y="1289752"/>
                  <a:pt x="1434527" y="1289752"/>
                </a:cubicBezTo>
                <a:close/>
                <a:moveTo>
                  <a:pt x="1370173" y="1289752"/>
                </a:moveTo>
                <a:cubicBezTo>
                  <a:pt x="1379367" y="1289752"/>
                  <a:pt x="1386233" y="1296734"/>
                  <a:pt x="1386233" y="1305928"/>
                </a:cubicBezTo>
                <a:cubicBezTo>
                  <a:pt x="1386233" y="1314307"/>
                  <a:pt x="1379367" y="1321987"/>
                  <a:pt x="1370173" y="1321987"/>
                </a:cubicBezTo>
                <a:cubicBezTo>
                  <a:pt x="1361678" y="1321987"/>
                  <a:pt x="1354114" y="1314307"/>
                  <a:pt x="1354114" y="1305928"/>
                </a:cubicBezTo>
                <a:cubicBezTo>
                  <a:pt x="1354114" y="1296734"/>
                  <a:pt x="1361678" y="1289752"/>
                  <a:pt x="1370173" y="1289752"/>
                </a:cubicBezTo>
                <a:close/>
                <a:moveTo>
                  <a:pt x="1305819" y="1289752"/>
                </a:moveTo>
                <a:cubicBezTo>
                  <a:pt x="1314198" y="1289752"/>
                  <a:pt x="1321879" y="1296734"/>
                  <a:pt x="1321879" y="1305928"/>
                </a:cubicBezTo>
                <a:cubicBezTo>
                  <a:pt x="1321879" y="1314307"/>
                  <a:pt x="1314198" y="1321987"/>
                  <a:pt x="1305819" y="1321987"/>
                </a:cubicBezTo>
                <a:cubicBezTo>
                  <a:pt x="1296626" y="1321987"/>
                  <a:pt x="1289760" y="1314307"/>
                  <a:pt x="1289760" y="1305928"/>
                </a:cubicBezTo>
                <a:cubicBezTo>
                  <a:pt x="1289760" y="1296734"/>
                  <a:pt x="1296626" y="1289752"/>
                  <a:pt x="1305819" y="1289752"/>
                </a:cubicBezTo>
                <a:close/>
                <a:moveTo>
                  <a:pt x="1241465" y="1289752"/>
                </a:moveTo>
                <a:cubicBezTo>
                  <a:pt x="1249960" y="1289752"/>
                  <a:pt x="1256826" y="1296734"/>
                  <a:pt x="1256826" y="1305928"/>
                </a:cubicBezTo>
                <a:cubicBezTo>
                  <a:pt x="1256826" y="1314307"/>
                  <a:pt x="1249960" y="1321987"/>
                  <a:pt x="1241465" y="1321987"/>
                </a:cubicBezTo>
                <a:cubicBezTo>
                  <a:pt x="1232272" y="1321987"/>
                  <a:pt x="1225406" y="1314307"/>
                  <a:pt x="1225406" y="1305928"/>
                </a:cubicBezTo>
                <a:cubicBezTo>
                  <a:pt x="1225406" y="1296734"/>
                  <a:pt x="1232272" y="1289752"/>
                  <a:pt x="1241465" y="1289752"/>
                </a:cubicBezTo>
                <a:close/>
                <a:moveTo>
                  <a:pt x="1176412" y="1289752"/>
                </a:moveTo>
                <a:cubicBezTo>
                  <a:pt x="1185606" y="1289752"/>
                  <a:pt x="1192472" y="1296734"/>
                  <a:pt x="1192472" y="1305928"/>
                </a:cubicBezTo>
                <a:cubicBezTo>
                  <a:pt x="1192472" y="1314307"/>
                  <a:pt x="1185606" y="1321987"/>
                  <a:pt x="1176412" y="1321987"/>
                </a:cubicBezTo>
                <a:cubicBezTo>
                  <a:pt x="1167917" y="1321987"/>
                  <a:pt x="1161051" y="1314307"/>
                  <a:pt x="1161051" y="1305928"/>
                </a:cubicBezTo>
                <a:cubicBezTo>
                  <a:pt x="1161051" y="1296734"/>
                  <a:pt x="1167917" y="1289752"/>
                  <a:pt x="1176412" y="1289752"/>
                </a:cubicBezTo>
                <a:close/>
                <a:moveTo>
                  <a:pt x="1112058" y="1289752"/>
                </a:moveTo>
                <a:cubicBezTo>
                  <a:pt x="1121251" y="1289752"/>
                  <a:pt x="1128117" y="1296734"/>
                  <a:pt x="1128117" y="1305928"/>
                </a:cubicBezTo>
                <a:cubicBezTo>
                  <a:pt x="1128117" y="1314307"/>
                  <a:pt x="1121251" y="1321987"/>
                  <a:pt x="1112058" y="1321987"/>
                </a:cubicBezTo>
                <a:cubicBezTo>
                  <a:pt x="1103679" y="1321987"/>
                  <a:pt x="1095998" y="1314307"/>
                  <a:pt x="1095998" y="1305928"/>
                </a:cubicBezTo>
                <a:cubicBezTo>
                  <a:pt x="1095998" y="1296734"/>
                  <a:pt x="1103679" y="1289752"/>
                  <a:pt x="1112058" y="1289752"/>
                </a:cubicBezTo>
                <a:close/>
                <a:moveTo>
                  <a:pt x="1047704" y="1289752"/>
                </a:moveTo>
                <a:cubicBezTo>
                  <a:pt x="1056199" y="1289752"/>
                  <a:pt x="1063763" y="1296734"/>
                  <a:pt x="1063763" y="1305928"/>
                </a:cubicBezTo>
                <a:cubicBezTo>
                  <a:pt x="1063763" y="1314307"/>
                  <a:pt x="1056199" y="1321987"/>
                  <a:pt x="1047704" y="1321987"/>
                </a:cubicBezTo>
                <a:cubicBezTo>
                  <a:pt x="1038510" y="1321987"/>
                  <a:pt x="1031644" y="1314307"/>
                  <a:pt x="1031644" y="1305928"/>
                </a:cubicBezTo>
                <a:cubicBezTo>
                  <a:pt x="1031644" y="1296734"/>
                  <a:pt x="1038510" y="1289752"/>
                  <a:pt x="1047704" y="1289752"/>
                </a:cubicBezTo>
                <a:close/>
                <a:moveTo>
                  <a:pt x="983349" y="1289752"/>
                </a:moveTo>
                <a:cubicBezTo>
                  <a:pt x="991844" y="1289752"/>
                  <a:pt x="999408" y="1296734"/>
                  <a:pt x="999408" y="1305928"/>
                </a:cubicBezTo>
                <a:cubicBezTo>
                  <a:pt x="999408" y="1314307"/>
                  <a:pt x="991844" y="1321987"/>
                  <a:pt x="983349" y="1321987"/>
                </a:cubicBezTo>
                <a:cubicBezTo>
                  <a:pt x="974156" y="1321987"/>
                  <a:pt x="967290" y="1314307"/>
                  <a:pt x="967290" y="1305928"/>
                </a:cubicBezTo>
                <a:cubicBezTo>
                  <a:pt x="967290" y="1296734"/>
                  <a:pt x="974156" y="1289752"/>
                  <a:pt x="983349" y="1289752"/>
                </a:cubicBezTo>
                <a:close/>
                <a:moveTo>
                  <a:pt x="918995" y="1289752"/>
                </a:moveTo>
                <a:cubicBezTo>
                  <a:pt x="927490" y="1289752"/>
                  <a:pt x="934356" y="1296734"/>
                  <a:pt x="934356" y="1305928"/>
                </a:cubicBezTo>
                <a:cubicBezTo>
                  <a:pt x="934356" y="1314307"/>
                  <a:pt x="927490" y="1321987"/>
                  <a:pt x="918995" y="1321987"/>
                </a:cubicBezTo>
                <a:cubicBezTo>
                  <a:pt x="909802" y="1321987"/>
                  <a:pt x="902936" y="1314307"/>
                  <a:pt x="902936" y="1305928"/>
                </a:cubicBezTo>
                <a:cubicBezTo>
                  <a:pt x="902936" y="1296734"/>
                  <a:pt x="909802" y="1289752"/>
                  <a:pt x="918995" y="1289752"/>
                </a:cubicBezTo>
                <a:close/>
                <a:moveTo>
                  <a:pt x="853944" y="1289752"/>
                </a:moveTo>
                <a:cubicBezTo>
                  <a:pt x="863137" y="1289752"/>
                  <a:pt x="870003" y="1296734"/>
                  <a:pt x="870003" y="1305928"/>
                </a:cubicBezTo>
                <a:cubicBezTo>
                  <a:pt x="870003" y="1314307"/>
                  <a:pt x="863137" y="1321987"/>
                  <a:pt x="853944" y="1321987"/>
                </a:cubicBezTo>
                <a:cubicBezTo>
                  <a:pt x="845565" y="1321987"/>
                  <a:pt x="837884" y="1314307"/>
                  <a:pt x="837884" y="1305928"/>
                </a:cubicBezTo>
                <a:cubicBezTo>
                  <a:pt x="837884" y="1296734"/>
                  <a:pt x="845565" y="1289752"/>
                  <a:pt x="853944" y="1289752"/>
                </a:cubicBezTo>
                <a:close/>
                <a:moveTo>
                  <a:pt x="789590" y="1289752"/>
                </a:moveTo>
                <a:cubicBezTo>
                  <a:pt x="798783" y="1289752"/>
                  <a:pt x="805649" y="1296734"/>
                  <a:pt x="805649" y="1305928"/>
                </a:cubicBezTo>
                <a:cubicBezTo>
                  <a:pt x="805649" y="1314307"/>
                  <a:pt x="798783" y="1321987"/>
                  <a:pt x="789590" y="1321987"/>
                </a:cubicBezTo>
                <a:cubicBezTo>
                  <a:pt x="781211" y="1321987"/>
                  <a:pt x="773530" y="1314307"/>
                  <a:pt x="773530" y="1305928"/>
                </a:cubicBezTo>
                <a:cubicBezTo>
                  <a:pt x="773530" y="1296734"/>
                  <a:pt x="781211" y="1289752"/>
                  <a:pt x="789590" y="1289752"/>
                </a:cubicBezTo>
                <a:close/>
                <a:moveTo>
                  <a:pt x="725235" y="1289752"/>
                </a:moveTo>
                <a:cubicBezTo>
                  <a:pt x="733730" y="1289752"/>
                  <a:pt x="741411" y="1296734"/>
                  <a:pt x="741411" y="1305928"/>
                </a:cubicBezTo>
                <a:cubicBezTo>
                  <a:pt x="741411" y="1314307"/>
                  <a:pt x="733730" y="1321987"/>
                  <a:pt x="725235" y="1321987"/>
                </a:cubicBezTo>
                <a:cubicBezTo>
                  <a:pt x="716042" y="1321987"/>
                  <a:pt x="709176" y="1314307"/>
                  <a:pt x="709176" y="1305928"/>
                </a:cubicBezTo>
                <a:cubicBezTo>
                  <a:pt x="709176" y="1296734"/>
                  <a:pt x="716042" y="1289752"/>
                  <a:pt x="725235" y="1289752"/>
                </a:cubicBezTo>
                <a:close/>
                <a:moveTo>
                  <a:pt x="660998" y="1289752"/>
                </a:moveTo>
                <a:cubicBezTo>
                  <a:pt x="669376" y="1289752"/>
                  <a:pt x="676242" y="1296734"/>
                  <a:pt x="676242" y="1305928"/>
                </a:cubicBezTo>
                <a:cubicBezTo>
                  <a:pt x="676242" y="1314307"/>
                  <a:pt x="669376" y="1321987"/>
                  <a:pt x="660998" y="1321987"/>
                </a:cubicBezTo>
                <a:cubicBezTo>
                  <a:pt x="651804" y="1321987"/>
                  <a:pt x="644822" y="1314307"/>
                  <a:pt x="644822" y="1305928"/>
                </a:cubicBezTo>
                <a:cubicBezTo>
                  <a:pt x="644822" y="1296734"/>
                  <a:pt x="651804" y="1289752"/>
                  <a:pt x="660998" y="1289752"/>
                </a:cubicBezTo>
                <a:close/>
                <a:moveTo>
                  <a:pt x="595829" y="1289752"/>
                </a:moveTo>
                <a:cubicBezTo>
                  <a:pt x="605022" y="1289752"/>
                  <a:pt x="611888" y="1296734"/>
                  <a:pt x="611888" y="1305928"/>
                </a:cubicBezTo>
                <a:cubicBezTo>
                  <a:pt x="611888" y="1314307"/>
                  <a:pt x="605022" y="1321987"/>
                  <a:pt x="595829" y="1321987"/>
                </a:cubicBezTo>
                <a:cubicBezTo>
                  <a:pt x="587450" y="1321987"/>
                  <a:pt x="580468" y="1314307"/>
                  <a:pt x="580468" y="1305928"/>
                </a:cubicBezTo>
                <a:cubicBezTo>
                  <a:pt x="580468" y="1296734"/>
                  <a:pt x="587450" y="1289752"/>
                  <a:pt x="595829" y="1289752"/>
                </a:cubicBezTo>
                <a:close/>
                <a:moveTo>
                  <a:pt x="531474" y="1289752"/>
                </a:moveTo>
                <a:cubicBezTo>
                  <a:pt x="540667" y="1289752"/>
                  <a:pt x="547533" y="1296734"/>
                  <a:pt x="547533" y="1305928"/>
                </a:cubicBezTo>
                <a:cubicBezTo>
                  <a:pt x="547533" y="1314307"/>
                  <a:pt x="540667" y="1321987"/>
                  <a:pt x="531474" y="1321987"/>
                </a:cubicBezTo>
                <a:cubicBezTo>
                  <a:pt x="523095" y="1321987"/>
                  <a:pt x="515415" y="1314307"/>
                  <a:pt x="515415" y="1305928"/>
                </a:cubicBezTo>
                <a:cubicBezTo>
                  <a:pt x="515415" y="1296734"/>
                  <a:pt x="523095" y="1289752"/>
                  <a:pt x="531474" y="1289752"/>
                </a:cubicBezTo>
                <a:close/>
                <a:moveTo>
                  <a:pt x="467120" y="1289752"/>
                </a:moveTo>
                <a:cubicBezTo>
                  <a:pt x="475615" y="1289752"/>
                  <a:pt x="483296" y="1296734"/>
                  <a:pt x="483296" y="1305928"/>
                </a:cubicBezTo>
                <a:cubicBezTo>
                  <a:pt x="483296" y="1314307"/>
                  <a:pt x="475615" y="1321987"/>
                  <a:pt x="467120" y="1321987"/>
                </a:cubicBezTo>
                <a:cubicBezTo>
                  <a:pt x="457927" y="1321987"/>
                  <a:pt x="451061" y="1314307"/>
                  <a:pt x="451061" y="1305928"/>
                </a:cubicBezTo>
                <a:cubicBezTo>
                  <a:pt x="451061" y="1296734"/>
                  <a:pt x="457927" y="1289752"/>
                  <a:pt x="467120" y="1289752"/>
                </a:cubicBezTo>
                <a:close/>
                <a:moveTo>
                  <a:pt x="402882" y="1289752"/>
                </a:moveTo>
                <a:cubicBezTo>
                  <a:pt x="411261" y="1289752"/>
                  <a:pt x="418942" y="1296734"/>
                  <a:pt x="418942" y="1305928"/>
                </a:cubicBezTo>
                <a:cubicBezTo>
                  <a:pt x="418942" y="1314307"/>
                  <a:pt x="411261" y="1321987"/>
                  <a:pt x="402882" y="1321987"/>
                </a:cubicBezTo>
                <a:cubicBezTo>
                  <a:pt x="393689" y="1321987"/>
                  <a:pt x="386707" y="1314307"/>
                  <a:pt x="386707" y="1305928"/>
                </a:cubicBezTo>
                <a:cubicBezTo>
                  <a:pt x="386707" y="1296734"/>
                  <a:pt x="393689" y="1289752"/>
                  <a:pt x="402882" y="1289752"/>
                </a:cubicBezTo>
                <a:close/>
                <a:moveTo>
                  <a:pt x="338529" y="1289752"/>
                </a:moveTo>
                <a:cubicBezTo>
                  <a:pt x="346907" y="1289752"/>
                  <a:pt x="353773" y="1296734"/>
                  <a:pt x="353773" y="1305928"/>
                </a:cubicBezTo>
                <a:cubicBezTo>
                  <a:pt x="353773" y="1314307"/>
                  <a:pt x="346907" y="1321987"/>
                  <a:pt x="338529" y="1321987"/>
                </a:cubicBezTo>
                <a:cubicBezTo>
                  <a:pt x="329335" y="1321987"/>
                  <a:pt x="322469" y="1314307"/>
                  <a:pt x="322469" y="1305928"/>
                </a:cubicBezTo>
                <a:cubicBezTo>
                  <a:pt x="322469" y="1296734"/>
                  <a:pt x="329335" y="1289752"/>
                  <a:pt x="338529" y="1289752"/>
                </a:cubicBezTo>
                <a:close/>
                <a:moveTo>
                  <a:pt x="273360" y="1289752"/>
                </a:moveTo>
                <a:cubicBezTo>
                  <a:pt x="282553" y="1289752"/>
                  <a:pt x="289536" y="1296734"/>
                  <a:pt x="289536" y="1305928"/>
                </a:cubicBezTo>
                <a:cubicBezTo>
                  <a:pt x="289536" y="1314307"/>
                  <a:pt x="282553" y="1321987"/>
                  <a:pt x="273360" y="1321987"/>
                </a:cubicBezTo>
                <a:cubicBezTo>
                  <a:pt x="264981" y="1321987"/>
                  <a:pt x="257301" y="1314307"/>
                  <a:pt x="257301" y="1305928"/>
                </a:cubicBezTo>
                <a:cubicBezTo>
                  <a:pt x="257301" y="1296734"/>
                  <a:pt x="264981" y="1289752"/>
                  <a:pt x="273360" y="1289752"/>
                </a:cubicBezTo>
                <a:close/>
                <a:moveTo>
                  <a:pt x="209122" y="1289752"/>
                </a:moveTo>
                <a:cubicBezTo>
                  <a:pt x="217501" y="1289752"/>
                  <a:pt x="225182" y="1296734"/>
                  <a:pt x="225182" y="1305928"/>
                </a:cubicBezTo>
                <a:cubicBezTo>
                  <a:pt x="225182" y="1314307"/>
                  <a:pt x="217501" y="1321987"/>
                  <a:pt x="209122" y="1321987"/>
                </a:cubicBezTo>
                <a:cubicBezTo>
                  <a:pt x="200627" y="1321987"/>
                  <a:pt x="192947" y="1314307"/>
                  <a:pt x="192947" y="1305928"/>
                </a:cubicBezTo>
                <a:cubicBezTo>
                  <a:pt x="192947" y="1296734"/>
                  <a:pt x="200627" y="1289752"/>
                  <a:pt x="209122" y="1289752"/>
                </a:cubicBezTo>
                <a:close/>
                <a:moveTo>
                  <a:pt x="144767" y="1289752"/>
                </a:moveTo>
                <a:cubicBezTo>
                  <a:pt x="153146" y="1289752"/>
                  <a:pt x="160827" y="1296734"/>
                  <a:pt x="160827" y="1305928"/>
                </a:cubicBezTo>
                <a:cubicBezTo>
                  <a:pt x="160827" y="1314307"/>
                  <a:pt x="153146" y="1321987"/>
                  <a:pt x="144767" y="1321987"/>
                </a:cubicBezTo>
                <a:cubicBezTo>
                  <a:pt x="135574" y="1321987"/>
                  <a:pt x="128592" y="1314307"/>
                  <a:pt x="128592" y="1305928"/>
                </a:cubicBezTo>
                <a:cubicBezTo>
                  <a:pt x="128592" y="1296734"/>
                  <a:pt x="135574" y="1289752"/>
                  <a:pt x="144767" y="1289752"/>
                </a:cubicBezTo>
                <a:close/>
                <a:moveTo>
                  <a:pt x="80414" y="1289752"/>
                </a:moveTo>
                <a:cubicBezTo>
                  <a:pt x="88792" y="1289752"/>
                  <a:pt x="95658" y="1296734"/>
                  <a:pt x="95658" y="1305928"/>
                </a:cubicBezTo>
                <a:cubicBezTo>
                  <a:pt x="95658" y="1314307"/>
                  <a:pt x="88792" y="1321987"/>
                  <a:pt x="80414" y="1321987"/>
                </a:cubicBezTo>
                <a:cubicBezTo>
                  <a:pt x="71220" y="1321987"/>
                  <a:pt x="64354" y="1314307"/>
                  <a:pt x="64354" y="1305928"/>
                </a:cubicBezTo>
                <a:cubicBezTo>
                  <a:pt x="64354" y="1296734"/>
                  <a:pt x="71220" y="1289752"/>
                  <a:pt x="80414" y="1289752"/>
                </a:cubicBezTo>
                <a:close/>
                <a:moveTo>
                  <a:pt x="15245" y="1289752"/>
                </a:moveTo>
                <a:cubicBezTo>
                  <a:pt x="24438" y="1289752"/>
                  <a:pt x="31421" y="1296734"/>
                  <a:pt x="31421" y="1305928"/>
                </a:cubicBezTo>
                <a:cubicBezTo>
                  <a:pt x="31421" y="1314307"/>
                  <a:pt x="24438" y="1321987"/>
                  <a:pt x="15245" y="1321987"/>
                </a:cubicBezTo>
                <a:cubicBezTo>
                  <a:pt x="6866" y="1321987"/>
                  <a:pt x="0" y="1314307"/>
                  <a:pt x="0" y="1305928"/>
                </a:cubicBezTo>
                <a:cubicBezTo>
                  <a:pt x="0" y="1296734"/>
                  <a:pt x="6866" y="1289752"/>
                  <a:pt x="15245" y="1289752"/>
                </a:cubicBezTo>
                <a:close/>
                <a:moveTo>
                  <a:pt x="3692390" y="1225514"/>
                </a:moveTo>
                <a:cubicBezTo>
                  <a:pt x="3701583" y="1225514"/>
                  <a:pt x="3708449" y="1232380"/>
                  <a:pt x="3708449" y="1241574"/>
                </a:cubicBezTo>
                <a:cubicBezTo>
                  <a:pt x="3708449" y="1249953"/>
                  <a:pt x="3701583" y="1257633"/>
                  <a:pt x="3692390" y="1257633"/>
                </a:cubicBezTo>
                <a:cubicBezTo>
                  <a:pt x="3683895" y="1257633"/>
                  <a:pt x="3676214" y="1249953"/>
                  <a:pt x="3676214" y="1241574"/>
                </a:cubicBezTo>
                <a:cubicBezTo>
                  <a:pt x="3676214" y="1232380"/>
                  <a:pt x="3683895" y="1225514"/>
                  <a:pt x="3692390" y="1225514"/>
                </a:cubicBezTo>
                <a:close/>
                <a:moveTo>
                  <a:pt x="3628036" y="1225514"/>
                </a:moveTo>
                <a:cubicBezTo>
                  <a:pt x="3636414" y="1225514"/>
                  <a:pt x="3644095" y="1232380"/>
                  <a:pt x="3644095" y="1241574"/>
                </a:cubicBezTo>
                <a:cubicBezTo>
                  <a:pt x="3644095" y="1249953"/>
                  <a:pt x="3636414" y="1257633"/>
                  <a:pt x="3628036" y="1257633"/>
                </a:cubicBezTo>
                <a:cubicBezTo>
                  <a:pt x="3618842" y="1257633"/>
                  <a:pt x="3611976" y="1249953"/>
                  <a:pt x="3611976" y="1241574"/>
                </a:cubicBezTo>
                <a:cubicBezTo>
                  <a:pt x="3611976" y="1232380"/>
                  <a:pt x="3618842" y="1225514"/>
                  <a:pt x="3628036" y="1225514"/>
                </a:cubicBezTo>
                <a:close/>
                <a:moveTo>
                  <a:pt x="3563682" y="1225514"/>
                </a:moveTo>
                <a:cubicBezTo>
                  <a:pt x="3572061" y="1225514"/>
                  <a:pt x="3579742" y="1232380"/>
                  <a:pt x="3579742" y="1241574"/>
                </a:cubicBezTo>
                <a:cubicBezTo>
                  <a:pt x="3579742" y="1249953"/>
                  <a:pt x="3572061" y="1257633"/>
                  <a:pt x="3563682" y="1257633"/>
                </a:cubicBezTo>
                <a:cubicBezTo>
                  <a:pt x="3554488" y="1257633"/>
                  <a:pt x="3547622" y="1249953"/>
                  <a:pt x="3547622" y="1241574"/>
                </a:cubicBezTo>
                <a:cubicBezTo>
                  <a:pt x="3547622" y="1232380"/>
                  <a:pt x="3554488" y="1225514"/>
                  <a:pt x="3563682" y="1225514"/>
                </a:cubicBezTo>
                <a:close/>
                <a:moveTo>
                  <a:pt x="3498629" y="1225514"/>
                </a:moveTo>
                <a:cubicBezTo>
                  <a:pt x="3507706" y="1225514"/>
                  <a:pt x="3514688" y="1232380"/>
                  <a:pt x="3514688" y="1241574"/>
                </a:cubicBezTo>
                <a:cubicBezTo>
                  <a:pt x="3514688" y="1249953"/>
                  <a:pt x="3507706" y="1257633"/>
                  <a:pt x="3498629" y="1257633"/>
                </a:cubicBezTo>
                <a:cubicBezTo>
                  <a:pt x="3490133" y="1257633"/>
                  <a:pt x="3483267" y="1249953"/>
                  <a:pt x="3483267" y="1241574"/>
                </a:cubicBezTo>
                <a:cubicBezTo>
                  <a:pt x="3483267" y="1232380"/>
                  <a:pt x="3490133" y="1225514"/>
                  <a:pt x="3498629" y="1225514"/>
                </a:cubicBezTo>
                <a:close/>
                <a:moveTo>
                  <a:pt x="3434275" y="1225514"/>
                </a:moveTo>
                <a:cubicBezTo>
                  <a:pt x="3443468" y="1225514"/>
                  <a:pt x="3450334" y="1232380"/>
                  <a:pt x="3450334" y="1241574"/>
                </a:cubicBezTo>
                <a:cubicBezTo>
                  <a:pt x="3450334" y="1249953"/>
                  <a:pt x="3443468" y="1257633"/>
                  <a:pt x="3434275" y="1257633"/>
                </a:cubicBezTo>
                <a:cubicBezTo>
                  <a:pt x="3425780" y="1257633"/>
                  <a:pt x="3418099" y="1249953"/>
                  <a:pt x="3418099" y="1241574"/>
                </a:cubicBezTo>
                <a:cubicBezTo>
                  <a:pt x="3418099" y="1232380"/>
                  <a:pt x="3425780" y="1225514"/>
                  <a:pt x="3434275" y="1225514"/>
                </a:cubicBezTo>
                <a:close/>
                <a:moveTo>
                  <a:pt x="3369921" y="1225514"/>
                </a:moveTo>
                <a:cubicBezTo>
                  <a:pt x="3379115" y="1225514"/>
                  <a:pt x="3385981" y="1232380"/>
                  <a:pt x="3385981" y="1241574"/>
                </a:cubicBezTo>
                <a:cubicBezTo>
                  <a:pt x="3385981" y="1249953"/>
                  <a:pt x="3379115" y="1257633"/>
                  <a:pt x="3369921" y="1257633"/>
                </a:cubicBezTo>
                <a:cubicBezTo>
                  <a:pt x="3361426" y="1257633"/>
                  <a:pt x="3353862" y="1249953"/>
                  <a:pt x="3353862" y="1241574"/>
                </a:cubicBezTo>
                <a:cubicBezTo>
                  <a:pt x="3353862" y="1232380"/>
                  <a:pt x="3361426" y="1225514"/>
                  <a:pt x="3369921" y="1225514"/>
                </a:cubicBezTo>
                <a:close/>
                <a:moveTo>
                  <a:pt x="3305567" y="1225514"/>
                </a:moveTo>
                <a:cubicBezTo>
                  <a:pt x="3313946" y="1225514"/>
                  <a:pt x="3321627" y="1232380"/>
                  <a:pt x="3321627" y="1241574"/>
                </a:cubicBezTo>
                <a:cubicBezTo>
                  <a:pt x="3321627" y="1249953"/>
                  <a:pt x="3313946" y="1257633"/>
                  <a:pt x="3305567" y="1257633"/>
                </a:cubicBezTo>
                <a:cubicBezTo>
                  <a:pt x="3296374" y="1257633"/>
                  <a:pt x="3289508" y="1249953"/>
                  <a:pt x="3289508" y="1241574"/>
                </a:cubicBezTo>
                <a:cubicBezTo>
                  <a:pt x="3289508" y="1232380"/>
                  <a:pt x="3296374" y="1225514"/>
                  <a:pt x="3305567" y="1225514"/>
                </a:cubicBezTo>
                <a:close/>
                <a:moveTo>
                  <a:pt x="3241213" y="1225514"/>
                </a:moveTo>
                <a:cubicBezTo>
                  <a:pt x="3249708" y="1225514"/>
                  <a:pt x="3256574" y="1232380"/>
                  <a:pt x="3256574" y="1241574"/>
                </a:cubicBezTo>
                <a:cubicBezTo>
                  <a:pt x="3256574" y="1249953"/>
                  <a:pt x="3249708" y="1257633"/>
                  <a:pt x="3241213" y="1257633"/>
                </a:cubicBezTo>
                <a:cubicBezTo>
                  <a:pt x="3232020" y="1257633"/>
                  <a:pt x="3225154" y="1249953"/>
                  <a:pt x="3225154" y="1241574"/>
                </a:cubicBezTo>
                <a:cubicBezTo>
                  <a:pt x="3225154" y="1232380"/>
                  <a:pt x="3232020" y="1225514"/>
                  <a:pt x="3241213" y="1225514"/>
                </a:cubicBezTo>
                <a:close/>
                <a:moveTo>
                  <a:pt x="3176161" y="1225514"/>
                </a:moveTo>
                <a:cubicBezTo>
                  <a:pt x="3185354" y="1225514"/>
                  <a:pt x="3192220" y="1232380"/>
                  <a:pt x="3192220" y="1241574"/>
                </a:cubicBezTo>
                <a:cubicBezTo>
                  <a:pt x="3192220" y="1249953"/>
                  <a:pt x="3185354" y="1257633"/>
                  <a:pt x="3176161" y="1257633"/>
                </a:cubicBezTo>
                <a:cubicBezTo>
                  <a:pt x="3167666" y="1257633"/>
                  <a:pt x="3160800" y="1249953"/>
                  <a:pt x="3160102" y="1241574"/>
                </a:cubicBezTo>
                <a:cubicBezTo>
                  <a:pt x="3160102" y="1232380"/>
                  <a:pt x="3167666" y="1225514"/>
                  <a:pt x="3176161" y="1225514"/>
                </a:cubicBezTo>
                <a:close/>
                <a:moveTo>
                  <a:pt x="3111806" y="1225514"/>
                </a:moveTo>
                <a:cubicBezTo>
                  <a:pt x="3121000" y="1225514"/>
                  <a:pt x="3127866" y="1232380"/>
                  <a:pt x="3127866" y="1241574"/>
                </a:cubicBezTo>
                <a:cubicBezTo>
                  <a:pt x="3127866" y="1249953"/>
                  <a:pt x="3121000" y="1257633"/>
                  <a:pt x="3111806" y="1257633"/>
                </a:cubicBezTo>
                <a:cubicBezTo>
                  <a:pt x="3103427" y="1257633"/>
                  <a:pt x="3095747" y="1249953"/>
                  <a:pt x="3095747" y="1241574"/>
                </a:cubicBezTo>
                <a:cubicBezTo>
                  <a:pt x="3095747" y="1232380"/>
                  <a:pt x="3103427" y="1225514"/>
                  <a:pt x="3111806" y="1225514"/>
                </a:cubicBezTo>
                <a:close/>
                <a:moveTo>
                  <a:pt x="3047452" y="1225514"/>
                </a:moveTo>
                <a:cubicBezTo>
                  <a:pt x="3055831" y="1225514"/>
                  <a:pt x="3063512" y="1232380"/>
                  <a:pt x="3063512" y="1241574"/>
                </a:cubicBezTo>
                <a:cubicBezTo>
                  <a:pt x="3063512" y="1249953"/>
                  <a:pt x="3055831" y="1257633"/>
                  <a:pt x="3047452" y="1257633"/>
                </a:cubicBezTo>
                <a:cubicBezTo>
                  <a:pt x="3038259" y="1257633"/>
                  <a:pt x="3031393" y="1249953"/>
                  <a:pt x="3031393" y="1241574"/>
                </a:cubicBezTo>
                <a:cubicBezTo>
                  <a:pt x="3031393" y="1232380"/>
                  <a:pt x="3038259" y="1225514"/>
                  <a:pt x="3047452" y="1225514"/>
                </a:cubicBezTo>
                <a:close/>
                <a:moveTo>
                  <a:pt x="2983099" y="1225514"/>
                </a:moveTo>
                <a:cubicBezTo>
                  <a:pt x="2991594" y="1225514"/>
                  <a:pt x="2999158" y="1232380"/>
                  <a:pt x="2999158" y="1241574"/>
                </a:cubicBezTo>
                <a:cubicBezTo>
                  <a:pt x="2999158" y="1249953"/>
                  <a:pt x="2991594" y="1257633"/>
                  <a:pt x="2983099" y="1257633"/>
                </a:cubicBezTo>
                <a:cubicBezTo>
                  <a:pt x="2973905" y="1257633"/>
                  <a:pt x="2967039" y="1249953"/>
                  <a:pt x="2967039" y="1241574"/>
                </a:cubicBezTo>
                <a:cubicBezTo>
                  <a:pt x="2967039" y="1232380"/>
                  <a:pt x="2973905" y="1225514"/>
                  <a:pt x="2983099" y="1225514"/>
                </a:cubicBezTo>
                <a:close/>
                <a:moveTo>
                  <a:pt x="2918046" y="1225514"/>
                </a:moveTo>
                <a:cubicBezTo>
                  <a:pt x="2927240" y="1225514"/>
                  <a:pt x="2934106" y="1232380"/>
                  <a:pt x="2934106" y="1241574"/>
                </a:cubicBezTo>
                <a:cubicBezTo>
                  <a:pt x="2934106" y="1249953"/>
                  <a:pt x="2927240" y="1257633"/>
                  <a:pt x="2918046" y="1257633"/>
                </a:cubicBezTo>
                <a:cubicBezTo>
                  <a:pt x="2909551" y="1257633"/>
                  <a:pt x="2902685" y="1249953"/>
                  <a:pt x="2902685" y="1241574"/>
                </a:cubicBezTo>
                <a:cubicBezTo>
                  <a:pt x="2902685" y="1232380"/>
                  <a:pt x="2909551" y="1225514"/>
                  <a:pt x="2918046" y="1225514"/>
                </a:cubicBezTo>
                <a:close/>
                <a:moveTo>
                  <a:pt x="2853692" y="1225514"/>
                </a:moveTo>
                <a:cubicBezTo>
                  <a:pt x="2862886" y="1225514"/>
                  <a:pt x="2869752" y="1232380"/>
                  <a:pt x="2869752" y="1241574"/>
                </a:cubicBezTo>
                <a:cubicBezTo>
                  <a:pt x="2869752" y="1249953"/>
                  <a:pt x="2862886" y="1257633"/>
                  <a:pt x="2853692" y="1257633"/>
                </a:cubicBezTo>
                <a:cubicBezTo>
                  <a:pt x="2845313" y="1257633"/>
                  <a:pt x="2837633" y="1249953"/>
                  <a:pt x="2837633" y="1241574"/>
                </a:cubicBezTo>
                <a:cubicBezTo>
                  <a:pt x="2837633" y="1232380"/>
                  <a:pt x="2845313" y="1225514"/>
                  <a:pt x="2853692" y="1225514"/>
                </a:cubicBezTo>
                <a:close/>
                <a:moveTo>
                  <a:pt x="2789338" y="1225514"/>
                </a:moveTo>
                <a:cubicBezTo>
                  <a:pt x="2798532" y="1225514"/>
                  <a:pt x="2805398" y="1232380"/>
                  <a:pt x="2805398" y="1241574"/>
                </a:cubicBezTo>
                <a:cubicBezTo>
                  <a:pt x="2805398" y="1249953"/>
                  <a:pt x="2798532" y="1257633"/>
                  <a:pt x="2789338" y="1257633"/>
                </a:cubicBezTo>
                <a:cubicBezTo>
                  <a:pt x="2780959" y="1257633"/>
                  <a:pt x="2773279" y="1249953"/>
                  <a:pt x="2773279" y="1241574"/>
                </a:cubicBezTo>
                <a:cubicBezTo>
                  <a:pt x="2773279" y="1232380"/>
                  <a:pt x="2780959" y="1225514"/>
                  <a:pt x="2789338" y="1225514"/>
                </a:cubicBezTo>
                <a:close/>
                <a:moveTo>
                  <a:pt x="2724984" y="1225514"/>
                </a:moveTo>
                <a:cubicBezTo>
                  <a:pt x="2733479" y="1225514"/>
                  <a:pt x="2741159" y="1232380"/>
                  <a:pt x="2741159" y="1241574"/>
                </a:cubicBezTo>
                <a:cubicBezTo>
                  <a:pt x="2741159" y="1249953"/>
                  <a:pt x="2733479" y="1257633"/>
                  <a:pt x="2724984" y="1257633"/>
                </a:cubicBezTo>
                <a:cubicBezTo>
                  <a:pt x="2715790" y="1257633"/>
                  <a:pt x="2708924" y="1249953"/>
                  <a:pt x="2708924" y="1241574"/>
                </a:cubicBezTo>
                <a:cubicBezTo>
                  <a:pt x="2708924" y="1232380"/>
                  <a:pt x="2715790" y="1225514"/>
                  <a:pt x="2724984" y="1225514"/>
                </a:cubicBezTo>
                <a:close/>
                <a:moveTo>
                  <a:pt x="2660630" y="1225514"/>
                </a:moveTo>
                <a:cubicBezTo>
                  <a:pt x="2669125" y="1225514"/>
                  <a:pt x="2675991" y="1232380"/>
                  <a:pt x="2675991" y="1241574"/>
                </a:cubicBezTo>
                <a:cubicBezTo>
                  <a:pt x="2675991" y="1249953"/>
                  <a:pt x="2669125" y="1257633"/>
                  <a:pt x="2660630" y="1257633"/>
                </a:cubicBezTo>
                <a:cubicBezTo>
                  <a:pt x="2651553" y="1257633"/>
                  <a:pt x="2644570" y="1249953"/>
                  <a:pt x="2644570" y="1241574"/>
                </a:cubicBezTo>
                <a:cubicBezTo>
                  <a:pt x="2644570" y="1232380"/>
                  <a:pt x="2651553" y="1225514"/>
                  <a:pt x="2660630" y="1225514"/>
                </a:cubicBezTo>
                <a:close/>
                <a:moveTo>
                  <a:pt x="2595577" y="1225514"/>
                </a:moveTo>
                <a:cubicBezTo>
                  <a:pt x="2604771" y="1225514"/>
                  <a:pt x="2611637" y="1232380"/>
                  <a:pt x="2611637" y="1241574"/>
                </a:cubicBezTo>
                <a:cubicBezTo>
                  <a:pt x="2611637" y="1249953"/>
                  <a:pt x="2604771" y="1257633"/>
                  <a:pt x="2595577" y="1257633"/>
                </a:cubicBezTo>
                <a:cubicBezTo>
                  <a:pt x="2587198" y="1257633"/>
                  <a:pt x="2580216" y="1249953"/>
                  <a:pt x="2579518" y="1241574"/>
                </a:cubicBezTo>
                <a:cubicBezTo>
                  <a:pt x="2579518" y="1232380"/>
                  <a:pt x="2587198" y="1225514"/>
                  <a:pt x="2595577" y="1225514"/>
                </a:cubicBezTo>
                <a:close/>
                <a:moveTo>
                  <a:pt x="2531224" y="1225514"/>
                </a:moveTo>
                <a:cubicBezTo>
                  <a:pt x="2539719" y="1225514"/>
                  <a:pt x="2547283" y="1232380"/>
                  <a:pt x="2547283" y="1241574"/>
                </a:cubicBezTo>
                <a:cubicBezTo>
                  <a:pt x="2547283" y="1249953"/>
                  <a:pt x="2539719" y="1257633"/>
                  <a:pt x="2531224" y="1257633"/>
                </a:cubicBezTo>
                <a:cubicBezTo>
                  <a:pt x="2522845" y="1257633"/>
                  <a:pt x="2515164" y="1249953"/>
                  <a:pt x="2515164" y="1241574"/>
                </a:cubicBezTo>
                <a:cubicBezTo>
                  <a:pt x="2515164" y="1232380"/>
                  <a:pt x="2522845" y="1225514"/>
                  <a:pt x="2531224" y="1225514"/>
                </a:cubicBezTo>
                <a:close/>
                <a:moveTo>
                  <a:pt x="2466869" y="1225514"/>
                </a:moveTo>
                <a:cubicBezTo>
                  <a:pt x="2475364" y="1225514"/>
                  <a:pt x="2483044" y="1232380"/>
                  <a:pt x="2483044" y="1241574"/>
                </a:cubicBezTo>
                <a:cubicBezTo>
                  <a:pt x="2483044" y="1249953"/>
                  <a:pt x="2475364" y="1257633"/>
                  <a:pt x="2466869" y="1257633"/>
                </a:cubicBezTo>
                <a:cubicBezTo>
                  <a:pt x="2457675" y="1257633"/>
                  <a:pt x="2450809" y="1249953"/>
                  <a:pt x="2450809" y="1241574"/>
                </a:cubicBezTo>
                <a:cubicBezTo>
                  <a:pt x="2450809" y="1232380"/>
                  <a:pt x="2457675" y="1225514"/>
                  <a:pt x="2466869" y="1225514"/>
                </a:cubicBezTo>
                <a:close/>
                <a:moveTo>
                  <a:pt x="2402631" y="1225514"/>
                </a:moveTo>
                <a:cubicBezTo>
                  <a:pt x="2411010" y="1225514"/>
                  <a:pt x="2418690" y="1232380"/>
                  <a:pt x="2418690" y="1241574"/>
                </a:cubicBezTo>
                <a:cubicBezTo>
                  <a:pt x="2418690" y="1249953"/>
                  <a:pt x="2411010" y="1257633"/>
                  <a:pt x="2402631" y="1257633"/>
                </a:cubicBezTo>
                <a:cubicBezTo>
                  <a:pt x="2393438" y="1257633"/>
                  <a:pt x="2386455" y="1249953"/>
                  <a:pt x="2386455" y="1241574"/>
                </a:cubicBezTo>
                <a:cubicBezTo>
                  <a:pt x="2386455" y="1232380"/>
                  <a:pt x="2393438" y="1225514"/>
                  <a:pt x="2402631" y="1225514"/>
                </a:cubicBezTo>
                <a:close/>
                <a:moveTo>
                  <a:pt x="2337462" y="1225514"/>
                </a:moveTo>
                <a:cubicBezTo>
                  <a:pt x="2346656" y="1225514"/>
                  <a:pt x="2353522" y="1232380"/>
                  <a:pt x="2353522" y="1241574"/>
                </a:cubicBezTo>
                <a:cubicBezTo>
                  <a:pt x="2353522" y="1249953"/>
                  <a:pt x="2346656" y="1257633"/>
                  <a:pt x="2337462" y="1257633"/>
                </a:cubicBezTo>
                <a:cubicBezTo>
                  <a:pt x="2329084" y="1257633"/>
                  <a:pt x="2322218" y="1249953"/>
                  <a:pt x="2322218" y="1241574"/>
                </a:cubicBezTo>
                <a:cubicBezTo>
                  <a:pt x="2322218" y="1232380"/>
                  <a:pt x="2329084" y="1225514"/>
                  <a:pt x="2337462" y="1225514"/>
                </a:cubicBezTo>
                <a:close/>
                <a:moveTo>
                  <a:pt x="2273109" y="1225514"/>
                </a:moveTo>
                <a:cubicBezTo>
                  <a:pt x="2282302" y="1225514"/>
                  <a:pt x="2289284" y="1232380"/>
                  <a:pt x="2289284" y="1241574"/>
                </a:cubicBezTo>
                <a:cubicBezTo>
                  <a:pt x="2289284" y="1249953"/>
                  <a:pt x="2282302" y="1257633"/>
                  <a:pt x="2273109" y="1257633"/>
                </a:cubicBezTo>
                <a:cubicBezTo>
                  <a:pt x="2264730" y="1257633"/>
                  <a:pt x="2257049" y="1249953"/>
                  <a:pt x="2257049" y="1241574"/>
                </a:cubicBezTo>
                <a:cubicBezTo>
                  <a:pt x="2257049" y="1232380"/>
                  <a:pt x="2264730" y="1225514"/>
                  <a:pt x="2273109" y="1225514"/>
                </a:cubicBezTo>
                <a:close/>
                <a:moveTo>
                  <a:pt x="2208755" y="1225514"/>
                </a:moveTo>
                <a:cubicBezTo>
                  <a:pt x="2217948" y="1225514"/>
                  <a:pt x="2224930" y="1232380"/>
                  <a:pt x="2224930" y="1241574"/>
                </a:cubicBezTo>
                <a:cubicBezTo>
                  <a:pt x="2224930" y="1249953"/>
                  <a:pt x="2217948" y="1257633"/>
                  <a:pt x="2208755" y="1257633"/>
                </a:cubicBezTo>
                <a:cubicBezTo>
                  <a:pt x="2199561" y="1257633"/>
                  <a:pt x="2192695" y="1249953"/>
                  <a:pt x="2192695" y="1241574"/>
                </a:cubicBezTo>
                <a:cubicBezTo>
                  <a:pt x="2192695" y="1232380"/>
                  <a:pt x="2200376" y="1225514"/>
                  <a:pt x="2208755" y="1225514"/>
                </a:cubicBezTo>
                <a:close/>
                <a:moveTo>
                  <a:pt x="2144517" y="1225514"/>
                </a:moveTo>
                <a:cubicBezTo>
                  <a:pt x="2152896" y="1225514"/>
                  <a:pt x="2160576" y="1232380"/>
                  <a:pt x="2160576" y="1241574"/>
                </a:cubicBezTo>
                <a:cubicBezTo>
                  <a:pt x="2160576" y="1249953"/>
                  <a:pt x="2152896" y="1257633"/>
                  <a:pt x="2144517" y="1257633"/>
                </a:cubicBezTo>
                <a:cubicBezTo>
                  <a:pt x="2135324" y="1257633"/>
                  <a:pt x="2128341" y="1249953"/>
                  <a:pt x="2128341" y="1241574"/>
                </a:cubicBezTo>
                <a:cubicBezTo>
                  <a:pt x="2128341" y="1232380"/>
                  <a:pt x="2135324" y="1225514"/>
                  <a:pt x="2144517" y="1225514"/>
                </a:cubicBezTo>
                <a:close/>
                <a:moveTo>
                  <a:pt x="2080163" y="1225514"/>
                </a:moveTo>
                <a:cubicBezTo>
                  <a:pt x="2088542" y="1225514"/>
                  <a:pt x="2095408" y="1232380"/>
                  <a:pt x="2095408" y="1241574"/>
                </a:cubicBezTo>
                <a:cubicBezTo>
                  <a:pt x="2095408" y="1249953"/>
                  <a:pt x="2088542" y="1257633"/>
                  <a:pt x="2080163" y="1257633"/>
                </a:cubicBezTo>
                <a:cubicBezTo>
                  <a:pt x="2070970" y="1257633"/>
                  <a:pt x="2064104" y="1249953"/>
                  <a:pt x="2064104" y="1241574"/>
                </a:cubicBezTo>
                <a:cubicBezTo>
                  <a:pt x="2064104" y="1232380"/>
                  <a:pt x="2070970" y="1225514"/>
                  <a:pt x="2080163" y="1225514"/>
                </a:cubicBezTo>
                <a:close/>
                <a:moveTo>
                  <a:pt x="2014994" y="1225514"/>
                </a:moveTo>
                <a:cubicBezTo>
                  <a:pt x="2024187" y="1225514"/>
                  <a:pt x="2031169" y="1232380"/>
                  <a:pt x="2031169" y="1241574"/>
                </a:cubicBezTo>
                <a:cubicBezTo>
                  <a:pt x="2031169" y="1249953"/>
                  <a:pt x="2024187" y="1257633"/>
                  <a:pt x="2014994" y="1257633"/>
                </a:cubicBezTo>
                <a:cubicBezTo>
                  <a:pt x="2006615" y="1257633"/>
                  <a:pt x="1998934" y="1249953"/>
                  <a:pt x="1998934" y="1241574"/>
                </a:cubicBezTo>
                <a:cubicBezTo>
                  <a:pt x="1998934" y="1232380"/>
                  <a:pt x="2006615" y="1225514"/>
                  <a:pt x="2014994" y="1225514"/>
                </a:cubicBezTo>
                <a:close/>
                <a:moveTo>
                  <a:pt x="1950756" y="1225514"/>
                </a:moveTo>
                <a:cubicBezTo>
                  <a:pt x="1959135" y="1225514"/>
                  <a:pt x="1966815" y="1232380"/>
                  <a:pt x="1966815" y="1241574"/>
                </a:cubicBezTo>
                <a:cubicBezTo>
                  <a:pt x="1966815" y="1249953"/>
                  <a:pt x="1959135" y="1257633"/>
                  <a:pt x="1950756" y="1257633"/>
                </a:cubicBezTo>
                <a:cubicBezTo>
                  <a:pt x="1942261" y="1257633"/>
                  <a:pt x="1934580" y="1249953"/>
                  <a:pt x="1934580" y="1241574"/>
                </a:cubicBezTo>
                <a:cubicBezTo>
                  <a:pt x="1934580" y="1232380"/>
                  <a:pt x="1942261" y="1225514"/>
                  <a:pt x="1950756" y="1225514"/>
                </a:cubicBezTo>
                <a:close/>
                <a:moveTo>
                  <a:pt x="1886402" y="1225514"/>
                </a:moveTo>
                <a:cubicBezTo>
                  <a:pt x="1894781" y="1225514"/>
                  <a:pt x="1902461" y="1232380"/>
                  <a:pt x="1902461" y="1241574"/>
                </a:cubicBezTo>
                <a:cubicBezTo>
                  <a:pt x="1902461" y="1249953"/>
                  <a:pt x="1894781" y="1257633"/>
                  <a:pt x="1886402" y="1257633"/>
                </a:cubicBezTo>
                <a:cubicBezTo>
                  <a:pt x="1877209" y="1257633"/>
                  <a:pt x="1870343" y="1249953"/>
                  <a:pt x="1870343" y="1241574"/>
                </a:cubicBezTo>
                <a:cubicBezTo>
                  <a:pt x="1870343" y="1232380"/>
                  <a:pt x="1877209" y="1225514"/>
                  <a:pt x="1886402" y="1225514"/>
                </a:cubicBezTo>
                <a:close/>
                <a:moveTo>
                  <a:pt x="1822048" y="1225514"/>
                </a:moveTo>
                <a:cubicBezTo>
                  <a:pt x="1830427" y="1225514"/>
                  <a:pt x="1838108" y="1232380"/>
                  <a:pt x="1838108" y="1241574"/>
                </a:cubicBezTo>
                <a:cubicBezTo>
                  <a:pt x="1838108" y="1249953"/>
                  <a:pt x="1830427" y="1257633"/>
                  <a:pt x="1822048" y="1257633"/>
                </a:cubicBezTo>
                <a:cubicBezTo>
                  <a:pt x="1812855" y="1257633"/>
                  <a:pt x="1805989" y="1249953"/>
                  <a:pt x="1805989" y="1241574"/>
                </a:cubicBezTo>
                <a:cubicBezTo>
                  <a:pt x="1805989" y="1232380"/>
                  <a:pt x="1812855" y="1225514"/>
                  <a:pt x="1822048" y="1225514"/>
                </a:cubicBezTo>
                <a:close/>
                <a:moveTo>
                  <a:pt x="1756879" y="1225514"/>
                </a:moveTo>
                <a:cubicBezTo>
                  <a:pt x="1766073" y="1225514"/>
                  <a:pt x="1773055" y="1232380"/>
                  <a:pt x="1773055" y="1241574"/>
                </a:cubicBezTo>
                <a:cubicBezTo>
                  <a:pt x="1773055" y="1249953"/>
                  <a:pt x="1766073" y="1257633"/>
                  <a:pt x="1756879" y="1257633"/>
                </a:cubicBezTo>
                <a:cubicBezTo>
                  <a:pt x="1748501" y="1257633"/>
                  <a:pt x="1741635" y="1249953"/>
                  <a:pt x="1741635" y="1241574"/>
                </a:cubicBezTo>
                <a:cubicBezTo>
                  <a:pt x="1741635" y="1232380"/>
                  <a:pt x="1748501" y="1225514"/>
                  <a:pt x="1756879" y="1225514"/>
                </a:cubicBezTo>
                <a:close/>
                <a:moveTo>
                  <a:pt x="1692642" y="1225514"/>
                </a:moveTo>
                <a:cubicBezTo>
                  <a:pt x="1701835" y="1225514"/>
                  <a:pt x="1708701" y="1232380"/>
                  <a:pt x="1708701" y="1241574"/>
                </a:cubicBezTo>
                <a:cubicBezTo>
                  <a:pt x="1708701" y="1249953"/>
                  <a:pt x="1701835" y="1257633"/>
                  <a:pt x="1692642" y="1257633"/>
                </a:cubicBezTo>
                <a:cubicBezTo>
                  <a:pt x="1684147" y="1257633"/>
                  <a:pt x="1676466" y="1249953"/>
                  <a:pt x="1676466" y="1241574"/>
                </a:cubicBezTo>
                <a:cubicBezTo>
                  <a:pt x="1676466" y="1232380"/>
                  <a:pt x="1684147" y="1225514"/>
                  <a:pt x="1692642" y="1225514"/>
                </a:cubicBezTo>
                <a:close/>
                <a:moveTo>
                  <a:pt x="1628287" y="1225514"/>
                </a:moveTo>
                <a:cubicBezTo>
                  <a:pt x="1636666" y="1225514"/>
                  <a:pt x="1644346" y="1232380"/>
                  <a:pt x="1644346" y="1241574"/>
                </a:cubicBezTo>
                <a:cubicBezTo>
                  <a:pt x="1644346" y="1249953"/>
                  <a:pt x="1636666" y="1257633"/>
                  <a:pt x="1628287" y="1257633"/>
                </a:cubicBezTo>
                <a:cubicBezTo>
                  <a:pt x="1619094" y="1257633"/>
                  <a:pt x="1612228" y="1249953"/>
                  <a:pt x="1612228" y="1241574"/>
                </a:cubicBezTo>
                <a:cubicBezTo>
                  <a:pt x="1612228" y="1232380"/>
                  <a:pt x="1619094" y="1225514"/>
                  <a:pt x="1628287" y="1225514"/>
                </a:cubicBezTo>
                <a:close/>
                <a:moveTo>
                  <a:pt x="1563933" y="1225514"/>
                </a:moveTo>
                <a:cubicBezTo>
                  <a:pt x="1572312" y="1225514"/>
                  <a:pt x="1579993" y="1232380"/>
                  <a:pt x="1579993" y="1241574"/>
                </a:cubicBezTo>
                <a:cubicBezTo>
                  <a:pt x="1579993" y="1249953"/>
                  <a:pt x="1572312" y="1257633"/>
                  <a:pt x="1563933" y="1257633"/>
                </a:cubicBezTo>
                <a:cubicBezTo>
                  <a:pt x="1554740" y="1257633"/>
                  <a:pt x="1547874" y="1249953"/>
                  <a:pt x="1547874" y="1241574"/>
                </a:cubicBezTo>
                <a:cubicBezTo>
                  <a:pt x="1547874" y="1232380"/>
                  <a:pt x="1554740" y="1225514"/>
                  <a:pt x="1563933" y="1225514"/>
                </a:cubicBezTo>
                <a:close/>
                <a:moveTo>
                  <a:pt x="1499579" y="1225514"/>
                </a:moveTo>
                <a:cubicBezTo>
                  <a:pt x="1508074" y="1225514"/>
                  <a:pt x="1514940" y="1232380"/>
                  <a:pt x="1514940" y="1241574"/>
                </a:cubicBezTo>
                <a:cubicBezTo>
                  <a:pt x="1514940" y="1249953"/>
                  <a:pt x="1508074" y="1257633"/>
                  <a:pt x="1499579" y="1257633"/>
                </a:cubicBezTo>
                <a:cubicBezTo>
                  <a:pt x="1490386" y="1257633"/>
                  <a:pt x="1483520" y="1249953"/>
                  <a:pt x="1483520" y="1241574"/>
                </a:cubicBezTo>
                <a:cubicBezTo>
                  <a:pt x="1483520" y="1232380"/>
                  <a:pt x="1490386" y="1225514"/>
                  <a:pt x="1499579" y="1225514"/>
                </a:cubicBezTo>
                <a:close/>
                <a:moveTo>
                  <a:pt x="1434527" y="1225514"/>
                </a:moveTo>
                <a:cubicBezTo>
                  <a:pt x="1443720" y="1225514"/>
                  <a:pt x="1450586" y="1232380"/>
                  <a:pt x="1450586" y="1241574"/>
                </a:cubicBezTo>
                <a:cubicBezTo>
                  <a:pt x="1450586" y="1249953"/>
                  <a:pt x="1443720" y="1257633"/>
                  <a:pt x="1434527" y="1257633"/>
                </a:cubicBezTo>
                <a:cubicBezTo>
                  <a:pt x="1426032" y="1257633"/>
                  <a:pt x="1418351" y="1249953"/>
                  <a:pt x="1418351" y="1241574"/>
                </a:cubicBezTo>
                <a:cubicBezTo>
                  <a:pt x="1418351" y="1232380"/>
                  <a:pt x="1426032" y="1225514"/>
                  <a:pt x="1434527" y="1225514"/>
                </a:cubicBezTo>
                <a:close/>
                <a:moveTo>
                  <a:pt x="1370173" y="1225514"/>
                </a:moveTo>
                <a:cubicBezTo>
                  <a:pt x="1379367" y="1225514"/>
                  <a:pt x="1386233" y="1232380"/>
                  <a:pt x="1386233" y="1241574"/>
                </a:cubicBezTo>
                <a:cubicBezTo>
                  <a:pt x="1386233" y="1249953"/>
                  <a:pt x="1379367" y="1257633"/>
                  <a:pt x="1370173" y="1257633"/>
                </a:cubicBezTo>
                <a:cubicBezTo>
                  <a:pt x="1361678" y="1257633"/>
                  <a:pt x="1354114" y="1249953"/>
                  <a:pt x="1354114" y="1241574"/>
                </a:cubicBezTo>
                <a:cubicBezTo>
                  <a:pt x="1354114" y="1232380"/>
                  <a:pt x="1361678" y="1225514"/>
                  <a:pt x="1370173" y="1225514"/>
                </a:cubicBezTo>
                <a:close/>
                <a:moveTo>
                  <a:pt x="1305819" y="1225514"/>
                </a:moveTo>
                <a:cubicBezTo>
                  <a:pt x="1314198" y="1225514"/>
                  <a:pt x="1321879" y="1232380"/>
                  <a:pt x="1321879" y="1241574"/>
                </a:cubicBezTo>
                <a:cubicBezTo>
                  <a:pt x="1321879" y="1249953"/>
                  <a:pt x="1314198" y="1257633"/>
                  <a:pt x="1305819" y="1257633"/>
                </a:cubicBezTo>
                <a:cubicBezTo>
                  <a:pt x="1296626" y="1257633"/>
                  <a:pt x="1289760" y="1249953"/>
                  <a:pt x="1289760" y="1241574"/>
                </a:cubicBezTo>
                <a:cubicBezTo>
                  <a:pt x="1289760" y="1232380"/>
                  <a:pt x="1296626" y="1225514"/>
                  <a:pt x="1305819" y="1225514"/>
                </a:cubicBezTo>
                <a:close/>
                <a:moveTo>
                  <a:pt x="1241465" y="1225514"/>
                </a:moveTo>
                <a:cubicBezTo>
                  <a:pt x="1249960" y="1225514"/>
                  <a:pt x="1256826" y="1232380"/>
                  <a:pt x="1256826" y="1241574"/>
                </a:cubicBezTo>
                <a:cubicBezTo>
                  <a:pt x="1256826" y="1249953"/>
                  <a:pt x="1249960" y="1257633"/>
                  <a:pt x="1241465" y="1257633"/>
                </a:cubicBezTo>
                <a:cubicBezTo>
                  <a:pt x="1232272" y="1257633"/>
                  <a:pt x="1225406" y="1249953"/>
                  <a:pt x="1225406" y="1241574"/>
                </a:cubicBezTo>
                <a:cubicBezTo>
                  <a:pt x="1225406" y="1232380"/>
                  <a:pt x="1232272" y="1225514"/>
                  <a:pt x="1241465" y="1225514"/>
                </a:cubicBezTo>
                <a:close/>
                <a:moveTo>
                  <a:pt x="1176412" y="1225514"/>
                </a:moveTo>
                <a:cubicBezTo>
                  <a:pt x="1185606" y="1225514"/>
                  <a:pt x="1192472" y="1232380"/>
                  <a:pt x="1192472" y="1241574"/>
                </a:cubicBezTo>
                <a:cubicBezTo>
                  <a:pt x="1192472" y="1249953"/>
                  <a:pt x="1185606" y="1257633"/>
                  <a:pt x="1176412" y="1257633"/>
                </a:cubicBezTo>
                <a:cubicBezTo>
                  <a:pt x="1167917" y="1257633"/>
                  <a:pt x="1161051" y="1249953"/>
                  <a:pt x="1161051" y="1241574"/>
                </a:cubicBezTo>
                <a:cubicBezTo>
                  <a:pt x="1161051" y="1232380"/>
                  <a:pt x="1167917" y="1225514"/>
                  <a:pt x="1176412" y="1225514"/>
                </a:cubicBezTo>
                <a:close/>
                <a:moveTo>
                  <a:pt x="1112058" y="1225514"/>
                </a:moveTo>
                <a:cubicBezTo>
                  <a:pt x="1121251" y="1225514"/>
                  <a:pt x="1128117" y="1232380"/>
                  <a:pt x="1128117" y="1241574"/>
                </a:cubicBezTo>
                <a:cubicBezTo>
                  <a:pt x="1128117" y="1249953"/>
                  <a:pt x="1121251" y="1257633"/>
                  <a:pt x="1112058" y="1257633"/>
                </a:cubicBezTo>
                <a:cubicBezTo>
                  <a:pt x="1103679" y="1257633"/>
                  <a:pt x="1095998" y="1249953"/>
                  <a:pt x="1095998" y="1241574"/>
                </a:cubicBezTo>
                <a:cubicBezTo>
                  <a:pt x="1095998" y="1232380"/>
                  <a:pt x="1103679" y="1225514"/>
                  <a:pt x="1112058" y="1225514"/>
                </a:cubicBezTo>
                <a:close/>
                <a:moveTo>
                  <a:pt x="1047704" y="1225514"/>
                </a:moveTo>
                <a:cubicBezTo>
                  <a:pt x="1056199" y="1225514"/>
                  <a:pt x="1063763" y="1232380"/>
                  <a:pt x="1063763" y="1241574"/>
                </a:cubicBezTo>
                <a:cubicBezTo>
                  <a:pt x="1063763" y="1249953"/>
                  <a:pt x="1056199" y="1257633"/>
                  <a:pt x="1047704" y="1257633"/>
                </a:cubicBezTo>
                <a:cubicBezTo>
                  <a:pt x="1038510" y="1257633"/>
                  <a:pt x="1031644" y="1249953"/>
                  <a:pt x="1031644" y="1241574"/>
                </a:cubicBezTo>
                <a:cubicBezTo>
                  <a:pt x="1031644" y="1232380"/>
                  <a:pt x="1038510" y="1225514"/>
                  <a:pt x="1047704" y="1225514"/>
                </a:cubicBezTo>
                <a:close/>
                <a:moveTo>
                  <a:pt x="983349" y="1225514"/>
                </a:moveTo>
                <a:cubicBezTo>
                  <a:pt x="991844" y="1225514"/>
                  <a:pt x="999408" y="1232380"/>
                  <a:pt x="999408" y="1241574"/>
                </a:cubicBezTo>
                <a:cubicBezTo>
                  <a:pt x="999408" y="1249953"/>
                  <a:pt x="991844" y="1257633"/>
                  <a:pt x="983349" y="1257633"/>
                </a:cubicBezTo>
                <a:cubicBezTo>
                  <a:pt x="974156" y="1257633"/>
                  <a:pt x="967290" y="1249953"/>
                  <a:pt x="967290" y="1241574"/>
                </a:cubicBezTo>
                <a:cubicBezTo>
                  <a:pt x="967290" y="1232380"/>
                  <a:pt x="974156" y="1225514"/>
                  <a:pt x="983349" y="1225514"/>
                </a:cubicBezTo>
                <a:close/>
                <a:moveTo>
                  <a:pt x="918995" y="1225514"/>
                </a:moveTo>
                <a:cubicBezTo>
                  <a:pt x="927490" y="1225514"/>
                  <a:pt x="934356" y="1232380"/>
                  <a:pt x="934356" y="1241574"/>
                </a:cubicBezTo>
                <a:cubicBezTo>
                  <a:pt x="934356" y="1249953"/>
                  <a:pt x="927490" y="1257633"/>
                  <a:pt x="918995" y="1257633"/>
                </a:cubicBezTo>
                <a:cubicBezTo>
                  <a:pt x="909802" y="1257633"/>
                  <a:pt x="902936" y="1249953"/>
                  <a:pt x="902936" y="1241574"/>
                </a:cubicBezTo>
                <a:cubicBezTo>
                  <a:pt x="902936" y="1232380"/>
                  <a:pt x="909802" y="1225514"/>
                  <a:pt x="918995" y="1225514"/>
                </a:cubicBezTo>
                <a:close/>
                <a:moveTo>
                  <a:pt x="853944" y="1225514"/>
                </a:moveTo>
                <a:cubicBezTo>
                  <a:pt x="863137" y="1225514"/>
                  <a:pt x="870003" y="1232380"/>
                  <a:pt x="870003" y="1241574"/>
                </a:cubicBezTo>
                <a:cubicBezTo>
                  <a:pt x="870003" y="1249953"/>
                  <a:pt x="863137" y="1257633"/>
                  <a:pt x="853944" y="1257633"/>
                </a:cubicBezTo>
                <a:cubicBezTo>
                  <a:pt x="845565" y="1257633"/>
                  <a:pt x="837884" y="1249953"/>
                  <a:pt x="837884" y="1241574"/>
                </a:cubicBezTo>
                <a:cubicBezTo>
                  <a:pt x="837884" y="1232380"/>
                  <a:pt x="845565" y="1225514"/>
                  <a:pt x="853944" y="1225514"/>
                </a:cubicBezTo>
                <a:close/>
                <a:moveTo>
                  <a:pt x="789590" y="1225514"/>
                </a:moveTo>
                <a:cubicBezTo>
                  <a:pt x="798783" y="1225514"/>
                  <a:pt x="805649" y="1232380"/>
                  <a:pt x="805649" y="1241574"/>
                </a:cubicBezTo>
                <a:cubicBezTo>
                  <a:pt x="805649" y="1249953"/>
                  <a:pt x="798783" y="1257633"/>
                  <a:pt x="789590" y="1257633"/>
                </a:cubicBezTo>
                <a:cubicBezTo>
                  <a:pt x="781211" y="1257633"/>
                  <a:pt x="773530" y="1249953"/>
                  <a:pt x="773530" y="1241574"/>
                </a:cubicBezTo>
                <a:cubicBezTo>
                  <a:pt x="773530" y="1232380"/>
                  <a:pt x="781211" y="1225514"/>
                  <a:pt x="789590" y="1225514"/>
                </a:cubicBezTo>
                <a:close/>
                <a:moveTo>
                  <a:pt x="725235" y="1225514"/>
                </a:moveTo>
                <a:cubicBezTo>
                  <a:pt x="733730" y="1225514"/>
                  <a:pt x="741411" y="1232380"/>
                  <a:pt x="741411" y="1241574"/>
                </a:cubicBezTo>
                <a:cubicBezTo>
                  <a:pt x="741411" y="1249953"/>
                  <a:pt x="733730" y="1257633"/>
                  <a:pt x="725235" y="1257633"/>
                </a:cubicBezTo>
                <a:cubicBezTo>
                  <a:pt x="716042" y="1257633"/>
                  <a:pt x="709176" y="1249953"/>
                  <a:pt x="709176" y="1241574"/>
                </a:cubicBezTo>
                <a:cubicBezTo>
                  <a:pt x="709176" y="1232380"/>
                  <a:pt x="716042" y="1225514"/>
                  <a:pt x="725235" y="1225514"/>
                </a:cubicBezTo>
                <a:close/>
                <a:moveTo>
                  <a:pt x="660998" y="1225514"/>
                </a:moveTo>
                <a:cubicBezTo>
                  <a:pt x="669376" y="1225514"/>
                  <a:pt x="676242" y="1232380"/>
                  <a:pt x="676242" y="1241574"/>
                </a:cubicBezTo>
                <a:cubicBezTo>
                  <a:pt x="676242" y="1249953"/>
                  <a:pt x="669376" y="1257633"/>
                  <a:pt x="660998" y="1257633"/>
                </a:cubicBezTo>
                <a:cubicBezTo>
                  <a:pt x="651804" y="1257633"/>
                  <a:pt x="644822" y="1249953"/>
                  <a:pt x="644822" y="1241574"/>
                </a:cubicBezTo>
                <a:cubicBezTo>
                  <a:pt x="644822" y="1232380"/>
                  <a:pt x="651804" y="1225514"/>
                  <a:pt x="660998" y="1225514"/>
                </a:cubicBezTo>
                <a:close/>
                <a:moveTo>
                  <a:pt x="595829" y="1225514"/>
                </a:moveTo>
                <a:cubicBezTo>
                  <a:pt x="605022" y="1225514"/>
                  <a:pt x="611888" y="1232380"/>
                  <a:pt x="611888" y="1241574"/>
                </a:cubicBezTo>
                <a:cubicBezTo>
                  <a:pt x="611888" y="1249953"/>
                  <a:pt x="605022" y="1257633"/>
                  <a:pt x="595829" y="1257633"/>
                </a:cubicBezTo>
                <a:cubicBezTo>
                  <a:pt x="587450" y="1257633"/>
                  <a:pt x="580468" y="1249953"/>
                  <a:pt x="580468" y="1241574"/>
                </a:cubicBezTo>
                <a:cubicBezTo>
                  <a:pt x="580468" y="1232380"/>
                  <a:pt x="587450" y="1225514"/>
                  <a:pt x="595829" y="1225514"/>
                </a:cubicBezTo>
                <a:close/>
                <a:moveTo>
                  <a:pt x="531474" y="1225514"/>
                </a:moveTo>
                <a:cubicBezTo>
                  <a:pt x="540667" y="1225514"/>
                  <a:pt x="547533" y="1232380"/>
                  <a:pt x="547533" y="1241574"/>
                </a:cubicBezTo>
                <a:cubicBezTo>
                  <a:pt x="547533" y="1249953"/>
                  <a:pt x="540667" y="1257633"/>
                  <a:pt x="531474" y="1257633"/>
                </a:cubicBezTo>
                <a:cubicBezTo>
                  <a:pt x="523095" y="1257633"/>
                  <a:pt x="515415" y="1249953"/>
                  <a:pt x="515415" y="1241574"/>
                </a:cubicBezTo>
                <a:cubicBezTo>
                  <a:pt x="515415" y="1232380"/>
                  <a:pt x="523095" y="1225514"/>
                  <a:pt x="531474" y="1225514"/>
                </a:cubicBezTo>
                <a:close/>
                <a:moveTo>
                  <a:pt x="467120" y="1225514"/>
                </a:moveTo>
                <a:cubicBezTo>
                  <a:pt x="475615" y="1225514"/>
                  <a:pt x="483296" y="1232380"/>
                  <a:pt x="483296" y="1241574"/>
                </a:cubicBezTo>
                <a:cubicBezTo>
                  <a:pt x="483296" y="1249953"/>
                  <a:pt x="475615" y="1257633"/>
                  <a:pt x="467120" y="1257633"/>
                </a:cubicBezTo>
                <a:cubicBezTo>
                  <a:pt x="457927" y="1257633"/>
                  <a:pt x="451061" y="1249953"/>
                  <a:pt x="451061" y="1241574"/>
                </a:cubicBezTo>
                <a:cubicBezTo>
                  <a:pt x="451061" y="1232380"/>
                  <a:pt x="457927" y="1225514"/>
                  <a:pt x="467120" y="1225514"/>
                </a:cubicBezTo>
                <a:close/>
                <a:moveTo>
                  <a:pt x="402882" y="1225514"/>
                </a:moveTo>
                <a:cubicBezTo>
                  <a:pt x="411261" y="1225514"/>
                  <a:pt x="418942" y="1232380"/>
                  <a:pt x="418942" y="1241574"/>
                </a:cubicBezTo>
                <a:cubicBezTo>
                  <a:pt x="418942" y="1249953"/>
                  <a:pt x="411261" y="1257633"/>
                  <a:pt x="402882" y="1257633"/>
                </a:cubicBezTo>
                <a:cubicBezTo>
                  <a:pt x="393689" y="1257633"/>
                  <a:pt x="386707" y="1249953"/>
                  <a:pt x="386707" y="1241574"/>
                </a:cubicBezTo>
                <a:cubicBezTo>
                  <a:pt x="386707" y="1232380"/>
                  <a:pt x="393689" y="1225514"/>
                  <a:pt x="402882" y="1225514"/>
                </a:cubicBezTo>
                <a:close/>
                <a:moveTo>
                  <a:pt x="338529" y="1225514"/>
                </a:moveTo>
                <a:cubicBezTo>
                  <a:pt x="346907" y="1225514"/>
                  <a:pt x="353773" y="1232380"/>
                  <a:pt x="353773" y="1241574"/>
                </a:cubicBezTo>
                <a:cubicBezTo>
                  <a:pt x="353773" y="1249953"/>
                  <a:pt x="346907" y="1257633"/>
                  <a:pt x="338529" y="1257633"/>
                </a:cubicBezTo>
                <a:cubicBezTo>
                  <a:pt x="329335" y="1257633"/>
                  <a:pt x="322469" y="1249953"/>
                  <a:pt x="322469" y="1241574"/>
                </a:cubicBezTo>
                <a:cubicBezTo>
                  <a:pt x="322469" y="1232380"/>
                  <a:pt x="329335" y="1225514"/>
                  <a:pt x="338529" y="1225514"/>
                </a:cubicBezTo>
                <a:close/>
                <a:moveTo>
                  <a:pt x="273360" y="1225514"/>
                </a:moveTo>
                <a:cubicBezTo>
                  <a:pt x="282553" y="1225514"/>
                  <a:pt x="289536" y="1232380"/>
                  <a:pt x="289536" y="1241574"/>
                </a:cubicBezTo>
                <a:cubicBezTo>
                  <a:pt x="289536" y="1249953"/>
                  <a:pt x="282553" y="1257633"/>
                  <a:pt x="273360" y="1257633"/>
                </a:cubicBezTo>
                <a:cubicBezTo>
                  <a:pt x="264981" y="1257633"/>
                  <a:pt x="257301" y="1249953"/>
                  <a:pt x="257301" y="1241574"/>
                </a:cubicBezTo>
                <a:cubicBezTo>
                  <a:pt x="257301" y="1232380"/>
                  <a:pt x="264981" y="1225514"/>
                  <a:pt x="273360" y="1225514"/>
                </a:cubicBezTo>
                <a:close/>
                <a:moveTo>
                  <a:pt x="209122" y="1225514"/>
                </a:moveTo>
                <a:cubicBezTo>
                  <a:pt x="217501" y="1225514"/>
                  <a:pt x="225182" y="1232380"/>
                  <a:pt x="225182" y="1241574"/>
                </a:cubicBezTo>
                <a:cubicBezTo>
                  <a:pt x="225182" y="1249953"/>
                  <a:pt x="217501" y="1257633"/>
                  <a:pt x="209122" y="1257633"/>
                </a:cubicBezTo>
                <a:cubicBezTo>
                  <a:pt x="200627" y="1257633"/>
                  <a:pt x="192947" y="1249953"/>
                  <a:pt x="192947" y="1241574"/>
                </a:cubicBezTo>
                <a:cubicBezTo>
                  <a:pt x="192947" y="1232380"/>
                  <a:pt x="200627" y="1225514"/>
                  <a:pt x="209122" y="1225514"/>
                </a:cubicBezTo>
                <a:close/>
                <a:moveTo>
                  <a:pt x="144767" y="1225514"/>
                </a:moveTo>
                <a:cubicBezTo>
                  <a:pt x="153146" y="1225514"/>
                  <a:pt x="160827" y="1232380"/>
                  <a:pt x="160827" y="1241574"/>
                </a:cubicBezTo>
                <a:cubicBezTo>
                  <a:pt x="160827" y="1249953"/>
                  <a:pt x="153146" y="1257633"/>
                  <a:pt x="144767" y="1257633"/>
                </a:cubicBezTo>
                <a:cubicBezTo>
                  <a:pt x="135574" y="1257633"/>
                  <a:pt x="128592" y="1249953"/>
                  <a:pt x="128592" y="1241574"/>
                </a:cubicBezTo>
                <a:cubicBezTo>
                  <a:pt x="128592" y="1232380"/>
                  <a:pt x="135574" y="1225514"/>
                  <a:pt x="144767" y="1225514"/>
                </a:cubicBezTo>
                <a:close/>
                <a:moveTo>
                  <a:pt x="80414" y="1225514"/>
                </a:moveTo>
                <a:cubicBezTo>
                  <a:pt x="88792" y="1225514"/>
                  <a:pt x="95658" y="1232380"/>
                  <a:pt x="95658" y="1241574"/>
                </a:cubicBezTo>
                <a:cubicBezTo>
                  <a:pt x="95658" y="1249953"/>
                  <a:pt x="88792" y="1257633"/>
                  <a:pt x="80414" y="1257633"/>
                </a:cubicBezTo>
                <a:cubicBezTo>
                  <a:pt x="71220" y="1257633"/>
                  <a:pt x="64354" y="1249953"/>
                  <a:pt x="64354" y="1241574"/>
                </a:cubicBezTo>
                <a:cubicBezTo>
                  <a:pt x="64354" y="1232380"/>
                  <a:pt x="71220" y="1225514"/>
                  <a:pt x="80414" y="1225514"/>
                </a:cubicBezTo>
                <a:close/>
                <a:moveTo>
                  <a:pt x="15245" y="1225514"/>
                </a:moveTo>
                <a:cubicBezTo>
                  <a:pt x="24438" y="1225514"/>
                  <a:pt x="31421" y="1232380"/>
                  <a:pt x="31421" y="1241574"/>
                </a:cubicBezTo>
                <a:cubicBezTo>
                  <a:pt x="31421" y="1249953"/>
                  <a:pt x="24438" y="1257633"/>
                  <a:pt x="15245" y="1257633"/>
                </a:cubicBezTo>
                <a:cubicBezTo>
                  <a:pt x="6866" y="1257633"/>
                  <a:pt x="0" y="1249953"/>
                  <a:pt x="0" y="1241574"/>
                </a:cubicBezTo>
                <a:cubicBezTo>
                  <a:pt x="0" y="1232380"/>
                  <a:pt x="6866" y="1225514"/>
                  <a:pt x="15245" y="1225514"/>
                </a:cubicBezTo>
                <a:close/>
                <a:moveTo>
                  <a:pt x="3692390" y="1161160"/>
                </a:moveTo>
                <a:cubicBezTo>
                  <a:pt x="3701583" y="1161160"/>
                  <a:pt x="3708449" y="1168026"/>
                  <a:pt x="3708449" y="1176405"/>
                </a:cubicBezTo>
                <a:cubicBezTo>
                  <a:pt x="3708449" y="1185599"/>
                  <a:pt x="3701583" y="1192581"/>
                  <a:pt x="3692390" y="1192581"/>
                </a:cubicBezTo>
                <a:cubicBezTo>
                  <a:pt x="3683895" y="1192581"/>
                  <a:pt x="3676214" y="1185599"/>
                  <a:pt x="3676214" y="1176405"/>
                </a:cubicBezTo>
                <a:cubicBezTo>
                  <a:pt x="3676214" y="1168026"/>
                  <a:pt x="3683895" y="1161160"/>
                  <a:pt x="3692390" y="1161160"/>
                </a:cubicBezTo>
                <a:close/>
                <a:moveTo>
                  <a:pt x="3628036" y="1161160"/>
                </a:moveTo>
                <a:cubicBezTo>
                  <a:pt x="3636414" y="1161160"/>
                  <a:pt x="3644095" y="1168026"/>
                  <a:pt x="3644095" y="1176405"/>
                </a:cubicBezTo>
                <a:cubicBezTo>
                  <a:pt x="3644095" y="1185599"/>
                  <a:pt x="3636414" y="1192581"/>
                  <a:pt x="3628036" y="1192581"/>
                </a:cubicBezTo>
                <a:cubicBezTo>
                  <a:pt x="3618842" y="1192581"/>
                  <a:pt x="3611976" y="1185599"/>
                  <a:pt x="3611976" y="1176405"/>
                </a:cubicBezTo>
                <a:cubicBezTo>
                  <a:pt x="3611976" y="1168026"/>
                  <a:pt x="3618842" y="1161160"/>
                  <a:pt x="3628036" y="1161160"/>
                </a:cubicBezTo>
                <a:close/>
                <a:moveTo>
                  <a:pt x="3563682" y="1161160"/>
                </a:moveTo>
                <a:cubicBezTo>
                  <a:pt x="3572061" y="1161160"/>
                  <a:pt x="3579742" y="1168026"/>
                  <a:pt x="3579742" y="1176405"/>
                </a:cubicBezTo>
                <a:cubicBezTo>
                  <a:pt x="3579742" y="1185599"/>
                  <a:pt x="3572061" y="1192581"/>
                  <a:pt x="3563682" y="1192581"/>
                </a:cubicBezTo>
                <a:cubicBezTo>
                  <a:pt x="3554488" y="1192581"/>
                  <a:pt x="3547622" y="1185599"/>
                  <a:pt x="3547622" y="1176405"/>
                </a:cubicBezTo>
                <a:cubicBezTo>
                  <a:pt x="3547622" y="1168026"/>
                  <a:pt x="3554488" y="1161160"/>
                  <a:pt x="3563682" y="1161160"/>
                </a:cubicBezTo>
                <a:close/>
                <a:moveTo>
                  <a:pt x="3498629" y="1161160"/>
                </a:moveTo>
                <a:cubicBezTo>
                  <a:pt x="3507706" y="1161160"/>
                  <a:pt x="3514688" y="1168026"/>
                  <a:pt x="3514688" y="1176405"/>
                </a:cubicBezTo>
                <a:cubicBezTo>
                  <a:pt x="3514688" y="1185599"/>
                  <a:pt x="3507706" y="1192581"/>
                  <a:pt x="3498629" y="1192581"/>
                </a:cubicBezTo>
                <a:cubicBezTo>
                  <a:pt x="3490133" y="1192581"/>
                  <a:pt x="3483267" y="1185599"/>
                  <a:pt x="3483267" y="1176405"/>
                </a:cubicBezTo>
                <a:cubicBezTo>
                  <a:pt x="3483267" y="1168026"/>
                  <a:pt x="3490133" y="1161160"/>
                  <a:pt x="3498629" y="1161160"/>
                </a:cubicBezTo>
                <a:close/>
                <a:moveTo>
                  <a:pt x="3434275" y="1161160"/>
                </a:moveTo>
                <a:cubicBezTo>
                  <a:pt x="3443468" y="1161160"/>
                  <a:pt x="3450334" y="1168026"/>
                  <a:pt x="3450334" y="1176405"/>
                </a:cubicBezTo>
                <a:cubicBezTo>
                  <a:pt x="3450334" y="1185599"/>
                  <a:pt x="3443468" y="1192581"/>
                  <a:pt x="3434275" y="1192581"/>
                </a:cubicBezTo>
                <a:cubicBezTo>
                  <a:pt x="3425780" y="1192581"/>
                  <a:pt x="3418099" y="1185599"/>
                  <a:pt x="3418099" y="1176405"/>
                </a:cubicBezTo>
                <a:cubicBezTo>
                  <a:pt x="3418099" y="1168026"/>
                  <a:pt x="3425780" y="1161160"/>
                  <a:pt x="3434275" y="1161160"/>
                </a:cubicBezTo>
                <a:close/>
                <a:moveTo>
                  <a:pt x="3369921" y="1161160"/>
                </a:moveTo>
                <a:cubicBezTo>
                  <a:pt x="3379115" y="1161160"/>
                  <a:pt x="3385981" y="1168026"/>
                  <a:pt x="3385981" y="1176405"/>
                </a:cubicBezTo>
                <a:cubicBezTo>
                  <a:pt x="3385981" y="1185599"/>
                  <a:pt x="3379115" y="1192581"/>
                  <a:pt x="3369921" y="1192581"/>
                </a:cubicBezTo>
                <a:cubicBezTo>
                  <a:pt x="3361426" y="1192581"/>
                  <a:pt x="3353862" y="1185599"/>
                  <a:pt x="3353862" y="1176405"/>
                </a:cubicBezTo>
                <a:cubicBezTo>
                  <a:pt x="3353862" y="1168026"/>
                  <a:pt x="3361426" y="1161160"/>
                  <a:pt x="3369921" y="1161160"/>
                </a:cubicBezTo>
                <a:close/>
                <a:moveTo>
                  <a:pt x="3305567" y="1161160"/>
                </a:moveTo>
                <a:cubicBezTo>
                  <a:pt x="3313946" y="1161160"/>
                  <a:pt x="3321627" y="1168026"/>
                  <a:pt x="3321627" y="1176405"/>
                </a:cubicBezTo>
                <a:cubicBezTo>
                  <a:pt x="3321627" y="1185599"/>
                  <a:pt x="3313946" y="1192581"/>
                  <a:pt x="3305567" y="1192581"/>
                </a:cubicBezTo>
                <a:cubicBezTo>
                  <a:pt x="3296374" y="1192581"/>
                  <a:pt x="3289508" y="1185599"/>
                  <a:pt x="3289508" y="1176405"/>
                </a:cubicBezTo>
                <a:cubicBezTo>
                  <a:pt x="3289508" y="1168026"/>
                  <a:pt x="3296374" y="1161160"/>
                  <a:pt x="3305567" y="1161160"/>
                </a:cubicBezTo>
                <a:close/>
                <a:moveTo>
                  <a:pt x="3241213" y="1161160"/>
                </a:moveTo>
                <a:cubicBezTo>
                  <a:pt x="3249708" y="1161160"/>
                  <a:pt x="3256574" y="1168026"/>
                  <a:pt x="3256574" y="1176405"/>
                </a:cubicBezTo>
                <a:cubicBezTo>
                  <a:pt x="3256574" y="1185599"/>
                  <a:pt x="3249708" y="1192581"/>
                  <a:pt x="3241213" y="1192581"/>
                </a:cubicBezTo>
                <a:cubicBezTo>
                  <a:pt x="3232020" y="1192581"/>
                  <a:pt x="3225154" y="1185599"/>
                  <a:pt x="3225154" y="1176405"/>
                </a:cubicBezTo>
                <a:cubicBezTo>
                  <a:pt x="3225154" y="1168026"/>
                  <a:pt x="3232020" y="1161160"/>
                  <a:pt x="3241213" y="1161160"/>
                </a:cubicBezTo>
                <a:close/>
                <a:moveTo>
                  <a:pt x="3176161" y="1161160"/>
                </a:moveTo>
                <a:cubicBezTo>
                  <a:pt x="3185354" y="1161160"/>
                  <a:pt x="3192220" y="1168026"/>
                  <a:pt x="3192220" y="1176405"/>
                </a:cubicBezTo>
                <a:cubicBezTo>
                  <a:pt x="3192220" y="1185599"/>
                  <a:pt x="3185354" y="1192581"/>
                  <a:pt x="3176161" y="1192581"/>
                </a:cubicBezTo>
                <a:cubicBezTo>
                  <a:pt x="3167666" y="1192581"/>
                  <a:pt x="3160800" y="1185599"/>
                  <a:pt x="3160102" y="1176405"/>
                </a:cubicBezTo>
                <a:cubicBezTo>
                  <a:pt x="3160102" y="1168026"/>
                  <a:pt x="3167666" y="1161160"/>
                  <a:pt x="3176161" y="1161160"/>
                </a:cubicBezTo>
                <a:close/>
                <a:moveTo>
                  <a:pt x="3111806" y="1161160"/>
                </a:moveTo>
                <a:cubicBezTo>
                  <a:pt x="3121000" y="1161160"/>
                  <a:pt x="3127866" y="1168026"/>
                  <a:pt x="3127866" y="1176405"/>
                </a:cubicBezTo>
                <a:cubicBezTo>
                  <a:pt x="3127866" y="1185599"/>
                  <a:pt x="3121000" y="1192581"/>
                  <a:pt x="3111806" y="1192581"/>
                </a:cubicBezTo>
                <a:cubicBezTo>
                  <a:pt x="3103427" y="1192581"/>
                  <a:pt x="3095747" y="1185599"/>
                  <a:pt x="3095747" y="1176405"/>
                </a:cubicBezTo>
                <a:cubicBezTo>
                  <a:pt x="3095747" y="1168026"/>
                  <a:pt x="3103427" y="1161160"/>
                  <a:pt x="3111806" y="1161160"/>
                </a:cubicBezTo>
                <a:close/>
                <a:moveTo>
                  <a:pt x="3047452" y="1161160"/>
                </a:moveTo>
                <a:cubicBezTo>
                  <a:pt x="3055831" y="1161160"/>
                  <a:pt x="3063512" y="1168026"/>
                  <a:pt x="3063512" y="1176405"/>
                </a:cubicBezTo>
                <a:cubicBezTo>
                  <a:pt x="3063512" y="1185599"/>
                  <a:pt x="3055831" y="1192581"/>
                  <a:pt x="3047452" y="1192581"/>
                </a:cubicBezTo>
                <a:cubicBezTo>
                  <a:pt x="3038259" y="1192581"/>
                  <a:pt x="3031393" y="1185599"/>
                  <a:pt x="3031393" y="1176405"/>
                </a:cubicBezTo>
                <a:cubicBezTo>
                  <a:pt x="3031393" y="1168026"/>
                  <a:pt x="3038259" y="1161160"/>
                  <a:pt x="3047452" y="1161160"/>
                </a:cubicBezTo>
                <a:close/>
                <a:moveTo>
                  <a:pt x="2983099" y="1161160"/>
                </a:moveTo>
                <a:cubicBezTo>
                  <a:pt x="2991594" y="1161160"/>
                  <a:pt x="2999158" y="1168026"/>
                  <a:pt x="2999158" y="1176405"/>
                </a:cubicBezTo>
                <a:cubicBezTo>
                  <a:pt x="2999158" y="1185599"/>
                  <a:pt x="2991594" y="1192581"/>
                  <a:pt x="2983099" y="1192581"/>
                </a:cubicBezTo>
                <a:cubicBezTo>
                  <a:pt x="2973905" y="1192581"/>
                  <a:pt x="2967039" y="1185599"/>
                  <a:pt x="2967039" y="1176405"/>
                </a:cubicBezTo>
                <a:cubicBezTo>
                  <a:pt x="2967039" y="1168026"/>
                  <a:pt x="2973905" y="1161160"/>
                  <a:pt x="2983099" y="1161160"/>
                </a:cubicBezTo>
                <a:close/>
                <a:moveTo>
                  <a:pt x="2918046" y="1161160"/>
                </a:moveTo>
                <a:cubicBezTo>
                  <a:pt x="2927240" y="1161160"/>
                  <a:pt x="2934106" y="1168026"/>
                  <a:pt x="2934106" y="1176405"/>
                </a:cubicBezTo>
                <a:cubicBezTo>
                  <a:pt x="2934106" y="1185599"/>
                  <a:pt x="2927240" y="1192581"/>
                  <a:pt x="2918046" y="1192581"/>
                </a:cubicBezTo>
                <a:cubicBezTo>
                  <a:pt x="2909551" y="1192581"/>
                  <a:pt x="2902685" y="1185599"/>
                  <a:pt x="2902685" y="1176405"/>
                </a:cubicBezTo>
                <a:cubicBezTo>
                  <a:pt x="2902685" y="1168026"/>
                  <a:pt x="2909551" y="1161160"/>
                  <a:pt x="2918046" y="1161160"/>
                </a:cubicBezTo>
                <a:close/>
                <a:moveTo>
                  <a:pt x="2853692" y="1161160"/>
                </a:moveTo>
                <a:cubicBezTo>
                  <a:pt x="2862886" y="1161160"/>
                  <a:pt x="2869752" y="1168026"/>
                  <a:pt x="2869752" y="1176405"/>
                </a:cubicBezTo>
                <a:cubicBezTo>
                  <a:pt x="2869752" y="1185599"/>
                  <a:pt x="2862886" y="1192581"/>
                  <a:pt x="2853692" y="1192581"/>
                </a:cubicBezTo>
                <a:cubicBezTo>
                  <a:pt x="2845313" y="1192581"/>
                  <a:pt x="2837633" y="1185599"/>
                  <a:pt x="2837633" y="1176405"/>
                </a:cubicBezTo>
                <a:cubicBezTo>
                  <a:pt x="2837633" y="1168026"/>
                  <a:pt x="2845313" y="1161160"/>
                  <a:pt x="2853692" y="1161160"/>
                </a:cubicBezTo>
                <a:close/>
                <a:moveTo>
                  <a:pt x="2789338" y="1161160"/>
                </a:moveTo>
                <a:cubicBezTo>
                  <a:pt x="2798532" y="1161160"/>
                  <a:pt x="2805398" y="1168026"/>
                  <a:pt x="2805398" y="1176405"/>
                </a:cubicBezTo>
                <a:cubicBezTo>
                  <a:pt x="2805398" y="1185599"/>
                  <a:pt x="2798532" y="1192581"/>
                  <a:pt x="2789338" y="1192581"/>
                </a:cubicBezTo>
                <a:cubicBezTo>
                  <a:pt x="2780959" y="1192581"/>
                  <a:pt x="2773279" y="1185599"/>
                  <a:pt x="2773279" y="1176405"/>
                </a:cubicBezTo>
                <a:cubicBezTo>
                  <a:pt x="2773279" y="1168026"/>
                  <a:pt x="2780959" y="1161160"/>
                  <a:pt x="2789338" y="1161160"/>
                </a:cubicBezTo>
                <a:close/>
                <a:moveTo>
                  <a:pt x="2724984" y="1161160"/>
                </a:moveTo>
                <a:cubicBezTo>
                  <a:pt x="2733479" y="1161160"/>
                  <a:pt x="2741159" y="1168026"/>
                  <a:pt x="2741159" y="1176405"/>
                </a:cubicBezTo>
                <a:cubicBezTo>
                  <a:pt x="2741159" y="1185599"/>
                  <a:pt x="2733479" y="1192581"/>
                  <a:pt x="2724984" y="1192581"/>
                </a:cubicBezTo>
                <a:cubicBezTo>
                  <a:pt x="2715790" y="1192581"/>
                  <a:pt x="2708924" y="1185599"/>
                  <a:pt x="2708924" y="1176405"/>
                </a:cubicBezTo>
                <a:cubicBezTo>
                  <a:pt x="2708924" y="1168026"/>
                  <a:pt x="2715790" y="1161160"/>
                  <a:pt x="2724984" y="1161160"/>
                </a:cubicBezTo>
                <a:close/>
                <a:moveTo>
                  <a:pt x="2660630" y="1161160"/>
                </a:moveTo>
                <a:cubicBezTo>
                  <a:pt x="2669125" y="1161160"/>
                  <a:pt x="2675991" y="1168026"/>
                  <a:pt x="2675991" y="1176405"/>
                </a:cubicBezTo>
                <a:cubicBezTo>
                  <a:pt x="2675991" y="1185599"/>
                  <a:pt x="2669125" y="1192581"/>
                  <a:pt x="2660630" y="1192581"/>
                </a:cubicBezTo>
                <a:cubicBezTo>
                  <a:pt x="2651553" y="1192581"/>
                  <a:pt x="2644570" y="1185599"/>
                  <a:pt x="2644570" y="1176405"/>
                </a:cubicBezTo>
                <a:cubicBezTo>
                  <a:pt x="2644570" y="1168026"/>
                  <a:pt x="2651553" y="1161160"/>
                  <a:pt x="2660630" y="1161160"/>
                </a:cubicBezTo>
                <a:close/>
                <a:moveTo>
                  <a:pt x="2595577" y="1161160"/>
                </a:moveTo>
                <a:cubicBezTo>
                  <a:pt x="2604771" y="1161160"/>
                  <a:pt x="2611637" y="1168026"/>
                  <a:pt x="2611637" y="1176405"/>
                </a:cubicBezTo>
                <a:cubicBezTo>
                  <a:pt x="2611637" y="1185599"/>
                  <a:pt x="2604771" y="1192581"/>
                  <a:pt x="2595577" y="1192581"/>
                </a:cubicBezTo>
                <a:cubicBezTo>
                  <a:pt x="2587198" y="1192581"/>
                  <a:pt x="2580216" y="1185599"/>
                  <a:pt x="2579518" y="1176405"/>
                </a:cubicBezTo>
                <a:cubicBezTo>
                  <a:pt x="2579518" y="1168026"/>
                  <a:pt x="2587198" y="1161160"/>
                  <a:pt x="2595577" y="1161160"/>
                </a:cubicBezTo>
                <a:close/>
                <a:moveTo>
                  <a:pt x="2531224" y="1161160"/>
                </a:moveTo>
                <a:cubicBezTo>
                  <a:pt x="2539719" y="1161160"/>
                  <a:pt x="2547283" y="1168026"/>
                  <a:pt x="2547283" y="1176405"/>
                </a:cubicBezTo>
                <a:cubicBezTo>
                  <a:pt x="2547283" y="1185599"/>
                  <a:pt x="2539719" y="1192581"/>
                  <a:pt x="2531224" y="1192581"/>
                </a:cubicBezTo>
                <a:cubicBezTo>
                  <a:pt x="2522845" y="1192581"/>
                  <a:pt x="2515164" y="1185599"/>
                  <a:pt x="2515164" y="1176405"/>
                </a:cubicBezTo>
                <a:cubicBezTo>
                  <a:pt x="2515164" y="1168026"/>
                  <a:pt x="2522845" y="1161160"/>
                  <a:pt x="2531224" y="1161160"/>
                </a:cubicBezTo>
                <a:close/>
                <a:moveTo>
                  <a:pt x="2466869" y="1161160"/>
                </a:moveTo>
                <a:cubicBezTo>
                  <a:pt x="2475364" y="1161160"/>
                  <a:pt x="2483044" y="1168026"/>
                  <a:pt x="2483044" y="1176405"/>
                </a:cubicBezTo>
                <a:cubicBezTo>
                  <a:pt x="2483044" y="1185599"/>
                  <a:pt x="2475364" y="1192581"/>
                  <a:pt x="2466869" y="1192581"/>
                </a:cubicBezTo>
                <a:cubicBezTo>
                  <a:pt x="2457675" y="1192581"/>
                  <a:pt x="2450809" y="1185599"/>
                  <a:pt x="2450809" y="1176405"/>
                </a:cubicBezTo>
                <a:cubicBezTo>
                  <a:pt x="2450809" y="1168026"/>
                  <a:pt x="2457675" y="1161160"/>
                  <a:pt x="2466869" y="1161160"/>
                </a:cubicBezTo>
                <a:close/>
                <a:moveTo>
                  <a:pt x="2402631" y="1161160"/>
                </a:moveTo>
                <a:cubicBezTo>
                  <a:pt x="2411010" y="1161160"/>
                  <a:pt x="2418690" y="1168026"/>
                  <a:pt x="2418690" y="1176405"/>
                </a:cubicBezTo>
                <a:cubicBezTo>
                  <a:pt x="2418690" y="1185599"/>
                  <a:pt x="2411010" y="1192581"/>
                  <a:pt x="2402631" y="1192581"/>
                </a:cubicBezTo>
                <a:cubicBezTo>
                  <a:pt x="2393438" y="1192581"/>
                  <a:pt x="2386455" y="1185599"/>
                  <a:pt x="2386455" y="1176405"/>
                </a:cubicBezTo>
                <a:cubicBezTo>
                  <a:pt x="2386455" y="1168026"/>
                  <a:pt x="2393438" y="1161160"/>
                  <a:pt x="2402631" y="1161160"/>
                </a:cubicBezTo>
                <a:close/>
                <a:moveTo>
                  <a:pt x="2337462" y="1161160"/>
                </a:moveTo>
                <a:cubicBezTo>
                  <a:pt x="2346656" y="1161160"/>
                  <a:pt x="2353522" y="1168026"/>
                  <a:pt x="2353522" y="1176405"/>
                </a:cubicBezTo>
                <a:cubicBezTo>
                  <a:pt x="2353522" y="1185599"/>
                  <a:pt x="2346656" y="1192581"/>
                  <a:pt x="2337462" y="1192581"/>
                </a:cubicBezTo>
                <a:cubicBezTo>
                  <a:pt x="2329084" y="1192581"/>
                  <a:pt x="2322218" y="1185599"/>
                  <a:pt x="2322218" y="1176405"/>
                </a:cubicBezTo>
                <a:cubicBezTo>
                  <a:pt x="2322218" y="1168026"/>
                  <a:pt x="2329084" y="1161160"/>
                  <a:pt x="2337462" y="1161160"/>
                </a:cubicBezTo>
                <a:close/>
                <a:moveTo>
                  <a:pt x="2273109" y="1161160"/>
                </a:moveTo>
                <a:cubicBezTo>
                  <a:pt x="2282302" y="1161160"/>
                  <a:pt x="2289284" y="1168026"/>
                  <a:pt x="2289284" y="1176405"/>
                </a:cubicBezTo>
                <a:cubicBezTo>
                  <a:pt x="2289284" y="1185599"/>
                  <a:pt x="2282302" y="1192581"/>
                  <a:pt x="2273109" y="1192581"/>
                </a:cubicBezTo>
                <a:cubicBezTo>
                  <a:pt x="2264730" y="1192581"/>
                  <a:pt x="2257049" y="1185599"/>
                  <a:pt x="2257049" y="1176405"/>
                </a:cubicBezTo>
                <a:cubicBezTo>
                  <a:pt x="2257049" y="1168026"/>
                  <a:pt x="2264730" y="1161160"/>
                  <a:pt x="2273109" y="1161160"/>
                </a:cubicBezTo>
                <a:close/>
                <a:moveTo>
                  <a:pt x="2208755" y="1161160"/>
                </a:moveTo>
                <a:cubicBezTo>
                  <a:pt x="2217948" y="1161160"/>
                  <a:pt x="2224930" y="1168026"/>
                  <a:pt x="2224930" y="1176405"/>
                </a:cubicBezTo>
                <a:cubicBezTo>
                  <a:pt x="2224930" y="1185599"/>
                  <a:pt x="2217948" y="1192581"/>
                  <a:pt x="2208755" y="1192581"/>
                </a:cubicBezTo>
                <a:cubicBezTo>
                  <a:pt x="2199561" y="1192581"/>
                  <a:pt x="2192695" y="1185599"/>
                  <a:pt x="2192695" y="1176405"/>
                </a:cubicBezTo>
                <a:cubicBezTo>
                  <a:pt x="2192695" y="1168026"/>
                  <a:pt x="2200376" y="1161160"/>
                  <a:pt x="2208755" y="1161160"/>
                </a:cubicBezTo>
                <a:close/>
                <a:moveTo>
                  <a:pt x="2144517" y="1161160"/>
                </a:moveTo>
                <a:cubicBezTo>
                  <a:pt x="2152896" y="1161160"/>
                  <a:pt x="2160576" y="1168026"/>
                  <a:pt x="2160576" y="1176405"/>
                </a:cubicBezTo>
                <a:cubicBezTo>
                  <a:pt x="2160576" y="1185599"/>
                  <a:pt x="2152896" y="1192581"/>
                  <a:pt x="2144517" y="1192581"/>
                </a:cubicBezTo>
                <a:cubicBezTo>
                  <a:pt x="2135324" y="1192581"/>
                  <a:pt x="2128341" y="1185599"/>
                  <a:pt x="2128341" y="1176405"/>
                </a:cubicBezTo>
                <a:cubicBezTo>
                  <a:pt x="2128341" y="1168026"/>
                  <a:pt x="2135324" y="1161160"/>
                  <a:pt x="2144517" y="1161160"/>
                </a:cubicBezTo>
                <a:close/>
                <a:moveTo>
                  <a:pt x="2080163" y="1161160"/>
                </a:moveTo>
                <a:cubicBezTo>
                  <a:pt x="2088542" y="1161160"/>
                  <a:pt x="2095408" y="1168026"/>
                  <a:pt x="2095408" y="1176405"/>
                </a:cubicBezTo>
                <a:cubicBezTo>
                  <a:pt x="2095408" y="1185599"/>
                  <a:pt x="2088542" y="1192581"/>
                  <a:pt x="2080163" y="1192581"/>
                </a:cubicBezTo>
                <a:cubicBezTo>
                  <a:pt x="2070970" y="1192581"/>
                  <a:pt x="2064104" y="1185599"/>
                  <a:pt x="2064104" y="1176405"/>
                </a:cubicBezTo>
                <a:cubicBezTo>
                  <a:pt x="2064104" y="1168026"/>
                  <a:pt x="2070970" y="1161160"/>
                  <a:pt x="2080163" y="1161160"/>
                </a:cubicBezTo>
                <a:close/>
                <a:moveTo>
                  <a:pt x="2014994" y="1161160"/>
                </a:moveTo>
                <a:cubicBezTo>
                  <a:pt x="2024187" y="1161160"/>
                  <a:pt x="2031169" y="1168026"/>
                  <a:pt x="2031169" y="1176405"/>
                </a:cubicBezTo>
                <a:cubicBezTo>
                  <a:pt x="2031169" y="1185599"/>
                  <a:pt x="2024187" y="1192581"/>
                  <a:pt x="2014994" y="1192581"/>
                </a:cubicBezTo>
                <a:cubicBezTo>
                  <a:pt x="2006615" y="1192581"/>
                  <a:pt x="1998934" y="1185599"/>
                  <a:pt x="1998934" y="1176405"/>
                </a:cubicBezTo>
                <a:cubicBezTo>
                  <a:pt x="1998934" y="1168026"/>
                  <a:pt x="2006615" y="1161160"/>
                  <a:pt x="2014994" y="1161160"/>
                </a:cubicBezTo>
                <a:close/>
                <a:moveTo>
                  <a:pt x="1950756" y="1161160"/>
                </a:moveTo>
                <a:cubicBezTo>
                  <a:pt x="1959135" y="1161160"/>
                  <a:pt x="1966815" y="1168026"/>
                  <a:pt x="1966815" y="1176405"/>
                </a:cubicBezTo>
                <a:cubicBezTo>
                  <a:pt x="1966815" y="1185599"/>
                  <a:pt x="1959135" y="1192581"/>
                  <a:pt x="1950756" y="1192581"/>
                </a:cubicBezTo>
                <a:cubicBezTo>
                  <a:pt x="1942261" y="1192581"/>
                  <a:pt x="1934580" y="1185599"/>
                  <a:pt x="1934580" y="1176405"/>
                </a:cubicBezTo>
                <a:cubicBezTo>
                  <a:pt x="1934580" y="1168026"/>
                  <a:pt x="1942261" y="1161160"/>
                  <a:pt x="1950756" y="1161160"/>
                </a:cubicBezTo>
                <a:close/>
                <a:moveTo>
                  <a:pt x="1886402" y="1161160"/>
                </a:moveTo>
                <a:cubicBezTo>
                  <a:pt x="1894781" y="1161160"/>
                  <a:pt x="1902461" y="1168026"/>
                  <a:pt x="1902461" y="1176405"/>
                </a:cubicBezTo>
                <a:cubicBezTo>
                  <a:pt x="1902461" y="1185599"/>
                  <a:pt x="1894781" y="1192581"/>
                  <a:pt x="1886402" y="1192581"/>
                </a:cubicBezTo>
                <a:cubicBezTo>
                  <a:pt x="1877209" y="1192581"/>
                  <a:pt x="1870343" y="1185599"/>
                  <a:pt x="1870343" y="1176405"/>
                </a:cubicBezTo>
                <a:cubicBezTo>
                  <a:pt x="1870343" y="1168026"/>
                  <a:pt x="1877209" y="1161160"/>
                  <a:pt x="1886402" y="1161160"/>
                </a:cubicBezTo>
                <a:close/>
                <a:moveTo>
                  <a:pt x="1822048" y="1161160"/>
                </a:moveTo>
                <a:cubicBezTo>
                  <a:pt x="1830427" y="1161160"/>
                  <a:pt x="1838108" y="1168026"/>
                  <a:pt x="1838108" y="1176405"/>
                </a:cubicBezTo>
                <a:cubicBezTo>
                  <a:pt x="1838108" y="1185599"/>
                  <a:pt x="1830427" y="1192581"/>
                  <a:pt x="1822048" y="1192581"/>
                </a:cubicBezTo>
                <a:cubicBezTo>
                  <a:pt x="1812855" y="1192581"/>
                  <a:pt x="1805989" y="1185599"/>
                  <a:pt x="1805989" y="1176405"/>
                </a:cubicBezTo>
                <a:cubicBezTo>
                  <a:pt x="1805989" y="1168026"/>
                  <a:pt x="1812855" y="1161160"/>
                  <a:pt x="1822048" y="1161160"/>
                </a:cubicBezTo>
                <a:close/>
                <a:moveTo>
                  <a:pt x="1756879" y="1161160"/>
                </a:moveTo>
                <a:cubicBezTo>
                  <a:pt x="1766073" y="1161160"/>
                  <a:pt x="1773055" y="1168026"/>
                  <a:pt x="1773055" y="1176405"/>
                </a:cubicBezTo>
                <a:cubicBezTo>
                  <a:pt x="1773055" y="1185599"/>
                  <a:pt x="1766073" y="1192581"/>
                  <a:pt x="1756879" y="1192581"/>
                </a:cubicBezTo>
                <a:cubicBezTo>
                  <a:pt x="1748501" y="1192581"/>
                  <a:pt x="1741635" y="1185599"/>
                  <a:pt x="1741635" y="1176405"/>
                </a:cubicBezTo>
                <a:cubicBezTo>
                  <a:pt x="1741635" y="1168026"/>
                  <a:pt x="1748501" y="1161160"/>
                  <a:pt x="1756879" y="1161160"/>
                </a:cubicBezTo>
                <a:close/>
                <a:moveTo>
                  <a:pt x="1692642" y="1161160"/>
                </a:moveTo>
                <a:cubicBezTo>
                  <a:pt x="1701835" y="1161160"/>
                  <a:pt x="1708701" y="1168026"/>
                  <a:pt x="1708701" y="1176405"/>
                </a:cubicBezTo>
                <a:cubicBezTo>
                  <a:pt x="1708701" y="1185599"/>
                  <a:pt x="1701835" y="1192581"/>
                  <a:pt x="1692642" y="1192581"/>
                </a:cubicBezTo>
                <a:cubicBezTo>
                  <a:pt x="1684147" y="1192581"/>
                  <a:pt x="1676466" y="1185599"/>
                  <a:pt x="1676466" y="1176405"/>
                </a:cubicBezTo>
                <a:cubicBezTo>
                  <a:pt x="1676466" y="1168026"/>
                  <a:pt x="1684147" y="1161160"/>
                  <a:pt x="1692642" y="1161160"/>
                </a:cubicBezTo>
                <a:close/>
                <a:moveTo>
                  <a:pt x="1628287" y="1161160"/>
                </a:moveTo>
                <a:cubicBezTo>
                  <a:pt x="1636666" y="1161160"/>
                  <a:pt x="1644346" y="1168026"/>
                  <a:pt x="1644346" y="1176405"/>
                </a:cubicBezTo>
                <a:cubicBezTo>
                  <a:pt x="1644346" y="1185599"/>
                  <a:pt x="1636666" y="1192581"/>
                  <a:pt x="1628287" y="1192581"/>
                </a:cubicBezTo>
                <a:cubicBezTo>
                  <a:pt x="1619094" y="1192581"/>
                  <a:pt x="1612228" y="1185599"/>
                  <a:pt x="1612228" y="1176405"/>
                </a:cubicBezTo>
                <a:cubicBezTo>
                  <a:pt x="1612228" y="1168026"/>
                  <a:pt x="1619094" y="1161160"/>
                  <a:pt x="1628287" y="1161160"/>
                </a:cubicBezTo>
                <a:close/>
                <a:moveTo>
                  <a:pt x="1563933" y="1161160"/>
                </a:moveTo>
                <a:cubicBezTo>
                  <a:pt x="1572312" y="1161160"/>
                  <a:pt x="1579993" y="1168026"/>
                  <a:pt x="1579993" y="1176405"/>
                </a:cubicBezTo>
                <a:cubicBezTo>
                  <a:pt x="1579993" y="1185599"/>
                  <a:pt x="1572312" y="1192581"/>
                  <a:pt x="1563933" y="1192581"/>
                </a:cubicBezTo>
                <a:cubicBezTo>
                  <a:pt x="1554740" y="1192581"/>
                  <a:pt x="1547874" y="1185599"/>
                  <a:pt x="1547874" y="1176405"/>
                </a:cubicBezTo>
                <a:cubicBezTo>
                  <a:pt x="1547874" y="1168026"/>
                  <a:pt x="1554740" y="1161160"/>
                  <a:pt x="1563933" y="1161160"/>
                </a:cubicBezTo>
                <a:close/>
                <a:moveTo>
                  <a:pt x="1499579" y="1161160"/>
                </a:moveTo>
                <a:cubicBezTo>
                  <a:pt x="1508074" y="1161160"/>
                  <a:pt x="1514940" y="1168026"/>
                  <a:pt x="1514940" y="1176405"/>
                </a:cubicBezTo>
                <a:cubicBezTo>
                  <a:pt x="1514940" y="1185599"/>
                  <a:pt x="1508074" y="1192581"/>
                  <a:pt x="1499579" y="1192581"/>
                </a:cubicBezTo>
                <a:cubicBezTo>
                  <a:pt x="1490386" y="1192581"/>
                  <a:pt x="1483520" y="1185599"/>
                  <a:pt x="1483520" y="1176405"/>
                </a:cubicBezTo>
                <a:cubicBezTo>
                  <a:pt x="1483520" y="1168026"/>
                  <a:pt x="1490386" y="1161160"/>
                  <a:pt x="1499579" y="1161160"/>
                </a:cubicBezTo>
                <a:close/>
                <a:moveTo>
                  <a:pt x="1434527" y="1161160"/>
                </a:moveTo>
                <a:cubicBezTo>
                  <a:pt x="1443720" y="1161160"/>
                  <a:pt x="1450586" y="1168026"/>
                  <a:pt x="1450586" y="1176405"/>
                </a:cubicBezTo>
                <a:cubicBezTo>
                  <a:pt x="1450586" y="1185599"/>
                  <a:pt x="1443720" y="1192581"/>
                  <a:pt x="1434527" y="1192581"/>
                </a:cubicBezTo>
                <a:cubicBezTo>
                  <a:pt x="1426032" y="1192581"/>
                  <a:pt x="1418351" y="1185599"/>
                  <a:pt x="1418351" y="1176405"/>
                </a:cubicBezTo>
                <a:cubicBezTo>
                  <a:pt x="1418351" y="1168026"/>
                  <a:pt x="1426032" y="1161160"/>
                  <a:pt x="1434527" y="1161160"/>
                </a:cubicBezTo>
                <a:close/>
                <a:moveTo>
                  <a:pt x="1370173" y="1161160"/>
                </a:moveTo>
                <a:cubicBezTo>
                  <a:pt x="1379367" y="1161160"/>
                  <a:pt x="1386233" y="1168026"/>
                  <a:pt x="1386233" y="1176405"/>
                </a:cubicBezTo>
                <a:cubicBezTo>
                  <a:pt x="1386233" y="1185599"/>
                  <a:pt x="1379367" y="1192581"/>
                  <a:pt x="1370173" y="1192581"/>
                </a:cubicBezTo>
                <a:cubicBezTo>
                  <a:pt x="1361678" y="1192581"/>
                  <a:pt x="1354114" y="1185599"/>
                  <a:pt x="1354114" y="1176405"/>
                </a:cubicBezTo>
                <a:cubicBezTo>
                  <a:pt x="1354114" y="1168026"/>
                  <a:pt x="1361678" y="1161160"/>
                  <a:pt x="1370173" y="1161160"/>
                </a:cubicBezTo>
                <a:close/>
                <a:moveTo>
                  <a:pt x="1305819" y="1161160"/>
                </a:moveTo>
                <a:cubicBezTo>
                  <a:pt x="1314198" y="1161160"/>
                  <a:pt x="1321879" y="1168026"/>
                  <a:pt x="1321879" y="1176405"/>
                </a:cubicBezTo>
                <a:cubicBezTo>
                  <a:pt x="1321879" y="1185599"/>
                  <a:pt x="1314198" y="1192581"/>
                  <a:pt x="1305819" y="1192581"/>
                </a:cubicBezTo>
                <a:cubicBezTo>
                  <a:pt x="1296626" y="1192581"/>
                  <a:pt x="1289760" y="1185599"/>
                  <a:pt x="1289760" y="1176405"/>
                </a:cubicBezTo>
                <a:cubicBezTo>
                  <a:pt x="1289760" y="1168026"/>
                  <a:pt x="1296626" y="1161160"/>
                  <a:pt x="1305819" y="1161160"/>
                </a:cubicBezTo>
                <a:close/>
                <a:moveTo>
                  <a:pt x="1241465" y="1161160"/>
                </a:moveTo>
                <a:cubicBezTo>
                  <a:pt x="1249960" y="1161160"/>
                  <a:pt x="1256826" y="1168026"/>
                  <a:pt x="1256826" y="1176405"/>
                </a:cubicBezTo>
                <a:cubicBezTo>
                  <a:pt x="1256826" y="1185599"/>
                  <a:pt x="1249960" y="1192581"/>
                  <a:pt x="1241465" y="1192581"/>
                </a:cubicBezTo>
                <a:cubicBezTo>
                  <a:pt x="1232272" y="1192581"/>
                  <a:pt x="1225406" y="1185599"/>
                  <a:pt x="1225406" y="1176405"/>
                </a:cubicBezTo>
                <a:cubicBezTo>
                  <a:pt x="1225406" y="1168026"/>
                  <a:pt x="1232272" y="1161160"/>
                  <a:pt x="1241465" y="1161160"/>
                </a:cubicBezTo>
                <a:close/>
                <a:moveTo>
                  <a:pt x="1176412" y="1161160"/>
                </a:moveTo>
                <a:cubicBezTo>
                  <a:pt x="1185606" y="1161160"/>
                  <a:pt x="1192472" y="1168026"/>
                  <a:pt x="1192472" y="1176405"/>
                </a:cubicBezTo>
                <a:cubicBezTo>
                  <a:pt x="1192472" y="1185599"/>
                  <a:pt x="1185606" y="1192581"/>
                  <a:pt x="1176412" y="1192581"/>
                </a:cubicBezTo>
                <a:cubicBezTo>
                  <a:pt x="1167917" y="1192581"/>
                  <a:pt x="1161051" y="1185599"/>
                  <a:pt x="1161051" y="1176405"/>
                </a:cubicBezTo>
                <a:cubicBezTo>
                  <a:pt x="1161051" y="1168026"/>
                  <a:pt x="1167917" y="1161160"/>
                  <a:pt x="1176412" y="1161160"/>
                </a:cubicBezTo>
                <a:close/>
                <a:moveTo>
                  <a:pt x="1112058" y="1161160"/>
                </a:moveTo>
                <a:cubicBezTo>
                  <a:pt x="1121251" y="1161160"/>
                  <a:pt x="1128117" y="1168026"/>
                  <a:pt x="1128117" y="1176405"/>
                </a:cubicBezTo>
                <a:cubicBezTo>
                  <a:pt x="1128117" y="1185599"/>
                  <a:pt x="1121251" y="1192581"/>
                  <a:pt x="1112058" y="1192581"/>
                </a:cubicBezTo>
                <a:cubicBezTo>
                  <a:pt x="1103679" y="1192581"/>
                  <a:pt x="1095998" y="1185599"/>
                  <a:pt x="1095998" y="1176405"/>
                </a:cubicBezTo>
                <a:cubicBezTo>
                  <a:pt x="1095998" y="1168026"/>
                  <a:pt x="1103679" y="1161160"/>
                  <a:pt x="1112058" y="1161160"/>
                </a:cubicBezTo>
                <a:close/>
                <a:moveTo>
                  <a:pt x="1047704" y="1161160"/>
                </a:moveTo>
                <a:cubicBezTo>
                  <a:pt x="1056199" y="1161160"/>
                  <a:pt x="1063763" y="1168026"/>
                  <a:pt x="1063763" y="1176405"/>
                </a:cubicBezTo>
                <a:cubicBezTo>
                  <a:pt x="1063763" y="1185599"/>
                  <a:pt x="1056199" y="1192581"/>
                  <a:pt x="1047704" y="1192581"/>
                </a:cubicBezTo>
                <a:cubicBezTo>
                  <a:pt x="1038510" y="1192581"/>
                  <a:pt x="1031644" y="1185599"/>
                  <a:pt x="1031644" y="1176405"/>
                </a:cubicBezTo>
                <a:cubicBezTo>
                  <a:pt x="1031644" y="1168026"/>
                  <a:pt x="1038510" y="1161160"/>
                  <a:pt x="1047704" y="1161160"/>
                </a:cubicBezTo>
                <a:close/>
                <a:moveTo>
                  <a:pt x="983349" y="1161160"/>
                </a:moveTo>
                <a:cubicBezTo>
                  <a:pt x="991844" y="1161160"/>
                  <a:pt x="999408" y="1168026"/>
                  <a:pt x="999408" y="1176405"/>
                </a:cubicBezTo>
                <a:cubicBezTo>
                  <a:pt x="999408" y="1185599"/>
                  <a:pt x="991844" y="1192581"/>
                  <a:pt x="983349" y="1192581"/>
                </a:cubicBezTo>
                <a:cubicBezTo>
                  <a:pt x="974156" y="1192581"/>
                  <a:pt x="967290" y="1185599"/>
                  <a:pt x="967290" y="1176405"/>
                </a:cubicBezTo>
                <a:cubicBezTo>
                  <a:pt x="967290" y="1168026"/>
                  <a:pt x="974156" y="1161160"/>
                  <a:pt x="983349" y="1161160"/>
                </a:cubicBezTo>
                <a:close/>
                <a:moveTo>
                  <a:pt x="918995" y="1161160"/>
                </a:moveTo>
                <a:cubicBezTo>
                  <a:pt x="927490" y="1161160"/>
                  <a:pt x="934356" y="1168026"/>
                  <a:pt x="934356" y="1176405"/>
                </a:cubicBezTo>
                <a:cubicBezTo>
                  <a:pt x="934356" y="1185599"/>
                  <a:pt x="927490" y="1192581"/>
                  <a:pt x="918995" y="1192581"/>
                </a:cubicBezTo>
                <a:cubicBezTo>
                  <a:pt x="909802" y="1192581"/>
                  <a:pt x="902936" y="1185599"/>
                  <a:pt x="902936" y="1176405"/>
                </a:cubicBezTo>
                <a:cubicBezTo>
                  <a:pt x="902936" y="1168026"/>
                  <a:pt x="909802" y="1161160"/>
                  <a:pt x="918995" y="1161160"/>
                </a:cubicBezTo>
                <a:close/>
                <a:moveTo>
                  <a:pt x="853944" y="1161160"/>
                </a:moveTo>
                <a:cubicBezTo>
                  <a:pt x="863137" y="1161160"/>
                  <a:pt x="870003" y="1168026"/>
                  <a:pt x="870003" y="1176405"/>
                </a:cubicBezTo>
                <a:cubicBezTo>
                  <a:pt x="870003" y="1185599"/>
                  <a:pt x="863137" y="1192581"/>
                  <a:pt x="853944" y="1192581"/>
                </a:cubicBezTo>
                <a:cubicBezTo>
                  <a:pt x="845565" y="1192581"/>
                  <a:pt x="837884" y="1185599"/>
                  <a:pt x="837884" y="1176405"/>
                </a:cubicBezTo>
                <a:cubicBezTo>
                  <a:pt x="837884" y="1168026"/>
                  <a:pt x="845565" y="1161160"/>
                  <a:pt x="853944" y="1161160"/>
                </a:cubicBezTo>
                <a:close/>
                <a:moveTo>
                  <a:pt x="789590" y="1161160"/>
                </a:moveTo>
                <a:cubicBezTo>
                  <a:pt x="798783" y="1161160"/>
                  <a:pt x="805649" y="1168026"/>
                  <a:pt x="805649" y="1176405"/>
                </a:cubicBezTo>
                <a:cubicBezTo>
                  <a:pt x="805649" y="1185599"/>
                  <a:pt x="798783" y="1192581"/>
                  <a:pt x="789590" y="1192581"/>
                </a:cubicBezTo>
                <a:cubicBezTo>
                  <a:pt x="781211" y="1192581"/>
                  <a:pt x="773530" y="1185599"/>
                  <a:pt x="773530" y="1176405"/>
                </a:cubicBezTo>
                <a:cubicBezTo>
                  <a:pt x="773530" y="1168026"/>
                  <a:pt x="781211" y="1161160"/>
                  <a:pt x="789590" y="1161160"/>
                </a:cubicBezTo>
                <a:close/>
                <a:moveTo>
                  <a:pt x="725235" y="1161160"/>
                </a:moveTo>
                <a:cubicBezTo>
                  <a:pt x="733730" y="1161160"/>
                  <a:pt x="741411" y="1168026"/>
                  <a:pt x="741411" y="1176405"/>
                </a:cubicBezTo>
                <a:cubicBezTo>
                  <a:pt x="741411" y="1185599"/>
                  <a:pt x="733730" y="1192581"/>
                  <a:pt x="725235" y="1192581"/>
                </a:cubicBezTo>
                <a:cubicBezTo>
                  <a:pt x="716042" y="1192581"/>
                  <a:pt x="709176" y="1185599"/>
                  <a:pt x="709176" y="1176405"/>
                </a:cubicBezTo>
                <a:cubicBezTo>
                  <a:pt x="709176" y="1168026"/>
                  <a:pt x="716042" y="1161160"/>
                  <a:pt x="725235" y="1161160"/>
                </a:cubicBezTo>
                <a:close/>
                <a:moveTo>
                  <a:pt x="660998" y="1161160"/>
                </a:moveTo>
                <a:cubicBezTo>
                  <a:pt x="669376" y="1161160"/>
                  <a:pt x="676242" y="1168026"/>
                  <a:pt x="676242" y="1176405"/>
                </a:cubicBezTo>
                <a:cubicBezTo>
                  <a:pt x="676242" y="1185599"/>
                  <a:pt x="669376" y="1192581"/>
                  <a:pt x="660998" y="1192581"/>
                </a:cubicBezTo>
                <a:cubicBezTo>
                  <a:pt x="651804" y="1192581"/>
                  <a:pt x="644822" y="1185599"/>
                  <a:pt x="644822" y="1176405"/>
                </a:cubicBezTo>
                <a:cubicBezTo>
                  <a:pt x="644822" y="1168026"/>
                  <a:pt x="651804" y="1161160"/>
                  <a:pt x="660998" y="1161160"/>
                </a:cubicBezTo>
                <a:close/>
                <a:moveTo>
                  <a:pt x="595829" y="1161160"/>
                </a:moveTo>
                <a:cubicBezTo>
                  <a:pt x="605022" y="1161160"/>
                  <a:pt x="611888" y="1168026"/>
                  <a:pt x="611888" y="1176405"/>
                </a:cubicBezTo>
                <a:cubicBezTo>
                  <a:pt x="611888" y="1185599"/>
                  <a:pt x="605022" y="1192581"/>
                  <a:pt x="595829" y="1192581"/>
                </a:cubicBezTo>
                <a:cubicBezTo>
                  <a:pt x="587450" y="1192581"/>
                  <a:pt x="580468" y="1185599"/>
                  <a:pt x="580468" y="1176405"/>
                </a:cubicBezTo>
                <a:cubicBezTo>
                  <a:pt x="580468" y="1168026"/>
                  <a:pt x="587450" y="1161160"/>
                  <a:pt x="595829" y="1161160"/>
                </a:cubicBezTo>
                <a:close/>
                <a:moveTo>
                  <a:pt x="531474" y="1161160"/>
                </a:moveTo>
                <a:cubicBezTo>
                  <a:pt x="540667" y="1161160"/>
                  <a:pt x="547533" y="1168026"/>
                  <a:pt x="547533" y="1176405"/>
                </a:cubicBezTo>
                <a:cubicBezTo>
                  <a:pt x="547533" y="1185599"/>
                  <a:pt x="540667" y="1192581"/>
                  <a:pt x="531474" y="1192581"/>
                </a:cubicBezTo>
                <a:cubicBezTo>
                  <a:pt x="523095" y="1192581"/>
                  <a:pt x="515415" y="1185599"/>
                  <a:pt x="515415" y="1176405"/>
                </a:cubicBezTo>
                <a:cubicBezTo>
                  <a:pt x="515415" y="1168026"/>
                  <a:pt x="523095" y="1161160"/>
                  <a:pt x="531474" y="1161160"/>
                </a:cubicBezTo>
                <a:close/>
                <a:moveTo>
                  <a:pt x="467120" y="1161160"/>
                </a:moveTo>
                <a:cubicBezTo>
                  <a:pt x="475615" y="1161160"/>
                  <a:pt x="483296" y="1168026"/>
                  <a:pt x="483296" y="1176405"/>
                </a:cubicBezTo>
                <a:cubicBezTo>
                  <a:pt x="483296" y="1185599"/>
                  <a:pt x="475615" y="1192581"/>
                  <a:pt x="467120" y="1192581"/>
                </a:cubicBezTo>
                <a:cubicBezTo>
                  <a:pt x="457927" y="1192581"/>
                  <a:pt x="451061" y="1185599"/>
                  <a:pt x="451061" y="1176405"/>
                </a:cubicBezTo>
                <a:cubicBezTo>
                  <a:pt x="451061" y="1168026"/>
                  <a:pt x="457927" y="1161160"/>
                  <a:pt x="467120" y="1161160"/>
                </a:cubicBezTo>
                <a:close/>
                <a:moveTo>
                  <a:pt x="402882" y="1161160"/>
                </a:moveTo>
                <a:cubicBezTo>
                  <a:pt x="411261" y="1161160"/>
                  <a:pt x="418942" y="1168026"/>
                  <a:pt x="418942" y="1176405"/>
                </a:cubicBezTo>
                <a:cubicBezTo>
                  <a:pt x="418942" y="1185599"/>
                  <a:pt x="411261" y="1192581"/>
                  <a:pt x="402882" y="1192581"/>
                </a:cubicBezTo>
                <a:cubicBezTo>
                  <a:pt x="393689" y="1192581"/>
                  <a:pt x="386707" y="1185599"/>
                  <a:pt x="386707" y="1176405"/>
                </a:cubicBezTo>
                <a:cubicBezTo>
                  <a:pt x="386707" y="1168026"/>
                  <a:pt x="393689" y="1161160"/>
                  <a:pt x="402882" y="1161160"/>
                </a:cubicBezTo>
                <a:close/>
                <a:moveTo>
                  <a:pt x="338529" y="1161160"/>
                </a:moveTo>
                <a:cubicBezTo>
                  <a:pt x="346907" y="1161160"/>
                  <a:pt x="353773" y="1168026"/>
                  <a:pt x="353773" y="1176405"/>
                </a:cubicBezTo>
                <a:cubicBezTo>
                  <a:pt x="353773" y="1185599"/>
                  <a:pt x="346907" y="1192581"/>
                  <a:pt x="338529" y="1192581"/>
                </a:cubicBezTo>
                <a:cubicBezTo>
                  <a:pt x="329335" y="1192581"/>
                  <a:pt x="322469" y="1185599"/>
                  <a:pt x="322469" y="1176405"/>
                </a:cubicBezTo>
                <a:cubicBezTo>
                  <a:pt x="322469" y="1168026"/>
                  <a:pt x="329335" y="1161160"/>
                  <a:pt x="338529" y="1161160"/>
                </a:cubicBezTo>
                <a:close/>
                <a:moveTo>
                  <a:pt x="273360" y="1161160"/>
                </a:moveTo>
                <a:cubicBezTo>
                  <a:pt x="282553" y="1161160"/>
                  <a:pt x="289536" y="1168026"/>
                  <a:pt x="289536" y="1176405"/>
                </a:cubicBezTo>
                <a:cubicBezTo>
                  <a:pt x="289536" y="1185599"/>
                  <a:pt x="282553" y="1192581"/>
                  <a:pt x="273360" y="1192581"/>
                </a:cubicBezTo>
                <a:cubicBezTo>
                  <a:pt x="264981" y="1192581"/>
                  <a:pt x="257301" y="1185599"/>
                  <a:pt x="257301" y="1176405"/>
                </a:cubicBezTo>
                <a:cubicBezTo>
                  <a:pt x="257301" y="1168026"/>
                  <a:pt x="264981" y="1161160"/>
                  <a:pt x="273360" y="1161160"/>
                </a:cubicBezTo>
                <a:close/>
                <a:moveTo>
                  <a:pt x="209122" y="1161160"/>
                </a:moveTo>
                <a:cubicBezTo>
                  <a:pt x="217501" y="1161160"/>
                  <a:pt x="225182" y="1168026"/>
                  <a:pt x="225182" y="1176405"/>
                </a:cubicBezTo>
                <a:cubicBezTo>
                  <a:pt x="225182" y="1185599"/>
                  <a:pt x="217501" y="1192581"/>
                  <a:pt x="209122" y="1192581"/>
                </a:cubicBezTo>
                <a:cubicBezTo>
                  <a:pt x="200627" y="1192581"/>
                  <a:pt x="192947" y="1185599"/>
                  <a:pt x="192947" y="1176405"/>
                </a:cubicBezTo>
                <a:cubicBezTo>
                  <a:pt x="192947" y="1168026"/>
                  <a:pt x="200627" y="1161160"/>
                  <a:pt x="209122" y="1161160"/>
                </a:cubicBezTo>
                <a:close/>
                <a:moveTo>
                  <a:pt x="144767" y="1161160"/>
                </a:moveTo>
                <a:cubicBezTo>
                  <a:pt x="153146" y="1161160"/>
                  <a:pt x="160827" y="1168026"/>
                  <a:pt x="160827" y="1176405"/>
                </a:cubicBezTo>
                <a:cubicBezTo>
                  <a:pt x="160827" y="1185599"/>
                  <a:pt x="153146" y="1192581"/>
                  <a:pt x="144767" y="1192581"/>
                </a:cubicBezTo>
                <a:cubicBezTo>
                  <a:pt x="135574" y="1192581"/>
                  <a:pt x="128592" y="1185599"/>
                  <a:pt x="128592" y="1176405"/>
                </a:cubicBezTo>
                <a:cubicBezTo>
                  <a:pt x="128592" y="1168026"/>
                  <a:pt x="135574" y="1161160"/>
                  <a:pt x="144767" y="1161160"/>
                </a:cubicBezTo>
                <a:close/>
                <a:moveTo>
                  <a:pt x="80414" y="1161160"/>
                </a:moveTo>
                <a:cubicBezTo>
                  <a:pt x="88792" y="1161160"/>
                  <a:pt x="95658" y="1168026"/>
                  <a:pt x="95658" y="1176405"/>
                </a:cubicBezTo>
                <a:cubicBezTo>
                  <a:pt x="95658" y="1185599"/>
                  <a:pt x="88792" y="1192581"/>
                  <a:pt x="80414" y="1192581"/>
                </a:cubicBezTo>
                <a:cubicBezTo>
                  <a:pt x="71220" y="1192581"/>
                  <a:pt x="64354" y="1185599"/>
                  <a:pt x="64354" y="1176405"/>
                </a:cubicBezTo>
                <a:cubicBezTo>
                  <a:pt x="64354" y="1168026"/>
                  <a:pt x="71220" y="1161160"/>
                  <a:pt x="80414" y="1161160"/>
                </a:cubicBezTo>
                <a:close/>
                <a:moveTo>
                  <a:pt x="15245" y="1161160"/>
                </a:moveTo>
                <a:cubicBezTo>
                  <a:pt x="24438" y="1161160"/>
                  <a:pt x="31421" y="1168026"/>
                  <a:pt x="31421" y="1176405"/>
                </a:cubicBezTo>
                <a:cubicBezTo>
                  <a:pt x="31421" y="1185599"/>
                  <a:pt x="24438" y="1192581"/>
                  <a:pt x="15245" y="1192581"/>
                </a:cubicBezTo>
                <a:cubicBezTo>
                  <a:pt x="6866" y="1192581"/>
                  <a:pt x="0" y="1185599"/>
                  <a:pt x="0" y="1176405"/>
                </a:cubicBezTo>
                <a:cubicBezTo>
                  <a:pt x="0" y="1168026"/>
                  <a:pt x="6866" y="1161160"/>
                  <a:pt x="15245" y="1161160"/>
                </a:cubicBezTo>
                <a:close/>
                <a:moveTo>
                  <a:pt x="3692390" y="1095992"/>
                </a:moveTo>
                <a:cubicBezTo>
                  <a:pt x="3701583" y="1095992"/>
                  <a:pt x="3708449" y="1103673"/>
                  <a:pt x="3708449" y="1112168"/>
                </a:cubicBezTo>
                <a:cubicBezTo>
                  <a:pt x="3708449" y="1121361"/>
                  <a:pt x="3701583" y="1128227"/>
                  <a:pt x="3692390" y="1128227"/>
                </a:cubicBezTo>
                <a:cubicBezTo>
                  <a:pt x="3683895" y="1128227"/>
                  <a:pt x="3676214" y="1121361"/>
                  <a:pt x="3676214" y="1112168"/>
                </a:cubicBezTo>
                <a:cubicBezTo>
                  <a:pt x="3676214" y="1103673"/>
                  <a:pt x="3683895" y="1095992"/>
                  <a:pt x="3692390" y="1095992"/>
                </a:cubicBezTo>
                <a:close/>
                <a:moveTo>
                  <a:pt x="3628036" y="1095992"/>
                </a:moveTo>
                <a:cubicBezTo>
                  <a:pt x="3636414" y="1095992"/>
                  <a:pt x="3644095" y="1103673"/>
                  <a:pt x="3644095" y="1112168"/>
                </a:cubicBezTo>
                <a:cubicBezTo>
                  <a:pt x="3644095" y="1121361"/>
                  <a:pt x="3636414" y="1128227"/>
                  <a:pt x="3628036" y="1128227"/>
                </a:cubicBezTo>
                <a:cubicBezTo>
                  <a:pt x="3618842" y="1128227"/>
                  <a:pt x="3611976" y="1121361"/>
                  <a:pt x="3611976" y="1112168"/>
                </a:cubicBezTo>
                <a:cubicBezTo>
                  <a:pt x="3611976" y="1103673"/>
                  <a:pt x="3618842" y="1095992"/>
                  <a:pt x="3628036" y="1095992"/>
                </a:cubicBezTo>
                <a:close/>
                <a:moveTo>
                  <a:pt x="3563682" y="1095992"/>
                </a:moveTo>
                <a:cubicBezTo>
                  <a:pt x="3572061" y="1095992"/>
                  <a:pt x="3579742" y="1103673"/>
                  <a:pt x="3579742" y="1112168"/>
                </a:cubicBezTo>
                <a:cubicBezTo>
                  <a:pt x="3579742" y="1121361"/>
                  <a:pt x="3572061" y="1128227"/>
                  <a:pt x="3563682" y="1128227"/>
                </a:cubicBezTo>
                <a:cubicBezTo>
                  <a:pt x="3554488" y="1128227"/>
                  <a:pt x="3547622" y="1121361"/>
                  <a:pt x="3547622" y="1112168"/>
                </a:cubicBezTo>
                <a:cubicBezTo>
                  <a:pt x="3547622" y="1103673"/>
                  <a:pt x="3554488" y="1095992"/>
                  <a:pt x="3563682" y="1095992"/>
                </a:cubicBezTo>
                <a:close/>
                <a:moveTo>
                  <a:pt x="3498629" y="1095992"/>
                </a:moveTo>
                <a:cubicBezTo>
                  <a:pt x="3507706" y="1095992"/>
                  <a:pt x="3514688" y="1103673"/>
                  <a:pt x="3514688" y="1112168"/>
                </a:cubicBezTo>
                <a:cubicBezTo>
                  <a:pt x="3514688" y="1121361"/>
                  <a:pt x="3507706" y="1128227"/>
                  <a:pt x="3498629" y="1128227"/>
                </a:cubicBezTo>
                <a:cubicBezTo>
                  <a:pt x="3490133" y="1128227"/>
                  <a:pt x="3483267" y="1121361"/>
                  <a:pt x="3483267" y="1112168"/>
                </a:cubicBezTo>
                <a:cubicBezTo>
                  <a:pt x="3483267" y="1103673"/>
                  <a:pt x="3490133" y="1095992"/>
                  <a:pt x="3498629" y="1095992"/>
                </a:cubicBezTo>
                <a:close/>
                <a:moveTo>
                  <a:pt x="3434275" y="1095992"/>
                </a:moveTo>
                <a:cubicBezTo>
                  <a:pt x="3443468" y="1095992"/>
                  <a:pt x="3450334" y="1103673"/>
                  <a:pt x="3450334" y="1112168"/>
                </a:cubicBezTo>
                <a:cubicBezTo>
                  <a:pt x="3450334" y="1121361"/>
                  <a:pt x="3443468" y="1128227"/>
                  <a:pt x="3434275" y="1128227"/>
                </a:cubicBezTo>
                <a:cubicBezTo>
                  <a:pt x="3425780" y="1128227"/>
                  <a:pt x="3418099" y="1121361"/>
                  <a:pt x="3418099" y="1112168"/>
                </a:cubicBezTo>
                <a:cubicBezTo>
                  <a:pt x="3418099" y="1103673"/>
                  <a:pt x="3425780" y="1095992"/>
                  <a:pt x="3434275" y="1095992"/>
                </a:cubicBezTo>
                <a:close/>
                <a:moveTo>
                  <a:pt x="3369921" y="1095992"/>
                </a:moveTo>
                <a:cubicBezTo>
                  <a:pt x="3379115" y="1095992"/>
                  <a:pt x="3385981" y="1103673"/>
                  <a:pt x="3385981" y="1112168"/>
                </a:cubicBezTo>
                <a:cubicBezTo>
                  <a:pt x="3385981" y="1121361"/>
                  <a:pt x="3379115" y="1128227"/>
                  <a:pt x="3369921" y="1128227"/>
                </a:cubicBezTo>
                <a:cubicBezTo>
                  <a:pt x="3361426" y="1128227"/>
                  <a:pt x="3353862" y="1121361"/>
                  <a:pt x="3353862" y="1112168"/>
                </a:cubicBezTo>
                <a:cubicBezTo>
                  <a:pt x="3353862" y="1103673"/>
                  <a:pt x="3361426" y="1095992"/>
                  <a:pt x="3369921" y="1095992"/>
                </a:cubicBezTo>
                <a:close/>
                <a:moveTo>
                  <a:pt x="3305567" y="1095992"/>
                </a:moveTo>
                <a:cubicBezTo>
                  <a:pt x="3313946" y="1095992"/>
                  <a:pt x="3321627" y="1103673"/>
                  <a:pt x="3321627" y="1112168"/>
                </a:cubicBezTo>
                <a:cubicBezTo>
                  <a:pt x="3321627" y="1121361"/>
                  <a:pt x="3313946" y="1128227"/>
                  <a:pt x="3305567" y="1128227"/>
                </a:cubicBezTo>
                <a:cubicBezTo>
                  <a:pt x="3296374" y="1128227"/>
                  <a:pt x="3289508" y="1121361"/>
                  <a:pt x="3289508" y="1112168"/>
                </a:cubicBezTo>
                <a:cubicBezTo>
                  <a:pt x="3289508" y="1103673"/>
                  <a:pt x="3296374" y="1095992"/>
                  <a:pt x="3305567" y="1095992"/>
                </a:cubicBezTo>
                <a:close/>
                <a:moveTo>
                  <a:pt x="3241213" y="1095992"/>
                </a:moveTo>
                <a:cubicBezTo>
                  <a:pt x="3249708" y="1095992"/>
                  <a:pt x="3256574" y="1103673"/>
                  <a:pt x="3256574" y="1112168"/>
                </a:cubicBezTo>
                <a:cubicBezTo>
                  <a:pt x="3256574" y="1121361"/>
                  <a:pt x="3249708" y="1128227"/>
                  <a:pt x="3241213" y="1128227"/>
                </a:cubicBezTo>
                <a:cubicBezTo>
                  <a:pt x="3232020" y="1128227"/>
                  <a:pt x="3225154" y="1121361"/>
                  <a:pt x="3225154" y="1112168"/>
                </a:cubicBezTo>
                <a:cubicBezTo>
                  <a:pt x="3225154" y="1103673"/>
                  <a:pt x="3232020" y="1095992"/>
                  <a:pt x="3241213" y="1095992"/>
                </a:cubicBezTo>
                <a:close/>
                <a:moveTo>
                  <a:pt x="3176161" y="1095992"/>
                </a:moveTo>
                <a:cubicBezTo>
                  <a:pt x="3185354" y="1095992"/>
                  <a:pt x="3192220" y="1103673"/>
                  <a:pt x="3192220" y="1112168"/>
                </a:cubicBezTo>
                <a:cubicBezTo>
                  <a:pt x="3192220" y="1121361"/>
                  <a:pt x="3185354" y="1128227"/>
                  <a:pt x="3176161" y="1128227"/>
                </a:cubicBezTo>
                <a:cubicBezTo>
                  <a:pt x="3167666" y="1128227"/>
                  <a:pt x="3160102" y="1121361"/>
                  <a:pt x="3160102" y="1112168"/>
                </a:cubicBezTo>
                <a:cubicBezTo>
                  <a:pt x="3160102" y="1103673"/>
                  <a:pt x="3167666" y="1095992"/>
                  <a:pt x="3176161" y="1095992"/>
                </a:cubicBezTo>
                <a:close/>
                <a:moveTo>
                  <a:pt x="3111806" y="1095992"/>
                </a:moveTo>
                <a:cubicBezTo>
                  <a:pt x="3121000" y="1095992"/>
                  <a:pt x="3127866" y="1103673"/>
                  <a:pt x="3127866" y="1112168"/>
                </a:cubicBezTo>
                <a:cubicBezTo>
                  <a:pt x="3127866" y="1121361"/>
                  <a:pt x="3121000" y="1128227"/>
                  <a:pt x="3111806" y="1128227"/>
                </a:cubicBezTo>
                <a:cubicBezTo>
                  <a:pt x="3103427" y="1128227"/>
                  <a:pt x="3095747" y="1121361"/>
                  <a:pt x="3095747" y="1112168"/>
                </a:cubicBezTo>
                <a:cubicBezTo>
                  <a:pt x="3095747" y="1103673"/>
                  <a:pt x="3103427" y="1095992"/>
                  <a:pt x="3111806" y="1095992"/>
                </a:cubicBezTo>
                <a:close/>
                <a:moveTo>
                  <a:pt x="3047452" y="1095992"/>
                </a:moveTo>
                <a:cubicBezTo>
                  <a:pt x="3055831" y="1095992"/>
                  <a:pt x="3063512" y="1103673"/>
                  <a:pt x="3063512" y="1112168"/>
                </a:cubicBezTo>
                <a:cubicBezTo>
                  <a:pt x="3063512" y="1121361"/>
                  <a:pt x="3055831" y="1128227"/>
                  <a:pt x="3047452" y="1128227"/>
                </a:cubicBezTo>
                <a:cubicBezTo>
                  <a:pt x="3038259" y="1128227"/>
                  <a:pt x="3031393" y="1121361"/>
                  <a:pt x="3031393" y="1112168"/>
                </a:cubicBezTo>
                <a:cubicBezTo>
                  <a:pt x="3031393" y="1103673"/>
                  <a:pt x="3038259" y="1095992"/>
                  <a:pt x="3047452" y="1095992"/>
                </a:cubicBezTo>
                <a:close/>
                <a:moveTo>
                  <a:pt x="2983099" y="1095992"/>
                </a:moveTo>
                <a:cubicBezTo>
                  <a:pt x="2991594" y="1095992"/>
                  <a:pt x="2999158" y="1103673"/>
                  <a:pt x="2999158" y="1112168"/>
                </a:cubicBezTo>
                <a:cubicBezTo>
                  <a:pt x="2999158" y="1121361"/>
                  <a:pt x="2991594" y="1128227"/>
                  <a:pt x="2983099" y="1128227"/>
                </a:cubicBezTo>
                <a:cubicBezTo>
                  <a:pt x="2973905" y="1128227"/>
                  <a:pt x="2967039" y="1121361"/>
                  <a:pt x="2967039" y="1112168"/>
                </a:cubicBezTo>
                <a:cubicBezTo>
                  <a:pt x="2967039" y="1103673"/>
                  <a:pt x="2973905" y="1095992"/>
                  <a:pt x="2983099" y="1095992"/>
                </a:cubicBezTo>
                <a:close/>
                <a:moveTo>
                  <a:pt x="2918046" y="1095992"/>
                </a:moveTo>
                <a:cubicBezTo>
                  <a:pt x="2927240" y="1095992"/>
                  <a:pt x="2934106" y="1103673"/>
                  <a:pt x="2934106" y="1112168"/>
                </a:cubicBezTo>
                <a:cubicBezTo>
                  <a:pt x="2934106" y="1121361"/>
                  <a:pt x="2927240" y="1128227"/>
                  <a:pt x="2918046" y="1128227"/>
                </a:cubicBezTo>
                <a:cubicBezTo>
                  <a:pt x="2909551" y="1128227"/>
                  <a:pt x="2902685" y="1121361"/>
                  <a:pt x="2902685" y="1112168"/>
                </a:cubicBezTo>
                <a:cubicBezTo>
                  <a:pt x="2902685" y="1103673"/>
                  <a:pt x="2909551" y="1095992"/>
                  <a:pt x="2918046" y="1095992"/>
                </a:cubicBezTo>
                <a:close/>
                <a:moveTo>
                  <a:pt x="2853692" y="1095992"/>
                </a:moveTo>
                <a:cubicBezTo>
                  <a:pt x="2862886" y="1095992"/>
                  <a:pt x="2869752" y="1103673"/>
                  <a:pt x="2869752" y="1112168"/>
                </a:cubicBezTo>
                <a:cubicBezTo>
                  <a:pt x="2869752" y="1121361"/>
                  <a:pt x="2862886" y="1128227"/>
                  <a:pt x="2853692" y="1128227"/>
                </a:cubicBezTo>
                <a:cubicBezTo>
                  <a:pt x="2845313" y="1128227"/>
                  <a:pt x="2837633" y="1121361"/>
                  <a:pt x="2837633" y="1112168"/>
                </a:cubicBezTo>
                <a:cubicBezTo>
                  <a:pt x="2837633" y="1103673"/>
                  <a:pt x="2845313" y="1095992"/>
                  <a:pt x="2853692" y="1095992"/>
                </a:cubicBezTo>
                <a:close/>
                <a:moveTo>
                  <a:pt x="2789338" y="1095992"/>
                </a:moveTo>
                <a:cubicBezTo>
                  <a:pt x="2798532" y="1095992"/>
                  <a:pt x="2805398" y="1103673"/>
                  <a:pt x="2805398" y="1112168"/>
                </a:cubicBezTo>
                <a:cubicBezTo>
                  <a:pt x="2805398" y="1121361"/>
                  <a:pt x="2798532" y="1128227"/>
                  <a:pt x="2789338" y="1128227"/>
                </a:cubicBezTo>
                <a:cubicBezTo>
                  <a:pt x="2780959" y="1128227"/>
                  <a:pt x="2773279" y="1121361"/>
                  <a:pt x="2773279" y="1112168"/>
                </a:cubicBezTo>
                <a:cubicBezTo>
                  <a:pt x="2773279" y="1103673"/>
                  <a:pt x="2780959" y="1095992"/>
                  <a:pt x="2789338" y="1095992"/>
                </a:cubicBezTo>
                <a:close/>
                <a:moveTo>
                  <a:pt x="2724984" y="1095992"/>
                </a:moveTo>
                <a:cubicBezTo>
                  <a:pt x="2733479" y="1095992"/>
                  <a:pt x="2741159" y="1103673"/>
                  <a:pt x="2741159" y="1112168"/>
                </a:cubicBezTo>
                <a:cubicBezTo>
                  <a:pt x="2741159" y="1121361"/>
                  <a:pt x="2733479" y="1128227"/>
                  <a:pt x="2724984" y="1128227"/>
                </a:cubicBezTo>
                <a:cubicBezTo>
                  <a:pt x="2715790" y="1128227"/>
                  <a:pt x="2708924" y="1121361"/>
                  <a:pt x="2708924" y="1112168"/>
                </a:cubicBezTo>
                <a:cubicBezTo>
                  <a:pt x="2708924" y="1103673"/>
                  <a:pt x="2715790" y="1095992"/>
                  <a:pt x="2724984" y="1095992"/>
                </a:cubicBezTo>
                <a:close/>
                <a:moveTo>
                  <a:pt x="2660630" y="1095992"/>
                </a:moveTo>
                <a:cubicBezTo>
                  <a:pt x="2669125" y="1095992"/>
                  <a:pt x="2675991" y="1103673"/>
                  <a:pt x="2675991" y="1112168"/>
                </a:cubicBezTo>
                <a:cubicBezTo>
                  <a:pt x="2675991" y="1121361"/>
                  <a:pt x="2669125" y="1128227"/>
                  <a:pt x="2660630" y="1128227"/>
                </a:cubicBezTo>
                <a:cubicBezTo>
                  <a:pt x="2651553" y="1128227"/>
                  <a:pt x="2644570" y="1121361"/>
                  <a:pt x="2644570" y="1112168"/>
                </a:cubicBezTo>
                <a:cubicBezTo>
                  <a:pt x="2644570" y="1103673"/>
                  <a:pt x="2651553" y="1095992"/>
                  <a:pt x="2660630" y="1095992"/>
                </a:cubicBezTo>
                <a:close/>
                <a:moveTo>
                  <a:pt x="2595577" y="1095992"/>
                </a:moveTo>
                <a:cubicBezTo>
                  <a:pt x="2604771" y="1095992"/>
                  <a:pt x="2611637" y="1103673"/>
                  <a:pt x="2611637" y="1112168"/>
                </a:cubicBezTo>
                <a:cubicBezTo>
                  <a:pt x="2611637" y="1121361"/>
                  <a:pt x="2604771" y="1128227"/>
                  <a:pt x="2595577" y="1128227"/>
                </a:cubicBezTo>
                <a:cubicBezTo>
                  <a:pt x="2587198" y="1128227"/>
                  <a:pt x="2579518" y="1121361"/>
                  <a:pt x="2579518" y="1112168"/>
                </a:cubicBezTo>
                <a:cubicBezTo>
                  <a:pt x="2579518" y="1103673"/>
                  <a:pt x="2587198" y="1095992"/>
                  <a:pt x="2595577" y="1095992"/>
                </a:cubicBezTo>
                <a:close/>
                <a:moveTo>
                  <a:pt x="2531224" y="1095992"/>
                </a:moveTo>
                <a:cubicBezTo>
                  <a:pt x="2539719" y="1095992"/>
                  <a:pt x="2547283" y="1103673"/>
                  <a:pt x="2547283" y="1112168"/>
                </a:cubicBezTo>
                <a:cubicBezTo>
                  <a:pt x="2547283" y="1121361"/>
                  <a:pt x="2539719" y="1128227"/>
                  <a:pt x="2531224" y="1128227"/>
                </a:cubicBezTo>
                <a:cubicBezTo>
                  <a:pt x="2522845" y="1128227"/>
                  <a:pt x="2515164" y="1121361"/>
                  <a:pt x="2515164" y="1112168"/>
                </a:cubicBezTo>
                <a:cubicBezTo>
                  <a:pt x="2515164" y="1103673"/>
                  <a:pt x="2522845" y="1095992"/>
                  <a:pt x="2531224" y="1095992"/>
                </a:cubicBezTo>
                <a:close/>
                <a:moveTo>
                  <a:pt x="2466869" y="1095992"/>
                </a:moveTo>
                <a:cubicBezTo>
                  <a:pt x="2475364" y="1095992"/>
                  <a:pt x="2483044" y="1103673"/>
                  <a:pt x="2483044" y="1112168"/>
                </a:cubicBezTo>
                <a:cubicBezTo>
                  <a:pt x="2483044" y="1121361"/>
                  <a:pt x="2475364" y="1128227"/>
                  <a:pt x="2466869" y="1128227"/>
                </a:cubicBezTo>
                <a:cubicBezTo>
                  <a:pt x="2457675" y="1128227"/>
                  <a:pt x="2450809" y="1121361"/>
                  <a:pt x="2450809" y="1112168"/>
                </a:cubicBezTo>
                <a:cubicBezTo>
                  <a:pt x="2450809" y="1103673"/>
                  <a:pt x="2457675" y="1095992"/>
                  <a:pt x="2466869" y="1095992"/>
                </a:cubicBezTo>
                <a:close/>
                <a:moveTo>
                  <a:pt x="2402631" y="1095992"/>
                </a:moveTo>
                <a:cubicBezTo>
                  <a:pt x="2411010" y="1095992"/>
                  <a:pt x="2418690" y="1103673"/>
                  <a:pt x="2418690" y="1112168"/>
                </a:cubicBezTo>
                <a:cubicBezTo>
                  <a:pt x="2418690" y="1121361"/>
                  <a:pt x="2411010" y="1128227"/>
                  <a:pt x="2402631" y="1128227"/>
                </a:cubicBezTo>
                <a:cubicBezTo>
                  <a:pt x="2393438" y="1128227"/>
                  <a:pt x="2386455" y="1121361"/>
                  <a:pt x="2386455" y="1112168"/>
                </a:cubicBezTo>
                <a:cubicBezTo>
                  <a:pt x="2386455" y="1103673"/>
                  <a:pt x="2393438" y="1095992"/>
                  <a:pt x="2402631" y="1095992"/>
                </a:cubicBezTo>
                <a:close/>
                <a:moveTo>
                  <a:pt x="2337462" y="1095992"/>
                </a:moveTo>
                <a:cubicBezTo>
                  <a:pt x="2346656" y="1095992"/>
                  <a:pt x="2353522" y="1103673"/>
                  <a:pt x="2353522" y="1112168"/>
                </a:cubicBezTo>
                <a:cubicBezTo>
                  <a:pt x="2353522" y="1121361"/>
                  <a:pt x="2346656" y="1128227"/>
                  <a:pt x="2337462" y="1128227"/>
                </a:cubicBezTo>
                <a:cubicBezTo>
                  <a:pt x="2329084" y="1128227"/>
                  <a:pt x="2322218" y="1121361"/>
                  <a:pt x="2322218" y="1112168"/>
                </a:cubicBezTo>
                <a:cubicBezTo>
                  <a:pt x="2322218" y="1103673"/>
                  <a:pt x="2329084" y="1095992"/>
                  <a:pt x="2337462" y="1095992"/>
                </a:cubicBezTo>
                <a:close/>
                <a:moveTo>
                  <a:pt x="2273109" y="1095992"/>
                </a:moveTo>
                <a:cubicBezTo>
                  <a:pt x="2282302" y="1095992"/>
                  <a:pt x="2289284" y="1103673"/>
                  <a:pt x="2289284" y="1112168"/>
                </a:cubicBezTo>
                <a:cubicBezTo>
                  <a:pt x="2289284" y="1121361"/>
                  <a:pt x="2282302" y="1128227"/>
                  <a:pt x="2273109" y="1128227"/>
                </a:cubicBezTo>
                <a:cubicBezTo>
                  <a:pt x="2264730" y="1128227"/>
                  <a:pt x="2257049" y="1121361"/>
                  <a:pt x="2257049" y="1112168"/>
                </a:cubicBezTo>
                <a:cubicBezTo>
                  <a:pt x="2257049" y="1103673"/>
                  <a:pt x="2264730" y="1095992"/>
                  <a:pt x="2273109" y="1095992"/>
                </a:cubicBezTo>
                <a:close/>
                <a:moveTo>
                  <a:pt x="2208755" y="1095992"/>
                </a:moveTo>
                <a:cubicBezTo>
                  <a:pt x="2217948" y="1095992"/>
                  <a:pt x="2224930" y="1103673"/>
                  <a:pt x="2224930" y="1112168"/>
                </a:cubicBezTo>
                <a:cubicBezTo>
                  <a:pt x="2224930" y="1121361"/>
                  <a:pt x="2217948" y="1128227"/>
                  <a:pt x="2208755" y="1128227"/>
                </a:cubicBezTo>
                <a:cubicBezTo>
                  <a:pt x="2199561" y="1128227"/>
                  <a:pt x="2192695" y="1121361"/>
                  <a:pt x="2192695" y="1112168"/>
                </a:cubicBezTo>
                <a:cubicBezTo>
                  <a:pt x="2192695" y="1103673"/>
                  <a:pt x="2200376" y="1095992"/>
                  <a:pt x="2208755" y="1095992"/>
                </a:cubicBezTo>
                <a:close/>
                <a:moveTo>
                  <a:pt x="2144517" y="1095992"/>
                </a:moveTo>
                <a:cubicBezTo>
                  <a:pt x="2152896" y="1095992"/>
                  <a:pt x="2160576" y="1103673"/>
                  <a:pt x="2160576" y="1112168"/>
                </a:cubicBezTo>
                <a:cubicBezTo>
                  <a:pt x="2160576" y="1121361"/>
                  <a:pt x="2152896" y="1128227"/>
                  <a:pt x="2144517" y="1128227"/>
                </a:cubicBezTo>
                <a:cubicBezTo>
                  <a:pt x="2135324" y="1128227"/>
                  <a:pt x="2128341" y="1121361"/>
                  <a:pt x="2128341" y="1112168"/>
                </a:cubicBezTo>
                <a:cubicBezTo>
                  <a:pt x="2128341" y="1103673"/>
                  <a:pt x="2135324" y="1095992"/>
                  <a:pt x="2144517" y="1095992"/>
                </a:cubicBezTo>
                <a:close/>
                <a:moveTo>
                  <a:pt x="2080163" y="1095992"/>
                </a:moveTo>
                <a:cubicBezTo>
                  <a:pt x="2088542" y="1095992"/>
                  <a:pt x="2095408" y="1103673"/>
                  <a:pt x="2095408" y="1112168"/>
                </a:cubicBezTo>
                <a:cubicBezTo>
                  <a:pt x="2095408" y="1121361"/>
                  <a:pt x="2088542" y="1128227"/>
                  <a:pt x="2080163" y="1128227"/>
                </a:cubicBezTo>
                <a:cubicBezTo>
                  <a:pt x="2070970" y="1128227"/>
                  <a:pt x="2064104" y="1121361"/>
                  <a:pt x="2064104" y="1112168"/>
                </a:cubicBezTo>
                <a:cubicBezTo>
                  <a:pt x="2064104" y="1103673"/>
                  <a:pt x="2070970" y="1095992"/>
                  <a:pt x="2080163" y="1095992"/>
                </a:cubicBezTo>
                <a:close/>
                <a:moveTo>
                  <a:pt x="2014994" y="1095992"/>
                </a:moveTo>
                <a:cubicBezTo>
                  <a:pt x="2024187" y="1095992"/>
                  <a:pt x="2031169" y="1103673"/>
                  <a:pt x="2031169" y="1112168"/>
                </a:cubicBezTo>
                <a:cubicBezTo>
                  <a:pt x="2031169" y="1121361"/>
                  <a:pt x="2024187" y="1128227"/>
                  <a:pt x="2014994" y="1128227"/>
                </a:cubicBezTo>
                <a:cubicBezTo>
                  <a:pt x="2006615" y="1128227"/>
                  <a:pt x="1998934" y="1121361"/>
                  <a:pt x="1998934" y="1112168"/>
                </a:cubicBezTo>
                <a:cubicBezTo>
                  <a:pt x="1998934" y="1103673"/>
                  <a:pt x="2006615" y="1095992"/>
                  <a:pt x="2014994" y="1095992"/>
                </a:cubicBezTo>
                <a:close/>
                <a:moveTo>
                  <a:pt x="1950756" y="1095992"/>
                </a:moveTo>
                <a:cubicBezTo>
                  <a:pt x="1959135" y="1095992"/>
                  <a:pt x="1966815" y="1103673"/>
                  <a:pt x="1966815" y="1112168"/>
                </a:cubicBezTo>
                <a:cubicBezTo>
                  <a:pt x="1966815" y="1121361"/>
                  <a:pt x="1959135" y="1128227"/>
                  <a:pt x="1950756" y="1128227"/>
                </a:cubicBezTo>
                <a:cubicBezTo>
                  <a:pt x="1942261" y="1128227"/>
                  <a:pt x="1934580" y="1121361"/>
                  <a:pt x="1934580" y="1112168"/>
                </a:cubicBezTo>
                <a:cubicBezTo>
                  <a:pt x="1934580" y="1103673"/>
                  <a:pt x="1942261" y="1095992"/>
                  <a:pt x="1950756" y="1095992"/>
                </a:cubicBezTo>
                <a:close/>
                <a:moveTo>
                  <a:pt x="1886402" y="1095992"/>
                </a:moveTo>
                <a:cubicBezTo>
                  <a:pt x="1894781" y="1095992"/>
                  <a:pt x="1902461" y="1103673"/>
                  <a:pt x="1902461" y="1112168"/>
                </a:cubicBezTo>
                <a:cubicBezTo>
                  <a:pt x="1902461" y="1121361"/>
                  <a:pt x="1894781" y="1128227"/>
                  <a:pt x="1886402" y="1128227"/>
                </a:cubicBezTo>
                <a:cubicBezTo>
                  <a:pt x="1877209" y="1128227"/>
                  <a:pt x="1870343" y="1121361"/>
                  <a:pt x="1870343" y="1112168"/>
                </a:cubicBezTo>
                <a:cubicBezTo>
                  <a:pt x="1870343" y="1103673"/>
                  <a:pt x="1877209" y="1095992"/>
                  <a:pt x="1886402" y="1095992"/>
                </a:cubicBezTo>
                <a:close/>
                <a:moveTo>
                  <a:pt x="1822048" y="1095992"/>
                </a:moveTo>
                <a:cubicBezTo>
                  <a:pt x="1830427" y="1095992"/>
                  <a:pt x="1838108" y="1103673"/>
                  <a:pt x="1838108" y="1112168"/>
                </a:cubicBezTo>
                <a:cubicBezTo>
                  <a:pt x="1838108" y="1121361"/>
                  <a:pt x="1830427" y="1128227"/>
                  <a:pt x="1822048" y="1128227"/>
                </a:cubicBezTo>
                <a:cubicBezTo>
                  <a:pt x="1812855" y="1128227"/>
                  <a:pt x="1805989" y="1121361"/>
                  <a:pt x="1805989" y="1112168"/>
                </a:cubicBezTo>
                <a:cubicBezTo>
                  <a:pt x="1805989" y="1103673"/>
                  <a:pt x="1812855" y="1095992"/>
                  <a:pt x="1822048" y="1095992"/>
                </a:cubicBezTo>
                <a:close/>
                <a:moveTo>
                  <a:pt x="1756879" y="1095992"/>
                </a:moveTo>
                <a:cubicBezTo>
                  <a:pt x="1766073" y="1095992"/>
                  <a:pt x="1773055" y="1103673"/>
                  <a:pt x="1773055" y="1112168"/>
                </a:cubicBezTo>
                <a:cubicBezTo>
                  <a:pt x="1773055" y="1121361"/>
                  <a:pt x="1766073" y="1128227"/>
                  <a:pt x="1756879" y="1128227"/>
                </a:cubicBezTo>
                <a:cubicBezTo>
                  <a:pt x="1748501" y="1128227"/>
                  <a:pt x="1741635" y="1121361"/>
                  <a:pt x="1741635" y="1112168"/>
                </a:cubicBezTo>
                <a:cubicBezTo>
                  <a:pt x="1741635" y="1103673"/>
                  <a:pt x="1748501" y="1095992"/>
                  <a:pt x="1756879" y="1095992"/>
                </a:cubicBezTo>
                <a:close/>
                <a:moveTo>
                  <a:pt x="1692642" y="1095992"/>
                </a:moveTo>
                <a:cubicBezTo>
                  <a:pt x="1701835" y="1095992"/>
                  <a:pt x="1708701" y="1103673"/>
                  <a:pt x="1708701" y="1112168"/>
                </a:cubicBezTo>
                <a:cubicBezTo>
                  <a:pt x="1708701" y="1121361"/>
                  <a:pt x="1701835" y="1128227"/>
                  <a:pt x="1692642" y="1128227"/>
                </a:cubicBezTo>
                <a:cubicBezTo>
                  <a:pt x="1684147" y="1128227"/>
                  <a:pt x="1676466" y="1121361"/>
                  <a:pt x="1676466" y="1112168"/>
                </a:cubicBezTo>
                <a:cubicBezTo>
                  <a:pt x="1676466" y="1103673"/>
                  <a:pt x="1684147" y="1095992"/>
                  <a:pt x="1692642" y="1095992"/>
                </a:cubicBezTo>
                <a:close/>
                <a:moveTo>
                  <a:pt x="1628287" y="1095992"/>
                </a:moveTo>
                <a:cubicBezTo>
                  <a:pt x="1636666" y="1095992"/>
                  <a:pt x="1644346" y="1103673"/>
                  <a:pt x="1644346" y="1112168"/>
                </a:cubicBezTo>
                <a:cubicBezTo>
                  <a:pt x="1644346" y="1121361"/>
                  <a:pt x="1636666" y="1128227"/>
                  <a:pt x="1628287" y="1128227"/>
                </a:cubicBezTo>
                <a:cubicBezTo>
                  <a:pt x="1619094" y="1128227"/>
                  <a:pt x="1612228" y="1121361"/>
                  <a:pt x="1612228" y="1112168"/>
                </a:cubicBezTo>
                <a:cubicBezTo>
                  <a:pt x="1612228" y="1103673"/>
                  <a:pt x="1619094" y="1095992"/>
                  <a:pt x="1628287" y="1095992"/>
                </a:cubicBezTo>
                <a:close/>
                <a:moveTo>
                  <a:pt x="1563933" y="1095992"/>
                </a:moveTo>
                <a:cubicBezTo>
                  <a:pt x="1572312" y="1095992"/>
                  <a:pt x="1579993" y="1103673"/>
                  <a:pt x="1579993" y="1112168"/>
                </a:cubicBezTo>
                <a:cubicBezTo>
                  <a:pt x="1579993" y="1121361"/>
                  <a:pt x="1572312" y="1128227"/>
                  <a:pt x="1563933" y="1128227"/>
                </a:cubicBezTo>
                <a:cubicBezTo>
                  <a:pt x="1554740" y="1128227"/>
                  <a:pt x="1547874" y="1121361"/>
                  <a:pt x="1547874" y="1112168"/>
                </a:cubicBezTo>
                <a:cubicBezTo>
                  <a:pt x="1547874" y="1103673"/>
                  <a:pt x="1554740" y="1095992"/>
                  <a:pt x="1563933" y="1095992"/>
                </a:cubicBezTo>
                <a:close/>
                <a:moveTo>
                  <a:pt x="1499579" y="1095992"/>
                </a:moveTo>
                <a:cubicBezTo>
                  <a:pt x="1508074" y="1095992"/>
                  <a:pt x="1514940" y="1103673"/>
                  <a:pt x="1514940" y="1112168"/>
                </a:cubicBezTo>
                <a:cubicBezTo>
                  <a:pt x="1514940" y="1121361"/>
                  <a:pt x="1508074" y="1128227"/>
                  <a:pt x="1499579" y="1128227"/>
                </a:cubicBezTo>
                <a:cubicBezTo>
                  <a:pt x="1490386" y="1128227"/>
                  <a:pt x="1483520" y="1121361"/>
                  <a:pt x="1483520" y="1112168"/>
                </a:cubicBezTo>
                <a:cubicBezTo>
                  <a:pt x="1483520" y="1103673"/>
                  <a:pt x="1490386" y="1095992"/>
                  <a:pt x="1499579" y="1095992"/>
                </a:cubicBezTo>
                <a:close/>
                <a:moveTo>
                  <a:pt x="1434527" y="1095992"/>
                </a:moveTo>
                <a:cubicBezTo>
                  <a:pt x="1443720" y="1095992"/>
                  <a:pt x="1450586" y="1103673"/>
                  <a:pt x="1450586" y="1112168"/>
                </a:cubicBezTo>
                <a:cubicBezTo>
                  <a:pt x="1450586" y="1121361"/>
                  <a:pt x="1443720" y="1128227"/>
                  <a:pt x="1434527" y="1128227"/>
                </a:cubicBezTo>
                <a:cubicBezTo>
                  <a:pt x="1426032" y="1128227"/>
                  <a:pt x="1418351" y="1121361"/>
                  <a:pt x="1418351" y="1112168"/>
                </a:cubicBezTo>
                <a:cubicBezTo>
                  <a:pt x="1418351" y="1103673"/>
                  <a:pt x="1426032" y="1095992"/>
                  <a:pt x="1434527" y="1095992"/>
                </a:cubicBezTo>
                <a:close/>
                <a:moveTo>
                  <a:pt x="1370173" y="1095992"/>
                </a:moveTo>
                <a:cubicBezTo>
                  <a:pt x="1379367" y="1095992"/>
                  <a:pt x="1386233" y="1103673"/>
                  <a:pt x="1386233" y="1112168"/>
                </a:cubicBezTo>
                <a:cubicBezTo>
                  <a:pt x="1386233" y="1121361"/>
                  <a:pt x="1379367" y="1128227"/>
                  <a:pt x="1370173" y="1128227"/>
                </a:cubicBezTo>
                <a:cubicBezTo>
                  <a:pt x="1361678" y="1128227"/>
                  <a:pt x="1354114" y="1121361"/>
                  <a:pt x="1354114" y="1112168"/>
                </a:cubicBezTo>
                <a:cubicBezTo>
                  <a:pt x="1354114" y="1103673"/>
                  <a:pt x="1361678" y="1095992"/>
                  <a:pt x="1370173" y="1095992"/>
                </a:cubicBezTo>
                <a:close/>
                <a:moveTo>
                  <a:pt x="1305819" y="1095992"/>
                </a:moveTo>
                <a:cubicBezTo>
                  <a:pt x="1314198" y="1095992"/>
                  <a:pt x="1321879" y="1103673"/>
                  <a:pt x="1321879" y="1112168"/>
                </a:cubicBezTo>
                <a:cubicBezTo>
                  <a:pt x="1321879" y="1121361"/>
                  <a:pt x="1314198" y="1128227"/>
                  <a:pt x="1305819" y="1128227"/>
                </a:cubicBezTo>
                <a:cubicBezTo>
                  <a:pt x="1296626" y="1128227"/>
                  <a:pt x="1289760" y="1121361"/>
                  <a:pt x="1289760" y="1112168"/>
                </a:cubicBezTo>
                <a:cubicBezTo>
                  <a:pt x="1289760" y="1103673"/>
                  <a:pt x="1296626" y="1095992"/>
                  <a:pt x="1305819" y="1095992"/>
                </a:cubicBezTo>
                <a:close/>
                <a:moveTo>
                  <a:pt x="1241465" y="1095992"/>
                </a:moveTo>
                <a:cubicBezTo>
                  <a:pt x="1249960" y="1095992"/>
                  <a:pt x="1256826" y="1103673"/>
                  <a:pt x="1256826" y="1112168"/>
                </a:cubicBezTo>
                <a:cubicBezTo>
                  <a:pt x="1256826" y="1121361"/>
                  <a:pt x="1249960" y="1128227"/>
                  <a:pt x="1241465" y="1128227"/>
                </a:cubicBezTo>
                <a:cubicBezTo>
                  <a:pt x="1232272" y="1128227"/>
                  <a:pt x="1225406" y="1121361"/>
                  <a:pt x="1225406" y="1112168"/>
                </a:cubicBezTo>
                <a:cubicBezTo>
                  <a:pt x="1225406" y="1103673"/>
                  <a:pt x="1232272" y="1095992"/>
                  <a:pt x="1241465" y="1095992"/>
                </a:cubicBezTo>
                <a:close/>
                <a:moveTo>
                  <a:pt x="1176412" y="1095992"/>
                </a:moveTo>
                <a:cubicBezTo>
                  <a:pt x="1185606" y="1095992"/>
                  <a:pt x="1192472" y="1103673"/>
                  <a:pt x="1192472" y="1112168"/>
                </a:cubicBezTo>
                <a:cubicBezTo>
                  <a:pt x="1192472" y="1121361"/>
                  <a:pt x="1185606" y="1128227"/>
                  <a:pt x="1176412" y="1128227"/>
                </a:cubicBezTo>
                <a:cubicBezTo>
                  <a:pt x="1167917" y="1128227"/>
                  <a:pt x="1161051" y="1121361"/>
                  <a:pt x="1161051" y="1112168"/>
                </a:cubicBezTo>
                <a:cubicBezTo>
                  <a:pt x="1161051" y="1103673"/>
                  <a:pt x="1167917" y="1095992"/>
                  <a:pt x="1176412" y="1095992"/>
                </a:cubicBezTo>
                <a:close/>
                <a:moveTo>
                  <a:pt x="1112058" y="1095992"/>
                </a:moveTo>
                <a:cubicBezTo>
                  <a:pt x="1121251" y="1095992"/>
                  <a:pt x="1128117" y="1103673"/>
                  <a:pt x="1128117" y="1112168"/>
                </a:cubicBezTo>
                <a:cubicBezTo>
                  <a:pt x="1128117" y="1121361"/>
                  <a:pt x="1121251" y="1128227"/>
                  <a:pt x="1112058" y="1128227"/>
                </a:cubicBezTo>
                <a:cubicBezTo>
                  <a:pt x="1103679" y="1128227"/>
                  <a:pt x="1095998" y="1121361"/>
                  <a:pt x="1095998" y="1112168"/>
                </a:cubicBezTo>
                <a:cubicBezTo>
                  <a:pt x="1095998" y="1103673"/>
                  <a:pt x="1103679" y="1095992"/>
                  <a:pt x="1112058" y="1095992"/>
                </a:cubicBezTo>
                <a:close/>
                <a:moveTo>
                  <a:pt x="1047704" y="1095992"/>
                </a:moveTo>
                <a:cubicBezTo>
                  <a:pt x="1056199" y="1095992"/>
                  <a:pt x="1063763" y="1103673"/>
                  <a:pt x="1063763" y="1112168"/>
                </a:cubicBezTo>
                <a:cubicBezTo>
                  <a:pt x="1063763" y="1121361"/>
                  <a:pt x="1056199" y="1128227"/>
                  <a:pt x="1047704" y="1128227"/>
                </a:cubicBezTo>
                <a:cubicBezTo>
                  <a:pt x="1038510" y="1128227"/>
                  <a:pt x="1031644" y="1121361"/>
                  <a:pt x="1031644" y="1112168"/>
                </a:cubicBezTo>
                <a:cubicBezTo>
                  <a:pt x="1031644" y="1103673"/>
                  <a:pt x="1038510" y="1095992"/>
                  <a:pt x="1047704" y="1095992"/>
                </a:cubicBezTo>
                <a:close/>
                <a:moveTo>
                  <a:pt x="983349" y="1095992"/>
                </a:moveTo>
                <a:cubicBezTo>
                  <a:pt x="991844" y="1095992"/>
                  <a:pt x="999408" y="1103673"/>
                  <a:pt x="999408" y="1112168"/>
                </a:cubicBezTo>
                <a:cubicBezTo>
                  <a:pt x="999408" y="1121361"/>
                  <a:pt x="991844" y="1128227"/>
                  <a:pt x="983349" y="1128227"/>
                </a:cubicBezTo>
                <a:cubicBezTo>
                  <a:pt x="974156" y="1128227"/>
                  <a:pt x="967290" y="1121361"/>
                  <a:pt x="967290" y="1112168"/>
                </a:cubicBezTo>
                <a:cubicBezTo>
                  <a:pt x="967290" y="1103673"/>
                  <a:pt x="974156" y="1095992"/>
                  <a:pt x="983349" y="1095992"/>
                </a:cubicBezTo>
                <a:close/>
                <a:moveTo>
                  <a:pt x="918995" y="1095992"/>
                </a:moveTo>
                <a:cubicBezTo>
                  <a:pt x="927490" y="1095992"/>
                  <a:pt x="934356" y="1103673"/>
                  <a:pt x="934356" y="1112168"/>
                </a:cubicBezTo>
                <a:cubicBezTo>
                  <a:pt x="934356" y="1121361"/>
                  <a:pt x="927490" y="1128227"/>
                  <a:pt x="918995" y="1128227"/>
                </a:cubicBezTo>
                <a:cubicBezTo>
                  <a:pt x="909802" y="1128227"/>
                  <a:pt x="902936" y="1121361"/>
                  <a:pt x="902936" y="1112168"/>
                </a:cubicBezTo>
                <a:cubicBezTo>
                  <a:pt x="902936" y="1103673"/>
                  <a:pt x="909802" y="1095992"/>
                  <a:pt x="918995" y="1095992"/>
                </a:cubicBezTo>
                <a:close/>
                <a:moveTo>
                  <a:pt x="853944" y="1095992"/>
                </a:moveTo>
                <a:cubicBezTo>
                  <a:pt x="863137" y="1095992"/>
                  <a:pt x="870003" y="1103673"/>
                  <a:pt x="870003" y="1112168"/>
                </a:cubicBezTo>
                <a:cubicBezTo>
                  <a:pt x="870003" y="1121361"/>
                  <a:pt x="863137" y="1128227"/>
                  <a:pt x="853944" y="1128227"/>
                </a:cubicBezTo>
                <a:cubicBezTo>
                  <a:pt x="845565" y="1128227"/>
                  <a:pt x="837884" y="1121361"/>
                  <a:pt x="837884" y="1112168"/>
                </a:cubicBezTo>
                <a:cubicBezTo>
                  <a:pt x="837884" y="1103673"/>
                  <a:pt x="845565" y="1095992"/>
                  <a:pt x="853944" y="1095992"/>
                </a:cubicBezTo>
                <a:close/>
                <a:moveTo>
                  <a:pt x="789590" y="1095992"/>
                </a:moveTo>
                <a:cubicBezTo>
                  <a:pt x="798783" y="1095992"/>
                  <a:pt x="805649" y="1103673"/>
                  <a:pt x="805649" y="1112168"/>
                </a:cubicBezTo>
                <a:cubicBezTo>
                  <a:pt x="805649" y="1121361"/>
                  <a:pt x="798783" y="1128227"/>
                  <a:pt x="789590" y="1128227"/>
                </a:cubicBezTo>
                <a:cubicBezTo>
                  <a:pt x="781211" y="1128227"/>
                  <a:pt x="773530" y="1121361"/>
                  <a:pt x="773530" y="1112168"/>
                </a:cubicBezTo>
                <a:cubicBezTo>
                  <a:pt x="773530" y="1103673"/>
                  <a:pt x="781211" y="1095992"/>
                  <a:pt x="789590" y="1095992"/>
                </a:cubicBezTo>
                <a:close/>
                <a:moveTo>
                  <a:pt x="725235" y="1095992"/>
                </a:moveTo>
                <a:cubicBezTo>
                  <a:pt x="733730" y="1095992"/>
                  <a:pt x="741411" y="1103673"/>
                  <a:pt x="741411" y="1112168"/>
                </a:cubicBezTo>
                <a:cubicBezTo>
                  <a:pt x="741411" y="1121361"/>
                  <a:pt x="733730" y="1128227"/>
                  <a:pt x="725235" y="1128227"/>
                </a:cubicBezTo>
                <a:cubicBezTo>
                  <a:pt x="716042" y="1128227"/>
                  <a:pt x="709176" y="1121361"/>
                  <a:pt x="709176" y="1112168"/>
                </a:cubicBezTo>
                <a:cubicBezTo>
                  <a:pt x="709176" y="1103673"/>
                  <a:pt x="716042" y="1095992"/>
                  <a:pt x="725235" y="1095992"/>
                </a:cubicBezTo>
                <a:close/>
                <a:moveTo>
                  <a:pt x="660998" y="1095992"/>
                </a:moveTo>
                <a:cubicBezTo>
                  <a:pt x="669376" y="1095992"/>
                  <a:pt x="676242" y="1103673"/>
                  <a:pt x="676242" y="1112168"/>
                </a:cubicBezTo>
                <a:cubicBezTo>
                  <a:pt x="676242" y="1121361"/>
                  <a:pt x="669376" y="1128227"/>
                  <a:pt x="660998" y="1128227"/>
                </a:cubicBezTo>
                <a:cubicBezTo>
                  <a:pt x="651804" y="1128227"/>
                  <a:pt x="644822" y="1121361"/>
                  <a:pt x="644822" y="1112168"/>
                </a:cubicBezTo>
                <a:cubicBezTo>
                  <a:pt x="644822" y="1103673"/>
                  <a:pt x="651804" y="1095992"/>
                  <a:pt x="660998" y="1095992"/>
                </a:cubicBezTo>
                <a:close/>
                <a:moveTo>
                  <a:pt x="595829" y="1095992"/>
                </a:moveTo>
                <a:cubicBezTo>
                  <a:pt x="605022" y="1095992"/>
                  <a:pt x="611888" y="1103673"/>
                  <a:pt x="611888" y="1112168"/>
                </a:cubicBezTo>
                <a:cubicBezTo>
                  <a:pt x="611888" y="1121361"/>
                  <a:pt x="605022" y="1128227"/>
                  <a:pt x="595829" y="1128227"/>
                </a:cubicBezTo>
                <a:cubicBezTo>
                  <a:pt x="587450" y="1128227"/>
                  <a:pt x="580468" y="1121361"/>
                  <a:pt x="580468" y="1112168"/>
                </a:cubicBezTo>
                <a:cubicBezTo>
                  <a:pt x="580468" y="1103673"/>
                  <a:pt x="587450" y="1095992"/>
                  <a:pt x="595829" y="1095992"/>
                </a:cubicBezTo>
                <a:close/>
                <a:moveTo>
                  <a:pt x="531474" y="1095992"/>
                </a:moveTo>
                <a:cubicBezTo>
                  <a:pt x="540667" y="1095992"/>
                  <a:pt x="547533" y="1103673"/>
                  <a:pt x="547533" y="1112168"/>
                </a:cubicBezTo>
                <a:cubicBezTo>
                  <a:pt x="547533" y="1121361"/>
                  <a:pt x="540667" y="1128227"/>
                  <a:pt x="531474" y="1128227"/>
                </a:cubicBezTo>
                <a:cubicBezTo>
                  <a:pt x="523095" y="1128227"/>
                  <a:pt x="515415" y="1121361"/>
                  <a:pt x="515415" y="1112168"/>
                </a:cubicBezTo>
                <a:cubicBezTo>
                  <a:pt x="515415" y="1103673"/>
                  <a:pt x="523095" y="1095992"/>
                  <a:pt x="531474" y="1095992"/>
                </a:cubicBezTo>
                <a:close/>
                <a:moveTo>
                  <a:pt x="467120" y="1095992"/>
                </a:moveTo>
                <a:cubicBezTo>
                  <a:pt x="475615" y="1095992"/>
                  <a:pt x="483296" y="1103673"/>
                  <a:pt x="483296" y="1112168"/>
                </a:cubicBezTo>
                <a:cubicBezTo>
                  <a:pt x="483296" y="1121361"/>
                  <a:pt x="475615" y="1128227"/>
                  <a:pt x="467120" y="1128227"/>
                </a:cubicBezTo>
                <a:cubicBezTo>
                  <a:pt x="457927" y="1128227"/>
                  <a:pt x="451061" y="1121361"/>
                  <a:pt x="451061" y="1112168"/>
                </a:cubicBezTo>
                <a:cubicBezTo>
                  <a:pt x="451061" y="1103673"/>
                  <a:pt x="457927" y="1095992"/>
                  <a:pt x="467120" y="1095992"/>
                </a:cubicBezTo>
                <a:close/>
                <a:moveTo>
                  <a:pt x="402882" y="1095992"/>
                </a:moveTo>
                <a:cubicBezTo>
                  <a:pt x="411261" y="1095992"/>
                  <a:pt x="418942" y="1103673"/>
                  <a:pt x="418942" y="1112168"/>
                </a:cubicBezTo>
                <a:cubicBezTo>
                  <a:pt x="418942" y="1121361"/>
                  <a:pt x="411261" y="1128227"/>
                  <a:pt x="402882" y="1128227"/>
                </a:cubicBezTo>
                <a:cubicBezTo>
                  <a:pt x="393689" y="1128227"/>
                  <a:pt x="386707" y="1121361"/>
                  <a:pt x="386707" y="1112168"/>
                </a:cubicBezTo>
                <a:cubicBezTo>
                  <a:pt x="386707" y="1103673"/>
                  <a:pt x="393689" y="1095992"/>
                  <a:pt x="402882" y="1095992"/>
                </a:cubicBezTo>
                <a:close/>
                <a:moveTo>
                  <a:pt x="338529" y="1095992"/>
                </a:moveTo>
                <a:cubicBezTo>
                  <a:pt x="346907" y="1095992"/>
                  <a:pt x="353773" y="1103673"/>
                  <a:pt x="353773" y="1112168"/>
                </a:cubicBezTo>
                <a:cubicBezTo>
                  <a:pt x="353773" y="1121361"/>
                  <a:pt x="346907" y="1128227"/>
                  <a:pt x="338529" y="1128227"/>
                </a:cubicBezTo>
                <a:cubicBezTo>
                  <a:pt x="329335" y="1128227"/>
                  <a:pt x="322469" y="1121361"/>
                  <a:pt x="322469" y="1112168"/>
                </a:cubicBezTo>
                <a:cubicBezTo>
                  <a:pt x="322469" y="1103673"/>
                  <a:pt x="329335" y="1095992"/>
                  <a:pt x="338529" y="1095992"/>
                </a:cubicBezTo>
                <a:close/>
                <a:moveTo>
                  <a:pt x="273360" y="1095992"/>
                </a:moveTo>
                <a:cubicBezTo>
                  <a:pt x="282553" y="1095992"/>
                  <a:pt x="289536" y="1103673"/>
                  <a:pt x="289536" y="1112168"/>
                </a:cubicBezTo>
                <a:cubicBezTo>
                  <a:pt x="289536" y="1121361"/>
                  <a:pt x="282553" y="1128227"/>
                  <a:pt x="273360" y="1128227"/>
                </a:cubicBezTo>
                <a:cubicBezTo>
                  <a:pt x="264981" y="1128227"/>
                  <a:pt x="257301" y="1121361"/>
                  <a:pt x="257301" y="1112168"/>
                </a:cubicBezTo>
                <a:cubicBezTo>
                  <a:pt x="257301" y="1103673"/>
                  <a:pt x="264981" y="1095992"/>
                  <a:pt x="273360" y="1095992"/>
                </a:cubicBezTo>
                <a:close/>
                <a:moveTo>
                  <a:pt x="209122" y="1095992"/>
                </a:moveTo>
                <a:cubicBezTo>
                  <a:pt x="217501" y="1095992"/>
                  <a:pt x="225182" y="1103673"/>
                  <a:pt x="225182" y="1112168"/>
                </a:cubicBezTo>
                <a:cubicBezTo>
                  <a:pt x="225182" y="1121361"/>
                  <a:pt x="217501" y="1128227"/>
                  <a:pt x="209122" y="1128227"/>
                </a:cubicBezTo>
                <a:cubicBezTo>
                  <a:pt x="200627" y="1128227"/>
                  <a:pt x="192947" y="1121361"/>
                  <a:pt x="192947" y="1112168"/>
                </a:cubicBezTo>
                <a:cubicBezTo>
                  <a:pt x="192947" y="1103673"/>
                  <a:pt x="200627" y="1095992"/>
                  <a:pt x="209122" y="1095992"/>
                </a:cubicBezTo>
                <a:close/>
                <a:moveTo>
                  <a:pt x="144767" y="1095992"/>
                </a:moveTo>
                <a:cubicBezTo>
                  <a:pt x="153146" y="1095992"/>
                  <a:pt x="160827" y="1103673"/>
                  <a:pt x="160827" y="1112168"/>
                </a:cubicBezTo>
                <a:cubicBezTo>
                  <a:pt x="160827" y="1121361"/>
                  <a:pt x="153146" y="1128227"/>
                  <a:pt x="144767" y="1128227"/>
                </a:cubicBezTo>
                <a:cubicBezTo>
                  <a:pt x="135574" y="1128227"/>
                  <a:pt x="128592" y="1121361"/>
                  <a:pt x="128592" y="1112168"/>
                </a:cubicBezTo>
                <a:cubicBezTo>
                  <a:pt x="128592" y="1103673"/>
                  <a:pt x="135574" y="1095992"/>
                  <a:pt x="144767" y="1095992"/>
                </a:cubicBezTo>
                <a:close/>
                <a:moveTo>
                  <a:pt x="80414" y="1095992"/>
                </a:moveTo>
                <a:cubicBezTo>
                  <a:pt x="88792" y="1095992"/>
                  <a:pt x="95658" y="1103673"/>
                  <a:pt x="95658" y="1112168"/>
                </a:cubicBezTo>
                <a:cubicBezTo>
                  <a:pt x="95658" y="1121361"/>
                  <a:pt x="88792" y="1128227"/>
                  <a:pt x="80414" y="1128227"/>
                </a:cubicBezTo>
                <a:cubicBezTo>
                  <a:pt x="71220" y="1128227"/>
                  <a:pt x="64354" y="1121361"/>
                  <a:pt x="64354" y="1112168"/>
                </a:cubicBezTo>
                <a:cubicBezTo>
                  <a:pt x="64354" y="1103673"/>
                  <a:pt x="71220" y="1095992"/>
                  <a:pt x="80414" y="1095992"/>
                </a:cubicBezTo>
                <a:close/>
                <a:moveTo>
                  <a:pt x="15245" y="1095992"/>
                </a:moveTo>
                <a:cubicBezTo>
                  <a:pt x="24438" y="1095992"/>
                  <a:pt x="31421" y="1103673"/>
                  <a:pt x="31421" y="1112168"/>
                </a:cubicBezTo>
                <a:cubicBezTo>
                  <a:pt x="31421" y="1121361"/>
                  <a:pt x="24438" y="1128227"/>
                  <a:pt x="15245" y="1128227"/>
                </a:cubicBezTo>
                <a:cubicBezTo>
                  <a:pt x="6866" y="1128227"/>
                  <a:pt x="0" y="1121361"/>
                  <a:pt x="0" y="1112168"/>
                </a:cubicBezTo>
                <a:cubicBezTo>
                  <a:pt x="0" y="1103673"/>
                  <a:pt x="6866" y="1095992"/>
                  <a:pt x="15245" y="1095992"/>
                </a:cubicBezTo>
                <a:close/>
                <a:moveTo>
                  <a:pt x="3692390" y="1031756"/>
                </a:moveTo>
                <a:cubicBezTo>
                  <a:pt x="3701583" y="1031756"/>
                  <a:pt x="3708449" y="1039319"/>
                  <a:pt x="3708449" y="1047815"/>
                </a:cubicBezTo>
                <a:cubicBezTo>
                  <a:pt x="3708449" y="1057009"/>
                  <a:pt x="3701583" y="1063874"/>
                  <a:pt x="3692390" y="1063874"/>
                </a:cubicBezTo>
                <a:cubicBezTo>
                  <a:pt x="3683895" y="1063874"/>
                  <a:pt x="3676214" y="1057009"/>
                  <a:pt x="3676214" y="1047815"/>
                </a:cubicBezTo>
                <a:cubicBezTo>
                  <a:pt x="3676214" y="1039319"/>
                  <a:pt x="3683895" y="1031756"/>
                  <a:pt x="3692390" y="1031756"/>
                </a:cubicBezTo>
                <a:close/>
                <a:moveTo>
                  <a:pt x="3628036" y="1031756"/>
                </a:moveTo>
                <a:cubicBezTo>
                  <a:pt x="3636414" y="1031756"/>
                  <a:pt x="3644095" y="1038621"/>
                  <a:pt x="3644095" y="1047815"/>
                </a:cubicBezTo>
                <a:cubicBezTo>
                  <a:pt x="3644095" y="1057009"/>
                  <a:pt x="3636414" y="1063874"/>
                  <a:pt x="3628036" y="1063874"/>
                </a:cubicBezTo>
                <a:cubicBezTo>
                  <a:pt x="3618842" y="1063874"/>
                  <a:pt x="3611976" y="1057009"/>
                  <a:pt x="3611976" y="1047815"/>
                </a:cubicBezTo>
                <a:cubicBezTo>
                  <a:pt x="3611976" y="1038621"/>
                  <a:pt x="3618842" y="1031756"/>
                  <a:pt x="3628036" y="1031756"/>
                </a:cubicBezTo>
                <a:close/>
                <a:moveTo>
                  <a:pt x="3563682" y="1031756"/>
                </a:moveTo>
                <a:cubicBezTo>
                  <a:pt x="3572061" y="1031756"/>
                  <a:pt x="3579742" y="1039319"/>
                  <a:pt x="3579742" y="1047815"/>
                </a:cubicBezTo>
                <a:cubicBezTo>
                  <a:pt x="3579742" y="1057009"/>
                  <a:pt x="3572061" y="1063874"/>
                  <a:pt x="3563682" y="1063874"/>
                </a:cubicBezTo>
                <a:cubicBezTo>
                  <a:pt x="3554488" y="1063874"/>
                  <a:pt x="3547622" y="1057009"/>
                  <a:pt x="3547622" y="1047815"/>
                </a:cubicBezTo>
                <a:cubicBezTo>
                  <a:pt x="3547622" y="1039319"/>
                  <a:pt x="3554488" y="1031756"/>
                  <a:pt x="3563682" y="1031756"/>
                </a:cubicBezTo>
                <a:close/>
                <a:moveTo>
                  <a:pt x="3498629" y="1031756"/>
                </a:moveTo>
                <a:cubicBezTo>
                  <a:pt x="3507706" y="1031756"/>
                  <a:pt x="3514688" y="1039319"/>
                  <a:pt x="3514688" y="1047815"/>
                </a:cubicBezTo>
                <a:cubicBezTo>
                  <a:pt x="3514688" y="1057009"/>
                  <a:pt x="3507706" y="1063874"/>
                  <a:pt x="3498629" y="1063874"/>
                </a:cubicBezTo>
                <a:cubicBezTo>
                  <a:pt x="3490133" y="1063874"/>
                  <a:pt x="3483267" y="1057009"/>
                  <a:pt x="3483267" y="1047815"/>
                </a:cubicBezTo>
                <a:cubicBezTo>
                  <a:pt x="3483267" y="1039319"/>
                  <a:pt x="3490133" y="1031756"/>
                  <a:pt x="3498629" y="1031756"/>
                </a:cubicBezTo>
                <a:close/>
                <a:moveTo>
                  <a:pt x="3434275" y="1031756"/>
                </a:moveTo>
                <a:cubicBezTo>
                  <a:pt x="3443468" y="1031756"/>
                  <a:pt x="3450334" y="1038621"/>
                  <a:pt x="3450334" y="1047815"/>
                </a:cubicBezTo>
                <a:cubicBezTo>
                  <a:pt x="3450334" y="1057009"/>
                  <a:pt x="3443468" y="1063874"/>
                  <a:pt x="3434275" y="1063874"/>
                </a:cubicBezTo>
                <a:cubicBezTo>
                  <a:pt x="3425780" y="1063874"/>
                  <a:pt x="3418099" y="1057009"/>
                  <a:pt x="3418099" y="1047815"/>
                </a:cubicBezTo>
                <a:cubicBezTo>
                  <a:pt x="3418099" y="1038621"/>
                  <a:pt x="3425780" y="1031756"/>
                  <a:pt x="3434275" y="1031756"/>
                </a:cubicBezTo>
                <a:close/>
                <a:moveTo>
                  <a:pt x="3369921" y="1031756"/>
                </a:moveTo>
                <a:cubicBezTo>
                  <a:pt x="3379115" y="1031756"/>
                  <a:pt x="3385981" y="1039319"/>
                  <a:pt x="3385981" y="1047815"/>
                </a:cubicBezTo>
                <a:cubicBezTo>
                  <a:pt x="3385981" y="1057009"/>
                  <a:pt x="3379115" y="1063874"/>
                  <a:pt x="3369921" y="1063874"/>
                </a:cubicBezTo>
                <a:cubicBezTo>
                  <a:pt x="3361426" y="1063874"/>
                  <a:pt x="3353862" y="1057009"/>
                  <a:pt x="3353862" y="1047815"/>
                </a:cubicBezTo>
                <a:cubicBezTo>
                  <a:pt x="3353862" y="1039319"/>
                  <a:pt x="3361426" y="1031756"/>
                  <a:pt x="3369921" y="1031756"/>
                </a:cubicBezTo>
                <a:close/>
                <a:moveTo>
                  <a:pt x="3305567" y="1031756"/>
                </a:moveTo>
                <a:cubicBezTo>
                  <a:pt x="3313946" y="1031756"/>
                  <a:pt x="3321627" y="1039319"/>
                  <a:pt x="3321627" y="1047815"/>
                </a:cubicBezTo>
                <a:cubicBezTo>
                  <a:pt x="3321627" y="1057009"/>
                  <a:pt x="3313946" y="1063874"/>
                  <a:pt x="3305567" y="1063874"/>
                </a:cubicBezTo>
                <a:cubicBezTo>
                  <a:pt x="3296374" y="1063874"/>
                  <a:pt x="3289508" y="1057009"/>
                  <a:pt x="3289508" y="1047815"/>
                </a:cubicBezTo>
                <a:cubicBezTo>
                  <a:pt x="3289508" y="1039319"/>
                  <a:pt x="3296374" y="1031756"/>
                  <a:pt x="3305567" y="1031756"/>
                </a:cubicBezTo>
                <a:close/>
                <a:moveTo>
                  <a:pt x="3241213" y="1031756"/>
                </a:moveTo>
                <a:cubicBezTo>
                  <a:pt x="3249708" y="1031756"/>
                  <a:pt x="3256574" y="1039319"/>
                  <a:pt x="3256574" y="1047815"/>
                </a:cubicBezTo>
                <a:cubicBezTo>
                  <a:pt x="3256574" y="1057009"/>
                  <a:pt x="3249708" y="1063874"/>
                  <a:pt x="3241213" y="1063874"/>
                </a:cubicBezTo>
                <a:cubicBezTo>
                  <a:pt x="3232020" y="1063874"/>
                  <a:pt x="3225154" y="1057009"/>
                  <a:pt x="3225154" y="1047815"/>
                </a:cubicBezTo>
                <a:cubicBezTo>
                  <a:pt x="3225154" y="1039319"/>
                  <a:pt x="3232020" y="1031756"/>
                  <a:pt x="3241213" y="1031756"/>
                </a:cubicBezTo>
                <a:close/>
                <a:moveTo>
                  <a:pt x="3176161" y="1031756"/>
                </a:moveTo>
                <a:cubicBezTo>
                  <a:pt x="3185354" y="1031756"/>
                  <a:pt x="3192220" y="1039319"/>
                  <a:pt x="3192220" y="1047815"/>
                </a:cubicBezTo>
                <a:cubicBezTo>
                  <a:pt x="3192220" y="1057009"/>
                  <a:pt x="3185354" y="1063874"/>
                  <a:pt x="3176161" y="1063874"/>
                </a:cubicBezTo>
                <a:cubicBezTo>
                  <a:pt x="3167666" y="1063874"/>
                  <a:pt x="3160102" y="1057009"/>
                  <a:pt x="3160102" y="1047815"/>
                </a:cubicBezTo>
                <a:cubicBezTo>
                  <a:pt x="3160102" y="1039319"/>
                  <a:pt x="3167666" y="1031756"/>
                  <a:pt x="3176161" y="1031756"/>
                </a:cubicBezTo>
                <a:close/>
                <a:moveTo>
                  <a:pt x="3111806" y="1031756"/>
                </a:moveTo>
                <a:cubicBezTo>
                  <a:pt x="3121000" y="1031756"/>
                  <a:pt x="3127866" y="1039319"/>
                  <a:pt x="3127866" y="1047815"/>
                </a:cubicBezTo>
                <a:cubicBezTo>
                  <a:pt x="3127866" y="1057009"/>
                  <a:pt x="3121000" y="1063874"/>
                  <a:pt x="3111806" y="1063874"/>
                </a:cubicBezTo>
                <a:cubicBezTo>
                  <a:pt x="3103427" y="1063874"/>
                  <a:pt x="3095747" y="1057009"/>
                  <a:pt x="3095747" y="1047815"/>
                </a:cubicBezTo>
                <a:cubicBezTo>
                  <a:pt x="3095747" y="1039319"/>
                  <a:pt x="3103427" y="1031756"/>
                  <a:pt x="3111806" y="1031756"/>
                </a:cubicBezTo>
                <a:close/>
                <a:moveTo>
                  <a:pt x="3047452" y="1031756"/>
                </a:moveTo>
                <a:cubicBezTo>
                  <a:pt x="3055831" y="1031756"/>
                  <a:pt x="3063512" y="1039319"/>
                  <a:pt x="3063512" y="1047815"/>
                </a:cubicBezTo>
                <a:cubicBezTo>
                  <a:pt x="3063512" y="1057009"/>
                  <a:pt x="3055831" y="1063874"/>
                  <a:pt x="3047452" y="1063874"/>
                </a:cubicBezTo>
                <a:cubicBezTo>
                  <a:pt x="3038259" y="1063874"/>
                  <a:pt x="3031393" y="1057009"/>
                  <a:pt x="3031393" y="1047815"/>
                </a:cubicBezTo>
                <a:cubicBezTo>
                  <a:pt x="3031393" y="1039319"/>
                  <a:pt x="3038259" y="1031756"/>
                  <a:pt x="3047452" y="1031756"/>
                </a:cubicBezTo>
                <a:close/>
                <a:moveTo>
                  <a:pt x="2983099" y="1031756"/>
                </a:moveTo>
                <a:cubicBezTo>
                  <a:pt x="2991594" y="1031756"/>
                  <a:pt x="2999158" y="1039319"/>
                  <a:pt x="2999158" y="1047815"/>
                </a:cubicBezTo>
                <a:cubicBezTo>
                  <a:pt x="2999158" y="1057009"/>
                  <a:pt x="2991594" y="1063874"/>
                  <a:pt x="2983099" y="1063874"/>
                </a:cubicBezTo>
                <a:cubicBezTo>
                  <a:pt x="2973905" y="1063874"/>
                  <a:pt x="2967039" y="1057009"/>
                  <a:pt x="2967039" y="1047815"/>
                </a:cubicBezTo>
                <a:cubicBezTo>
                  <a:pt x="2967039" y="1039319"/>
                  <a:pt x="2973905" y="1031756"/>
                  <a:pt x="2983099" y="1031756"/>
                </a:cubicBezTo>
                <a:close/>
                <a:moveTo>
                  <a:pt x="2918046" y="1031756"/>
                </a:moveTo>
                <a:cubicBezTo>
                  <a:pt x="2927240" y="1031756"/>
                  <a:pt x="2934106" y="1039319"/>
                  <a:pt x="2934106" y="1047815"/>
                </a:cubicBezTo>
                <a:cubicBezTo>
                  <a:pt x="2934106" y="1057009"/>
                  <a:pt x="2927240" y="1063874"/>
                  <a:pt x="2918046" y="1063874"/>
                </a:cubicBezTo>
                <a:cubicBezTo>
                  <a:pt x="2909551" y="1063874"/>
                  <a:pt x="2902685" y="1057009"/>
                  <a:pt x="2902685" y="1047815"/>
                </a:cubicBezTo>
                <a:cubicBezTo>
                  <a:pt x="2902685" y="1039319"/>
                  <a:pt x="2909551" y="1031756"/>
                  <a:pt x="2918046" y="1031756"/>
                </a:cubicBezTo>
                <a:close/>
                <a:moveTo>
                  <a:pt x="2853692" y="1031756"/>
                </a:moveTo>
                <a:cubicBezTo>
                  <a:pt x="2862886" y="1031756"/>
                  <a:pt x="2869752" y="1038621"/>
                  <a:pt x="2869752" y="1047815"/>
                </a:cubicBezTo>
                <a:cubicBezTo>
                  <a:pt x="2869752" y="1057009"/>
                  <a:pt x="2862886" y="1063874"/>
                  <a:pt x="2853692" y="1063874"/>
                </a:cubicBezTo>
                <a:cubicBezTo>
                  <a:pt x="2845313" y="1063874"/>
                  <a:pt x="2837633" y="1057009"/>
                  <a:pt x="2837633" y="1047815"/>
                </a:cubicBezTo>
                <a:cubicBezTo>
                  <a:pt x="2837633" y="1038621"/>
                  <a:pt x="2845313" y="1031756"/>
                  <a:pt x="2853692" y="1031756"/>
                </a:cubicBezTo>
                <a:close/>
                <a:moveTo>
                  <a:pt x="2789338" y="1031756"/>
                </a:moveTo>
                <a:cubicBezTo>
                  <a:pt x="2798532" y="1031756"/>
                  <a:pt x="2805398" y="1039319"/>
                  <a:pt x="2805398" y="1047815"/>
                </a:cubicBezTo>
                <a:cubicBezTo>
                  <a:pt x="2805398" y="1057009"/>
                  <a:pt x="2798532" y="1063874"/>
                  <a:pt x="2789338" y="1063874"/>
                </a:cubicBezTo>
                <a:cubicBezTo>
                  <a:pt x="2780959" y="1063874"/>
                  <a:pt x="2773279" y="1057009"/>
                  <a:pt x="2773279" y="1047815"/>
                </a:cubicBezTo>
                <a:cubicBezTo>
                  <a:pt x="2773279" y="1039319"/>
                  <a:pt x="2780959" y="1031756"/>
                  <a:pt x="2789338" y="1031756"/>
                </a:cubicBezTo>
                <a:close/>
                <a:moveTo>
                  <a:pt x="2724984" y="1031756"/>
                </a:moveTo>
                <a:cubicBezTo>
                  <a:pt x="2733479" y="1031756"/>
                  <a:pt x="2741159" y="1038621"/>
                  <a:pt x="2741159" y="1047815"/>
                </a:cubicBezTo>
                <a:cubicBezTo>
                  <a:pt x="2741159" y="1057009"/>
                  <a:pt x="2733479" y="1063874"/>
                  <a:pt x="2724984" y="1063874"/>
                </a:cubicBezTo>
                <a:cubicBezTo>
                  <a:pt x="2715790" y="1063874"/>
                  <a:pt x="2708924" y="1056194"/>
                  <a:pt x="2708924" y="1047815"/>
                </a:cubicBezTo>
                <a:cubicBezTo>
                  <a:pt x="2708924" y="1038621"/>
                  <a:pt x="2715790" y="1031756"/>
                  <a:pt x="2724984" y="1031756"/>
                </a:cubicBezTo>
                <a:close/>
                <a:moveTo>
                  <a:pt x="2659931" y="1031756"/>
                </a:moveTo>
                <a:cubicBezTo>
                  <a:pt x="2669125" y="1031756"/>
                  <a:pt x="2675991" y="1038621"/>
                  <a:pt x="2675991" y="1047815"/>
                </a:cubicBezTo>
                <a:cubicBezTo>
                  <a:pt x="2675991" y="1057009"/>
                  <a:pt x="2669125" y="1063874"/>
                  <a:pt x="2659931" y="1063874"/>
                </a:cubicBezTo>
                <a:cubicBezTo>
                  <a:pt x="2651553" y="1063874"/>
                  <a:pt x="2644570" y="1057009"/>
                  <a:pt x="2644570" y="1047815"/>
                </a:cubicBezTo>
                <a:cubicBezTo>
                  <a:pt x="2644570" y="1038621"/>
                  <a:pt x="2651553" y="1031756"/>
                  <a:pt x="2659931" y="1031756"/>
                </a:cubicBezTo>
                <a:close/>
                <a:moveTo>
                  <a:pt x="2595577" y="1031756"/>
                </a:moveTo>
                <a:cubicBezTo>
                  <a:pt x="2604771" y="1031756"/>
                  <a:pt x="2611637" y="1039319"/>
                  <a:pt x="2611637" y="1047815"/>
                </a:cubicBezTo>
                <a:cubicBezTo>
                  <a:pt x="2611637" y="1057009"/>
                  <a:pt x="2604771" y="1063874"/>
                  <a:pt x="2595577" y="1063874"/>
                </a:cubicBezTo>
                <a:cubicBezTo>
                  <a:pt x="2587198" y="1063874"/>
                  <a:pt x="2579518" y="1057009"/>
                  <a:pt x="2579518" y="1047815"/>
                </a:cubicBezTo>
                <a:cubicBezTo>
                  <a:pt x="2579518" y="1039319"/>
                  <a:pt x="2587198" y="1031756"/>
                  <a:pt x="2595577" y="1031756"/>
                </a:cubicBezTo>
                <a:close/>
                <a:moveTo>
                  <a:pt x="2531224" y="1031756"/>
                </a:moveTo>
                <a:cubicBezTo>
                  <a:pt x="2539719" y="1031756"/>
                  <a:pt x="2547283" y="1039319"/>
                  <a:pt x="2547283" y="1047815"/>
                </a:cubicBezTo>
                <a:cubicBezTo>
                  <a:pt x="2547283" y="1057009"/>
                  <a:pt x="2539719" y="1063874"/>
                  <a:pt x="2531224" y="1063874"/>
                </a:cubicBezTo>
                <a:cubicBezTo>
                  <a:pt x="2522845" y="1063874"/>
                  <a:pt x="2515164" y="1057009"/>
                  <a:pt x="2515164" y="1047815"/>
                </a:cubicBezTo>
                <a:cubicBezTo>
                  <a:pt x="2515164" y="1039319"/>
                  <a:pt x="2522845" y="1031756"/>
                  <a:pt x="2531224" y="1031756"/>
                </a:cubicBezTo>
                <a:close/>
                <a:moveTo>
                  <a:pt x="2466869" y="1031756"/>
                </a:moveTo>
                <a:cubicBezTo>
                  <a:pt x="2475364" y="1031756"/>
                  <a:pt x="2483044" y="1039319"/>
                  <a:pt x="2483044" y="1047815"/>
                </a:cubicBezTo>
                <a:cubicBezTo>
                  <a:pt x="2483044" y="1057009"/>
                  <a:pt x="2475364" y="1063874"/>
                  <a:pt x="2466869" y="1063874"/>
                </a:cubicBezTo>
                <a:cubicBezTo>
                  <a:pt x="2457675" y="1063874"/>
                  <a:pt x="2450809" y="1057009"/>
                  <a:pt x="2450809" y="1047815"/>
                </a:cubicBezTo>
                <a:cubicBezTo>
                  <a:pt x="2450809" y="1039319"/>
                  <a:pt x="2457675" y="1031756"/>
                  <a:pt x="2466869" y="1031756"/>
                </a:cubicBezTo>
                <a:close/>
                <a:moveTo>
                  <a:pt x="2402631" y="1031756"/>
                </a:moveTo>
                <a:cubicBezTo>
                  <a:pt x="2411010" y="1031756"/>
                  <a:pt x="2418690" y="1039319"/>
                  <a:pt x="2418690" y="1047815"/>
                </a:cubicBezTo>
                <a:cubicBezTo>
                  <a:pt x="2418690" y="1057009"/>
                  <a:pt x="2411010" y="1063874"/>
                  <a:pt x="2402631" y="1063874"/>
                </a:cubicBezTo>
                <a:cubicBezTo>
                  <a:pt x="2393438" y="1063874"/>
                  <a:pt x="2386455" y="1057009"/>
                  <a:pt x="2386455" y="1047815"/>
                </a:cubicBezTo>
                <a:cubicBezTo>
                  <a:pt x="2386455" y="1039319"/>
                  <a:pt x="2393438" y="1031756"/>
                  <a:pt x="2402631" y="1031756"/>
                </a:cubicBezTo>
                <a:close/>
                <a:moveTo>
                  <a:pt x="2337462" y="1031756"/>
                </a:moveTo>
                <a:cubicBezTo>
                  <a:pt x="2346656" y="1031756"/>
                  <a:pt x="2353522" y="1039319"/>
                  <a:pt x="2353522" y="1047815"/>
                </a:cubicBezTo>
                <a:cubicBezTo>
                  <a:pt x="2353522" y="1057009"/>
                  <a:pt x="2346656" y="1063874"/>
                  <a:pt x="2337462" y="1063874"/>
                </a:cubicBezTo>
                <a:cubicBezTo>
                  <a:pt x="2329084" y="1063874"/>
                  <a:pt x="2322218" y="1057009"/>
                  <a:pt x="2322218" y="1047815"/>
                </a:cubicBezTo>
                <a:cubicBezTo>
                  <a:pt x="2322218" y="1039319"/>
                  <a:pt x="2329084" y="1031756"/>
                  <a:pt x="2337462" y="1031756"/>
                </a:cubicBezTo>
                <a:close/>
                <a:moveTo>
                  <a:pt x="2273109" y="1031756"/>
                </a:moveTo>
                <a:cubicBezTo>
                  <a:pt x="2282302" y="1031756"/>
                  <a:pt x="2289284" y="1039319"/>
                  <a:pt x="2289284" y="1047815"/>
                </a:cubicBezTo>
                <a:cubicBezTo>
                  <a:pt x="2289284" y="1057009"/>
                  <a:pt x="2282302" y="1063874"/>
                  <a:pt x="2273109" y="1063874"/>
                </a:cubicBezTo>
                <a:cubicBezTo>
                  <a:pt x="2264730" y="1063874"/>
                  <a:pt x="2257049" y="1057009"/>
                  <a:pt x="2257049" y="1047815"/>
                </a:cubicBezTo>
                <a:cubicBezTo>
                  <a:pt x="2257049" y="1039319"/>
                  <a:pt x="2264730" y="1031756"/>
                  <a:pt x="2273109" y="1031756"/>
                </a:cubicBezTo>
                <a:close/>
                <a:moveTo>
                  <a:pt x="2208755" y="1031756"/>
                </a:moveTo>
                <a:cubicBezTo>
                  <a:pt x="2217948" y="1031756"/>
                  <a:pt x="2224930" y="1039319"/>
                  <a:pt x="2224930" y="1047815"/>
                </a:cubicBezTo>
                <a:cubicBezTo>
                  <a:pt x="2224930" y="1057009"/>
                  <a:pt x="2217948" y="1063874"/>
                  <a:pt x="2208755" y="1063874"/>
                </a:cubicBezTo>
                <a:cubicBezTo>
                  <a:pt x="2199561" y="1063874"/>
                  <a:pt x="2192695" y="1057009"/>
                  <a:pt x="2192695" y="1047815"/>
                </a:cubicBezTo>
                <a:cubicBezTo>
                  <a:pt x="2192695" y="1039319"/>
                  <a:pt x="2200376" y="1031756"/>
                  <a:pt x="2208755" y="1031756"/>
                </a:cubicBezTo>
                <a:close/>
                <a:moveTo>
                  <a:pt x="2144517" y="1031756"/>
                </a:moveTo>
                <a:cubicBezTo>
                  <a:pt x="2152896" y="1031756"/>
                  <a:pt x="2160576" y="1039319"/>
                  <a:pt x="2160576" y="1047815"/>
                </a:cubicBezTo>
                <a:cubicBezTo>
                  <a:pt x="2160576" y="1057009"/>
                  <a:pt x="2152896" y="1063874"/>
                  <a:pt x="2144517" y="1063874"/>
                </a:cubicBezTo>
                <a:cubicBezTo>
                  <a:pt x="2135324" y="1063874"/>
                  <a:pt x="2128341" y="1057009"/>
                  <a:pt x="2128341" y="1047815"/>
                </a:cubicBezTo>
                <a:cubicBezTo>
                  <a:pt x="2128341" y="1039319"/>
                  <a:pt x="2135324" y="1031756"/>
                  <a:pt x="2144517" y="1031756"/>
                </a:cubicBezTo>
                <a:close/>
                <a:moveTo>
                  <a:pt x="2080163" y="1031756"/>
                </a:moveTo>
                <a:cubicBezTo>
                  <a:pt x="2088542" y="1031756"/>
                  <a:pt x="2095408" y="1039319"/>
                  <a:pt x="2095408" y="1047815"/>
                </a:cubicBezTo>
                <a:cubicBezTo>
                  <a:pt x="2095408" y="1057009"/>
                  <a:pt x="2088542" y="1063874"/>
                  <a:pt x="2080163" y="1063874"/>
                </a:cubicBezTo>
                <a:cubicBezTo>
                  <a:pt x="2070970" y="1063874"/>
                  <a:pt x="2064104" y="1057009"/>
                  <a:pt x="2064104" y="1047815"/>
                </a:cubicBezTo>
                <a:cubicBezTo>
                  <a:pt x="2064104" y="1039319"/>
                  <a:pt x="2070970" y="1031756"/>
                  <a:pt x="2080163" y="1031756"/>
                </a:cubicBezTo>
                <a:close/>
                <a:moveTo>
                  <a:pt x="2014994" y="1031756"/>
                </a:moveTo>
                <a:cubicBezTo>
                  <a:pt x="2024187" y="1031756"/>
                  <a:pt x="2031169" y="1039319"/>
                  <a:pt x="2031169" y="1047815"/>
                </a:cubicBezTo>
                <a:cubicBezTo>
                  <a:pt x="2031169" y="1057009"/>
                  <a:pt x="2024187" y="1063874"/>
                  <a:pt x="2014994" y="1063874"/>
                </a:cubicBezTo>
                <a:cubicBezTo>
                  <a:pt x="2006615" y="1063874"/>
                  <a:pt x="1998934" y="1057009"/>
                  <a:pt x="1998934" y="1047815"/>
                </a:cubicBezTo>
                <a:cubicBezTo>
                  <a:pt x="1998934" y="1039319"/>
                  <a:pt x="2006615" y="1031756"/>
                  <a:pt x="2014994" y="1031756"/>
                </a:cubicBezTo>
                <a:close/>
                <a:moveTo>
                  <a:pt x="1950756" y="1031756"/>
                </a:moveTo>
                <a:cubicBezTo>
                  <a:pt x="1959135" y="1031756"/>
                  <a:pt x="1966815" y="1039319"/>
                  <a:pt x="1966815" y="1047815"/>
                </a:cubicBezTo>
                <a:cubicBezTo>
                  <a:pt x="1966815" y="1057009"/>
                  <a:pt x="1959135" y="1063874"/>
                  <a:pt x="1950756" y="1063874"/>
                </a:cubicBezTo>
                <a:cubicBezTo>
                  <a:pt x="1942261" y="1063874"/>
                  <a:pt x="1934580" y="1057009"/>
                  <a:pt x="1934580" y="1047815"/>
                </a:cubicBezTo>
                <a:cubicBezTo>
                  <a:pt x="1934580" y="1039319"/>
                  <a:pt x="1942261" y="1031756"/>
                  <a:pt x="1950756" y="1031756"/>
                </a:cubicBezTo>
                <a:close/>
                <a:moveTo>
                  <a:pt x="1886402" y="1031756"/>
                </a:moveTo>
                <a:cubicBezTo>
                  <a:pt x="1894781" y="1031756"/>
                  <a:pt x="1902461" y="1039319"/>
                  <a:pt x="1902461" y="1047815"/>
                </a:cubicBezTo>
                <a:cubicBezTo>
                  <a:pt x="1902461" y="1057009"/>
                  <a:pt x="1894781" y="1063874"/>
                  <a:pt x="1886402" y="1063874"/>
                </a:cubicBezTo>
                <a:cubicBezTo>
                  <a:pt x="1877209" y="1063874"/>
                  <a:pt x="1870343" y="1057009"/>
                  <a:pt x="1870343" y="1047815"/>
                </a:cubicBezTo>
                <a:cubicBezTo>
                  <a:pt x="1870343" y="1039319"/>
                  <a:pt x="1877209" y="1031756"/>
                  <a:pt x="1886402" y="1031756"/>
                </a:cubicBezTo>
                <a:close/>
                <a:moveTo>
                  <a:pt x="1822048" y="1031756"/>
                </a:moveTo>
                <a:cubicBezTo>
                  <a:pt x="1830427" y="1031756"/>
                  <a:pt x="1838108" y="1039319"/>
                  <a:pt x="1838108" y="1047815"/>
                </a:cubicBezTo>
                <a:cubicBezTo>
                  <a:pt x="1838108" y="1057009"/>
                  <a:pt x="1830427" y="1063874"/>
                  <a:pt x="1822048" y="1063874"/>
                </a:cubicBezTo>
                <a:cubicBezTo>
                  <a:pt x="1812855" y="1063874"/>
                  <a:pt x="1805989" y="1057009"/>
                  <a:pt x="1805989" y="1047815"/>
                </a:cubicBezTo>
                <a:cubicBezTo>
                  <a:pt x="1805989" y="1039319"/>
                  <a:pt x="1812855" y="1031756"/>
                  <a:pt x="1822048" y="1031756"/>
                </a:cubicBezTo>
                <a:close/>
                <a:moveTo>
                  <a:pt x="1756879" y="1031756"/>
                </a:moveTo>
                <a:cubicBezTo>
                  <a:pt x="1766073" y="1031756"/>
                  <a:pt x="1773055" y="1039319"/>
                  <a:pt x="1773055" y="1047815"/>
                </a:cubicBezTo>
                <a:cubicBezTo>
                  <a:pt x="1773055" y="1057009"/>
                  <a:pt x="1766073" y="1063874"/>
                  <a:pt x="1756879" y="1063874"/>
                </a:cubicBezTo>
                <a:cubicBezTo>
                  <a:pt x="1748501" y="1063874"/>
                  <a:pt x="1741635" y="1057009"/>
                  <a:pt x="1741635" y="1047815"/>
                </a:cubicBezTo>
                <a:cubicBezTo>
                  <a:pt x="1741635" y="1039319"/>
                  <a:pt x="1748501" y="1031756"/>
                  <a:pt x="1756879" y="1031756"/>
                </a:cubicBezTo>
                <a:close/>
                <a:moveTo>
                  <a:pt x="1692642" y="1031756"/>
                </a:moveTo>
                <a:cubicBezTo>
                  <a:pt x="1701835" y="1031756"/>
                  <a:pt x="1708701" y="1039319"/>
                  <a:pt x="1708701" y="1047815"/>
                </a:cubicBezTo>
                <a:cubicBezTo>
                  <a:pt x="1708701" y="1057009"/>
                  <a:pt x="1701835" y="1063874"/>
                  <a:pt x="1692642" y="1063874"/>
                </a:cubicBezTo>
                <a:cubicBezTo>
                  <a:pt x="1684147" y="1063874"/>
                  <a:pt x="1676466" y="1057009"/>
                  <a:pt x="1676466" y="1047815"/>
                </a:cubicBezTo>
                <a:cubicBezTo>
                  <a:pt x="1676466" y="1039319"/>
                  <a:pt x="1684147" y="1031756"/>
                  <a:pt x="1692642" y="1031756"/>
                </a:cubicBezTo>
                <a:close/>
                <a:moveTo>
                  <a:pt x="1628287" y="1031756"/>
                </a:moveTo>
                <a:cubicBezTo>
                  <a:pt x="1636666" y="1031756"/>
                  <a:pt x="1644346" y="1039319"/>
                  <a:pt x="1644346" y="1047815"/>
                </a:cubicBezTo>
                <a:cubicBezTo>
                  <a:pt x="1644346" y="1057009"/>
                  <a:pt x="1636666" y="1063874"/>
                  <a:pt x="1628287" y="1063874"/>
                </a:cubicBezTo>
                <a:cubicBezTo>
                  <a:pt x="1619094" y="1063874"/>
                  <a:pt x="1612228" y="1057009"/>
                  <a:pt x="1612228" y="1047815"/>
                </a:cubicBezTo>
                <a:cubicBezTo>
                  <a:pt x="1612228" y="1039319"/>
                  <a:pt x="1619094" y="1031756"/>
                  <a:pt x="1628287" y="1031756"/>
                </a:cubicBezTo>
                <a:close/>
                <a:moveTo>
                  <a:pt x="1563933" y="1031756"/>
                </a:moveTo>
                <a:cubicBezTo>
                  <a:pt x="1572312" y="1031756"/>
                  <a:pt x="1579993" y="1039319"/>
                  <a:pt x="1579993" y="1047815"/>
                </a:cubicBezTo>
                <a:cubicBezTo>
                  <a:pt x="1579993" y="1057009"/>
                  <a:pt x="1572312" y="1063874"/>
                  <a:pt x="1563933" y="1063874"/>
                </a:cubicBezTo>
                <a:cubicBezTo>
                  <a:pt x="1554740" y="1063874"/>
                  <a:pt x="1547874" y="1057009"/>
                  <a:pt x="1547874" y="1047815"/>
                </a:cubicBezTo>
                <a:cubicBezTo>
                  <a:pt x="1547874" y="1039319"/>
                  <a:pt x="1554740" y="1031756"/>
                  <a:pt x="1563933" y="1031756"/>
                </a:cubicBezTo>
                <a:close/>
                <a:moveTo>
                  <a:pt x="1499579" y="1031756"/>
                </a:moveTo>
                <a:cubicBezTo>
                  <a:pt x="1508074" y="1031756"/>
                  <a:pt x="1514940" y="1039319"/>
                  <a:pt x="1514940" y="1047815"/>
                </a:cubicBezTo>
                <a:cubicBezTo>
                  <a:pt x="1514940" y="1057009"/>
                  <a:pt x="1508074" y="1063874"/>
                  <a:pt x="1499579" y="1063874"/>
                </a:cubicBezTo>
                <a:cubicBezTo>
                  <a:pt x="1490386" y="1063874"/>
                  <a:pt x="1483520" y="1057009"/>
                  <a:pt x="1483520" y="1047815"/>
                </a:cubicBezTo>
                <a:cubicBezTo>
                  <a:pt x="1483520" y="1039319"/>
                  <a:pt x="1490386" y="1031756"/>
                  <a:pt x="1499579" y="1031756"/>
                </a:cubicBezTo>
                <a:close/>
                <a:moveTo>
                  <a:pt x="1434527" y="1031756"/>
                </a:moveTo>
                <a:cubicBezTo>
                  <a:pt x="1443720" y="1031756"/>
                  <a:pt x="1450586" y="1039319"/>
                  <a:pt x="1450586" y="1047815"/>
                </a:cubicBezTo>
                <a:cubicBezTo>
                  <a:pt x="1450586" y="1057009"/>
                  <a:pt x="1443720" y="1063874"/>
                  <a:pt x="1434527" y="1063874"/>
                </a:cubicBezTo>
                <a:cubicBezTo>
                  <a:pt x="1426032" y="1063874"/>
                  <a:pt x="1418351" y="1057009"/>
                  <a:pt x="1418351" y="1047815"/>
                </a:cubicBezTo>
                <a:cubicBezTo>
                  <a:pt x="1418351" y="1039319"/>
                  <a:pt x="1426032" y="1031756"/>
                  <a:pt x="1434527" y="1031756"/>
                </a:cubicBezTo>
                <a:close/>
                <a:moveTo>
                  <a:pt x="1370173" y="1031756"/>
                </a:moveTo>
                <a:cubicBezTo>
                  <a:pt x="1379367" y="1031756"/>
                  <a:pt x="1386233" y="1039319"/>
                  <a:pt x="1386233" y="1047815"/>
                </a:cubicBezTo>
                <a:cubicBezTo>
                  <a:pt x="1386233" y="1057009"/>
                  <a:pt x="1379367" y="1063874"/>
                  <a:pt x="1370173" y="1063874"/>
                </a:cubicBezTo>
                <a:cubicBezTo>
                  <a:pt x="1361678" y="1063874"/>
                  <a:pt x="1354114" y="1057009"/>
                  <a:pt x="1354114" y="1047815"/>
                </a:cubicBezTo>
                <a:cubicBezTo>
                  <a:pt x="1354114" y="1039319"/>
                  <a:pt x="1361678" y="1031756"/>
                  <a:pt x="1370173" y="1031756"/>
                </a:cubicBezTo>
                <a:close/>
                <a:moveTo>
                  <a:pt x="1305819" y="1031756"/>
                </a:moveTo>
                <a:cubicBezTo>
                  <a:pt x="1314198" y="1031756"/>
                  <a:pt x="1321879" y="1038621"/>
                  <a:pt x="1321879" y="1047815"/>
                </a:cubicBezTo>
                <a:cubicBezTo>
                  <a:pt x="1321879" y="1057009"/>
                  <a:pt x="1314198" y="1063874"/>
                  <a:pt x="1305819" y="1063874"/>
                </a:cubicBezTo>
                <a:cubicBezTo>
                  <a:pt x="1296626" y="1063874"/>
                  <a:pt x="1289760" y="1057009"/>
                  <a:pt x="1289760" y="1047815"/>
                </a:cubicBezTo>
                <a:cubicBezTo>
                  <a:pt x="1289760" y="1038621"/>
                  <a:pt x="1296626" y="1031756"/>
                  <a:pt x="1305819" y="1031756"/>
                </a:cubicBezTo>
                <a:close/>
                <a:moveTo>
                  <a:pt x="1241465" y="1031756"/>
                </a:moveTo>
                <a:cubicBezTo>
                  <a:pt x="1249960" y="1031756"/>
                  <a:pt x="1256826" y="1038621"/>
                  <a:pt x="1256826" y="1047815"/>
                </a:cubicBezTo>
                <a:cubicBezTo>
                  <a:pt x="1256826" y="1057009"/>
                  <a:pt x="1249960" y="1063874"/>
                  <a:pt x="1241465" y="1063874"/>
                </a:cubicBezTo>
                <a:cubicBezTo>
                  <a:pt x="1232272" y="1063874"/>
                  <a:pt x="1225406" y="1057009"/>
                  <a:pt x="1225406" y="1047815"/>
                </a:cubicBezTo>
                <a:cubicBezTo>
                  <a:pt x="1225406" y="1038621"/>
                  <a:pt x="1232272" y="1031756"/>
                  <a:pt x="1241465" y="1031756"/>
                </a:cubicBezTo>
                <a:close/>
                <a:moveTo>
                  <a:pt x="1176412" y="1031756"/>
                </a:moveTo>
                <a:cubicBezTo>
                  <a:pt x="1185606" y="1031756"/>
                  <a:pt x="1192472" y="1039319"/>
                  <a:pt x="1192472" y="1047815"/>
                </a:cubicBezTo>
                <a:cubicBezTo>
                  <a:pt x="1192472" y="1057009"/>
                  <a:pt x="1185606" y="1063874"/>
                  <a:pt x="1176412" y="1063874"/>
                </a:cubicBezTo>
                <a:cubicBezTo>
                  <a:pt x="1167917" y="1063874"/>
                  <a:pt x="1161051" y="1057009"/>
                  <a:pt x="1161051" y="1047815"/>
                </a:cubicBezTo>
                <a:cubicBezTo>
                  <a:pt x="1161051" y="1039319"/>
                  <a:pt x="1167917" y="1031756"/>
                  <a:pt x="1176412" y="1031756"/>
                </a:cubicBezTo>
                <a:close/>
                <a:moveTo>
                  <a:pt x="1112058" y="1031756"/>
                </a:moveTo>
                <a:cubicBezTo>
                  <a:pt x="1121251" y="1031756"/>
                  <a:pt x="1128117" y="1039319"/>
                  <a:pt x="1128117" y="1047815"/>
                </a:cubicBezTo>
                <a:cubicBezTo>
                  <a:pt x="1128117" y="1057009"/>
                  <a:pt x="1121251" y="1063874"/>
                  <a:pt x="1112058" y="1063874"/>
                </a:cubicBezTo>
                <a:cubicBezTo>
                  <a:pt x="1103679" y="1063874"/>
                  <a:pt x="1095998" y="1057009"/>
                  <a:pt x="1095998" y="1047815"/>
                </a:cubicBezTo>
                <a:cubicBezTo>
                  <a:pt x="1095998" y="1039319"/>
                  <a:pt x="1103679" y="1031756"/>
                  <a:pt x="1112058" y="1031756"/>
                </a:cubicBezTo>
                <a:close/>
                <a:moveTo>
                  <a:pt x="1047704" y="1031756"/>
                </a:moveTo>
                <a:cubicBezTo>
                  <a:pt x="1056199" y="1031756"/>
                  <a:pt x="1063763" y="1039319"/>
                  <a:pt x="1063763" y="1047815"/>
                </a:cubicBezTo>
                <a:cubicBezTo>
                  <a:pt x="1063763" y="1057009"/>
                  <a:pt x="1056199" y="1063874"/>
                  <a:pt x="1047704" y="1063874"/>
                </a:cubicBezTo>
                <a:cubicBezTo>
                  <a:pt x="1038510" y="1063874"/>
                  <a:pt x="1031644" y="1057009"/>
                  <a:pt x="1031644" y="1047815"/>
                </a:cubicBezTo>
                <a:cubicBezTo>
                  <a:pt x="1031644" y="1039319"/>
                  <a:pt x="1038510" y="1031756"/>
                  <a:pt x="1047704" y="1031756"/>
                </a:cubicBezTo>
                <a:close/>
                <a:moveTo>
                  <a:pt x="983349" y="1031756"/>
                </a:moveTo>
                <a:cubicBezTo>
                  <a:pt x="991844" y="1031756"/>
                  <a:pt x="999408" y="1038621"/>
                  <a:pt x="999408" y="1047815"/>
                </a:cubicBezTo>
                <a:cubicBezTo>
                  <a:pt x="999408" y="1057009"/>
                  <a:pt x="991844" y="1063874"/>
                  <a:pt x="983349" y="1063874"/>
                </a:cubicBezTo>
                <a:cubicBezTo>
                  <a:pt x="974156" y="1063874"/>
                  <a:pt x="967290" y="1057009"/>
                  <a:pt x="967290" y="1047815"/>
                </a:cubicBezTo>
                <a:cubicBezTo>
                  <a:pt x="967290" y="1038621"/>
                  <a:pt x="974156" y="1031756"/>
                  <a:pt x="983349" y="1031756"/>
                </a:cubicBezTo>
                <a:close/>
                <a:moveTo>
                  <a:pt x="918297" y="1031756"/>
                </a:moveTo>
                <a:cubicBezTo>
                  <a:pt x="927490" y="1031756"/>
                  <a:pt x="934356" y="1038621"/>
                  <a:pt x="934356" y="1047815"/>
                </a:cubicBezTo>
                <a:cubicBezTo>
                  <a:pt x="934356" y="1057009"/>
                  <a:pt x="927490" y="1063874"/>
                  <a:pt x="918297" y="1063874"/>
                </a:cubicBezTo>
                <a:cubicBezTo>
                  <a:pt x="909802" y="1063874"/>
                  <a:pt x="902936" y="1057009"/>
                  <a:pt x="902936" y="1047815"/>
                </a:cubicBezTo>
                <a:cubicBezTo>
                  <a:pt x="902936" y="1038621"/>
                  <a:pt x="909802" y="1031756"/>
                  <a:pt x="918297" y="1031756"/>
                </a:cubicBezTo>
                <a:close/>
                <a:moveTo>
                  <a:pt x="853944" y="1031756"/>
                </a:moveTo>
                <a:cubicBezTo>
                  <a:pt x="863137" y="1031756"/>
                  <a:pt x="870003" y="1039319"/>
                  <a:pt x="870003" y="1047815"/>
                </a:cubicBezTo>
                <a:cubicBezTo>
                  <a:pt x="870003" y="1057009"/>
                  <a:pt x="863137" y="1063874"/>
                  <a:pt x="853944" y="1063874"/>
                </a:cubicBezTo>
                <a:cubicBezTo>
                  <a:pt x="845565" y="1063874"/>
                  <a:pt x="837884" y="1057009"/>
                  <a:pt x="837884" y="1047815"/>
                </a:cubicBezTo>
                <a:cubicBezTo>
                  <a:pt x="837884" y="1039319"/>
                  <a:pt x="845565" y="1031756"/>
                  <a:pt x="853944" y="1031756"/>
                </a:cubicBezTo>
                <a:close/>
                <a:moveTo>
                  <a:pt x="789590" y="1031756"/>
                </a:moveTo>
                <a:cubicBezTo>
                  <a:pt x="798783" y="1031756"/>
                  <a:pt x="805649" y="1038621"/>
                  <a:pt x="805649" y="1047815"/>
                </a:cubicBezTo>
                <a:cubicBezTo>
                  <a:pt x="805649" y="1057009"/>
                  <a:pt x="798783" y="1063874"/>
                  <a:pt x="789590" y="1063874"/>
                </a:cubicBezTo>
                <a:cubicBezTo>
                  <a:pt x="780396" y="1063874"/>
                  <a:pt x="773530" y="1057009"/>
                  <a:pt x="773530" y="1047815"/>
                </a:cubicBezTo>
                <a:cubicBezTo>
                  <a:pt x="773530" y="1038621"/>
                  <a:pt x="780396" y="1031756"/>
                  <a:pt x="789590" y="1031756"/>
                </a:cubicBezTo>
                <a:close/>
                <a:moveTo>
                  <a:pt x="725235" y="1031756"/>
                </a:moveTo>
                <a:cubicBezTo>
                  <a:pt x="733730" y="1031756"/>
                  <a:pt x="741411" y="1039319"/>
                  <a:pt x="741411" y="1047815"/>
                </a:cubicBezTo>
                <a:cubicBezTo>
                  <a:pt x="741411" y="1057009"/>
                  <a:pt x="733730" y="1063874"/>
                  <a:pt x="725235" y="1063874"/>
                </a:cubicBezTo>
                <a:cubicBezTo>
                  <a:pt x="716042" y="1063874"/>
                  <a:pt x="709176" y="1057009"/>
                  <a:pt x="709176" y="1047815"/>
                </a:cubicBezTo>
                <a:cubicBezTo>
                  <a:pt x="709176" y="1039319"/>
                  <a:pt x="716042" y="1031756"/>
                  <a:pt x="725235" y="1031756"/>
                </a:cubicBezTo>
                <a:close/>
                <a:moveTo>
                  <a:pt x="660998" y="1031756"/>
                </a:moveTo>
                <a:cubicBezTo>
                  <a:pt x="669376" y="1031756"/>
                  <a:pt x="676242" y="1039319"/>
                  <a:pt x="676242" y="1047815"/>
                </a:cubicBezTo>
                <a:cubicBezTo>
                  <a:pt x="676242" y="1057009"/>
                  <a:pt x="669376" y="1063874"/>
                  <a:pt x="660998" y="1063874"/>
                </a:cubicBezTo>
                <a:cubicBezTo>
                  <a:pt x="651804" y="1063874"/>
                  <a:pt x="644822" y="1057009"/>
                  <a:pt x="644822" y="1047815"/>
                </a:cubicBezTo>
                <a:cubicBezTo>
                  <a:pt x="644822" y="1039319"/>
                  <a:pt x="651804" y="1031756"/>
                  <a:pt x="660998" y="1031756"/>
                </a:cubicBezTo>
                <a:close/>
                <a:moveTo>
                  <a:pt x="595829" y="1031756"/>
                </a:moveTo>
                <a:cubicBezTo>
                  <a:pt x="605022" y="1031756"/>
                  <a:pt x="611888" y="1039319"/>
                  <a:pt x="611888" y="1047815"/>
                </a:cubicBezTo>
                <a:cubicBezTo>
                  <a:pt x="611888" y="1057009"/>
                  <a:pt x="605022" y="1063874"/>
                  <a:pt x="595829" y="1063874"/>
                </a:cubicBezTo>
                <a:cubicBezTo>
                  <a:pt x="587450" y="1063874"/>
                  <a:pt x="580468" y="1057009"/>
                  <a:pt x="580468" y="1047815"/>
                </a:cubicBezTo>
                <a:cubicBezTo>
                  <a:pt x="580468" y="1039319"/>
                  <a:pt x="587450" y="1031756"/>
                  <a:pt x="595829" y="1031756"/>
                </a:cubicBezTo>
                <a:close/>
                <a:moveTo>
                  <a:pt x="531474" y="1031756"/>
                </a:moveTo>
                <a:cubicBezTo>
                  <a:pt x="540667" y="1031756"/>
                  <a:pt x="547533" y="1039319"/>
                  <a:pt x="547533" y="1047815"/>
                </a:cubicBezTo>
                <a:cubicBezTo>
                  <a:pt x="547533" y="1057009"/>
                  <a:pt x="540667" y="1063874"/>
                  <a:pt x="531474" y="1063874"/>
                </a:cubicBezTo>
                <a:cubicBezTo>
                  <a:pt x="523095" y="1063874"/>
                  <a:pt x="515415" y="1057009"/>
                  <a:pt x="515415" y="1047815"/>
                </a:cubicBezTo>
                <a:cubicBezTo>
                  <a:pt x="515415" y="1039319"/>
                  <a:pt x="523095" y="1031756"/>
                  <a:pt x="531474" y="1031756"/>
                </a:cubicBezTo>
                <a:close/>
                <a:moveTo>
                  <a:pt x="467120" y="1031756"/>
                </a:moveTo>
                <a:cubicBezTo>
                  <a:pt x="475615" y="1031756"/>
                  <a:pt x="483296" y="1039319"/>
                  <a:pt x="483296" y="1047815"/>
                </a:cubicBezTo>
                <a:cubicBezTo>
                  <a:pt x="483296" y="1057009"/>
                  <a:pt x="475615" y="1063874"/>
                  <a:pt x="467120" y="1063874"/>
                </a:cubicBezTo>
                <a:cubicBezTo>
                  <a:pt x="457927" y="1063874"/>
                  <a:pt x="451061" y="1057009"/>
                  <a:pt x="451061" y="1047815"/>
                </a:cubicBezTo>
                <a:cubicBezTo>
                  <a:pt x="451061" y="1039319"/>
                  <a:pt x="457927" y="1031756"/>
                  <a:pt x="467120" y="1031756"/>
                </a:cubicBezTo>
                <a:close/>
                <a:moveTo>
                  <a:pt x="402882" y="1031756"/>
                </a:moveTo>
                <a:cubicBezTo>
                  <a:pt x="411261" y="1031756"/>
                  <a:pt x="418942" y="1038621"/>
                  <a:pt x="418942" y="1047815"/>
                </a:cubicBezTo>
                <a:cubicBezTo>
                  <a:pt x="418942" y="1057009"/>
                  <a:pt x="411261" y="1063874"/>
                  <a:pt x="402882" y="1063874"/>
                </a:cubicBezTo>
                <a:cubicBezTo>
                  <a:pt x="393689" y="1063874"/>
                  <a:pt x="386707" y="1057009"/>
                  <a:pt x="386707" y="1047815"/>
                </a:cubicBezTo>
                <a:cubicBezTo>
                  <a:pt x="386707" y="1038621"/>
                  <a:pt x="393689" y="1031756"/>
                  <a:pt x="402882" y="1031756"/>
                </a:cubicBezTo>
                <a:close/>
                <a:moveTo>
                  <a:pt x="338529" y="1031756"/>
                </a:moveTo>
                <a:cubicBezTo>
                  <a:pt x="346907" y="1031756"/>
                  <a:pt x="353773" y="1039319"/>
                  <a:pt x="353773" y="1047815"/>
                </a:cubicBezTo>
                <a:cubicBezTo>
                  <a:pt x="353773" y="1057009"/>
                  <a:pt x="346907" y="1063874"/>
                  <a:pt x="338529" y="1063874"/>
                </a:cubicBezTo>
                <a:cubicBezTo>
                  <a:pt x="329335" y="1063874"/>
                  <a:pt x="322469" y="1057009"/>
                  <a:pt x="322469" y="1047815"/>
                </a:cubicBezTo>
                <a:cubicBezTo>
                  <a:pt x="322469" y="1039319"/>
                  <a:pt x="329335" y="1031756"/>
                  <a:pt x="338529" y="1031756"/>
                </a:cubicBezTo>
                <a:close/>
                <a:moveTo>
                  <a:pt x="273360" y="1031756"/>
                </a:moveTo>
                <a:cubicBezTo>
                  <a:pt x="282553" y="1031756"/>
                  <a:pt x="289536" y="1039319"/>
                  <a:pt x="289536" y="1047815"/>
                </a:cubicBezTo>
                <a:cubicBezTo>
                  <a:pt x="289536" y="1057009"/>
                  <a:pt x="282553" y="1063874"/>
                  <a:pt x="273360" y="1063874"/>
                </a:cubicBezTo>
                <a:cubicBezTo>
                  <a:pt x="264981" y="1063874"/>
                  <a:pt x="257301" y="1057009"/>
                  <a:pt x="257301" y="1047815"/>
                </a:cubicBezTo>
                <a:cubicBezTo>
                  <a:pt x="257301" y="1039319"/>
                  <a:pt x="264981" y="1031756"/>
                  <a:pt x="273360" y="1031756"/>
                </a:cubicBezTo>
                <a:close/>
                <a:moveTo>
                  <a:pt x="209122" y="1031756"/>
                </a:moveTo>
                <a:cubicBezTo>
                  <a:pt x="217501" y="1031756"/>
                  <a:pt x="225182" y="1039319"/>
                  <a:pt x="225182" y="1047815"/>
                </a:cubicBezTo>
                <a:cubicBezTo>
                  <a:pt x="225182" y="1057009"/>
                  <a:pt x="217501" y="1063874"/>
                  <a:pt x="209122" y="1063874"/>
                </a:cubicBezTo>
                <a:cubicBezTo>
                  <a:pt x="200627" y="1063874"/>
                  <a:pt x="192947" y="1057009"/>
                  <a:pt x="192947" y="1047815"/>
                </a:cubicBezTo>
                <a:cubicBezTo>
                  <a:pt x="192947" y="1039319"/>
                  <a:pt x="200627" y="1031756"/>
                  <a:pt x="209122" y="1031756"/>
                </a:cubicBezTo>
                <a:close/>
                <a:moveTo>
                  <a:pt x="144767" y="1031756"/>
                </a:moveTo>
                <a:cubicBezTo>
                  <a:pt x="153146" y="1031756"/>
                  <a:pt x="160827" y="1039319"/>
                  <a:pt x="160827" y="1047815"/>
                </a:cubicBezTo>
                <a:cubicBezTo>
                  <a:pt x="160827" y="1057009"/>
                  <a:pt x="153146" y="1063874"/>
                  <a:pt x="144767" y="1063874"/>
                </a:cubicBezTo>
                <a:cubicBezTo>
                  <a:pt x="135574" y="1063874"/>
                  <a:pt x="128592" y="1057009"/>
                  <a:pt x="128592" y="1047815"/>
                </a:cubicBezTo>
                <a:cubicBezTo>
                  <a:pt x="128592" y="1039319"/>
                  <a:pt x="135574" y="1031756"/>
                  <a:pt x="144767" y="1031756"/>
                </a:cubicBezTo>
                <a:close/>
                <a:moveTo>
                  <a:pt x="80414" y="1031756"/>
                </a:moveTo>
                <a:cubicBezTo>
                  <a:pt x="88792" y="1031756"/>
                  <a:pt x="95658" y="1039319"/>
                  <a:pt x="95658" y="1047815"/>
                </a:cubicBezTo>
                <a:cubicBezTo>
                  <a:pt x="95658" y="1057009"/>
                  <a:pt x="88792" y="1063874"/>
                  <a:pt x="80414" y="1063874"/>
                </a:cubicBezTo>
                <a:cubicBezTo>
                  <a:pt x="71220" y="1063874"/>
                  <a:pt x="64354" y="1057009"/>
                  <a:pt x="64354" y="1047815"/>
                </a:cubicBezTo>
                <a:cubicBezTo>
                  <a:pt x="64354" y="1039319"/>
                  <a:pt x="71220" y="1031756"/>
                  <a:pt x="80414" y="1031756"/>
                </a:cubicBezTo>
                <a:close/>
                <a:moveTo>
                  <a:pt x="15245" y="1031756"/>
                </a:moveTo>
                <a:cubicBezTo>
                  <a:pt x="24438" y="1031756"/>
                  <a:pt x="31421" y="1039319"/>
                  <a:pt x="31421" y="1047815"/>
                </a:cubicBezTo>
                <a:cubicBezTo>
                  <a:pt x="31421" y="1057009"/>
                  <a:pt x="24438" y="1063874"/>
                  <a:pt x="15245" y="1063874"/>
                </a:cubicBezTo>
                <a:cubicBezTo>
                  <a:pt x="6866" y="1063874"/>
                  <a:pt x="0" y="1057009"/>
                  <a:pt x="0" y="1047815"/>
                </a:cubicBezTo>
                <a:cubicBezTo>
                  <a:pt x="0" y="1039319"/>
                  <a:pt x="6866" y="1031756"/>
                  <a:pt x="15245" y="1031756"/>
                </a:cubicBezTo>
                <a:close/>
                <a:moveTo>
                  <a:pt x="3692390" y="967402"/>
                </a:moveTo>
                <a:cubicBezTo>
                  <a:pt x="3701583" y="967402"/>
                  <a:pt x="3708449" y="974268"/>
                  <a:pt x="3708449" y="983461"/>
                </a:cubicBezTo>
                <a:cubicBezTo>
                  <a:pt x="3708449" y="991840"/>
                  <a:pt x="3701583" y="999522"/>
                  <a:pt x="3692390" y="999522"/>
                </a:cubicBezTo>
                <a:cubicBezTo>
                  <a:pt x="3683895" y="999522"/>
                  <a:pt x="3676214" y="991840"/>
                  <a:pt x="3676214" y="983461"/>
                </a:cubicBezTo>
                <a:cubicBezTo>
                  <a:pt x="3676214" y="974268"/>
                  <a:pt x="3683895" y="967402"/>
                  <a:pt x="3692390" y="967402"/>
                </a:cubicBezTo>
                <a:close/>
                <a:moveTo>
                  <a:pt x="3628036" y="967402"/>
                </a:moveTo>
                <a:cubicBezTo>
                  <a:pt x="3636414" y="967402"/>
                  <a:pt x="3644095" y="974268"/>
                  <a:pt x="3644095" y="983461"/>
                </a:cubicBezTo>
                <a:cubicBezTo>
                  <a:pt x="3644095" y="991840"/>
                  <a:pt x="3636414" y="999522"/>
                  <a:pt x="3628036" y="999522"/>
                </a:cubicBezTo>
                <a:cubicBezTo>
                  <a:pt x="3618842" y="999522"/>
                  <a:pt x="3611976" y="991840"/>
                  <a:pt x="3611976" y="983461"/>
                </a:cubicBezTo>
                <a:cubicBezTo>
                  <a:pt x="3611976" y="974268"/>
                  <a:pt x="3618842" y="967402"/>
                  <a:pt x="3628036" y="967402"/>
                </a:cubicBezTo>
                <a:close/>
                <a:moveTo>
                  <a:pt x="3563682" y="967402"/>
                </a:moveTo>
                <a:cubicBezTo>
                  <a:pt x="3572061" y="967402"/>
                  <a:pt x="3579742" y="974268"/>
                  <a:pt x="3579742" y="983461"/>
                </a:cubicBezTo>
                <a:cubicBezTo>
                  <a:pt x="3579742" y="991840"/>
                  <a:pt x="3572061" y="999522"/>
                  <a:pt x="3563682" y="999522"/>
                </a:cubicBezTo>
                <a:cubicBezTo>
                  <a:pt x="3554488" y="999522"/>
                  <a:pt x="3547622" y="991840"/>
                  <a:pt x="3547622" y="983461"/>
                </a:cubicBezTo>
                <a:cubicBezTo>
                  <a:pt x="3547622" y="974268"/>
                  <a:pt x="3554488" y="967402"/>
                  <a:pt x="3563682" y="967402"/>
                </a:cubicBezTo>
                <a:close/>
                <a:moveTo>
                  <a:pt x="3498629" y="967402"/>
                </a:moveTo>
                <a:cubicBezTo>
                  <a:pt x="3507706" y="967402"/>
                  <a:pt x="3514688" y="974268"/>
                  <a:pt x="3514688" y="983461"/>
                </a:cubicBezTo>
                <a:cubicBezTo>
                  <a:pt x="3514688" y="991840"/>
                  <a:pt x="3507706" y="999522"/>
                  <a:pt x="3498629" y="999522"/>
                </a:cubicBezTo>
                <a:cubicBezTo>
                  <a:pt x="3490133" y="999522"/>
                  <a:pt x="3483267" y="991840"/>
                  <a:pt x="3483267" y="983461"/>
                </a:cubicBezTo>
                <a:cubicBezTo>
                  <a:pt x="3483267" y="974268"/>
                  <a:pt x="3490133" y="967402"/>
                  <a:pt x="3498629" y="967402"/>
                </a:cubicBezTo>
                <a:close/>
                <a:moveTo>
                  <a:pt x="3434275" y="967402"/>
                </a:moveTo>
                <a:cubicBezTo>
                  <a:pt x="3443468" y="967402"/>
                  <a:pt x="3450334" y="974268"/>
                  <a:pt x="3450334" y="983461"/>
                </a:cubicBezTo>
                <a:cubicBezTo>
                  <a:pt x="3450334" y="991840"/>
                  <a:pt x="3443468" y="999522"/>
                  <a:pt x="3434275" y="999522"/>
                </a:cubicBezTo>
                <a:cubicBezTo>
                  <a:pt x="3425780" y="999522"/>
                  <a:pt x="3418099" y="991840"/>
                  <a:pt x="3418099" y="983461"/>
                </a:cubicBezTo>
                <a:cubicBezTo>
                  <a:pt x="3418099" y="974268"/>
                  <a:pt x="3425780" y="967402"/>
                  <a:pt x="3434275" y="967402"/>
                </a:cubicBezTo>
                <a:close/>
                <a:moveTo>
                  <a:pt x="3369921" y="967402"/>
                </a:moveTo>
                <a:cubicBezTo>
                  <a:pt x="3379115" y="967402"/>
                  <a:pt x="3385981" y="974268"/>
                  <a:pt x="3385981" y="983461"/>
                </a:cubicBezTo>
                <a:cubicBezTo>
                  <a:pt x="3385981" y="991840"/>
                  <a:pt x="3379115" y="999522"/>
                  <a:pt x="3369921" y="999522"/>
                </a:cubicBezTo>
                <a:cubicBezTo>
                  <a:pt x="3361426" y="999522"/>
                  <a:pt x="3353862" y="991840"/>
                  <a:pt x="3353862" y="983461"/>
                </a:cubicBezTo>
                <a:cubicBezTo>
                  <a:pt x="3353862" y="974268"/>
                  <a:pt x="3361426" y="967402"/>
                  <a:pt x="3369921" y="967402"/>
                </a:cubicBezTo>
                <a:close/>
                <a:moveTo>
                  <a:pt x="3305567" y="967402"/>
                </a:moveTo>
                <a:cubicBezTo>
                  <a:pt x="3313946" y="967402"/>
                  <a:pt x="3321627" y="974268"/>
                  <a:pt x="3321627" y="983461"/>
                </a:cubicBezTo>
                <a:cubicBezTo>
                  <a:pt x="3321627" y="991840"/>
                  <a:pt x="3313946" y="999522"/>
                  <a:pt x="3305567" y="999522"/>
                </a:cubicBezTo>
                <a:cubicBezTo>
                  <a:pt x="3296374" y="999522"/>
                  <a:pt x="3289508" y="991840"/>
                  <a:pt x="3289508" y="983461"/>
                </a:cubicBezTo>
                <a:cubicBezTo>
                  <a:pt x="3289508" y="974268"/>
                  <a:pt x="3296374" y="967402"/>
                  <a:pt x="3305567" y="967402"/>
                </a:cubicBezTo>
                <a:close/>
                <a:moveTo>
                  <a:pt x="3241213" y="967402"/>
                </a:moveTo>
                <a:cubicBezTo>
                  <a:pt x="3249708" y="967402"/>
                  <a:pt x="3256574" y="974268"/>
                  <a:pt x="3256574" y="983461"/>
                </a:cubicBezTo>
                <a:cubicBezTo>
                  <a:pt x="3256574" y="991840"/>
                  <a:pt x="3249708" y="999522"/>
                  <a:pt x="3241213" y="999522"/>
                </a:cubicBezTo>
                <a:cubicBezTo>
                  <a:pt x="3232020" y="999522"/>
                  <a:pt x="3225154" y="991840"/>
                  <a:pt x="3225154" y="983461"/>
                </a:cubicBezTo>
                <a:cubicBezTo>
                  <a:pt x="3225154" y="974268"/>
                  <a:pt x="3232020" y="967402"/>
                  <a:pt x="3241213" y="967402"/>
                </a:cubicBezTo>
                <a:close/>
                <a:moveTo>
                  <a:pt x="3176161" y="967402"/>
                </a:moveTo>
                <a:cubicBezTo>
                  <a:pt x="3185354" y="967402"/>
                  <a:pt x="3192220" y="974268"/>
                  <a:pt x="3192220" y="983461"/>
                </a:cubicBezTo>
                <a:cubicBezTo>
                  <a:pt x="3192220" y="991840"/>
                  <a:pt x="3185354" y="999522"/>
                  <a:pt x="3176161" y="999522"/>
                </a:cubicBezTo>
                <a:cubicBezTo>
                  <a:pt x="3167666" y="999522"/>
                  <a:pt x="3160800" y="991840"/>
                  <a:pt x="3160102" y="983461"/>
                </a:cubicBezTo>
                <a:cubicBezTo>
                  <a:pt x="3160102" y="974268"/>
                  <a:pt x="3167666" y="967402"/>
                  <a:pt x="3176161" y="967402"/>
                </a:cubicBezTo>
                <a:close/>
                <a:moveTo>
                  <a:pt x="3111806" y="967402"/>
                </a:moveTo>
                <a:cubicBezTo>
                  <a:pt x="3121000" y="967402"/>
                  <a:pt x="3127866" y="974268"/>
                  <a:pt x="3127866" y="983461"/>
                </a:cubicBezTo>
                <a:cubicBezTo>
                  <a:pt x="3127866" y="991840"/>
                  <a:pt x="3121000" y="999522"/>
                  <a:pt x="3111806" y="999522"/>
                </a:cubicBezTo>
                <a:cubicBezTo>
                  <a:pt x="3103427" y="999522"/>
                  <a:pt x="3095747" y="991840"/>
                  <a:pt x="3095747" y="983461"/>
                </a:cubicBezTo>
                <a:cubicBezTo>
                  <a:pt x="3095747" y="974268"/>
                  <a:pt x="3103427" y="967402"/>
                  <a:pt x="3111806" y="967402"/>
                </a:cubicBezTo>
                <a:close/>
                <a:moveTo>
                  <a:pt x="3047452" y="967402"/>
                </a:moveTo>
                <a:cubicBezTo>
                  <a:pt x="3055831" y="967402"/>
                  <a:pt x="3063512" y="974268"/>
                  <a:pt x="3063512" y="983461"/>
                </a:cubicBezTo>
                <a:cubicBezTo>
                  <a:pt x="3063512" y="991840"/>
                  <a:pt x="3055831" y="999522"/>
                  <a:pt x="3047452" y="999522"/>
                </a:cubicBezTo>
                <a:cubicBezTo>
                  <a:pt x="3038259" y="999522"/>
                  <a:pt x="3031393" y="991840"/>
                  <a:pt x="3031393" y="983461"/>
                </a:cubicBezTo>
                <a:cubicBezTo>
                  <a:pt x="3031393" y="974268"/>
                  <a:pt x="3038259" y="967402"/>
                  <a:pt x="3047452" y="967402"/>
                </a:cubicBezTo>
                <a:close/>
                <a:moveTo>
                  <a:pt x="2983099" y="967402"/>
                </a:moveTo>
                <a:cubicBezTo>
                  <a:pt x="2991594" y="967402"/>
                  <a:pt x="2999158" y="974268"/>
                  <a:pt x="2999158" y="983461"/>
                </a:cubicBezTo>
                <a:cubicBezTo>
                  <a:pt x="2999158" y="991840"/>
                  <a:pt x="2991594" y="999522"/>
                  <a:pt x="2983099" y="999522"/>
                </a:cubicBezTo>
                <a:cubicBezTo>
                  <a:pt x="2973905" y="999522"/>
                  <a:pt x="2967039" y="991840"/>
                  <a:pt x="2967039" y="983461"/>
                </a:cubicBezTo>
                <a:cubicBezTo>
                  <a:pt x="2967039" y="974268"/>
                  <a:pt x="2973905" y="967402"/>
                  <a:pt x="2983099" y="967402"/>
                </a:cubicBezTo>
                <a:close/>
                <a:moveTo>
                  <a:pt x="2918046" y="967402"/>
                </a:moveTo>
                <a:cubicBezTo>
                  <a:pt x="2927240" y="967402"/>
                  <a:pt x="2934106" y="974268"/>
                  <a:pt x="2934106" y="983461"/>
                </a:cubicBezTo>
                <a:cubicBezTo>
                  <a:pt x="2934106" y="991840"/>
                  <a:pt x="2927240" y="999522"/>
                  <a:pt x="2918046" y="999522"/>
                </a:cubicBezTo>
                <a:cubicBezTo>
                  <a:pt x="2909551" y="999522"/>
                  <a:pt x="2902685" y="991840"/>
                  <a:pt x="2902685" y="983461"/>
                </a:cubicBezTo>
                <a:cubicBezTo>
                  <a:pt x="2902685" y="974268"/>
                  <a:pt x="2909551" y="967402"/>
                  <a:pt x="2918046" y="967402"/>
                </a:cubicBezTo>
                <a:close/>
                <a:moveTo>
                  <a:pt x="2853692" y="967402"/>
                </a:moveTo>
                <a:cubicBezTo>
                  <a:pt x="2862886" y="967402"/>
                  <a:pt x="2869752" y="974268"/>
                  <a:pt x="2869752" y="983461"/>
                </a:cubicBezTo>
                <a:cubicBezTo>
                  <a:pt x="2869752" y="991840"/>
                  <a:pt x="2862886" y="999522"/>
                  <a:pt x="2853692" y="999522"/>
                </a:cubicBezTo>
                <a:cubicBezTo>
                  <a:pt x="2845313" y="999522"/>
                  <a:pt x="2837633" y="991840"/>
                  <a:pt x="2837633" y="983461"/>
                </a:cubicBezTo>
                <a:cubicBezTo>
                  <a:pt x="2837633" y="974268"/>
                  <a:pt x="2845313" y="967402"/>
                  <a:pt x="2853692" y="967402"/>
                </a:cubicBezTo>
                <a:close/>
                <a:moveTo>
                  <a:pt x="2789338" y="967402"/>
                </a:moveTo>
                <a:cubicBezTo>
                  <a:pt x="2798532" y="967402"/>
                  <a:pt x="2805398" y="974268"/>
                  <a:pt x="2805398" y="983461"/>
                </a:cubicBezTo>
                <a:cubicBezTo>
                  <a:pt x="2805398" y="991840"/>
                  <a:pt x="2798532" y="999522"/>
                  <a:pt x="2789338" y="999522"/>
                </a:cubicBezTo>
                <a:cubicBezTo>
                  <a:pt x="2780959" y="999522"/>
                  <a:pt x="2773279" y="991840"/>
                  <a:pt x="2773279" y="983461"/>
                </a:cubicBezTo>
                <a:cubicBezTo>
                  <a:pt x="2773279" y="974268"/>
                  <a:pt x="2780959" y="967402"/>
                  <a:pt x="2789338" y="967402"/>
                </a:cubicBezTo>
                <a:close/>
                <a:moveTo>
                  <a:pt x="2724984" y="967402"/>
                </a:moveTo>
                <a:cubicBezTo>
                  <a:pt x="2733479" y="967402"/>
                  <a:pt x="2741159" y="974268"/>
                  <a:pt x="2741159" y="983461"/>
                </a:cubicBezTo>
                <a:cubicBezTo>
                  <a:pt x="2741159" y="991840"/>
                  <a:pt x="2733479" y="999522"/>
                  <a:pt x="2724984" y="999522"/>
                </a:cubicBezTo>
                <a:cubicBezTo>
                  <a:pt x="2715790" y="999522"/>
                  <a:pt x="2708924" y="991840"/>
                  <a:pt x="2708924" y="983461"/>
                </a:cubicBezTo>
                <a:cubicBezTo>
                  <a:pt x="2708924" y="974268"/>
                  <a:pt x="2715790" y="967402"/>
                  <a:pt x="2724984" y="967402"/>
                </a:cubicBezTo>
                <a:close/>
                <a:moveTo>
                  <a:pt x="2660630" y="967402"/>
                </a:moveTo>
                <a:cubicBezTo>
                  <a:pt x="2669125" y="967402"/>
                  <a:pt x="2675991" y="974268"/>
                  <a:pt x="2675991" y="983461"/>
                </a:cubicBezTo>
                <a:cubicBezTo>
                  <a:pt x="2675991" y="991840"/>
                  <a:pt x="2669125" y="999522"/>
                  <a:pt x="2660630" y="999522"/>
                </a:cubicBezTo>
                <a:cubicBezTo>
                  <a:pt x="2651553" y="999522"/>
                  <a:pt x="2644570" y="991840"/>
                  <a:pt x="2644570" y="983461"/>
                </a:cubicBezTo>
                <a:cubicBezTo>
                  <a:pt x="2644570" y="974268"/>
                  <a:pt x="2651553" y="967402"/>
                  <a:pt x="2660630" y="967402"/>
                </a:cubicBezTo>
                <a:close/>
                <a:moveTo>
                  <a:pt x="2595577" y="967402"/>
                </a:moveTo>
                <a:cubicBezTo>
                  <a:pt x="2604771" y="967402"/>
                  <a:pt x="2611637" y="974268"/>
                  <a:pt x="2611637" y="983461"/>
                </a:cubicBezTo>
                <a:cubicBezTo>
                  <a:pt x="2611637" y="991840"/>
                  <a:pt x="2604771" y="999522"/>
                  <a:pt x="2595577" y="999522"/>
                </a:cubicBezTo>
                <a:cubicBezTo>
                  <a:pt x="2587198" y="999522"/>
                  <a:pt x="2580216" y="991840"/>
                  <a:pt x="2579518" y="983461"/>
                </a:cubicBezTo>
                <a:cubicBezTo>
                  <a:pt x="2579518" y="974268"/>
                  <a:pt x="2587198" y="967402"/>
                  <a:pt x="2595577" y="967402"/>
                </a:cubicBezTo>
                <a:close/>
                <a:moveTo>
                  <a:pt x="2531224" y="967402"/>
                </a:moveTo>
                <a:cubicBezTo>
                  <a:pt x="2539719" y="967402"/>
                  <a:pt x="2547283" y="974268"/>
                  <a:pt x="2547283" y="983461"/>
                </a:cubicBezTo>
                <a:cubicBezTo>
                  <a:pt x="2547283" y="991840"/>
                  <a:pt x="2539719" y="999522"/>
                  <a:pt x="2531224" y="999522"/>
                </a:cubicBezTo>
                <a:cubicBezTo>
                  <a:pt x="2522845" y="999522"/>
                  <a:pt x="2515164" y="991840"/>
                  <a:pt x="2515164" y="983461"/>
                </a:cubicBezTo>
                <a:cubicBezTo>
                  <a:pt x="2515164" y="974268"/>
                  <a:pt x="2522845" y="967402"/>
                  <a:pt x="2531224" y="967402"/>
                </a:cubicBezTo>
                <a:close/>
                <a:moveTo>
                  <a:pt x="2466869" y="967402"/>
                </a:moveTo>
                <a:cubicBezTo>
                  <a:pt x="2475364" y="967402"/>
                  <a:pt x="2483044" y="974268"/>
                  <a:pt x="2483044" y="983461"/>
                </a:cubicBezTo>
                <a:cubicBezTo>
                  <a:pt x="2483044" y="991840"/>
                  <a:pt x="2475364" y="999522"/>
                  <a:pt x="2466869" y="999522"/>
                </a:cubicBezTo>
                <a:cubicBezTo>
                  <a:pt x="2457675" y="999522"/>
                  <a:pt x="2450809" y="991840"/>
                  <a:pt x="2450809" y="983461"/>
                </a:cubicBezTo>
                <a:cubicBezTo>
                  <a:pt x="2450809" y="974268"/>
                  <a:pt x="2457675" y="967402"/>
                  <a:pt x="2466869" y="967402"/>
                </a:cubicBezTo>
                <a:close/>
                <a:moveTo>
                  <a:pt x="2402631" y="967402"/>
                </a:moveTo>
                <a:cubicBezTo>
                  <a:pt x="2411010" y="967402"/>
                  <a:pt x="2418690" y="974268"/>
                  <a:pt x="2418690" y="983461"/>
                </a:cubicBezTo>
                <a:cubicBezTo>
                  <a:pt x="2418690" y="991840"/>
                  <a:pt x="2411010" y="999522"/>
                  <a:pt x="2402631" y="999522"/>
                </a:cubicBezTo>
                <a:cubicBezTo>
                  <a:pt x="2393438" y="999522"/>
                  <a:pt x="2386455" y="991840"/>
                  <a:pt x="2386455" y="983461"/>
                </a:cubicBezTo>
                <a:cubicBezTo>
                  <a:pt x="2386455" y="974268"/>
                  <a:pt x="2393438" y="967402"/>
                  <a:pt x="2402631" y="967402"/>
                </a:cubicBezTo>
                <a:close/>
                <a:moveTo>
                  <a:pt x="2337462" y="967402"/>
                </a:moveTo>
                <a:cubicBezTo>
                  <a:pt x="2346656" y="967402"/>
                  <a:pt x="2353522" y="974268"/>
                  <a:pt x="2353522" y="983461"/>
                </a:cubicBezTo>
                <a:cubicBezTo>
                  <a:pt x="2353522" y="991840"/>
                  <a:pt x="2346656" y="999522"/>
                  <a:pt x="2337462" y="999522"/>
                </a:cubicBezTo>
                <a:cubicBezTo>
                  <a:pt x="2329084" y="999522"/>
                  <a:pt x="2322218" y="991840"/>
                  <a:pt x="2322218" y="983461"/>
                </a:cubicBezTo>
                <a:cubicBezTo>
                  <a:pt x="2322218" y="974268"/>
                  <a:pt x="2329084" y="967402"/>
                  <a:pt x="2337462" y="967402"/>
                </a:cubicBezTo>
                <a:close/>
                <a:moveTo>
                  <a:pt x="2273109" y="967402"/>
                </a:moveTo>
                <a:cubicBezTo>
                  <a:pt x="2282302" y="967402"/>
                  <a:pt x="2289284" y="974268"/>
                  <a:pt x="2289284" y="983461"/>
                </a:cubicBezTo>
                <a:cubicBezTo>
                  <a:pt x="2289284" y="991840"/>
                  <a:pt x="2282302" y="999522"/>
                  <a:pt x="2273109" y="999522"/>
                </a:cubicBezTo>
                <a:cubicBezTo>
                  <a:pt x="2264730" y="999522"/>
                  <a:pt x="2257049" y="991840"/>
                  <a:pt x="2257049" y="983461"/>
                </a:cubicBezTo>
                <a:cubicBezTo>
                  <a:pt x="2257049" y="974268"/>
                  <a:pt x="2264730" y="967402"/>
                  <a:pt x="2273109" y="967402"/>
                </a:cubicBezTo>
                <a:close/>
                <a:moveTo>
                  <a:pt x="2208755" y="967402"/>
                </a:moveTo>
                <a:cubicBezTo>
                  <a:pt x="2217948" y="967402"/>
                  <a:pt x="2224930" y="974268"/>
                  <a:pt x="2224930" y="983461"/>
                </a:cubicBezTo>
                <a:cubicBezTo>
                  <a:pt x="2224930" y="991840"/>
                  <a:pt x="2217948" y="999522"/>
                  <a:pt x="2208755" y="999522"/>
                </a:cubicBezTo>
                <a:cubicBezTo>
                  <a:pt x="2199561" y="999522"/>
                  <a:pt x="2192695" y="991840"/>
                  <a:pt x="2192695" y="983461"/>
                </a:cubicBezTo>
                <a:cubicBezTo>
                  <a:pt x="2192695" y="974268"/>
                  <a:pt x="2200376" y="967402"/>
                  <a:pt x="2208755" y="967402"/>
                </a:cubicBezTo>
                <a:close/>
                <a:moveTo>
                  <a:pt x="2144517" y="967402"/>
                </a:moveTo>
                <a:cubicBezTo>
                  <a:pt x="2152896" y="967402"/>
                  <a:pt x="2160576" y="974268"/>
                  <a:pt x="2160576" y="983461"/>
                </a:cubicBezTo>
                <a:cubicBezTo>
                  <a:pt x="2160576" y="991840"/>
                  <a:pt x="2152896" y="999522"/>
                  <a:pt x="2144517" y="999522"/>
                </a:cubicBezTo>
                <a:cubicBezTo>
                  <a:pt x="2135324" y="999522"/>
                  <a:pt x="2128341" y="991840"/>
                  <a:pt x="2128341" y="983461"/>
                </a:cubicBezTo>
                <a:cubicBezTo>
                  <a:pt x="2128341" y="974268"/>
                  <a:pt x="2135324" y="967402"/>
                  <a:pt x="2144517" y="967402"/>
                </a:cubicBezTo>
                <a:close/>
                <a:moveTo>
                  <a:pt x="2080163" y="967402"/>
                </a:moveTo>
                <a:cubicBezTo>
                  <a:pt x="2088542" y="967402"/>
                  <a:pt x="2095408" y="974268"/>
                  <a:pt x="2095408" y="983461"/>
                </a:cubicBezTo>
                <a:cubicBezTo>
                  <a:pt x="2095408" y="991840"/>
                  <a:pt x="2088542" y="999522"/>
                  <a:pt x="2080163" y="999522"/>
                </a:cubicBezTo>
                <a:cubicBezTo>
                  <a:pt x="2070970" y="999522"/>
                  <a:pt x="2064104" y="991840"/>
                  <a:pt x="2064104" y="983461"/>
                </a:cubicBezTo>
                <a:cubicBezTo>
                  <a:pt x="2064104" y="974268"/>
                  <a:pt x="2070970" y="967402"/>
                  <a:pt x="2080163" y="967402"/>
                </a:cubicBezTo>
                <a:close/>
                <a:moveTo>
                  <a:pt x="2014994" y="967402"/>
                </a:moveTo>
                <a:cubicBezTo>
                  <a:pt x="2024187" y="967402"/>
                  <a:pt x="2031169" y="974268"/>
                  <a:pt x="2031169" y="983461"/>
                </a:cubicBezTo>
                <a:cubicBezTo>
                  <a:pt x="2031169" y="991840"/>
                  <a:pt x="2024187" y="999522"/>
                  <a:pt x="2014994" y="999522"/>
                </a:cubicBezTo>
                <a:cubicBezTo>
                  <a:pt x="2006615" y="999522"/>
                  <a:pt x="1998934" y="991840"/>
                  <a:pt x="1998934" y="983461"/>
                </a:cubicBezTo>
                <a:cubicBezTo>
                  <a:pt x="1998934" y="974268"/>
                  <a:pt x="2006615" y="967402"/>
                  <a:pt x="2014994" y="967402"/>
                </a:cubicBezTo>
                <a:close/>
                <a:moveTo>
                  <a:pt x="1950756" y="967402"/>
                </a:moveTo>
                <a:cubicBezTo>
                  <a:pt x="1959135" y="967402"/>
                  <a:pt x="1966815" y="974268"/>
                  <a:pt x="1966815" y="983461"/>
                </a:cubicBezTo>
                <a:cubicBezTo>
                  <a:pt x="1966815" y="991840"/>
                  <a:pt x="1959135" y="999522"/>
                  <a:pt x="1950756" y="999522"/>
                </a:cubicBezTo>
                <a:cubicBezTo>
                  <a:pt x="1942261" y="999522"/>
                  <a:pt x="1934580" y="991840"/>
                  <a:pt x="1934580" y="983461"/>
                </a:cubicBezTo>
                <a:cubicBezTo>
                  <a:pt x="1934580" y="974268"/>
                  <a:pt x="1942261" y="967402"/>
                  <a:pt x="1950756" y="967402"/>
                </a:cubicBezTo>
                <a:close/>
                <a:moveTo>
                  <a:pt x="1886402" y="967402"/>
                </a:moveTo>
                <a:cubicBezTo>
                  <a:pt x="1894781" y="967402"/>
                  <a:pt x="1902461" y="974268"/>
                  <a:pt x="1902461" y="983461"/>
                </a:cubicBezTo>
                <a:cubicBezTo>
                  <a:pt x="1902461" y="991840"/>
                  <a:pt x="1894781" y="999522"/>
                  <a:pt x="1886402" y="999522"/>
                </a:cubicBezTo>
                <a:cubicBezTo>
                  <a:pt x="1877209" y="999522"/>
                  <a:pt x="1870343" y="991840"/>
                  <a:pt x="1870343" y="983461"/>
                </a:cubicBezTo>
                <a:cubicBezTo>
                  <a:pt x="1870343" y="974268"/>
                  <a:pt x="1877209" y="967402"/>
                  <a:pt x="1886402" y="967402"/>
                </a:cubicBezTo>
                <a:close/>
                <a:moveTo>
                  <a:pt x="1822048" y="967402"/>
                </a:moveTo>
                <a:cubicBezTo>
                  <a:pt x="1830427" y="967402"/>
                  <a:pt x="1838108" y="974268"/>
                  <a:pt x="1838108" y="983461"/>
                </a:cubicBezTo>
                <a:cubicBezTo>
                  <a:pt x="1838108" y="991840"/>
                  <a:pt x="1830427" y="999522"/>
                  <a:pt x="1822048" y="999522"/>
                </a:cubicBezTo>
                <a:cubicBezTo>
                  <a:pt x="1812855" y="999522"/>
                  <a:pt x="1805989" y="991840"/>
                  <a:pt x="1805989" y="983461"/>
                </a:cubicBezTo>
                <a:cubicBezTo>
                  <a:pt x="1805989" y="974268"/>
                  <a:pt x="1812855" y="967402"/>
                  <a:pt x="1822048" y="967402"/>
                </a:cubicBezTo>
                <a:close/>
                <a:moveTo>
                  <a:pt x="1756879" y="967402"/>
                </a:moveTo>
                <a:cubicBezTo>
                  <a:pt x="1766073" y="967402"/>
                  <a:pt x="1773055" y="974268"/>
                  <a:pt x="1773055" y="983461"/>
                </a:cubicBezTo>
                <a:cubicBezTo>
                  <a:pt x="1773055" y="991840"/>
                  <a:pt x="1766073" y="999522"/>
                  <a:pt x="1756879" y="999522"/>
                </a:cubicBezTo>
                <a:cubicBezTo>
                  <a:pt x="1748501" y="999522"/>
                  <a:pt x="1741635" y="991840"/>
                  <a:pt x="1741635" y="983461"/>
                </a:cubicBezTo>
                <a:cubicBezTo>
                  <a:pt x="1741635" y="974268"/>
                  <a:pt x="1748501" y="967402"/>
                  <a:pt x="1756879" y="967402"/>
                </a:cubicBezTo>
                <a:close/>
                <a:moveTo>
                  <a:pt x="1692642" y="967402"/>
                </a:moveTo>
                <a:cubicBezTo>
                  <a:pt x="1701835" y="967402"/>
                  <a:pt x="1708701" y="974268"/>
                  <a:pt x="1708701" y="983461"/>
                </a:cubicBezTo>
                <a:cubicBezTo>
                  <a:pt x="1708701" y="991840"/>
                  <a:pt x="1701835" y="999522"/>
                  <a:pt x="1692642" y="999522"/>
                </a:cubicBezTo>
                <a:cubicBezTo>
                  <a:pt x="1684147" y="999522"/>
                  <a:pt x="1676466" y="991840"/>
                  <a:pt x="1676466" y="983461"/>
                </a:cubicBezTo>
                <a:cubicBezTo>
                  <a:pt x="1676466" y="974268"/>
                  <a:pt x="1684147" y="967402"/>
                  <a:pt x="1692642" y="967402"/>
                </a:cubicBezTo>
                <a:close/>
                <a:moveTo>
                  <a:pt x="1628287" y="967402"/>
                </a:moveTo>
                <a:cubicBezTo>
                  <a:pt x="1636666" y="967402"/>
                  <a:pt x="1644346" y="974268"/>
                  <a:pt x="1644346" y="983461"/>
                </a:cubicBezTo>
                <a:cubicBezTo>
                  <a:pt x="1644346" y="991840"/>
                  <a:pt x="1636666" y="999522"/>
                  <a:pt x="1628287" y="999522"/>
                </a:cubicBezTo>
                <a:cubicBezTo>
                  <a:pt x="1619094" y="999522"/>
                  <a:pt x="1612228" y="991840"/>
                  <a:pt x="1612228" y="983461"/>
                </a:cubicBezTo>
                <a:cubicBezTo>
                  <a:pt x="1612228" y="974268"/>
                  <a:pt x="1619094" y="967402"/>
                  <a:pt x="1628287" y="967402"/>
                </a:cubicBezTo>
                <a:close/>
                <a:moveTo>
                  <a:pt x="1563933" y="967402"/>
                </a:moveTo>
                <a:cubicBezTo>
                  <a:pt x="1572312" y="967402"/>
                  <a:pt x="1579993" y="974268"/>
                  <a:pt x="1579993" y="983461"/>
                </a:cubicBezTo>
                <a:cubicBezTo>
                  <a:pt x="1579993" y="991840"/>
                  <a:pt x="1572312" y="999522"/>
                  <a:pt x="1563933" y="999522"/>
                </a:cubicBezTo>
                <a:cubicBezTo>
                  <a:pt x="1554740" y="999522"/>
                  <a:pt x="1547874" y="991840"/>
                  <a:pt x="1547874" y="983461"/>
                </a:cubicBezTo>
                <a:cubicBezTo>
                  <a:pt x="1547874" y="974268"/>
                  <a:pt x="1554740" y="967402"/>
                  <a:pt x="1563933" y="967402"/>
                </a:cubicBezTo>
                <a:close/>
                <a:moveTo>
                  <a:pt x="1499579" y="967402"/>
                </a:moveTo>
                <a:cubicBezTo>
                  <a:pt x="1508074" y="967402"/>
                  <a:pt x="1514940" y="974268"/>
                  <a:pt x="1514940" y="983461"/>
                </a:cubicBezTo>
                <a:cubicBezTo>
                  <a:pt x="1514940" y="991840"/>
                  <a:pt x="1508074" y="999522"/>
                  <a:pt x="1499579" y="999522"/>
                </a:cubicBezTo>
                <a:cubicBezTo>
                  <a:pt x="1490386" y="999522"/>
                  <a:pt x="1483520" y="991840"/>
                  <a:pt x="1483520" y="983461"/>
                </a:cubicBezTo>
                <a:cubicBezTo>
                  <a:pt x="1483520" y="974268"/>
                  <a:pt x="1490386" y="967402"/>
                  <a:pt x="1499579" y="967402"/>
                </a:cubicBezTo>
                <a:close/>
                <a:moveTo>
                  <a:pt x="1434527" y="967402"/>
                </a:moveTo>
                <a:cubicBezTo>
                  <a:pt x="1443720" y="967402"/>
                  <a:pt x="1450586" y="974268"/>
                  <a:pt x="1450586" y="983461"/>
                </a:cubicBezTo>
                <a:cubicBezTo>
                  <a:pt x="1450586" y="991840"/>
                  <a:pt x="1443720" y="999522"/>
                  <a:pt x="1434527" y="999522"/>
                </a:cubicBezTo>
                <a:cubicBezTo>
                  <a:pt x="1426032" y="999522"/>
                  <a:pt x="1418351" y="991840"/>
                  <a:pt x="1418351" y="983461"/>
                </a:cubicBezTo>
                <a:cubicBezTo>
                  <a:pt x="1418351" y="974268"/>
                  <a:pt x="1426032" y="967402"/>
                  <a:pt x="1434527" y="967402"/>
                </a:cubicBezTo>
                <a:close/>
                <a:moveTo>
                  <a:pt x="1370173" y="967402"/>
                </a:moveTo>
                <a:cubicBezTo>
                  <a:pt x="1379367" y="967402"/>
                  <a:pt x="1386233" y="974268"/>
                  <a:pt x="1386233" y="983461"/>
                </a:cubicBezTo>
                <a:cubicBezTo>
                  <a:pt x="1386233" y="991840"/>
                  <a:pt x="1379367" y="999522"/>
                  <a:pt x="1370173" y="999522"/>
                </a:cubicBezTo>
                <a:cubicBezTo>
                  <a:pt x="1361678" y="999522"/>
                  <a:pt x="1354114" y="991840"/>
                  <a:pt x="1354114" y="983461"/>
                </a:cubicBezTo>
                <a:cubicBezTo>
                  <a:pt x="1354114" y="974268"/>
                  <a:pt x="1361678" y="967402"/>
                  <a:pt x="1370173" y="967402"/>
                </a:cubicBezTo>
                <a:close/>
                <a:moveTo>
                  <a:pt x="1305819" y="967402"/>
                </a:moveTo>
                <a:cubicBezTo>
                  <a:pt x="1314198" y="967402"/>
                  <a:pt x="1321879" y="974268"/>
                  <a:pt x="1321879" y="983461"/>
                </a:cubicBezTo>
                <a:cubicBezTo>
                  <a:pt x="1321879" y="991840"/>
                  <a:pt x="1314198" y="999522"/>
                  <a:pt x="1305819" y="999522"/>
                </a:cubicBezTo>
                <a:cubicBezTo>
                  <a:pt x="1296626" y="999522"/>
                  <a:pt x="1289760" y="991840"/>
                  <a:pt x="1289760" y="983461"/>
                </a:cubicBezTo>
                <a:cubicBezTo>
                  <a:pt x="1289760" y="974268"/>
                  <a:pt x="1296626" y="967402"/>
                  <a:pt x="1305819" y="967402"/>
                </a:cubicBezTo>
                <a:close/>
                <a:moveTo>
                  <a:pt x="1241465" y="967402"/>
                </a:moveTo>
                <a:cubicBezTo>
                  <a:pt x="1249960" y="967402"/>
                  <a:pt x="1256826" y="974268"/>
                  <a:pt x="1256826" y="983461"/>
                </a:cubicBezTo>
                <a:cubicBezTo>
                  <a:pt x="1256826" y="991840"/>
                  <a:pt x="1249960" y="999522"/>
                  <a:pt x="1241465" y="999522"/>
                </a:cubicBezTo>
                <a:cubicBezTo>
                  <a:pt x="1232272" y="999522"/>
                  <a:pt x="1225406" y="991840"/>
                  <a:pt x="1225406" y="983461"/>
                </a:cubicBezTo>
                <a:cubicBezTo>
                  <a:pt x="1225406" y="974268"/>
                  <a:pt x="1232272" y="967402"/>
                  <a:pt x="1241465" y="967402"/>
                </a:cubicBezTo>
                <a:close/>
                <a:moveTo>
                  <a:pt x="1176412" y="967402"/>
                </a:moveTo>
                <a:cubicBezTo>
                  <a:pt x="1185606" y="967402"/>
                  <a:pt x="1192472" y="974268"/>
                  <a:pt x="1192472" y="983461"/>
                </a:cubicBezTo>
                <a:cubicBezTo>
                  <a:pt x="1192472" y="991840"/>
                  <a:pt x="1185606" y="999522"/>
                  <a:pt x="1176412" y="999522"/>
                </a:cubicBezTo>
                <a:cubicBezTo>
                  <a:pt x="1167917" y="999522"/>
                  <a:pt x="1161051" y="991840"/>
                  <a:pt x="1161051" y="983461"/>
                </a:cubicBezTo>
                <a:cubicBezTo>
                  <a:pt x="1161051" y="974268"/>
                  <a:pt x="1167917" y="967402"/>
                  <a:pt x="1176412" y="967402"/>
                </a:cubicBezTo>
                <a:close/>
                <a:moveTo>
                  <a:pt x="1112058" y="967402"/>
                </a:moveTo>
                <a:cubicBezTo>
                  <a:pt x="1121251" y="967402"/>
                  <a:pt x="1128117" y="974268"/>
                  <a:pt x="1128117" y="983461"/>
                </a:cubicBezTo>
                <a:cubicBezTo>
                  <a:pt x="1128117" y="991840"/>
                  <a:pt x="1121251" y="999522"/>
                  <a:pt x="1112058" y="999522"/>
                </a:cubicBezTo>
                <a:cubicBezTo>
                  <a:pt x="1103679" y="999522"/>
                  <a:pt x="1095998" y="991840"/>
                  <a:pt x="1095998" y="983461"/>
                </a:cubicBezTo>
                <a:cubicBezTo>
                  <a:pt x="1095998" y="974268"/>
                  <a:pt x="1103679" y="967402"/>
                  <a:pt x="1112058" y="967402"/>
                </a:cubicBezTo>
                <a:close/>
                <a:moveTo>
                  <a:pt x="1047704" y="967402"/>
                </a:moveTo>
                <a:cubicBezTo>
                  <a:pt x="1056199" y="967402"/>
                  <a:pt x="1063763" y="974268"/>
                  <a:pt x="1063763" y="983461"/>
                </a:cubicBezTo>
                <a:cubicBezTo>
                  <a:pt x="1063763" y="991840"/>
                  <a:pt x="1056199" y="999522"/>
                  <a:pt x="1047704" y="999522"/>
                </a:cubicBezTo>
                <a:cubicBezTo>
                  <a:pt x="1038510" y="999522"/>
                  <a:pt x="1031644" y="991840"/>
                  <a:pt x="1031644" y="983461"/>
                </a:cubicBezTo>
                <a:cubicBezTo>
                  <a:pt x="1031644" y="974268"/>
                  <a:pt x="1038510" y="967402"/>
                  <a:pt x="1047704" y="967402"/>
                </a:cubicBezTo>
                <a:close/>
                <a:moveTo>
                  <a:pt x="983349" y="967402"/>
                </a:moveTo>
                <a:cubicBezTo>
                  <a:pt x="991844" y="967402"/>
                  <a:pt x="999408" y="974268"/>
                  <a:pt x="999408" y="983461"/>
                </a:cubicBezTo>
                <a:cubicBezTo>
                  <a:pt x="999408" y="991840"/>
                  <a:pt x="991844" y="999522"/>
                  <a:pt x="983349" y="999522"/>
                </a:cubicBezTo>
                <a:cubicBezTo>
                  <a:pt x="974156" y="999522"/>
                  <a:pt x="967290" y="991840"/>
                  <a:pt x="967290" y="983461"/>
                </a:cubicBezTo>
                <a:cubicBezTo>
                  <a:pt x="967290" y="974268"/>
                  <a:pt x="974156" y="967402"/>
                  <a:pt x="983349" y="967402"/>
                </a:cubicBezTo>
                <a:close/>
                <a:moveTo>
                  <a:pt x="918995" y="967402"/>
                </a:moveTo>
                <a:cubicBezTo>
                  <a:pt x="927490" y="967402"/>
                  <a:pt x="934356" y="974268"/>
                  <a:pt x="934356" y="983461"/>
                </a:cubicBezTo>
                <a:cubicBezTo>
                  <a:pt x="934356" y="991840"/>
                  <a:pt x="927490" y="999522"/>
                  <a:pt x="918995" y="999522"/>
                </a:cubicBezTo>
                <a:cubicBezTo>
                  <a:pt x="909802" y="999522"/>
                  <a:pt x="902936" y="991840"/>
                  <a:pt x="902936" y="983461"/>
                </a:cubicBezTo>
                <a:cubicBezTo>
                  <a:pt x="902936" y="974268"/>
                  <a:pt x="909802" y="967402"/>
                  <a:pt x="918995" y="967402"/>
                </a:cubicBezTo>
                <a:close/>
                <a:moveTo>
                  <a:pt x="853944" y="967402"/>
                </a:moveTo>
                <a:cubicBezTo>
                  <a:pt x="863137" y="967402"/>
                  <a:pt x="870003" y="974268"/>
                  <a:pt x="870003" y="983461"/>
                </a:cubicBezTo>
                <a:cubicBezTo>
                  <a:pt x="870003" y="991840"/>
                  <a:pt x="863137" y="999522"/>
                  <a:pt x="853944" y="999522"/>
                </a:cubicBezTo>
                <a:cubicBezTo>
                  <a:pt x="845565" y="999522"/>
                  <a:pt x="837884" y="991840"/>
                  <a:pt x="837884" y="983461"/>
                </a:cubicBezTo>
                <a:cubicBezTo>
                  <a:pt x="837884" y="974268"/>
                  <a:pt x="845565" y="967402"/>
                  <a:pt x="853944" y="967402"/>
                </a:cubicBezTo>
                <a:close/>
                <a:moveTo>
                  <a:pt x="789590" y="967402"/>
                </a:moveTo>
                <a:cubicBezTo>
                  <a:pt x="798783" y="967402"/>
                  <a:pt x="805649" y="974268"/>
                  <a:pt x="805649" y="983461"/>
                </a:cubicBezTo>
                <a:cubicBezTo>
                  <a:pt x="805649" y="991840"/>
                  <a:pt x="798783" y="999522"/>
                  <a:pt x="789590" y="999522"/>
                </a:cubicBezTo>
                <a:cubicBezTo>
                  <a:pt x="781211" y="999522"/>
                  <a:pt x="773530" y="991840"/>
                  <a:pt x="773530" y="983461"/>
                </a:cubicBezTo>
                <a:cubicBezTo>
                  <a:pt x="773530" y="974268"/>
                  <a:pt x="781211" y="967402"/>
                  <a:pt x="789590" y="967402"/>
                </a:cubicBezTo>
                <a:close/>
                <a:moveTo>
                  <a:pt x="725235" y="967402"/>
                </a:moveTo>
                <a:cubicBezTo>
                  <a:pt x="733730" y="967402"/>
                  <a:pt x="741411" y="974268"/>
                  <a:pt x="741411" y="983461"/>
                </a:cubicBezTo>
                <a:cubicBezTo>
                  <a:pt x="741411" y="991840"/>
                  <a:pt x="733730" y="999522"/>
                  <a:pt x="725235" y="999522"/>
                </a:cubicBezTo>
                <a:cubicBezTo>
                  <a:pt x="716042" y="999522"/>
                  <a:pt x="709176" y="991840"/>
                  <a:pt x="709176" y="983461"/>
                </a:cubicBezTo>
                <a:cubicBezTo>
                  <a:pt x="709176" y="974268"/>
                  <a:pt x="716042" y="967402"/>
                  <a:pt x="725235" y="967402"/>
                </a:cubicBezTo>
                <a:close/>
                <a:moveTo>
                  <a:pt x="660998" y="967402"/>
                </a:moveTo>
                <a:cubicBezTo>
                  <a:pt x="669376" y="967402"/>
                  <a:pt x="676242" y="974268"/>
                  <a:pt x="676242" y="983461"/>
                </a:cubicBezTo>
                <a:cubicBezTo>
                  <a:pt x="676242" y="991840"/>
                  <a:pt x="669376" y="999522"/>
                  <a:pt x="660998" y="999522"/>
                </a:cubicBezTo>
                <a:cubicBezTo>
                  <a:pt x="651804" y="999522"/>
                  <a:pt x="644822" y="991840"/>
                  <a:pt x="644822" y="983461"/>
                </a:cubicBezTo>
                <a:cubicBezTo>
                  <a:pt x="644822" y="974268"/>
                  <a:pt x="651804" y="967402"/>
                  <a:pt x="660998" y="967402"/>
                </a:cubicBezTo>
                <a:close/>
                <a:moveTo>
                  <a:pt x="595829" y="967402"/>
                </a:moveTo>
                <a:cubicBezTo>
                  <a:pt x="605022" y="967402"/>
                  <a:pt x="611888" y="974268"/>
                  <a:pt x="611888" y="983461"/>
                </a:cubicBezTo>
                <a:cubicBezTo>
                  <a:pt x="611888" y="991840"/>
                  <a:pt x="605022" y="999522"/>
                  <a:pt x="595829" y="999522"/>
                </a:cubicBezTo>
                <a:cubicBezTo>
                  <a:pt x="587450" y="999522"/>
                  <a:pt x="580468" y="991840"/>
                  <a:pt x="580468" y="983461"/>
                </a:cubicBezTo>
                <a:cubicBezTo>
                  <a:pt x="580468" y="974268"/>
                  <a:pt x="587450" y="967402"/>
                  <a:pt x="595829" y="967402"/>
                </a:cubicBezTo>
                <a:close/>
                <a:moveTo>
                  <a:pt x="531474" y="967402"/>
                </a:moveTo>
                <a:cubicBezTo>
                  <a:pt x="540667" y="967402"/>
                  <a:pt x="547533" y="974268"/>
                  <a:pt x="547533" y="983461"/>
                </a:cubicBezTo>
                <a:cubicBezTo>
                  <a:pt x="547533" y="991840"/>
                  <a:pt x="540667" y="999522"/>
                  <a:pt x="531474" y="999522"/>
                </a:cubicBezTo>
                <a:cubicBezTo>
                  <a:pt x="523095" y="999522"/>
                  <a:pt x="515415" y="991840"/>
                  <a:pt x="515415" y="983461"/>
                </a:cubicBezTo>
                <a:cubicBezTo>
                  <a:pt x="515415" y="974268"/>
                  <a:pt x="523095" y="967402"/>
                  <a:pt x="531474" y="967402"/>
                </a:cubicBezTo>
                <a:close/>
                <a:moveTo>
                  <a:pt x="467120" y="967402"/>
                </a:moveTo>
                <a:cubicBezTo>
                  <a:pt x="475615" y="967402"/>
                  <a:pt x="483296" y="974268"/>
                  <a:pt x="483296" y="983461"/>
                </a:cubicBezTo>
                <a:cubicBezTo>
                  <a:pt x="483296" y="991840"/>
                  <a:pt x="475615" y="999522"/>
                  <a:pt x="467120" y="999522"/>
                </a:cubicBezTo>
                <a:cubicBezTo>
                  <a:pt x="457927" y="999522"/>
                  <a:pt x="451061" y="991840"/>
                  <a:pt x="451061" y="983461"/>
                </a:cubicBezTo>
                <a:cubicBezTo>
                  <a:pt x="451061" y="974268"/>
                  <a:pt x="457927" y="967402"/>
                  <a:pt x="467120" y="967402"/>
                </a:cubicBezTo>
                <a:close/>
                <a:moveTo>
                  <a:pt x="402882" y="967402"/>
                </a:moveTo>
                <a:cubicBezTo>
                  <a:pt x="411261" y="967402"/>
                  <a:pt x="418942" y="974268"/>
                  <a:pt x="418942" y="983461"/>
                </a:cubicBezTo>
                <a:cubicBezTo>
                  <a:pt x="418942" y="991840"/>
                  <a:pt x="411261" y="999522"/>
                  <a:pt x="402882" y="999522"/>
                </a:cubicBezTo>
                <a:cubicBezTo>
                  <a:pt x="393689" y="999522"/>
                  <a:pt x="386707" y="991840"/>
                  <a:pt x="386707" y="983461"/>
                </a:cubicBezTo>
                <a:cubicBezTo>
                  <a:pt x="386707" y="974268"/>
                  <a:pt x="393689" y="967402"/>
                  <a:pt x="402882" y="967402"/>
                </a:cubicBezTo>
                <a:close/>
                <a:moveTo>
                  <a:pt x="338529" y="967402"/>
                </a:moveTo>
                <a:cubicBezTo>
                  <a:pt x="346907" y="967402"/>
                  <a:pt x="353773" y="974268"/>
                  <a:pt x="353773" y="983461"/>
                </a:cubicBezTo>
                <a:cubicBezTo>
                  <a:pt x="353773" y="991840"/>
                  <a:pt x="346907" y="999522"/>
                  <a:pt x="338529" y="999522"/>
                </a:cubicBezTo>
                <a:cubicBezTo>
                  <a:pt x="329335" y="999522"/>
                  <a:pt x="322469" y="991840"/>
                  <a:pt x="322469" y="983461"/>
                </a:cubicBezTo>
                <a:cubicBezTo>
                  <a:pt x="322469" y="974268"/>
                  <a:pt x="329335" y="967402"/>
                  <a:pt x="338529" y="967402"/>
                </a:cubicBezTo>
                <a:close/>
                <a:moveTo>
                  <a:pt x="273360" y="967402"/>
                </a:moveTo>
                <a:cubicBezTo>
                  <a:pt x="282553" y="967402"/>
                  <a:pt x="289536" y="974268"/>
                  <a:pt x="289536" y="983461"/>
                </a:cubicBezTo>
                <a:cubicBezTo>
                  <a:pt x="289536" y="991840"/>
                  <a:pt x="282553" y="999522"/>
                  <a:pt x="273360" y="999522"/>
                </a:cubicBezTo>
                <a:cubicBezTo>
                  <a:pt x="264981" y="999522"/>
                  <a:pt x="257301" y="991840"/>
                  <a:pt x="257301" y="983461"/>
                </a:cubicBezTo>
                <a:cubicBezTo>
                  <a:pt x="257301" y="974268"/>
                  <a:pt x="264981" y="967402"/>
                  <a:pt x="273360" y="967402"/>
                </a:cubicBezTo>
                <a:close/>
                <a:moveTo>
                  <a:pt x="209122" y="967402"/>
                </a:moveTo>
                <a:cubicBezTo>
                  <a:pt x="217501" y="967402"/>
                  <a:pt x="225182" y="974268"/>
                  <a:pt x="225182" y="983461"/>
                </a:cubicBezTo>
                <a:cubicBezTo>
                  <a:pt x="225182" y="991840"/>
                  <a:pt x="217501" y="999522"/>
                  <a:pt x="209122" y="999522"/>
                </a:cubicBezTo>
                <a:cubicBezTo>
                  <a:pt x="200627" y="999522"/>
                  <a:pt x="192947" y="991840"/>
                  <a:pt x="192947" y="983461"/>
                </a:cubicBezTo>
                <a:cubicBezTo>
                  <a:pt x="192947" y="974268"/>
                  <a:pt x="200627" y="967402"/>
                  <a:pt x="209122" y="967402"/>
                </a:cubicBezTo>
                <a:close/>
                <a:moveTo>
                  <a:pt x="144767" y="967402"/>
                </a:moveTo>
                <a:cubicBezTo>
                  <a:pt x="153146" y="967402"/>
                  <a:pt x="160827" y="974268"/>
                  <a:pt x="160827" y="983461"/>
                </a:cubicBezTo>
                <a:cubicBezTo>
                  <a:pt x="160827" y="991840"/>
                  <a:pt x="153146" y="999522"/>
                  <a:pt x="144767" y="999522"/>
                </a:cubicBezTo>
                <a:cubicBezTo>
                  <a:pt x="135574" y="999522"/>
                  <a:pt x="128592" y="991840"/>
                  <a:pt x="128592" y="983461"/>
                </a:cubicBezTo>
                <a:cubicBezTo>
                  <a:pt x="128592" y="974268"/>
                  <a:pt x="135574" y="967402"/>
                  <a:pt x="144767" y="967402"/>
                </a:cubicBezTo>
                <a:close/>
                <a:moveTo>
                  <a:pt x="3628036" y="903048"/>
                </a:moveTo>
                <a:cubicBezTo>
                  <a:pt x="3636414" y="903048"/>
                  <a:pt x="3644095" y="909914"/>
                  <a:pt x="3644095" y="918292"/>
                </a:cubicBezTo>
                <a:cubicBezTo>
                  <a:pt x="3644095" y="927486"/>
                  <a:pt x="3636414" y="934469"/>
                  <a:pt x="3628036" y="934469"/>
                </a:cubicBezTo>
                <a:cubicBezTo>
                  <a:pt x="3618842" y="934469"/>
                  <a:pt x="3611976" y="927486"/>
                  <a:pt x="3611976" y="918292"/>
                </a:cubicBezTo>
                <a:cubicBezTo>
                  <a:pt x="3611976" y="909914"/>
                  <a:pt x="3618842" y="903048"/>
                  <a:pt x="3628036" y="903048"/>
                </a:cubicBezTo>
                <a:close/>
                <a:moveTo>
                  <a:pt x="3563682" y="903048"/>
                </a:moveTo>
                <a:cubicBezTo>
                  <a:pt x="3572061" y="903048"/>
                  <a:pt x="3579742" y="909914"/>
                  <a:pt x="3579742" y="919107"/>
                </a:cubicBezTo>
                <a:cubicBezTo>
                  <a:pt x="3579742" y="927486"/>
                  <a:pt x="3572061" y="934469"/>
                  <a:pt x="3563682" y="934469"/>
                </a:cubicBezTo>
                <a:cubicBezTo>
                  <a:pt x="3554488" y="934469"/>
                  <a:pt x="3547622" y="927486"/>
                  <a:pt x="3547622" y="919107"/>
                </a:cubicBezTo>
                <a:cubicBezTo>
                  <a:pt x="3547622" y="909914"/>
                  <a:pt x="3554488" y="903048"/>
                  <a:pt x="3563682" y="903048"/>
                </a:cubicBezTo>
                <a:close/>
                <a:moveTo>
                  <a:pt x="3498629" y="903048"/>
                </a:moveTo>
                <a:cubicBezTo>
                  <a:pt x="3507706" y="903048"/>
                  <a:pt x="3514688" y="909914"/>
                  <a:pt x="3514688" y="919107"/>
                </a:cubicBezTo>
                <a:cubicBezTo>
                  <a:pt x="3514688" y="927486"/>
                  <a:pt x="3507706" y="934469"/>
                  <a:pt x="3498629" y="934469"/>
                </a:cubicBezTo>
                <a:cubicBezTo>
                  <a:pt x="3490133" y="934469"/>
                  <a:pt x="3483267" y="927486"/>
                  <a:pt x="3483267" y="919107"/>
                </a:cubicBezTo>
                <a:cubicBezTo>
                  <a:pt x="3483267" y="909914"/>
                  <a:pt x="3490133" y="903048"/>
                  <a:pt x="3498629" y="903048"/>
                </a:cubicBezTo>
                <a:close/>
                <a:moveTo>
                  <a:pt x="3434275" y="903048"/>
                </a:moveTo>
                <a:cubicBezTo>
                  <a:pt x="3443468" y="903048"/>
                  <a:pt x="3450334" y="909914"/>
                  <a:pt x="3450334" y="918292"/>
                </a:cubicBezTo>
                <a:cubicBezTo>
                  <a:pt x="3450334" y="927486"/>
                  <a:pt x="3443468" y="934469"/>
                  <a:pt x="3434275" y="934469"/>
                </a:cubicBezTo>
                <a:cubicBezTo>
                  <a:pt x="3425780" y="934469"/>
                  <a:pt x="3418099" y="927486"/>
                  <a:pt x="3418099" y="918292"/>
                </a:cubicBezTo>
                <a:cubicBezTo>
                  <a:pt x="3418099" y="909914"/>
                  <a:pt x="3425780" y="903048"/>
                  <a:pt x="3434275" y="903048"/>
                </a:cubicBezTo>
                <a:close/>
                <a:moveTo>
                  <a:pt x="3369921" y="903048"/>
                </a:moveTo>
                <a:cubicBezTo>
                  <a:pt x="3379115" y="903048"/>
                  <a:pt x="3385981" y="909914"/>
                  <a:pt x="3385981" y="919107"/>
                </a:cubicBezTo>
                <a:cubicBezTo>
                  <a:pt x="3385981" y="927486"/>
                  <a:pt x="3379115" y="934469"/>
                  <a:pt x="3369921" y="934469"/>
                </a:cubicBezTo>
                <a:cubicBezTo>
                  <a:pt x="3361426" y="934469"/>
                  <a:pt x="3353862" y="927486"/>
                  <a:pt x="3353862" y="919107"/>
                </a:cubicBezTo>
                <a:cubicBezTo>
                  <a:pt x="3353862" y="909914"/>
                  <a:pt x="3361426" y="903048"/>
                  <a:pt x="3369921" y="903048"/>
                </a:cubicBezTo>
                <a:close/>
                <a:moveTo>
                  <a:pt x="3305567" y="903048"/>
                </a:moveTo>
                <a:cubicBezTo>
                  <a:pt x="3313946" y="903048"/>
                  <a:pt x="3321627" y="909914"/>
                  <a:pt x="3321627" y="919107"/>
                </a:cubicBezTo>
                <a:cubicBezTo>
                  <a:pt x="3321627" y="927486"/>
                  <a:pt x="3313946" y="934469"/>
                  <a:pt x="3305567" y="934469"/>
                </a:cubicBezTo>
                <a:cubicBezTo>
                  <a:pt x="3296374" y="934469"/>
                  <a:pt x="3289508" y="927486"/>
                  <a:pt x="3289508" y="919107"/>
                </a:cubicBezTo>
                <a:cubicBezTo>
                  <a:pt x="3289508" y="909914"/>
                  <a:pt x="3296374" y="903048"/>
                  <a:pt x="3305567" y="903048"/>
                </a:cubicBezTo>
                <a:close/>
                <a:moveTo>
                  <a:pt x="3241213" y="903048"/>
                </a:moveTo>
                <a:cubicBezTo>
                  <a:pt x="3249708" y="903048"/>
                  <a:pt x="3256574" y="909914"/>
                  <a:pt x="3256574" y="919107"/>
                </a:cubicBezTo>
                <a:cubicBezTo>
                  <a:pt x="3256574" y="927486"/>
                  <a:pt x="3249708" y="934469"/>
                  <a:pt x="3241213" y="934469"/>
                </a:cubicBezTo>
                <a:cubicBezTo>
                  <a:pt x="3232020" y="934469"/>
                  <a:pt x="3225154" y="927486"/>
                  <a:pt x="3225154" y="919107"/>
                </a:cubicBezTo>
                <a:cubicBezTo>
                  <a:pt x="3225154" y="909914"/>
                  <a:pt x="3232020" y="903048"/>
                  <a:pt x="3241213" y="903048"/>
                </a:cubicBezTo>
                <a:close/>
                <a:moveTo>
                  <a:pt x="3176161" y="903048"/>
                </a:moveTo>
                <a:cubicBezTo>
                  <a:pt x="3185354" y="903048"/>
                  <a:pt x="3192220" y="909914"/>
                  <a:pt x="3192220" y="919107"/>
                </a:cubicBezTo>
                <a:cubicBezTo>
                  <a:pt x="3192220" y="927486"/>
                  <a:pt x="3185354" y="934469"/>
                  <a:pt x="3176161" y="934469"/>
                </a:cubicBezTo>
                <a:cubicBezTo>
                  <a:pt x="3167666" y="934469"/>
                  <a:pt x="3160800" y="927486"/>
                  <a:pt x="3160102" y="919107"/>
                </a:cubicBezTo>
                <a:cubicBezTo>
                  <a:pt x="3160102" y="909914"/>
                  <a:pt x="3167666" y="903048"/>
                  <a:pt x="3176161" y="903048"/>
                </a:cubicBezTo>
                <a:close/>
                <a:moveTo>
                  <a:pt x="3111806" y="903048"/>
                </a:moveTo>
                <a:cubicBezTo>
                  <a:pt x="3121000" y="903048"/>
                  <a:pt x="3127866" y="909914"/>
                  <a:pt x="3127866" y="919107"/>
                </a:cubicBezTo>
                <a:cubicBezTo>
                  <a:pt x="3127866" y="927486"/>
                  <a:pt x="3121000" y="934469"/>
                  <a:pt x="3111806" y="934469"/>
                </a:cubicBezTo>
                <a:cubicBezTo>
                  <a:pt x="3103427" y="934469"/>
                  <a:pt x="3095747" y="927486"/>
                  <a:pt x="3095747" y="919107"/>
                </a:cubicBezTo>
                <a:cubicBezTo>
                  <a:pt x="3095747" y="909914"/>
                  <a:pt x="3103427" y="903048"/>
                  <a:pt x="3111806" y="903048"/>
                </a:cubicBezTo>
                <a:close/>
                <a:moveTo>
                  <a:pt x="3047452" y="903048"/>
                </a:moveTo>
                <a:cubicBezTo>
                  <a:pt x="3055831" y="903048"/>
                  <a:pt x="3063512" y="909914"/>
                  <a:pt x="3063512" y="919107"/>
                </a:cubicBezTo>
                <a:cubicBezTo>
                  <a:pt x="3063512" y="927486"/>
                  <a:pt x="3055831" y="934469"/>
                  <a:pt x="3047452" y="934469"/>
                </a:cubicBezTo>
                <a:cubicBezTo>
                  <a:pt x="3038259" y="934469"/>
                  <a:pt x="3031393" y="927486"/>
                  <a:pt x="3031393" y="919107"/>
                </a:cubicBezTo>
                <a:cubicBezTo>
                  <a:pt x="3031393" y="909914"/>
                  <a:pt x="3038259" y="903048"/>
                  <a:pt x="3047452" y="903048"/>
                </a:cubicBezTo>
                <a:close/>
                <a:moveTo>
                  <a:pt x="2983099" y="903048"/>
                </a:moveTo>
                <a:cubicBezTo>
                  <a:pt x="2991594" y="903048"/>
                  <a:pt x="2999158" y="909914"/>
                  <a:pt x="2999158" y="919107"/>
                </a:cubicBezTo>
                <a:cubicBezTo>
                  <a:pt x="2999158" y="927486"/>
                  <a:pt x="2991594" y="934469"/>
                  <a:pt x="2983099" y="934469"/>
                </a:cubicBezTo>
                <a:cubicBezTo>
                  <a:pt x="2973905" y="934469"/>
                  <a:pt x="2967039" y="927486"/>
                  <a:pt x="2967039" y="919107"/>
                </a:cubicBezTo>
                <a:cubicBezTo>
                  <a:pt x="2967039" y="909914"/>
                  <a:pt x="2973905" y="903048"/>
                  <a:pt x="2983099" y="903048"/>
                </a:cubicBezTo>
                <a:close/>
                <a:moveTo>
                  <a:pt x="2918046" y="903048"/>
                </a:moveTo>
                <a:cubicBezTo>
                  <a:pt x="2927240" y="903048"/>
                  <a:pt x="2934106" y="909914"/>
                  <a:pt x="2934106" y="919107"/>
                </a:cubicBezTo>
                <a:cubicBezTo>
                  <a:pt x="2934106" y="927486"/>
                  <a:pt x="2927240" y="934469"/>
                  <a:pt x="2918046" y="934469"/>
                </a:cubicBezTo>
                <a:cubicBezTo>
                  <a:pt x="2909551" y="934469"/>
                  <a:pt x="2902685" y="927486"/>
                  <a:pt x="2902685" y="919107"/>
                </a:cubicBezTo>
                <a:cubicBezTo>
                  <a:pt x="2902685" y="909914"/>
                  <a:pt x="2909551" y="903048"/>
                  <a:pt x="2918046" y="903048"/>
                </a:cubicBezTo>
                <a:close/>
                <a:moveTo>
                  <a:pt x="2853692" y="903048"/>
                </a:moveTo>
                <a:cubicBezTo>
                  <a:pt x="2862886" y="903048"/>
                  <a:pt x="2869752" y="909914"/>
                  <a:pt x="2869752" y="918292"/>
                </a:cubicBezTo>
                <a:cubicBezTo>
                  <a:pt x="2869752" y="927486"/>
                  <a:pt x="2862886" y="934469"/>
                  <a:pt x="2853692" y="934469"/>
                </a:cubicBezTo>
                <a:cubicBezTo>
                  <a:pt x="2845313" y="934469"/>
                  <a:pt x="2837633" y="927486"/>
                  <a:pt x="2837633" y="918292"/>
                </a:cubicBezTo>
                <a:cubicBezTo>
                  <a:pt x="2837633" y="909914"/>
                  <a:pt x="2845313" y="903048"/>
                  <a:pt x="2853692" y="903048"/>
                </a:cubicBezTo>
                <a:close/>
                <a:moveTo>
                  <a:pt x="2789338" y="903048"/>
                </a:moveTo>
                <a:cubicBezTo>
                  <a:pt x="2798532" y="903048"/>
                  <a:pt x="2805398" y="909914"/>
                  <a:pt x="2805398" y="919107"/>
                </a:cubicBezTo>
                <a:cubicBezTo>
                  <a:pt x="2805398" y="927486"/>
                  <a:pt x="2798532" y="934469"/>
                  <a:pt x="2789338" y="934469"/>
                </a:cubicBezTo>
                <a:cubicBezTo>
                  <a:pt x="2780959" y="934469"/>
                  <a:pt x="2773279" y="927486"/>
                  <a:pt x="2773279" y="919107"/>
                </a:cubicBezTo>
                <a:cubicBezTo>
                  <a:pt x="2773279" y="909914"/>
                  <a:pt x="2780959" y="903048"/>
                  <a:pt x="2789338" y="903048"/>
                </a:cubicBezTo>
                <a:close/>
                <a:moveTo>
                  <a:pt x="2724984" y="903048"/>
                </a:moveTo>
                <a:cubicBezTo>
                  <a:pt x="2733479" y="903048"/>
                  <a:pt x="2741159" y="909914"/>
                  <a:pt x="2741159" y="919107"/>
                </a:cubicBezTo>
                <a:cubicBezTo>
                  <a:pt x="2741159" y="927486"/>
                  <a:pt x="2733479" y="934469"/>
                  <a:pt x="2724984" y="934469"/>
                </a:cubicBezTo>
                <a:cubicBezTo>
                  <a:pt x="2715790" y="934469"/>
                  <a:pt x="2708924" y="927486"/>
                  <a:pt x="2708924" y="918292"/>
                </a:cubicBezTo>
                <a:cubicBezTo>
                  <a:pt x="2708924" y="909914"/>
                  <a:pt x="2715790" y="903048"/>
                  <a:pt x="2724984" y="903048"/>
                </a:cubicBezTo>
                <a:close/>
                <a:moveTo>
                  <a:pt x="2659931" y="903048"/>
                </a:moveTo>
                <a:cubicBezTo>
                  <a:pt x="2669125" y="903048"/>
                  <a:pt x="2675991" y="909914"/>
                  <a:pt x="2675991" y="918292"/>
                </a:cubicBezTo>
                <a:cubicBezTo>
                  <a:pt x="2675991" y="927486"/>
                  <a:pt x="2669125" y="934469"/>
                  <a:pt x="2659931" y="934469"/>
                </a:cubicBezTo>
                <a:cubicBezTo>
                  <a:pt x="2651553" y="934469"/>
                  <a:pt x="2644570" y="927486"/>
                  <a:pt x="2644570" y="918292"/>
                </a:cubicBezTo>
                <a:cubicBezTo>
                  <a:pt x="2644570" y="909914"/>
                  <a:pt x="2651553" y="903048"/>
                  <a:pt x="2659931" y="903048"/>
                </a:cubicBezTo>
                <a:close/>
                <a:moveTo>
                  <a:pt x="2595577" y="903048"/>
                </a:moveTo>
                <a:cubicBezTo>
                  <a:pt x="2604771" y="903048"/>
                  <a:pt x="2611637" y="909914"/>
                  <a:pt x="2611637" y="919107"/>
                </a:cubicBezTo>
                <a:cubicBezTo>
                  <a:pt x="2611637" y="927486"/>
                  <a:pt x="2604771" y="934469"/>
                  <a:pt x="2595577" y="934469"/>
                </a:cubicBezTo>
                <a:cubicBezTo>
                  <a:pt x="2587198" y="934469"/>
                  <a:pt x="2580216" y="927486"/>
                  <a:pt x="2579518" y="919107"/>
                </a:cubicBezTo>
                <a:cubicBezTo>
                  <a:pt x="2579518" y="909914"/>
                  <a:pt x="2587198" y="903048"/>
                  <a:pt x="2595577" y="903048"/>
                </a:cubicBezTo>
                <a:close/>
                <a:moveTo>
                  <a:pt x="2531224" y="903048"/>
                </a:moveTo>
                <a:cubicBezTo>
                  <a:pt x="2539719" y="903048"/>
                  <a:pt x="2547283" y="909914"/>
                  <a:pt x="2547283" y="919107"/>
                </a:cubicBezTo>
                <a:cubicBezTo>
                  <a:pt x="2547283" y="927486"/>
                  <a:pt x="2539719" y="934469"/>
                  <a:pt x="2531224" y="934469"/>
                </a:cubicBezTo>
                <a:cubicBezTo>
                  <a:pt x="2522845" y="934469"/>
                  <a:pt x="2515164" y="927486"/>
                  <a:pt x="2515164" y="919107"/>
                </a:cubicBezTo>
                <a:cubicBezTo>
                  <a:pt x="2515164" y="909914"/>
                  <a:pt x="2522845" y="903048"/>
                  <a:pt x="2531224" y="903048"/>
                </a:cubicBezTo>
                <a:close/>
                <a:moveTo>
                  <a:pt x="2466869" y="903048"/>
                </a:moveTo>
                <a:cubicBezTo>
                  <a:pt x="2475364" y="903048"/>
                  <a:pt x="2483044" y="909914"/>
                  <a:pt x="2483044" y="919107"/>
                </a:cubicBezTo>
                <a:cubicBezTo>
                  <a:pt x="2483044" y="927486"/>
                  <a:pt x="2475364" y="934469"/>
                  <a:pt x="2466869" y="934469"/>
                </a:cubicBezTo>
                <a:cubicBezTo>
                  <a:pt x="2457675" y="934469"/>
                  <a:pt x="2450809" y="927486"/>
                  <a:pt x="2450809" y="919107"/>
                </a:cubicBezTo>
                <a:cubicBezTo>
                  <a:pt x="2450809" y="909914"/>
                  <a:pt x="2457675" y="903048"/>
                  <a:pt x="2466869" y="903048"/>
                </a:cubicBezTo>
                <a:close/>
                <a:moveTo>
                  <a:pt x="2402631" y="903048"/>
                </a:moveTo>
                <a:cubicBezTo>
                  <a:pt x="2411010" y="903048"/>
                  <a:pt x="2418690" y="909914"/>
                  <a:pt x="2418690" y="919107"/>
                </a:cubicBezTo>
                <a:cubicBezTo>
                  <a:pt x="2418690" y="927486"/>
                  <a:pt x="2411010" y="934469"/>
                  <a:pt x="2402631" y="934469"/>
                </a:cubicBezTo>
                <a:cubicBezTo>
                  <a:pt x="2393438" y="934469"/>
                  <a:pt x="2386455" y="927486"/>
                  <a:pt x="2386455" y="919107"/>
                </a:cubicBezTo>
                <a:cubicBezTo>
                  <a:pt x="2386455" y="909914"/>
                  <a:pt x="2393438" y="903048"/>
                  <a:pt x="2402631" y="903048"/>
                </a:cubicBezTo>
                <a:close/>
                <a:moveTo>
                  <a:pt x="2337462" y="903048"/>
                </a:moveTo>
                <a:cubicBezTo>
                  <a:pt x="2346656" y="903048"/>
                  <a:pt x="2353522" y="909914"/>
                  <a:pt x="2353522" y="919107"/>
                </a:cubicBezTo>
                <a:cubicBezTo>
                  <a:pt x="2353522" y="927486"/>
                  <a:pt x="2346656" y="934469"/>
                  <a:pt x="2337462" y="934469"/>
                </a:cubicBezTo>
                <a:cubicBezTo>
                  <a:pt x="2329084" y="934469"/>
                  <a:pt x="2322218" y="927486"/>
                  <a:pt x="2322218" y="919107"/>
                </a:cubicBezTo>
                <a:cubicBezTo>
                  <a:pt x="2322218" y="909914"/>
                  <a:pt x="2329084" y="903048"/>
                  <a:pt x="2337462" y="903048"/>
                </a:cubicBezTo>
                <a:close/>
                <a:moveTo>
                  <a:pt x="2273109" y="903048"/>
                </a:moveTo>
                <a:cubicBezTo>
                  <a:pt x="2282302" y="903048"/>
                  <a:pt x="2289284" y="909914"/>
                  <a:pt x="2289284" y="919107"/>
                </a:cubicBezTo>
                <a:cubicBezTo>
                  <a:pt x="2289284" y="927486"/>
                  <a:pt x="2282302" y="934469"/>
                  <a:pt x="2273109" y="934469"/>
                </a:cubicBezTo>
                <a:cubicBezTo>
                  <a:pt x="2264730" y="934469"/>
                  <a:pt x="2257049" y="927486"/>
                  <a:pt x="2257049" y="919107"/>
                </a:cubicBezTo>
                <a:cubicBezTo>
                  <a:pt x="2257049" y="909914"/>
                  <a:pt x="2264730" y="903048"/>
                  <a:pt x="2273109" y="903048"/>
                </a:cubicBezTo>
                <a:close/>
                <a:moveTo>
                  <a:pt x="2208755" y="903048"/>
                </a:moveTo>
                <a:cubicBezTo>
                  <a:pt x="2217948" y="903048"/>
                  <a:pt x="2224930" y="909914"/>
                  <a:pt x="2224930" y="919107"/>
                </a:cubicBezTo>
                <a:cubicBezTo>
                  <a:pt x="2224930" y="927486"/>
                  <a:pt x="2217948" y="934469"/>
                  <a:pt x="2208755" y="934469"/>
                </a:cubicBezTo>
                <a:cubicBezTo>
                  <a:pt x="2199561" y="934469"/>
                  <a:pt x="2192695" y="927486"/>
                  <a:pt x="2192695" y="919107"/>
                </a:cubicBezTo>
                <a:cubicBezTo>
                  <a:pt x="2192695" y="909914"/>
                  <a:pt x="2200376" y="903048"/>
                  <a:pt x="2208755" y="903048"/>
                </a:cubicBezTo>
                <a:close/>
                <a:moveTo>
                  <a:pt x="2144517" y="903048"/>
                </a:moveTo>
                <a:cubicBezTo>
                  <a:pt x="2152896" y="903048"/>
                  <a:pt x="2160576" y="909914"/>
                  <a:pt x="2160576" y="919107"/>
                </a:cubicBezTo>
                <a:cubicBezTo>
                  <a:pt x="2160576" y="927486"/>
                  <a:pt x="2152896" y="934469"/>
                  <a:pt x="2144517" y="934469"/>
                </a:cubicBezTo>
                <a:cubicBezTo>
                  <a:pt x="2135324" y="934469"/>
                  <a:pt x="2128341" y="927486"/>
                  <a:pt x="2128341" y="919107"/>
                </a:cubicBezTo>
                <a:cubicBezTo>
                  <a:pt x="2128341" y="909914"/>
                  <a:pt x="2135324" y="903048"/>
                  <a:pt x="2144517" y="903048"/>
                </a:cubicBezTo>
                <a:close/>
                <a:moveTo>
                  <a:pt x="2080163" y="903048"/>
                </a:moveTo>
                <a:cubicBezTo>
                  <a:pt x="2088542" y="903048"/>
                  <a:pt x="2095408" y="909914"/>
                  <a:pt x="2095408" y="919107"/>
                </a:cubicBezTo>
                <a:cubicBezTo>
                  <a:pt x="2095408" y="927486"/>
                  <a:pt x="2088542" y="934469"/>
                  <a:pt x="2080163" y="934469"/>
                </a:cubicBezTo>
                <a:cubicBezTo>
                  <a:pt x="2070970" y="934469"/>
                  <a:pt x="2064104" y="927486"/>
                  <a:pt x="2064104" y="919107"/>
                </a:cubicBezTo>
                <a:cubicBezTo>
                  <a:pt x="2064104" y="909914"/>
                  <a:pt x="2070970" y="903048"/>
                  <a:pt x="2080163" y="903048"/>
                </a:cubicBezTo>
                <a:close/>
                <a:moveTo>
                  <a:pt x="2014994" y="903048"/>
                </a:moveTo>
                <a:cubicBezTo>
                  <a:pt x="2024187" y="903048"/>
                  <a:pt x="2031169" y="909914"/>
                  <a:pt x="2031169" y="919107"/>
                </a:cubicBezTo>
                <a:cubicBezTo>
                  <a:pt x="2031169" y="927486"/>
                  <a:pt x="2024187" y="934469"/>
                  <a:pt x="2014994" y="934469"/>
                </a:cubicBezTo>
                <a:cubicBezTo>
                  <a:pt x="2006615" y="934469"/>
                  <a:pt x="1998934" y="927486"/>
                  <a:pt x="1998934" y="919107"/>
                </a:cubicBezTo>
                <a:cubicBezTo>
                  <a:pt x="1998934" y="909914"/>
                  <a:pt x="2006615" y="903048"/>
                  <a:pt x="2014994" y="903048"/>
                </a:cubicBezTo>
                <a:close/>
                <a:moveTo>
                  <a:pt x="1950756" y="903048"/>
                </a:moveTo>
                <a:cubicBezTo>
                  <a:pt x="1959135" y="903048"/>
                  <a:pt x="1966815" y="909914"/>
                  <a:pt x="1966815" y="919107"/>
                </a:cubicBezTo>
                <a:cubicBezTo>
                  <a:pt x="1966815" y="927486"/>
                  <a:pt x="1959135" y="934469"/>
                  <a:pt x="1950756" y="934469"/>
                </a:cubicBezTo>
                <a:cubicBezTo>
                  <a:pt x="1942261" y="934469"/>
                  <a:pt x="1934580" y="927486"/>
                  <a:pt x="1934580" y="919107"/>
                </a:cubicBezTo>
                <a:cubicBezTo>
                  <a:pt x="1934580" y="909914"/>
                  <a:pt x="1942261" y="903048"/>
                  <a:pt x="1950756" y="903048"/>
                </a:cubicBezTo>
                <a:close/>
                <a:moveTo>
                  <a:pt x="1886402" y="903048"/>
                </a:moveTo>
                <a:cubicBezTo>
                  <a:pt x="1894781" y="903048"/>
                  <a:pt x="1902461" y="909914"/>
                  <a:pt x="1902461" y="919107"/>
                </a:cubicBezTo>
                <a:cubicBezTo>
                  <a:pt x="1902461" y="927486"/>
                  <a:pt x="1894781" y="934469"/>
                  <a:pt x="1886402" y="934469"/>
                </a:cubicBezTo>
                <a:cubicBezTo>
                  <a:pt x="1877209" y="934469"/>
                  <a:pt x="1870343" y="927486"/>
                  <a:pt x="1870343" y="919107"/>
                </a:cubicBezTo>
                <a:cubicBezTo>
                  <a:pt x="1870343" y="909914"/>
                  <a:pt x="1877209" y="903048"/>
                  <a:pt x="1886402" y="903048"/>
                </a:cubicBezTo>
                <a:close/>
                <a:moveTo>
                  <a:pt x="1822048" y="903048"/>
                </a:moveTo>
                <a:cubicBezTo>
                  <a:pt x="1830427" y="903048"/>
                  <a:pt x="1838108" y="909914"/>
                  <a:pt x="1838108" y="919107"/>
                </a:cubicBezTo>
                <a:cubicBezTo>
                  <a:pt x="1838108" y="927486"/>
                  <a:pt x="1830427" y="934469"/>
                  <a:pt x="1822048" y="934469"/>
                </a:cubicBezTo>
                <a:cubicBezTo>
                  <a:pt x="1812855" y="934469"/>
                  <a:pt x="1805989" y="927486"/>
                  <a:pt x="1805989" y="919107"/>
                </a:cubicBezTo>
                <a:cubicBezTo>
                  <a:pt x="1805989" y="909914"/>
                  <a:pt x="1812855" y="903048"/>
                  <a:pt x="1822048" y="903048"/>
                </a:cubicBezTo>
                <a:close/>
                <a:moveTo>
                  <a:pt x="1756879" y="903048"/>
                </a:moveTo>
                <a:cubicBezTo>
                  <a:pt x="1766073" y="903048"/>
                  <a:pt x="1773055" y="909914"/>
                  <a:pt x="1773055" y="919107"/>
                </a:cubicBezTo>
                <a:cubicBezTo>
                  <a:pt x="1773055" y="927486"/>
                  <a:pt x="1766073" y="934469"/>
                  <a:pt x="1756879" y="934469"/>
                </a:cubicBezTo>
                <a:cubicBezTo>
                  <a:pt x="1748501" y="934469"/>
                  <a:pt x="1741635" y="927486"/>
                  <a:pt x="1741635" y="919107"/>
                </a:cubicBezTo>
                <a:cubicBezTo>
                  <a:pt x="1741635" y="909914"/>
                  <a:pt x="1748501" y="903048"/>
                  <a:pt x="1756879" y="903048"/>
                </a:cubicBezTo>
                <a:close/>
                <a:moveTo>
                  <a:pt x="1692642" y="903048"/>
                </a:moveTo>
                <a:cubicBezTo>
                  <a:pt x="1701835" y="903048"/>
                  <a:pt x="1708701" y="909914"/>
                  <a:pt x="1708701" y="919107"/>
                </a:cubicBezTo>
                <a:cubicBezTo>
                  <a:pt x="1708701" y="927486"/>
                  <a:pt x="1701835" y="934469"/>
                  <a:pt x="1692642" y="934469"/>
                </a:cubicBezTo>
                <a:cubicBezTo>
                  <a:pt x="1684147" y="934469"/>
                  <a:pt x="1676466" y="927486"/>
                  <a:pt x="1676466" y="919107"/>
                </a:cubicBezTo>
                <a:cubicBezTo>
                  <a:pt x="1676466" y="909914"/>
                  <a:pt x="1684147" y="903048"/>
                  <a:pt x="1692642" y="903048"/>
                </a:cubicBezTo>
                <a:close/>
                <a:moveTo>
                  <a:pt x="1628287" y="903048"/>
                </a:moveTo>
                <a:cubicBezTo>
                  <a:pt x="1636666" y="903048"/>
                  <a:pt x="1644346" y="909914"/>
                  <a:pt x="1644346" y="919107"/>
                </a:cubicBezTo>
                <a:cubicBezTo>
                  <a:pt x="1644346" y="927486"/>
                  <a:pt x="1636666" y="934469"/>
                  <a:pt x="1628287" y="934469"/>
                </a:cubicBezTo>
                <a:cubicBezTo>
                  <a:pt x="1619094" y="934469"/>
                  <a:pt x="1612228" y="927486"/>
                  <a:pt x="1612228" y="919107"/>
                </a:cubicBezTo>
                <a:cubicBezTo>
                  <a:pt x="1612228" y="909914"/>
                  <a:pt x="1619094" y="903048"/>
                  <a:pt x="1628287" y="903048"/>
                </a:cubicBezTo>
                <a:close/>
                <a:moveTo>
                  <a:pt x="1563933" y="903048"/>
                </a:moveTo>
                <a:cubicBezTo>
                  <a:pt x="1572312" y="903048"/>
                  <a:pt x="1579993" y="909914"/>
                  <a:pt x="1579993" y="919107"/>
                </a:cubicBezTo>
                <a:cubicBezTo>
                  <a:pt x="1579993" y="927486"/>
                  <a:pt x="1572312" y="934469"/>
                  <a:pt x="1563933" y="934469"/>
                </a:cubicBezTo>
                <a:cubicBezTo>
                  <a:pt x="1554740" y="934469"/>
                  <a:pt x="1547874" y="927486"/>
                  <a:pt x="1547874" y="919107"/>
                </a:cubicBezTo>
                <a:cubicBezTo>
                  <a:pt x="1547874" y="909914"/>
                  <a:pt x="1554740" y="903048"/>
                  <a:pt x="1563933" y="903048"/>
                </a:cubicBezTo>
                <a:close/>
                <a:moveTo>
                  <a:pt x="1499579" y="903048"/>
                </a:moveTo>
                <a:cubicBezTo>
                  <a:pt x="1508074" y="903048"/>
                  <a:pt x="1514940" y="909914"/>
                  <a:pt x="1514940" y="919107"/>
                </a:cubicBezTo>
                <a:cubicBezTo>
                  <a:pt x="1514940" y="927486"/>
                  <a:pt x="1508074" y="934469"/>
                  <a:pt x="1499579" y="934469"/>
                </a:cubicBezTo>
                <a:cubicBezTo>
                  <a:pt x="1490386" y="934469"/>
                  <a:pt x="1483520" y="927486"/>
                  <a:pt x="1483520" y="919107"/>
                </a:cubicBezTo>
                <a:cubicBezTo>
                  <a:pt x="1483520" y="909914"/>
                  <a:pt x="1490386" y="903048"/>
                  <a:pt x="1499579" y="903048"/>
                </a:cubicBezTo>
                <a:close/>
                <a:moveTo>
                  <a:pt x="1434527" y="903048"/>
                </a:moveTo>
                <a:cubicBezTo>
                  <a:pt x="1443720" y="903048"/>
                  <a:pt x="1450586" y="909914"/>
                  <a:pt x="1450586" y="919107"/>
                </a:cubicBezTo>
                <a:cubicBezTo>
                  <a:pt x="1450586" y="927486"/>
                  <a:pt x="1443720" y="934469"/>
                  <a:pt x="1434527" y="934469"/>
                </a:cubicBezTo>
                <a:cubicBezTo>
                  <a:pt x="1426032" y="934469"/>
                  <a:pt x="1418351" y="927486"/>
                  <a:pt x="1418351" y="919107"/>
                </a:cubicBezTo>
                <a:cubicBezTo>
                  <a:pt x="1418351" y="909914"/>
                  <a:pt x="1426032" y="903048"/>
                  <a:pt x="1434527" y="903048"/>
                </a:cubicBezTo>
                <a:close/>
                <a:moveTo>
                  <a:pt x="1370173" y="903048"/>
                </a:moveTo>
                <a:cubicBezTo>
                  <a:pt x="1379367" y="903048"/>
                  <a:pt x="1386233" y="909914"/>
                  <a:pt x="1386233" y="919107"/>
                </a:cubicBezTo>
                <a:cubicBezTo>
                  <a:pt x="1386233" y="927486"/>
                  <a:pt x="1379367" y="934469"/>
                  <a:pt x="1370173" y="934469"/>
                </a:cubicBezTo>
                <a:cubicBezTo>
                  <a:pt x="1361678" y="934469"/>
                  <a:pt x="1354114" y="927486"/>
                  <a:pt x="1354114" y="919107"/>
                </a:cubicBezTo>
                <a:cubicBezTo>
                  <a:pt x="1354114" y="909914"/>
                  <a:pt x="1361678" y="903048"/>
                  <a:pt x="1370173" y="903048"/>
                </a:cubicBezTo>
                <a:close/>
                <a:moveTo>
                  <a:pt x="1305819" y="903048"/>
                </a:moveTo>
                <a:cubicBezTo>
                  <a:pt x="1314198" y="903048"/>
                  <a:pt x="1321879" y="909914"/>
                  <a:pt x="1321879" y="918292"/>
                </a:cubicBezTo>
                <a:cubicBezTo>
                  <a:pt x="1321879" y="927486"/>
                  <a:pt x="1314198" y="934469"/>
                  <a:pt x="1305819" y="934469"/>
                </a:cubicBezTo>
                <a:cubicBezTo>
                  <a:pt x="1296626" y="934469"/>
                  <a:pt x="1289760" y="927486"/>
                  <a:pt x="1289760" y="918292"/>
                </a:cubicBezTo>
                <a:cubicBezTo>
                  <a:pt x="1289760" y="909914"/>
                  <a:pt x="1296626" y="903048"/>
                  <a:pt x="1305819" y="903048"/>
                </a:cubicBezTo>
                <a:close/>
                <a:moveTo>
                  <a:pt x="1241465" y="903048"/>
                </a:moveTo>
                <a:cubicBezTo>
                  <a:pt x="1249960" y="903048"/>
                  <a:pt x="1256826" y="909914"/>
                  <a:pt x="1256826" y="918292"/>
                </a:cubicBezTo>
                <a:cubicBezTo>
                  <a:pt x="1256826" y="927486"/>
                  <a:pt x="1249960" y="934469"/>
                  <a:pt x="1241465" y="934469"/>
                </a:cubicBezTo>
                <a:cubicBezTo>
                  <a:pt x="1232272" y="934469"/>
                  <a:pt x="1225406" y="927486"/>
                  <a:pt x="1225406" y="918292"/>
                </a:cubicBezTo>
                <a:cubicBezTo>
                  <a:pt x="1225406" y="909914"/>
                  <a:pt x="1232272" y="903048"/>
                  <a:pt x="1241465" y="903048"/>
                </a:cubicBezTo>
                <a:close/>
                <a:moveTo>
                  <a:pt x="1176412" y="903048"/>
                </a:moveTo>
                <a:cubicBezTo>
                  <a:pt x="1185606" y="903048"/>
                  <a:pt x="1192472" y="909914"/>
                  <a:pt x="1192472" y="919107"/>
                </a:cubicBezTo>
                <a:cubicBezTo>
                  <a:pt x="1192472" y="927486"/>
                  <a:pt x="1185606" y="934469"/>
                  <a:pt x="1176412" y="934469"/>
                </a:cubicBezTo>
                <a:cubicBezTo>
                  <a:pt x="1167917" y="934469"/>
                  <a:pt x="1161051" y="927486"/>
                  <a:pt x="1161051" y="919107"/>
                </a:cubicBezTo>
                <a:cubicBezTo>
                  <a:pt x="1161051" y="909914"/>
                  <a:pt x="1167917" y="903048"/>
                  <a:pt x="1176412" y="903048"/>
                </a:cubicBezTo>
                <a:close/>
                <a:moveTo>
                  <a:pt x="1112058" y="903048"/>
                </a:moveTo>
                <a:cubicBezTo>
                  <a:pt x="1121251" y="903048"/>
                  <a:pt x="1128117" y="909914"/>
                  <a:pt x="1128117" y="919107"/>
                </a:cubicBezTo>
                <a:cubicBezTo>
                  <a:pt x="1128117" y="927486"/>
                  <a:pt x="1121251" y="934469"/>
                  <a:pt x="1112058" y="934469"/>
                </a:cubicBezTo>
                <a:cubicBezTo>
                  <a:pt x="1103679" y="934469"/>
                  <a:pt x="1095998" y="927486"/>
                  <a:pt x="1095998" y="919107"/>
                </a:cubicBezTo>
                <a:cubicBezTo>
                  <a:pt x="1095998" y="909914"/>
                  <a:pt x="1103679" y="903048"/>
                  <a:pt x="1112058" y="903048"/>
                </a:cubicBezTo>
                <a:close/>
                <a:moveTo>
                  <a:pt x="1047704" y="903048"/>
                </a:moveTo>
                <a:cubicBezTo>
                  <a:pt x="1056199" y="903048"/>
                  <a:pt x="1063763" y="909914"/>
                  <a:pt x="1063763" y="919107"/>
                </a:cubicBezTo>
                <a:cubicBezTo>
                  <a:pt x="1063763" y="927486"/>
                  <a:pt x="1056199" y="934469"/>
                  <a:pt x="1047704" y="934469"/>
                </a:cubicBezTo>
                <a:cubicBezTo>
                  <a:pt x="1038510" y="934469"/>
                  <a:pt x="1031644" y="927486"/>
                  <a:pt x="1031644" y="919107"/>
                </a:cubicBezTo>
                <a:cubicBezTo>
                  <a:pt x="1031644" y="909914"/>
                  <a:pt x="1038510" y="903048"/>
                  <a:pt x="1047704" y="903048"/>
                </a:cubicBezTo>
                <a:close/>
                <a:moveTo>
                  <a:pt x="983349" y="903048"/>
                </a:moveTo>
                <a:cubicBezTo>
                  <a:pt x="991844" y="903048"/>
                  <a:pt x="999408" y="909914"/>
                  <a:pt x="999408" y="918292"/>
                </a:cubicBezTo>
                <a:cubicBezTo>
                  <a:pt x="999408" y="927486"/>
                  <a:pt x="991844" y="934469"/>
                  <a:pt x="983349" y="934469"/>
                </a:cubicBezTo>
                <a:cubicBezTo>
                  <a:pt x="974156" y="934469"/>
                  <a:pt x="967290" y="927486"/>
                  <a:pt x="967290" y="918292"/>
                </a:cubicBezTo>
                <a:cubicBezTo>
                  <a:pt x="967290" y="909914"/>
                  <a:pt x="974156" y="903048"/>
                  <a:pt x="983349" y="903048"/>
                </a:cubicBezTo>
                <a:close/>
                <a:moveTo>
                  <a:pt x="918297" y="903048"/>
                </a:moveTo>
                <a:cubicBezTo>
                  <a:pt x="927490" y="903048"/>
                  <a:pt x="934356" y="909914"/>
                  <a:pt x="934356" y="918292"/>
                </a:cubicBezTo>
                <a:cubicBezTo>
                  <a:pt x="934356" y="927486"/>
                  <a:pt x="927490" y="934469"/>
                  <a:pt x="918297" y="934469"/>
                </a:cubicBezTo>
                <a:cubicBezTo>
                  <a:pt x="909802" y="934469"/>
                  <a:pt x="902936" y="927486"/>
                  <a:pt x="902936" y="918292"/>
                </a:cubicBezTo>
                <a:cubicBezTo>
                  <a:pt x="902936" y="909914"/>
                  <a:pt x="909802" y="903048"/>
                  <a:pt x="918297" y="903048"/>
                </a:cubicBezTo>
                <a:close/>
                <a:moveTo>
                  <a:pt x="853944" y="903048"/>
                </a:moveTo>
                <a:cubicBezTo>
                  <a:pt x="863137" y="903048"/>
                  <a:pt x="870003" y="909914"/>
                  <a:pt x="870003" y="919107"/>
                </a:cubicBezTo>
                <a:cubicBezTo>
                  <a:pt x="870003" y="927486"/>
                  <a:pt x="863137" y="934469"/>
                  <a:pt x="853944" y="934469"/>
                </a:cubicBezTo>
                <a:cubicBezTo>
                  <a:pt x="845565" y="934469"/>
                  <a:pt x="837884" y="927486"/>
                  <a:pt x="837884" y="919107"/>
                </a:cubicBezTo>
                <a:cubicBezTo>
                  <a:pt x="837884" y="909914"/>
                  <a:pt x="845565" y="903048"/>
                  <a:pt x="853944" y="903048"/>
                </a:cubicBezTo>
                <a:close/>
                <a:moveTo>
                  <a:pt x="789590" y="903048"/>
                </a:moveTo>
                <a:cubicBezTo>
                  <a:pt x="798783" y="903048"/>
                  <a:pt x="805649" y="909914"/>
                  <a:pt x="805649" y="918292"/>
                </a:cubicBezTo>
                <a:cubicBezTo>
                  <a:pt x="805649" y="927486"/>
                  <a:pt x="798783" y="934469"/>
                  <a:pt x="789590" y="934469"/>
                </a:cubicBezTo>
                <a:cubicBezTo>
                  <a:pt x="780396" y="934469"/>
                  <a:pt x="773530" y="927486"/>
                  <a:pt x="773530" y="918292"/>
                </a:cubicBezTo>
                <a:cubicBezTo>
                  <a:pt x="773530" y="909914"/>
                  <a:pt x="780396" y="903048"/>
                  <a:pt x="789590" y="903048"/>
                </a:cubicBezTo>
                <a:close/>
                <a:moveTo>
                  <a:pt x="725235" y="903048"/>
                </a:moveTo>
                <a:cubicBezTo>
                  <a:pt x="733730" y="903048"/>
                  <a:pt x="741411" y="909914"/>
                  <a:pt x="741411" y="919107"/>
                </a:cubicBezTo>
                <a:cubicBezTo>
                  <a:pt x="741411" y="927486"/>
                  <a:pt x="733730" y="934469"/>
                  <a:pt x="725235" y="934469"/>
                </a:cubicBezTo>
                <a:cubicBezTo>
                  <a:pt x="716042" y="934469"/>
                  <a:pt x="709176" y="927486"/>
                  <a:pt x="709176" y="919107"/>
                </a:cubicBezTo>
                <a:cubicBezTo>
                  <a:pt x="709176" y="909914"/>
                  <a:pt x="716042" y="903048"/>
                  <a:pt x="725235" y="903048"/>
                </a:cubicBezTo>
                <a:close/>
                <a:moveTo>
                  <a:pt x="660998" y="903048"/>
                </a:moveTo>
                <a:cubicBezTo>
                  <a:pt x="669376" y="903048"/>
                  <a:pt x="676242" y="909914"/>
                  <a:pt x="676242" y="919107"/>
                </a:cubicBezTo>
                <a:cubicBezTo>
                  <a:pt x="676242" y="927486"/>
                  <a:pt x="669376" y="934469"/>
                  <a:pt x="660998" y="934469"/>
                </a:cubicBezTo>
                <a:cubicBezTo>
                  <a:pt x="651804" y="934469"/>
                  <a:pt x="644822" y="927486"/>
                  <a:pt x="644822" y="919107"/>
                </a:cubicBezTo>
                <a:cubicBezTo>
                  <a:pt x="644822" y="909914"/>
                  <a:pt x="651804" y="903048"/>
                  <a:pt x="660998" y="903048"/>
                </a:cubicBezTo>
                <a:close/>
                <a:moveTo>
                  <a:pt x="595829" y="903048"/>
                </a:moveTo>
                <a:cubicBezTo>
                  <a:pt x="605022" y="903048"/>
                  <a:pt x="611888" y="909914"/>
                  <a:pt x="611888" y="919107"/>
                </a:cubicBezTo>
                <a:cubicBezTo>
                  <a:pt x="611888" y="927486"/>
                  <a:pt x="605022" y="934469"/>
                  <a:pt x="595829" y="934469"/>
                </a:cubicBezTo>
                <a:cubicBezTo>
                  <a:pt x="587450" y="934469"/>
                  <a:pt x="580468" y="927486"/>
                  <a:pt x="580468" y="919107"/>
                </a:cubicBezTo>
                <a:cubicBezTo>
                  <a:pt x="580468" y="909914"/>
                  <a:pt x="587450" y="903048"/>
                  <a:pt x="595829" y="903048"/>
                </a:cubicBezTo>
                <a:close/>
                <a:moveTo>
                  <a:pt x="531474" y="903048"/>
                </a:moveTo>
                <a:cubicBezTo>
                  <a:pt x="540667" y="903048"/>
                  <a:pt x="547533" y="909914"/>
                  <a:pt x="547533" y="919107"/>
                </a:cubicBezTo>
                <a:cubicBezTo>
                  <a:pt x="547533" y="927486"/>
                  <a:pt x="540667" y="934469"/>
                  <a:pt x="531474" y="934469"/>
                </a:cubicBezTo>
                <a:cubicBezTo>
                  <a:pt x="523095" y="934469"/>
                  <a:pt x="515415" y="927486"/>
                  <a:pt x="515415" y="919107"/>
                </a:cubicBezTo>
                <a:cubicBezTo>
                  <a:pt x="515415" y="909914"/>
                  <a:pt x="523095" y="903048"/>
                  <a:pt x="531474" y="903048"/>
                </a:cubicBezTo>
                <a:close/>
                <a:moveTo>
                  <a:pt x="467120" y="903048"/>
                </a:moveTo>
                <a:cubicBezTo>
                  <a:pt x="475615" y="903048"/>
                  <a:pt x="483296" y="909914"/>
                  <a:pt x="483296" y="919107"/>
                </a:cubicBezTo>
                <a:cubicBezTo>
                  <a:pt x="483296" y="927486"/>
                  <a:pt x="475615" y="934469"/>
                  <a:pt x="467120" y="934469"/>
                </a:cubicBezTo>
                <a:cubicBezTo>
                  <a:pt x="457927" y="934469"/>
                  <a:pt x="451061" y="927486"/>
                  <a:pt x="451061" y="919107"/>
                </a:cubicBezTo>
                <a:cubicBezTo>
                  <a:pt x="451061" y="909914"/>
                  <a:pt x="457927" y="903048"/>
                  <a:pt x="467120" y="903048"/>
                </a:cubicBezTo>
                <a:close/>
                <a:moveTo>
                  <a:pt x="402882" y="903048"/>
                </a:moveTo>
                <a:cubicBezTo>
                  <a:pt x="411261" y="903048"/>
                  <a:pt x="418942" y="909914"/>
                  <a:pt x="418942" y="918292"/>
                </a:cubicBezTo>
                <a:cubicBezTo>
                  <a:pt x="418942" y="927486"/>
                  <a:pt x="411261" y="934469"/>
                  <a:pt x="402882" y="934469"/>
                </a:cubicBezTo>
                <a:cubicBezTo>
                  <a:pt x="393689" y="934469"/>
                  <a:pt x="386707" y="927486"/>
                  <a:pt x="386707" y="918292"/>
                </a:cubicBezTo>
                <a:cubicBezTo>
                  <a:pt x="386707" y="909914"/>
                  <a:pt x="393689" y="903048"/>
                  <a:pt x="402882" y="903048"/>
                </a:cubicBezTo>
                <a:close/>
                <a:moveTo>
                  <a:pt x="338529" y="903048"/>
                </a:moveTo>
                <a:cubicBezTo>
                  <a:pt x="346907" y="903048"/>
                  <a:pt x="353773" y="909914"/>
                  <a:pt x="353773" y="919107"/>
                </a:cubicBezTo>
                <a:cubicBezTo>
                  <a:pt x="353773" y="927486"/>
                  <a:pt x="346907" y="934469"/>
                  <a:pt x="338529" y="934469"/>
                </a:cubicBezTo>
                <a:cubicBezTo>
                  <a:pt x="329335" y="934469"/>
                  <a:pt x="322469" y="927486"/>
                  <a:pt x="322469" y="919107"/>
                </a:cubicBezTo>
                <a:cubicBezTo>
                  <a:pt x="322469" y="909914"/>
                  <a:pt x="329335" y="903048"/>
                  <a:pt x="338529" y="903048"/>
                </a:cubicBezTo>
                <a:close/>
                <a:moveTo>
                  <a:pt x="273360" y="903048"/>
                </a:moveTo>
                <a:cubicBezTo>
                  <a:pt x="282553" y="903048"/>
                  <a:pt x="289536" y="909914"/>
                  <a:pt x="289536" y="919107"/>
                </a:cubicBezTo>
                <a:cubicBezTo>
                  <a:pt x="289536" y="927486"/>
                  <a:pt x="282553" y="934469"/>
                  <a:pt x="273360" y="934469"/>
                </a:cubicBezTo>
                <a:cubicBezTo>
                  <a:pt x="264981" y="934469"/>
                  <a:pt x="257301" y="927486"/>
                  <a:pt x="257301" y="919107"/>
                </a:cubicBezTo>
                <a:cubicBezTo>
                  <a:pt x="257301" y="909914"/>
                  <a:pt x="264981" y="903048"/>
                  <a:pt x="273360" y="903048"/>
                </a:cubicBezTo>
                <a:close/>
                <a:moveTo>
                  <a:pt x="209122" y="903048"/>
                </a:moveTo>
                <a:cubicBezTo>
                  <a:pt x="217501" y="903048"/>
                  <a:pt x="225182" y="909914"/>
                  <a:pt x="225182" y="919107"/>
                </a:cubicBezTo>
                <a:cubicBezTo>
                  <a:pt x="225182" y="927486"/>
                  <a:pt x="217501" y="934469"/>
                  <a:pt x="209122" y="934469"/>
                </a:cubicBezTo>
                <a:cubicBezTo>
                  <a:pt x="200627" y="934469"/>
                  <a:pt x="192947" y="927486"/>
                  <a:pt x="192947" y="919107"/>
                </a:cubicBezTo>
                <a:cubicBezTo>
                  <a:pt x="192947" y="909914"/>
                  <a:pt x="200627" y="903048"/>
                  <a:pt x="209122" y="903048"/>
                </a:cubicBezTo>
                <a:close/>
                <a:moveTo>
                  <a:pt x="144767" y="903048"/>
                </a:moveTo>
                <a:cubicBezTo>
                  <a:pt x="153146" y="903048"/>
                  <a:pt x="160827" y="909914"/>
                  <a:pt x="160827" y="919107"/>
                </a:cubicBezTo>
                <a:cubicBezTo>
                  <a:pt x="160827" y="927486"/>
                  <a:pt x="153146" y="934469"/>
                  <a:pt x="144767" y="934469"/>
                </a:cubicBezTo>
                <a:cubicBezTo>
                  <a:pt x="135574" y="934469"/>
                  <a:pt x="128592" y="927486"/>
                  <a:pt x="128592" y="919107"/>
                </a:cubicBezTo>
                <a:cubicBezTo>
                  <a:pt x="128592" y="909914"/>
                  <a:pt x="135574" y="903048"/>
                  <a:pt x="144767" y="903048"/>
                </a:cubicBezTo>
                <a:close/>
                <a:moveTo>
                  <a:pt x="3434275" y="837878"/>
                </a:moveTo>
                <a:cubicBezTo>
                  <a:pt x="3443468" y="837878"/>
                  <a:pt x="3450334" y="845559"/>
                  <a:pt x="3450334" y="854055"/>
                </a:cubicBezTo>
                <a:cubicBezTo>
                  <a:pt x="3450334" y="863248"/>
                  <a:pt x="3443468" y="870114"/>
                  <a:pt x="3434275" y="870114"/>
                </a:cubicBezTo>
                <a:cubicBezTo>
                  <a:pt x="3425780" y="870114"/>
                  <a:pt x="3418099" y="863248"/>
                  <a:pt x="3418099" y="854055"/>
                </a:cubicBezTo>
                <a:cubicBezTo>
                  <a:pt x="3418099" y="845559"/>
                  <a:pt x="3425780" y="837878"/>
                  <a:pt x="3434275" y="837878"/>
                </a:cubicBezTo>
                <a:close/>
                <a:moveTo>
                  <a:pt x="3369921" y="837878"/>
                </a:moveTo>
                <a:cubicBezTo>
                  <a:pt x="3379115" y="837878"/>
                  <a:pt x="3385981" y="845559"/>
                  <a:pt x="3385981" y="854055"/>
                </a:cubicBezTo>
                <a:cubicBezTo>
                  <a:pt x="3385981" y="863248"/>
                  <a:pt x="3379115" y="870114"/>
                  <a:pt x="3369921" y="870114"/>
                </a:cubicBezTo>
                <a:cubicBezTo>
                  <a:pt x="3361426" y="870114"/>
                  <a:pt x="3353862" y="863248"/>
                  <a:pt x="3353862" y="854055"/>
                </a:cubicBezTo>
                <a:cubicBezTo>
                  <a:pt x="3353862" y="845559"/>
                  <a:pt x="3361426" y="837878"/>
                  <a:pt x="3369921" y="837878"/>
                </a:cubicBezTo>
                <a:close/>
                <a:moveTo>
                  <a:pt x="3305567" y="837878"/>
                </a:moveTo>
                <a:cubicBezTo>
                  <a:pt x="3313946" y="837878"/>
                  <a:pt x="3321627" y="845559"/>
                  <a:pt x="3321627" y="854055"/>
                </a:cubicBezTo>
                <a:cubicBezTo>
                  <a:pt x="3321627" y="863248"/>
                  <a:pt x="3313946" y="870114"/>
                  <a:pt x="3305567" y="870114"/>
                </a:cubicBezTo>
                <a:cubicBezTo>
                  <a:pt x="3296374" y="870114"/>
                  <a:pt x="3289508" y="863248"/>
                  <a:pt x="3289508" y="854055"/>
                </a:cubicBezTo>
                <a:cubicBezTo>
                  <a:pt x="3289508" y="845559"/>
                  <a:pt x="3296374" y="837878"/>
                  <a:pt x="3305567" y="837878"/>
                </a:cubicBezTo>
                <a:close/>
                <a:moveTo>
                  <a:pt x="3241213" y="837878"/>
                </a:moveTo>
                <a:cubicBezTo>
                  <a:pt x="3249708" y="837878"/>
                  <a:pt x="3256574" y="845559"/>
                  <a:pt x="3256574" y="854055"/>
                </a:cubicBezTo>
                <a:cubicBezTo>
                  <a:pt x="3256574" y="863248"/>
                  <a:pt x="3249708" y="870114"/>
                  <a:pt x="3241213" y="870114"/>
                </a:cubicBezTo>
                <a:cubicBezTo>
                  <a:pt x="3232020" y="870114"/>
                  <a:pt x="3225154" y="863248"/>
                  <a:pt x="3225154" y="854055"/>
                </a:cubicBezTo>
                <a:cubicBezTo>
                  <a:pt x="3225154" y="845559"/>
                  <a:pt x="3232020" y="837878"/>
                  <a:pt x="3241213" y="837878"/>
                </a:cubicBezTo>
                <a:close/>
                <a:moveTo>
                  <a:pt x="3176161" y="837878"/>
                </a:moveTo>
                <a:cubicBezTo>
                  <a:pt x="3185354" y="837878"/>
                  <a:pt x="3192220" y="845559"/>
                  <a:pt x="3192220" y="854055"/>
                </a:cubicBezTo>
                <a:cubicBezTo>
                  <a:pt x="3192220" y="863248"/>
                  <a:pt x="3185354" y="870114"/>
                  <a:pt x="3176161" y="870114"/>
                </a:cubicBezTo>
                <a:cubicBezTo>
                  <a:pt x="3167666" y="870114"/>
                  <a:pt x="3160800" y="863248"/>
                  <a:pt x="3160102" y="854055"/>
                </a:cubicBezTo>
                <a:cubicBezTo>
                  <a:pt x="3160102" y="845559"/>
                  <a:pt x="3167666" y="837878"/>
                  <a:pt x="3176161" y="837878"/>
                </a:cubicBezTo>
                <a:close/>
                <a:moveTo>
                  <a:pt x="3111806" y="837878"/>
                </a:moveTo>
                <a:cubicBezTo>
                  <a:pt x="3121000" y="837878"/>
                  <a:pt x="3127866" y="845559"/>
                  <a:pt x="3127866" y="854055"/>
                </a:cubicBezTo>
                <a:cubicBezTo>
                  <a:pt x="3127866" y="863248"/>
                  <a:pt x="3121000" y="870114"/>
                  <a:pt x="3111806" y="870114"/>
                </a:cubicBezTo>
                <a:cubicBezTo>
                  <a:pt x="3103427" y="870114"/>
                  <a:pt x="3095747" y="863248"/>
                  <a:pt x="3095747" y="854055"/>
                </a:cubicBezTo>
                <a:cubicBezTo>
                  <a:pt x="3095747" y="845559"/>
                  <a:pt x="3103427" y="837878"/>
                  <a:pt x="3111806" y="837878"/>
                </a:cubicBezTo>
                <a:close/>
                <a:moveTo>
                  <a:pt x="3047452" y="837878"/>
                </a:moveTo>
                <a:cubicBezTo>
                  <a:pt x="3055831" y="837878"/>
                  <a:pt x="3063512" y="845559"/>
                  <a:pt x="3063512" y="854055"/>
                </a:cubicBezTo>
                <a:cubicBezTo>
                  <a:pt x="3063512" y="863248"/>
                  <a:pt x="3055831" y="870114"/>
                  <a:pt x="3047452" y="870114"/>
                </a:cubicBezTo>
                <a:cubicBezTo>
                  <a:pt x="3038259" y="870114"/>
                  <a:pt x="3031393" y="863248"/>
                  <a:pt x="3031393" y="854055"/>
                </a:cubicBezTo>
                <a:cubicBezTo>
                  <a:pt x="3031393" y="845559"/>
                  <a:pt x="3038259" y="837878"/>
                  <a:pt x="3047452" y="837878"/>
                </a:cubicBezTo>
                <a:close/>
                <a:moveTo>
                  <a:pt x="2983099" y="837878"/>
                </a:moveTo>
                <a:cubicBezTo>
                  <a:pt x="2991594" y="837878"/>
                  <a:pt x="2999158" y="845559"/>
                  <a:pt x="2999158" y="854055"/>
                </a:cubicBezTo>
                <a:cubicBezTo>
                  <a:pt x="2999158" y="863248"/>
                  <a:pt x="2991594" y="870114"/>
                  <a:pt x="2983099" y="870114"/>
                </a:cubicBezTo>
                <a:cubicBezTo>
                  <a:pt x="2973905" y="870114"/>
                  <a:pt x="2967039" y="863248"/>
                  <a:pt x="2967039" y="854055"/>
                </a:cubicBezTo>
                <a:cubicBezTo>
                  <a:pt x="2967039" y="845559"/>
                  <a:pt x="2973905" y="837878"/>
                  <a:pt x="2983099" y="837878"/>
                </a:cubicBezTo>
                <a:close/>
                <a:moveTo>
                  <a:pt x="2918046" y="837878"/>
                </a:moveTo>
                <a:cubicBezTo>
                  <a:pt x="2927240" y="837878"/>
                  <a:pt x="2934106" y="845559"/>
                  <a:pt x="2934106" y="854055"/>
                </a:cubicBezTo>
                <a:cubicBezTo>
                  <a:pt x="2934106" y="863248"/>
                  <a:pt x="2927240" y="870114"/>
                  <a:pt x="2918046" y="870114"/>
                </a:cubicBezTo>
                <a:cubicBezTo>
                  <a:pt x="2909551" y="870114"/>
                  <a:pt x="2902685" y="863248"/>
                  <a:pt x="2902685" y="854055"/>
                </a:cubicBezTo>
                <a:cubicBezTo>
                  <a:pt x="2902685" y="845559"/>
                  <a:pt x="2909551" y="837878"/>
                  <a:pt x="2918046" y="837878"/>
                </a:cubicBezTo>
                <a:close/>
                <a:moveTo>
                  <a:pt x="2853692" y="837878"/>
                </a:moveTo>
                <a:cubicBezTo>
                  <a:pt x="2862886" y="837878"/>
                  <a:pt x="2869752" y="845559"/>
                  <a:pt x="2869752" y="854055"/>
                </a:cubicBezTo>
                <a:cubicBezTo>
                  <a:pt x="2869752" y="863248"/>
                  <a:pt x="2862886" y="870114"/>
                  <a:pt x="2853692" y="870114"/>
                </a:cubicBezTo>
                <a:cubicBezTo>
                  <a:pt x="2845313" y="870114"/>
                  <a:pt x="2837633" y="863248"/>
                  <a:pt x="2837633" y="854055"/>
                </a:cubicBezTo>
                <a:cubicBezTo>
                  <a:pt x="2837633" y="845559"/>
                  <a:pt x="2845313" y="837878"/>
                  <a:pt x="2853692" y="837878"/>
                </a:cubicBezTo>
                <a:close/>
                <a:moveTo>
                  <a:pt x="2789338" y="837878"/>
                </a:moveTo>
                <a:cubicBezTo>
                  <a:pt x="2798532" y="837878"/>
                  <a:pt x="2805398" y="845559"/>
                  <a:pt x="2805398" y="854055"/>
                </a:cubicBezTo>
                <a:cubicBezTo>
                  <a:pt x="2805398" y="863248"/>
                  <a:pt x="2798532" y="870114"/>
                  <a:pt x="2789338" y="870114"/>
                </a:cubicBezTo>
                <a:cubicBezTo>
                  <a:pt x="2780959" y="870114"/>
                  <a:pt x="2773279" y="863248"/>
                  <a:pt x="2773279" y="854055"/>
                </a:cubicBezTo>
                <a:cubicBezTo>
                  <a:pt x="2773279" y="845559"/>
                  <a:pt x="2780959" y="837878"/>
                  <a:pt x="2789338" y="837878"/>
                </a:cubicBezTo>
                <a:close/>
                <a:moveTo>
                  <a:pt x="2724984" y="837878"/>
                </a:moveTo>
                <a:cubicBezTo>
                  <a:pt x="2733479" y="837878"/>
                  <a:pt x="2741159" y="845559"/>
                  <a:pt x="2741159" y="854055"/>
                </a:cubicBezTo>
                <a:cubicBezTo>
                  <a:pt x="2741159" y="863248"/>
                  <a:pt x="2733479" y="870114"/>
                  <a:pt x="2724984" y="870114"/>
                </a:cubicBezTo>
                <a:cubicBezTo>
                  <a:pt x="2715790" y="870114"/>
                  <a:pt x="2708924" y="863248"/>
                  <a:pt x="2708924" y="854055"/>
                </a:cubicBezTo>
                <a:cubicBezTo>
                  <a:pt x="2708924" y="845559"/>
                  <a:pt x="2715790" y="837878"/>
                  <a:pt x="2724984" y="837878"/>
                </a:cubicBezTo>
                <a:close/>
                <a:moveTo>
                  <a:pt x="2660630" y="837878"/>
                </a:moveTo>
                <a:cubicBezTo>
                  <a:pt x="2669125" y="837878"/>
                  <a:pt x="2675991" y="845559"/>
                  <a:pt x="2675991" y="854055"/>
                </a:cubicBezTo>
                <a:cubicBezTo>
                  <a:pt x="2675991" y="863248"/>
                  <a:pt x="2669125" y="870114"/>
                  <a:pt x="2660630" y="870114"/>
                </a:cubicBezTo>
                <a:cubicBezTo>
                  <a:pt x="2651553" y="870114"/>
                  <a:pt x="2644570" y="863248"/>
                  <a:pt x="2644570" y="854055"/>
                </a:cubicBezTo>
                <a:cubicBezTo>
                  <a:pt x="2644570" y="845559"/>
                  <a:pt x="2651553" y="837878"/>
                  <a:pt x="2660630" y="837878"/>
                </a:cubicBezTo>
                <a:close/>
                <a:moveTo>
                  <a:pt x="2595577" y="837878"/>
                </a:moveTo>
                <a:cubicBezTo>
                  <a:pt x="2604771" y="837878"/>
                  <a:pt x="2611637" y="845559"/>
                  <a:pt x="2611637" y="854055"/>
                </a:cubicBezTo>
                <a:cubicBezTo>
                  <a:pt x="2611637" y="863248"/>
                  <a:pt x="2604771" y="870114"/>
                  <a:pt x="2595577" y="870114"/>
                </a:cubicBezTo>
                <a:cubicBezTo>
                  <a:pt x="2587198" y="870114"/>
                  <a:pt x="2580216" y="863248"/>
                  <a:pt x="2579518" y="854055"/>
                </a:cubicBezTo>
                <a:cubicBezTo>
                  <a:pt x="2579518" y="845559"/>
                  <a:pt x="2587198" y="837878"/>
                  <a:pt x="2595577" y="837878"/>
                </a:cubicBezTo>
                <a:close/>
                <a:moveTo>
                  <a:pt x="2531224" y="837878"/>
                </a:moveTo>
                <a:cubicBezTo>
                  <a:pt x="2539719" y="837878"/>
                  <a:pt x="2547283" y="845559"/>
                  <a:pt x="2547283" y="854055"/>
                </a:cubicBezTo>
                <a:cubicBezTo>
                  <a:pt x="2547283" y="863248"/>
                  <a:pt x="2539719" y="870114"/>
                  <a:pt x="2531224" y="870114"/>
                </a:cubicBezTo>
                <a:cubicBezTo>
                  <a:pt x="2522845" y="870114"/>
                  <a:pt x="2515164" y="863248"/>
                  <a:pt x="2515164" y="854055"/>
                </a:cubicBezTo>
                <a:cubicBezTo>
                  <a:pt x="2515164" y="845559"/>
                  <a:pt x="2522845" y="837878"/>
                  <a:pt x="2531224" y="837878"/>
                </a:cubicBezTo>
                <a:close/>
                <a:moveTo>
                  <a:pt x="2466869" y="837878"/>
                </a:moveTo>
                <a:cubicBezTo>
                  <a:pt x="2475364" y="837878"/>
                  <a:pt x="2483044" y="845559"/>
                  <a:pt x="2483044" y="854055"/>
                </a:cubicBezTo>
                <a:cubicBezTo>
                  <a:pt x="2483044" y="863248"/>
                  <a:pt x="2475364" y="870114"/>
                  <a:pt x="2466869" y="870114"/>
                </a:cubicBezTo>
                <a:cubicBezTo>
                  <a:pt x="2457675" y="870114"/>
                  <a:pt x="2450809" y="863248"/>
                  <a:pt x="2450809" y="854055"/>
                </a:cubicBezTo>
                <a:cubicBezTo>
                  <a:pt x="2450809" y="845559"/>
                  <a:pt x="2457675" y="837878"/>
                  <a:pt x="2466869" y="837878"/>
                </a:cubicBezTo>
                <a:close/>
                <a:moveTo>
                  <a:pt x="2402631" y="837878"/>
                </a:moveTo>
                <a:cubicBezTo>
                  <a:pt x="2411010" y="837878"/>
                  <a:pt x="2418690" y="845559"/>
                  <a:pt x="2418690" y="854055"/>
                </a:cubicBezTo>
                <a:cubicBezTo>
                  <a:pt x="2418690" y="863248"/>
                  <a:pt x="2411010" y="870114"/>
                  <a:pt x="2402631" y="870114"/>
                </a:cubicBezTo>
                <a:cubicBezTo>
                  <a:pt x="2393438" y="870114"/>
                  <a:pt x="2386455" y="863248"/>
                  <a:pt x="2386455" y="854055"/>
                </a:cubicBezTo>
                <a:cubicBezTo>
                  <a:pt x="2386455" y="845559"/>
                  <a:pt x="2393438" y="837878"/>
                  <a:pt x="2402631" y="837878"/>
                </a:cubicBezTo>
                <a:close/>
                <a:moveTo>
                  <a:pt x="2337462" y="837878"/>
                </a:moveTo>
                <a:cubicBezTo>
                  <a:pt x="2346656" y="837878"/>
                  <a:pt x="2353522" y="845559"/>
                  <a:pt x="2353522" y="854055"/>
                </a:cubicBezTo>
                <a:cubicBezTo>
                  <a:pt x="2353522" y="863248"/>
                  <a:pt x="2346656" y="870114"/>
                  <a:pt x="2337462" y="870114"/>
                </a:cubicBezTo>
                <a:cubicBezTo>
                  <a:pt x="2329084" y="870114"/>
                  <a:pt x="2322218" y="863248"/>
                  <a:pt x="2322218" y="854055"/>
                </a:cubicBezTo>
                <a:cubicBezTo>
                  <a:pt x="2322218" y="845559"/>
                  <a:pt x="2329084" y="837878"/>
                  <a:pt x="2337462" y="837878"/>
                </a:cubicBezTo>
                <a:close/>
                <a:moveTo>
                  <a:pt x="2273109" y="837878"/>
                </a:moveTo>
                <a:cubicBezTo>
                  <a:pt x="2282302" y="837878"/>
                  <a:pt x="2289284" y="845559"/>
                  <a:pt x="2289284" y="854055"/>
                </a:cubicBezTo>
                <a:cubicBezTo>
                  <a:pt x="2289284" y="863248"/>
                  <a:pt x="2282302" y="870114"/>
                  <a:pt x="2273109" y="870114"/>
                </a:cubicBezTo>
                <a:cubicBezTo>
                  <a:pt x="2264730" y="870114"/>
                  <a:pt x="2257049" y="863248"/>
                  <a:pt x="2257049" y="854055"/>
                </a:cubicBezTo>
                <a:cubicBezTo>
                  <a:pt x="2257049" y="845559"/>
                  <a:pt x="2264730" y="837878"/>
                  <a:pt x="2273109" y="837878"/>
                </a:cubicBezTo>
                <a:close/>
                <a:moveTo>
                  <a:pt x="2208755" y="837878"/>
                </a:moveTo>
                <a:cubicBezTo>
                  <a:pt x="2217948" y="837878"/>
                  <a:pt x="2224930" y="845559"/>
                  <a:pt x="2224930" y="854055"/>
                </a:cubicBezTo>
                <a:cubicBezTo>
                  <a:pt x="2224930" y="863248"/>
                  <a:pt x="2217948" y="870114"/>
                  <a:pt x="2208755" y="870114"/>
                </a:cubicBezTo>
                <a:cubicBezTo>
                  <a:pt x="2199561" y="870114"/>
                  <a:pt x="2192695" y="863248"/>
                  <a:pt x="2192695" y="854055"/>
                </a:cubicBezTo>
                <a:cubicBezTo>
                  <a:pt x="2192695" y="845559"/>
                  <a:pt x="2200376" y="837878"/>
                  <a:pt x="2208755" y="837878"/>
                </a:cubicBezTo>
                <a:close/>
                <a:moveTo>
                  <a:pt x="2144517" y="837878"/>
                </a:moveTo>
                <a:cubicBezTo>
                  <a:pt x="2152896" y="837878"/>
                  <a:pt x="2160576" y="845559"/>
                  <a:pt x="2160576" y="854055"/>
                </a:cubicBezTo>
                <a:cubicBezTo>
                  <a:pt x="2160576" y="863248"/>
                  <a:pt x="2152896" y="870114"/>
                  <a:pt x="2144517" y="870114"/>
                </a:cubicBezTo>
                <a:cubicBezTo>
                  <a:pt x="2135324" y="870114"/>
                  <a:pt x="2128341" y="863248"/>
                  <a:pt x="2128341" y="854055"/>
                </a:cubicBezTo>
                <a:cubicBezTo>
                  <a:pt x="2128341" y="845559"/>
                  <a:pt x="2135324" y="837878"/>
                  <a:pt x="2144517" y="837878"/>
                </a:cubicBezTo>
                <a:close/>
                <a:moveTo>
                  <a:pt x="2080163" y="837878"/>
                </a:moveTo>
                <a:cubicBezTo>
                  <a:pt x="2088542" y="837878"/>
                  <a:pt x="2095408" y="845559"/>
                  <a:pt x="2095408" y="854055"/>
                </a:cubicBezTo>
                <a:cubicBezTo>
                  <a:pt x="2095408" y="863248"/>
                  <a:pt x="2088542" y="870114"/>
                  <a:pt x="2080163" y="870114"/>
                </a:cubicBezTo>
                <a:cubicBezTo>
                  <a:pt x="2070970" y="870114"/>
                  <a:pt x="2064104" y="863248"/>
                  <a:pt x="2064104" y="854055"/>
                </a:cubicBezTo>
                <a:cubicBezTo>
                  <a:pt x="2064104" y="845559"/>
                  <a:pt x="2070970" y="837878"/>
                  <a:pt x="2080163" y="837878"/>
                </a:cubicBezTo>
                <a:close/>
                <a:moveTo>
                  <a:pt x="2014994" y="837878"/>
                </a:moveTo>
                <a:cubicBezTo>
                  <a:pt x="2024187" y="837878"/>
                  <a:pt x="2031169" y="845559"/>
                  <a:pt x="2031169" y="854055"/>
                </a:cubicBezTo>
                <a:cubicBezTo>
                  <a:pt x="2031169" y="863248"/>
                  <a:pt x="2024187" y="870114"/>
                  <a:pt x="2014994" y="870114"/>
                </a:cubicBezTo>
                <a:cubicBezTo>
                  <a:pt x="2006615" y="870114"/>
                  <a:pt x="1998934" y="863248"/>
                  <a:pt x="1998934" y="854055"/>
                </a:cubicBezTo>
                <a:cubicBezTo>
                  <a:pt x="1998934" y="845559"/>
                  <a:pt x="2006615" y="837878"/>
                  <a:pt x="2014994" y="837878"/>
                </a:cubicBezTo>
                <a:close/>
                <a:moveTo>
                  <a:pt x="1950756" y="837878"/>
                </a:moveTo>
                <a:cubicBezTo>
                  <a:pt x="1959135" y="837878"/>
                  <a:pt x="1966815" y="845559"/>
                  <a:pt x="1966815" y="854055"/>
                </a:cubicBezTo>
                <a:cubicBezTo>
                  <a:pt x="1966815" y="863248"/>
                  <a:pt x="1959135" y="870114"/>
                  <a:pt x="1950756" y="870114"/>
                </a:cubicBezTo>
                <a:cubicBezTo>
                  <a:pt x="1942261" y="870114"/>
                  <a:pt x="1934580" y="863248"/>
                  <a:pt x="1934580" y="854055"/>
                </a:cubicBezTo>
                <a:cubicBezTo>
                  <a:pt x="1934580" y="845559"/>
                  <a:pt x="1942261" y="837878"/>
                  <a:pt x="1950756" y="837878"/>
                </a:cubicBezTo>
                <a:close/>
                <a:moveTo>
                  <a:pt x="1886402" y="837878"/>
                </a:moveTo>
                <a:cubicBezTo>
                  <a:pt x="1894781" y="837878"/>
                  <a:pt x="1902461" y="845559"/>
                  <a:pt x="1902461" y="854055"/>
                </a:cubicBezTo>
                <a:cubicBezTo>
                  <a:pt x="1902461" y="863248"/>
                  <a:pt x="1894781" y="870114"/>
                  <a:pt x="1886402" y="870114"/>
                </a:cubicBezTo>
                <a:cubicBezTo>
                  <a:pt x="1877209" y="870114"/>
                  <a:pt x="1870343" y="863248"/>
                  <a:pt x="1870343" y="854055"/>
                </a:cubicBezTo>
                <a:cubicBezTo>
                  <a:pt x="1870343" y="845559"/>
                  <a:pt x="1877209" y="837878"/>
                  <a:pt x="1886402" y="837878"/>
                </a:cubicBezTo>
                <a:close/>
                <a:moveTo>
                  <a:pt x="1822048" y="837878"/>
                </a:moveTo>
                <a:cubicBezTo>
                  <a:pt x="1830427" y="837878"/>
                  <a:pt x="1838108" y="845559"/>
                  <a:pt x="1838108" y="854055"/>
                </a:cubicBezTo>
                <a:cubicBezTo>
                  <a:pt x="1838108" y="863248"/>
                  <a:pt x="1830427" y="870114"/>
                  <a:pt x="1822048" y="870114"/>
                </a:cubicBezTo>
                <a:cubicBezTo>
                  <a:pt x="1812855" y="870114"/>
                  <a:pt x="1805989" y="863248"/>
                  <a:pt x="1805989" y="854055"/>
                </a:cubicBezTo>
                <a:cubicBezTo>
                  <a:pt x="1805989" y="845559"/>
                  <a:pt x="1812855" y="837878"/>
                  <a:pt x="1822048" y="837878"/>
                </a:cubicBezTo>
                <a:close/>
                <a:moveTo>
                  <a:pt x="1756879" y="837878"/>
                </a:moveTo>
                <a:cubicBezTo>
                  <a:pt x="1766073" y="837878"/>
                  <a:pt x="1773055" y="845559"/>
                  <a:pt x="1773055" y="854055"/>
                </a:cubicBezTo>
                <a:cubicBezTo>
                  <a:pt x="1773055" y="863248"/>
                  <a:pt x="1766073" y="870114"/>
                  <a:pt x="1756879" y="870114"/>
                </a:cubicBezTo>
                <a:cubicBezTo>
                  <a:pt x="1748501" y="870114"/>
                  <a:pt x="1741635" y="863248"/>
                  <a:pt x="1741635" y="854055"/>
                </a:cubicBezTo>
                <a:cubicBezTo>
                  <a:pt x="1741635" y="845559"/>
                  <a:pt x="1748501" y="837878"/>
                  <a:pt x="1756879" y="837878"/>
                </a:cubicBezTo>
                <a:close/>
                <a:moveTo>
                  <a:pt x="1692642" y="837878"/>
                </a:moveTo>
                <a:cubicBezTo>
                  <a:pt x="1701835" y="837878"/>
                  <a:pt x="1708701" y="845559"/>
                  <a:pt x="1708701" y="854055"/>
                </a:cubicBezTo>
                <a:cubicBezTo>
                  <a:pt x="1708701" y="863248"/>
                  <a:pt x="1701835" y="870114"/>
                  <a:pt x="1692642" y="870114"/>
                </a:cubicBezTo>
                <a:cubicBezTo>
                  <a:pt x="1684147" y="870114"/>
                  <a:pt x="1676466" y="863248"/>
                  <a:pt x="1676466" y="854055"/>
                </a:cubicBezTo>
                <a:cubicBezTo>
                  <a:pt x="1676466" y="845559"/>
                  <a:pt x="1684147" y="837878"/>
                  <a:pt x="1692642" y="837878"/>
                </a:cubicBezTo>
                <a:close/>
                <a:moveTo>
                  <a:pt x="1628287" y="837878"/>
                </a:moveTo>
                <a:cubicBezTo>
                  <a:pt x="1636666" y="837878"/>
                  <a:pt x="1644346" y="845559"/>
                  <a:pt x="1644346" y="854055"/>
                </a:cubicBezTo>
                <a:cubicBezTo>
                  <a:pt x="1644346" y="863248"/>
                  <a:pt x="1636666" y="870114"/>
                  <a:pt x="1628287" y="870114"/>
                </a:cubicBezTo>
                <a:cubicBezTo>
                  <a:pt x="1619094" y="870114"/>
                  <a:pt x="1612228" y="863248"/>
                  <a:pt x="1612228" y="854055"/>
                </a:cubicBezTo>
                <a:cubicBezTo>
                  <a:pt x="1612228" y="845559"/>
                  <a:pt x="1619094" y="837878"/>
                  <a:pt x="1628287" y="837878"/>
                </a:cubicBezTo>
                <a:close/>
                <a:moveTo>
                  <a:pt x="1563933" y="837878"/>
                </a:moveTo>
                <a:cubicBezTo>
                  <a:pt x="1572312" y="837878"/>
                  <a:pt x="1579993" y="845559"/>
                  <a:pt x="1579993" y="854055"/>
                </a:cubicBezTo>
                <a:cubicBezTo>
                  <a:pt x="1579993" y="863248"/>
                  <a:pt x="1572312" y="870114"/>
                  <a:pt x="1563933" y="870114"/>
                </a:cubicBezTo>
                <a:cubicBezTo>
                  <a:pt x="1554740" y="870114"/>
                  <a:pt x="1547874" y="863248"/>
                  <a:pt x="1547874" y="854055"/>
                </a:cubicBezTo>
                <a:cubicBezTo>
                  <a:pt x="1547874" y="845559"/>
                  <a:pt x="1554740" y="837878"/>
                  <a:pt x="1563933" y="837878"/>
                </a:cubicBezTo>
                <a:close/>
                <a:moveTo>
                  <a:pt x="1499579" y="837878"/>
                </a:moveTo>
                <a:cubicBezTo>
                  <a:pt x="1508074" y="837878"/>
                  <a:pt x="1514940" y="845559"/>
                  <a:pt x="1514940" y="854055"/>
                </a:cubicBezTo>
                <a:cubicBezTo>
                  <a:pt x="1514940" y="863248"/>
                  <a:pt x="1508074" y="870114"/>
                  <a:pt x="1499579" y="870114"/>
                </a:cubicBezTo>
                <a:cubicBezTo>
                  <a:pt x="1490386" y="870114"/>
                  <a:pt x="1483520" y="863248"/>
                  <a:pt x="1483520" y="854055"/>
                </a:cubicBezTo>
                <a:cubicBezTo>
                  <a:pt x="1483520" y="845559"/>
                  <a:pt x="1490386" y="837878"/>
                  <a:pt x="1499579" y="837878"/>
                </a:cubicBezTo>
                <a:close/>
                <a:moveTo>
                  <a:pt x="1434527" y="837878"/>
                </a:moveTo>
                <a:cubicBezTo>
                  <a:pt x="1443720" y="837878"/>
                  <a:pt x="1450586" y="845559"/>
                  <a:pt x="1450586" y="854055"/>
                </a:cubicBezTo>
                <a:cubicBezTo>
                  <a:pt x="1450586" y="863248"/>
                  <a:pt x="1443720" y="870114"/>
                  <a:pt x="1434527" y="870114"/>
                </a:cubicBezTo>
                <a:cubicBezTo>
                  <a:pt x="1426032" y="870114"/>
                  <a:pt x="1418351" y="863248"/>
                  <a:pt x="1418351" y="854055"/>
                </a:cubicBezTo>
                <a:cubicBezTo>
                  <a:pt x="1418351" y="845559"/>
                  <a:pt x="1426032" y="837878"/>
                  <a:pt x="1434527" y="837878"/>
                </a:cubicBezTo>
                <a:close/>
                <a:moveTo>
                  <a:pt x="1370173" y="837878"/>
                </a:moveTo>
                <a:cubicBezTo>
                  <a:pt x="1379367" y="837878"/>
                  <a:pt x="1386233" y="845559"/>
                  <a:pt x="1386233" y="854055"/>
                </a:cubicBezTo>
                <a:cubicBezTo>
                  <a:pt x="1386233" y="863248"/>
                  <a:pt x="1379367" y="870114"/>
                  <a:pt x="1370173" y="870114"/>
                </a:cubicBezTo>
                <a:cubicBezTo>
                  <a:pt x="1361678" y="870114"/>
                  <a:pt x="1354114" y="863248"/>
                  <a:pt x="1354114" y="854055"/>
                </a:cubicBezTo>
                <a:cubicBezTo>
                  <a:pt x="1354114" y="845559"/>
                  <a:pt x="1361678" y="837878"/>
                  <a:pt x="1370173" y="837878"/>
                </a:cubicBezTo>
                <a:close/>
                <a:moveTo>
                  <a:pt x="1305819" y="837878"/>
                </a:moveTo>
                <a:cubicBezTo>
                  <a:pt x="1314198" y="837878"/>
                  <a:pt x="1321879" y="845559"/>
                  <a:pt x="1321879" y="854055"/>
                </a:cubicBezTo>
                <a:cubicBezTo>
                  <a:pt x="1321879" y="863248"/>
                  <a:pt x="1314198" y="870114"/>
                  <a:pt x="1305819" y="870114"/>
                </a:cubicBezTo>
                <a:cubicBezTo>
                  <a:pt x="1296626" y="870114"/>
                  <a:pt x="1289760" y="863248"/>
                  <a:pt x="1289760" y="854055"/>
                </a:cubicBezTo>
                <a:cubicBezTo>
                  <a:pt x="1289760" y="845559"/>
                  <a:pt x="1296626" y="837878"/>
                  <a:pt x="1305819" y="837878"/>
                </a:cubicBezTo>
                <a:close/>
                <a:moveTo>
                  <a:pt x="1241465" y="837878"/>
                </a:moveTo>
                <a:cubicBezTo>
                  <a:pt x="1249960" y="837878"/>
                  <a:pt x="1256826" y="845559"/>
                  <a:pt x="1256826" y="854055"/>
                </a:cubicBezTo>
                <a:cubicBezTo>
                  <a:pt x="1256826" y="863248"/>
                  <a:pt x="1249960" y="870114"/>
                  <a:pt x="1241465" y="870114"/>
                </a:cubicBezTo>
                <a:cubicBezTo>
                  <a:pt x="1232272" y="870114"/>
                  <a:pt x="1225406" y="863248"/>
                  <a:pt x="1225406" y="854055"/>
                </a:cubicBezTo>
                <a:cubicBezTo>
                  <a:pt x="1225406" y="845559"/>
                  <a:pt x="1232272" y="837878"/>
                  <a:pt x="1241465" y="837878"/>
                </a:cubicBezTo>
                <a:close/>
                <a:moveTo>
                  <a:pt x="1176412" y="837878"/>
                </a:moveTo>
                <a:cubicBezTo>
                  <a:pt x="1185606" y="837878"/>
                  <a:pt x="1192472" y="845559"/>
                  <a:pt x="1192472" y="854055"/>
                </a:cubicBezTo>
                <a:cubicBezTo>
                  <a:pt x="1192472" y="863248"/>
                  <a:pt x="1185606" y="870114"/>
                  <a:pt x="1176412" y="870114"/>
                </a:cubicBezTo>
                <a:cubicBezTo>
                  <a:pt x="1167917" y="870114"/>
                  <a:pt x="1161051" y="863248"/>
                  <a:pt x="1161051" y="854055"/>
                </a:cubicBezTo>
                <a:cubicBezTo>
                  <a:pt x="1161051" y="845559"/>
                  <a:pt x="1167917" y="837878"/>
                  <a:pt x="1176412" y="837878"/>
                </a:cubicBezTo>
                <a:close/>
                <a:moveTo>
                  <a:pt x="1112058" y="837878"/>
                </a:moveTo>
                <a:cubicBezTo>
                  <a:pt x="1121251" y="837878"/>
                  <a:pt x="1128117" y="845559"/>
                  <a:pt x="1128117" y="854055"/>
                </a:cubicBezTo>
                <a:cubicBezTo>
                  <a:pt x="1128117" y="863248"/>
                  <a:pt x="1121251" y="870114"/>
                  <a:pt x="1112058" y="870114"/>
                </a:cubicBezTo>
                <a:cubicBezTo>
                  <a:pt x="1103679" y="870114"/>
                  <a:pt x="1095998" y="863248"/>
                  <a:pt x="1095998" y="854055"/>
                </a:cubicBezTo>
                <a:cubicBezTo>
                  <a:pt x="1095998" y="845559"/>
                  <a:pt x="1103679" y="837878"/>
                  <a:pt x="1112058" y="837878"/>
                </a:cubicBezTo>
                <a:close/>
                <a:moveTo>
                  <a:pt x="1047704" y="837878"/>
                </a:moveTo>
                <a:cubicBezTo>
                  <a:pt x="1056199" y="837878"/>
                  <a:pt x="1063763" y="845559"/>
                  <a:pt x="1063763" y="854055"/>
                </a:cubicBezTo>
                <a:cubicBezTo>
                  <a:pt x="1063763" y="863248"/>
                  <a:pt x="1056199" y="870114"/>
                  <a:pt x="1047704" y="870114"/>
                </a:cubicBezTo>
                <a:cubicBezTo>
                  <a:pt x="1038510" y="870114"/>
                  <a:pt x="1031644" y="863248"/>
                  <a:pt x="1031644" y="854055"/>
                </a:cubicBezTo>
                <a:cubicBezTo>
                  <a:pt x="1031644" y="845559"/>
                  <a:pt x="1038510" y="837878"/>
                  <a:pt x="1047704" y="837878"/>
                </a:cubicBezTo>
                <a:close/>
                <a:moveTo>
                  <a:pt x="983349" y="837878"/>
                </a:moveTo>
                <a:cubicBezTo>
                  <a:pt x="991844" y="837878"/>
                  <a:pt x="999408" y="845559"/>
                  <a:pt x="999408" y="854055"/>
                </a:cubicBezTo>
                <a:cubicBezTo>
                  <a:pt x="999408" y="863248"/>
                  <a:pt x="991844" y="870114"/>
                  <a:pt x="983349" y="870114"/>
                </a:cubicBezTo>
                <a:cubicBezTo>
                  <a:pt x="974156" y="870114"/>
                  <a:pt x="967290" y="863248"/>
                  <a:pt x="967290" y="854055"/>
                </a:cubicBezTo>
                <a:cubicBezTo>
                  <a:pt x="967290" y="845559"/>
                  <a:pt x="974156" y="837878"/>
                  <a:pt x="983349" y="837878"/>
                </a:cubicBezTo>
                <a:close/>
                <a:moveTo>
                  <a:pt x="918995" y="837878"/>
                </a:moveTo>
                <a:cubicBezTo>
                  <a:pt x="927490" y="837878"/>
                  <a:pt x="934356" y="845559"/>
                  <a:pt x="934356" y="854055"/>
                </a:cubicBezTo>
                <a:cubicBezTo>
                  <a:pt x="934356" y="863248"/>
                  <a:pt x="927490" y="870114"/>
                  <a:pt x="918995" y="870114"/>
                </a:cubicBezTo>
                <a:cubicBezTo>
                  <a:pt x="909802" y="870114"/>
                  <a:pt x="902936" y="863248"/>
                  <a:pt x="902936" y="854055"/>
                </a:cubicBezTo>
                <a:cubicBezTo>
                  <a:pt x="902936" y="845559"/>
                  <a:pt x="909802" y="837878"/>
                  <a:pt x="918995" y="837878"/>
                </a:cubicBezTo>
                <a:close/>
                <a:moveTo>
                  <a:pt x="853944" y="837878"/>
                </a:moveTo>
                <a:cubicBezTo>
                  <a:pt x="863137" y="837878"/>
                  <a:pt x="870003" y="845559"/>
                  <a:pt x="870003" y="854055"/>
                </a:cubicBezTo>
                <a:cubicBezTo>
                  <a:pt x="870003" y="863248"/>
                  <a:pt x="863137" y="870114"/>
                  <a:pt x="853944" y="870114"/>
                </a:cubicBezTo>
                <a:cubicBezTo>
                  <a:pt x="845565" y="870114"/>
                  <a:pt x="837884" y="863248"/>
                  <a:pt x="837884" y="854055"/>
                </a:cubicBezTo>
                <a:cubicBezTo>
                  <a:pt x="837884" y="845559"/>
                  <a:pt x="845565" y="837878"/>
                  <a:pt x="853944" y="837878"/>
                </a:cubicBezTo>
                <a:close/>
                <a:moveTo>
                  <a:pt x="789590" y="837878"/>
                </a:moveTo>
                <a:cubicBezTo>
                  <a:pt x="798783" y="837878"/>
                  <a:pt x="805649" y="845559"/>
                  <a:pt x="805649" y="854055"/>
                </a:cubicBezTo>
                <a:cubicBezTo>
                  <a:pt x="805649" y="863248"/>
                  <a:pt x="798783" y="870114"/>
                  <a:pt x="789590" y="870114"/>
                </a:cubicBezTo>
                <a:cubicBezTo>
                  <a:pt x="781211" y="870114"/>
                  <a:pt x="773530" y="863248"/>
                  <a:pt x="773530" y="854055"/>
                </a:cubicBezTo>
                <a:cubicBezTo>
                  <a:pt x="773530" y="845559"/>
                  <a:pt x="781211" y="837878"/>
                  <a:pt x="789590" y="837878"/>
                </a:cubicBezTo>
                <a:close/>
                <a:moveTo>
                  <a:pt x="725235" y="837878"/>
                </a:moveTo>
                <a:cubicBezTo>
                  <a:pt x="733730" y="837878"/>
                  <a:pt x="741411" y="845559"/>
                  <a:pt x="741411" y="854055"/>
                </a:cubicBezTo>
                <a:cubicBezTo>
                  <a:pt x="741411" y="863248"/>
                  <a:pt x="733730" y="870114"/>
                  <a:pt x="725235" y="870114"/>
                </a:cubicBezTo>
                <a:cubicBezTo>
                  <a:pt x="716042" y="870114"/>
                  <a:pt x="709176" y="863248"/>
                  <a:pt x="709176" y="854055"/>
                </a:cubicBezTo>
                <a:cubicBezTo>
                  <a:pt x="709176" y="845559"/>
                  <a:pt x="716042" y="837878"/>
                  <a:pt x="725235" y="837878"/>
                </a:cubicBezTo>
                <a:close/>
                <a:moveTo>
                  <a:pt x="660998" y="837878"/>
                </a:moveTo>
                <a:cubicBezTo>
                  <a:pt x="669376" y="837878"/>
                  <a:pt x="676242" y="845559"/>
                  <a:pt x="676242" y="854055"/>
                </a:cubicBezTo>
                <a:cubicBezTo>
                  <a:pt x="676242" y="863248"/>
                  <a:pt x="669376" y="870114"/>
                  <a:pt x="660998" y="870114"/>
                </a:cubicBezTo>
                <a:cubicBezTo>
                  <a:pt x="651804" y="870114"/>
                  <a:pt x="644822" y="863248"/>
                  <a:pt x="644822" y="854055"/>
                </a:cubicBezTo>
                <a:cubicBezTo>
                  <a:pt x="644822" y="845559"/>
                  <a:pt x="651804" y="837878"/>
                  <a:pt x="660998" y="837878"/>
                </a:cubicBezTo>
                <a:close/>
                <a:moveTo>
                  <a:pt x="595829" y="837878"/>
                </a:moveTo>
                <a:cubicBezTo>
                  <a:pt x="605022" y="837878"/>
                  <a:pt x="611888" y="845559"/>
                  <a:pt x="611888" y="854055"/>
                </a:cubicBezTo>
                <a:cubicBezTo>
                  <a:pt x="611888" y="863248"/>
                  <a:pt x="605022" y="870114"/>
                  <a:pt x="595829" y="870114"/>
                </a:cubicBezTo>
                <a:cubicBezTo>
                  <a:pt x="587450" y="870114"/>
                  <a:pt x="580468" y="863248"/>
                  <a:pt x="580468" y="854055"/>
                </a:cubicBezTo>
                <a:cubicBezTo>
                  <a:pt x="580468" y="845559"/>
                  <a:pt x="587450" y="837878"/>
                  <a:pt x="595829" y="837878"/>
                </a:cubicBezTo>
                <a:close/>
                <a:moveTo>
                  <a:pt x="531474" y="837878"/>
                </a:moveTo>
                <a:cubicBezTo>
                  <a:pt x="540667" y="837878"/>
                  <a:pt x="547533" y="845559"/>
                  <a:pt x="547533" y="854055"/>
                </a:cubicBezTo>
                <a:cubicBezTo>
                  <a:pt x="547533" y="863248"/>
                  <a:pt x="540667" y="870114"/>
                  <a:pt x="531474" y="870114"/>
                </a:cubicBezTo>
                <a:cubicBezTo>
                  <a:pt x="523095" y="870114"/>
                  <a:pt x="515415" y="863248"/>
                  <a:pt x="515415" y="854055"/>
                </a:cubicBezTo>
                <a:cubicBezTo>
                  <a:pt x="515415" y="845559"/>
                  <a:pt x="523095" y="837878"/>
                  <a:pt x="531474" y="837878"/>
                </a:cubicBezTo>
                <a:close/>
                <a:moveTo>
                  <a:pt x="467120" y="837878"/>
                </a:moveTo>
                <a:cubicBezTo>
                  <a:pt x="475615" y="837878"/>
                  <a:pt x="483296" y="845559"/>
                  <a:pt x="483296" y="854055"/>
                </a:cubicBezTo>
                <a:cubicBezTo>
                  <a:pt x="483296" y="863248"/>
                  <a:pt x="475615" y="870114"/>
                  <a:pt x="467120" y="870114"/>
                </a:cubicBezTo>
                <a:cubicBezTo>
                  <a:pt x="457927" y="870114"/>
                  <a:pt x="451061" y="863248"/>
                  <a:pt x="451061" y="854055"/>
                </a:cubicBezTo>
                <a:cubicBezTo>
                  <a:pt x="451061" y="845559"/>
                  <a:pt x="457927" y="837878"/>
                  <a:pt x="467120" y="837878"/>
                </a:cubicBezTo>
                <a:close/>
                <a:moveTo>
                  <a:pt x="402882" y="837878"/>
                </a:moveTo>
                <a:cubicBezTo>
                  <a:pt x="411261" y="837878"/>
                  <a:pt x="418942" y="845559"/>
                  <a:pt x="418942" y="854055"/>
                </a:cubicBezTo>
                <a:cubicBezTo>
                  <a:pt x="418942" y="863248"/>
                  <a:pt x="411261" y="870114"/>
                  <a:pt x="402882" y="870114"/>
                </a:cubicBezTo>
                <a:cubicBezTo>
                  <a:pt x="393689" y="870114"/>
                  <a:pt x="386707" y="863248"/>
                  <a:pt x="386707" y="854055"/>
                </a:cubicBezTo>
                <a:cubicBezTo>
                  <a:pt x="386707" y="845559"/>
                  <a:pt x="393689" y="837878"/>
                  <a:pt x="402882" y="837878"/>
                </a:cubicBezTo>
                <a:close/>
                <a:moveTo>
                  <a:pt x="338529" y="837878"/>
                </a:moveTo>
                <a:cubicBezTo>
                  <a:pt x="346907" y="837878"/>
                  <a:pt x="353773" y="845559"/>
                  <a:pt x="353773" y="854055"/>
                </a:cubicBezTo>
                <a:cubicBezTo>
                  <a:pt x="353773" y="863248"/>
                  <a:pt x="346907" y="870114"/>
                  <a:pt x="338529" y="870114"/>
                </a:cubicBezTo>
                <a:cubicBezTo>
                  <a:pt x="329335" y="870114"/>
                  <a:pt x="322469" y="863248"/>
                  <a:pt x="322469" y="854055"/>
                </a:cubicBezTo>
                <a:cubicBezTo>
                  <a:pt x="322469" y="845559"/>
                  <a:pt x="329335" y="837878"/>
                  <a:pt x="338529" y="837878"/>
                </a:cubicBezTo>
                <a:close/>
                <a:moveTo>
                  <a:pt x="273360" y="837878"/>
                </a:moveTo>
                <a:cubicBezTo>
                  <a:pt x="282553" y="837878"/>
                  <a:pt x="289536" y="845559"/>
                  <a:pt x="289536" y="854055"/>
                </a:cubicBezTo>
                <a:cubicBezTo>
                  <a:pt x="289536" y="863248"/>
                  <a:pt x="282553" y="870114"/>
                  <a:pt x="273360" y="870114"/>
                </a:cubicBezTo>
                <a:cubicBezTo>
                  <a:pt x="264981" y="870114"/>
                  <a:pt x="257301" y="863248"/>
                  <a:pt x="257301" y="854055"/>
                </a:cubicBezTo>
                <a:cubicBezTo>
                  <a:pt x="257301" y="845559"/>
                  <a:pt x="264981" y="837878"/>
                  <a:pt x="273360" y="837878"/>
                </a:cubicBezTo>
                <a:close/>
                <a:moveTo>
                  <a:pt x="3369921" y="773641"/>
                </a:moveTo>
                <a:cubicBezTo>
                  <a:pt x="3379115" y="773641"/>
                  <a:pt x="3385981" y="781205"/>
                  <a:pt x="3385981" y="789700"/>
                </a:cubicBezTo>
                <a:cubicBezTo>
                  <a:pt x="3385981" y="798894"/>
                  <a:pt x="3379115" y="805760"/>
                  <a:pt x="3369921" y="805760"/>
                </a:cubicBezTo>
                <a:cubicBezTo>
                  <a:pt x="3361426" y="805760"/>
                  <a:pt x="3353862" y="798894"/>
                  <a:pt x="3353862" y="789700"/>
                </a:cubicBezTo>
                <a:cubicBezTo>
                  <a:pt x="3353862" y="781205"/>
                  <a:pt x="3361426" y="773641"/>
                  <a:pt x="3369921" y="773641"/>
                </a:cubicBezTo>
                <a:close/>
                <a:moveTo>
                  <a:pt x="3305567" y="773641"/>
                </a:moveTo>
                <a:cubicBezTo>
                  <a:pt x="3313946" y="773641"/>
                  <a:pt x="3321627" y="781205"/>
                  <a:pt x="3321627" y="789700"/>
                </a:cubicBezTo>
                <a:cubicBezTo>
                  <a:pt x="3321627" y="798894"/>
                  <a:pt x="3313946" y="805760"/>
                  <a:pt x="3305567" y="805760"/>
                </a:cubicBezTo>
                <a:cubicBezTo>
                  <a:pt x="3296374" y="805760"/>
                  <a:pt x="3289508" y="798894"/>
                  <a:pt x="3289508" y="789700"/>
                </a:cubicBezTo>
                <a:cubicBezTo>
                  <a:pt x="3289508" y="781205"/>
                  <a:pt x="3296374" y="773641"/>
                  <a:pt x="3305567" y="773641"/>
                </a:cubicBezTo>
                <a:close/>
                <a:moveTo>
                  <a:pt x="3241213" y="773641"/>
                </a:moveTo>
                <a:cubicBezTo>
                  <a:pt x="3249708" y="773641"/>
                  <a:pt x="3256574" y="781205"/>
                  <a:pt x="3256574" y="789700"/>
                </a:cubicBezTo>
                <a:cubicBezTo>
                  <a:pt x="3256574" y="798894"/>
                  <a:pt x="3249708" y="805760"/>
                  <a:pt x="3241213" y="805760"/>
                </a:cubicBezTo>
                <a:cubicBezTo>
                  <a:pt x="3232020" y="805760"/>
                  <a:pt x="3225154" y="798894"/>
                  <a:pt x="3225154" y="789700"/>
                </a:cubicBezTo>
                <a:cubicBezTo>
                  <a:pt x="3225154" y="781205"/>
                  <a:pt x="3232020" y="773641"/>
                  <a:pt x="3241213" y="773641"/>
                </a:cubicBezTo>
                <a:close/>
                <a:moveTo>
                  <a:pt x="3176161" y="773641"/>
                </a:moveTo>
                <a:cubicBezTo>
                  <a:pt x="3185354" y="773641"/>
                  <a:pt x="3192220" y="781205"/>
                  <a:pt x="3192220" y="789700"/>
                </a:cubicBezTo>
                <a:cubicBezTo>
                  <a:pt x="3192220" y="798894"/>
                  <a:pt x="3185354" y="805760"/>
                  <a:pt x="3176161" y="805760"/>
                </a:cubicBezTo>
                <a:cubicBezTo>
                  <a:pt x="3167666" y="805760"/>
                  <a:pt x="3160800" y="798894"/>
                  <a:pt x="3160102" y="789700"/>
                </a:cubicBezTo>
                <a:cubicBezTo>
                  <a:pt x="3160102" y="781205"/>
                  <a:pt x="3167666" y="773641"/>
                  <a:pt x="3176161" y="773641"/>
                </a:cubicBezTo>
                <a:close/>
                <a:moveTo>
                  <a:pt x="3111806" y="773641"/>
                </a:moveTo>
                <a:cubicBezTo>
                  <a:pt x="3121000" y="773641"/>
                  <a:pt x="3127866" y="781205"/>
                  <a:pt x="3127866" y="789700"/>
                </a:cubicBezTo>
                <a:cubicBezTo>
                  <a:pt x="3127866" y="798894"/>
                  <a:pt x="3121000" y="805760"/>
                  <a:pt x="3111806" y="805760"/>
                </a:cubicBezTo>
                <a:cubicBezTo>
                  <a:pt x="3103427" y="805760"/>
                  <a:pt x="3095747" y="798894"/>
                  <a:pt x="3095747" y="789700"/>
                </a:cubicBezTo>
                <a:cubicBezTo>
                  <a:pt x="3095747" y="781205"/>
                  <a:pt x="3103427" y="773641"/>
                  <a:pt x="3111806" y="773641"/>
                </a:cubicBezTo>
                <a:close/>
                <a:moveTo>
                  <a:pt x="3047452" y="773641"/>
                </a:moveTo>
                <a:cubicBezTo>
                  <a:pt x="3055831" y="773641"/>
                  <a:pt x="3063512" y="781205"/>
                  <a:pt x="3063512" y="789700"/>
                </a:cubicBezTo>
                <a:cubicBezTo>
                  <a:pt x="3063512" y="798894"/>
                  <a:pt x="3055831" y="805760"/>
                  <a:pt x="3047452" y="805760"/>
                </a:cubicBezTo>
                <a:cubicBezTo>
                  <a:pt x="3038259" y="805760"/>
                  <a:pt x="3031393" y="798894"/>
                  <a:pt x="3031393" y="789700"/>
                </a:cubicBezTo>
                <a:cubicBezTo>
                  <a:pt x="3031393" y="781205"/>
                  <a:pt x="3038259" y="773641"/>
                  <a:pt x="3047452" y="773641"/>
                </a:cubicBezTo>
                <a:close/>
                <a:moveTo>
                  <a:pt x="2983099" y="773641"/>
                </a:moveTo>
                <a:cubicBezTo>
                  <a:pt x="2991594" y="773641"/>
                  <a:pt x="2999158" y="781205"/>
                  <a:pt x="2999158" y="789700"/>
                </a:cubicBezTo>
                <a:cubicBezTo>
                  <a:pt x="2999158" y="798894"/>
                  <a:pt x="2991594" y="805760"/>
                  <a:pt x="2983099" y="805760"/>
                </a:cubicBezTo>
                <a:cubicBezTo>
                  <a:pt x="2973905" y="805760"/>
                  <a:pt x="2967039" y="798894"/>
                  <a:pt x="2967039" y="789700"/>
                </a:cubicBezTo>
                <a:cubicBezTo>
                  <a:pt x="2967039" y="781205"/>
                  <a:pt x="2973905" y="773641"/>
                  <a:pt x="2983099" y="773641"/>
                </a:cubicBezTo>
                <a:close/>
                <a:moveTo>
                  <a:pt x="2918046" y="773641"/>
                </a:moveTo>
                <a:cubicBezTo>
                  <a:pt x="2927240" y="773641"/>
                  <a:pt x="2934106" y="781205"/>
                  <a:pt x="2934106" y="789700"/>
                </a:cubicBezTo>
                <a:cubicBezTo>
                  <a:pt x="2934106" y="798894"/>
                  <a:pt x="2927240" y="805760"/>
                  <a:pt x="2918046" y="805760"/>
                </a:cubicBezTo>
                <a:cubicBezTo>
                  <a:pt x="2909551" y="805760"/>
                  <a:pt x="2902685" y="798894"/>
                  <a:pt x="2902685" y="789700"/>
                </a:cubicBezTo>
                <a:cubicBezTo>
                  <a:pt x="2902685" y="781205"/>
                  <a:pt x="2909551" y="773641"/>
                  <a:pt x="2918046" y="773641"/>
                </a:cubicBezTo>
                <a:close/>
                <a:moveTo>
                  <a:pt x="2853692" y="773641"/>
                </a:moveTo>
                <a:cubicBezTo>
                  <a:pt x="2862886" y="773641"/>
                  <a:pt x="2869752" y="781205"/>
                  <a:pt x="2869752" y="789700"/>
                </a:cubicBezTo>
                <a:cubicBezTo>
                  <a:pt x="2869752" y="798894"/>
                  <a:pt x="2862886" y="805760"/>
                  <a:pt x="2853692" y="805760"/>
                </a:cubicBezTo>
                <a:cubicBezTo>
                  <a:pt x="2845313" y="805760"/>
                  <a:pt x="2837633" y="798894"/>
                  <a:pt x="2837633" y="789700"/>
                </a:cubicBezTo>
                <a:cubicBezTo>
                  <a:pt x="2837633" y="781205"/>
                  <a:pt x="2845313" y="773641"/>
                  <a:pt x="2853692" y="773641"/>
                </a:cubicBezTo>
                <a:close/>
                <a:moveTo>
                  <a:pt x="2789338" y="773641"/>
                </a:moveTo>
                <a:cubicBezTo>
                  <a:pt x="2798532" y="773641"/>
                  <a:pt x="2805398" y="781205"/>
                  <a:pt x="2805398" y="789700"/>
                </a:cubicBezTo>
                <a:cubicBezTo>
                  <a:pt x="2805398" y="798894"/>
                  <a:pt x="2798532" y="805760"/>
                  <a:pt x="2789338" y="805760"/>
                </a:cubicBezTo>
                <a:cubicBezTo>
                  <a:pt x="2780959" y="805760"/>
                  <a:pt x="2773279" y="798894"/>
                  <a:pt x="2773279" y="789700"/>
                </a:cubicBezTo>
                <a:cubicBezTo>
                  <a:pt x="2773279" y="781205"/>
                  <a:pt x="2780959" y="773641"/>
                  <a:pt x="2789338" y="773641"/>
                </a:cubicBezTo>
                <a:close/>
                <a:moveTo>
                  <a:pt x="2724984" y="773641"/>
                </a:moveTo>
                <a:cubicBezTo>
                  <a:pt x="2733479" y="773641"/>
                  <a:pt x="2741159" y="781205"/>
                  <a:pt x="2741159" y="789700"/>
                </a:cubicBezTo>
                <a:cubicBezTo>
                  <a:pt x="2741159" y="798894"/>
                  <a:pt x="2733479" y="805760"/>
                  <a:pt x="2724984" y="805760"/>
                </a:cubicBezTo>
                <a:cubicBezTo>
                  <a:pt x="2715790" y="805760"/>
                  <a:pt x="2708924" y="798894"/>
                  <a:pt x="2708924" y="789700"/>
                </a:cubicBezTo>
                <a:cubicBezTo>
                  <a:pt x="2708924" y="781205"/>
                  <a:pt x="2715790" y="773641"/>
                  <a:pt x="2724984" y="773641"/>
                </a:cubicBezTo>
                <a:close/>
                <a:moveTo>
                  <a:pt x="2660630" y="773641"/>
                </a:moveTo>
                <a:cubicBezTo>
                  <a:pt x="2669125" y="773641"/>
                  <a:pt x="2675991" y="781205"/>
                  <a:pt x="2675991" y="789700"/>
                </a:cubicBezTo>
                <a:cubicBezTo>
                  <a:pt x="2675991" y="798894"/>
                  <a:pt x="2669125" y="805760"/>
                  <a:pt x="2660630" y="805760"/>
                </a:cubicBezTo>
                <a:cubicBezTo>
                  <a:pt x="2651553" y="805760"/>
                  <a:pt x="2644570" y="798894"/>
                  <a:pt x="2644570" y="789700"/>
                </a:cubicBezTo>
                <a:cubicBezTo>
                  <a:pt x="2644570" y="781205"/>
                  <a:pt x="2651553" y="773641"/>
                  <a:pt x="2660630" y="773641"/>
                </a:cubicBezTo>
                <a:close/>
                <a:moveTo>
                  <a:pt x="2595577" y="773641"/>
                </a:moveTo>
                <a:cubicBezTo>
                  <a:pt x="2604771" y="773641"/>
                  <a:pt x="2611637" y="781205"/>
                  <a:pt x="2611637" y="789700"/>
                </a:cubicBezTo>
                <a:cubicBezTo>
                  <a:pt x="2611637" y="798894"/>
                  <a:pt x="2604771" y="805760"/>
                  <a:pt x="2595577" y="805760"/>
                </a:cubicBezTo>
                <a:cubicBezTo>
                  <a:pt x="2587198" y="805760"/>
                  <a:pt x="2580216" y="798894"/>
                  <a:pt x="2579518" y="789700"/>
                </a:cubicBezTo>
                <a:cubicBezTo>
                  <a:pt x="2579518" y="781205"/>
                  <a:pt x="2587198" y="773641"/>
                  <a:pt x="2595577" y="773641"/>
                </a:cubicBezTo>
                <a:close/>
                <a:moveTo>
                  <a:pt x="2531224" y="773641"/>
                </a:moveTo>
                <a:cubicBezTo>
                  <a:pt x="2539719" y="773641"/>
                  <a:pt x="2547283" y="781205"/>
                  <a:pt x="2547283" y="789700"/>
                </a:cubicBezTo>
                <a:cubicBezTo>
                  <a:pt x="2547283" y="798894"/>
                  <a:pt x="2539719" y="805760"/>
                  <a:pt x="2531224" y="805760"/>
                </a:cubicBezTo>
                <a:cubicBezTo>
                  <a:pt x="2522845" y="805760"/>
                  <a:pt x="2515164" y="798894"/>
                  <a:pt x="2515164" y="789700"/>
                </a:cubicBezTo>
                <a:cubicBezTo>
                  <a:pt x="2515164" y="781205"/>
                  <a:pt x="2522845" y="773641"/>
                  <a:pt x="2531224" y="773641"/>
                </a:cubicBezTo>
                <a:close/>
                <a:moveTo>
                  <a:pt x="2466869" y="773641"/>
                </a:moveTo>
                <a:cubicBezTo>
                  <a:pt x="2475364" y="773641"/>
                  <a:pt x="2483044" y="781205"/>
                  <a:pt x="2483044" y="789700"/>
                </a:cubicBezTo>
                <a:cubicBezTo>
                  <a:pt x="2483044" y="798894"/>
                  <a:pt x="2475364" y="805760"/>
                  <a:pt x="2466869" y="805760"/>
                </a:cubicBezTo>
                <a:cubicBezTo>
                  <a:pt x="2457675" y="805760"/>
                  <a:pt x="2450809" y="798894"/>
                  <a:pt x="2450809" y="789700"/>
                </a:cubicBezTo>
                <a:cubicBezTo>
                  <a:pt x="2450809" y="781205"/>
                  <a:pt x="2457675" y="773641"/>
                  <a:pt x="2466869" y="773641"/>
                </a:cubicBezTo>
                <a:close/>
                <a:moveTo>
                  <a:pt x="2402631" y="773641"/>
                </a:moveTo>
                <a:cubicBezTo>
                  <a:pt x="2411010" y="773641"/>
                  <a:pt x="2418690" y="781205"/>
                  <a:pt x="2418690" y="789700"/>
                </a:cubicBezTo>
                <a:cubicBezTo>
                  <a:pt x="2418690" y="798894"/>
                  <a:pt x="2411010" y="805760"/>
                  <a:pt x="2402631" y="805760"/>
                </a:cubicBezTo>
                <a:cubicBezTo>
                  <a:pt x="2393438" y="805760"/>
                  <a:pt x="2386455" y="798894"/>
                  <a:pt x="2386455" y="789700"/>
                </a:cubicBezTo>
                <a:cubicBezTo>
                  <a:pt x="2386455" y="781205"/>
                  <a:pt x="2393438" y="773641"/>
                  <a:pt x="2402631" y="773641"/>
                </a:cubicBezTo>
                <a:close/>
                <a:moveTo>
                  <a:pt x="2337462" y="773641"/>
                </a:moveTo>
                <a:cubicBezTo>
                  <a:pt x="2346656" y="773641"/>
                  <a:pt x="2353522" y="781205"/>
                  <a:pt x="2353522" y="789700"/>
                </a:cubicBezTo>
                <a:cubicBezTo>
                  <a:pt x="2353522" y="798894"/>
                  <a:pt x="2346656" y="805760"/>
                  <a:pt x="2337462" y="805760"/>
                </a:cubicBezTo>
                <a:cubicBezTo>
                  <a:pt x="2329084" y="805760"/>
                  <a:pt x="2322218" y="798894"/>
                  <a:pt x="2322218" y="789700"/>
                </a:cubicBezTo>
                <a:cubicBezTo>
                  <a:pt x="2322218" y="781205"/>
                  <a:pt x="2329084" y="773641"/>
                  <a:pt x="2337462" y="773641"/>
                </a:cubicBezTo>
                <a:close/>
                <a:moveTo>
                  <a:pt x="2273109" y="773641"/>
                </a:moveTo>
                <a:cubicBezTo>
                  <a:pt x="2282302" y="773641"/>
                  <a:pt x="2289284" y="781205"/>
                  <a:pt x="2289284" y="789700"/>
                </a:cubicBezTo>
                <a:cubicBezTo>
                  <a:pt x="2289284" y="798894"/>
                  <a:pt x="2282302" y="805760"/>
                  <a:pt x="2273109" y="805760"/>
                </a:cubicBezTo>
                <a:cubicBezTo>
                  <a:pt x="2264730" y="805760"/>
                  <a:pt x="2257049" y="798894"/>
                  <a:pt x="2257049" y="789700"/>
                </a:cubicBezTo>
                <a:cubicBezTo>
                  <a:pt x="2257049" y="781205"/>
                  <a:pt x="2264730" y="773641"/>
                  <a:pt x="2273109" y="773641"/>
                </a:cubicBezTo>
                <a:close/>
                <a:moveTo>
                  <a:pt x="2208755" y="773641"/>
                </a:moveTo>
                <a:cubicBezTo>
                  <a:pt x="2217948" y="773641"/>
                  <a:pt x="2224930" y="781205"/>
                  <a:pt x="2224930" y="789700"/>
                </a:cubicBezTo>
                <a:cubicBezTo>
                  <a:pt x="2224930" y="798894"/>
                  <a:pt x="2217948" y="805760"/>
                  <a:pt x="2208755" y="805760"/>
                </a:cubicBezTo>
                <a:cubicBezTo>
                  <a:pt x="2199561" y="805760"/>
                  <a:pt x="2192695" y="798894"/>
                  <a:pt x="2192695" y="789700"/>
                </a:cubicBezTo>
                <a:cubicBezTo>
                  <a:pt x="2192695" y="781205"/>
                  <a:pt x="2200376" y="773641"/>
                  <a:pt x="2208755" y="773641"/>
                </a:cubicBezTo>
                <a:close/>
                <a:moveTo>
                  <a:pt x="2144517" y="773641"/>
                </a:moveTo>
                <a:cubicBezTo>
                  <a:pt x="2152896" y="773641"/>
                  <a:pt x="2160576" y="781205"/>
                  <a:pt x="2160576" y="789700"/>
                </a:cubicBezTo>
                <a:cubicBezTo>
                  <a:pt x="2160576" y="798894"/>
                  <a:pt x="2152896" y="805760"/>
                  <a:pt x="2144517" y="805760"/>
                </a:cubicBezTo>
                <a:cubicBezTo>
                  <a:pt x="2135324" y="805760"/>
                  <a:pt x="2128341" y="798894"/>
                  <a:pt x="2128341" y="789700"/>
                </a:cubicBezTo>
                <a:cubicBezTo>
                  <a:pt x="2128341" y="781205"/>
                  <a:pt x="2135324" y="773641"/>
                  <a:pt x="2144517" y="773641"/>
                </a:cubicBezTo>
                <a:close/>
                <a:moveTo>
                  <a:pt x="2080163" y="773641"/>
                </a:moveTo>
                <a:cubicBezTo>
                  <a:pt x="2088542" y="773641"/>
                  <a:pt x="2095408" y="781205"/>
                  <a:pt x="2095408" y="789700"/>
                </a:cubicBezTo>
                <a:cubicBezTo>
                  <a:pt x="2095408" y="798894"/>
                  <a:pt x="2088542" y="805760"/>
                  <a:pt x="2080163" y="805760"/>
                </a:cubicBezTo>
                <a:cubicBezTo>
                  <a:pt x="2070970" y="805760"/>
                  <a:pt x="2064104" y="798894"/>
                  <a:pt x="2064104" y="789700"/>
                </a:cubicBezTo>
                <a:cubicBezTo>
                  <a:pt x="2064104" y="781205"/>
                  <a:pt x="2070970" y="773641"/>
                  <a:pt x="2080163" y="773641"/>
                </a:cubicBezTo>
                <a:close/>
                <a:moveTo>
                  <a:pt x="2014994" y="773641"/>
                </a:moveTo>
                <a:cubicBezTo>
                  <a:pt x="2024187" y="773641"/>
                  <a:pt x="2031169" y="781205"/>
                  <a:pt x="2031169" y="789700"/>
                </a:cubicBezTo>
                <a:cubicBezTo>
                  <a:pt x="2031169" y="798894"/>
                  <a:pt x="2024187" y="805760"/>
                  <a:pt x="2014994" y="805760"/>
                </a:cubicBezTo>
                <a:cubicBezTo>
                  <a:pt x="2006615" y="805760"/>
                  <a:pt x="1998934" y="798894"/>
                  <a:pt x="1998934" y="789700"/>
                </a:cubicBezTo>
                <a:cubicBezTo>
                  <a:pt x="1998934" y="781205"/>
                  <a:pt x="2006615" y="773641"/>
                  <a:pt x="2014994" y="773641"/>
                </a:cubicBezTo>
                <a:close/>
                <a:moveTo>
                  <a:pt x="1950756" y="773641"/>
                </a:moveTo>
                <a:cubicBezTo>
                  <a:pt x="1959135" y="773641"/>
                  <a:pt x="1966815" y="781205"/>
                  <a:pt x="1966815" y="789700"/>
                </a:cubicBezTo>
                <a:cubicBezTo>
                  <a:pt x="1966815" y="798894"/>
                  <a:pt x="1959135" y="805760"/>
                  <a:pt x="1950756" y="805760"/>
                </a:cubicBezTo>
                <a:cubicBezTo>
                  <a:pt x="1942261" y="805760"/>
                  <a:pt x="1934580" y="798894"/>
                  <a:pt x="1934580" y="789700"/>
                </a:cubicBezTo>
                <a:cubicBezTo>
                  <a:pt x="1934580" y="781205"/>
                  <a:pt x="1942261" y="773641"/>
                  <a:pt x="1950756" y="773641"/>
                </a:cubicBezTo>
                <a:close/>
                <a:moveTo>
                  <a:pt x="1886402" y="773641"/>
                </a:moveTo>
                <a:cubicBezTo>
                  <a:pt x="1894781" y="773641"/>
                  <a:pt x="1902461" y="781205"/>
                  <a:pt x="1902461" y="789700"/>
                </a:cubicBezTo>
                <a:cubicBezTo>
                  <a:pt x="1902461" y="798894"/>
                  <a:pt x="1894781" y="805760"/>
                  <a:pt x="1886402" y="805760"/>
                </a:cubicBezTo>
                <a:cubicBezTo>
                  <a:pt x="1877209" y="805760"/>
                  <a:pt x="1870343" y="798894"/>
                  <a:pt x="1870343" y="789700"/>
                </a:cubicBezTo>
                <a:cubicBezTo>
                  <a:pt x="1870343" y="781205"/>
                  <a:pt x="1877209" y="773641"/>
                  <a:pt x="1886402" y="773641"/>
                </a:cubicBezTo>
                <a:close/>
                <a:moveTo>
                  <a:pt x="1822048" y="773641"/>
                </a:moveTo>
                <a:cubicBezTo>
                  <a:pt x="1830427" y="773641"/>
                  <a:pt x="1838108" y="781205"/>
                  <a:pt x="1838108" y="789700"/>
                </a:cubicBezTo>
                <a:cubicBezTo>
                  <a:pt x="1838108" y="798894"/>
                  <a:pt x="1830427" y="805760"/>
                  <a:pt x="1822048" y="805760"/>
                </a:cubicBezTo>
                <a:cubicBezTo>
                  <a:pt x="1812855" y="805760"/>
                  <a:pt x="1805989" y="798894"/>
                  <a:pt x="1805989" y="789700"/>
                </a:cubicBezTo>
                <a:cubicBezTo>
                  <a:pt x="1805989" y="781205"/>
                  <a:pt x="1812855" y="773641"/>
                  <a:pt x="1822048" y="773641"/>
                </a:cubicBezTo>
                <a:close/>
                <a:moveTo>
                  <a:pt x="1756879" y="773641"/>
                </a:moveTo>
                <a:cubicBezTo>
                  <a:pt x="1766073" y="773641"/>
                  <a:pt x="1773055" y="781205"/>
                  <a:pt x="1773055" y="789700"/>
                </a:cubicBezTo>
                <a:cubicBezTo>
                  <a:pt x="1773055" y="798894"/>
                  <a:pt x="1766073" y="805760"/>
                  <a:pt x="1756879" y="805760"/>
                </a:cubicBezTo>
                <a:cubicBezTo>
                  <a:pt x="1748501" y="805760"/>
                  <a:pt x="1741635" y="798894"/>
                  <a:pt x="1741635" y="789700"/>
                </a:cubicBezTo>
                <a:cubicBezTo>
                  <a:pt x="1741635" y="781205"/>
                  <a:pt x="1748501" y="773641"/>
                  <a:pt x="1756879" y="773641"/>
                </a:cubicBezTo>
                <a:close/>
                <a:moveTo>
                  <a:pt x="1692642" y="773641"/>
                </a:moveTo>
                <a:cubicBezTo>
                  <a:pt x="1701835" y="773641"/>
                  <a:pt x="1708701" y="781205"/>
                  <a:pt x="1708701" y="789700"/>
                </a:cubicBezTo>
                <a:cubicBezTo>
                  <a:pt x="1708701" y="798894"/>
                  <a:pt x="1701835" y="805760"/>
                  <a:pt x="1692642" y="805760"/>
                </a:cubicBezTo>
                <a:cubicBezTo>
                  <a:pt x="1684147" y="805760"/>
                  <a:pt x="1676466" y="798894"/>
                  <a:pt x="1676466" y="789700"/>
                </a:cubicBezTo>
                <a:cubicBezTo>
                  <a:pt x="1676466" y="781205"/>
                  <a:pt x="1684147" y="773641"/>
                  <a:pt x="1692642" y="773641"/>
                </a:cubicBezTo>
                <a:close/>
                <a:moveTo>
                  <a:pt x="1628287" y="773641"/>
                </a:moveTo>
                <a:cubicBezTo>
                  <a:pt x="1636666" y="773641"/>
                  <a:pt x="1644346" y="781205"/>
                  <a:pt x="1644346" y="789700"/>
                </a:cubicBezTo>
                <a:cubicBezTo>
                  <a:pt x="1644346" y="798894"/>
                  <a:pt x="1636666" y="805760"/>
                  <a:pt x="1628287" y="805760"/>
                </a:cubicBezTo>
                <a:cubicBezTo>
                  <a:pt x="1619094" y="805760"/>
                  <a:pt x="1612228" y="798894"/>
                  <a:pt x="1612228" y="789700"/>
                </a:cubicBezTo>
                <a:cubicBezTo>
                  <a:pt x="1612228" y="781205"/>
                  <a:pt x="1619094" y="773641"/>
                  <a:pt x="1628287" y="773641"/>
                </a:cubicBezTo>
                <a:close/>
                <a:moveTo>
                  <a:pt x="1563933" y="773641"/>
                </a:moveTo>
                <a:cubicBezTo>
                  <a:pt x="1572312" y="773641"/>
                  <a:pt x="1579993" y="781205"/>
                  <a:pt x="1579993" y="789700"/>
                </a:cubicBezTo>
                <a:cubicBezTo>
                  <a:pt x="1579993" y="798894"/>
                  <a:pt x="1572312" y="805760"/>
                  <a:pt x="1563933" y="805760"/>
                </a:cubicBezTo>
                <a:cubicBezTo>
                  <a:pt x="1554740" y="805760"/>
                  <a:pt x="1547874" y="798894"/>
                  <a:pt x="1547874" y="789700"/>
                </a:cubicBezTo>
                <a:cubicBezTo>
                  <a:pt x="1547874" y="781205"/>
                  <a:pt x="1554740" y="773641"/>
                  <a:pt x="1563933" y="773641"/>
                </a:cubicBezTo>
                <a:close/>
                <a:moveTo>
                  <a:pt x="1499579" y="773641"/>
                </a:moveTo>
                <a:cubicBezTo>
                  <a:pt x="1508074" y="773641"/>
                  <a:pt x="1514940" y="781205"/>
                  <a:pt x="1514940" y="789700"/>
                </a:cubicBezTo>
                <a:cubicBezTo>
                  <a:pt x="1514940" y="798894"/>
                  <a:pt x="1508074" y="805760"/>
                  <a:pt x="1499579" y="805760"/>
                </a:cubicBezTo>
                <a:cubicBezTo>
                  <a:pt x="1490386" y="805760"/>
                  <a:pt x="1483520" y="798894"/>
                  <a:pt x="1483520" y="789700"/>
                </a:cubicBezTo>
                <a:cubicBezTo>
                  <a:pt x="1483520" y="781205"/>
                  <a:pt x="1490386" y="773641"/>
                  <a:pt x="1499579" y="773641"/>
                </a:cubicBezTo>
                <a:close/>
                <a:moveTo>
                  <a:pt x="1434527" y="773641"/>
                </a:moveTo>
                <a:cubicBezTo>
                  <a:pt x="1443720" y="773641"/>
                  <a:pt x="1450586" y="781205"/>
                  <a:pt x="1450586" y="789700"/>
                </a:cubicBezTo>
                <a:cubicBezTo>
                  <a:pt x="1450586" y="798894"/>
                  <a:pt x="1443720" y="805760"/>
                  <a:pt x="1434527" y="805760"/>
                </a:cubicBezTo>
                <a:cubicBezTo>
                  <a:pt x="1426032" y="805760"/>
                  <a:pt x="1418351" y="798894"/>
                  <a:pt x="1418351" y="789700"/>
                </a:cubicBezTo>
                <a:cubicBezTo>
                  <a:pt x="1418351" y="781205"/>
                  <a:pt x="1426032" y="773641"/>
                  <a:pt x="1434527" y="773641"/>
                </a:cubicBezTo>
                <a:close/>
                <a:moveTo>
                  <a:pt x="1370173" y="773641"/>
                </a:moveTo>
                <a:cubicBezTo>
                  <a:pt x="1379367" y="773641"/>
                  <a:pt x="1386233" y="781205"/>
                  <a:pt x="1386233" y="789700"/>
                </a:cubicBezTo>
                <a:cubicBezTo>
                  <a:pt x="1386233" y="798894"/>
                  <a:pt x="1379367" y="805760"/>
                  <a:pt x="1370173" y="805760"/>
                </a:cubicBezTo>
                <a:cubicBezTo>
                  <a:pt x="1361678" y="805760"/>
                  <a:pt x="1354114" y="798894"/>
                  <a:pt x="1354114" y="789700"/>
                </a:cubicBezTo>
                <a:cubicBezTo>
                  <a:pt x="1354114" y="781205"/>
                  <a:pt x="1361678" y="773641"/>
                  <a:pt x="1370173" y="773641"/>
                </a:cubicBezTo>
                <a:close/>
                <a:moveTo>
                  <a:pt x="1305819" y="773641"/>
                </a:moveTo>
                <a:cubicBezTo>
                  <a:pt x="1314198" y="773641"/>
                  <a:pt x="1321879" y="781205"/>
                  <a:pt x="1321879" y="789700"/>
                </a:cubicBezTo>
                <a:cubicBezTo>
                  <a:pt x="1321879" y="798894"/>
                  <a:pt x="1314198" y="805760"/>
                  <a:pt x="1305819" y="805760"/>
                </a:cubicBezTo>
                <a:cubicBezTo>
                  <a:pt x="1296626" y="805760"/>
                  <a:pt x="1289760" y="798894"/>
                  <a:pt x="1289760" y="789700"/>
                </a:cubicBezTo>
                <a:cubicBezTo>
                  <a:pt x="1289760" y="781205"/>
                  <a:pt x="1296626" y="773641"/>
                  <a:pt x="1305819" y="773641"/>
                </a:cubicBezTo>
                <a:close/>
                <a:moveTo>
                  <a:pt x="1241465" y="773641"/>
                </a:moveTo>
                <a:cubicBezTo>
                  <a:pt x="1249960" y="773641"/>
                  <a:pt x="1256826" y="781205"/>
                  <a:pt x="1256826" y="789700"/>
                </a:cubicBezTo>
                <a:cubicBezTo>
                  <a:pt x="1256826" y="798894"/>
                  <a:pt x="1249960" y="805760"/>
                  <a:pt x="1241465" y="805760"/>
                </a:cubicBezTo>
                <a:cubicBezTo>
                  <a:pt x="1232272" y="805760"/>
                  <a:pt x="1225406" y="798894"/>
                  <a:pt x="1225406" y="789700"/>
                </a:cubicBezTo>
                <a:cubicBezTo>
                  <a:pt x="1225406" y="781205"/>
                  <a:pt x="1232272" y="773641"/>
                  <a:pt x="1241465" y="773641"/>
                </a:cubicBezTo>
                <a:close/>
                <a:moveTo>
                  <a:pt x="1176412" y="773641"/>
                </a:moveTo>
                <a:cubicBezTo>
                  <a:pt x="1185606" y="773641"/>
                  <a:pt x="1192472" y="781205"/>
                  <a:pt x="1192472" y="789700"/>
                </a:cubicBezTo>
                <a:cubicBezTo>
                  <a:pt x="1192472" y="798894"/>
                  <a:pt x="1185606" y="805760"/>
                  <a:pt x="1176412" y="805760"/>
                </a:cubicBezTo>
                <a:cubicBezTo>
                  <a:pt x="1167917" y="805760"/>
                  <a:pt x="1161051" y="798894"/>
                  <a:pt x="1161051" y="789700"/>
                </a:cubicBezTo>
                <a:cubicBezTo>
                  <a:pt x="1161051" y="781205"/>
                  <a:pt x="1167917" y="773641"/>
                  <a:pt x="1176412" y="773641"/>
                </a:cubicBezTo>
                <a:close/>
                <a:moveTo>
                  <a:pt x="1112058" y="773641"/>
                </a:moveTo>
                <a:cubicBezTo>
                  <a:pt x="1121251" y="773641"/>
                  <a:pt x="1128117" y="781205"/>
                  <a:pt x="1128117" y="789700"/>
                </a:cubicBezTo>
                <a:cubicBezTo>
                  <a:pt x="1128117" y="798894"/>
                  <a:pt x="1121251" y="805760"/>
                  <a:pt x="1112058" y="805760"/>
                </a:cubicBezTo>
                <a:cubicBezTo>
                  <a:pt x="1103679" y="805760"/>
                  <a:pt x="1095998" y="798894"/>
                  <a:pt x="1095998" y="789700"/>
                </a:cubicBezTo>
                <a:cubicBezTo>
                  <a:pt x="1095998" y="781205"/>
                  <a:pt x="1103679" y="773641"/>
                  <a:pt x="1112058" y="773641"/>
                </a:cubicBezTo>
                <a:close/>
                <a:moveTo>
                  <a:pt x="1047704" y="773641"/>
                </a:moveTo>
                <a:cubicBezTo>
                  <a:pt x="1056199" y="773641"/>
                  <a:pt x="1063763" y="781205"/>
                  <a:pt x="1063763" y="789700"/>
                </a:cubicBezTo>
                <a:cubicBezTo>
                  <a:pt x="1063763" y="798894"/>
                  <a:pt x="1056199" y="805760"/>
                  <a:pt x="1047704" y="805760"/>
                </a:cubicBezTo>
                <a:cubicBezTo>
                  <a:pt x="1038510" y="805760"/>
                  <a:pt x="1031644" y="798894"/>
                  <a:pt x="1031644" y="789700"/>
                </a:cubicBezTo>
                <a:cubicBezTo>
                  <a:pt x="1031644" y="781205"/>
                  <a:pt x="1038510" y="773641"/>
                  <a:pt x="1047704" y="773641"/>
                </a:cubicBezTo>
                <a:close/>
                <a:moveTo>
                  <a:pt x="983349" y="773641"/>
                </a:moveTo>
                <a:cubicBezTo>
                  <a:pt x="991844" y="773641"/>
                  <a:pt x="999408" y="781205"/>
                  <a:pt x="999408" y="789700"/>
                </a:cubicBezTo>
                <a:cubicBezTo>
                  <a:pt x="999408" y="798894"/>
                  <a:pt x="991844" y="805760"/>
                  <a:pt x="983349" y="805760"/>
                </a:cubicBezTo>
                <a:cubicBezTo>
                  <a:pt x="974156" y="805760"/>
                  <a:pt x="967290" y="798894"/>
                  <a:pt x="967290" y="789700"/>
                </a:cubicBezTo>
                <a:cubicBezTo>
                  <a:pt x="967290" y="781205"/>
                  <a:pt x="974156" y="773641"/>
                  <a:pt x="983349" y="773641"/>
                </a:cubicBezTo>
                <a:close/>
                <a:moveTo>
                  <a:pt x="918995" y="773641"/>
                </a:moveTo>
                <a:cubicBezTo>
                  <a:pt x="927490" y="773641"/>
                  <a:pt x="934356" y="781205"/>
                  <a:pt x="934356" y="789700"/>
                </a:cubicBezTo>
                <a:cubicBezTo>
                  <a:pt x="934356" y="798894"/>
                  <a:pt x="927490" y="805760"/>
                  <a:pt x="918995" y="805760"/>
                </a:cubicBezTo>
                <a:cubicBezTo>
                  <a:pt x="909802" y="805760"/>
                  <a:pt x="902936" y="798894"/>
                  <a:pt x="902936" y="789700"/>
                </a:cubicBezTo>
                <a:cubicBezTo>
                  <a:pt x="902936" y="781205"/>
                  <a:pt x="909802" y="773641"/>
                  <a:pt x="918995" y="773641"/>
                </a:cubicBezTo>
                <a:close/>
                <a:moveTo>
                  <a:pt x="853944" y="773641"/>
                </a:moveTo>
                <a:cubicBezTo>
                  <a:pt x="863137" y="773641"/>
                  <a:pt x="870003" y="781205"/>
                  <a:pt x="870003" y="789700"/>
                </a:cubicBezTo>
                <a:cubicBezTo>
                  <a:pt x="870003" y="798894"/>
                  <a:pt x="863137" y="805760"/>
                  <a:pt x="853944" y="805760"/>
                </a:cubicBezTo>
                <a:cubicBezTo>
                  <a:pt x="845565" y="805760"/>
                  <a:pt x="837884" y="798894"/>
                  <a:pt x="837884" y="789700"/>
                </a:cubicBezTo>
                <a:cubicBezTo>
                  <a:pt x="837884" y="781205"/>
                  <a:pt x="845565" y="773641"/>
                  <a:pt x="853944" y="773641"/>
                </a:cubicBezTo>
                <a:close/>
                <a:moveTo>
                  <a:pt x="789590" y="773641"/>
                </a:moveTo>
                <a:cubicBezTo>
                  <a:pt x="798783" y="773641"/>
                  <a:pt x="805649" y="781205"/>
                  <a:pt x="805649" y="789700"/>
                </a:cubicBezTo>
                <a:cubicBezTo>
                  <a:pt x="805649" y="798894"/>
                  <a:pt x="798783" y="805760"/>
                  <a:pt x="789590" y="805760"/>
                </a:cubicBezTo>
                <a:cubicBezTo>
                  <a:pt x="781211" y="805760"/>
                  <a:pt x="773530" y="798894"/>
                  <a:pt x="773530" y="789700"/>
                </a:cubicBezTo>
                <a:cubicBezTo>
                  <a:pt x="773530" y="781205"/>
                  <a:pt x="781211" y="773641"/>
                  <a:pt x="789590" y="773641"/>
                </a:cubicBezTo>
                <a:close/>
                <a:moveTo>
                  <a:pt x="725235" y="773641"/>
                </a:moveTo>
                <a:cubicBezTo>
                  <a:pt x="733730" y="773641"/>
                  <a:pt x="741411" y="781205"/>
                  <a:pt x="741411" y="789700"/>
                </a:cubicBezTo>
                <a:cubicBezTo>
                  <a:pt x="741411" y="798894"/>
                  <a:pt x="733730" y="805760"/>
                  <a:pt x="725235" y="805760"/>
                </a:cubicBezTo>
                <a:cubicBezTo>
                  <a:pt x="716042" y="805760"/>
                  <a:pt x="709176" y="798894"/>
                  <a:pt x="709176" y="789700"/>
                </a:cubicBezTo>
                <a:cubicBezTo>
                  <a:pt x="709176" y="781205"/>
                  <a:pt x="716042" y="773641"/>
                  <a:pt x="725235" y="773641"/>
                </a:cubicBezTo>
                <a:close/>
                <a:moveTo>
                  <a:pt x="660998" y="773641"/>
                </a:moveTo>
                <a:cubicBezTo>
                  <a:pt x="669376" y="773641"/>
                  <a:pt x="676242" y="781205"/>
                  <a:pt x="676242" y="789700"/>
                </a:cubicBezTo>
                <a:cubicBezTo>
                  <a:pt x="676242" y="798894"/>
                  <a:pt x="669376" y="805760"/>
                  <a:pt x="660998" y="805760"/>
                </a:cubicBezTo>
                <a:cubicBezTo>
                  <a:pt x="651804" y="805760"/>
                  <a:pt x="644822" y="798894"/>
                  <a:pt x="644822" y="789700"/>
                </a:cubicBezTo>
                <a:cubicBezTo>
                  <a:pt x="644822" y="781205"/>
                  <a:pt x="651804" y="773641"/>
                  <a:pt x="660998" y="773641"/>
                </a:cubicBezTo>
                <a:close/>
                <a:moveTo>
                  <a:pt x="595829" y="773641"/>
                </a:moveTo>
                <a:cubicBezTo>
                  <a:pt x="605022" y="773641"/>
                  <a:pt x="611888" y="781205"/>
                  <a:pt x="611888" y="789700"/>
                </a:cubicBezTo>
                <a:cubicBezTo>
                  <a:pt x="611888" y="798894"/>
                  <a:pt x="605022" y="805760"/>
                  <a:pt x="595829" y="805760"/>
                </a:cubicBezTo>
                <a:cubicBezTo>
                  <a:pt x="587450" y="805760"/>
                  <a:pt x="580468" y="798894"/>
                  <a:pt x="580468" y="789700"/>
                </a:cubicBezTo>
                <a:cubicBezTo>
                  <a:pt x="580468" y="781205"/>
                  <a:pt x="587450" y="773641"/>
                  <a:pt x="595829" y="773641"/>
                </a:cubicBezTo>
                <a:close/>
                <a:moveTo>
                  <a:pt x="531474" y="773641"/>
                </a:moveTo>
                <a:cubicBezTo>
                  <a:pt x="540667" y="773641"/>
                  <a:pt x="547533" y="781205"/>
                  <a:pt x="547533" y="789700"/>
                </a:cubicBezTo>
                <a:cubicBezTo>
                  <a:pt x="547533" y="798894"/>
                  <a:pt x="540667" y="805760"/>
                  <a:pt x="531474" y="805760"/>
                </a:cubicBezTo>
                <a:cubicBezTo>
                  <a:pt x="523095" y="805760"/>
                  <a:pt x="515415" y="798894"/>
                  <a:pt x="515415" y="789700"/>
                </a:cubicBezTo>
                <a:cubicBezTo>
                  <a:pt x="515415" y="781205"/>
                  <a:pt x="523095" y="773641"/>
                  <a:pt x="531474" y="773641"/>
                </a:cubicBezTo>
                <a:close/>
                <a:moveTo>
                  <a:pt x="467120" y="773641"/>
                </a:moveTo>
                <a:cubicBezTo>
                  <a:pt x="475615" y="773641"/>
                  <a:pt x="483296" y="781205"/>
                  <a:pt x="483296" y="789700"/>
                </a:cubicBezTo>
                <a:cubicBezTo>
                  <a:pt x="483296" y="798894"/>
                  <a:pt x="475615" y="805760"/>
                  <a:pt x="467120" y="805760"/>
                </a:cubicBezTo>
                <a:cubicBezTo>
                  <a:pt x="457927" y="805760"/>
                  <a:pt x="451061" y="798894"/>
                  <a:pt x="451061" y="789700"/>
                </a:cubicBezTo>
                <a:cubicBezTo>
                  <a:pt x="451061" y="781205"/>
                  <a:pt x="457927" y="773641"/>
                  <a:pt x="467120" y="773641"/>
                </a:cubicBezTo>
                <a:close/>
                <a:moveTo>
                  <a:pt x="402882" y="773641"/>
                </a:moveTo>
                <a:cubicBezTo>
                  <a:pt x="411261" y="773641"/>
                  <a:pt x="418942" y="781205"/>
                  <a:pt x="418942" y="789700"/>
                </a:cubicBezTo>
                <a:cubicBezTo>
                  <a:pt x="418942" y="798894"/>
                  <a:pt x="411261" y="805760"/>
                  <a:pt x="402882" y="805760"/>
                </a:cubicBezTo>
                <a:cubicBezTo>
                  <a:pt x="393689" y="805760"/>
                  <a:pt x="386707" y="798894"/>
                  <a:pt x="386707" y="789700"/>
                </a:cubicBezTo>
                <a:cubicBezTo>
                  <a:pt x="386707" y="781205"/>
                  <a:pt x="393689" y="773641"/>
                  <a:pt x="402882" y="773641"/>
                </a:cubicBezTo>
                <a:close/>
                <a:moveTo>
                  <a:pt x="3241213" y="709287"/>
                </a:moveTo>
                <a:cubicBezTo>
                  <a:pt x="3249708" y="709287"/>
                  <a:pt x="3256574" y="716153"/>
                  <a:pt x="3256574" y="725346"/>
                </a:cubicBezTo>
                <a:cubicBezTo>
                  <a:pt x="3256574" y="733725"/>
                  <a:pt x="3249708" y="741406"/>
                  <a:pt x="3241213" y="741406"/>
                </a:cubicBezTo>
                <a:cubicBezTo>
                  <a:pt x="3232020" y="741406"/>
                  <a:pt x="3225154" y="733725"/>
                  <a:pt x="3225154" y="725346"/>
                </a:cubicBezTo>
                <a:cubicBezTo>
                  <a:pt x="3225154" y="716153"/>
                  <a:pt x="3232020" y="709287"/>
                  <a:pt x="3241213" y="709287"/>
                </a:cubicBezTo>
                <a:close/>
                <a:moveTo>
                  <a:pt x="3176161" y="709287"/>
                </a:moveTo>
                <a:cubicBezTo>
                  <a:pt x="3185354" y="709287"/>
                  <a:pt x="3192220" y="716153"/>
                  <a:pt x="3192220" y="725346"/>
                </a:cubicBezTo>
                <a:cubicBezTo>
                  <a:pt x="3192220" y="733725"/>
                  <a:pt x="3185354" y="741406"/>
                  <a:pt x="3176161" y="741406"/>
                </a:cubicBezTo>
                <a:cubicBezTo>
                  <a:pt x="3167666" y="741406"/>
                  <a:pt x="3160800" y="733725"/>
                  <a:pt x="3160102" y="725346"/>
                </a:cubicBezTo>
                <a:cubicBezTo>
                  <a:pt x="3160102" y="716153"/>
                  <a:pt x="3167666" y="709287"/>
                  <a:pt x="3176161" y="709287"/>
                </a:cubicBezTo>
                <a:close/>
                <a:moveTo>
                  <a:pt x="3111806" y="709287"/>
                </a:moveTo>
                <a:cubicBezTo>
                  <a:pt x="3121000" y="709287"/>
                  <a:pt x="3127866" y="716153"/>
                  <a:pt x="3127866" y="725346"/>
                </a:cubicBezTo>
                <a:cubicBezTo>
                  <a:pt x="3127866" y="733725"/>
                  <a:pt x="3121000" y="741406"/>
                  <a:pt x="3111806" y="741406"/>
                </a:cubicBezTo>
                <a:cubicBezTo>
                  <a:pt x="3103427" y="741406"/>
                  <a:pt x="3095747" y="733725"/>
                  <a:pt x="3095747" y="725346"/>
                </a:cubicBezTo>
                <a:cubicBezTo>
                  <a:pt x="3095747" y="716153"/>
                  <a:pt x="3103427" y="709287"/>
                  <a:pt x="3111806" y="709287"/>
                </a:cubicBezTo>
                <a:close/>
                <a:moveTo>
                  <a:pt x="3047452" y="709287"/>
                </a:moveTo>
                <a:cubicBezTo>
                  <a:pt x="3055831" y="709287"/>
                  <a:pt x="3063512" y="716153"/>
                  <a:pt x="3063512" y="725346"/>
                </a:cubicBezTo>
                <a:cubicBezTo>
                  <a:pt x="3063512" y="733725"/>
                  <a:pt x="3055831" y="741406"/>
                  <a:pt x="3047452" y="741406"/>
                </a:cubicBezTo>
                <a:cubicBezTo>
                  <a:pt x="3038259" y="741406"/>
                  <a:pt x="3031393" y="733725"/>
                  <a:pt x="3031393" y="725346"/>
                </a:cubicBezTo>
                <a:cubicBezTo>
                  <a:pt x="3031393" y="716153"/>
                  <a:pt x="3038259" y="709287"/>
                  <a:pt x="3047452" y="709287"/>
                </a:cubicBezTo>
                <a:close/>
                <a:moveTo>
                  <a:pt x="2983099" y="709287"/>
                </a:moveTo>
                <a:cubicBezTo>
                  <a:pt x="2991594" y="709287"/>
                  <a:pt x="2999158" y="716153"/>
                  <a:pt x="2999158" y="725346"/>
                </a:cubicBezTo>
                <a:cubicBezTo>
                  <a:pt x="2999158" y="733725"/>
                  <a:pt x="2991594" y="741406"/>
                  <a:pt x="2983099" y="741406"/>
                </a:cubicBezTo>
                <a:cubicBezTo>
                  <a:pt x="2973905" y="741406"/>
                  <a:pt x="2967039" y="733725"/>
                  <a:pt x="2967039" y="725346"/>
                </a:cubicBezTo>
                <a:cubicBezTo>
                  <a:pt x="2967039" y="716153"/>
                  <a:pt x="2973905" y="709287"/>
                  <a:pt x="2983099" y="709287"/>
                </a:cubicBezTo>
                <a:close/>
                <a:moveTo>
                  <a:pt x="2918046" y="709287"/>
                </a:moveTo>
                <a:cubicBezTo>
                  <a:pt x="2927240" y="709287"/>
                  <a:pt x="2934106" y="716153"/>
                  <a:pt x="2934106" y="725346"/>
                </a:cubicBezTo>
                <a:cubicBezTo>
                  <a:pt x="2934106" y="733725"/>
                  <a:pt x="2927240" y="741406"/>
                  <a:pt x="2918046" y="741406"/>
                </a:cubicBezTo>
                <a:cubicBezTo>
                  <a:pt x="2909551" y="741406"/>
                  <a:pt x="2902685" y="733725"/>
                  <a:pt x="2902685" y="725346"/>
                </a:cubicBezTo>
                <a:cubicBezTo>
                  <a:pt x="2902685" y="716153"/>
                  <a:pt x="2909551" y="709287"/>
                  <a:pt x="2918046" y="709287"/>
                </a:cubicBezTo>
                <a:close/>
                <a:moveTo>
                  <a:pt x="2853692" y="709287"/>
                </a:moveTo>
                <a:cubicBezTo>
                  <a:pt x="2862886" y="709287"/>
                  <a:pt x="2869752" y="716153"/>
                  <a:pt x="2869752" y="725346"/>
                </a:cubicBezTo>
                <a:cubicBezTo>
                  <a:pt x="2869752" y="733725"/>
                  <a:pt x="2862886" y="741406"/>
                  <a:pt x="2853692" y="741406"/>
                </a:cubicBezTo>
                <a:cubicBezTo>
                  <a:pt x="2845313" y="741406"/>
                  <a:pt x="2837633" y="733725"/>
                  <a:pt x="2837633" y="725346"/>
                </a:cubicBezTo>
                <a:cubicBezTo>
                  <a:pt x="2837633" y="716153"/>
                  <a:pt x="2845313" y="709287"/>
                  <a:pt x="2853692" y="709287"/>
                </a:cubicBezTo>
                <a:close/>
                <a:moveTo>
                  <a:pt x="2789338" y="709287"/>
                </a:moveTo>
                <a:cubicBezTo>
                  <a:pt x="2798532" y="709287"/>
                  <a:pt x="2805398" y="716153"/>
                  <a:pt x="2805398" y="725346"/>
                </a:cubicBezTo>
                <a:cubicBezTo>
                  <a:pt x="2805398" y="733725"/>
                  <a:pt x="2798532" y="741406"/>
                  <a:pt x="2789338" y="741406"/>
                </a:cubicBezTo>
                <a:cubicBezTo>
                  <a:pt x="2780959" y="741406"/>
                  <a:pt x="2773279" y="733725"/>
                  <a:pt x="2773279" y="725346"/>
                </a:cubicBezTo>
                <a:cubicBezTo>
                  <a:pt x="2773279" y="716153"/>
                  <a:pt x="2780959" y="709287"/>
                  <a:pt x="2789338" y="709287"/>
                </a:cubicBezTo>
                <a:close/>
                <a:moveTo>
                  <a:pt x="2724984" y="709287"/>
                </a:moveTo>
                <a:cubicBezTo>
                  <a:pt x="2733479" y="709287"/>
                  <a:pt x="2741159" y="716153"/>
                  <a:pt x="2741159" y="725346"/>
                </a:cubicBezTo>
                <a:cubicBezTo>
                  <a:pt x="2741159" y="733725"/>
                  <a:pt x="2733479" y="741406"/>
                  <a:pt x="2724984" y="741406"/>
                </a:cubicBezTo>
                <a:cubicBezTo>
                  <a:pt x="2715790" y="741406"/>
                  <a:pt x="2708924" y="733725"/>
                  <a:pt x="2708924" y="725346"/>
                </a:cubicBezTo>
                <a:cubicBezTo>
                  <a:pt x="2708924" y="716153"/>
                  <a:pt x="2715790" y="709287"/>
                  <a:pt x="2724984" y="709287"/>
                </a:cubicBezTo>
                <a:close/>
                <a:moveTo>
                  <a:pt x="2660630" y="709287"/>
                </a:moveTo>
                <a:cubicBezTo>
                  <a:pt x="2669125" y="709287"/>
                  <a:pt x="2675991" y="716153"/>
                  <a:pt x="2675991" y="725346"/>
                </a:cubicBezTo>
                <a:cubicBezTo>
                  <a:pt x="2675991" y="733725"/>
                  <a:pt x="2669125" y="741406"/>
                  <a:pt x="2660630" y="741406"/>
                </a:cubicBezTo>
                <a:cubicBezTo>
                  <a:pt x="2651553" y="741406"/>
                  <a:pt x="2644570" y="733725"/>
                  <a:pt x="2644570" y="725346"/>
                </a:cubicBezTo>
                <a:cubicBezTo>
                  <a:pt x="2644570" y="716153"/>
                  <a:pt x="2651553" y="709287"/>
                  <a:pt x="2660630" y="709287"/>
                </a:cubicBezTo>
                <a:close/>
                <a:moveTo>
                  <a:pt x="2595577" y="709287"/>
                </a:moveTo>
                <a:cubicBezTo>
                  <a:pt x="2604771" y="709287"/>
                  <a:pt x="2611637" y="716153"/>
                  <a:pt x="2611637" y="725346"/>
                </a:cubicBezTo>
                <a:cubicBezTo>
                  <a:pt x="2611637" y="733725"/>
                  <a:pt x="2604771" y="741406"/>
                  <a:pt x="2595577" y="741406"/>
                </a:cubicBezTo>
                <a:cubicBezTo>
                  <a:pt x="2587198" y="741406"/>
                  <a:pt x="2580216" y="733725"/>
                  <a:pt x="2579518" y="725346"/>
                </a:cubicBezTo>
                <a:cubicBezTo>
                  <a:pt x="2579518" y="716153"/>
                  <a:pt x="2587198" y="709287"/>
                  <a:pt x="2595577" y="709287"/>
                </a:cubicBezTo>
                <a:close/>
                <a:moveTo>
                  <a:pt x="2531224" y="709287"/>
                </a:moveTo>
                <a:cubicBezTo>
                  <a:pt x="2539719" y="709287"/>
                  <a:pt x="2547283" y="716153"/>
                  <a:pt x="2547283" y="725346"/>
                </a:cubicBezTo>
                <a:cubicBezTo>
                  <a:pt x="2547283" y="733725"/>
                  <a:pt x="2539719" y="741406"/>
                  <a:pt x="2531224" y="741406"/>
                </a:cubicBezTo>
                <a:cubicBezTo>
                  <a:pt x="2522845" y="741406"/>
                  <a:pt x="2515164" y="733725"/>
                  <a:pt x="2515164" y="725346"/>
                </a:cubicBezTo>
                <a:cubicBezTo>
                  <a:pt x="2515164" y="716153"/>
                  <a:pt x="2522845" y="709287"/>
                  <a:pt x="2531224" y="709287"/>
                </a:cubicBezTo>
                <a:close/>
                <a:moveTo>
                  <a:pt x="2466869" y="709287"/>
                </a:moveTo>
                <a:cubicBezTo>
                  <a:pt x="2475364" y="709287"/>
                  <a:pt x="2483044" y="716153"/>
                  <a:pt x="2483044" y="725346"/>
                </a:cubicBezTo>
                <a:cubicBezTo>
                  <a:pt x="2483044" y="733725"/>
                  <a:pt x="2475364" y="741406"/>
                  <a:pt x="2466869" y="741406"/>
                </a:cubicBezTo>
                <a:cubicBezTo>
                  <a:pt x="2457675" y="741406"/>
                  <a:pt x="2450809" y="733725"/>
                  <a:pt x="2450809" y="725346"/>
                </a:cubicBezTo>
                <a:cubicBezTo>
                  <a:pt x="2450809" y="716153"/>
                  <a:pt x="2457675" y="709287"/>
                  <a:pt x="2466869" y="709287"/>
                </a:cubicBezTo>
                <a:close/>
                <a:moveTo>
                  <a:pt x="2402631" y="709287"/>
                </a:moveTo>
                <a:cubicBezTo>
                  <a:pt x="2411010" y="709287"/>
                  <a:pt x="2418690" y="716153"/>
                  <a:pt x="2418690" y="725346"/>
                </a:cubicBezTo>
                <a:cubicBezTo>
                  <a:pt x="2418690" y="733725"/>
                  <a:pt x="2411010" y="741406"/>
                  <a:pt x="2402631" y="741406"/>
                </a:cubicBezTo>
                <a:cubicBezTo>
                  <a:pt x="2393438" y="741406"/>
                  <a:pt x="2386455" y="733725"/>
                  <a:pt x="2386455" y="725346"/>
                </a:cubicBezTo>
                <a:cubicBezTo>
                  <a:pt x="2386455" y="716153"/>
                  <a:pt x="2393438" y="709287"/>
                  <a:pt x="2402631" y="709287"/>
                </a:cubicBezTo>
                <a:close/>
                <a:moveTo>
                  <a:pt x="2337462" y="709287"/>
                </a:moveTo>
                <a:cubicBezTo>
                  <a:pt x="2346656" y="709287"/>
                  <a:pt x="2353522" y="716153"/>
                  <a:pt x="2353522" y="725346"/>
                </a:cubicBezTo>
                <a:cubicBezTo>
                  <a:pt x="2353522" y="733725"/>
                  <a:pt x="2346656" y="741406"/>
                  <a:pt x="2337462" y="741406"/>
                </a:cubicBezTo>
                <a:cubicBezTo>
                  <a:pt x="2329084" y="741406"/>
                  <a:pt x="2322218" y="733725"/>
                  <a:pt x="2322218" y="725346"/>
                </a:cubicBezTo>
                <a:cubicBezTo>
                  <a:pt x="2322218" y="716153"/>
                  <a:pt x="2329084" y="709287"/>
                  <a:pt x="2337462" y="709287"/>
                </a:cubicBezTo>
                <a:close/>
                <a:moveTo>
                  <a:pt x="2273109" y="709287"/>
                </a:moveTo>
                <a:cubicBezTo>
                  <a:pt x="2282302" y="709287"/>
                  <a:pt x="2289284" y="716153"/>
                  <a:pt x="2289284" y="725346"/>
                </a:cubicBezTo>
                <a:cubicBezTo>
                  <a:pt x="2289284" y="733725"/>
                  <a:pt x="2282302" y="741406"/>
                  <a:pt x="2273109" y="741406"/>
                </a:cubicBezTo>
                <a:cubicBezTo>
                  <a:pt x="2264730" y="741406"/>
                  <a:pt x="2257049" y="733725"/>
                  <a:pt x="2257049" y="725346"/>
                </a:cubicBezTo>
                <a:cubicBezTo>
                  <a:pt x="2257049" y="716153"/>
                  <a:pt x="2264730" y="709287"/>
                  <a:pt x="2273109" y="709287"/>
                </a:cubicBezTo>
                <a:close/>
                <a:moveTo>
                  <a:pt x="2208755" y="709287"/>
                </a:moveTo>
                <a:cubicBezTo>
                  <a:pt x="2217948" y="709287"/>
                  <a:pt x="2224930" y="716153"/>
                  <a:pt x="2224930" y="725346"/>
                </a:cubicBezTo>
                <a:cubicBezTo>
                  <a:pt x="2224930" y="733725"/>
                  <a:pt x="2217948" y="741406"/>
                  <a:pt x="2208755" y="741406"/>
                </a:cubicBezTo>
                <a:cubicBezTo>
                  <a:pt x="2199561" y="741406"/>
                  <a:pt x="2192695" y="733725"/>
                  <a:pt x="2192695" y="725346"/>
                </a:cubicBezTo>
                <a:cubicBezTo>
                  <a:pt x="2192695" y="716153"/>
                  <a:pt x="2200376" y="709287"/>
                  <a:pt x="2208755" y="709287"/>
                </a:cubicBezTo>
                <a:close/>
                <a:moveTo>
                  <a:pt x="2144517" y="709287"/>
                </a:moveTo>
                <a:cubicBezTo>
                  <a:pt x="2152896" y="709287"/>
                  <a:pt x="2160576" y="716153"/>
                  <a:pt x="2160576" y="725346"/>
                </a:cubicBezTo>
                <a:cubicBezTo>
                  <a:pt x="2160576" y="733725"/>
                  <a:pt x="2152896" y="741406"/>
                  <a:pt x="2144517" y="741406"/>
                </a:cubicBezTo>
                <a:cubicBezTo>
                  <a:pt x="2135324" y="741406"/>
                  <a:pt x="2128341" y="733725"/>
                  <a:pt x="2128341" y="725346"/>
                </a:cubicBezTo>
                <a:cubicBezTo>
                  <a:pt x="2128341" y="716153"/>
                  <a:pt x="2135324" y="709287"/>
                  <a:pt x="2144517" y="709287"/>
                </a:cubicBezTo>
                <a:close/>
                <a:moveTo>
                  <a:pt x="2080163" y="709287"/>
                </a:moveTo>
                <a:cubicBezTo>
                  <a:pt x="2088542" y="709287"/>
                  <a:pt x="2095408" y="716153"/>
                  <a:pt x="2095408" y="725346"/>
                </a:cubicBezTo>
                <a:cubicBezTo>
                  <a:pt x="2095408" y="733725"/>
                  <a:pt x="2088542" y="741406"/>
                  <a:pt x="2080163" y="741406"/>
                </a:cubicBezTo>
                <a:cubicBezTo>
                  <a:pt x="2070970" y="741406"/>
                  <a:pt x="2064104" y="733725"/>
                  <a:pt x="2064104" y="725346"/>
                </a:cubicBezTo>
                <a:cubicBezTo>
                  <a:pt x="2064104" y="716153"/>
                  <a:pt x="2070970" y="709287"/>
                  <a:pt x="2080163" y="709287"/>
                </a:cubicBezTo>
                <a:close/>
                <a:moveTo>
                  <a:pt x="2014994" y="709287"/>
                </a:moveTo>
                <a:cubicBezTo>
                  <a:pt x="2024187" y="709287"/>
                  <a:pt x="2031169" y="716153"/>
                  <a:pt x="2031169" y="725346"/>
                </a:cubicBezTo>
                <a:cubicBezTo>
                  <a:pt x="2031169" y="733725"/>
                  <a:pt x="2024187" y="741406"/>
                  <a:pt x="2014994" y="741406"/>
                </a:cubicBezTo>
                <a:cubicBezTo>
                  <a:pt x="2006615" y="741406"/>
                  <a:pt x="1998934" y="733725"/>
                  <a:pt x="1998934" y="725346"/>
                </a:cubicBezTo>
                <a:cubicBezTo>
                  <a:pt x="1998934" y="716153"/>
                  <a:pt x="2006615" y="709287"/>
                  <a:pt x="2014994" y="709287"/>
                </a:cubicBezTo>
                <a:close/>
                <a:moveTo>
                  <a:pt x="1950756" y="709287"/>
                </a:moveTo>
                <a:cubicBezTo>
                  <a:pt x="1959135" y="709287"/>
                  <a:pt x="1966815" y="716153"/>
                  <a:pt x="1966815" y="725346"/>
                </a:cubicBezTo>
                <a:cubicBezTo>
                  <a:pt x="1966815" y="733725"/>
                  <a:pt x="1959135" y="741406"/>
                  <a:pt x="1950756" y="741406"/>
                </a:cubicBezTo>
                <a:cubicBezTo>
                  <a:pt x="1942261" y="741406"/>
                  <a:pt x="1934580" y="733725"/>
                  <a:pt x="1934580" y="725346"/>
                </a:cubicBezTo>
                <a:cubicBezTo>
                  <a:pt x="1934580" y="716153"/>
                  <a:pt x="1942261" y="709287"/>
                  <a:pt x="1950756" y="709287"/>
                </a:cubicBezTo>
                <a:close/>
                <a:moveTo>
                  <a:pt x="1886402" y="709287"/>
                </a:moveTo>
                <a:cubicBezTo>
                  <a:pt x="1894781" y="709287"/>
                  <a:pt x="1902461" y="716153"/>
                  <a:pt x="1902461" y="725346"/>
                </a:cubicBezTo>
                <a:cubicBezTo>
                  <a:pt x="1902461" y="733725"/>
                  <a:pt x="1894781" y="741406"/>
                  <a:pt x="1886402" y="741406"/>
                </a:cubicBezTo>
                <a:cubicBezTo>
                  <a:pt x="1877209" y="741406"/>
                  <a:pt x="1870343" y="733725"/>
                  <a:pt x="1870343" y="725346"/>
                </a:cubicBezTo>
                <a:cubicBezTo>
                  <a:pt x="1870343" y="716153"/>
                  <a:pt x="1877209" y="709287"/>
                  <a:pt x="1886402" y="709287"/>
                </a:cubicBezTo>
                <a:close/>
                <a:moveTo>
                  <a:pt x="1822048" y="709287"/>
                </a:moveTo>
                <a:cubicBezTo>
                  <a:pt x="1830427" y="709287"/>
                  <a:pt x="1838108" y="716153"/>
                  <a:pt x="1838108" y="725346"/>
                </a:cubicBezTo>
                <a:cubicBezTo>
                  <a:pt x="1838108" y="733725"/>
                  <a:pt x="1830427" y="741406"/>
                  <a:pt x="1822048" y="741406"/>
                </a:cubicBezTo>
                <a:cubicBezTo>
                  <a:pt x="1812855" y="741406"/>
                  <a:pt x="1805989" y="733725"/>
                  <a:pt x="1805989" y="725346"/>
                </a:cubicBezTo>
                <a:cubicBezTo>
                  <a:pt x="1805989" y="716153"/>
                  <a:pt x="1812855" y="709287"/>
                  <a:pt x="1822048" y="709287"/>
                </a:cubicBezTo>
                <a:close/>
                <a:moveTo>
                  <a:pt x="1756879" y="709287"/>
                </a:moveTo>
                <a:cubicBezTo>
                  <a:pt x="1766073" y="709287"/>
                  <a:pt x="1773055" y="716153"/>
                  <a:pt x="1773055" y="725346"/>
                </a:cubicBezTo>
                <a:cubicBezTo>
                  <a:pt x="1773055" y="733725"/>
                  <a:pt x="1766073" y="741406"/>
                  <a:pt x="1756879" y="741406"/>
                </a:cubicBezTo>
                <a:cubicBezTo>
                  <a:pt x="1748501" y="741406"/>
                  <a:pt x="1741635" y="733725"/>
                  <a:pt x="1741635" y="725346"/>
                </a:cubicBezTo>
                <a:cubicBezTo>
                  <a:pt x="1741635" y="716153"/>
                  <a:pt x="1748501" y="709287"/>
                  <a:pt x="1756879" y="709287"/>
                </a:cubicBezTo>
                <a:close/>
                <a:moveTo>
                  <a:pt x="1692642" y="709287"/>
                </a:moveTo>
                <a:cubicBezTo>
                  <a:pt x="1701835" y="709287"/>
                  <a:pt x="1708701" y="716153"/>
                  <a:pt x="1708701" y="725346"/>
                </a:cubicBezTo>
                <a:cubicBezTo>
                  <a:pt x="1708701" y="733725"/>
                  <a:pt x="1701835" y="741406"/>
                  <a:pt x="1692642" y="741406"/>
                </a:cubicBezTo>
                <a:cubicBezTo>
                  <a:pt x="1684147" y="741406"/>
                  <a:pt x="1676466" y="733725"/>
                  <a:pt x="1676466" y="725346"/>
                </a:cubicBezTo>
                <a:cubicBezTo>
                  <a:pt x="1676466" y="716153"/>
                  <a:pt x="1684147" y="709287"/>
                  <a:pt x="1692642" y="709287"/>
                </a:cubicBezTo>
                <a:close/>
                <a:moveTo>
                  <a:pt x="1628287" y="709287"/>
                </a:moveTo>
                <a:cubicBezTo>
                  <a:pt x="1636666" y="709287"/>
                  <a:pt x="1644346" y="716153"/>
                  <a:pt x="1644346" y="725346"/>
                </a:cubicBezTo>
                <a:cubicBezTo>
                  <a:pt x="1644346" y="733725"/>
                  <a:pt x="1636666" y="741406"/>
                  <a:pt x="1628287" y="741406"/>
                </a:cubicBezTo>
                <a:cubicBezTo>
                  <a:pt x="1619094" y="741406"/>
                  <a:pt x="1612228" y="733725"/>
                  <a:pt x="1612228" y="725346"/>
                </a:cubicBezTo>
                <a:cubicBezTo>
                  <a:pt x="1612228" y="716153"/>
                  <a:pt x="1619094" y="709287"/>
                  <a:pt x="1628287" y="709287"/>
                </a:cubicBezTo>
                <a:close/>
                <a:moveTo>
                  <a:pt x="1563933" y="709287"/>
                </a:moveTo>
                <a:cubicBezTo>
                  <a:pt x="1572312" y="709287"/>
                  <a:pt x="1579993" y="716153"/>
                  <a:pt x="1579993" y="725346"/>
                </a:cubicBezTo>
                <a:cubicBezTo>
                  <a:pt x="1579993" y="733725"/>
                  <a:pt x="1572312" y="741406"/>
                  <a:pt x="1563933" y="741406"/>
                </a:cubicBezTo>
                <a:cubicBezTo>
                  <a:pt x="1554740" y="741406"/>
                  <a:pt x="1547874" y="733725"/>
                  <a:pt x="1547874" y="725346"/>
                </a:cubicBezTo>
                <a:cubicBezTo>
                  <a:pt x="1547874" y="716153"/>
                  <a:pt x="1554740" y="709287"/>
                  <a:pt x="1563933" y="709287"/>
                </a:cubicBezTo>
                <a:close/>
                <a:moveTo>
                  <a:pt x="1499579" y="709287"/>
                </a:moveTo>
                <a:cubicBezTo>
                  <a:pt x="1508074" y="709287"/>
                  <a:pt x="1514940" y="716153"/>
                  <a:pt x="1514940" y="725346"/>
                </a:cubicBezTo>
                <a:cubicBezTo>
                  <a:pt x="1514940" y="733725"/>
                  <a:pt x="1508074" y="741406"/>
                  <a:pt x="1499579" y="741406"/>
                </a:cubicBezTo>
                <a:cubicBezTo>
                  <a:pt x="1490386" y="741406"/>
                  <a:pt x="1483520" y="733725"/>
                  <a:pt x="1483520" y="725346"/>
                </a:cubicBezTo>
                <a:cubicBezTo>
                  <a:pt x="1483520" y="716153"/>
                  <a:pt x="1490386" y="709287"/>
                  <a:pt x="1499579" y="709287"/>
                </a:cubicBezTo>
                <a:close/>
                <a:moveTo>
                  <a:pt x="1434527" y="709287"/>
                </a:moveTo>
                <a:cubicBezTo>
                  <a:pt x="1443720" y="709287"/>
                  <a:pt x="1450586" y="716153"/>
                  <a:pt x="1450586" y="725346"/>
                </a:cubicBezTo>
                <a:cubicBezTo>
                  <a:pt x="1450586" y="733725"/>
                  <a:pt x="1443720" y="741406"/>
                  <a:pt x="1434527" y="741406"/>
                </a:cubicBezTo>
                <a:cubicBezTo>
                  <a:pt x="1426032" y="741406"/>
                  <a:pt x="1418351" y="733725"/>
                  <a:pt x="1418351" y="725346"/>
                </a:cubicBezTo>
                <a:cubicBezTo>
                  <a:pt x="1418351" y="716153"/>
                  <a:pt x="1426032" y="709287"/>
                  <a:pt x="1434527" y="709287"/>
                </a:cubicBezTo>
                <a:close/>
                <a:moveTo>
                  <a:pt x="1370173" y="709287"/>
                </a:moveTo>
                <a:cubicBezTo>
                  <a:pt x="1379367" y="709287"/>
                  <a:pt x="1386233" y="716153"/>
                  <a:pt x="1386233" y="725346"/>
                </a:cubicBezTo>
                <a:cubicBezTo>
                  <a:pt x="1386233" y="733725"/>
                  <a:pt x="1379367" y="741406"/>
                  <a:pt x="1370173" y="741406"/>
                </a:cubicBezTo>
                <a:cubicBezTo>
                  <a:pt x="1361678" y="741406"/>
                  <a:pt x="1354114" y="733725"/>
                  <a:pt x="1354114" y="725346"/>
                </a:cubicBezTo>
                <a:cubicBezTo>
                  <a:pt x="1354114" y="716153"/>
                  <a:pt x="1361678" y="709287"/>
                  <a:pt x="1370173" y="709287"/>
                </a:cubicBezTo>
                <a:close/>
                <a:moveTo>
                  <a:pt x="1305819" y="709287"/>
                </a:moveTo>
                <a:cubicBezTo>
                  <a:pt x="1314198" y="709287"/>
                  <a:pt x="1321879" y="716153"/>
                  <a:pt x="1321879" y="725346"/>
                </a:cubicBezTo>
                <a:cubicBezTo>
                  <a:pt x="1321879" y="733725"/>
                  <a:pt x="1314198" y="741406"/>
                  <a:pt x="1305819" y="741406"/>
                </a:cubicBezTo>
                <a:cubicBezTo>
                  <a:pt x="1296626" y="741406"/>
                  <a:pt x="1289760" y="733725"/>
                  <a:pt x="1289760" y="725346"/>
                </a:cubicBezTo>
                <a:cubicBezTo>
                  <a:pt x="1289760" y="716153"/>
                  <a:pt x="1296626" y="709287"/>
                  <a:pt x="1305819" y="709287"/>
                </a:cubicBezTo>
                <a:close/>
                <a:moveTo>
                  <a:pt x="1241465" y="709287"/>
                </a:moveTo>
                <a:cubicBezTo>
                  <a:pt x="1249960" y="709287"/>
                  <a:pt x="1256826" y="716153"/>
                  <a:pt x="1256826" y="725346"/>
                </a:cubicBezTo>
                <a:cubicBezTo>
                  <a:pt x="1256826" y="733725"/>
                  <a:pt x="1249960" y="741406"/>
                  <a:pt x="1241465" y="741406"/>
                </a:cubicBezTo>
                <a:cubicBezTo>
                  <a:pt x="1232272" y="741406"/>
                  <a:pt x="1225406" y="733725"/>
                  <a:pt x="1225406" y="725346"/>
                </a:cubicBezTo>
                <a:cubicBezTo>
                  <a:pt x="1225406" y="716153"/>
                  <a:pt x="1232272" y="709287"/>
                  <a:pt x="1241465" y="709287"/>
                </a:cubicBezTo>
                <a:close/>
                <a:moveTo>
                  <a:pt x="1176412" y="709287"/>
                </a:moveTo>
                <a:cubicBezTo>
                  <a:pt x="1185606" y="709287"/>
                  <a:pt x="1192472" y="716153"/>
                  <a:pt x="1192472" y="725346"/>
                </a:cubicBezTo>
                <a:cubicBezTo>
                  <a:pt x="1192472" y="733725"/>
                  <a:pt x="1185606" y="741406"/>
                  <a:pt x="1176412" y="741406"/>
                </a:cubicBezTo>
                <a:cubicBezTo>
                  <a:pt x="1167917" y="741406"/>
                  <a:pt x="1161051" y="733725"/>
                  <a:pt x="1161051" y="725346"/>
                </a:cubicBezTo>
                <a:cubicBezTo>
                  <a:pt x="1161051" y="716153"/>
                  <a:pt x="1167917" y="709287"/>
                  <a:pt x="1176412" y="709287"/>
                </a:cubicBezTo>
                <a:close/>
                <a:moveTo>
                  <a:pt x="1112058" y="709287"/>
                </a:moveTo>
                <a:cubicBezTo>
                  <a:pt x="1121251" y="709287"/>
                  <a:pt x="1128117" y="716153"/>
                  <a:pt x="1128117" y="725346"/>
                </a:cubicBezTo>
                <a:cubicBezTo>
                  <a:pt x="1128117" y="733725"/>
                  <a:pt x="1121251" y="741406"/>
                  <a:pt x="1112058" y="741406"/>
                </a:cubicBezTo>
                <a:cubicBezTo>
                  <a:pt x="1103679" y="741406"/>
                  <a:pt x="1095998" y="733725"/>
                  <a:pt x="1095998" y="725346"/>
                </a:cubicBezTo>
                <a:cubicBezTo>
                  <a:pt x="1095998" y="716153"/>
                  <a:pt x="1103679" y="709287"/>
                  <a:pt x="1112058" y="709287"/>
                </a:cubicBezTo>
                <a:close/>
                <a:moveTo>
                  <a:pt x="1047704" y="709287"/>
                </a:moveTo>
                <a:cubicBezTo>
                  <a:pt x="1056199" y="709287"/>
                  <a:pt x="1063763" y="716153"/>
                  <a:pt x="1063763" y="725346"/>
                </a:cubicBezTo>
                <a:cubicBezTo>
                  <a:pt x="1063763" y="733725"/>
                  <a:pt x="1056199" y="741406"/>
                  <a:pt x="1047704" y="741406"/>
                </a:cubicBezTo>
                <a:cubicBezTo>
                  <a:pt x="1038510" y="741406"/>
                  <a:pt x="1031644" y="733725"/>
                  <a:pt x="1031644" y="725346"/>
                </a:cubicBezTo>
                <a:cubicBezTo>
                  <a:pt x="1031644" y="716153"/>
                  <a:pt x="1038510" y="709287"/>
                  <a:pt x="1047704" y="709287"/>
                </a:cubicBezTo>
                <a:close/>
                <a:moveTo>
                  <a:pt x="983349" y="709287"/>
                </a:moveTo>
                <a:cubicBezTo>
                  <a:pt x="991844" y="709287"/>
                  <a:pt x="999408" y="716153"/>
                  <a:pt x="999408" y="725346"/>
                </a:cubicBezTo>
                <a:cubicBezTo>
                  <a:pt x="999408" y="733725"/>
                  <a:pt x="991844" y="741406"/>
                  <a:pt x="983349" y="741406"/>
                </a:cubicBezTo>
                <a:cubicBezTo>
                  <a:pt x="974156" y="741406"/>
                  <a:pt x="967290" y="733725"/>
                  <a:pt x="967290" y="725346"/>
                </a:cubicBezTo>
                <a:cubicBezTo>
                  <a:pt x="967290" y="716153"/>
                  <a:pt x="974156" y="709287"/>
                  <a:pt x="983349" y="709287"/>
                </a:cubicBezTo>
                <a:close/>
                <a:moveTo>
                  <a:pt x="918995" y="709287"/>
                </a:moveTo>
                <a:cubicBezTo>
                  <a:pt x="927490" y="709287"/>
                  <a:pt x="934356" y="716153"/>
                  <a:pt x="934356" y="725346"/>
                </a:cubicBezTo>
                <a:cubicBezTo>
                  <a:pt x="934356" y="733725"/>
                  <a:pt x="927490" y="741406"/>
                  <a:pt x="918995" y="741406"/>
                </a:cubicBezTo>
                <a:cubicBezTo>
                  <a:pt x="909802" y="741406"/>
                  <a:pt x="902936" y="733725"/>
                  <a:pt x="902936" y="725346"/>
                </a:cubicBezTo>
                <a:cubicBezTo>
                  <a:pt x="902936" y="716153"/>
                  <a:pt x="909802" y="709287"/>
                  <a:pt x="918995" y="709287"/>
                </a:cubicBezTo>
                <a:close/>
                <a:moveTo>
                  <a:pt x="853944" y="709287"/>
                </a:moveTo>
                <a:cubicBezTo>
                  <a:pt x="863137" y="709287"/>
                  <a:pt x="870003" y="716153"/>
                  <a:pt x="870003" y="725346"/>
                </a:cubicBezTo>
                <a:cubicBezTo>
                  <a:pt x="870003" y="733725"/>
                  <a:pt x="863137" y="741406"/>
                  <a:pt x="853944" y="741406"/>
                </a:cubicBezTo>
                <a:cubicBezTo>
                  <a:pt x="845565" y="741406"/>
                  <a:pt x="837884" y="733725"/>
                  <a:pt x="837884" y="725346"/>
                </a:cubicBezTo>
                <a:cubicBezTo>
                  <a:pt x="837884" y="716153"/>
                  <a:pt x="845565" y="709287"/>
                  <a:pt x="853944" y="709287"/>
                </a:cubicBezTo>
                <a:close/>
                <a:moveTo>
                  <a:pt x="789590" y="709287"/>
                </a:moveTo>
                <a:cubicBezTo>
                  <a:pt x="798783" y="709287"/>
                  <a:pt x="805649" y="716153"/>
                  <a:pt x="805649" y="725346"/>
                </a:cubicBezTo>
                <a:cubicBezTo>
                  <a:pt x="805649" y="733725"/>
                  <a:pt x="798783" y="741406"/>
                  <a:pt x="789590" y="741406"/>
                </a:cubicBezTo>
                <a:cubicBezTo>
                  <a:pt x="781211" y="741406"/>
                  <a:pt x="773530" y="733725"/>
                  <a:pt x="773530" y="725346"/>
                </a:cubicBezTo>
                <a:cubicBezTo>
                  <a:pt x="773530" y="716153"/>
                  <a:pt x="781211" y="709287"/>
                  <a:pt x="789590" y="709287"/>
                </a:cubicBezTo>
                <a:close/>
                <a:moveTo>
                  <a:pt x="725235" y="709287"/>
                </a:moveTo>
                <a:cubicBezTo>
                  <a:pt x="733730" y="709287"/>
                  <a:pt x="741411" y="716153"/>
                  <a:pt x="741411" y="725346"/>
                </a:cubicBezTo>
                <a:cubicBezTo>
                  <a:pt x="741411" y="733725"/>
                  <a:pt x="733730" y="741406"/>
                  <a:pt x="725235" y="741406"/>
                </a:cubicBezTo>
                <a:cubicBezTo>
                  <a:pt x="716042" y="741406"/>
                  <a:pt x="709176" y="733725"/>
                  <a:pt x="709176" y="725346"/>
                </a:cubicBezTo>
                <a:cubicBezTo>
                  <a:pt x="709176" y="716153"/>
                  <a:pt x="716042" y="709287"/>
                  <a:pt x="725235" y="709287"/>
                </a:cubicBezTo>
                <a:close/>
                <a:moveTo>
                  <a:pt x="660998" y="709287"/>
                </a:moveTo>
                <a:cubicBezTo>
                  <a:pt x="669376" y="709287"/>
                  <a:pt x="676242" y="716153"/>
                  <a:pt x="676242" y="725346"/>
                </a:cubicBezTo>
                <a:cubicBezTo>
                  <a:pt x="676242" y="733725"/>
                  <a:pt x="669376" y="741406"/>
                  <a:pt x="660998" y="741406"/>
                </a:cubicBezTo>
                <a:cubicBezTo>
                  <a:pt x="651804" y="741406"/>
                  <a:pt x="644822" y="733725"/>
                  <a:pt x="644822" y="725346"/>
                </a:cubicBezTo>
                <a:cubicBezTo>
                  <a:pt x="644822" y="716153"/>
                  <a:pt x="651804" y="709287"/>
                  <a:pt x="660998" y="709287"/>
                </a:cubicBezTo>
                <a:close/>
                <a:moveTo>
                  <a:pt x="595829" y="709287"/>
                </a:moveTo>
                <a:cubicBezTo>
                  <a:pt x="605022" y="709287"/>
                  <a:pt x="611888" y="716153"/>
                  <a:pt x="611888" y="725346"/>
                </a:cubicBezTo>
                <a:cubicBezTo>
                  <a:pt x="611888" y="733725"/>
                  <a:pt x="605022" y="741406"/>
                  <a:pt x="595829" y="741406"/>
                </a:cubicBezTo>
                <a:cubicBezTo>
                  <a:pt x="587450" y="741406"/>
                  <a:pt x="580468" y="733725"/>
                  <a:pt x="580468" y="725346"/>
                </a:cubicBezTo>
                <a:cubicBezTo>
                  <a:pt x="580468" y="716153"/>
                  <a:pt x="587450" y="709287"/>
                  <a:pt x="595829" y="709287"/>
                </a:cubicBezTo>
                <a:close/>
                <a:moveTo>
                  <a:pt x="531474" y="709287"/>
                </a:moveTo>
                <a:cubicBezTo>
                  <a:pt x="540667" y="709287"/>
                  <a:pt x="547533" y="716153"/>
                  <a:pt x="547533" y="725346"/>
                </a:cubicBezTo>
                <a:cubicBezTo>
                  <a:pt x="547533" y="733725"/>
                  <a:pt x="540667" y="741406"/>
                  <a:pt x="531474" y="741406"/>
                </a:cubicBezTo>
                <a:cubicBezTo>
                  <a:pt x="523095" y="741406"/>
                  <a:pt x="515415" y="733725"/>
                  <a:pt x="515415" y="725346"/>
                </a:cubicBezTo>
                <a:cubicBezTo>
                  <a:pt x="515415" y="716153"/>
                  <a:pt x="523095" y="709287"/>
                  <a:pt x="531474" y="709287"/>
                </a:cubicBezTo>
                <a:close/>
                <a:moveTo>
                  <a:pt x="467120" y="709287"/>
                </a:moveTo>
                <a:cubicBezTo>
                  <a:pt x="475615" y="709287"/>
                  <a:pt x="483296" y="716153"/>
                  <a:pt x="483296" y="725346"/>
                </a:cubicBezTo>
                <a:cubicBezTo>
                  <a:pt x="483296" y="733725"/>
                  <a:pt x="475615" y="741406"/>
                  <a:pt x="467120" y="741406"/>
                </a:cubicBezTo>
                <a:cubicBezTo>
                  <a:pt x="457927" y="741406"/>
                  <a:pt x="451061" y="733725"/>
                  <a:pt x="451061" y="725346"/>
                </a:cubicBezTo>
                <a:cubicBezTo>
                  <a:pt x="451061" y="716153"/>
                  <a:pt x="457927" y="709287"/>
                  <a:pt x="467120" y="709287"/>
                </a:cubicBezTo>
                <a:close/>
                <a:moveTo>
                  <a:pt x="2789338" y="644933"/>
                </a:moveTo>
                <a:cubicBezTo>
                  <a:pt x="2798532" y="644933"/>
                  <a:pt x="2805398" y="651799"/>
                  <a:pt x="2805398" y="660993"/>
                </a:cubicBezTo>
                <a:cubicBezTo>
                  <a:pt x="2805398" y="669488"/>
                  <a:pt x="2798532" y="677052"/>
                  <a:pt x="2789338" y="677052"/>
                </a:cubicBezTo>
                <a:cubicBezTo>
                  <a:pt x="2780959" y="677052"/>
                  <a:pt x="2773279" y="669488"/>
                  <a:pt x="2773279" y="660993"/>
                </a:cubicBezTo>
                <a:cubicBezTo>
                  <a:pt x="2773279" y="651799"/>
                  <a:pt x="2780959" y="644933"/>
                  <a:pt x="2789338" y="644933"/>
                </a:cubicBezTo>
                <a:close/>
                <a:moveTo>
                  <a:pt x="2724984" y="644933"/>
                </a:moveTo>
                <a:cubicBezTo>
                  <a:pt x="2733479" y="644933"/>
                  <a:pt x="2741159" y="651799"/>
                  <a:pt x="2741159" y="660993"/>
                </a:cubicBezTo>
                <a:cubicBezTo>
                  <a:pt x="2741159" y="669488"/>
                  <a:pt x="2733479" y="677052"/>
                  <a:pt x="2724984" y="677052"/>
                </a:cubicBezTo>
                <a:cubicBezTo>
                  <a:pt x="2715790" y="677052"/>
                  <a:pt x="2708924" y="669488"/>
                  <a:pt x="2708924" y="660993"/>
                </a:cubicBezTo>
                <a:cubicBezTo>
                  <a:pt x="2708924" y="651799"/>
                  <a:pt x="2715790" y="644933"/>
                  <a:pt x="2724984" y="644933"/>
                </a:cubicBezTo>
                <a:close/>
                <a:moveTo>
                  <a:pt x="2660630" y="644933"/>
                </a:moveTo>
                <a:cubicBezTo>
                  <a:pt x="2669125" y="644933"/>
                  <a:pt x="2675991" y="651799"/>
                  <a:pt x="2675991" y="660993"/>
                </a:cubicBezTo>
                <a:cubicBezTo>
                  <a:pt x="2675991" y="669488"/>
                  <a:pt x="2669125" y="677052"/>
                  <a:pt x="2660630" y="677052"/>
                </a:cubicBezTo>
                <a:cubicBezTo>
                  <a:pt x="2651553" y="677052"/>
                  <a:pt x="2644570" y="669488"/>
                  <a:pt x="2644570" y="660993"/>
                </a:cubicBezTo>
                <a:cubicBezTo>
                  <a:pt x="2644570" y="651799"/>
                  <a:pt x="2651553" y="644933"/>
                  <a:pt x="2660630" y="644933"/>
                </a:cubicBezTo>
                <a:close/>
                <a:moveTo>
                  <a:pt x="2595577" y="644933"/>
                </a:moveTo>
                <a:cubicBezTo>
                  <a:pt x="2604771" y="644933"/>
                  <a:pt x="2611637" y="651799"/>
                  <a:pt x="2611637" y="660993"/>
                </a:cubicBezTo>
                <a:cubicBezTo>
                  <a:pt x="2611637" y="669488"/>
                  <a:pt x="2604771" y="677052"/>
                  <a:pt x="2595577" y="677052"/>
                </a:cubicBezTo>
                <a:cubicBezTo>
                  <a:pt x="2587198" y="677052"/>
                  <a:pt x="2580216" y="669488"/>
                  <a:pt x="2579518" y="660993"/>
                </a:cubicBezTo>
                <a:cubicBezTo>
                  <a:pt x="2579518" y="651799"/>
                  <a:pt x="2587198" y="644933"/>
                  <a:pt x="2595577" y="644933"/>
                </a:cubicBezTo>
                <a:close/>
                <a:moveTo>
                  <a:pt x="2531224" y="644933"/>
                </a:moveTo>
                <a:cubicBezTo>
                  <a:pt x="2539719" y="644933"/>
                  <a:pt x="2547283" y="651799"/>
                  <a:pt x="2547283" y="660993"/>
                </a:cubicBezTo>
                <a:cubicBezTo>
                  <a:pt x="2547283" y="669488"/>
                  <a:pt x="2539719" y="677052"/>
                  <a:pt x="2531224" y="677052"/>
                </a:cubicBezTo>
                <a:cubicBezTo>
                  <a:pt x="2522845" y="677052"/>
                  <a:pt x="2515164" y="669488"/>
                  <a:pt x="2515164" y="660993"/>
                </a:cubicBezTo>
                <a:cubicBezTo>
                  <a:pt x="2515164" y="651799"/>
                  <a:pt x="2522845" y="644933"/>
                  <a:pt x="2531224" y="644933"/>
                </a:cubicBezTo>
                <a:close/>
                <a:moveTo>
                  <a:pt x="2466869" y="644933"/>
                </a:moveTo>
                <a:cubicBezTo>
                  <a:pt x="2475364" y="644933"/>
                  <a:pt x="2483044" y="651799"/>
                  <a:pt x="2483044" y="660993"/>
                </a:cubicBezTo>
                <a:cubicBezTo>
                  <a:pt x="2483044" y="669488"/>
                  <a:pt x="2475364" y="677052"/>
                  <a:pt x="2466869" y="677052"/>
                </a:cubicBezTo>
                <a:cubicBezTo>
                  <a:pt x="2457675" y="677052"/>
                  <a:pt x="2450809" y="669488"/>
                  <a:pt x="2450809" y="660993"/>
                </a:cubicBezTo>
                <a:cubicBezTo>
                  <a:pt x="2450809" y="651799"/>
                  <a:pt x="2457675" y="644933"/>
                  <a:pt x="2466869" y="644933"/>
                </a:cubicBezTo>
                <a:close/>
                <a:moveTo>
                  <a:pt x="2402631" y="644933"/>
                </a:moveTo>
                <a:cubicBezTo>
                  <a:pt x="2411010" y="644933"/>
                  <a:pt x="2418690" y="651799"/>
                  <a:pt x="2418690" y="660993"/>
                </a:cubicBezTo>
                <a:cubicBezTo>
                  <a:pt x="2418690" y="669488"/>
                  <a:pt x="2411010" y="677052"/>
                  <a:pt x="2402631" y="677052"/>
                </a:cubicBezTo>
                <a:cubicBezTo>
                  <a:pt x="2393438" y="677052"/>
                  <a:pt x="2386455" y="669488"/>
                  <a:pt x="2386455" y="660993"/>
                </a:cubicBezTo>
                <a:cubicBezTo>
                  <a:pt x="2386455" y="651799"/>
                  <a:pt x="2393438" y="644933"/>
                  <a:pt x="2402631" y="644933"/>
                </a:cubicBezTo>
                <a:close/>
                <a:moveTo>
                  <a:pt x="2337462" y="644933"/>
                </a:moveTo>
                <a:cubicBezTo>
                  <a:pt x="2346656" y="644933"/>
                  <a:pt x="2353522" y="651799"/>
                  <a:pt x="2353522" y="660993"/>
                </a:cubicBezTo>
                <a:cubicBezTo>
                  <a:pt x="2353522" y="669488"/>
                  <a:pt x="2346656" y="677052"/>
                  <a:pt x="2337462" y="677052"/>
                </a:cubicBezTo>
                <a:cubicBezTo>
                  <a:pt x="2329084" y="677052"/>
                  <a:pt x="2322218" y="669488"/>
                  <a:pt x="2322218" y="660993"/>
                </a:cubicBezTo>
                <a:cubicBezTo>
                  <a:pt x="2322218" y="651799"/>
                  <a:pt x="2329084" y="644933"/>
                  <a:pt x="2337462" y="644933"/>
                </a:cubicBezTo>
                <a:close/>
                <a:moveTo>
                  <a:pt x="2273109" y="644933"/>
                </a:moveTo>
                <a:cubicBezTo>
                  <a:pt x="2282302" y="644933"/>
                  <a:pt x="2289284" y="651799"/>
                  <a:pt x="2289284" y="660993"/>
                </a:cubicBezTo>
                <a:cubicBezTo>
                  <a:pt x="2289284" y="669488"/>
                  <a:pt x="2282302" y="677052"/>
                  <a:pt x="2273109" y="677052"/>
                </a:cubicBezTo>
                <a:cubicBezTo>
                  <a:pt x="2264730" y="677052"/>
                  <a:pt x="2257049" y="669488"/>
                  <a:pt x="2257049" y="660993"/>
                </a:cubicBezTo>
                <a:cubicBezTo>
                  <a:pt x="2257049" y="651799"/>
                  <a:pt x="2264730" y="644933"/>
                  <a:pt x="2273109" y="644933"/>
                </a:cubicBezTo>
                <a:close/>
                <a:moveTo>
                  <a:pt x="2208755" y="644933"/>
                </a:moveTo>
                <a:cubicBezTo>
                  <a:pt x="2217948" y="644933"/>
                  <a:pt x="2224930" y="651799"/>
                  <a:pt x="2224930" y="660993"/>
                </a:cubicBezTo>
                <a:cubicBezTo>
                  <a:pt x="2224930" y="669488"/>
                  <a:pt x="2217948" y="677052"/>
                  <a:pt x="2208755" y="677052"/>
                </a:cubicBezTo>
                <a:cubicBezTo>
                  <a:pt x="2199561" y="677052"/>
                  <a:pt x="2192695" y="669488"/>
                  <a:pt x="2192695" y="660993"/>
                </a:cubicBezTo>
                <a:cubicBezTo>
                  <a:pt x="2192695" y="651799"/>
                  <a:pt x="2200376" y="644933"/>
                  <a:pt x="2208755" y="644933"/>
                </a:cubicBezTo>
                <a:close/>
                <a:moveTo>
                  <a:pt x="2144517" y="644933"/>
                </a:moveTo>
                <a:cubicBezTo>
                  <a:pt x="2152896" y="644933"/>
                  <a:pt x="2160576" y="651799"/>
                  <a:pt x="2160576" y="660993"/>
                </a:cubicBezTo>
                <a:cubicBezTo>
                  <a:pt x="2160576" y="669488"/>
                  <a:pt x="2152896" y="677052"/>
                  <a:pt x="2144517" y="677052"/>
                </a:cubicBezTo>
                <a:cubicBezTo>
                  <a:pt x="2135324" y="677052"/>
                  <a:pt x="2128341" y="669488"/>
                  <a:pt x="2128341" y="660993"/>
                </a:cubicBezTo>
                <a:cubicBezTo>
                  <a:pt x="2128341" y="651799"/>
                  <a:pt x="2135324" y="644933"/>
                  <a:pt x="2144517" y="644933"/>
                </a:cubicBezTo>
                <a:close/>
                <a:moveTo>
                  <a:pt x="2080163" y="644933"/>
                </a:moveTo>
                <a:cubicBezTo>
                  <a:pt x="2088542" y="644933"/>
                  <a:pt x="2095408" y="651799"/>
                  <a:pt x="2095408" y="660993"/>
                </a:cubicBezTo>
                <a:cubicBezTo>
                  <a:pt x="2095408" y="669488"/>
                  <a:pt x="2088542" y="677052"/>
                  <a:pt x="2080163" y="677052"/>
                </a:cubicBezTo>
                <a:cubicBezTo>
                  <a:pt x="2070970" y="677052"/>
                  <a:pt x="2064104" y="669488"/>
                  <a:pt x="2064104" y="660993"/>
                </a:cubicBezTo>
                <a:cubicBezTo>
                  <a:pt x="2064104" y="651799"/>
                  <a:pt x="2070970" y="644933"/>
                  <a:pt x="2080163" y="644933"/>
                </a:cubicBezTo>
                <a:close/>
                <a:moveTo>
                  <a:pt x="2014994" y="644933"/>
                </a:moveTo>
                <a:cubicBezTo>
                  <a:pt x="2024187" y="644933"/>
                  <a:pt x="2031169" y="651799"/>
                  <a:pt x="2031169" y="660993"/>
                </a:cubicBezTo>
                <a:cubicBezTo>
                  <a:pt x="2031169" y="669488"/>
                  <a:pt x="2024187" y="677052"/>
                  <a:pt x="2014994" y="677052"/>
                </a:cubicBezTo>
                <a:cubicBezTo>
                  <a:pt x="2006615" y="677052"/>
                  <a:pt x="1998934" y="669488"/>
                  <a:pt x="1998934" y="660993"/>
                </a:cubicBezTo>
                <a:cubicBezTo>
                  <a:pt x="1998934" y="651799"/>
                  <a:pt x="2006615" y="644933"/>
                  <a:pt x="2014994" y="644933"/>
                </a:cubicBezTo>
                <a:close/>
                <a:moveTo>
                  <a:pt x="1950756" y="644933"/>
                </a:moveTo>
                <a:cubicBezTo>
                  <a:pt x="1959135" y="644933"/>
                  <a:pt x="1966815" y="651799"/>
                  <a:pt x="1966815" y="660993"/>
                </a:cubicBezTo>
                <a:cubicBezTo>
                  <a:pt x="1966815" y="669488"/>
                  <a:pt x="1959135" y="677052"/>
                  <a:pt x="1950756" y="677052"/>
                </a:cubicBezTo>
                <a:cubicBezTo>
                  <a:pt x="1942261" y="677052"/>
                  <a:pt x="1934580" y="669488"/>
                  <a:pt x="1934580" y="660993"/>
                </a:cubicBezTo>
                <a:cubicBezTo>
                  <a:pt x="1934580" y="651799"/>
                  <a:pt x="1942261" y="644933"/>
                  <a:pt x="1950756" y="644933"/>
                </a:cubicBezTo>
                <a:close/>
                <a:moveTo>
                  <a:pt x="1886402" y="644933"/>
                </a:moveTo>
                <a:cubicBezTo>
                  <a:pt x="1894781" y="644933"/>
                  <a:pt x="1902461" y="651799"/>
                  <a:pt x="1902461" y="660993"/>
                </a:cubicBezTo>
                <a:cubicBezTo>
                  <a:pt x="1902461" y="669488"/>
                  <a:pt x="1894781" y="677052"/>
                  <a:pt x="1886402" y="677052"/>
                </a:cubicBezTo>
                <a:cubicBezTo>
                  <a:pt x="1877209" y="677052"/>
                  <a:pt x="1870343" y="669488"/>
                  <a:pt x="1870343" y="660993"/>
                </a:cubicBezTo>
                <a:cubicBezTo>
                  <a:pt x="1870343" y="651799"/>
                  <a:pt x="1877209" y="644933"/>
                  <a:pt x="1886402" y="644933"/>
                </a:cubicBezTo>
                <a:close/>
                <a:moveTo>
                  <a:pt x="1822048" y="644933"/>
                </a:moveTo>
                <a:cubicBezTo>
                  <a:pt x="1830427" y="644933"/>
                  <a:pt x="1838108" y="651799"/>
                  <a:pt x="1838108" y="660993"/>
                </a:cubicBezTo>
                <a:cubicBezTo>
                  <a:pt x="1838108" y="669488"/>
                  <a:pt x="1830427" y="677052"/>
                  <a:pt x="1822048" y="677052"/>
                </a:cubicBezTo>
                <a:cubicBezTo>
                  <a:pt x="1812855" y="677052"/>
                  <a:pt x="1805989" y="669488"/>
                  <a:pt x="1805989" y="660993"/>
                </a:cubicBezTo>
                <a:cubicBezTo>
                  <a:pt x="1805989" y="651799"/>
                  <a:pt x="1812855" y="644933"/>
                  <a:pt x="1822048" y="644933"/>
                </a:cubicBezTo>
                <a:close/>
                <a:moveTo>
                  <a:pt x="1756879" y="644933"/>
                </a:moveTo>
                <a:cubicBezTo>
                  <a:pt x="1766073" y="644933"/>
                  <a:pt x="1773055" y="651799"/>
                  <a:pt x="1773055" y="660993"/>
                </a:cubicBezTo>
                <a:cubicBezTo>
                  <a:pt x="1773055" y="669488"/>
                  <a:pt x="1766073" y="677052"/>
                  <a:pt x="1756879" y="677052"/>
                </a:cubicBezTo>
                <a:cubicBezTo>
                  <a:pt x="1748501" y="677052"/>
                  <a:pt x="1741635" y="669488"/>
                  <a:pt x="1741635" y="660993"/>
                </a:cubicBezTo>
                <a:cubicBezTo>
                  <a:pt x="1741635" y="651799"/>
                  <a:pt x="1748501" y="644933"/>
                  <a:pt x="1756879" y="644933"/>
                </a:cubicBezTo>
                <a:close/>
                <a:moveTo>
                  <a:pt x="1692642" y="644933"/>
                </a:moveTo>
                <a:cubicBezTo>
                  <a:pt x="1701835" y="644933"/>
                  <a:pt x="1708701" y="651799"/>
                  <a:pt x="1708701" y="660993"/>
                </a:cubicBezTo>
                <a:cubicBezTo>
                  <a:pt x="1708701" y="669488"/>
                  <a:pt x="1701835" y="677052"/>
                  <a:pt x="1692642" y="677052"/>
                </a:cubicBezTo>
                <a:cubicBezTo>
                  <a:pt x="1684147" y="677052"/>
                  <a:pt x="1676466" y="669488"/>
                  <a:pt x="1676466" y="660993"/>
                </a:cubicBezTo>
                <a:cubicBezTo>
                  <a:pt x="1676466" y="651799"/>
                  <a:pt x="1684147" y="644933"/>
                  <a:pt x="1692642" y="644933"/>
                </a:cubicBezTo>
                <a:close/>
                <a:moveTo>
                  <a:pt x="1628287" y="644933"/>
                </a:moveTo>
                <a:cubicBezTo>
                  <a:pt x="1636666" y="644933"/>
                  <a:pt x="1644346" y="651799"/>
                  <a:pt x="1644346" y="660993"/>
                </a:cubicBezTo>
                <a:cubicBezTo>
                  <a:pt x="1644346" y="669488"/>
                  <a:pt x="1636666" y="677052"/>
                  <a:pt x="1628287" y="677052"/>
                </a:cubicBezTo>
                <a:cubicBezTo>
                  <a:pt x="1619094" y="677052"/>
                  <a:pt x="1612228" y="669488"/>
                  <a:pt x="1612228" y="660993"/>
                </a:cubicBezTo>
                <a:cubicBezTo>
                  <a:pt x="1612228" y="651799"/>
                  <a:pt x="1619094" y="644933"/>
                  <a:pt x="1628287" y="644933"/>
                </a:cubicBezTo>
                <a:close/>
                <a:moveTo>
                  <a:pt x="1563933" y="644933"/>
                </a:moveTo>
                <a:cubicBezTo>
                  <a:pt x="1572312" y="644933"/>
                  <a:pt x="1579993" y="651799"/>
                  <a:pt x="1579993" y="660993"/>
                </a:cubicBezTo>
                <a:cubicBezTo>
                  <a:pt x="1579993" y="669488"/>
                  <a:pt x="1572312" y="677052"/>
                  <a:pt x="1563933" y="677052"/>
                </a:cubicBezTo>
                <a:cubicBezTo>
                  <a:pt x="1554740" y="677052"/>
                  <a:pt x="1547874" y="669488"/>
                  <a:pt x="1547874" y="660993"/>
                </a:cubicBezTo>
                <a:cubicBezTo>
                  <a:pt x="1547874" y="651799"/>
                  <a:pt x="1554740" y="644933"/>
                  <a:pt x="1563933" y="644933"/>
                </a:cubicBezTo>
                <a:close/>
                <a:moveTo>
                  <a:pt x="1499579" y="644933"/>
                </a:moveTo>
                <a:cubicBezTo>
                  <a:pt x="1508074" y="644933"/>
                  <a:pt x="1514940" y="651799"/>
                  <a:pt x="1514940" y="660993"/>
                </a:cubicBezTo>
                <a:cubicBezTo>
                  <a:pt x="1514940" y="669488"/>
                  <a:pt x="1508074" y="677052"/>
                  <a:pt x="1499579" y="677052"/>
                </a:cubicBezTo>
                <a:cubicBezTo>
                  <a:pt x="1490386" y="677052"/>
                  <a:pt x="1483520" y="669488"/>
                  <a:pt x="1483520" y="660993"/>
                </a:cubicBezTo>
                <a:cubicBezTo>
                  <a:pt x="1483520" y="651799"/>
                  <a:pt x="1490386" y="644933"/>
                  <a:pt x="1499579" y="644933"/>
                </a:cubicBezTo>
                <a:close/>
                <a:moveTo>
                  <a:pt x="1434527" y="644933"/>
                </a:moveTo>
                <a:cubicBezTo>
                  <a:pt x="1443720" y="644933"/>
                  <a:pt x="1450586" y="651799"/>
                  <a:pt x="1450586" y="660993"/>
                </a:cubicBezTo>
                <a:cubicBezTo>
                  <a:pt x="1450586" y="669488"/>
                  <a:pt x="1443720" y="677052"/>
                  <a:pt x="1434527" y="677052"/>
                </a:cubicBezTo>
                <a:cubicBezTo>
                  <a:pt x="1426032" y="677052"/>
                  <a:pt x="1418351" y="669488"/>
                  <a:pt x="1418351" y="660993"/>
                </a:cubicBezTo>
                <a:cubicBezTo>
                  <a:pt x="1418351" y="651799"/>
                  <a:pt x="1426032" y="644933"/>
                  <a:pt x="1434527" y="644933"/>
                </a:cubicBezTo>
                <a:close/>
                <a:moveTo>
                  <a:pt x="1370173" y="644933"/>
                </a:moveTo>
                <a:cubicBezTo>
                  <a:pt x="1379367" y="644933"/>
                  <a:pt x="1386233" y="651799"/>
                  <a:pt x="1386233" y="660993"/>
                </a:cubicBezTo>
                <a:cubicBezTo>
                  <a:pt x="1386233" y="669488"/>
                  <a:pt x="1379367" y="677052"/>
                  <a:pt x="1370173" y="677052"/>
                </a:cubicBezTo>
                <a:cubicBezTo>
                  <a:pt x="1361678" y="677052"/>
                  <a:pt x="1354114" y="669488"/>
                  <a:pt x="1354114" y="660993"/>
                </a:cubicBezTo>
                <a:cubicBezTo>
                  <a:pt x="1354114" y="651799"/>
                  <a:pt x="1361678" y="644933"/>
                  <a:pt x="1370173" y="644933"/>
                </a:cubicBezTo>
                <a:close/>
                <a:moveTo>
                  <a:pt x="1305819" y="644933"/>
                </a:moveTo>
                <a:cubicBezTo>
                  <a:pt x="1314198" y="644933"/>
                  <a:pt x="1321879" y="651799"/>
                  <a:pt x="1321879" y="660993"/>
                </a:cubicBezTo>
                <a:cubicBezTo>
                  <a:pt x="1321879" y="669488"/>
                  <a:pt x="1314198" y="677052"/>
                  <a:pt x="1305819" y="677052"/>
                </a:cubicBezTo>
                <a:cubicBezTo>
                  <a:pt x="1296626" y="677052"/>
                  <a:pt x="1289760" y="669488"/>
                  <a:pt x="1289760" y="660993"/>
                </a:cubicBezTo>
                <a:cubicBezTo>
                  <a:pt x="1289760" y="651799"/>
                  <a:pt x="1296626" y="644933"/>
                  <a:pt x="1305819" y="644933"/>
                </a:cubicBezTo>
                <a:close/>
                <a:moveTo>
                  <a:pt x="1241465" y="644933"/>
                </a:moveTo>
                <a:cubicBezTo>
                  <a:pt x="1249960" y="644933"/>
                  <a:pt x="1256826" y="651799"/>
                  <a:pt x="1256826" y="660993"/>
                </a:cubicBezTo>
                <a:cubicBezTo>
                  <a:pt x="1256826" y="669488"/>
                  <a:pt x="1249960" y="677052"/>
                  <a:pt x="1241465" y="677052"/>
                </a:cubicBezTo>
                <a:cubicBezTo>
                  <a:pt x="1232272" y="677052"/>
                  <a:pt x="1225406" y="669488"/>
                  <a:pt x="1225406" y="660993"/>
                </a:cubicBezTo>
                <a:cubicBezTo>
                  <a:pt x="1225406" y="651799"/>
                  <a:pt x="1232272" y="644933"/>
                  <a:pt x="1241465" y="644933"/>
                </a:cubicBezTo>
                <a:close/>
                <a:moveTo>
                  <a:pt x="1176412" y="644933"/>
                </a:moveTo>
                <a:cubicBezTo>
                  <a:pt x="1185606" y="644933"/>
                  <a:pt x="1192472" y="651799"/>
                  <a:pt x="1192472" y="660993"/>
                </a:cubicBezTo>
                <a:cubicBezTo>
                  <a:pt x="1192472" y="669488"/>
                  <a:pt x="1185606" y="677052"/>
                  <a:pt x="1176412" y="677052"/>
                </a:cubicBezTo>
                <a:cubicBezTo>
                  <a:pt x="1167917" y="677052"/>
                  <a:pt x="1161051" y="669488"/>
                  <a:pt x="1161051" y="660993"/>
                </a:cubicBezTo>
                <a:cubicBezTo>
                  <a:pt x="1161051" y="651799"/>
                  <a:pt x="1167917" y="644933"/>
                  <a:pt x="1176412" y="644933"/>
                </a:cubicBezTo>
                <a:close/>
                <a:moveTo>
                  <a:pt x="1112058" y="644933"/>
                </a:moveTo>
                <a:cubicBezTo>
                  <a:pt x="1121251" y="644933"/>
                  <a:pt x="1128117" y="651799"/>
                  <a:pt x="1128117" y="660993"/>
                </a:cubicBezTo>
                <a:cubicBezTo>
                  <a:pt x="1128117" y="669488"/>
                  <a:pt x="1121251" y="677052"/>
                  <a:pt x="1112058" y="677052"/>
                </a:cubicBezTo>
                <a:cubicBezTo>
                  <a:pt x="1103679" y="677052"/>
                  <a:pt x="1095998" y="669488"/>
                  <a:pt x="1095998" y="660993"/>
                </a:cubicBezTo>
                <a:cubicBezTo>
                  <a:pt x="1095998" y="651799"/>
                  <a:pt x="1103679" y="644933"/>
                  <a:pt x="1112058" y="644933"/>
                </a:cubicBezTo>
                <a:close/>
                <a:moveTo>
                  <a:pt x="1047704" y="644933"/>
                </a:moveTo>
                <a:cubicBezTo>
                  <a:pt x="1056199" y="644933"/>
                  <a:pt x="1063763" y="651799"/>
                  <a:pt x="1063763" y="660993"/>
                </a:cubicBezTo>
                <a:cubicBezTo>
                  <a:pt x="1063763" y="669488"/>
                  <a:pt x="1056199" y="677052"/>
                  <a:pt x="1047704" y="677052"/>
                </a:cubicBezTo>
                <a:cubicBezTo>
                  <a:pt x="1038510" y="677052"/>
                  <a:pt x="1031644" y="669488"/>
                  <a:pt x="1031644" y="660993"/>
                </a:cubicBezTo>
                <a:cubicBezTo>
                  <a:pt x="1031644" y="651799"/>
                  <a:pt x="1038510" y="644933"/>
                  <a:pt x="1047704" y="644933"/>
                </a:cubicBezTo>
                <a:close/>
                <a:moveTo>
                  <a:pt x="983349" y="644933"/>
                </a:moveTo>
                <a:cubicBezTo>
                  <a:pt x="991844" y="644933"/>
                  <a:pt x="999408" y="651799"/>
                  <a:pt x="999408" y="660993"/>
                </a:cubicBezTo>
                <a:cubicBezTo>
                  <a:pt x="999408" y="669488"/>
                  <a:pt x="991844" y="677052"/>
                  <a:pt x="983349" y="677052"/>
                </a:cubicBezTo>
                <a:cubicBezTo>
                  <a:pt x="974156" y="677052"/>
                  <a:pt x="967290" y="669488"/>
                  <a:pt x="967290" y="660993"/>
                </a:cubicBezTo>
                <a:cubicBezTo>
                  <a:pt x="967290" y="651799"/>
                  <a:pt x="974156" y="644933"/>
                  <a:pt x="983349" y="644933"/>
                </a:cubicBezTo>
                <a:close/>
                <a:moveTo>
                  <a:pt x="918995" y="644933"/>
                </a:moveTo>
                <a:cubicBezTo>
                  <a:pt x="927490" y="644933"/>
                  <a:pt x="934356" y="651799"/>
                  <a:pt x="934356" y="660993"/>
                </a:cubicBezTo>
                <a:cubicBezTo>
                  <a:pt x="934356" y="669488"/>
                  <a:pt x="927490" y="677052"/>
                  <a:pt x="918995" y="677052"/>
                </a:cubicBezTo>
                <a:cubicBezTo>
                  <a:pt x="909802" y="677052"/>
                  <a:pt x="902936" y="669488"/>
                  <a:pt x="902936" y="660993"/>
                </a:cubicBezTo>
                <a:cubicBezTo>
                  <a:pt x="902936" y="651799"/>
                  <a:pt x="909802" y="644933"/>
                  <a:pt x="918995" y="644933"/>
                </a:cubicBezTo>
                <a:close/>
                <a:moveTo>
                  <a:pt x="853944" y="644933"/>
                </a:moveTo>
                <a:cubicBezTo>
                  <a:pt x="863137" y="644933"/>
                  <a:pt x="870003" y="651799"/>
                  <a:pt x="870003" y="660993"/>
                </a:cubicBezTo>
                <a:cubicBezTo>
                  <a:pt x="870003" y="669488"/>
                  <a:pt x="863137" y="677052"/>
                  <a:pt x="853944" y="677052"/>
                </a:cubicBezTo>
                <a:cubicBezTo>
                  <a:pt x="845565" y="677052"/>
                  <a:pt x="837884" y="669488"/>
                  <a:pt x="837884" y="660993"/>
                </a:cubicBezTo>
                <a:cubicBezTo>
                  <a:pt x="837884" y="651799"/>
                  <a:pt x="845565" y="644933"/>
                  <a:pt x="853944" y="644933"/>
                </a:cubicBezTo>
                <a:close/>
                <a:moveTo>
                  <a:pt x="789590" y="644933"/>
                </a:moveTo>
                <a:cubicBezTo>
                  <a:pt x="798783" y="644933"/>
                  <a:pt x="805649" y="651799"/>
                  <a:pt x="805649" y="660993"/>
                </a:cubicBezTo>
                <a:cubicBezTo>
                  <a:pt x="805649" y="669488"/>
                  <a:pt x="798783" y="677052"/>
                  <a:pt x="789590" y="677052"/>
                </a:cubicBezTo>
                <a:cubicBezTo>
                  <a:pt x="781211" y="677052"/>
                  <a:pt x="773530" y="669488"/>
                  <a:pt x="773530" y="660993"/>
                </a:cubicBezTo>
                <a:cubicBezTo>
                  <a:pt x="773530" y="651799"/>
                  <a:pt x="781211" y="644933"/>
                  <a:pt x="789590" y="644933"/>
                </a:cubicBezTo>
                <a:close/>
                <a:moveTo>
                  <a:pt x="725235" y="644933"/>
                </a:moveTo>
                <a:cubicBezTo>
                  <a:pt x="733730" y="644933"/>
                  <a:pt x="741411" y="651799"/>
                  <a:pt x="741411" y="660993"/>
                </a:cubicBezTo>
                <a:cubicBezTo>
                  <a:pt x="741411" y="669488"/>
                  <a:pt x="733730" y="677052"/>
                  <a:pt x="725235" y="677052"/>
                </a:cubicBezTo>
                <a:cubicBezTo>
                  <a:pt x="716042" y="677052"/>
                  <a:pt x="709176" y="669488"/>
                  <a:pt x="709176" y="660993"/>
                </a:cubicBezTo>
                <a:cubicBezTo>
                  <a:pt x="709176" y="651799"/>
                  <a:pt x="716042" y="644933"/>
                  <a:pt x="725235" y="644933"/>
                </a:cubicBezTo>
                <a:close/>
                <a:moveTo>
                  <a:pt x="660998" y="644933"/>
                </a:moveTo>
                <a:cubicBezTo>
                  <a:pt x="669376" y="644933"/>
                  <a:pt x="676242" y="651799"/>
                  <a:pt x="676242" y="660993"/>
                </a:cubicBezTo>
                <a:cubicBezTo>
                  <a:pt x="676242" y="669488"/>
                  <a:pt x="669376" y="677052"/>
                  <a:pt x="660998" y="677052"/>
                </a:cubicBezTo>
                <a:cubicBezTo>
                  <a:pt x="651804" y="677052"/>
                  <a:pt x="644822" y="669488"/>
                  <a:pt x="644822" y="660993"/>
                </a:cubicBezTo>
                <a:cubicBezTo>
                  <a:pt x="644822" y="651799"/>
                  <a:pt x="651804" y="644933"/>
                  <a:pt x="660998" y="644933"/>
                </a:cubicBezTo>
                <a:close/>
                <a:moveTo>
                  <a:pt x="595829" y="644933"/>
                </a:moveTo>
                <a:cubicBezTo>
                  <a:pt x="605022" y="644933"/>
                  <a:pt x="611888" y="651799"/>
                  <a:pt x="611888" y="660993"/>
                </a:cubicBezTo>
                <a:cubicBezTo>
                  <a:pt x="611888" y="669488"/>
                  <a:pt x="605022" y="677052"/>
                  <a:pt x="595829" y="677052"/>
                </a:cubicBezTo>
                <a:cubicBezTo>
                  <a:pt x="587450" y="677052"/>
                  <a:pt x="580468" y="669488"/>
                  <a:pt x="580468" y="660993"/>
                </a:cubicBezTo>
                <a:cubicBezTo>
                  <a:pt x="580468" y="651799"/>
                  <a:pt x="587450" y="644933"/>
                  <a:pt x="595829" y="644933"/>
                </a:cubicBezTo>
                <a:close/>
                <a:moveTo>
                  <a:pt x="531474" y="644933"/>
                </a:moveTo>
                <a:cubicBezTo>
                  <a:pt x="540667" y="644933"/>
                  <a:pt x="547533" y="651799"/>
                  <a:pt x="547533" y="660993"/>
                </a:cubicBezTo>
                <a:cubicBezTo>
                  <a:pt x="547533" y="669488"/>
                  <a:pt x="540667" y="677052"/>
                  <a:pt x="531474" y="677052"/>
                </a:cubicBezTo>
                <a:cubicBezTo>
                  <a:pt x="523095" y="677052"/>
                  <a:pt x="515415" y="669488"/>
                  <a:pt x="515415" y="660993"/>
                </a:cubicBezTo>
                <a:cubicBezTo>
                  <a:pt x="515415" y="651799"/>
                  <a:pt x="523095" y="644933"/>
                  <a:pt x="531474" y="644933"/>
                </a:cubicBezTo>
                <a:close/>
                <a:moveTo>
                  <a:pt x="467120" y="644933"/>
                </a:moveTo>
                <a:cubicBezTo>
                  <a:pt x="475615" y="644933"/>
                  <a:pt x="483296" y="651799"/>
                  <a:pt x="483296" y="660993"/>
                </a:cubicBezTo>
                <a:cubicBezTo>
                  <a:pt x="483296" y="669488"/>
                  <a:pt x="475615" y="677052"/>
                  <a:pt x="467120" y="677052"/>
                </a:cubicBezTo>
                <a:cubicBezTo>
                  <a:pt x="457927" y="677052"/>
                  <a:pt x="451061" y="669488"/>
                  <a:pt x="451061" y="660993"/>
                </a:cubicBezTo>
                <a:cubicBezTo>
                  <a:pt x="451061" y="651799"/>
                  <a:pt x="457927" y="644933"/>
                  <a:pt x="467120" y="644933"/>
                </a:cubicBezTo>
                <a:close/>
                <a:moveTo>
                  <a:pt x="2660630" y="580579"/>
                </a:moveTo>
                <a:cubicBezTo>
                  <a:pt x="2669125" y="580579"/>
                  <a:pt x="2675991" y="587445"/>
                  <a:pt x="2675991" y="595941"/>
                </a:cubicBezTo>
                <a:cubicBezTo>
                  <a:pt x="2675991" y="605135"/>
                  <a:pt x="2669125" y="612000"/>
                  <a:pt x="2660630" y="612000"/>
                </a:cubicBezTo>
                <a:cubicBezTo>
                  <a:pt x="2651553" y="612000"/>
                  <a:pt x="2644570" y="605135"/>
                  <a:pt x="2644570" y="595941"/>
                </a:cubicBezTo>
                <a:cubicBezTo>
                  <a:pt x="2644570" y="587445"/>
                  <a:pt x="2651553" y="580579"/>
                  <a:pt x="2660630" y="580579"/>
                </a:cubicBezTo>
                <a:close/>
                <a:moveTo>
                  <a:pt x="2595577" y="580579"/>
                </a:moveTo>
                <a:cubicBezTo>
                  <a:pt x="2604771" y="580579"/>
                  <a:pt x="2611637" y="587445"/>
                  <a:pt x="2611637" y="595941"/>
                </a:cubicBezTo>
                <a:cubicBezTo>
                  <a:pt x="2611637" y="605135"/>
                  <a:pt x="2604771" y="612000"/>
                  <a:pt x="2595577" y="612000"/>
                </a:cubicBezTo>
                <a:cubicBezTo>
                  <a:pt x="2587198" y="612000"/>
                  <a:pt x="2580216" y="605135"/>
                  <a:pt x="2579518" y="595941"/>
                </a:cubicBezTo>
                <a:cubicBezTo>
                  <a:pt x="2579518" y="587445"/>
                  <a:pt x="2587198" y="580579"/>
                  <a:pt x="2595577" y="580579"/>
                </a:cubicBezTo>
                <a:close/>
                <a:moveTo>
                  <a:pt x="2531224" y="580579"/>
                </a:moveTo>
                <a:cubicBezTo>
                  <a:pt x="2539719" y="580579"/>
                  <a:pt x="2547283" y="587445"/>
                  <a:pt x="2547283" y="595941"/>
                </a:cubicBezTo>
                <a:cubicBezTo>
                  <a:pt x="2547283" y="605135"/>
                  <a:pt x="2539719" y="612000"/>
                  <a:pt x="2531224" y="612000"/>
                </a:cubicBezTo>
                <a:cubicBezTo>
                  <a:pt x="2522845" y="612000"/>
                  <a:pt x="2515164" y="605135"/>
                  <a:pt x="2515164" y="595941"/>
                </a:cubicBezTo>
                <a:cubicBezTo>
                  <a:pt x="2515164" y="587445"/>
                  <a:pt x="2522845" y="580579"/>
                  <a:pt x="2531224" y="580579"/>
                </a:cubicBezTo>
                <a:close/>
                <a:moveTo>
                  <a:pt x="2466869" y="580579"/>
                </a:moveTo>
                <a:cubicBezTo>
                  <a:pt x="2475364" y="580579"/>
                  <a:pt x="2483044" y="587445"/>
                  <a:pt x="2483044" y="595941"/>
                </a:cubicBezTo>
                <a:cubicBezTo>
                  <a:pt x="2483044" y="605135"/>
                  <a:pt x="2475364" y="612000"/>
                  <a:pt x="2466869" y="612000"/>
                </a:cubicBezTo>
                <a:cubicBezTo>
                  <a:pt x="2457675" y="612000"/>
                  <a:pt x="2450809" y="605135"/>
                  <a:pt x="2450809" y="595941"/>
                </a:cubicBezTo>
                <a:cubicBezTo>
                  <a:pt x="2450809" y="587445"/>
                  <a:pt x="2457675" y="580579"/>
                  <a:pt x="2466869" y="580579"/>
                </a:cubicBezTo>
                <a:close/>
                <a:moveTo>
                  <a:pt x="2402631" y="580579"/>
                </a:moveTo>
                <a:cubicBezTo>
                  <a:pt x="2411010" y="580579"/>
                  <a:pt x="2418690" y="587445"/>
                  <a:pt x="2418690" y="595941"/>
                </a:cubicBezTo>
                <a:cubicBezTo>
                  <a:pt x="2418690" y="605135"/>
                  <a:pt x="2411010" y="612000"/>
                  <a:pt x="2402631" y="612000"/>
                </a:cubicBezTo>
                <a:cubicBezTo>
                  <a:pt x="2393438" y="612000"/>
                  <a:pt x="2386455" y="605135"/>
                  <a:pt x="2386455" y="595941"/>
                </a:cubicBezTo>
                <a:cubicBezTo>
                  <a:pt x="2386455" y="587445"/>
                  <a:pt x="2393438" y="580579"/>
                  <a:pt x="2402631" y="580579"/>
                </a:cubicBezTo>
                <a:close/>
                <a:moveTo>
                  <a:pt x="2337462" y="580579"/>
                </a:moveTo>
                <a:cubicBezTo>
                  <a:pt x="2346656" y="580579"/>
                  <a:pt x="2353522" y="587445"/>
                  <a:pt x="2353522" y="595941"/>
                </a:cubicBezTo>
                <a:cubicBezTo>
                  <a:pt x="2353522" y="605135"/>
                  <a:pt x="2346656" y="612000"/>
                  <a:pt x="2337462" y="612000"/>
                </a:cubicBezTo>
                <a:cubicBezTo>
                  <a:pt x="2329084" y="612000"/>
                  <a:pt x="2322218" y="605135"/>
                  <a:pt x="2322218" y="595941"/>
                </a:cubicBezTo>
                <a:cubicBezTo>
                  <a:pt x="2322218" y="587445"/>
                  <a:pt x="2329084" y="580579"/>
                  <a:pt x="2337462" y="580579"/>
                </a:cubicBezTo>
                <a:close/>
                <a:moveTo>
                  <a:pt x="2273109" y="580579"/>
                </a:moveTo>
                <a:cubicBezTo>
                  <a:pt x="2282302" y="580579"/>
                  <a:pt x="2289284" y="587445"/>
                  <a:pt x="2289284" y="595941"/>
                </a:cubicBezTo>
                <a:cubicBezTo>
                  <a:pt x="2289284" y="605135"/>
                  <a:pt x="2282302" y="612000"/>
                  <a:pt x="2273109" y="612000"/>
                </a:cubicBezTo>
                <a:cubicBezTo>
                  <a:pt x="2264730" y="612000"/>
                  <a:pt x="2257049" y="605135"/>
                  <a:pt x="2257049" y="595941"/>
                </a:cubicBezTo>
                <a:cubicBezTo>
                  <a:pt x="2257049" y="587445"/>
                  <a:pt x="2264730" y="580579"/>
                  <a:pt x="2273109" y="580579"/>
                </a:cubicBezTo>
                <a:close/>
                <a:moveTo>
                  <a:pt x="2208755" y="580579"/>
                </a:moveTo>
                <a:cubicBezTo>
                  <a:pt x="2217948" y="580579"/>
                  <a:pt x="2224930" y="587445"/>
                  <a:pt x="2224930" y="595941"/>
                </a:cubicBezTo>
                <a:cubicBezTo>
                  <a:pt x="2224930" y="605135"/>
                  <a:pt x="2217948" y="612000"/>
                  <a:pt x="2208755" y="612000"/>
                </a:cubicBezTo>
                <a:cubicBezTo>
                  <a:pt x="2199561" y="612000"/>
                  <a:pt x="2192695" y="605135"/>
                  <a:pt x="2192695" y="595941"/>
                </a:cubicBezTo>
                <a:cubicBezTo>
                  <a:pt x="2192695" y="587445"/>
                  <a:pt x="2200376" y="580579"/>
                  <a:pt x="2208755" y="580579"/>
                </a:cubicBezTo>
                <a:close/>
                <a:moveTo>
                  <a:pt x="2144517" y="580579"/>
                </a:moveTo>
                <a:cubicBezTo>
                  <a:pt x="2152896" y="580579"/>
                  <a:pt x="2160576" y="587445"/>
                  <a:pt x="2160576" y="595941"/>
                </a:cubicBezTo>
                <a:cubicBezTo>
                  <a:pt x="2160576" y="605135"/>
                  <a:pt x="2152896" y="612000"/>
                  <a:pt x="2144517" y="612000"/>
                </a:cubicBezTo>
                <a:cubicBezTo>
                  <a:pt x="2135324" y="612000"/>
                  <a:pt x="2128341" y="605135"/>
                  <a:pt x="2128341" y="595941"/>
                </a:cubicBezTo>
                <a:cubicBezTo>
                  <a:pt x="2128341" y="587445"/>
                  <a:pt x="2135324" y="580579"/>
                  <a:pt x="2144517" y="580579"/>
                </a:cubicBezTo>
                <a:close/>
                <a:moveTo>
                  <a:pt x="2080163" y="580579"/>
                </a:moveTo>
                <a:cubicBezTo>
                  <a:pt x="2088542" y="580579"/>
                  <a:pt x="2095408" y="587445"/>
                  <a:pt x="2095408" y="595941"/>
                </a:cubicBezTo>
                <a:cubicBezTo>
                  <a:pt x="2095408" y="605135"/>
                  <a:pt x="2088542" y="612000"/>
                  <a:pt x="2080163" y="612000"/>
                </a:cubicBezTo>
                <a:cubicBezTo>
                  <a:pt x="2070970" y="612000"/>
                  <a:pt x="2064104" y="605135"/>
                  <a:pt x="2064104" y="595941"/>
                </a:cubicBezTo>
                <a:cubicBezTo>
                  <a:pt x="2064104" y="587445"/>
                  <a:pt x="2070970" y="580579"/>
                  <a:pt x="2080163" y="580579"/>
                </a:cubicBezTo>
                <a:close/>
                <a:moveTo>
                  <a:pt x="2014994" y="580579"/>
                </a:moveTo>
                <a:cubicBezTo>
                  <a:pt x="2024187" y="580579"/>
                  <a:pt x="2031169" y="587445"/>
                  <a:pt x="2031169" y="595941"/>
                </a:cubicBezTo>
                <a:cubicBezTo>
                  <a:pt x="2031169" y="605135"/>
                  <a:pt x="2024187" y="612000"/>
                  <a:pt x="2014994" y="612000"/>
                </a:cubicBezTo>
                <a:cubicBezTo>
                  <a:pt x="2006615" y="612000"/>
                  <a:pt x="1998934" y="605135"/>
                  <a:pt x="1998934" y="595941"/>
                </a:cubicBezTo>
                <a:cubicBezTo>
                  <a:pt x="1998934" y="587445"/>
                  <a:pt x="2006615" y="580579"/>
                  <a:pt x="2014994" y="580579"/>
                </a:cubicBezTo>
                <a:close/>
                <a:moveTo>
                  <a:pt x="1950756" y="580579"/>
                </a:moveTo>
                <a:cubicBezTo>
                  <a:pt x="1959135" y="580579"/>
                  <a:pt x="1966815" y="587445"/>
                  <a:pt x="1966815" y="595941"/>
                </a:cubicBezTo>
                <a:cubicBezTo>
                  <a:pt x="1966815" y="605135"/>
                  <a:pt x="1959135" y="612000"/>
                  <a:pt x="1950756" y="612000"/>
                </a:cubicBezTo>
                <a:cubicBezTo>
                  <a:pt x="1942261" y="612000"/>
                  <a:pt x="1934580" y="605135"/>
                  <a:pt x="1934580" y="595941"/>
                </a:cubicBezTo>
                <a:cubicBezTo>
                  <a:pt x="1934580" y="587445"/>
                  <a:pt x="1942261" y="580579"/>
                  <a:pt x="1950756" y="580579"/>
                </a:cubicBezTo>
                <a:close/>
                <a:moveTo>
                  <a:pt x="1886402" y="580579"/>
                </a:moveTo>
                <a:cubicBezTo>
                  <a:pt x="1894781" y="580579"/>
                  <a:pt x="1902461" y="587445"/>
                  <a:pt x="1902461" y="595941"/>
                </a:cubicBezTo>
                <a:cubicBezTo>
                  <a:pt x="1902461" y="605135"/>
                  <a:pt x="1894781" y="612000"/>
                  <a:pt x="1886402" y="612000"/>
                </a:cubicBezTo>
                <a:cubicBezTo>
                  <a:pt x="1877209" y="612000"/>
                  <a:pt x="1870343" y="605135"/>
                  <a:pt x="1870343" y="595941"/>
                </a:cubicBezTo>
                <a:cubicBezTo>
                  <a:pt x="1870343" y="587445"/>
                  <a:pt x="1877209" y="580579"/>
                  <a:pt x="1886402" y="580579"/>
                </a:cubicBezTo>
                <a:close/>
                <a:moveTo>
                  <a:pt x="1822048" y="580579"/>
                </a:moveTo>
                <a:cubicBezTo>
                  <a:pt x="1830427" y="580579"/>
                  <a:pt x="1838108" y="587445"/>
                  <a:pt x="1838108" y="595941"/>
                </a:cubicBezTo>
                <a:cubicBezTo>
                  <a:pt x="1838108" y="605135"/>
                  <a:pt x="1830427" y="612000"/>
                  <a:pt x="1822048" y="612000"/>
                </a:cubicBezTo>
                <a:cubicBezTo>
                  <a:pt x="1812855" y="612000"/>
                  <a:pt x="1805989" y="605135"/>
                  <a:pt x="1805989" y="595941"/>
                </a:cubicBezTo>
                <a:cubicBezTo>
                  <a:pt x="1805989" y="587445"/>
                  <a:pt x="1812855" y="580579"/>
                  <a:pt x="1822048" y="580579"/>
                </a:cubicBezTo>
                <a:close/>
                <a:moveTo>
                  <a:pt x="1756879" y="580579"/>
                </a:moveTo>
                <a:cubicBezTo>
                  <a:pt x="1766073" y="580579"/>
                  <a:pt x="1773055" y="587445"/>
                  <a:pt x="1773055" y="595941"/>
                </a:cubicBezTo>
                <a:cubicBezTo>
                  <a:pt x="1773055" y="605135"/>
                  <a:pt x="1766073" y="612000"/>
                  <a:pt x="1756879" y="612000"/>
                </a:cubicBezTo>
                <a:cubicBezTo>
                  <a:pt x="1748501" y="612000"/>
                  <a:pt x="1741635" y="605135"/>
                  <a:pt x="1741635" y="595941"/>
                </a:cubicBezTo>
                <a:cubicBezTo>
                  <a:pt x="1741635" y="587445"/>
                  <a:pt x="1748501" y="580579"/>
                  <a:pt x="1756879" y="580579"/>
                </a:cubicBezTo>
                <a:close/>
                <a:moveTo>
                  <a:pt x="1692642" y="580579"/>
                </a:moveTo>
                <a:cubicBezTo>
                  <a:pt x="1701835" y="580579"/>
                  <a:pt x="1708701" y="587445"/>
                  <a:pt x="1708701" y="595941"/>
                </a:cubicBezTo>
                <a:cubicBezTo>
                  <a:pt x="1708701" y="605135"/>
                  <a:pt x="1701835" y="612000"/>
                  <a:pt x="1692642" y="612000"/>
                </a:cubicBezTo>
                <a:cubicBezTo>
                  <a:pt x="1684147" y="612000"/>
                  <a:pt x="1676466" y="605135"/>
                  <a:pt x="1676466" y="595941"/>
                </a:cubicBezTo>
                <a:cubicBezTo>
                  <a:pt x="1676466" y="587445"/>
                  <a:pt x="1684147" y="580579"/>
                  <a:pt x="1692642" y="580579"/>
                </a:cubicBezTo>
                <a:close/>
                <a:moveTo>
                  <a:pt x="1628287" y="580579"/>
                </a:moveTo>
                <a:cubicBezTo>
                  <a:pt x="1636666" y="580579"/>
                  <a:pt x="1644346" y="587445"/>
                  <a:pt x="1644346" y="595941"/>
                </a:cubicBezTo>
                <a:cubicBezTo>
                  <a:pt x="1644346" y="605135"/>
                  <a:pt x="1636666" y="612000"/>
                  <a:pt x="1628287" y="612000"/>
                </a:cubicBezTo>
                <a:cubicBezTo>
                  <a:pt x="1619094" y="612000"/>
                  <a:pt x="1612228" y="605135"/>
                  <a:pt x="1612228" y="595941"/>
                </a:cubicBezTo>
                <a:cubicBezTo>
                  <a:pt x="1612228" y="587445"/>
                  <a:pt x="1619094" y="580579"/>
                  <a:pt x="1628287" y="580579"/>
                </a:cubicBezTo>
                <a:close/>
                <a:moveTo>
                  <a:pt x="1563933" y="580579"/>
                </a:moveTo>
                <a:cubicBezTo>
                  <a:pt x="1572312" y="580579"/>
                  <a:pt x="1579993" y="587445"/>
                  <a:pt x="1579993" y="595941"/>
                </a:cubicBezTo>
                <a:cubicBezTo>
                  <a:pt x="1579993" y="605135"/>
                  <a:pt x="1572312" y="612000"/>
                  <a:pt x="1563933" y="612000"/>
                </a:cubicBezTo>
                <a:cubicBezTo>
                  <a:pt x="1554740" y="612000"/>
                  <a:pt x="1547874" y="605135"/>
                  <a:pt x="1547874" y="595941"/>
                </a:cubicBezTo>
                <a:cubicBezTo>
                  <a:pt x="1547874" y="587445"/>
                  <a:pt x="1554740" y="580579"/>
                  <a:pt x="1563933" y="580579"/>
                </a:cubicBezTo>
                <a:close/>
                <a:moveTo>
                  <a:pt x="1499579" y="580579"/>
                </a:moveTo>
                <a:cubicBezTo>
                  <a:pt x="1508074" y="580579"/>
                  <a:pt x="1514940" y="587445"/>
                  <a:pt x="1514940" y="595941"/>
                </a:cubicBezTo>
                <a:cubicBezTo>
                  <a:pt x="1514940" y="605135"/>
                  <a:pt x="1508074" y="612000"/>
                  <a:pt x="1499579" y="612000"/>
                </a:cubicBezTo>
                <a:cubicBezTo>
                  <a:pt x="1490386" y="612000"/>
                  <a:pt x="1483520" y="605135"/>
                  <a:pt x="1483520" y="595941"/>
                </a:cubicBezTo>
                <a:cubicBezTo>
                  <a:pt x="1483520" y="587445"/>
                  <a:pt x="1490386" y="580579"/>
                  <a:pt x="1499579" y="580579"/>
                </a:cubicBezTo>
                <a:close/>
                <a:moveTo>
                  <a:pt x="1434527" y="580579"/>
                </a:moveTo>
                <a:cubicBezTo>
                  <a:pt x="1443720" y="580579"/>
                  <a:pt x="1450586" y="587445"/>
                  <a:pt x="1450586" y="595941"/>
                </a:cubicBezTo>
                <a:cubicBezTo>
                  <a:pt x="1450586" y="605135"/>
                  <a:pt x="1443720" y="612000"/>
                  <a:pt x="1434527" y="612000"/>
                </a:cubicBezTo>
                <a:cubicBezTo>
                  <a:pt x="1426032" y="612000"/>
                  <a:pt x="1418351" y="605135"/>
                  <a:pt x="1418351" y="595941"/>
                </a:cubicBezTo>
                <a:cubicBezTo>
                  <a:pt x="1418351" y="587445"/>
                  <a:pt x="1426032" y="580579"/>
                  <a:pt x="1434527" y="580579"/>
                </a:cubicBezTo>
                <a:close/>
                <a:moveTo>
                  <a:pt x="1370173" y="580579"/>
                </a:moveTo>
                <a:cubicBezTo>
                  <a:pt x="1379367" y="580579"/>
                  <a:pt x="1386233" y="587445"/>
                  <a:pt x="1386233" y="595941"/>
                </a:cubicBezTo>
                <a:cubicBezTo>
                  <a:pt x="1386233" y="605135"/>
                  <a:pt x="1379367" y="612000"/>
                  <a:pt x="1370173" y="612000"/>
                </a:cubicBezTo>
                <a:cubicBezTo>
                  <a:pt x="1361678" y="612000"/>
                  <a:pt x="1354114" y="605135"/>
                  <a:pt x="1354114" y="595941"/>
                </a:cubicBezTo>
                <a:cubicBezTo>
                  <a:pt x="1354114" y="587445"/>
                  <a:pt x="1361678" y="580579"/>
                  <a:pt x="1370173" y="580579"/>
                </a:cubicBezTo>
                <a:close/>
                <a:moveTo>
                  <a:pt x="1305819" y="580579"/>
                </a:moveTo>
                <a:cubicBezTo>
                  <a:pt x="1314198" y="580579"/>
                  <a:pt x="1321879" y="587445"/>
                  <a:pt x="1321879" y="595941"/>
                </a:cubicBezTo>
                <a:cubicBezTo>
                  <a:pt x="1321879" y="605135"/>
                  <a:pt x="1314198" y="612000"/>
                  <a:pt x="1305819" y="612000"/>
                </a:cubicBezTo>
                <a:cubicBezTo>
                  <a:pt x="1296626" y="612000"/>
                  <a:pt x="1289760" y="605135"/>
                  <a:pt x="1289760" y="595941"/>
                </a:cubicBezTo>
                <a:cubicBezTo>
                  <a:pt x="1289760" y="587445"/>
                  <a:pt x="1296626" y="580579"/>
                  <a:pt x="1305819" y="580579"/>
                </a:cubicBezTo>
                <a:close/>
                <a:moveTo>
                  <a:pt x="1241465" y="580579"/>
                </a:moveTo>
                <a:cubicBezTo>
                  <a:pt x="1249960" y="580579"/>
                  <a:pt x="1256826" y="587445"/>
                  <a:pt x="1256826" y="595941"/>
                </a:cubicBezTo>
                <a:cubicBezTo>
                  <a:pt x="1256826" y="605135"/>
                  <a:pt x="1249960" y="612000"/>
                  <a:pt x="1241465" y="612000"/>
                </a:cubicBezTo>
                <a:cubicBezTo>
                  <a:pt x="1232272" y="612000"/>
                  <a:pt x="1225406" y="605135"/>
                  <a:pt x="1225406" y="595941"/>
                </a:cubicBezTo>
                <a:cubicBezTo>
                  <a:pt x="1225406" y="587445"/>
                  <a:pt x="1232272" y="580579"/>
                  <a:pt x="1241465" y="580579"/>
                </a:cubicBezTo>
                <a:close/>
                <a:moveTo>
                  <a:pt x="1176412" y="580579"/>
                </a:moveTo>
                <a:cubicBezTo>
                  <a:pt x="1185606" y="580579"/>
                  <a:pt x="1192472" y="587445"/>
                  <a:pt x="1192472" y="595941"/>
                </a:cubicBezTo>
                <a:cubicBezTo>
                  <a:pt x="1192472" y="605135"/>
                  <a:pt x="1185606" y="612000"/>
                  <a:pt x="1176412" y="612000"/>
                </a:cubicBezTo>
                <a:cubicBezTo>
                  <a:pt x="1167917" y="612000"/>
                  <a:pt x="1161051" y="605135"/>
                  <a:pt x="1161051" y="595941"/>
                </a:cubicBezTo>
                <a:cubicBezTo>
                  <a:pt x="1161051" y="587445"/>
                  <a:pt x="1167917" y="580579"/>
                  <a:pt x="1176412" y="580579"/>
                </a:cubicBezTo>
                <a:close/>
                <a:moveTo>
                  <a:pt x="1112058" y="580579"/>
                </a:moveTo>
                <a:cubicBezTo>
                  <a:pt x="1121251" y="580579"/>
                  <a:pt x="1128117" y="587445"/>
                  <a:pt x="1128117" y="595941"/>
                </a:cubicBezTo>
                <a:cubicBezTo>
                  <a:pt x="1128117" y="605135"/>
                  <a:pt x="1121251" y="612000"/>
                  <a:pt x="1112058" y="612000"/>
                </a:cubicBezTo>
                <a:cubicBezTo>
                  <a:pt x="1103679" y="612000"/>
                  <a:pt x="1095998" y="605135"/>
                  <a:pt x="1095998" y="595941"/>
                </a:cubicBezTo>
                <a:cubicBezTo>
                  <a:pt x="1095998" y="587445"/>
                  <a:pt x="1103679" y="580579"/>
                  <a:pt x="1112058" y="580579"/>
                </a:cubicBezTo>
                <a:close/>
                <a:moveTo>
                  <a:pt x="1047704" y="580579"/>
                </a:moveTo>
                <a:cubicBezTo>
                  <a:pt x="1056199" y="580579"/>
                  <a:pt x="1063763" y="587445"/>
                  <a:pt x="1063763" y="595941"/>
                </a:cubicBezTo>
                <a:cubicBezTo>
                  <a:pt x="1063763" y="605135"/>
                  <a:pt x="1056199" y="612000"/>
                  <a:pt x="1047704" y="612000"/>
                </a:cubicBezTo>
                <a:cubicBezTo>
                  <a:pt x="1038510" y="612000"/>
                  <a:pt x="1031644" y="605135"/>
                  <a:pt x="1031644" y="595941"/>
                </a:cubicBezTo>
                <a:cubicBezTo>
                  <a:pt x="1031644" y="587445"/>
                  <a:pt x="1038510" y="580579"/>
                  <a:pt x="1047704" y="580579"/>
                </a:cubicBezTo>
                <a:close/>
                <a:moveTo>
                  <a:pt x="983349" y="580579"/>
                </a:moveTo>
                <a:cubicBezTo>
                  <a:pt x="991844" y="580579"/>
                  <a:pt x="999408" y="587445"/>
                  <a:pt x="999408" y="595941"/>
                </a:cubicBezTo>
                <a:cubicBezTo>
                  <a:pt x="999408" y="605135"/>
                  <a:pt x="991844" y="612000"/>
                  <a:pt x="983349" y="612000"/>
                </a:cubicBezTo>
                <a:cubicBezTo>
                  <a:pt x="974156" y="612000"/>
                  <a:pt x="967290" y="605135"/>
                  <a:pt x="967290" y="595941"/>
                </a:cubicBezTo>
                <a:cubicBezTo>
                  <a:pt x="967290" y="587445"/>
                  <a:pt x="974156" y="580579"/>
                  <a:pt x="983349" y="580579"/>
                </a:cubicBezTo>
                <a:close/>
                <a:moveTo>
                  <a:pt x="918995" y="580579"/>
                </a:moveTo>
                <a:cubicBezTo>
                  <a:pt x="927490" y="580579"/>
                  <a:pt x="934356" y="587445"/>
                  <a:pt x="934356" y="595941"/>
                </a:cubicBezTo>
                <a:cubicBezTo>
                  <a:pt x="934356" y="605135"/>
                  <a:pt x="927490" y="612000"/>
                  <a:pt x="918995" y="612000"/>
                </a:cubicBezTo>
                <a:cubicBezTo>
                  <a:pt x="909802" y="612000"/>
                  <a:pt x="902936" y="605135"/>
                  <a:pt x="902936" y="595941"/>
                </a:cubicBezTo>
                <a:cubicBezTo>
                  <a:pt x="902936" y="587445"/>
                  <a:pt x="909802" y="580579"/>
                  <a:pt x="918995" y="580579"/>
                </a:cubicBezTo>
                <a:close/>
                <a:moveTo>
                  <a:pt x="853944" y="580579"/>
                </a:moveTo>
                <a:cubicBezTo>
                  <a:pt x="863137" y="580579"/>
                  <a:pt x="870003" y="587445"/>
                  <a:pt x="870003" y="595941"/>
                </a:cubicBezTo>
                <a:cubicBezTo>
                  <a:pt x="870003" y="605135"/>
                  <a:pt x="863137" y="612000"/>
                  <a:pt x="853944" y="612000"/>
                </a:cubicBezTo>
                <a:cubicBezTo>
                  <a:pt x="845565" y="612000"/>
                  <a:pt x="837884" y="605135"/>
                  <a:pt x="837884" y="595941"/>
                </a:cubicBezTo>
                <a:cubicBezTo>
                  <a:pt x="837884" y="587445"/>
                  <a:pt x="845565" y="580579"/>
                  <a:pt x="853944" y="580579"/>
                </a:cubicBezTo>
                <a:close/>
                <a:moveTo>
                  <a:pt x="789590" y="580579"/>
                </a:moveTo>
                <a:cubicBezTo>
                  <a:pt x="798783" y="580579"/>
                  <a:pt x="805649" y="587445"/>
                  <a:pt x="805649" y="595941"/>
                </a:cubicBezTo>
                <a:cubicBezTo>
                  <a:pt x="805649" y="605135"/>
                  <a:pt x="798783" y="612000"/>
                  <a:pt x="789590" y="612000"/>
                </a:cubicBezTo>
                <a:cubicBezTo>
                  <a:pt x="781211" y="612000"/>
                  <a:pt x="773530" y="605135"/>
                  <a:pt x="773530" y="595941"/>
                </a:cubicBezTo>
                <a:cubicBezTo>
                  <a:pt x="773530" y="587445"/>
                  <a:pt x="781211" y="580579"/>
                  <a:pt x="789590" y="580579"/>
                </a:cubicBezTo>
                <a:close/>
                <a:moveTo>
                  <a:pt x="725235" y="580579"/>
                </a:moveTo>
                <a:cubicBezTo>
                  <a:pt x="733730" y="580579"/>
                  <a:pt x="741411" y="587445"/>
                  <a:pt x="741411" y="595941"/>
                </a:cubicBezTo>
                <a:cubicBezTo>
                  <a:pt x="741411" y="605135"/>
                  <a:pt x="733730" y="612000"/>
                  <a:pt x="725235" y="612000"/>
                </a:cubicBezTo>
                <a:cubicBezTo>
                  <a:pt x="716042" y="612000"/>
                  <a:pt x="709176" y="605135"/>
                  <a:pt x="709176" y="595941"/>
                </a:cubicBezTo>
                <a:cubicBezTo>
                  <a:pt x="709176" y="587445"/>
                  <a:pt x="716042" y="580579"/>
                  <a:pt x="725235" y="580579"/>
                </a:cubicBezTo>
                <a:close/>
                <a:moveTo>
                  <a:pt x="660998" y="580579"/>
                </a:moveTo>
                <a:cubicBezTo>
                  <a:pt x="669376" y="580579"/>
                  <a:pt x="676242" y="587445"/>
                  <a:pt x="676242" y="595941"/>
                </a:cubicBezTo>
                <a:cubicBezTo>
                  <a:pt x="676242" y="605135"/>
                  <a:pt x="669376" y="612000"/>
                  <a:pt x="660998" y="612000"/>
                </a:cubicBezTo>
                <a:cubicBezTo>
                  <a:pt x="651804" y="612000"/>
                  <a:pt x="644822" y="605135"/>
                  <a:pt x="644822" y="595941"/>
                </a:cubicBezTo>
                <a:cubicBezTo>
                  <a:pt x="644822" y="587445"/>
                  <a:pt x="651804" y="580579"/>
                  <a:pt x="660998" y="580579"/>
                </a:cubicBezTo>
                <a:close/>
                <a:moveTo>
                  <a:pt x="595829" y="580579"/>
                </a:moveTo>
                <a:cubicBezTo>
                  <a:pt x="605022" y="580579"/>
                  <a:pt x="611888" y="587445"/>
                  <a:pt x="611888" y="595941"/>
                </a:cubicBezTo>
                <a:cubicBezTo>
                  <a:pt x="611888" y="605135"/>
                  <a:pt x="605022" y="612000"/>
                  <a:pt x="595829" y="612000"/>
                </a:cubicBezTo>
                <a:cubicBezTo>
                  <a:pt x="587450" y="612000"/>
                  <a:pt x="580468" y="605135"/>
                  <a:pt x="580468" y="595941"/>
                </a:cubicBezTo>
                <a:cubicBezTo>
                  <a:pt x="580468" y="587445"/>
                  <a:pt x="587450" y="580579"/>
                  <a:pt x="595829" y="580579"/>
                </a:cubicBezTo>
                <a:close/>
                <a:moveTo>
                  <a:pt x="531474" y="580579"/>
                </a:moveTo>
                <a:cubicBezTo>
                  <a:pt x="540667" y="580579"/>
                  <a:pt x="547533" y="587445"/>
                  <a:pt x="547533" y="595941"/>
                </a:cubicBezTo>
                <a:cubicBezTo>
                  <a:pt x="547533" y="605135"/>
                  <a:pt x="540667" y="612000"/>
                  <a:pt x="531474" y="612000"/>
                </a:cubicBezTo>
                <a:cubicBezTo>
                  <a:pt x="523095" y="612000"/>
                  <a:pt x="515415" y="605135"/>
                  <a:pt x="515415" y="595941"/>
                </a:cubicBezTo>
                <a:cubicBezTo>
                  <a:pt x="515415" y="587445"/>
                  <a:pt x="523095" y="580579"/>
                  <a:pt x="531474" y="580579"/>
                </a:cubicBezTo>
                <a:close/>
                <a:moveTo>
                  <a:pt x="467120" y="580579"/>
                </a:moveTo>
                <a:cubicBezTo>
                  <a:pt x="475615" y="580579"/>
                  <a:pt x="483296" y="587445"/>
                  <a:pt x="483296" y="595941"/>
                </a:cubicBezTo>
                <a:cubicBezTo>
                  <a:pt x="483296" y="605135"/>
                  <a:pt x="475615" y="612000"/>
                  <a:pt x="467120" y="612000"/>
                </a:cubicBezTo>
                <a:cubicBezTo>
                  <a:pt x="457927" y="612000"/>
                  <a:pt x="451061" y="605135"/>
                  <a:pt x="451061" y="595941"/>
                </a:cubicBezTo>
                <a:cubicBezTo>
                  <a:pt x="451061" y="587445"/>
                  <a:pt x="457927" y="580579"/>
                  <a:pt x="467120" y="580579"/>
                </a:cubicBezTo>
                <a:close/>
                <a:moveTo>
                  <a:pt x="2466869" y="515527"/>
                </a:moveTo>
                <a:cubicBezTo>
                  <a:pt x="2475364" y="515527"/>
                  <a:pt x="2483044" y="523092"/>
                  <a:pt x="2483044" y="531587"/>
                </a:cubicBezTo>
                <a:cubicBezTo>
                  <a:pt x="2483044" y="540780"/>
                  <a:pt x="2475364" y="547646"/>
                  <a:pt x="2466869" y="547646"/>
                </a:cubicBezTo>
                <a:cubicBezTo>
                  <a:pt x="2457675" y="547646"/>
                  <a:pt x="2450809" y="540780"/>
                  <a:pt x="2450809" y="531587"/>
                </a:cubicBezTo>
                <a:cubicBezTo>
                  <a:pt x="2450809" y="523092"/>
                  <a:pt x="2457675" y="515527"/>
                  <a:pt x="2466869" y="515527"/>
                </a:cubicBezTo>
                <a:close/>
                <a:moveTo>
                  <a:pt x="2402631" y="515527"/>
                </a:moveTo>
                <a:cubicBezTo>
                  <a:pt x="2411010" y="515527"/>
                  <a:pt x="2418690" y="523092"/>
                  <a:pt x="2418690" y="531587"/>
                </a:cubicBezTo>
                <a:cubicBezTo>
                  <a:pt x="2418690" y="540780"/>
                  <a:pt x="2411010" y="547646"/>
                  <a:pt x="2402631" y="547646"/>
                </a:cubicBezTo>
                <a:cubicBezTo>
                  <a:pt x="2393438" y="547646"/>
                  <a:pt x="2386455" y="540780"/>
                  <a:pt x="2386455" y="531587"/>
                </a:cubicBezTo>
                <a:cubicBezTo>
                  <a:pt x="2386455" y="523092"/>
                  <a:pt x="2393438" y="515527"/>
                  <a:pt x="2402631" y="515527"/>
                </a:cubicBezTo>
                <a:close/>
                <a:moveTo>
                  <a:pt x="2337462" y="515527"/>
                </a:moveTo>
                <a:cubicBezTo>
                  <a:pt x="2346656" y="515527"/>
                  <a:pt x="2353522" y="523092"/>
                  <a:pt x="2353522" y="531587"/>
                </a:cubicBezTo>
                <a:cubicBezTo>
                  <a:pt x="2353522" y="540780"/>
                  <a:pt x="2346656" y="547646"/>
                  <a:pt x="2337462" y="547646"/>
                </a:cubicBezTo>
                <a:cubicBezTo>
                  <a:pt x="2329084" y="547646"/>
                  <a:pt x="2322218" y="540780"/>
                  <a:pt x="2322218" y="531587"/>
                </a:cubicBezTo>
                <a:cubicBezTo>
                  <a:pt x="2322218" y="523092"/>
                  <a:pt x="2329084" y="515527"/>
                  <a:pt x="2337462" y="515527"/>
                </a:cubicBezTo>
                <a:close/>
                <a:moveTo>
                  <a:pt x="2273109" y="515527"/>
                </a:moveTo>
                <a:cubicBezTo>
                  <a:pt x="2282302" y="515527"/>
                  <a:pt x="2289284" y="523092"/>
                  <a:pt x="2289284" y="531587"/>
                </a:cubicBezTo>
                <a:cubicBezTo>
                  <a:pt x="2289284" y="540780"/>
                  <a:pt x="2282302" y="547646"/>
                  <a:pt x="2273109" y="547646"/>
                </a:cubicBezTo>
                <a:cubicBezTo>
                  <a:pt x="2264730" y="547646"/>
                  <a:pt x="2257049" y="540780"/>
                  <a:pt x="2257049" y="531587"/>
                </a:cubicBezTo>
                <a:cubicBezTo>
                  <a:pt x="2257049" y="523092"/>
                  <a:pt x="2264730" y="515527"/>
                  <a:pt x="2273109" y="515527"/>
                </a:cubicBezTo>
                <a:close/>
                <a:moveTo>
                  <a:pt x="2208755" y="515527"/>
                </a:moveTo>
                <a:cubicBezTo>
                  <a:pt x="2217948" y="515527"/>
                  <a:pt x="2224930" y="523092"/>
                  <a:pt x="2224930" y="531587"/>
                </a:cubicBezTo>
                <a:cubicBezTo>
                  <a:pt x="2224930" y="540780"/>
                  <a:pt x="2217948" y="547646"/>
                  <a:pt x="2208755" y="547646"/>
                </a:cubicBezTo>
                <a:cubicBezTo>
                  <a:pt x="2199561" y="547646"/>
                  <a:pt x="2192695" y="540780"/>
                  <a:pt x="2192695" y="531587"/>
                </a:cubicBezTo>
                <a:cubicBezTo>
                  <a:pt x="2192695" y="523092"/>
                  <a:pt x="2200376" y="515527"/>
                  <a:pt x="2208755" y="515527"/>
                </a:cubicBezTo>
                <a:close/>
                <a:moveTo>
                  <a:pt x="2144517" y="515527"/>
                </a:moveTo>
                <a:cubicBezTo>
                  <a:pt x="2152896" y="515527"/>
                  <a:pt x="2160576" y="523092"/>
                  <a:pt x="2160576" y="531587"/>
                </a:cubicBezTo>
                <a:cubicBezTo>
                  <a:pt x="2160576" y="540780"/>
                  <a:pt x="2152896" y="547646"/>
                  <a:pt x="2144517" y="547646"/>
                </a:cubicBezTo>
                <a:cubicBezTo>
                  <a:pt x="2135324" y="547646"/>
                  <a:pt x="2128341" y="540780"/>
                  <a:pt x="2128341" y="531587"/>
                </a:cubicBezTo>
                <a:cubicBezTo>
                  <a:pt x="2128341" y="523092"/>
                  <a:pt x="2135324" y="515527"/>
                  <a:pt x="2144517" y="515527"/>
                </a:cubicBezTo>
                <a:close/>
                <a:moveTo>
                  <a:pt x="2080163" y="515527"/>
                </a:moveTo>
                <a:cubicBezTo>
                  <a:pt x="2088542" y="515527"/>
                  <a:pt x="2095408" y="523092"/>
                  <a:pt x="2095408" y="531587"/>
                </a:cubicBezTo>
                <a:cubicBezTo>
                  <a:pt x="2095408" y="540780"/>
                  <a:pt x="2088542" y="547646"/>
                  <a:pt x="2080163" y="547646"/>
                </a:cubicBezTo>
                <a:cubicBezTo>
                  <a:pt x="2070970" y="547646"/>
                  <a:pt x="2064104" y="540780"/>
                  <a:pt x="2064104" y="531587"/>
                </a:cubicBezTo>
                <a:cubicBezTo>
                  <a:pt x="2064104" y="523092"/>
                  <a:pt x="2070970" y="515527"/>
                  <a:pt x="2080163" y="515527"/>
                </a:cubicBezTo>
                <a:close/>
                <a:moveTo>
                  <a:pt x="2014994" y="515527"/>
                </a:moveTo>
                <a:cubicBezTo>
                  <a:pt x="2024187" y="515527"/>
                  <a:pt x="2031169" y="523092"/>
                  <a:pt x="2031169" y="531587"/>
                </a:cubicBezTo>
                <a:cubicBezTo>
                  <a:pt x="2031169" y="540780"/>
                  <a:pt x="2024187" y="547646"/>
                  <a:pt x="2014994" y="547646"/>
                </a:cubicBezTo>
                <a:cubicBezTo>
                  <a:pt x="2006615" y="547646"/>
                  <a:pt x="1998934" y="540780"/>
                  <a:pt x="1998934" y="531587"/>
                </a:cubicBezTo>
                <a:cubicBezTo>
                  <a:pt x="1998934" y="523092"/>
                  <a:pt x="2006615" y="515527"/>
                  <a:pt x="2014994" y="515527"/>
                </a:cubicBezTo>
                <a:close/>
                <a:moveTo>
                  <a:pt x="1950756" y="515527"/>
                </a:moveTo>
                <a:cubicBezTo>
                  <a:pt x="1959135" y="515527"/>
                  <a:pt x="1966815" y="523092"/>
                  <a:pt x="1966815" y="531587"/>
                </a:cubicBezTo>
                <a:cubicBezTo>
                  <a:pt x="1966815" y="540780"/>
                  <a:pt x="1959135" y="547646"/>
                  <a:pt x="1950756" y="547646"/>
                </a:cubicBezTo>
                <a:cubicBezTo>
                  <a:pt x="1942261" y="547646"/>
                  <a:pt x="1934580" y="540780"/>
                  <a:pt x="1934580" y="531587"/>
                </a:cubicBezTo>
                <a:cubicBezTo>
                  <a:pt x="1934580" y="523092"/>
                  <a:pt x="1942261" y="515527"/>
                  <a:pt x="1950756" y="515527"/>
                </a:cubicBezTo>
                <a:close/>
                <a:moveTo>
                  <a:pt x="1886402" y="515527"/>
                </a:moveTo>
                <a:cubicBezTo>
                  <a:pt x="1894781" y="515527"/>
                  <a:pt x="1902461" y="523092"/>
                  <a:pt x="1902461" y="531587"/>
                </a:cubicBezTo>
                <a:cubicBezTo>
                  <a:pt x="1902461" y="540780"/>
                  <a:pt x="1894781" y="547646"/>
                  <a:pt x="1886402" y="547646"/>
                </a:cubicBezTo>
                <a:cubicBezTo>
                  <a:pt x="1877209" y="547646"/>
                  <a:pt x="1870343" y="540780"/>
                  <a:pt x="1870343" y="531587"/>
                </a:cubicBezTo>
                <a:cubicBezTo>
                  <a:pt x="1870343" y="523092"/>
                  <a:pt x="1877209" y="515527"/>
                  <a:pt x="1886402" y="515527"/>
                </a:cubicBezTo>
                <a:close/>
                <a:moveTo>
                  <a:pt x="1822048" y="515527"/>
                </a:moveTo>
                <a:cubicBezTo>
                  <a:pt x="1830427" y="515527"/>
                  <a:pt x="1838108" y="523092"/>
                  <a:pt x="1838108" y="531587"/>
                </a:cubicBezTo>
                <a:cubicBezTo>
                  <a:pt x="1838108" y="540780"/>
                  <a:pt x="1830427" y="547646"/>
                  <a:pt x="1822048" y="547646"/>
                </a:cubicBezTo>
                <a:cubicBezTo>
                  <a:pt x="1812855" y="547646"/>
                  <a:pt x="1805989" y="540780"/>
                  <a:pt x="1805989" y="531587"/>
                </a:cubicBezTo>
                <a:cubicBezTo>
                  <a:pt x="1805989" y="523092"/>
                  <a:pt x="1812855" y="515527"/>
                  <a:pt x="1822048" y="515527"/>
                </a:cubicBezTo>
                <a:close/>
                <a:moveTo>
                  <a:pt x="1756879" y="515527"/>
                </a:moveTo>
                <a:cubicBezTo>
                  <a:pt x="1766073" y="515527"/>
                  <a:pt x="1773055" y="523092"/>
                  <a:pt x="1773055" y="531587"/>
                </a:cubicBezTo>
                <a:cubicBezTo>
                  <a:pt x="1773055" y="540780"/>
                  <a:pt x="1766073" y="547646"/>
                  <a:pt x="1756879" y="547646"/>
                </a:cubicBezTo>
                <a:cubicBezTo>
                  <a:pt x="1748501" y="547646"/>
                  <a:pt x="1741635" y="540780"/>
                  <a:pt x="1741635" y="531587"/>
                </a:cubicBezTo>
                <a:cubicBezTo>
                  <a:pt x="1741635" y="523092"/>
                  <a:pt x="1748501" y="515527"/>
                  <a:pt x="1756879" y="515527"/>
                </a:cubicBezTo>
                <a:close/>
                <a:moveTo>
                  <a:pt x="1692642" y="515527"/>
                </a:moveTo>
                <a:cubicBezTo>
                  <a:pt x="1701835" y="515527"/>
                  <a:pt x="1708701" y="523092"/>
                  <a:pt x="1708701" y="531587"/>
                </a:cubicBezTo>
                <a:cubicBezTo>
                  <a:pt x="1708701" y="540780"/>
                  <a:pt x="1701835" y="547646"/>
                  <a:pt x="1692642" y="547646"/>
                </a:cubicBezTo>
                <a:cubicBezTo>
                  <a:pt x="1684147" y="547646"/>
                  <a:pt x="1676466" y="540780"/>
                  <a:pt x="1676466" y="531587"/>
                </a:cubicBezTo>
                <a:cubicBezTo>
                  <a:pt x="1676466" y="523092"/>
                  <a:pt x="1684147" y="515527"/>
                  <a:pt x="1692642" y="515527"/>
                </a:cubicBezTo>
                <a:close/>
                <a:moveTo>
                  <a:pt x="1628287" y="515527"/>
                </a:moveTo>
                <a:cubicBezTo>
                  <a:pt x="1636666" y="515527"/>
                  <a:pt x="1644346" y="523092"/>
                  <a:pt x="1644346" y="531587"/>
                </a:cubicBezTo>
                <a:cubicBezTo>
                  <a:pt x="1644346" y="540780"/>
                  <a:pt x="1636666" y="547646"/>
                  <a:pt x="1628287" y="547646"/>
                </a:cubicBezTo>
                <a:cubicBezTo>
                  <a:pt x="1619094" y="547646"/>
                  <a:pt x="1612228" y="540780"/>
                  <a:pt x="1612228" y="531587"/>
                </a:cubicBezTo>
                <a:cubicBezTo>
                  <a:pt x="1612228" y="523092"/>
                  <a:pt x="1619094" y="515527"/>
                  <a:pt x="1628287" y="515527"/>
                </a:cubicBezTo>
                <a:close/>
                <a:moveTo>
                  <a:pt x="1563933" y="515527"/>
                </a:moveTo>
                <a:cubicBezTo>
                  <a:pt x="1572312" y="515527"/>
                  <a:pt x="1579993" y="523092"/>
                  <a:pt x="1579993" y="531587"/>
                </a:cubicBezTo>
                <a:cubicBezTo>
                  <a:pt x="1579993" y="540780"/>
                  <a:pt x="1572312" y="547646"/>
                  <a:pt x="1563933" y="547646"/>
                </a:cubicBezTo>
                <a:cubicBezTo>
                  <a:pt x="1554740" y="547646"/>
                  <a:pt x="1547874" y="540780"/>
                  <a:pt x="1547874" y="531587"/>
                </a:cubicBezTo>
                <a:cubicBezTo>
                  <a:pt x="1547874" y="523092"/>
                  <a:pt x="1554740" y="515527"/>
                  <a:pt x="1563933" y="515527"/>
                </a:cubicBezTo>
                <a:close/>
                <a:moveTo>
                  <a:pt x="1499579" y="515527"/>
                </a:moveTo>
                <a:cubicBezTo>
                  <a:pt x="1508074" y="515527"/>
                  <a:pt x="1514940" y="523092"/>
                  <a:pt x="1514940" y="531587"/>
                </a:cubicBezTo>
                <a:cubicBezTo>
                  <a:pt x="1514940" y="540780"/>
                  <a:pt x="1508074" y="547646"/>
                  <a:pt x="1499579" y="547646"/>
                </a:cubicBezTo>
                <a:cubicBezTo>
                  <a:pt x="1490386" y="547646"/>
                  <a:pt x="1483520" y="540780"/>
                  <a:pt x="1483520" y="531587"/>
                </a:cubicBezTo>
                <a:cubicBezTo>
                  <a:pt x="1483520" y="523092"/>
                  <a:pt x="1490386" y="515527"/>
                  <a:pt x="1499579" y="515527"/>
                </a:cubicBezTo>
                <a:close/>
                <a:moveTo>
                  <a:pt x="1434527" y="515527"/>
                </a:moveTo>
                <a:cubicBezTo>
                  <a:pt x="1443720" y="515527"/>
                  <a:pt x="1450586" y="523092"/>
                  <a:pt x="1450586" y="531587"/>
                </a:cubicBezTo>
                <a:cubicBezTo>
                  <a:pt x="1450586" y="540780"/>
                  <a:pt x="1443720" y="547646"/>
                  <a:pt x="1434527" y="547646"/>
                </a:cubicBezTo>
                <a:cubicBezTo>
                  <a:pt x="1426032" y="547646"/>
                  <a:pt x="1418351" y="540780"/>
                  <a:pt x="1418351" y="531587"/>
                </a:cubicBezTo>
                <a:cubicBezTo>
                  <a:pt x="1418351" y="523092"/>
                  <a:pt x="1426032" y="515527"/>
                  <a:pt x="1434527" y="515527"/>
                </a:cubicBezTo>
                <a:close/>
                <a:moveTo>
                  <a:pt x="1370173" y="515527"/>
                </a:moveTo>
                <a:cubicBezTo>
                  <a:pt x="1379367" y="515527"/>
                  <a:pt x="1386233" y="523092"/>
                  <a:pt x="1386233" y="531587"/>
                </a:cubicBezTo>
                <a:cubicBezTo>
                  <a:pt x="1386233" y="540780"/>
                  <a:pt x="1379367" y="547646"/>
                  <a:pt x="1370173" y="547646"/>
                </a:cubicBezTo>
                <a:cubicBezTo>
                  <a:pt x="1361678" y="547646"/>
                  <a:pt x="1354114" y="540780"/>
                  <a:pt x="1354114" y="531587"/>
                </a:cubicBezTo>
                <a:cubicBezTo>
                  <a:pt x="1354114" y="523092"/>
                  <a:pt x="1361678" y="515527"/>
                  <a:pt x="1370173" y="515527"/>
                </a:cubicBezTo>
                <a:close/>
                <a:moveTo>
                  <a:pt x="1305819" y="515527"/>
                </a:moveTo>
                <a:cubicBezTo>
                  <a:pt x="1314198" y="515527"/>
                  <a:pt x="1321879" y="523092"/>
                  <a:pt x="1321879" y="531587"/>
                </a:cubicBezTo>
                <a:cubicBezTo>
                  <a:pt x="1321879" y="540780"/>
                  <a:pt x="1314198" y="547646"/>
                  <a:pt x="1305819" y="547646"/>
                </a:cubicBezTo>
                <a:cubicBezTo>
                  <a:pt x="1296626" y="547646"/>
                  <a:pt x="1289760" y="540780"/>
                  <a:pt x="1289760" y="531587"/>
                </a:cubicBezTo>
                <a:cubicBezTo>
                  <a:pt x="1289760" y="523092"/>
                  <a:pt x="1296626" y="515527"/>
                  <a:pt x="1305819" y="515527"/>
                </a:cubicBezTo>
                <a:close/>
                <a:moveTo>
                  <a:pt x="1241465" y="515527"/>
                </a:moveTo>
                <a:cubicBezTo>
                  <a:pt x="1249960" y="515527"/>
                  <a:pt x="1256826" y="523092"/>
                  <a:pt x="1256826" y="531587"/>
                </a:cubicBezTo>
                <a:cubicBezTo>
                  <a:pt x="1256826" y="540780"/>
                  <a:pt x="1249960" y="547646"/>
                  <a:pt x="1241465" y="547646"/>
                </a:cubicBezTo>
                <a:cubicBezTo>
                  <a:pt x="1232272" y="547646"/>
                  <a:pt x="1225406" y="540780"/>
                  <a:pt x="1225406" y="531587"/>
                </a:cubicBezTo>
                <a:cubicBezTo>
                  <a:pt x="1225406" y="523092"/>
                  <a:pt x="1232272" y="515527"/>
                  <a:pt x="1241465" y="515527"/>
                </a:cubicBezTo>
                <a:close/>
                <a:moveTo>
                  <a:pt x="1176412" y="515527"/>
                </a:moveTo>
                <a:cubicBezTo>
                  <a:pt x="1185606" y="515527"/>
                  <a:pt x="1192472" y="523092"/>
                  <a:pt x="1192472" y="531587"/>
                </a:cubicBezTo>
                <a:cubicBezTo>
                  <a:pt x="1192472" y="540780"/>
                  <a:pt x="1185606" y="547646"/>
                  <a:pt x="1176412" y="547646"/>
                </a:cubicBezTo>
                <a:cubicBezTo>
                  <a:pt x="1167917" y="547646"/>
                  <a:pt x="1161051" y="540780"/>
                  <a:pt x="1161051" y="531587"/>
                </a:cubicBezTo>
                <a:cubicBezTo>
                  <a:pt x="1161051" y="523092"/>
                  <a:pt x="1167917" y="515527"/>
                  <a:pt x="1176412" y="515527"/>
                </a:cubicBezTo>
                <a:close/>
                <a:moveTo>
                  <a:pt x="1112058" y="515527"/>
                </a:moveTo>
                <a:cubicBezTo>
                  <a:pt x="1121251" y="515527"/>
                  <a:pt x="1128117" y="523092"/>
                  <a:pt x="1128117" y="531587"/>
                </a:cubicBezTo>
                <a:cubicBezTo>
                  <a:pt x="1128117" y="540780"/>
                  <a:pt x="1121251" y="547646"/>
                  <a:pt x="1112058" y="547646"/>
                </a:cubicBezTo>
                <a:cubicBezTo>
                  <a:pt x="1103679" y="547646"/>
                  <a:pt x="1095998" y="540780"/>
                  <a:pt x="1095998" y="531587"/>
                </a:cubicBezTo>
                <a:cubicBezTo>
                  <a:pt x="1095998" y="523092"/>
                  <a:pt x="1103679" y="515527"/>
                  <a:pt x="1112058" y="515527"/>
                </a:cubicBezTo>
                <a:close/>
                <a:moveTo>
                  <a:pt x="1047704" y="515527"/>
                </a:moveTo>
                <a:cubicBezTo>
                  <a:pt x="1056199" y="515527"/>
                  <a:pt x="1063763" y="523092"/>
                  <a:pt x="1063763" y="531587"/>
                </a:cubicBezTo>
                <a:cubicBezTo>
                  <a:pt x="1063763" y="540780"/>
                  <a:pt x="1056199" y="547646"/>
                  <a:pt x="1047704" y="547646"/>
                </a:cubicBezTo>
                <a:cubicBezTo>
                  <a:pt x="1038510" y="547646"/>
                  <a:pt x="1031644" y="540780"/>
                  <a:pt x="1031644" y="531587"/>
                </a:cubicBezTo>
                <a:cubicBezTo>
                  <a:pt x="1031644" y="523092"/>
                  <a:pt x="1038510" y="515527"/>
                  <a:pt x="1047704" y="515527"/>
                </a:cubicBezTo>
                <a:close/>
                <a:moveTo>
                  <a:pt x="983349" y="515527"/>
                </a:moveTo>
                <a:cubicBezTo>
                  <a:pt x="991844" y="515527"/>
                  <a:pt x="999408" y="523092"/>
                  <a:pt x="999408" y="531587"/>
                </a:cubicBezTo>
                <a:cubicBezTo>
                  <a:pt x="999408" y="540780"/>
                  <a:pt x="991844" y="547646"/>
                  <a:pt x="983349" y="547646"/>
                </a:cubicBezTo>
                <a:cubicBezTo>
                  <a:pt x="974156" y="547646"/>
                  <a:pt x="967290" y="540780"/>
                  <a:pt x="967290" y="531587"/>
                </a:cubicBezTo>
                <a:cubicBezTo>
                  <a:pt x="967290" y="523092"/>
                  <a:pt x="974156" y="515527"/>
                  <a:pt x="983349" y="515527"/>
                </a:cubicBezTo>
                <a:close/>
                <a:moveTo>
                  <a:pt x="918297" y="515527"/>
                </a:moveTo>
                <a:cubicBezTo>
                  <a:pt x="927490" y="515527"/>
                  <a:pt x="934356" y="523092"/>
                  <a:pt x="934356" y="531587"/>
                </a:cubicBezTo>
                <a:cubicBezTo>
                  <a:pt x="934356" y="540780"/>
                  <a:pt x="927490" y="547646"/>
                  <a:pt x="918297" y="547646"/>
                </a:cubicBezTo>
                <a:cubicBezTo>
                  <a:pt x="909802" y="547646"/>
                  <a:pt x="902936" y="540780"/>
                  <a:pt x="902936" y="531587"/>
                </a:cubicBezTo>
                <a:cubicBezTo>
                  <a:pt x="902936" y="523092"/>
                  <a:pt x="909802" y="515527"/>
                  <a:pt x="918297" y="515527"/>
                </a:cubicBezTo>
                <a:close/>
                <a:moveTo>
                  <a:pt x="853944" y="515527"/>
                </a:moveTo>
                <a:cubicBezTo>
                  <a:pt x="863137" y="515527"/>
                  <a:pt x="870003" y="523092"/>
                  <a:pt x="870003" y="531587"/>
                </a:cubicBezTo>
                <a:cubicBezTo>
                  <a:pt x="870003" y="540780"/>
                  <a:pt x="863137" y="547646"/>
                  <a:pt x="853944" y="547646"/>
                </a:cubicBezTo>
                <a:cubicBezTo>
                  <a:pt x="845565" y="547646"/>
                  <a:pt x="837884" y="540780"/>
                  <a:pt x="837884" y="531587"/>
                </a:cubicBezTo>
                <a:cubicBezTo>
                  <a:pt x="837884" y="523092"/>
                  <a:pt x="845565" y="515527"/>
                  <a:pt x="853944" y="515527"/>
                </a:cubicBezTo>
                <a:close/>
                <a:moveTo>
                  <a:pt x="789590" y="515527"/>
                </a:moveTo>
                <a:cubicBezTo>
                  <a:pt x="798783" y="515527"/>
                  <a:pt x="805649" y="523092"/>
                  <a:pt x="805649" y="531587"/>
                </a:cubicBezTo>
                <a:cubicBezTo>
                  <a:pt x="805649" y="540780"/>
                  <a:pt x="798783" y="547646"/>
                  <a:pt x="789590" y="547646"/>
                </a:cubicBezTo>
                <a:cubicBezTo>
                  <a:pt x="780396" y="547646"/>
                  <a:pt x="773530" y="540780"/>
                  <a:pt x="773530" y="531587"/>
                </a:cubicBezTo>
                <a:cubicBezTo>
                  <a:pt x="773530" y="523092"/>
                  <a:pt x="780396" y="515527"/>
                  <a:pt x="789590" y="515527"/>
                </a:cubicBezTo>
                <a:close/>
                <a:moveTo>
                  <a:pt x="725235" y="515527"/>
                </a:moveTo>
                <a:cubicBezTo>
                  <a:pt x="733730" y="515527"/>
                  <a:pt x="741411" y="523092"/>
                  <a:pt x="741411" y="531587"/>
                </a:cubicBezTo>
                <a:cubicBezTo>
                  <a:pt x="741411" y="540780"/>
                  <a:pt x="733730" y="547646"/>
                  <a:pt x="725235" y="547646"/>
                </a:cubicBezTo>
                <a:cubicBezTo>
                  <a:pt x="716042" y="547646"/>
                  <a:pt x="709176" y="540780"/>
                  <a:pt x="709176" y="531587"/>
                </a:cubicBezTo>
                <a:cubicBezTo>
                  <a:pt x="709176" y="523092"/>
                  <a:pt x="716042" y="515527"/>
                  <a:pt x="725235" y="515527"/>
                </a:cubicBezTo>
                <a:close/>
                <a:moveTo>
                  <a:pt x="660998" y="515527"/>
                </a:moveTo>
                <a:cubicBezTo>
                  <a:pt x="669376" y="515527"/>
                  <a:pt x="676242" y="523092"/>
                  <a:pt x="676242" y="531587"/>
                </a:cubicBezTo>
                <a:cubicBezTo>
                  <a:pt x="676242" y="540780"/>
                  <a:pt x="669376" y="547646"/>
                  <a:pt x="660998" y="547646"/>
                </a:cubicBezTo>
                <a:cubicBezTo>
                  <a:pt x="651804" y="547646"/>
                  <a:pt x="644822" y="540780"/>
                  <a:pt x="644822" y="531587"/>
                </a:cubicBezTo>
                <a:cubicBezTo>
                  <a:pt x="644822" y="523092"/>
                  <a:pt x="651804" y="515527"/>
                  <a:pt x="660998" y="515527"/>
                </a:cubicBezTo>
                <a:close/>
                <a:moveTo>
                  <a:pt x="595829" y="515527"/>
                </a:moveTo>
                <a:cubicBezTo>
                  <a:pt x="605022" y="515527"/>
                  <a:pt x="611888" y="523092"/>
                  <a:pt x="611888" y="531587"/>
                </a:cubicBezTo>
                <a:cubicBezTo>
                  <a:pt x="611888" y="540780"/>
                  <a:pt x="605022" y="547646"/>
                  <a:pt x="595829" y="547646"/>
                </a:cubicBezTo>
                <a:cubicBezTo>
                  <a:pt x="587450" y="547646"/>
                  <a:pt x="580468" y="540780"/>
                  <a:pt x="580468" y="531587"/>
                </a:cubicBezTo>
                <a:cubicBezTo>
                  <a:pt x="580468" y="523092"/>
                  <a:pt x="587450" y="515527"/>
                  <a:pt x="595829" y="515527"/>
                </a:cubicBezTo>
                <a:close/>
                <a:moveTo>
                  <a:pt x="531474" y="515527"/>
                </a:moveTo>
                <a:cubicBezTo>
                  <a:pt x="540667" y="515527"/>
                  <a:pt x="547533" y="523092"/>
                  <a:pt x="547533" y="531587"/>
                </a:cubicBezTo>
                <a:cubicBezTo>
                  <a:pt x="547533" y="540780"/>
                  <a:pt x="540667" y="547646"/>
                  <a:pt x="531474" y="547646"/>
                </a:cubicBezTo>
                <a:cubicBezTo>
                  <a:pt x="523095" y="547646"/>
                  <a:pt x="515415" y="540780"/>
                  <a:pt x="515415" y="531587"/>
                </a:cubicBezTo>
                <a:cubicBezTo>
                  <a:pt x="515415" y="523092"/>
                  <a:pt x="523095" y="515527"/>
                  <a:pt x="531474" y="515527"/>
                </a:cubicBezTo>
                <a:close/>
                <a:moveTo>
                  <a:pt x="467120" y="515527"/>
                </a:moveTo>
                <a:cubicBezTo>
                  <a:pt x="475615" y="515527"/>
                  <a:pt x="483296" y="523092"/>
                  <a:pt x="483296" y="531587"/>
                </a:cubicBezTo>
                <a:cubicBezTo>
                  <a:pt x="483296" y="540780"/>
                  <a:pt x="475615" y="547646"/>
                  <a:pt x="467120" y="547646"/>
                </a:cubicBezTo>
                <a:cubicBezTo>
                  <a:pt x="457927" y="547646"/>
                  <a:pt x="451061" y="540780"/>
                  <a:pt x="451061" y="531587"/>
                </a:cubicBezTo>
                <a:cubicBezTo>
                  <a:pt x="451061" y="523092"/>
                  <a:pt x="457927" y="515527"/>
                  <a:pt x="467120" y="515527"/>
                </a:cubicBezTo>
                <a:close/>
                <a:moveTo>
                  <a:pt x="402882" y="515527"/>
                </a:moveTo>
                <a:cubicBezTo>
                  <a:pt x="411261" y="515527"/>
                  <a:pt x="418942" y="523092"/>
                  <a:pt x="418942" y="531587"/>
                </a:cubicBezTo>
                <a:cubicBezTo>
                  <a:pt x="418942" y="540780"/>
                  <a:pt x="411261" y="547646"/>
                  <a:pt x="402882" y="547646"/>
                </a:cubicBezTo>
                <a:cubicBezTo>
                  <a:pt x="393689" y="547646"/>
                  <a:pt x="386707" y="540780"/>
                  <a:pt x="386707" y="531587"/>
                </a:cubicBezTo>
                <a:cubicBezTo>
                  <a:pt x="386707" y="523092"/>
                  <a:pt x="393689" y="515527"/>
                  <a:pt x="402882" y="515527"/>
                </a:cubicBezTo>
                <a:close/>
                <a:moveTo>
                  <a:pt x="2337462" y="451173"/>
                </a:moveTo>
                <a:cubicBezTo>
                  <a:pt x="2346656" y="451173"/>
                  <a:pt x="2353522" y="458039"/>
                  <a:pt x="2353522" y="467233"/>
                </a:cubicBezTo>
                <a:cubicBezTo>
                  <a:pt x="2353522" y="475612"/>
                  <a:pt x="2346656" y="483292"/>
                  <a:pt x="2337462" y="483292"/>
                </a:cubicBezTo>
                <a:cubicBezTo>
                  <a:pt x="2329084" y="483292"/>
                  <a:pt x="2322218" y="475612"/>
                  <a:pt x="2322218" y="467233"/>
                </a:cubicBezTo>
                <a:cubicBezTo>
                  <a:pt x="2322218" y="458039"/>
                  <a:pt x="2329084" y="451173"/>
                  <a:pt x="2337462" y="451173"/>
                </a:cubicBezTo>
                <a:close/>
                <a:moveTo>
                  <a:pt x="2273109" y="451173"/>
                </a:moveTo>
                <a:cubicBezTo>
                  <a:pt x="2282302" y="451173"/>
                  <a:pt x="2289284" y="458039"/>
                  <a:pt x="2289284" y="467233"/>
                </a:cubicBezTo>
                <a:cubicBezTo>
                  <a:pt x="2289284" y="475612"/>
                  <a:pt x="2282302" y="483292"/>
                  <a:pt x="2273109" y="483292"/>
                </a:cubicBezTo>
                <a:cubicBezTo>
                  <a:pt x="2264730" y="483292"/>
                  <a:pt x="2257049" y="475612"/>
                  <a:pt x="2257049" y="467233"/>
                </a:cubicBezTo>
                <a:cubicBezTo>
                  <a:pt x="2257049" y="458039"/>
                  <a:pt x="2264730" y="451173"/>
                  <a:pt x="2273109" y="451173"/>
                </a:cubicBezTo>
                <a:close/>
                <a:moveTo>
                  <a:pt x="2208755" y="451173"/>
                </a:moveTo>
                <a:cubicBezTo>
                  <a:pt x="2217948" y="451173"/>
                  <a:pt x="2224930" y="458039"/>
                  <a:pt x="2224930" y="467233"/>
                </a:cubicBezTo>
                <a:cubicBezTo>
                  <a:pt x="2224930" y="475612"/>
                  <a:pt x="2217948" y="483292"/>
                  <a:pt x="2208755" y="483292"/>
                </a:cubicBezTo>
                <a:cubicBezTo>
                  <a:pt x="2199561" y="483292"/>
                  <a:pt x="2192695" y="475612"/>
                  <a:pt x="2192695" y="467233"/>
                </a:cubicBezTo>
                <a:cubicBezTo>
                  <a:pt x="2192695" y="458039"/>
                  <a:pt x="2200376" y="451173"/>
                  <a:pt x="2208755" y="451173"/>
                </a:cubicBezTo>
                <a:close/>
                <a:moveTo>
                  <a:pt x="2144517" y="451173"/>
                </a:moveTo>
                <a:cubicBezTo>
                  <a:pt x="2152896" y="451173"/>
                  <a:pt x="2160576" y="458039"/>
                  <a:pt x="2160576" y="467233"/>
                </a:cubicBezTo>
                <a:cubicBezTo>
                  <a:pt x="2160576" y="475612"/>
                  <a:pt x="2152896" y="483292"/>
                  <a:pt x="2144517" y="483292"/>
                </a:cubicBezTo>
                <a:cubicBezTo>
                  <a:pt x="2135324" y="483292"/>
                  <a:pt x="2128341" y="475612"/>
                  <a:pt x="2128341" y="467233"/>
                </a:cubicBezTo>
                <a:cubicBezTo>
                  <a:pt x="2128341" y="458039"/>
                  <a:pt x="2135324" y="451173"/>
                  <a:pt x="2144517" y="451173"/>
                </a:cubicBezTo>
                <a:close/>
                <a:moveTo>
                  <a:pt x="2080163" y="451173"/>
                </a:moveTo>
                <a:cubicBezTo>
                  <a:pt x="2088542" y="451173"/>
                  <a:pt x="2095408" y="458039"/>
                  <a:pt x="2095408" y="467233"/>
                </a:cubicBezTo>
                <a:cubicBezTo>
                  <a:pt x="2095408" y="475612"/>
                  <a:pt x="2088542" y="483292"/>
                  <a:pt x="2080163" y="483292"/>
                </a:cubicBezTo>
                <a:cubicBezTo>
                  <a:pt x="2070970" y="483292"/>
                  <a:pt x="2064104" y="475612"/>
                  <a:pt x="2064104" y="467233"/>
                </a:cubicBezTo>
                <a:cubicBezTo>
                  <a:pt x="2064104" y="458039"/>
                  <a:pt x="2070970" y="451173"/>
                  <a:pt x="2080163" y="451173"/>
                </a:cubicBezTo>
                <a:close/>
                <a:moveTo>
                  <a:pt x="2014994" y="451173"/>
                </a:moveTo>
                <a:cubicBezTo>
                  <a:pt x="2024187" y="451173"/>
                  <a:pt x="2031169" y="458039"/>
                  <a:pt x="2031169" y="467233"/>
                </a:cubicBezTo>
                <a:cubicBezTo>
                  <a:pt x="2031169" y="475612"/>
                  <a:pt x="2024187" y="483292"/>
                  <a:pt x="2014994" y="483292"/>
                </a:cubicBezTo>
                <a:cubicBezTo>
                  <a:pt x="2006615" y="483292"/>
                  <a:pt x="1998934" y="475612"/>
                  <a:pt x="1998934" y="467233"/>
                </a:cubicBezTo>
                <a:cubicBezTo>
                  <a:pt x="1998934" y="458039"/>
                  <a:pt x="2006615" y="451173"/>
                  <a:pt x="2014994" y="451173"/>
                </a:cubicBezTo>
                <a:close/>
                <a:moveTo>
                  <a:pt x="1950756" y="451173"/>
                </a:moveTo>
                <a:cubicBezTo>
                  <a:pt x="1959135" y="451173"/>
                  <a:pt x="1966815" y="458039"/>
                  <a:pt x="1966815" y="467233"/>
                </a:cubicBezTo>
                <a:cubicBezTo>
                  <a:pt x="1966815" y="475612"/>
                  <a:pt x="1959135" y="483292"/>
                  <a:pt x="1950756" y="483292"/>
                </a:cubicBezTo>
                <a:cubicBezTo>
                  <a:pt x="1942261" y="483292"/>
                  <a:pt x="1934580" y="475612"/>
                  <a:pt x="1934580" y="467233"/>
                </a:cubicBezTo>
                <a:cubicBezTo>
                  <a:pt x="1934580" y="458039"/>
                  <a:pt x="1942261" y="451173"/>
                  <a:pt x="1950756" y="451173"/>
                </a:cubicBezTo>
                <a:close/>
                <a:moveTo>
                  <a:pt x="1886402" y="451173"/>
                </a:moveTo>
                <a:cubicBezTo>
                  <a:pt x="1894781" y="451173"/>
                  <a:pt x="1902461" y="458039"/>
                  <a:pt x="1902461" y="467233"/>
                </a:cubicBezTo>
                <a:cubicBezTo>
                  <a:pt x="1902461" y="475612"/>
                  <a:pt x="1894781" y="483292"/>
                  <a:pt x="1886402" y="483292"/>
                </a:cubicBezTo>
                <a:cubicBezTo>
                  <a:pt x="1877209" y="483292"/>
                  <a:pt x="1870343" y="475612"/>
                  <a:pt x="1870343" y="467233"/>
                </a:cubicBezTo>
                <a:cubicBezTo>
                  <a:pt x="1870343" y="458039"/>
                  <a:pt x="1877209" y="451173"/>
                  <a:pt x="1886402" y="451173"/>
                </a:cubicBezTo>
                <a:close/>
                <a:moveTo>
                  <a:pt x="1822048" y="451173"/>
                </a:moveTo>
                <a:cubicBezTo>
                  <a:pt x="1830427" y="451173"/>
                  <a:pt x="1838108" y="458039"/>
                  <a:pt x="1838108" y="467233"/>
                </a:cubicBezTo>
                <a:cubicBezTo>
                  <a:pt x="1838108" y="475612"/>
                  <a:pt x="1830427" y="483292"/>
                  <a:pt x="1822048" y="483292"/>
                </a:cubicBezTo>
                <a:cubicBezTo>
                  <a:pt x="1812855" y="483292"/>
                  <a:pt x="1805989" y="475612"/>
                  <a:pt x="1805989" y="467233"/>
                </a:cubicBezTo>
                <a:cubicBezTo>
                  <a:pt x="1805989" y="458039"/>
                  <a:pt x="1812855" y="451173"/>
                  <a:pt x="1822048" y="451173"/>
                </a:cubicBezTo>
                <a:close/>
                <a:moveTo>
                  <a:pt x="1756879" y="451173"/>
                </a:moveTo>
                <a:cubicBezTo>
                  <a:pt x="1766073" y="451173"/>
                  <a:pt x="1773055" y="458039"/>
                  <a:pt x="1773055" y="467233"/>
                </a:cubicBezTo>
                <a:cubicBezTo>
                  <a:pt x="1773055" y="475612"/>
                  <a:pt x="1766073" y="483292"/>
                  <a:pt x="1756879" y="483292"/>
                </a:cubicBezTo>
                <a:cubicBezTo>
                  <a:pt x="1748501" y="483292"/>
                  <a:pt x="1741635" y="475612"/>
                  <a:pt x="1741635" y="467233"/>
                </a:cubicBezTo>
                <a:cubicBezTo>
                  <a:pt x="1741635" y="458039"/>
                  <a:pt x="1748501" y="451173"/>
                  <a:pt x="1756879" y="451173"/>
                </a:cubicBezTo>
                <a:close/>
                <a:moveTo>
                  <a:pt x="1692642" y="451173"/>
                </a:moveTo>
                <a:cubicBezTo>
                  <a:pt x="1701835" y="451173"/>
                  <a:pt x="1708701" y="458039"/>
                  <a:pt x="1708701" y="467233"/>
                </a:cubicBezTo>
                <a:cubicBezTo>
                  <a:pt x="1708701" y="475612"/>
                  <a:pt x="1701835" y="483292"/>
                  <a:pt x="1692642" y="483292"/>
                </a:cubicBezTo>
                <a:cubicBezTo>
                  <a:pt x="1684147" y="483292"/>
                  <a:pt x="1676466" y="475612"/>
                  <a:pt x="1676466" y="467233"/>
                </a:cubicBezTo>
                <a:cubicBezTo>
                  <a:pt x="1676466" y="458039"/>
                  <a:pt x="1684147" y="451173"/>
                  <a:pt x="1692642" y="451173"/>
                </a:cubicBezTo>
                <a:close/>
                <a:moveTo>
                  <a:pt x="1628287" y="451173"/>
                </a:moveTo>
                <a:cubicBezTo>
                  <a:pt x="1636666" y="451173"/>
                  <a:pt x="1644346" y="458039"/>
                  <a:pt x="1644346" y="467233"/>
                </a:cubicBezTo>
                <a:cubicBezTo>
                  <a:pt x="1644346" y="475612"/>
                  <a:pt x="1636666" y="483292"/>
                  <a:pt x="1628287" y="483292"/>
                </a:cubicBezTo>
                <a:cubicBezTo>
                  <a:pt x="1619094" y="483292"/>
                  <a:pt x="1612228" y="475612"/>
                  <a:pt x="1612228" y="467233"/>
                </a:cubicBezTo>
                <a:cubicBezTo>
                  <a:pt x="1612228" y="458039"/>
                  <a:pt x="1619094" y="451173"/>
                  <a:pt x="1628287" y="451173"/>
                </a:cubicBezTo>
                <a:close/>
                <a:moveTo>
                  <a:pt x="1563933" y="451173"/>
                </a:moveTo>
                <a:cubicBezTo>
                  <a:pt x="1572312" y="451173"/>
                  <a:pt x="1579993" y="458039"/>
                  <a:pt x="1579993" y="467233"/>
                </a:cubicBezTo>
                <a:cubicBezTo>
                  <a:pt x="1579993" y="475612"/>
                  <a:pt x="1572312" y="483292"/>
                  <a:pt x="1563933" y="483292"/>
                </a:cubicBezTo>
                <a:cubicBezTo>
                  <a:pt x="1554740" y="483292"/>
                  <a:pt x="1547874" y="475612"/>
                  <a:pt x="1547874" y="467233"/>
                </a:cubicBezTo>
                <a:cubicBezTo>
                  <a:pt x="1547874" y="458039"/>
                  <a:pt x="1554740" y="451173"/>
                  <a:pt x="1563933" y="451173"/>
                </a:cubicBezTo>
                <a:close/>
                <a:moveTo>
                  <a:pt x="1499579" y="451173"/>
                </a:moveTo>
                <a:cubicBezTo>
                  <a:pt x="1508074" y="451173"/>
                  <a:pt x="1514940" y="458039"/>
                  <a:pt x="1514940" y="467233"/>
                </a:cubicBezTo>
                <a:cubicBezTo>
                  <a:pt x="1514940" y="475612"/>
                  <a:pt x="1508074" y="483292"/>
                  <a:pt x="1499579" y="483292"/>
                </a:cubicBezTo>
                <a:cubicBezTo>
                  <a:pt x="1490386" y="483292"/>
                  <a:pt x="1483520" y="475612"/>
                  <a:pt x="1483520" y="467233"/>
                </a:cubicBezTo>
                <a:cubicBezTo>
                  <a:pt x="1483520" y="458039"/>
                  <a:pt x="1490386" y="451173"/>
                  <a:pt x="1499579" y="451173"/>
                </a:cubicBezTo>
                <a:close/>
                <a:moveTo>
                  <a:pt x="1434527" y="451173"/>
                </a:moveTo>
                <a:cubicBezTo>
                  <a:pt x="1443720" y="451173"/>
                  <a:pt x="1450586" y="458039"/>
                  <a:pt x="1450586" y="467233"/>
                </a:cubicBezTo>
                <a:cubicBezTo>
                  <a:pt x="1450586" y="475612"/>
                  <a:pt x="1443720" y="483292"/>
                  <a:pt x="1434527" y="483292"/>
                </a:cubicBezTo>
                <a:cubicBezTo>
                  <a:pt x="1426032" y="483292"/>
                  <a:pt x="1418351" y="475612"/>
                  <a:pt x="1418351" y="467233"/>
                </a:cubicBezTo>
                <a:cubicBezTo>
                  <a:pt x="1418351" y="458039"/>
                  <a:pt x="1426032" y="451173"/>
                  <a:pt x="1434527" y="451173"/>
                </a:cubicBezTo>
                <a:close/>
                <a:moveTo>
                  <a:pt x="1370173" y="451173"/>
                </a:moveTo>
                <a:cubicBezTo>
                  <a:pt x="1379367" y="451173"/>
                  <a:pt x="1386233" y="458039"/>
                  <a:pt x="1386233" y="467233"/>
                </a:cubicBezTo>
                <a:cubicBezTo>
                  <a:pt x="1386233" y="475612"/>
                  <a:pt x="1379367" y="483292"/>
                  <a:pt x="1370173" y="483292"/>
                </a:cubicBezTo>
                <a:cubicBezTo>
                  <a:pt x="1361678" y="483292"/>
                  <a:pt x="1354114" y="475612"/>
                  <a:pt x="1354114" y="467233"/>
                </a:cubicBezTo>
                <a:cubicBezTo>
                  <a:pt x="1354114" y="458039"/>
                  <a:pt x="1361678" y="451173"/>
                  <a:pt x="1370173" y="451173"/>
                </a:cubicBezTo>
                <a:close/>
                <a:moveTo>
                  <a:pt x="1305819" y="451173"/>
                </a:moveTo>
                <a:cubicBezTo>
                  <a:pt x="1314198" y="451173"/>
                  <a:pt x="1321879" y="458039"/>
                  <a:pt x="1321879" y="467233"/>
                </a:cubicBezTo>
                <a:cubicBezTo>
                  <a:pt x="1321879" y="476427"/>
                  <a:pt x="1314198" y="483292"/>
                  <a:pt x="1305819" y="483292"/>
                </a:cubicBezTo>
                <a:cubicBezTo>
                  <a:pt x="1296626" y="483292"/>
                  <a:pt x="1289760" y="476427"/>
                  <a:pt x="1289760" y="467233"/>
                </a:cubicBezTo>
                <a:cubicBezTo>
                  <a:pt x="1289760" y="458039"/>
                  <a:pt x="1296626" y="451173"/>
                  <a:pt x="1305819" y="451173"/>
                </a:cubicBezTo>
                <a:close/>
                <a:moveTo>
                  <a:pt x="1241465" y="451173"/>
                </a:moveTo>
                <a:cubicBezTo>
                  <a:pt x="1249960" y="451173"/>
                  <a:pt x="1256826" y="458039"/>
                  <a:pt x="1256826" y="467233"/>
                </a:cubicBezTo>
                <a:cubicBezTo>
                  <a:pt x="1256826" y="476427"/>
                  <a:pt x="1249960" y="483292"/>
                  <a:pt x="1241465" y="483292"/>
                </a:cubicBezTo>
                <a:cubicBezTo>
                  <a:pt x="1232272" y="483292"/>
                  <a:pt x="1225406" y="476427"/>
                  <a:pt x="1225406" y="467233"/>
                </a:cubicBezTo>
                <a:cubicBezTo>
                  <a:pt x="1225406" y="458039"/>
                  <a:pt x="1232272" y="451173"/>
                  <a:pt x="1241465" y="451173"/>
                </a:cubicBezTo>
                <a:close/>
                <a:moveTo>
                  <a:pt x="1176412" y="451173"/>
                </a:moveTo>
                <a:cubicBezTo>
                  <a:pt x="1185606" y="451173"/>
                  <a:pt x="1192472" y="458039"/>
                  <a:pt x="1192472" y="467233"/>
                </a:cubicBezTo>
                <a:cubicBezTo>
                  <a:pt x="1192472" y="475612"/>
                  <a:pt x="1185606" y="483292"/>
                  <a:pt x="1176412" y="483292"/>
                </a:cubicBezTo>
                <a:cubicBezTo>
                  <a:pt x="1167917" y="483292"/>
                  <a:pt x="1161051" y="475612"/>
                  <a:pt x="1161051" y="467233"/>
                </a:cubicBezTo>
                <a:cubicBezTo>
                  <a:pt x="1161051" y="458039"/>
                  <a:pt x="1167917" y="451173"/>
                  <a:pt x="1176412" y="451173"/>
                </a:cubicBezTo>
                <a:close/>
                <a:moveTo>
                  <a:pt x="1112058" y="451173"/>
                </a:moveTo>
                <a:cubicBezTo>
                  <a:pt x="1121251" y="451173"/>
                  <a:pt x="1128117" y="458039"/>
                  <a:pt x="1128117" y="467233"/>
                </a:cubicBezTo>
                <a:cubicBezTo>
                  <a:pt x="1128117" y="475612"/>
                  <a:pt x="1121251" y="483292"/>
                  <a:pt x="1112058" y="483292"/>
                </a:cubicBezTo>
                <a:cubicBezTo>
                  <a:pt x="1103679" y="483292"/>
                  <a:pt x="1095998" y="475612"/>
                  <a:pt x="1095998" y="467233"/>
                </a:cubicBezTo>
                <a:cubicBezTo>
                  <a:pt x="1095998" y="458039"/>
                  <a:pt x="1103679" y="451173"/>
                  <a:pt x="1112058" y="451173"/>
                </a:cubicBezTo>
                <a:close/>
                <a:moveTo>
                  <a:pt x="1047704" y="451173"/>
                </a:moveTo>
                <a:cubicBezTo>
                  <a:pt x="1056199" y="451173"/>
                  <a:pt x="1063763" y="458039"/>
                  <a:pt x="1063763" y="467233"/>
                </a:cubicBezTo>
                <a:cubicBezTo>
                  <a:pt x="1063763" y="475612"/>
                  <a:pt x="1056199" y="483292"/>
                  <a:pt x="1047704" y="483292"/>
                </a:cubicBezTo>
                <a:cubicBezTo>
                  <a:pt x="1038510" y="483292"/>
                  <a:pt x="1031644" y="475612"/>
                  <a:pt x="1031644" y="467233"/>
                </a:cubicBezTo>
                <a:cubicBezTo>
                  <a:pt x="1031644" y="458039"/>
                  <a:pt x="1038510" y="451173"/>
                  <a:pt x="1047704" y="451173"/>
                </a:cubicBezTo>
                <a:close/>
                <a:moveTo>
                  <a:pt x="983349" y="451173"/>
                </a:moveTo>
                <a:cubicBezTo>
                  <a:pt x="991844" y="451173"/>
                  <a:pt x="999408" y="458039"/>
                  <a:pt x="999408" y="467233"/>
                </a:cubicBezTo>
                <a:cubicBezTo>
                  <a:pt x="999408" y="476427"/>
                  <a:pt x="991844" y="483292"/>
                  <a:pt x="983349" y="483292"/>
                </a:cubicBezTo>
                <a:cubicBezTo>
                  <a:pt x="974156" y="483292"/>
                  <a:pt x="967290" y="476427"/>
                  <a:pt x="967290" y="467233"/>
                </a:cubicBezTo>
                <a:cubicBezTo>
                  <a:pt x="967290" y="458039"/>
                  <a:pt x="974156" y="451173"/>
                  <a:pt x="983349" y="451173"/>
                </a:cubicBezTo>
                <a:close/>
                <a:moveTo>
                  <a:pt x="918297" y="451173"/>
                </a:moveTo>
                <a:cubicBezTo>
                  <a:pt x="927490" y="451173"/>
                  <a:pt x="934356" y="458039"/>
                  <a:pt x="934356" y="467233"/>
                </a:cubicBezTo>
                <a:cubicBezTo>
                  <a:pt x="934356" y="476427"/>
                  <a:pt x="927490" y="483292"/>
                  <a:pt x="918297" y="483292"/>
                </a:cubicBezTo>
                <a:cubicBezTo>
                  <a:pt x="909802" y="483292"/>
                  <a:pt x="902936" y="476427"/>
                  <a:pt x="902936" y="467233"/>
                </a:cubicBezTo>
                <a:cubicBezTo>
                  <a:pt x="902936" y="458039"/>
                  <a:pt x="909802" y="451173"/>
                  <a:pt x="918297" y="451173"/>
                </a:cubicBezTo>
                <a:close/>
                <a:moveTo>
                  <a:pt x="853944" y="451173"/>
                </a:moveTo>
                <a:cubicBezTo>
                  <a:pt x="863137" y="451173"/>
                  <a:pt x="870003" y="458039"/>
                  <a:pt x="870003" y="467233"/>
                </a:cubicBezTo>
                <a:cubicBezTo>
                  <a:pt x="870003" y="475612"/>
                  <a:pt x="863137" y="483292"/>
                  <a:pt x="853944" y="483292"/>
                </a:cubicBezTo>
                <a:cubicBezTo>
                  <a:pt x="845565" y="483292"/>
                  <a:pt x="837884" y="475612"/>
                  <a:pt x="837884" y="467233"/>
                </a:cubicBezTo>
                <a:cubicBezTo>
                  <a:pt x="837884" y="458039"/>
                  <a:pt x="845565" y="451173"/>
                  <a:pt x="853944" y="451173"/>
                </a:cubicBezTo>
                <a:close/>
                <a:moveTo>
                  <a:pt x="789590" y="451173"/>
                </a:moveTo>
                <a:cubicBezTo>
                  <a:pt x="798783" y="451173"/>
                  <a:pt x="805649" y="458039"/>
                  <a:pt x="805649" y="467233"/>
                </a:cubicBezTo>
                <a:cubicBezTo>
                  <a:pt x="805649" y="476427"/>
                  <a:pt x="798783" y="483292"/>
                  <a:pt x="789590" y="483292"/>
                </a:cubicBezTo>
                <a:cubicBezTo>
                  <a:pt x="780396" y="483292"/>
                  <a:pt x="773530" y="476427"/>
                  <a:pt x="773530" y="467233"/>
                </a:cubicBezTo>
                <a:cubicBezTo>
                  <a:pt x="773530" y="458039"/>
                  <a:pt x="780396" y="451173"/>
                  <a:pt x="789590" y="451173"/>
                </a:cubicBezTo>
                <a:close/>
                <a:moveTo>
                  <a:pt x="725235" y="451173"/>
                </a:moveTo>
                <a:cubicBezTo>
                  <a:pt x="733730" y="451173"/>
                  <a:pt x="741411" y="458039"/>
                  <a:pt x="741411" y="467233"/>
                </a:cubicBezTo>
                <a:cubicBezTo>
                  <a:pt x="741411" y="475612"/>
                  <a:pt x="733730" y="483292"/>
                  <a:pt x="725235" y="483292"/>
                </a:cubicBezTo>
                <a:cubicBezTo>
                  <a:pt x="716042" y="483292"/>
                  <a:pt x="709176" y="475612"/>
                  <a:pt x="709176" y="467233"/>
                </a:cubicBezTo>
                <a:cubicBezTo>
                  <a:pt x="709176" y="458039"/>
                  <a:pt x="716042" y="451173"/>
                  <a:pt x="725235" y="451173"/>
                </a:cubicBezTo>
                <a:close/>
                <a:moveTo>
                  <a:pt x="660998" y="451173"/>
                </a:moveTo>
                <a:cubicBezTo>
                  <a:pt x="669376" y="451173"/>
                  <a:pt x="676242" y="458039"/>
                  <a:pt x="676242" y="467233"/>
                </a:cubicBezTo>
                <a:cubicBezTo>
                  <a:pt x="676242" y="475612"/>
                  <a:pt x="669376" y="483292"/>
                  <a:pt x="660998" y="483292"/>
                </a:cubicBezTo>
                <a:cubicBezTo>
                  <a:pt x="651804" y="483292"/>
                  <a:pt x="644822" y="475612"/>
                  <a:pt x="644822" y="467233"/>
                </a:cubicBezTo>
                <a:cubicBezTo>
                  <a:pt x="644822" y="458039"/>
                  <a:pt x="651804" y="451173"/>
                  <a:pt x="660998" y="451173"/>
                </a:cubicBezTo>
                <a:close/>
                <a:moveTo>
                  <a:pt x="595829" y="451173"/>
                </a:moveTo>
                <a:cubicBezTo>
                  <a:pt x="605022" y="451173"/>
                  <a:pt x="611888" y="458039"/>
                  <a:pt x="611888" y="467233"/>
                </a:cubicBezTo>
                <a:cubicBezTo>
                  <a:pt x="611888" y="475612"/>
                  <a:pt x="605022" y="483292"/>
                  <a:pt x="595829" y="483292"/>
                </a:cubicBezTo>
                <a:cubicBezTo>
                  <a:pt x="587450" y="483292"/>
                  <a:pt x="580468" y="475612"/>
                  <a:pt x="580468" y="467233"/>
                </a:cubicBezTo>
                <a:cubicBezTo>
                  <a:pt x="580468" y="458039"/>
                  <a:pt x="587450" y="451173"/>
                  <a:pt x="595829" y="451173"/>
                </a:cubicBezTo>
                <a:close/>
                <a:moveTo>
                  <a:pt x="531474" y="451173"/>
                </a:moveTo>
                <a:cubicBezTo>
                  <a:pt x="540667" y="451173"/>
                  <a:pt x="547533" y="458039"/>
                  <a:pt x="547533" y="467233"/>
                </a:cubicBezTo>
                <a:cubicBezTo>
                  <a:pt x="547533" y="475612"/>
                  <a:pt x="540667" y="483292"/>
                  <a:pt x="531474" y="483292"/>
                </a:cubicBezTo>
                <a:cubicBezTo>
                  <a:pt x="523095" y="483292"/>
                  <a:pt x="515415" y="475612"/>
                  <a:pt x="515415" y="467233"/>
                </a:cubicBezTo>
                <a:cubicBezTo>
                  <a:pt x="515415" y="458039"/>
                  <a:pt x="523095" y="451173"/>
                  <a:pt x="531474" y="451173"/>
                </a:cubicBezTo>
                <a:close/>
                <a:moveTo>
                  <a:pt x="467120" y="451173"/>
                </a:moveTo>
                <a:cubicBezTo>
                  <a:pt x="475615" y="451173"/>
                  <a:pt x="483296" y="458039"/>
                  <a:pt x="483296" y="467233"/>
                </a:cubicBezTo>
                <a:cubicBezTo>
                  <a:pt x="483296" y="475612"/>
                  <a:pt x="475615" y="483292"/>
                  <a:pt x="467120" y="483292"/>
                </a:cubicBezTo>
                <a:cubicBezTo>
                  <a:pt x="457927" y="483292"/>
                  <a:pt x="451061" y="475612"/>
                  <a:pt x="451061" y="467233"/>
                </a:cubicBezTo>
                <a:cubicBezTo>
                  <a:pt x="451061" y="458039"/>
                  <a:pt x="457927" y="451173"/>
                  <a:pt x="467120" y="451173"/>
                </a:cubicBezTo>
                <a:close/>
                <a:moveTo>
                  <a:pt x="402882" y="451173"/>
                </a:moveTo>
                <a:cubicBezTo>
                  <a:pt x="411261" y="451173"/>
                  <a:pt x="418942" y="458039"/>
                  <a:pt x="418942" y="467233"/>
                </a:cubicBezTo>
                <a:cubicBezTo>
                  <a:pt x="418942" y="476427"/>
                  <a:pt x="411261" y="483292"/>
                  <a:pt x="402882" y="483292"/>
                </a:cubicBezTo>
                <a:cubicBezTo>
                  <a:pt x="393689" y="483292"/>
                  <a:pt x="386707" y="476427"/>
                  <a:pt x="386707" y="467233"/>
                </a:cubicBezTo>
                <a:cubicBezTo>
                  <a:pt x="386707" y="458039"/>
                  <a:pt x="393689" y="451173"/>
                  <a:pt x="402882" y="451173"/>
                </a:cubicBezTo>
                <a:close/>
                <a:moveTo>
                  <a:pt x="2273109" y="386819"/>
                </a:moveTo>
                <a:cubicBezTo>
                  <a:pt x="2282302" y="386819"/>
                  <a:pt x="2289284" y="393684"/>
                  <a:pt x="2289284" y="402878"/>
                </a:cubicBezTo>
                <a:cubicBezTo>
                  <a:pt x="2289284" y="411372"/>
                  <a:pt x="2282302" y="418938"/>
                  <a:pt x="2273109" y="418938"/>
                </a:cubicBezTo>
                <a:cubicBezTo>
                  <a:pt x="2264730" y="418938"/>
                  <a:pt x="2257049" y="411372"/>
                  <a:pt x="2257049" y="402878"/>
                </a:cubicBezTo>
                <a:cubicBezTo>
                  <a:pt x="2257049" y="393684"/>
                  <a:pt x="2264730" y="386819"/>
                  <a:pt x="2273109" y="386819"/>
                </a:cubicBezTo>
                <a:close/>
                <a:moveTo>
                  <a:pt x="2208755" y="386819"/>
                </a:moveTo>
                <a:cubicBezTo>
                  <a:pt x="2217948" y="386819"/>
                  <a:pt x="2224930" y="393684"/>
                  <a:pt x="2224930" y="402878"/>
                </a:cubicBezTo>
                <a:cubicBezTo>
                  <a:pt x="2224930" y="411372"/>
                  <a:pt x="2217948" y="418938"/>
                  <a:pt x="2208755" y="418938"/>
                </a:cubicBezTo>
                <a:cubicBezTo>
                  <a:pt x="2199561" y="418938"/>
                  <a:pt x="2192695" y="411372"/>
                  <a:pt x="2192695" y="402878"/>
                </a:cubicBezTo>
                <a:cubicBezTo>
                  <a:pt x="2192695" y="393684"/>
                  <a:pt x="2200376" y="386819"/>
                  <a:pt x="2208755" y="386819"/>
                </a:cubicBezTo>
                <a:close/>
                <a:moveTo>
                  <a:pt x="2144517" y="386819"/>
                </a:moveTo>
                <a:cubicBezTo>
                  <a:pt x="2152896" y="386819"/>
                  <a:pt x="2160576" y="393684"/>
                  <a:pt x="2160576" y="402878"/>
                </a:cubicBezTo>
                <a:cubicBezTo>
                  <a:pt x="2160576" y="411372"/>
                  <a:pt x="2152896" y="418938"/>
                  <a:pt x="2144517" y="418938"/>
                </a:cubicBezTo>
                <a:cubicBezTo>
                  <a:pt x="2135324" y="418938"/>
                  <a:pt x="2128341" y="411372"/>
                  <a:pt x="2128341" y="402878"/>
                </a:cubicBezTo>
                <a:cubicBezTo>
                  <a:pt x="2128341" y="393684"/>
                  <a:pt x="2135324" y="386819"/>
                  <a:pt x="2144517" y="386819"/>
                </a:cubicBezTo>
                <a:close/>
                <a:moveTo>
                  <a:pt x="2080163" y="386819"/>
                </a:moveTo>
                <a:cubicBezTo>
                  <a:pt x="2088542" y="386819"/>
                  <a:pt x="2095408" y="393684"/>
                  <a:pt x="2095408" y="402878"/>
                </a:cubicBezTo>
                <a:cubicBezTo>
                  <a:pt x="2095408" y="411372"/>
                  <a:pt x="2088542" y="418938"/>
                  <a:pt x="2080163" y="418938"/>
                </a:cubicBezTo>
                <a:cubicBezTo>
                  <a:pt x="2070970" y="418938"/>
                  <a:pt x="2064104" y="411372"/>
                  <a:pt x="2064104" y="402878"/>
                </a:cubicBezTo>
                <a:cubicBezTo>
                  <a:pt x="2064104" y="393684"/>
                  <a:pt x="2070970" y="386819"/>
                  <a:pt x="2080163" y="386819"/>
                </a:cubicBezTo>
                <a:close/>
                <a:moveTo>
                  <a:pt x="2014994" y="386819"/>
                </a:moveTo>
                <a:cubicBezTo>
                  <a:pt x="2024187" y="386819"/>
                  <a:pt x="2031169" y="393684"/>
                  <a:pt x="2031169" y="402878"/>
                </a:cubicBezTo>
                <a:cubicBezTo>
                  <a:pt x="2031169" y="411372"/>
                  <a:pt x="2024187" y="418938"/>
                  <a:pt x="2014994" y="418938"/>
                </a:cubicBezTo>
                <a:cubicBezTo>
                  <a:pt x="2006615" y="418938"/>
                  <a:pt x="1998934" y="411372"/>
                  <a:pt x="1998934" y="402878"/>
                </a:cubicBezTo>
                <a:cubicBezTo>
                  <a:pt x="1998934" y="393684"/>
                  <a:pt x="2006615" y="386819"/>
                  <a:pt x="2014994" y="386819"/>
                </a:cubicBezTo>
                <a:close/>
                <a:moveTo>
                  <a:pt x="1950756" y="386819"/>
                </a:moveTo>
                <a:cubicBezTo>
                  <a:pt x="1959135" y="386819"/>
                  <a:pt x="1966815" y="393684"/>
                  <a:pt x="1966815" y="402878"/>
                </a:cubicBezTo>
                <a:cubicBezTo>
                  <a:pt x="1966815" y="411372"/>
                  <a:pt x="1959135" y="418938"/>
                  <a:pt x="1950756" y="418938"/>
                </a:cubicBezTo>
                <a:cubicBezTo>
                  <a:pt x="1942261" y="418938"/>
                  <a:pt x="1934580" y="411372"/>
                  <a:pt x="1934580" y="402878"/>
                </a:cubicBezTo>
                <a:cubicBezTo>
                  <a:pt x="1934580" y="393684"/>
                  <a:pt x="1942261" y="386819"/>
                  <a:pt x="1950756" y="386819"/>
                </a:cubicBezTo>
                <a:close/>
                <a:moveTo>
                  <a:pt x="1886402" y="386819"/>
                </a:moveTo>
                <a:cubicBezTo>
                  <a:pt x="1894781" y="386819"/>
                  <a:pt x="1902461" y="393684"/>
                  <a:pt x="1902461" y="402878"/>
                </a:cubicBezTo>
                <a:cubicBezTo>
                  <a:pt x="1902461" y="411372"/>
                  <a:pt x="1894781" y="418938"/>
                  <a:pt x="1886402" y="418938"/>
                </a:cubicBezTo>
                <a:cubicBezTo>
                  <a:pt x="1877209" y="418938"/>
                  <a:pt x="1870343" y="411372"/>
                  <a:pt x="1870343" y="402878"/>
                </a:cubicBezTo>
                <a:cubicBezTo>
                  <a:pt x="1870343" y="393684"/>
                  <a:pt x="1877209" y="386819"/>
                  <a:pt x="1886402" y="386819"/>
                </a:cubicBezTo>
                <a:close/>
                <a:moveTo>
                  <a:pt x="1822048" y="386819"/>
                </a:moveTo>
                <a:cubicBezTo>
                  <a:pt x="1830427" y="386819"/>
                  <a:pt x="1838108" y="393684"/>
                  <a:pt x="1838108" y="402878"/>
                </a:cubicBezTo>
                <a:cubicBezTo>
                  <a:pt x="1838108" y="411372"/>
                  <a:pt x="1830427" y="418938"/>
                  <a:pt x="1822048" y="418938"/>
                </a:cubicBezTo>
                <a:cubicBezTo>
                  <a:pt x="1812855" y="418938"/>
                  <a:pt x="1805989" y="411372"/>
                  <a:pt x="1805989" y="402878"/>
                </a:cubicBezTo>
                <a:cubicBezTo>
                  <a:pt x="1805989" y="393684"/>
                  <a:pt x="1812855" y="386819"/>
                  <a:pt x="1822048" y="386819"/>
                </a:cubicBezTo>
                <a:close/>
                <a:moveTo>
                  <a:pt x="1756879" y="386819"/>
                </a:moveTo>
                <a:cubicBezTo>
                  <a:pt x="1766073" y="386819"/>
                  <a:pt x="1773055" y="393684"/>
                  <a:pt x="1773055" y="402878"/>
                </a:cubicBezTo>
                <a:cubicBezTo>
                  <a:pt x="1773055" y="411372"/>
                  <a:pt x="1766073" y="418938"/>
                  <a:pt x="1756879" y="418938"/>
                </a:cubicBezTo>
                <a:cubicBezTo>
                  <a:pt x="1748501" y="418938"/>
                  <a:pt x="1741635" y="411372"/>
                  <a:pt x="1741635" y="402878"/>
                </a:cubicBezTo>
                <a:cubicBezTo>
                  <a:pt x="1741635" y="393684"/>
                  <a:pt x="1748501" y="386819"/>
                  <a:pt x="1756879" y="386819"/>
                </a:cubicBezTo>
                <a:close/>
                <a:moveTo>
                  <a:pt x="1692642" y="386819"/>
                </a:moveTo>
                <a:cubicBezTo>
                  <a:pt x="1701835" y="386819"/>
                  <a:pt x="1708701" y="393684"/>
                  <a:pt x="1708701" y="402878"/>
                </a:cubicBezTo>
                <a:cubicBezTo>
                  <a:pt x="1708701" y="411372"/>
                  <a:pt x="1701835" y="418938"/>
                  <a:pt x="1692642" y="418938"/>
                </a:cubicBezTo>
                <a:cubicBezTo>
                  <a:pt x="1684147" y="418938"/>
                  <a:pt x="1676466" y="411372"/>
                  <a:pt x="1676466" y="402878"/>
                </a:cubicBezTo>
                <a:cubicBezTo>
                  <a:pt x="1676466" y="393684"/>
                  <a:pt x="1684147" y="386819"/>
                  <a:pt x="1692642" y="386819"/>
                </a:cubicBezTo>
                <a:close/>
                <a:moveTo>
                  <a:pt x="1628287" y="386819"/>
                </a:moveTo>
                <a:cubicBezTo>
                  <a:pt x="1636666" y="386819"/>
                  <a:pt x="1644346" y="393684"/>
                  <a:pt x="1644346" y="402878"/>
                </a:cubicBezTo>
                <a:cubicBezTo>
                  <a:pt x="1644346" y="411372"/>
                  <a:pt x="1636666" y="418938"/>
                  <a:pt x="1628287" y="418938"/>
                </a:cubicBezTo>
                <a:cubicBezTo>
                  <a:pt x="1619094" y="418938"/>
                  <a:pt x="1612228" y="411372"/>
                  <a:pt x="1612228" y="402878"/>
                </a:cubicBezTo>
                <a:cubicBezTo>
                  <a:pt x="1612228" y="393684"/>
                  <a:pt x="1619094" y="386819"/>
                  <a:pt x="1628287" y="386819"/>
                </a:cubicBezTo>
                <a:close/>
                <a:moveTo>
                  <a:pt x="1563933" y="386819"/>
                </a:moveTo>
                <a:cubicBezTo>
                  <a:pt x="1572312" y="386819"/>
                  <a:pt x="1579993" y="393684"/>
                  <a:pt x="1579993" y="402878"/>
                </a:cubicBezTo>
                <a:cubicBezTo>
                  <a:pt x="1579993" y="411372"/>
                  <a:pt x="1572312" y="418938"/>
                  <a:pt x="1563933" y="418938"/>
                </a:cubicBezTo>
                <a:cubicBezTo>
                  <a:pt x="1554740" y="418938"/>
                  <a:pt x="1547874" y="411372"/>
                  <a:pt x="1547874" y="402878"/>
                </a:cubicBezTo>
                <a:cubicBezTo>
                  <a:pt x="1547874" y="393684"/>
                  <a:pt x="1554740" y="386819"/>
                  <a:pt x="1563933" y="386819"/>
                </a:cubicBezTo>
                <a:close/>
                <a:moveTo>
                  <a:pt x="1499579" y="386819"/>
                </a:moveTo>
                <a:cubicBezTo>
                  <a:pt x="1508074" y="386819"/>
                  <a:pt x="1514940" y="393684"/>
                  <a:pt x="1514940" y="402878"/>
                </a:cubicBezTo>
                <a:cubicBezTo>
                  <a:pt x="1514940" y="411372"/>
                  <a:pt x="1508074" y="418938"/>
                  <a:pt x="1499579" y="418938"/>
                </a:cubicBezTo>
                <a:cubicBezTo>
                  <a:pt x="1490386" y="418938"/>
                  <a:pt x="1483520" y="411372"/>
                  <a:pt x="1483520" y="402878"/>
                </a:cubicBezTo>
                <a:cubicBezTo>
                  <a:pt x="1483520" y="393684"/>
                  <a:pt x="1490386" y="386819"/>
                  <a:pt x="1499579" y="386819"/>
                </a:cubicBezTo>
                <a:close/>
                <a:moveTo>
                  <a:pt x="1434527" y="386819"/>
                </a:moveTo>
                <a:cubicBezTo>
                  <a:pt x="1443720" y="386819"/>
                  <a:pt x="1450586" y="393684"/>
                  <a:pt x="1450586" y="402878"/>
                </a:cubicBezTo>
                <a:cubicBezTo>
                  <a:pt x="1450586" y="411372"/>
                  <a:pt x="1443720" y="418938"/>
                  <a:pt x="1434527" y="418938"/>
                </a:cubicBezTo>
                <a:cubicBezTo>
                  <a:pt x="1426032" y="418938"/>
                  <a:pt x="1418351" y="411372"/>
                  <a:pt x="1418351" y="402878"/>
                </a:cubicBezTo>
                <a:cubicBezTo>
                  <a:pt x="1418351" y="393684"/>
                  <a:pt x="1426032" y="386819"/>
                  <a:pt x="1434527" y="386819"/>
                </a:cubicBezTo>
                <a:close/>
                <a:moveTo>
                  <a:pt x="1370173" y="386819"/>
                </a:moveTo>
                <a:cubicBezTo>
                  <a:pt x="1379367" y="386819"/>
                  <a:pt x="1386233" y="393684"/>
                  <a:pt x="1386233" y="402878"/>
                </a:cubicBezTo>
                <a:cubicBezTo>
                  <a:pt x="1386233" y="411372"/>
                  <a:pt x="1379367" y="418938"/>
                  <a:pt x="1370173" y="418938"/>
                </a:cubicBezTo>
                <a:cubicBezTo>
                  <a:pt x="1361678" y="418938"/>
                  <a:pt x="1354114" y="411372"/>
                  <a:pt x="1354114" y="402878"/>
                </a:cubicBezTo>
                <a:cubicBezTo>
                  <a:pt x="1354114" y="393684"/>
                  <a:pt x="1361678" y="386819"/>
                  <a:pt x="1370173" y="386819"/>
                </a:cubicBezTo>
                <a:close/>
                <a:moveTo>
                  <a:pt x="1305819" y="386819"/>
                </a:moveTo>
                <a:cubicBezTo>
                  <a:pt x="1314198" y="386819"/>
                  <a:pt x="1321879" y="393684"/>
                  <a:pt x="1321879" y="402878"/>
                </a:cubicBezTo>
                <a:cubicBezTo>
                  <a:pt x="1321879" y="411372"/>
                  <a:pt x="1314198" y="418938"/>
                  <a:pt x="1305819" y="418938"/>
                </a:cubicBezTo>
                <a:cubicBezTo>
                  <a:pt x="1296626" y="418938"/>
                  <a:pt x="1289760" y="411372"/>
                  <a:pt x="1289760" y="402878"/>
                </a:cubicBezTo>
                <a:cubicBezTo>
                  <a:pt x="1289760" y="393684"/>
                  <a:pt x="1296626" y="386819"/>
                  <a:pt x="1305819" y="386819"/>
                </a:cubicBezTo>
                <a:close/>
                <a:moveTo>
                  <a:pt x="1241465" y="386819"/>
                </a:moveTo>
                <a:cubicBezTo>
                  <a:pt x="1249960" y="386819"/>
                  <a:pt x="1256826" y="393684"/>
                  <a:pt x="1256826" y="402878"/>
                </a:cubicBezTo>
                <a:cubicBezTo>
                  <a:pt x="1256826" y="411372"/>
                  <a:pt x="1249960" y="418938"/>
                  <a:pt x="1241465" y="418938"/>
                </a:cubicBezTo>
                <a:cubicBezTo>
                  <a:pt x="1232272" y="418938"/>
                  <a:pt x="1225406" y="411372"/>
                  <a:pt x="1225406" y="402878"/>
                </a:cubicBezTo>
                <a:cubicBezTo>
                  <a:pt x="1225406" y="393684"/>
                  <a:pt x="1232272" y="386819"/>
                  <a:pt x="1241465" y="386819"/>
                </a:cubicBezTo>
                <a:close/>
                <a:moveTo>
                  <a:pt x="1176412" y="386819"/>
                </a:moveTo>
                <a:cubicBezTo>
                  <a:pt x="1185606" y="386819"/>
                  <a:pt x="1192472" y="393684"/>
                  <a:pt x="1192472" y="402878"/>
                </a:cubicBezTo>
                <a:cubicBezTo>
                  <a:pt x="1192472" y="411372"/>
                  <a:pt x="1185606" y="418938"/>
                  <a:pt x="1176412" y="418938"/>
                </a:cubicBezTo>
                <a:cubicBezTo>
                  <a:pt x="1167917" y="418938"/>
                  <a:pt x="1161051" y="411372"/>
                  <a:pt x="1161051" y="402878"/>
                </a:cubicBezTo>
                <a:cubicBezTo>
                  <a:pt x="1161051" y="393684"/>
                  <a:pt x="1167917" y="386819"/>
                  <a:pt x="1176412" y="386819"/>
                </a:cubicBezTo>
                <a:close/>
                <a:moveTo>
                  <a:pt x="1112058" y="386819"/>
                </a:moveTo>
                <a:cubicBezTo>
                  <a:pt x="1121251" y="386819"/>
                  <a:pt x="1128117" y="393684"/>
                  <a:pt x="1128117" y="402878"/>
                </a:cubicBezTo>
                <a:cubicBezTo>
                  <a:pt x="1128117" y="411372"/>
                  <a:pt x="1121251" y="418938"/>
                  <a:pt x="1112058" y="418938"/>
                </a:cubicBezTo>
                <a:cubicBezTo>
                  <a:pt x="1103679" y="418938"/>
                  <a:pt x="1095998" y="411372"/>
                  <a:pt x="1095998" y="402878"/>
                </a:cubicBezTo>
                <a:cubicBezTo>
                  <a:pt x="1095998" y="393684"/>
                  <a:pt x="1103679" y="386819"/>
                  <a:pt x="1112058" y="386819"/>
                </a:cubicBezTo>
                <a:close/>
                <a:moveTo>
                  <a:pt x="1047704" y="386819"/>
                </a:moveTo>
                <a:cubicBezTo>
                  <a:pt x="1056199" y="386819"/>
                  <a:pt x="1063763" y="393684"/>
                  <a:pt x="1063763" y="402878"/>
                </a:cubicBezTo>
                <a:cubicBezTo>
                  <a:pt x="1063763" y="411372"/>
                  <a:pt x="1056199" y="418938"/>
                  <a:pt x="1047704" y="418938"/>
                </a:cubicBezTo>
                <a:cubicBezTo>
                  <a:pt x="1038510" y="418938"/>
                  <a:pt x="1031644" y="411372"/>
                  <a:pt x="1031644" y="402878"/>
                </a:cubicBezTo>
                <a:cubicBezTo>
                  <a:pt x="1031644" y="393684"/>
                  <a:pt x="1038510" y="386819"/>
                  <a:pt x="1047704" y="386819"/>
                </a:cubicBezTo>
                <a:close/>
                <a:moveTo>
                  <a:pt x="983349" y="386819"/>
                </a:moveTo>
                <a:cubicBezTo>
                  <a:pt x="991844" y="386819"/>
                  <a:pt x="999408" y="393684"/>
                  <a:pt x="999408" y="402878"/>
                </a:cubicBezTo>
                <a:cubicBezTo>
                  <a:pt x="999408" y="411372"/>
                  <a:pt x="991844" y="418938"/>
                  <a:pt x="983349" y="418938"/>
                </a:cubicBezTo>
                <a:cubicBezTo>
                  <a:pt x="974156" y="418938"/>
                  <a:pt x="967290" y="411372"/>
                  <a:pt x="967290" y="402878"/>
                </a:cubicBezTo>
                <a:cubicBezTo>
                  <a:pt x="967290" y="393684"/>
                  <a:pt x="974156" y="386819"/>
                  <a:pt x="983349" y="386819"/>
                </a:cubicBezTo>
                <a:close/>
                <a:moveTo>
                  <a:pt x="918995" y="386819"/>
                </a:moveTo>
                <a:cubicBezTo>
                  <a:pt x="927490" y="386819"/>
                  <a:pt x="934356" y="393684"/>
                  <a:pt x="934356" y="402878"/>
                </a:cubicBezTo>
                <a:cubicBezTo>
                  <a:pt x="934356" y="411372"/>
                  <a:pt x="927490" y="418938"/>
                  <a:pt x="918995" y="418938"/>
                </a:cubicBezTo>
                <a:cubicBezTo>
                  <a:pt x="909802" y="418938"/>
                  <a:pt x="902936" y="411372"/>
                  <a:pt x="902936" y="402878"/>
                </a:cubicBezTo>
                <a:cubicBezTo>
                  <a:pt x="902936" y="393684"/>
                  <a:pt x="909802" y="386819"/>
                  <a:pt x="918995" y="386819"/>
                </a:cubicBezTo>
                <a:close/>
                <a:moveTo>
                  <a:pt x="853944" y="386819"/>
                </a:moveTo>
                <a:cubicBezTo>
                  <a:pt x="863137" y="386819"/>
                  <a:pt x="870003" y="393684"/>
                  <a:pt x="870003" y="402878"/>
                </a:cubicBezTo>
                <a:cubicBezTo>
                  <a:pt x="870003" y="411372"/>
                  <a:pt x="863137" y="418938"/>
                  <a:pt x="853944" y="418938"/>
                </a:cubicBezTo>
                <a:cubicBezTo>
                  <a:pt x="845565" y="418938"/>
                  <a:pt x="837884" y="411372"/>
                  <a:pt x="837884" y="402878"/>
                </a:cubicBezTo>
                <a:cubicBezTo>
                  <a:pt x="837884" y="393684"/>
                  <a:pt x="845565" y="386819"/>
                  <a:pt x="853944" y="386819"/>
                </a:cubicBezTo>
                <a:close/>
                <a:moveTo>
                  <a:pt x="725235" y="386819"/>
                </a:moveTo>
                <a:cubicBezTo>
                  <a:pt x="733730" y="386819"/>
                  <a:pt x="741411" y="393684"/>
                  <a:pt x="741411" y="402878"/>
                </a:cubicBezTo>
                <a:cubicBezTo>
                  <a:pt x="741411" y="411372"/>
                  <a:pt x="733730" y="418938"/>
                  <a:pt x="725235" y="418938"/>
                </a:cubicBezTo>
                <a:cubicBezTo>
                  <a:pt x="716042" y="418938"/>
                  <a:pt x="709176" y="411372"/>
                  <a:pt x="709176" y="402878"/>
                </a:cubicBezTo>
                <a:cubicBezTo>
                  <a:pt x="709176" y="393684"/>
                  <a:pt x="716042" y="386819"/>
                  <a:pt x="725235" y="386819"/>
                </a:cubicBezTo>
                <a:close/>
                <a:moveTo>
                  <a:pt x="660998" y="386819"/>
                </a:moveTo>
                <a:cubicBezTo>
                  <a:pt x="669376" y="386819"/>
                  <a:pt x="676242" y="393684"/>
                  <a:pt x="676242" y="402878"/>
                </a:cubicBezTo>
                <a:cubicBezTo>
                  <a:pt x="676242" y="411372"/>
                  <a:pt x="669376" y="418938"/>
                  <a:pt x="660998" y="418938"/>
                </a:cubicBezTo>
                <a:cubicBezTo>
                  <a:pt x="651804" y="418938"/>
                  <a:pt x="644822" y="411372"/>
                  <a:pt x="644822" y="402878"/>
                </a:cubicBezTo>
                <a:cubicBezTo>
                  <a:pt x="644822" y="393684"/>
                  <a:pt x="651804" y="386819"/>
                  <a:pt x="660998" y="386819"/>
                </a:cubicBezTo>
                <a:close/>
                <a:moveTo>
                  <a:pt x="595829" y="386819"/>
                </a:moveTo>
                <a:cubicBezTo>
                  <a:pt x="605022" y="386819"/>
                  <a:pt x="611888" y="393684"/>
                  <a:pt x="611888" y="402878"/>
                </a:cubicBezTo>
                <a:cubicBezTo>
                  <a:pt x="611888" y="411372"/>
                  <a:pt x="605022" y="418938"/>
                  <a:pt x="595829" y="418938"/>
                </a:cubicBezTo>
                <a:cubicBezTo>
                  <a:pt x="587450" y="418938"/>
                  <a:pt x="580468" y="411372"/>
                  <a:pt x="580468" y="402878"/>
                </a:cubicBezTo>
                <a:cubicBezTo>
                  <a:pt x="580468" y="393684"/>
                  <a:pt x="587450" y="386819"/>
                  <a:pt x="595829" y="386819"/>
                </a:cubicBezTo>
                <a:close/>
                <a:moveTo>
                  <a:pt x="531474" y="386819"/>
                </a:moveTo>
                <a:cubicBezTo>
                  <a:pt x="540667" y="386819"/>
                  <a:pt x="547533" y="393684"/>
                  <a:pt x="547533" y="402878"/>
                </a:cubicBezTo>
                <a:cubicBezTo>
                  <a:pt x="547533" y="411372"/>
                  <a:pt x="540667" y="418938"/>
                  <a:pt x="531474" y="418938"/>
                </a:cubicBezTo>
                <a:cubicBezTo>
                  <a:pt x="523095" y="418938"/>
                  <a:pt x="515415" y="411372"/>
                  <a:pt x="515415" y="402878"/>
                </a:cubicBezTo>
                <a:cubicBezTo>
                  <a:pt x="515415" y="393684"/>
                  <a:pt x="523095" y="386819"/>
                  <a:pt x="531474" y="386819"/>
                </a:cubicBezTo>
                <a:close/>
                <a:moveTo>
                  <a:pt x="467120" y="386819"/>
                </a:moveTo>
                <a:cubicBezTo>
                  <a:pt x="475615" y="386819"/>
                  <a:pt x="483296" y="393684"/>
                  <a:pt x="483296" y="402878"/>
                </a:cubicBezTo>
                <a:cubicBezTo>
                  <a:pt x="483296" y="411372"/>
                  <a:pt x="475615" y="418938"/>
                  <a:pt x="467120" y="418938"/>
                </a:cubicBezTo>
                <a:cubicBezTo>
                  <a:pt x="457927" y="418938"/>
                  <a:pt x="451061" y="411372"/>
                  <a:pt x="451061" y="402878"/>
                </a:cubicBezTo>
                <a:cubicBezTo>
                  <a:pt x="451061" y="393684"/>
                  <a:pt x="457927" y="386819"/>
                  <a:pt x="467120" y="386819"/>
                </a:cubicBezTo>
                <a:close/>
                <a:moveTo>
                  <a:pt x="402882" y="386819"/>
                </a:moveTo>
                <a:cubicBezTo>
                  <a:pt x="411261" y="386819"/>
                  <a:pt x="418942" y="393684"/>
                  <a:pt x="418942" y="402878"/>
                </a:cubicBezTo>
                <a:cubicBezTo>
                  <a:pt x="418942" y="411372"/>
                  <a:pt x="411261" y="418938"/>
                  <a:pt x="402882" y="418938"/>
                </a:cubicBezTo>
                <a:cubicBezTo>
                  <a:pt x="393689" y="418938"/>
                  <a:pt x="386707" y="411372"/>
                  <a:pt x="386707" y="402878"/>
                </a:cubicBezTo>
                <a:cubicBezTo>
                  <a:pt x="386707" y="393684"/>
                  <a:pt x="393689" y="386819"/>
                  <a:pt x="402882" y="386819"/>
                </a:cubicBezTo>
                <a:close/>
                <a:moveTo>
                  <a:pt x="2273109" y="322465"/>
                </a:moveTo>
                <a:cubicBezTo>
                  <a:pt x="2282302" y="322465"/>
                  <a:pt x="2289284" y="329331"/>
                  <a:pt x="2289284" y="338524"/>
                </a:cubicBezTo>
                <a:cubicBezTo>
                  <a:pt x="2289284" y="347019"/>
                  <a:pt x="2282302" y="353885"/>
                  <a:pt x="2273109" y="353885"/>
                </a:cubicBezTo>
                <a:cubicBezTo>
                  <a:pt x="2264730" y="353885"/>
                  <a:pt x="2257049" y="347019"/>
                  <a:pt x="2257049" y="338524"/>
                </a:cubicBezTo>
                <a:cubicBezTo>
                  <a:pt x="2257049" y="329331"/>
                  <a:pt x="2264730" y="322465"/>
                  <a:pt x="2273109" y="322465"/>
                </a:cubicBezTo>
                <a:close/>
                <a:moveTo>
                  <a:pt x="2208755" y="322465"/>
                </a:moveTo>
                <a:cubicBezTo>
                  <a:pt x="2217948" y="322465"/>
                  <a:pt x="2224930" y="329331"/>
                  <a:pt x="2224930" y="338524"/>
                </a:cubicBezTo>
                <a:cubicBezTo>
                  <a:pt x="2224930" y="347019"/>
                  <a:pt x="2217948" y="353885"/>
                  <a:pt x="2208755" y="353885"/>
                </a:cubicBezTo>
                <a:cubicBezTo>
                  <a:pt x="2199561" y="353885"/>
                  <a:pt x="2192695" y="347019"/>
                  <a:pt x="2192695" y="338524"/>
                </a:cubicBezTo>
                <a:cubicBezTo>
                  <a:pt x="2192695" y="329331"/>
                  <a:pt x="2200376" y="322465"/>
                  <a:pt x="2208755" y="322465"/>
                </a:cubicBezTo>
                <a:close/>
                <a:moveTo>
                  <a:pt x="2144517" y="322465"/>
                </a:moveTo>
                <a:cubicBezTo>
                  <a:pt x="2152896" y="322465"/>
                  <a:pt x="2160576" y="329331"/>
                  <a:pt x="2160576" y="338524"/>
                </a:cubicBezTo>
                <a:cubicBezTo>
                  <a:pt x="2160576" y="347019"/>
                  <a:pt x="2152896" y="353885"/>
                  <a:pt x="2144517" y="353885"/>
                </a:cubicBezTo>
                <a:cubicBezTo>
                  <a:pt x="2135324" y="353885"/>
                  <a:pt x="2128341" y="347019"/>
                  <a:pt x="2128341" y="338524"/>
                </a:cubicBezTo>
                <a:cubicBezTo>
                  <a:pt x="2128341" y="329331"/>
                  <a:pt x="2135324" y="322465"/>
                  <a:pt x="2144517" y="322465"/>
                </a:cubicBezTo>
                <a:close/>
                <a:moveTo>
                  <a:pt x="2080163" y="322465"/>
                </a:moveTo>
                <a:cubicBezTo>
                  <a:pt x="2088542" y="322465"/>
                  <a:pt x="2095408" y="329331"/>
                  <a:pt x="2095408" y="338524"/>
                </a:cubicBezTo>
                <a:cubicBezTo>
                  <a:pt x="2095408" y="347019"/>
                  <a:pt x="2088542" y="353885"/>
                  <a:pt x="2080163" y="353885"/>
                </a:cubicBezTo>
                <a:cubicBezTo>
                  <a:pt x="2070970" y="353885"/>
                  <a:pt x="2064104" y="347019"/>
                  <a:pt x="2064104" y="338524"/>
                </a:cubicBezTo>
                <a:cubicBezTo>
                  <a:pt x="2064104" y="329331"/>
                  <a:pt x="2070970" y="322465"/>
                  <a:pt x="2080163" y="322465"/>
                </a:cubicBezTo>
                <a:close/>
                <a:moveTo>
                  <a:pt x="2014994" y="322465"/>
                </a:moveTo>
                <a:cubicBezTo>
                  <a:pt x="2024187" y="322465"/>
                  <a:pt x="2031169" y="329331"/>
                  <a:pt x="2031169" y="338524"/>
                </a:cubicBezTo>
                <a:cubicBezTo>
                  <a:pt x="2031169" y="347019"/>
                  <a:pt x="2024187" y="353885"/>
                  <a:pt x="2014994" y="353885"/>
                </a:cubicBezTo>
                <a:cubicBezTo>
                  <a:pt x="2006615" y="353885"/>
                  <a:pt x="1998934" y="347019"/>
                  <a:pt x="1998934" y="338524"/>
                </a:cubicBezTo>
                <a:cubicBezTo>
                  <a:pt x="1998934" y="329331"/>
                  <a:pt x="2006615" y="322465"/>
                  <a:pt x="2014994" y="322465"/>
                </a:cubicBezTo>
                <a:close/>
                <a:moveTo>
                  <a:pt x="1950756" y="322465"/>
                </a:moveTo>
                <a:cubicBezTo>
                  <a:pt x="1959135" y="322465"/>
                  <a:pt x="1966815" y="329331"/>
                  <a:pt x="1966815" y="338524"/>
                </a:cubicBezTo>
                <a:cubicBezTo>
                  <a:pt x="1966815" y="347019"/>
                  <a:pt x="1959135" y="353885"/>
                  <a:pt x="1950756" y="353885"/>
                </a:cubicBezTo>
                <a:cubicBezTo>
                  <a:pt x="1942261" y="353885"/>
                  <a:pt x="1934580" y="347019"/>
                  <a:pt x="1934580" y="338524"/>
                </a:cubicBezTo>
                <a:cubicBezTo>
                  <a:pt x="1934580" y="329331"/>
                  <a:pt x="1942261" y="322465"/>
                  <a:pt x="1950756" y="322465"/>
                </a:cubicBezTo>
                <a:close/>
                <a:moveTo>
                  <a:pt x="1886402" y="322465"/>
                </a:moveTo>
                <a:cubicBezTo>
                  <a:pt x="1894781" y="322465"/>
                  <a:pt x="1902461" y="329331"/>
                  <a:pt x="1902461" y="338524"/>
                </a:cubicBezTo>
                <a:cubicBezTo>
                  <a:pt x="1902461" y="347019"/>
                  <a:pt x="1894781" y="353885"/>
                  <a:pt x="1886402" y="353885"/>
                </a:cubicBezTo>
                <a:cubicBezTo>
                  <a:pt x="1877209" y="353885"/>
                  <a:pt x="1870343" y="347019"/>
                  <a:pt x="1870343" y="338524"/>
                </a:cubicBezTo>
                <a:cubicBezTo>
                  <a:pt x="1870343" y="329331"/>
                  <a:pt x="1877209" y="322465"/>
                  <a:pt x="1886402" y="322465"/>
                </a:cubicBezTo>
                <a:close/>
                <a:moveTo>
                  <a:pt x="1822048" y="322465"/>
                </a:moveTo>
                <a:cubicBezTo>
                  <a:pt x="1830427" y="322465"/>
                  <a:pt x="1838108" y="329331"/>
                  <a:pt x="1838108" y="338524"/>
                </a:cubicBezTo>
                <a:cubicBezTo>
                  <a:pt x="1838108" y="347019"/>
                  <a:pt x="1830427" y="353885"/>
                  <a:pt x="1822048" y="353885"/>
                </a:cubicBezTo>
                <a:cubicBezTo>
                  <a:pt x="1812855" y="353885"/>
                  <a:pt x="1805989" y="347019"/>
                  <a:pt x="1805989" y="338524"/>
                </a:cubicBezTo>
                <a:cubicBezTo>
                  <a:pt x="1805989" y="329331"/>
                  <a:pt x="1812855" y="322465"/>
                  <a:pt x="1822048" y="322465"/>
                </a:cubicBezTo>
                <a:close/>
                <a:moveTo>
                  <a:pt x="1756879" y="322465"/>
                </a:moveTo>
                <a:cubicBezTo>
                  <a:pt x="1766073" y="322465"/>
                  <a:pt x="1773055" y="329331"/>
                  <a:pt x="1773055" y="338524"/>
                </a:cubicBezTo>
                <a:cubicBezTo>
                  <a:pt x="1773055" y="347019"/>
                  <a:pt x="1766073" y="353885"/>
                  <a:pt x="1756879" y="353885"/>
                </a:cubicBezTo>
                <a:cubicBezTo>
                  <a:pt x="1748501" y="353885"/>
                  <a:pt x="1741635" y="347019"/>
                  <a:pt x="1741635" y="338524"/>
                </a:cubicBezTo>
                <a:cubicBezTo>
                  <a:pt x="1741635" y="329331"/>
                  <a:pt x="1748501" y="322465"/>
                  <a:pt x="1756879" y="322465"/>
                </a:cubicBezTo>
                <a:close/>
                <a:moveTo>
                  <a:pt x="1692642" y="322465"/>
                </a:moveTo>
                <a:cubicBezTo>
                  <a:pt x="1701835" y="322465"/>
                  <a:pt x="1708701" y="329331"/>
                  <a:pt x="1708701" y="338524"/>
                </a:cubicBezTo>
                <a:cubicBezTo>
                  <a:pt x="1708701" y="347019"/>
                  <a:pt x="1701835" y="353885"/>
                  <a:pt x="1692642" y="353885"/>
                </a:cubicBezTo>
                <a:cubicBezTo>
                  <a:pt x="1684147" y="353885"/>
                  <a:pt x="1676466" y="347019"/>
                  <a:pt x="1676466" y="338524"/>
                </a:cubicBezTo>
                <a:cubicBezTo>
                  <a:pt x="1676466" y="329331"/>
                  <a:pt x="1684147" y="322465"/>
                  <a:pt x="1692642" y="322465"/>
                </a:cubicBezTo>
                <a:close/>
                <a:moveTo>
                  <a:pt x="1628287" y="322465"/>
                </a:moveTo>
                <a:cubicBezTo>
                  <a:pt x="1636666" y="322465"/>
                  <a:pt x="1644346" y="329331"/>
                  <a:pt x="1644346" y="338524"/>
                </a:cubicBezTo>
                <a:cubicBezTo>
                  <a:pt x="1644346" y="347019"/>
                  <a:pt x="1636666" y="353885"/>
                  <a:pt x="1628287" y="353885"/>
                </a:cubicBezTo>
                <a:cubicBezTo>
                  <a:pt x="1619094" y="353885"/>
                  <a:pt x="1612228" y="347019"/>
                  <a:pt x="1612228" y="338524"/>
                </a:cubicBezTo>
                <a:cubicBezTo>
                  <a:pt x="1612228" y="329331"/>
                  <a:pt x="1619094" y="322465"/>
                  <a:pt x="1628287" y="322465"/>
                </a:cubicBezTo>
                <a:close/>
                <a:moveTo>
                  <a:pt x="1563933" y="322465"/>
                </a:moveTo>
                <a:cubicBezTo>
                  <a:pt x="1572312" y="322465"/>
                  <a:pt x="1579993" y="329331"/>
                  <a:pt x="1579993" y="338524"/>
                </a:cubicBezTo>
                <a:cubicBezTo>
                  <a:pt x="1579993" y="347019"/>
                  <a:pt x="1572312" y="353885"/>
                  <a:pt x="1563933" y="353885"/>
                </a:cubicBezTo>
                <a:cubicBezTo>
                  <a:pt x="1554740" y="353885"/>
                  <a:pt x="1547874" y="347019"/>
                  <a:pt x="1547874" y="338524"/>
                </a:cubicBezTo>
                <a:cubicBezTo>
                  <a:pt x="1547874" y="329331"/>
                  <a:pt x="1554740" y="322465"/>
                  <a:pt x="1563933" y="322465"/>
                </a:cubicBezTo>
                <a:close/>
                <a:moveTo>
                  <a:pt x="1499579" y="322465"/>
                </a:moveTo>
                <a:cubicBezTo>
                  <a:pt x="1508074" y="322465"/>
                  <a:pt x="1514940" y="329331"/>
                  <a:pt x="1514940" y="338524"/>
                </a:cubicBezTo>
                <a:cubicBezTo>
                  <a:pt x="1514940" y="347019"/>
                  <a:pt x="1508074" y="353885"/>
                  <a:pt x="1499579" y="353885"/>
                </a:cubicBezTo>
                <a:cubicBezTo>
                  <a:pt x="1490386" y="353885"/>
                  <a:pt x="1483520" y="347019"/>
                  <a:pt x="1483520" y="338524"/>
                </a:cubicBezTo>
                <a:cubicBezTo>
                  <a:pt x="1483520" y="329331"/>
                  <a:pt x="1490386" y="322465"/>
                  <a:pt x="1499579" y="322465"/>
                </a:cubicBezTo>
                <a:close/>
                <a:moveTo>
                  <a:pt x="1434527" y="322465"/>
                </a:moveTo>
                <a:cubicBezTo>
                  <a:pt x="1443720" y="322465"/>
                  <a:pt x="1450586" y="329331"/>
                  <a:pt x="1450586" y="338524"/>
                </a:cubicBezTo>
                <a:cubicBezTo>
                  <a:pt x="1450586" y="347019"/>
                  <a:pt x="1443720" y="353885"/>
                  <a:pt x="1434527" y="353885"/>
                </a:cubicBezTo>
                <a:cubicBezTo>
                  <a:pt x="1426032" y="353885"/>
                  <a:pt x="1418351" y="347019"/>
                  <a:pt x="1418351" y="338524"/>
                </a:cubicBezTo>
                <a:cubicBezTo>
                  <a:pt x="1418351" y="329331"/>
                  <a:pt x="1426032" y="322465"/>
                  <a:pt x="1434527" y="322465"/>
                </a:cubicBezTo>
                <a:close/>
                <a:moveTo>
                  <a:pt x="1370173" y="322465"/>
                </a:moveTo>
                <a:cubicBezTo>
                  <a:pt x="1379367" y="322465"/>
                  <a:pt x="1386233" y="329331"/>
                  <a:pt x="1386233" y="338524"/>
                </a:cubicBezTo>
                <a:cubicBezTo>
                  <a:pt x="1386233" y="347019"/>
                  <a:pt x="1379367" y="353885"/>
                  <a:pt x="1370173" y="353885"/>
                </a:cubicBezTo>
                <a:cubicBezTo>
                  <a:pt x="1361678" y="353885"/>
                  <a:pt x="1354114" y="347019"/>
                  <a:pt x="1354114" y="338524"/>
                </a:cubicBezTo>
                <a:cubicBezTo>
                  <a:pt x="1354114" y="329331"/>
                  <a:pt x="1361678" y="322465"/>
                  <a:pt x="1370173" y="322465"/>
                </a:cubicBezTo>
                <a:close/>
                <a:moveTo>
                  <a:pt x="1305819" y="322465"/>
                </a:moveTo>
                <a:cubicBezTo>
                  <a:pt x="1314198" y="322465"/>
                  <a:pt x="1321879" y="329331"/>
                  <a:pt x="1321879" y="338524"/>
                </a:cubicBezTo>
                <a:cubicBezTo>
                  <a:pt x="1321879" y="347019"/>
                  <a:pt x="1314198" y="353885"/>
                  <a:pt x="1305819" y="353885"/>
                </a:cubicBezTo>
                <a:cubicBezTo>
                  <a:pt x="1296626" y="353885"/>
                  <a:pt x="1289760" y="347019"/>
                  <a:pt x="1289760" y="338524"/>
                </a:cubicBezTo>
                <a:cubicBezTo>
                  <a:pt x="1289760" y="329331"/>
                  <a:pt x="1296626" y="322465"/>
                  <a:pt x="1305819" y="322465"/>
                </a:cubicBezTo>
                <a:close/>
                <a:moveTo>
                  <a:pt x="1241465" y="322465"/>
                </a:moveTo>
                <a:cubicBezTo>
                  <a:pt x="1249960" y="322465"/>
                  <a:pt x="1256826" y="329331"/>
                  <a:pt x="1256826" y="338524"/>
                </a:cubicBezTo>
                <a:cubicBezTo>
                  <a:pt x="1256826" y="347019"/>
                  <a:pt x="1249960" y="353885"/>
                  <a:pt x="1241465" y="353885"/>
                </a:cubicBezTo>
                <a:cubicBezTo>
                  <a:pt x="1232272" y="353885"/>
                  <a:pt x="1225406" y="347019"/>
                  <a:pt x="1225406" y="338524"/>
                </a:cubicBezTo>
                <a:cubicBezTo>
                  <a:pt x="1225406" y="329331"/>
                  <a:pt x="1232272" y="322465"/>
                  <a:pt x="1241465" y="322465"/>
                </a:cubicBezTo>
                <a:close/>
                <a:moveTo>
                  <a:pt x="1176412" y="322465"/>
                </a:moveTo>
                <a:cubicBezTo>
                  <a:pt x="1185606" y="322465"/>
                  <a:pt x="1192472" y="329331"/>
                  <a:pt x="1192472" y="338524"/>
                </a:cubicBezTo>
                <a:cubicBezTo>
                  <a:pt x="1192472" y="347019"/>
                  <a:pt x="1185606" y="353885"/>
                  <a:pt x="1176412" y="353885"/>
                </a:cubicBezTo>
                <a:cubicBezTo>
                  <a:pt x="1167917" y="353885"/>
                  <a:pt x="1161051" y="347019"/>
                  <a:pt x="1161051" y="338524"/>
                </a:cubicBezTo>
                <a:cubicBezTo>
                  <a:pt x="1161051" y="329331"/>
                  <a:pt x="1167917" y="322465"/>
                  <a:pt x="1176412" y="322465"/>
                </a:cubicBezTo>
                <a:close/>
                <a:moveTo>
                  <a:pt x="1112058" y="322465"/>
                </a:moveTo>
                <a:cubicBezTo>
                  <a:pt x="1121251" y="322465"/>
                  <a:pt x="1128117" y="329331"/>
                  <a:pt x="1128117" y="338524"/>
                </a:cubicBezTo>
                <a:cubicBezTo>
                  <a:pt x="1128117" y="347019"/>
                  <a:pt x="1121251" y="353885"/>
                  <a:pt x="1112058" y="353885"/>
                </a:cubicBezTo>
                <a:cubicBezTo>
                  <a:pt x="1103679" y="353885"/>
                  <a:pt x="1095998" y="347019"/>
                  <a:pt x="1095998" y="338524"/>
                </a:cubicBezTo>
                <a:cubicBezTo>
                  <a:pt x="1095998" y="329331"/>
                  <a:pt x="1103679" y="322465"/>
                  <a:pt x="1112058" y="322465"/>
                </a:cubicBezTo>
                <a:close/>
                <a:moveTo>
                  <a:pt x="1047704" y="322465"/>
                </a:moveTo>
                <a:cubicBezTo>
                  <a:pt x="1056199" y="322465"/>
                  <a:pt x="1063763" y="329331"/>
                  <a:pt x="1063763" y="338524"/>
                </a:cubicBezTo>
                <a:cubicBezTo>
                  <a:pt x="1063763" y="347019"/>
                  <a:pt x="1056199" y="353885"/>
                  <a:pt x="1047704" y="353885"/>
                </a:cubicBezTo>
                <a:cubicBezTo>
                  <a:pt x="1038510" y="353885"/>
                  <a:pt x="1031644" y="347019"/>
                  <a:pt x="1031644" y="338524"/>
                </a:cubicBezTo>
                <a:cubicBezTo>
                  <a:pt x="1031644" y="329331"/>
                  <a:pt x="1038510" y="322465"/>
                  <a:pt x="1047704" y="322465"/>
                </a:cubicBezTo>
                <a:close/>
                <a:moveTo>
                  <a:pt x="983349" y="322465"/>
                </a:moveTo>
                <a:cubicBezTo>
                  <a:pt x="991844" y="322465"/>
                  <a:pt x="999408" y="329331"/>
                  <a:pt x="999408" y="338524"/>
                </a:cubicBezTo>
                <a:cubicBezTo>
                  <a:pt x="999408" y="347019"/>
                  <a:pt x="991844" y="353885"/>
                  <a:pt x="983349" y="353885"/>
                </a:cubicBezTo>
                <a:cubicBezTo>
                  <a:pt x="974156" y="353885"/>
                  <a:pt x="967290" y="347019"/>
                  <a:pt x="967290" y="338524"/>
                </a:cubicBezTo>
                <a:cubicBezTo>
                  <a:pt x="967290" y="329331"/>
                  <a:pt x="974156" y="322465"/>
                  <a:pt x="983349" y="322465"/>
                </a:cubicBezTo>
                <a:close/>
                <a:moveTo>
                  <a:pt x="918995" y="322465"/>
                </a:moveTo>
                <a:cubicBezTo>
                  <a:pt x="927490" y="322465"/>
                  <a:pt x="934356" y="329331"/>
                  <a:pt x="934356" y="338524"/>
                </a:cubicBezTo>
                <a:cubicBezTo>
                  <a:pt x="934356" y="347019"/>
                  <a:pt x="927490" y="353885"/>
                  <a:pt x="918995" y="353885"/>
                </a:cubicBezTo>
                <a:cubicBezTo>
                  <a:pt x="909802" y="353885"/>
                  <a:pt x="902936" y="347019"/>
                  <a:pt x="902936" y="338524"/>
                </a:cubicBezTo>
                <a:cubicBezTo>
                  <a:pt x="902936" y="329331"/>
                  <a:pt x="909802" y="322465"/>
                  <a:pt x="918995" y="322465"/>
                </a:cubicBezTo>
                <a:close/>
                <a:moveTo>
                  <a:pt x="660998" y="322465"/>
                </a:moveTo>
                <a:cubicBezTo>
                  <a:pt x="669376" y="322465"/>
                  <a:pt x="676242" y="329331"/>
                  <a:pt x="676242" y="338524"/>
                </a:cubicBezTo>
                <a:cubicBezTo>
                  <a:pt x="676242" y="347019"/>
                  <a:pt x="669376" y="353885"/>
                  <a:pt x="660998" y="353885"/>
                </a:cubicBezTo>
                <a:cubicBezTo>
                  <a:pt x="651804" y="353885"/>
                  <a:pt x="644822" y="347019"/>
                  <a:pt x="644822" y="338524"/>
                </a:cubicBezTo>
                <a:cubicBezTo>
                  <a:pt x="644822" y="329331"/>
                  <a:pt x="651804" y="322465"/>
                  <a:pt x="660998" y="322465"/>
                </a:cubicBezTo>
                <a:close/>
                <a:moveTo>
                  <a:pt x="595829" y="322465"/>
                </a:moveTo>
                <a:cubicBezTo>
                  <a:pt x="605022" y="322465"/>
                  <a:pt x="611888" y="329331"/>
                  <a:pt x="611888" y="338524"/>
                </a:cubicBezTo>
                <a:cubicBezTo>
                  <a:pt x="611888" y="347019"/>
                  <a:pt x="605022" y="353885"/>
                  <a:pt x="595829" y="353885"/>
                </a:cubicBezTo>
                <a:cubicBezTo>
                  <a:pt x="587450" y="353885"/>
                  <a:pt x="580468" y="347019"/>
                  <a:pt x="580468" y="338524"/>
                </a:cubicBezTo>
                <a:cubicBezTo>
                  <a:pt x="580468" y="329331"/>
                  <a:pt x="587450" y="322465"/>
                  <a:pt x="595829" y="322465"/>
                </a:cubicBezTo>
                <a:close/>
                <a:moveTo>
                  <a:pt x="531474" y="322465"/>
                </a:moveTo>
                <a:cubicBezTo>
                  <a:pt x="540667" y="322465"/>
                  <a:pt x="547533" y="329331"/>
                  <a:pt x="547533" y="338524"/>
                </a:cubicBezTo>
                <a:cubicBezTo>
                  <a:pt x="547533" y="347019"/>
                  <a:pt x="540667" y="353885"/>
                  <a:pt x="531474" y="353885"/>
                </a:cubicBezTo>
                <a:cubicBezTo>
                  <a:pt x="523095" y="353885"/>
                  <a:pt x="515415" y="347019"/>
                  <a:pt x="515415" y="338524"/>
                </a:cubicBezTo>
                <a:cubicBezTo>
                  <a:pt x="515415" y="329331"/>
                  <a:pt x="523095" y="322465"/>
                  <a:pt x="531474" y="322465"/>
                </a:cubicBezTo>
                <a:close/>
                <a:moveTo>
                  <a:pt x="467120" y="322465"/>
                </a:moveTo>
                <a:cubicBezTo>
                  <a:pt x="475615" y="322465"/>
                  <a:pt x="483296" y="329331"/>
                  <a:pt x="483296" y="338524"/>
                </a:cubicBezTo>
                <a:cubicBezTo>
                  <a:pt x="483296" y="347019"/>
                  <a:pt x="475615" y="353885"/>
                  <a:pt x="467120" y="353885"/>
                </a:cubicBezTo>
                <a:cubicBezTo>
                  <a:pt x="457927" y="353885"/>
                  <a:pt x="451061" y="347019"/>
                  <a:pt x="451061" y="338524"/>
                </a:cubicBezTo>
                <a:cubicBezTo>
                  <a:pt x="451061" y="329331"/>
                  <a:pt x="457927" y="322465"/>
                  <a:pt x="467120" y="322465"/>
                </a:cubicBezTo>
                <a:close/>
                <a:moveTo>
                  <a:pt x="2273109" y="257413"/>
                </a:moveTo>
                <a:cubicBezTo>
                  <a:pt x="2282302" y="257413"/>
                  <a:pt x="2289284" y="265093"/>
                  <a:pt x="2289284" y="273473"/>
                </a:cubicBezTo>
                <a:cubicBezTo>
                  <a:pt x="2289284" y="282666"/>
                  <a:pt x="2282302" y="289532"/>
                  <a:pt x="2273109" y="289532"/>
                </a:cubicBezTo>
                <a:cubicBezTo>
                  <a:pt x="2264730" y="289532"/>
                  <a:pt x="2257049" y="282666"/>
                  <a:pt x="2257049" y="273473"/>
                </a:cubicBezTo>
                <a:cubicBezTo>
                  <a:pt x="2257049" y="265093"/>
                  <a:pt x="2264730" y="257413"/>
                  <a:pt x="2273109" y="257413"/>
                </a:cubicBezTo>
                <a:close/>
                <a:moveTo>
                  <a:pt x="2208755" y="257413"/>
                </a:moveTo>
                <a:cubicBezTo>
                  <a:pt x="2217948" y="257413"/>
                  <a:pt x="2224930" y="265093"/>
                  <a:pt x="2224930" y="273473"/>
                </a:cubicBezTo>
                <a:cubicBezTo>
                  <a:pt x="2224930" y="282666"/>
                  <a:pt x="2217948" y="289532"/>
                  <a:pt x="2208755" y="289532"/>
                </a:cubicBezTo>
                <a:cubicBezTo>
                  <a:pt x="2199561" y="289532"/>
                  <a:pt x="2192695" y="282666"/>
                  <a:pt x="2192695" y="273473"/>
                </a:cubicBezTo>
                <a:cubicBezTo>
                  <a:pt x="2192695" y="265093"/>
                  <a:pt x="2200376" y="257413"/>
                  <a:pt x="2208755" y="257413"/>
                </a:cubicBezTo>
                <a:close/>
                <a:moveTo>
                  <a:pt x="2144517" y="257413"/>
                </a:moveTo>
                <a:cubicBezTo>
                  <a:pt x="2152896" y="257413"/>
                  <a:pt x="2160576" y="265093"/>
                  <a:pt x="2160576" y="273473"/>
                </a:cubicBezTo>
                <a:cubicBezTo>
                  <a:pt x="2160576" y="282666"/>
                  <a:pt x="2152896" y="289532"/>
                  <a:pt x="2144517" y="289532"/>
                </a:cubicBezTo>
                <a:cubicBezTo>
                  <a:pt x="2135324" y="289532"/>
                  <a:pt x="2128341" y="282666"/>
                  <a:pt x="2128341" y="273473"/>
                </a:cubicBezTo>
                <a:cubicBezTo>
                  <a:pt x="2128341" y="265093"/>
                  <a:pt x="2135324" y="257413"/>
                  <a:pt x="2144517" y="257413"/>
                </a:cubicBezTo>
                <a:close/>
                <a:moveTo>
                  <a:pt x="2080163" y="257413"/>
                </a:moveTo>
                <a:cubicBezTo>
                  <a:pt x="2088542" y="257413"/>
                  <a:pt x="2095408" y="265093"/>
                  <a:pt x="2095408" y="273473"/>
                </a:cubicBezTo>
                <a:cubicBezTo>
                  <a:pt x="2095408" y="282666"/>
                  <a:pt x="2088542" y="289532"/>
                  <a:pt x="2080163" y="289532"/>
                </a:cubicBezTo>
                <a:cubicBezTo>
                  <a:pt x="2070970" y="289532"/>
                  <a:pt x="2064104" y="282666"/>
                  <a:pt x="2064104" y="273473"/>
                </a:cubicBezTo>
                <a:cubicBezTo>
                  <a:pt x="2064104" y="265093"/>
                  <a:pt x="2070970" y="257413"/>
                  <a:pt x="2080163" y="257413"/>
                </a:cubicBezTo>
                <a:close/>
                <a:moveTo>
                  <a:pt x="2014994" y="257413"/>
                </a:moveTo>
                <a:cubicBezTo>
                  <a:pt x="2024187" y="257413"/>
                  <a:pt x="2031169" y="265093"/>
                  <a:pt x="2031169" y="273473"/>
                </a:cubicBezTo>
                <a:cubicBezTo>
                  <a:pt x="2031169" y="282666"/>
                  <a:pt x="2024187" y="289532"/>
                  <a:pt x="2014994" y="289532"/>
                </a:cubicBezTo>
                <a:cubicBezTo>
                  <a:pt x="2006615" y="289532"/>
                  <a:pt x="1998934" y="282666"/>
                  <a:pt x="1998934" y="273473"/>
                </a:cubicBezTo>
                <a:cubicBezTo>
                  <a:pt x="1998934" y="265093"/>
                  <a:pt x="2006615" y="257413"/>
                  <a:pt x="2014994" y="257413"/>
                </a:cubicBezTo>
                <a:close/>
                <a:moveTo>
                  <a:pt x="1886402" y="257413"/>
                </a:moveTo>
                <a:cubicBezTo>
                  <a:pt x="1894781" y="257413"/>
                  <a:pt x="1902461" y="265093"/>
                  <a:pt x="1902461" y="273473"/>
                </a:cubicBezTo>
                <a:cubicBezTo>
                  <a:pt x="1902461" y="282666"/>
                  <a:pt x="1894781" y="289532"/>
                  <a:pt x="1886402" y="289532"/>
                </a:cubicBezTo>
                <a:cubicBezTo>
                  <a:pt x="1877209" y="289532"/>
                  <a:pt x="1870343" y="282666"/>
                  <a:pt x="1870343" y="273473"/>
                </a:cubicBezTo>
                <a:cubicBezTo>
                  <a:pt x="1870343" y="265093"/>
                  <a:pt x="1877209" y="257413"/>
                  <a:pt x="1886402" y="257413"/>
                </a:cubicBezTo>
                <a:close/>
                <a:moveTo>
                  <a:pt x="1822048" y="257413"/>
                </a:moveTo>
                <a:cubicBezTo>
                  <a:pt x="1830427" y="257413"/>
                  <a:pt x="1838108" y="265093"/>
                  <a:pt x="1838108" y="273473"/>
                </a:cubicBezTo>
                <a:cubicBezTo>
                  <a:pt x="1838108" y="282666"/>
                  <a:pt x="1830427" y="289532"/>
                  <a:pt x="1822048" y="289532"/>
                </a:cubicBezTo>
                <a:cubicBezTo>
                  <a:pt x="1812855" y="289532"/>
                  <a:pt x="1805989" y="282666"/>
                  <a:pt x="1805989" y="273473"/>
                </a:cubicBezTo>
                <a:cubicBezTo>
                  <a:pt x="1805989" y="265093"/>
                  <a:pt x="1812855" y="257413"/>
                  <a:pt x="1822048" y="257413"/>
                </a:cubicBezTo>
                <a:close/>
                <a:moveTo>
                  <a:pt x="1756879" y="257413"/>
                </a:moveTo>
                <a:cubicBezTo>
                  <a:pt x="1766073" y="257413"/>
                  <a:pt x="1773055" y="265093"/>
                  <a:pt x="1773055" y="273473"/>
                </a:cubicBezTo>
                <a:cubicBezTo>
                  <a:pt x="1773055" y="282666"/>
                  <a:pt x="1766073" y="289532"/>
                  <a:pt x="1756879" y="289532"/>
                </a:cubicBezTo>
                <a:cubicBezTo>
                  <a:pt x="1748501" y="289532"/>
                  <a:pt x="1741635" y="282666"/>
                  <a:pt x="1741635" y="273473"/>
                </a:cubicBezTo>
                <a:cubicBezTo>
                  <a:pt x="1741635" y="265093"/>
                  <a:pt x="1748501" y="257413"/>
                  <a:pt x="1756879" y="257413"/>
                </a:cubicBezTo>
                <a:close/>
                <a:moveTo>
                  <a:pt x="1692642" y="257413"/>
                </a:moveTo>
                <a:cubicBezTo>
                  <a:pt x="1701835" y="257413"/>
                  <a:pt x="1708701" y="265093"/>
                  <a:pt x="1708701" y="273473"/>
                </a:cubicBezTo>
                <a:cubicBezTo>
                  <a:pt x="1708701" y="282666"/>
                  <a:pt x="1701835" y="289532"/>
                  <a:pt x="1692642" y="289532"/>
                </a:cubicBezTo>
                <a:cubicBezTo>
                  <a:pt x="1684147" y="289532"/>
                  <a:pt x="1676466" y="282666"/>
                  <a:pt x="1676466" y="273473"/>
                </a:cubicBezTo>
                <a:cubicBezTo>
                  <a:pt x="1676466" y="265093"/>
                  <a:pt x="1684147" y="257413"/>
                  <a:pt x="1692642" y="257413"/>
                </a:cubicBezTo>
                <a:close/>
                <a:moveTo>
                  <a:pt x="1370173" y="257413"/>
                </a:moveTo>
                <a:cubicBezTo>
                  <a:pt x="1379367" y="257413"/>
                  <a:pt x="1386233" y="265093"/>
                  <a:pt x="1386233" y="273473"/>
                </a:cubicBezTo>
                <a:cubicBezTo>
                  <a:pt x="1386233" y="282666"/>
                  <a:pt x="1379367" y="289532"/>
                  <a:pt x="1370173" y="289532"/>
                </a:cubicBezTo>
                <a:cubicBezTo>
                  <a:pt x="1361678" y="289532"/>
                  <a:pt x="1354114" y="282666"/>
                  <a:pt x="1354114" y="273473"/>
                </a:cubicBezTo>
                <a:cubicBezTo>
                  <a:pt x="1354114" y="265093"/>
                  <a:pt x="1361678" y="257413"/>
                  <a:pt x="1370173" y="257413"/>
                </a:cubicBezTo>
                <a:close/>
                <a:moveTo>
                  <a:pt x="1305819" y="257413"/>
                </a:moveTo>
                <a:cubicBezTo>
                  <a:pt x="1314198" y="257413"/>
                  <a:pt x="1321879" y="265093"/>
                  <a:pt x="1321879" y="273473"/>
                </a:cubicBezTo>
                <a:cubicBezTo>
                  <a:pt x="1321879" y="282666"/>
                  <a:pt x="1314198" y="289532"/>
                  <a:pt x="1305819" y="289532"/>
                </a:cubicBezTo>
                <a:cubicBezTo>
                  <a:pt x="1296626" y="289532"/>
                  <a:pt x="1289760" y="282666"/>
                  <a:pt x="1289760" y="273473"/>
                </a:cubicBezTo>
                <a:cubicBezTo>
                  <a:pt x="1289760" y="265093"/>
                  <a:pt x="1296626" y="257413"/>
                  <a:pt x="1305819" y="257413"/>
                </a:cubicBezTo>
                <a:close/>
                <a:moveTo>
                  <a:pt x="1241465" y="257413"/>
                </a:moveTo>
                <a:cubicBezTo>
                  <a:pt x="1249960" y="257413"/>
                  <a:pt x="1256826" y="265093"/>
                  <a:pt x="1256826" y="273473"/>
                </a:cubicBezTo>
                <a:cubicBezTo>
                  <a:pt x="1256826" y="282666"/>
                  <a:pt x="1249960" y="289532"/>
                  <a:pt x="1241465" y="289532"/>
                </a:cubicBezTo>
                <a:cubicBezTo>
                  <a:pt x="1232272" y="289532"/>
                  <a:pt x="1225406" y="282666"/>
                  <a:pt x="1225406" y="273473"/>
                </a:cubicBezTo>
                <a:cubicBezTo>
                  <a:pt x="1225406" y="265093"/>
                  <a:pt x="1232272" y="257413"/>
                  <a:pt x="1241465" y="257413"/>
                </a:cubicBezTo>
                <a:close/>
                <a:moveTo>
                  <a:pt x="1176412" y="257413"/>
                </a:moveTo>
                <a:cubicBezTo>
                  <a:pt x="1185606" y="257413"/>
                  <a:pt x="1192472" y="265093"/>
                  <a:pt x="1192472" y="273473"/>
                </a:cubicBezTo>
                <a:cubicBezTo>
                  <a:pt x="1192472" y="282666"/>
                  <a:pt x="1185606" y="289532"/>
                  <a:pt x="1176412" y="289532"/>
                </a:cubicBezTo>
                <a:cubicBezTo>
                  <a:pt x="1167917" y="289532"/>
                  <a:pt x="1161051" y="282666"/>
                  <a:pt x="1161051" y="273473"/>
                </a:cubicBezTo>
                <a:cubicBezTo>
                  <a:pt x="1161051" y="265093"/>
                  <a:pt x="1167917" y="257413"/>
                  <a:pt x="1176412" y="257413"/>
                </a:cubicBezTo>
                <a:close/>
                <a:moveTo>
                  <a:pt x="1112058" y="257413"/>
                </a:moveTo>
                <a:cubicBezTo>
                  <a:pt x="1121251" y="257413"/>
                  <a:pt x="1128117" y="265093"/>
                  <a:pt x="1128117" y="273473"/>
                </a:cubicBezTo>
                <a:cubicBezTo>
                  <a:pt x="1128117" y="282666"/>
                  <a:pt x="1121251" y="289532"/>
                  <a:pt x="1112058" y="289532"/>
                </a:cubicBezTo>
                <a:cubicBezTo>
                  <a:pt x="1103679" y="289532"/>
                  <a:pt x="1095998" y="282666"/>
                  <a:pt x="1095998" y="273473"/>
                </a:cubicBezTo>
                <a:cubicBezTo>
                  <a:pt x="1095998" y="265093"/>
                  <a:pt x="1103679" y="257413"/>
                  <a:pt x="1112058" y="257413"/>
                </a:cubicBezTo>
                <a:close/>
                <a:moveTo>
                  <a:pt x="1047704" y="257413"/>
                </a:moveTo>
                <a:cubicBezTo>
                  <a:pt x="1056199" y="257413"/>
                  <a:pt x="1063763" y="265093"/>
                  <a:pt x="1063763" y="273473"/>
                </a:cubicBezTo>
                <a:cubicBezTo>
                  <a:pt x="1063763" y="282666"/>
                  <a:pt x="1056199" y="289532"/>
                  <a:pt x="1047704" y="289532"/>
                </a:cubicBezTo>
                <a:cubicBezTo>
                  <a:pt x="1038510" y="289532"/>
                  <a:pt x="1031644" y="282666"/>
                  <a:pt x="1031644" y="273473"/>
                </a:cubicBezTo>
                <a:cubicBezTo>
                  <a:pt x="1031644" y="265093"/>
                  <a:pt x="1038510" y="257413"/>
                  <a:pt x="1047704" y="257413"/>
                </a:cubicBezTo>
                <a:close/>
                <a:moveTo>
                  <a:pt x="983349" y="257413"/>
                </a:moveTo>
                <a:cubicBezTo>
                  <a:pt x="991844" y="257413"/>
                  <a:pt x="999408" y="265093"/>
                  <a:pt x="999408" y="273473"/>
                </a:cubicBezTo>
                <a:cubicBezTo>
                  <a:pt x="999408" y="282666"/>
                  <a:pt x="991844" y="289532"/>
                  <a:pt x="983349" y="289532"/>
                </a:cubicBezTo>
                <a:cubicBezTo>
                  <a:pt x="974156" y="289532"/>
                  <a:pt x="967290" y="282666"/>
                  <a:pt x="967290" y="273473"/>
                </a:cubicBezTo>
                <a:cubicBezTo>
                  <a:pt x="967290" y="265093"/>
                  <a:pt x="974156" y="257413"/>
                  <a:pt x="983349" y="257413"/>
                </a:cubicBezTo>
                <a:close/>
                <a:moveTo>
                  <a:pt x="918995" y="257413"/>
                </a:moveTo>
                <a:cubicBezTo>
                  <a:pt x="927490" y="257413"/>
                  <a:pt x="934356" y="265093"/>
                  <a:pt x="934356" y="273473"/>
                </a:cubicBezTo>
                <a:cubicBezTo>
                  <a:pt x="934356" y="282666"/>
                  <a:pt x="927490" y="289532"/>
                  <a:pt x="918995" y="289532"/>
                </a:cubicBezTo>
                <a:cubicBezTo>
                  <a:pt x="909802" y="289532"/>
                  <a:pt x="902936" y="282666"/>
                  <a:pt x="902936" y="273473"/>
                </a:cubicBezTo>
                <a:cubicBezTo>
                  <a:pt x="902936" y="265093"/>
                  <a:pt x="909802" y="257413"/>
                  <a:pt x="918995" y="257413"/>
                </a:cubicBezTo>
                <a:close/>
                <a:moveTo>
                  <a:pt x="2208755" y="193059"/>
                </a:moveTo>
                <a:cubicBezTo>
                  <a:pt x="2217948" y="193059"/>
                  <a:pt x="2224930" y="200739"/>
                  <a:pt x="2224930" y="209119"/>
                </a:cubicBezTo>
                <a:cubicBezTo>
                  <a:pt x="2224930" y="218311"/>
                  <a:pt x="2217948" y="225178"/>
                  <a:pt x="2208755" y="225178"/>
                </a:cubicBezTo>
                <a:cubicBezTo>
                  <a:pt x="2199561" y="225178"/>
                  <a:pt x="2192695" y="218311"/>
                  <a:pt x="2192695" y="209119"/>
                </a:cubicBezTo>
                <a:cubicBezTo>
                  <a:pt x="2192695" y="200739"/>
                  <a:pt x="2200376" y="193059"/>
                  <a:pt x="2208755" y="193059"/>
                </a:cubicBezTo>
                <a:close/>
                <a:moveTo>
                  <a:pt x="2144517" y="193059"/>
                </a:moveTo>
                <a:cubicBezTo>
                  <a:pt x="2152896" y="193059"/>
                  <a:pt x="2160576" y="200739"/>
                  <a:pt x="2160576" y="209119"/>
                </a:cubicBezTo>
                <a:cubicBezTo>
                  <a:pt x="2160576" y="218311"/>
                  <a:pt x="2152896" y="225178"/>
                  <a:pt x="2144517" y="225178"/>
                </a:cubicBezTo>
                <a:cubicBezTo>
                  <a:pt x="2135324" y="225178"/>
                  <a:pt x="2128341" y="218311"/>
                  <a:pt x="2128341" y="209119"/>
                </a:cubicBezTo>
                <a:cubicBezTo>
                  <a:pt x="2128341" y="200739"/>
                  <a:pt x="2135324" y="193059"/>
                  <a:pt x="2144517" y="193059"/>
                </a:cubicBezTo>
                <a:close/>
                <a:moveTo>
                  <a:pt x="2080163" y="193059"/>
                </a:moveTo>
                <a:cubicBezTo>
                  <a:pt x="2088542" y="193059"/>
                  <a:pt x="2095408" y="200739"/>
                  <a:pt x="2095408" y="209119"/>
                </a:cubicBezTo>
                <a:cubicBezTo>
                  <a:pt x="2095408" y="218311"/>
                  <a:pt x="2088542" y="225178"/>
                  <a:pt x="2080163" y="225178"/>
                </a:cubicBezTo>
                <a:cubicBezTo>
                  <a:pt x="2070970" y="225178"/>
                  <a:pt x="2064104" y="218311"/>
                  <a:pt x="2064104" y="209119"/>
                </a:cubicBezTo>
                <a:cubicBezTo>
                  <a:pt x="2064104" y="200739"/>
                  <a:pt x="2070970" y="193059"/>
                  <a:pt x="2080163" y="193059"/>
                </a:cubicBezTo>
                <a:close/>
                <a:moveTo>
                  <a:pt x="1370173" y="193059"/>
                </a:moveTo>
                <a:cubicBezTo>
                  <a:pt x="1379367" y="193059"/>
                  <a:pt x="1386233" y="200739"/>
                  <a:pt x="1386233" y="209119"/>
                </a:cubicBezTo>
                <a:cubicBezTo>
                  <a:pt x="1386233" y="218311"/>
                  <a:pt x="1379367" y="225178"/>
                  <a:pt x="1370173" y="225178"/>
                </a:cubicBezTo>
                <a:cubicBezTo>
                  <a:pt x="1361678" y="225178"/>
                  <a:pt x="1354114" y="218311"/>
                  <a:pt x="1354114" y="209119"/>
                </a:cubicBezTo>
                <a:cubicBezTo>
                  <a:pt x="1354114" y="200739"/>
                  <a:pt x="1361678" y="193059"/>
                  <a:pt x="1370173" y="193059"/>
                </a:cubicBezTo>
                <a:close/>
                <a:moveTo>
                  <a:pt x="1305819" y="193059"/>
                </a:moveTo>
                <a:cubicBezTo>
                  <a:pt x="1314198" y="193059"/>
                  <a:pt x="1321879" y="200739"/>
                  <a:pt x="1321879" y="209119"/>
                </a:cubicBezTo>
                <a:cubicBezTo>
                  <a:pt x="1321879" y="218311"/>
                  <a:pt x="1314198" y="225178"/>
                  <a:pt x="1305819" y="225178"/>
                </a:cubicBezTo>
                <a:cubicBezTo>
                  <a:pt x="1296626" y="225178"/>
                  <a:pt x="1289760" y="218311"/>
                  <a:pt x="1289760" y="209119"/>
                </a:cubicBezTo>
                <a:cubicBezTo>
                  <a:pt x="1289760" y="200739"/>
                  <a:pt x="1296626" y="193059"/>
                  <a:pt x="1305819" y="193059"/>
                </a:cubicBezTo>
                <a:close/>
                <a:moveTo>
                  <a:pt x="1241465" y="193059"/>
                </a:moveTo>
                <a:cubicBezTo>
                  <a:pt x="1249960" y="193059"/>
                  <a:pt x="1256826" y="200739"/>
                  <a:pt x="1256826" y="209119"/>
                </a:cubicBezTo>
                <a:cubicBezTo>
                  <a:pt x="1256826" y="218311"/>
                  <a:pt x="1249960" y="225178"/>
                  <a:pt x="1241465" y="225178"/>
                </a:cubicBezTo>
                <a:cubicBezTo>
                  <a:pt x="1232272" y="225178"/>
                  <a:pt x="1225406" y="218311"/>
                  <a:pt x="1225406" y="209119"/>
                </a:cubicBezTo>
                <a:cubicBezTo>
                  <a:pt x="1225406" y="200739"/>
                  <a:pt x="1232272" y="193059"/>
                  <a:pt x="1241465" y="193059"/>
                </a:cubicBezTo>
                <a:close/>
                <a:moveTo>
                  <a:pt x="1176412" y="193059"/>
                </a:moveTo>
                <a:cubicBezTo>
                  <a:pt x="1185606" y="193059"/>
                  <a:pt x="1192472" y="200739"/>
                  <a:pt x="1192472" y="209119"/>
                </a:cubicBezTo>
                <a:cubicBezTo>
                  <a:pt x="1192472" y="218311"/>
                  <a:pt x="1185606" y="225178"/>
                  <a:pt x="1176412" y="225178"/>
                </a:cubicBezTo>
                <a:cubicBezTo>
                  <a:pt x="1167917" y="225178"/>
                  <a:pt x="1161051" y="218311"/>
                  <a:pt x="1161051" y="209119"/>
                </a:cubicBezTo>
                <a:cubicBezTo>
                  <a:pt x="1161051" y="200739"/>
                  <a:pt x="1167917" y="193059"/>
                  <a:pt x="1176412" y="193059"/>
                </a:cubicBezTo>
                <a:close/>
                <a:moveTo>
                  <a:pt x="1112058" y="193059"/>
                </a:moveTo>
                <a:cubicBezTo>
                  <a:pt x="1121251" y="193059"/>
                  <a:pt x="1128117" y="200739"/>
                  <a:pt x="1128117" y="209119"/>
                </a:cubicBezTo>
                <a:cubicBezTo>
                  <a:pt x="1128117" y="218311"/>
                  <a:pt x="1121251" y="225178"/>
                  <a:pt x="1112058" y="225178"/>
                </a:cubicBezTo>
                <a:cubicBezTo>
                  <a:pt x="1103679" y="225178"/>
                  <a:pt x="1095998" y="218311"/>
                  <a:pt x="1095998" y="209119"/>
                </a:cubicBezTo>
                <a:cubicBezTo>
                  <a:pt x="1095998" y="200739"/>
                  <a:pt x="1103679" y="193059"/>
                  <a:pt x="1112058" y="193059"/>
                </a:cubicBezTo>
                <a:close/>
                <a:moveTo>
                  <a:pt x="1047704" y="193059"/>
                </a:moveTo>
                <a:cubicBezTo>
                  <a:pt x="1056199" y="193059"/>
                  <a:pt x="1063763" y="200739"/>
                  <a:pt x="1063763" y="209119"/>
                </a:cubicBezTo>
                <a:cubicBezTo>
                  <a:pt x="1063763" y="218311"/>
                  <a:pt x="1056199" y="225178"/>
                  <a:pt x="1047704" y="225178"/>
                </a:cubicBezTo>
                <a:cubicBezTo>
                  <a:pt x="1038510" y="225178"/>
                  <a:pt x="1031644" y="218311"/>
                  <a:pt x="1031644" y="209119"/>
                </a:cubicBezTo>
                <a:cubicBezTo>
                  <a:pt x="1031644" y="200739"/>
                  <a:pt x="1038510" y="193059"/>
                  <a:pt x="1047704" y="193059"/>
                </a:cubicBezTo>
                <a:close/>
                <a:moveTo>
                  <a:pt x="983349" y="193059"/>
                </a:moveTo>
                <a:cubicBezTo>
                  <a:pt x="991844" y="193059"/>
                  <a:pt x="999408" y="200739"/>
                  <a:pt x="999408" y="209119"/>
                </a:cubicBezTo>
                <a:cubicBezTo>
                  <a:pt x="999408" y="218311"/>
                  <a:pt x="991844" y="225178"/>
                  <a:pt x="983349" y="225178"/>
                </a:cubicBezTo>
                <a:cubicBezTo>
                  <a:pt x="974156" y="225178"/>
                  <a:pt x="967290" y="218311"/>
                  <a:pt x="967290" y="209119"/>
                </a:cubicBezTo>
                <a:cubicBezTo>
                  <a:pt x="967290" y="200739"/>
                  <a:pt x="974156" y="193059"/>
                  <a:pt x="983349" y="193059"/>
                </a:cubicBezTo>
                <a:close/>
                <a:moveTo>
                  <a:pt x="918995" y="193059"/>
                </a:moveTo>
                <a:cubicBezTo>
                  <a:pt x="927490" y="193059"/>
                  <a:pt x="934356" y="200739"/>
                  <a:pt x="934356" y="209119"/>
                </a:cubicBezTo>
                <a:cubicBezTo>
                  <a:pt x="934356" y="218311"/>
                  <a:pt x="927490" y="225178"/>
                  <a:pt x="918995" y="225178"/>
                </a:cubicBezTo>
                <a:cubicBezTo>
                  <a:pt x="909802" y="225178"/>
                  <a:pt x="902936" y="218311"/>
                  <a:pt x="902936" y="209119"/>
                </a:cubicBezTo>
                <a:cubicBezTo>
                  <a:pt x="902936" y="200739"/>
                  <a:pt x="909802" y="193059"/>
                  <a:pt x="918995" y="193059"/>
                </a:cubicBezTo>
                <a:close/>
                <a:moveTo>
                  <a:pt x="2144517" y="128705"/>
                </a:moveTo>
                <a:cubicBezTo>
                  <a:pt x="2152896" y="128705"/>
                  <a:pt x="2160576" y="135571"/>
                  <a:pt x="2160576" y="144763"/>
                </a:cubicBezTo>
                <a:cubicBezTo>
                  <a:pt x="2160576" y="153259"/>
                  <a:pt x="2152896" y="160940"/>
                  <a:pt x="2144517" y="160940"/>
                </a:cubicBezTo>
                <a:cubicBezTo>
                  <a:pt x="2135324" y="160940"/>
                  <a:pt x="2128341" y="153259"/>
                  <a:pt x="2128341" y="144763"/>
                </a:cubicBezTo>
                <a:cubicBezTo>
                  <a:pt x="2128341" y="135571"/>
                  <a:pt x="2135324" y="128705"/>
                  <a:pt x="2144517" y="128705"/>
                </a:cubicBezTo>
                <a:close/>
                <a:moveTo>
                  <a:pt x="2080163" y="128705"/>
                </a:moveTo>
                <a:cubicBezTo>
                  <a:pt x="2088542" y="128705"/>
                  <a:pt x="2095408" y="135571"/>
                  <a:pt x="2095408" y="144763"/>
                </a:cubicBezTo>
                <a:cubicBezTo>
                  <a:pt x="2095408" y="153259"/>
                  <a:pt x="2088542" y="160940"/>
                  <a:pt x="2080163" y="160940"/>
                </a:cubicBezTo>
                <a:cubicBezTo>
                  <a:pt x="2070970" y="160940"/>
                  <a:pt x="2064104" y="153259"/>
                  <a:pt x="2064104" y="144763"/>
                </a:cubicBezTo>
                <a:cubicBezTo>
                  <a:pt x="2064104" y="135571"/>
                  <a:pt x="2070970" y="128705"/>
                  <a:pt x="2080163" y="128705"/>
                </a:cubicBezTo>
                <a:close/>
                <a:moveTo>
                  <a:pt x="1370173" y="128705"/>
                </a:moveTo>
                <a:cubicBezTo>
                  <a:pt x="1379367" y="128705"/>
                  <a:pt x="1386233" y="135571"/>
                  <a:pt x="1386233" y="144763"/>
                </a:cubicBezTo>
                <a:cubicBezTo>
                  <a:pt x="1386233" y="153259"/>
                  <a:pt x="1379367" y="160940"/>
                  <a:pt x="1370173" y="160940"/>
                </a:cubicBezTo>
                <a:cubicBezTo>
                  <a:pt x="1361678" y="160940"/>
                  <a:pt x="1354114" y="153259"/>
                  <a:pt x="1354114" y="144763"/>
                </a:cubicBezTo>
                <a:cubicBezTo>
                  <a:pt x="1354114" y="135571"/>
                  <a:pt x="1361678" y="128705"/>
                  <a:pt x="1370173" y="128705"/>
                </a:cubicBezTo>
                <a:close/>
                <a:moveTo>
                  <a:pt x="1305819" y="128705"/>
                </a:moveTo>
                <a:cubicBezTo>
                  <a:pt x="1314198" y="128705"/>
                  <a:pt x="1321879" y="135571"/>
                  <a:pt x="1321879" y="144763"/>
                </a:cubicBezTo>
                <a:cubicBezTo>
                  <a:pt x="1321879" y="153259"/>
                  <a:pt x="1314198" y="160940"/>
                  <a:pt x="1305819" y="160940"/>
                </a:cubicBezTo>
                <a:cubicBezTo>
                  <a:pt x="1296626" y="160940"/>
                  <a:pt x="1289760" y="153259"/>
                  <a:pt x="1289760" y="144763"/>
                </a:cubicBezTo>
                <a:cubicBezTo>
                  <a:pt x="1289760" y="135571"/>
                  <a:pt x="1296626" y="128705"/>
                  <a:pt x="1305819" y="128705"/>
                </a:cubicBezTo>
                <a:close/>
                <a:moveTo>
                  <a:pt x="1241465" y="128705"/>
                </a:moveTo>
                <a:cubicBezTo>
                  <a:pt x="1249960" y="128705"/>
                  <a:pt x="1256826" y="135571"/>
                  <a:pt x="1256826" y="144763"/>
                </a:cubicBezTo>
                <a:cubicBezTo>
                  <a:pt x="1256826" y="153259"/>
                  <a:pt x="1249960" y="160940"/>
                  <a:pt x="1241465" y="160940"/>
                </a:cubicBezTo>
                <a:cubicBezTo>
                  <a:pt x="1232272" y="160940"/>
                  <a:pt x="1225406" y="153259"/>
                  <a:pt x="1225406" y="144763"/>
                </a:cubicBezTo>
                <a:cubicBezTo>
                  <a:pt x="1225406" y="135571"/>
                  <a:pt x="1232272" y="128705"/>
                  <a:pt x="1241465" y="128705"/>
                </a:cubicBezTo>
                <a:close/>
                <a:moveTo>
                  <a:pt x="1176412" y="128705"/>
                </a:moveTo>
                <a:cubicBezTo>
                  <a:pt x="1185606" y="128705"/>
                  <a:pt x="1192472" y="135571"/>
                  <a:pt x="1192472" y="144763"/>
                </a:cubicBezTo>
                <a:cubicBezTo>
                  <a:pt x="1192472" y="153259"/>
                  <a:pt x="1185606" y="160940"/>
                  <a:pt x="1176412" y="160940"/>
                </a:cubicBezTo>
                <a:cubicBezTo>
                  <a:pt x="1167917" y="160940"/>
                  <a:pt x="1161051" y="153259"/>
                  <a:pt x="1161051" y="144763"/>
                </a:cubicBezTo>
                <a:cubicBezTo>
                  <a:pt x="1161051" y="135571"/>
                  <a:pt x="1167917" y="128705"/>
                  <a:pt x="1176412" y="128705"/>
                </a:cubicBezTo>
                <a:close/>
                <a:moveTo>
                  <a:pt x="1112058" y="128705"/>
                </a:moveTo>
                <a:cubicBezTo>
                  <a:pt x="1121251" y="128705"/>
                  <a:pt x="1128117" y="135571"/>
                  <a:pt x="1128117" y="144763"/>
                </a:cubicBezTo>
                <a:cubicBezTo>
                  <a:pt x="1128117" y="153259"/>
                  <a:pt x="1121251" y="160940"/>
                  <a:pt x="1112058" y="160940"/>
                </a:cubicBezTo>
                <a:cubicBezTo>
                  <a:pt x="1103679" y="160940"/>
                  <a:pt x="1095998" y="153259"/>
                  <a:pt x="1095998" y="144763"/>
                </a:cubicBezTo>
                <a:cubicBezTo>
                  <a:pt x="1095998" y="135571"/>
                  <a:pt x="1103679" y="128705"/>
                  <a:pt x="1112058" y="128705"/>
                </a:cubicBezTo>
                <a:close/>
                <a:moveTo>
                  <a:pt x="1047704" y="128705"/>
                </a:moveTo>
                <a:cubicBezTo>
                  <a:pt x="1056199" y="128705"/>
                  <a:pt x="1063763" y="135571"/>
                  <a:pt x="1063763" y="144763"/>
                </a:cubicBezTo>
                <a:cubicBezTo>
                  <a:pt x="1063763" y="153259"/>
                  <a:pt x="1056199" y="160940"/>
                  <a:pt x="1047704" y="160940"/>
                </a:cubicBezTo>
                <a:cubicBezTo>
                  <a:pt x="1038510" y="160940"/>
                  <a:pt x="1031644" y="153259"/>
                  <a:pt x="1031644" y="144763"/>
                </a:cubicBezTo>
                <a:cubicBezTo>
                  <a:pt x="1031644" y="135571"/>
                  <a:pt x="1038510" y="128705"/>
                  <a:pt x="1047704" y="128705"/>
                </a:cubicBezTo>
                <a:close/>
                <a:moveTo>
                  <a:pt x="983349" y="128705"/>
                </a:moveTo>
                <a:cubicBezTo>
                  <a:pt x="991844" y="128705"/>
                  <a:pt x="999408" y="135571"/>
                  <a:pt x="999408" y="144763"/>
                </a:cubicBezTo>
                <a:cubicBezTo>
                  <a:pt x="999408" y="153259"/>
                  <a:pt x="991844" y="160940"/>
                  <a:pt x="983349" y="160940"/>
                </a:cubicBezTo>
                <a:cubicBezTo>
                  <a:pt x="974156" y="160940"/>
                  <a:pt x="967290" y="153259"/>
                  <a:pt x="967290" y="144763"/>
                </a:cubicBezTo>
                <a:cubicBezTo>
                  <a:pt x="967290" y="135571"/>
                  <a:pt x="974156" y="128705"/>
                  <a:pt x="983349" y="128705"/>
                </a:cubicBezTo>
                <a:close/>
                <a:moveTo>
                  <a:pt x="918995" y="128705"/>
                </a:moveTo>
                <a:cubicBezTo>
                  <a:pt x="927490" y="128705"/>
                  <a:pt x="934356" y="135571"/>
                  <a:pt x="934356" y="144763"/>
                </a:cubicBezTo>
                <a:cubicBezTo>
                  <a:pt x="934356" y="153259"/>
                  <a:pt x="927490" y="160940"/>
                  <a:pt x="918995" y="160940"/>
                </a:cubicBezTo>
                <a:cubicBezTo>
                  <a:pt x="909802" y="160940"/>
                  <a:pt x="902936" y="153259"/>
                  <a:pt x="902936" y="144763"/>
                </a:cubicBezTo>
                <a:cubicBezTo>
                  <a:pt x="902936" y="135571"/>
                  <a:pt x="909802" y="128705"/>
                  <a:pt x="918995" y="128705"/>
                </a:cubicBezTo>
                <a:close/>
                <a:moveTo>
                  <a:pt x="1370173" y="64350"/>
                </a:moveTo>
                <a:cubicBezTo>
                  <a:pt x="1379367" y="64350"/>
                  <a:pt x="1386233" y="71217"/>
                  <a:pt x="1386233" y="80410"/>
                </a:cubicBezTo>
                <a:cubicBezTo>
                  <a:pt x="1386233" y="88905"/>
                  <a:pt x="1379367" y="96585"/>
                  <a:pt x="1370173" y="96585"/>
                </a:cubicBezTo>
                <a:cubicBezTo>
                  <a:pt x="1361678" y="96585"/>
                  <a:pt x="1354114" y="88905"/>
                  <a:pt x="1354114" y="80410"/>
                </a:cubicBezTo>
                <a:cubicBezTo>
                  <a:pt x="1354114" y="71217"/>
                  <a:pt x="1361678" y="64350"/>
                  <a:pt x="1370173" y="64350"/>
                </a:cubicBezTo>
                <a:close/>
                <a:moveTo>
                  <a:pt x="1305819" y="64350"/>
                </a:moveTo>
                <a:cubicBezTo>
                  <a:pt x="1314198" y="64350"/>
                  <a:pt x="1321879" y="71217"/>
                  <a:pt x="1321879" y="80410"/>
                </a:cubicBezTo>
                <a:cubicBezTo>
                  <a:pt x="1321879" y="88905"/>
                  <a:pt x="1314198" y="96585"/>
                  <a:pt x="1305819" y="96585"/>
                </a:cubicBezTo>
                <a:cubicBezTo>
                  <a:pt x="1296626" y="96585"/>
                  <a:pt x="1289760" y="88905"/>
                  <a:pt x="1289760" y="80410"/>
                </a:cubicBezTo>
                <a:cubicBezTo>
                  <a:pt x="1289760" y="71217"/>
                  <a:pt x="1296626" y="64350"/>
                  <a:pt x="1305819" y="64350"/>
                </a:cubicBezTo>
                <a:close/>
                <a:moveTo>
                  <a:pt x="1241465" y="64350"/>
                </a:moveTo>
                <a:cubicBezTo>
                  <a:pt x="1249960" y="64350"/>
                  <a:pt x="1256826" y="71217"/>
                  <a:pt x="1256826" y="80410"/>
                </a:cubicBezTo>
                <a:cubicBezTo>
                  <a:pt x="1256826" y="88905"/>
                  <a:pt x="1249960" y="96585"/>
                  <a:pt x="1241465" y="96585"/>
                </a:cubicBezTo>
                <a:cubicBezTo>
                  <a:pt x="1232272" y="96585"/>
                  <a:pt x="1225406" y="88905"/>
                  <a:pt x="1225406" y="80410"/>
                </a:cubicBezTo>
                <a:cubicBezTo>
                  <a:pt x="1225406" y="71217"/>
                  <a:pt x="1232272" y="64350"/>
                  <a:pt x="1241465" y="64350"/>
                </a:cubicBezTo>
                <a:close/>
                <a:moveTo>
                  <a:pt x="1370173" y="0"/>
                </a:moveTo>
                <a:cubicBezTo>
                  <a:pt x="1379367" y="0"/>
                  <a:pt x="1386233" y="6984"/>
                  <a:pt x="1386233" y="15362"/>
                </a:cubicBezTo>
                <a:cubicBezTo>
                  <a:pt x="1386233" y="24552"/>
                  <a:pt x="1379367" y="31417"/>
                  <a:pt x="1370173" y="31417"/>
                </a:cubicBezTo>
                <a:cubicBezTo>
                  <a:pt x="1361678" y="31417"/>
                  <a:pt x="1354114" y="24552"/>
                  <a:pt x="1354114" y="15362"/>
                </a:cubicBezTo>
                <a:cubicBezTo>
                  <a:pt x="1354114" y="6984"/>
                  <a:pt x="1361678" y="0"/>
                  <a:pt x="1370173" y="0"/>
                </a:cubicBezTo>
                <a:close/>
                <a:moveTo>
                  <a:pt x="1305819" y="0"/>
                </a:moveTo>
                <a:cubicBezTo>
                  <a:pt x="1314198" y="0"/>
                  <a:pt x="1321879" y="6984"/>
                  <a:pt x="1321879" y="15362"/>
                </a:cubicBezTo>
                <a:cubicBezTo>
                  <a:pt x="1321879" y="24552"/>
                  <a:pt x="1314198" y="31417"/>
                  <a:pt x="1305819" y="31417"/>
                </a:cubicBezTo>
                <a:cubicBezTo>
                  <a:pt x="1296626" y="31417"/>
                  <a:pt x="1289760" y="24552"/>
                  <a:pt x="1289760" y="15362"/>
                </a:cubicBezTo>
                <a:cubicBezTo>
                  <a:pt x="1289760" y="6984"/>
                  <a:pt x="1296626" y="0"/>
                  <a:pt x="1305819" y="0"/>
                </a:cubicBezTo>
                <a:close/>
                <a:moveTo>
                  <a:pt x="1241465" y="0"/>
                </a:moveTo>
                <a:cubicBezTo>
                  <a:pt x="1249960" y="0"/>
                  <a:pt x="1256826" y="6984"/>
                  <a:pt x="1256826" y="15362"/>
                </a:cubicBezTo>
                <a:cubicBezTo>
                  <a:pt x="1256826" y="24552"/>
                  <a:pt x="1249960" y="31417"/>
                  <a:pt x="1241465" y="31417"/>
                </a:cubicBezTo>
                <a:cubicBezTo>
                  <a:pt x="1232272" y="31417"/>
                  <a:pt x="1225406" y="24552"/>
                  <a:pt x="1225406" y="15362"/>
                </a:cubicBezTo>
                <a:cubicBezTo>
                  <a:pt x="1225406" y="6984"/>
                  <a:pt x="1232272" y="0"/>
                  <a:pt x="1241465" y="0"/>
                </a:cubicBezTo>
                <a:close/>
              </a:path>
            </a:pathLst>
          </a:custGeom>
          <a:gradFill flip="none" rotWithShape="1">
            <a:gsLst>
              <a:gs pos="0">
                <a:srgbClr val="000063">
                  <a:alpha val="20000"/>
                </a:srgbClr>
              </a:gs>
              <a:gs pos="100000">
                <a:srgbClr val="009A31">
                  <a:alpha val="20000"/>
                </a:srgbClr>
              </a:gs>
            </a:gsLst>
            <a:lin ang="2700000" scaled="1"/>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Content Placeholder 2">
            <a:extLst>
              <a:ext uri="{FF2B5EF4-FFF2-40B4-BE49-F238E27FC236}">
                <a16:creationId xmlns:a16="http://schemas.microsoft.com/office/drawing/2014/main" id="{4F737AE3-B0D2-4CE1-BB90-F972775171BD}"/>
              </a:ext>
            </a:extLst>
          </p:cNvPr>
          <p:cNvSpPr txBox="1">
            <a:spLocks/>
          </p:cNvSpPr>
          <p:nvPr/>
        </p:nvSpPr>
        <p:spPr bwMode="auto">
          <a:xfrm>
            <a:off x="5118824" y="1654712"/>
            <a:ext cx="2403726" cy="492443"/>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marL="195263" indent="-195263" algn="l" rtl="0" eaLnBrk="0" fontAlgn="base" hangingPunct="0">
              <a:spcBef>
                <a:spcPct val="20000"/>
              </a:spcBef>
              <a:spcAft>
                <a:spcPct val="0"/>
              </a:spcAft>
              <a:buClr>
                <a:schemeClr val="tx2"/>
              </a:buClr>
              <a:buFont typeface="Wingdings" panose="05000000000000000000" pitchFamily="2" charset="2"/>
              <a:buChar char="§"/>
              <a:defRPr sz="1400">
                <a:solidFill>
                  <a:schemeClr val="tx1"/>
                </a:solidFill>
                <a:latin typeface="+mn-lt"/>
                <a:ea typeface="+mn-ea"/>
                <a:cs typeface="+mn-cs"/>
              </a:defRPr>
            </a:lvl1pPr>
            <a:lvl2pPr marL="404813" indent="-207963" algn="l" rtl="0" eaLnBrk="0" fontAlgn="base" hangingPunct="0">
              <a:spcBef>
                <a:spcPct val="20000"/>
              </a:spcBef>
              <a:spcAft>
                <a:spcPct val="0"/>
              </a:spcAft>
              <a:buClr>
                <a:schemeClr val="tx2"/>
              </a:buClr>
              <a:buChar char="–"/>
              <a:defRPr sz="1400">
                <a:solidFill>
                  <a:schemeClr val="tx1"/>
                </a:solidFill>
                <a:latin typeface="+mn-lt"/>
              </a:defRPr>
            </a:lvl2pPr>
            <a:lvl3pPr marL="587375" indent="-180975" algn="l" rtl="0" eaLnBrk="0" fontAlgn="base" hangingPunct="0">
              <a:spcBef>
                <a:spcPct val="20000"/>
              </a:spcBef>
              <a:spcAft>
                <a:spcPct val="0"/>
              </a:spcAft>
              <a:buClr>
                <a:schemeClr val="tx2"/>
              </a:buClr>
              <a:buChar char="•"/>
              <a:defRPr sz="1600">
                <a:solidFill>
                  <a:schemeClr val="tx1"/>
                </a:solidFill>
                <a:latin typeface="+mn-lt"/>
              </a:defRPr>
            </a:lvl3pPr>
            <a:lvl4pPr marL="815975" indent="-227013" algn="l" rtl="0" eaLnBrk="0" fontAlgn="base" hangingPunct="0">
              <a:spcBef>
                <a:spcPct val="20000"/>
              </a:spcBef>
              <a:spcAft>
                <a:spcPct val="0"/>
              </a:spcAft>
              <a:buClr>
                <a:schemeClr val="tx2"/>
              </a:buClr>
              <a:buChar char="–"/>
              <a:defRPr sz="1600">
                <a:solidFill>
                  <a:schemeClr val="tx1"/>
                </a:solidFill>
                <a:latin typeface="+mn-lt"/>
              </a:defRPr>
            </a:lvl4pPr>
            <a:lvl5pPr marL="968375" indent="-150813" algn="l" rtl="0" eaLnBrk="0" fontAlgn="base" hangingPunct="0">
              <a:spcBef>
                <a:spcPct val="20000"/>
              </a:spcBef>
              <a:spcAft>
                <a:spcPct val="0"/>
              </a:spcAft>
              <a:buClr>
                <a:schemeClr val="tx2"/>
              </a:buClr>
              <a:buChar char="»"/>
              <a:defRPr sz="1600">
                <a:solidFill>
                  <a:schemeClr val="tx1"/>
                </a:solidFill>
                <a:latin typeface="+mn-lt"/>
              </a:defRPr>
            </a:lvl5pPr>
            <a:lvl6pPr marL="1425575" indent="-150813" algn="l" rtl="0" fontAlgn="base">
              <a:spcBef>
                <a:spcPct val="20000"/>
              </a:spcBef>
              <a:spcAft>
                <a:spcPct val="0"/>
              </a:spcAft>
              <a:buChar char="»"/>
              <a:defRPr sz="1000">
                <a:solidFill>
                  <a:schemeClr val="tx1"/>
                </a:solidFill>
                <a:latin typeface="+mn-lt"/>
              </a:defRPr>
            </a:lvl6pPr>
            <a:lvl7pPr marL="1882775" indent="-150813" algn="l" rtl="0" fontAlgn="base">
              <a:spcBef>
                <a:spcPct val="20000"/>
              </a:spcBef>
              <a:spcAft>
                <a:spcPct val="0"/>
              </a:spcAft>
              <a:buChar char="»"/>
              <a:defRPr sz="1000">
                <a:solidFill>
                  <a:schemeClr val="tx1"/>
                </a:solidFill>
                <a:latin typeface="+mn-lt"/>
              </a:defRPr>
            </a:lvl7pPr>
            <a:lvl8pPr marL="2339975" indent="-150813" algn="l" rtl="0" fontAlgn="base">
              <a:spcBef>
                <a:spcPct val="20000"/>
              </a:spcBef>
              <a:spcAft>
                <a:spcPct val="0"/>
              </a:spcAft>
              <a:buChar char="»"/>
              <a:defRPr sz="1000">
                <a:solidFill>
                  <a:schemeClr val="tx1"/>
                </a:solidFill>
                <a:latin typeface="+mn-lt"/>
              </a:defRPr>
            </a:lvl8pPr>
            <a:lvl9pPr marL="2797175" indent="-150813" algn="l" rtl="0" fontAlgn="base">
              <a:spcBef>
                <a:spcPct val="20000"/>
              </a:spcBef>
              <a:spcAft>
                <a:spcPct val="0"/>
              </a:spcAft>
              <a:buChar char="»"/>
              <a:defRPr sz="1000">
                <a:solidFill>
                  <a:schemeClr val="tx1"/>
                </a:solidFill>
                <a:latin typeface="+mn-lt"/>
              </a:defRPr>
            </a:lvl9pPr>
          </a:lstStyle>
          <a:p>
            <a:pPr marL="0" indent="0">
              <a:spcBef>
                <a:spcPts val="0"/>
              </a:spcBef>
              <a:spcAft>
                <a:spcPts val="0"/>
              </a:spcAft>
              <a:buClrTx/>
              <a:buNone/>
            </a:pPr>
            <a:r>
              <a:rPr lang="pt-BR" sz="1600"/>
              <a:t>Presente nos negócios de </a:t>
            </a:r>
            <a:r>
              <a:rPr lang="pt-BR" sz="1600" b="1"/>
              <a:t>Fertilizantes naturais</a:t>
            </a:r>
            <a:endParaRPr lang="en-US" sz="1600" kern="0"/>
          </a:p>
        </p:txBody>
      </p:sp>
      <p:sp>
        <p:nvSpPr>
          <p:cNvPr id="1005" name="Rectangle 1004">
            <a:extLst>
              <a:ext uri="{FF2B5EF4-FFF2-40B4-BE49-F238E27FC236}">
                <a16:creationId xmlns:a16="http://schemas.microsoft.com/office/drawing/2014/main" id="{B2A5919A-784B-5062-6FA7-49B6B4586552}"/>
              </a:ext>
            </a:extLst>
          </p:cNvPr>
          <p:cNvSpPr/>
          <p:nvPr/>
        </p:nvSpPr>
        <p:spPr>
          <a:xfrm>
            <a:off x="7811917" y="1654712"/>
            <a:ext cx="1305253" cy="1224000"/>
          </a:xfrm>
          <a:prstGeom prst="rect">
            <a:avLst/>
          </a:prstGeom>
          <a:solidFill>
            <a:schemeClr val="accent2"/>
          </a:solidFill>
          <a:ln w="12700">
            <a:noFill/>
            <a:miter lim="400000"/>
          </a:ln>
          <a:effectLst/>
        </p:spPr>
        <p:txBody>
          <a:bodyPr lIns="108000" tIns="72000" rIns="108000" bIns="72000" rtlCol="0" anchor="ctr" anchorCtr="1"/>
          <a:lstStyle/>
          <a:p>
            <a:pPr>
              <a:spcBef>
                <a:spcPts val="0"/>
              </a:spcBef>
              <a:spcAft>
                <a:spcPts val="0"/>
              </a:spcAft>
              <a:buClrTx/>
            </a:pPr>
            <a:r>
              <a:rPr lang="pt-BR" sz="1400">
                <a:solidFill>
                  <a:schemeClr val="bg1"/>
                </a:solidFill>
              </a:rPr>
              <a:t>R$ </a:t>
            </a:r>
            <a:r>
              <a:rPr lang="pt-BR" sz="2000" b="1">
                <a:solidFill>
                  <a:schemeClr val="bg1"/>
                </a:solidFill>
              </a:rPr>
              <a:t>150Mi</a:t>
            </a:r>
            <a:r>
              <a:rPr lang="pt-BR" sz="2000">
                <a:solidFill>
                  <a:schemeClr val="bg1"/>
                </a:solidFill>
              </a:rPr>
              <a:t> </a:t>
            </a:r>
            <a:r>
              <a:rPr lang="pt-BR" sz="1400">
                <a:solidFill>
                  <a:schemeClr val="bg1"/>
                </a:solidFill>
              </a:rPr>
              <a:t> em 2022</a:t>
            </a:r>
            <a:endParaRPr lang="en-US" sz="1400" kern="0">
              <a:solidFill>
                <a:schemeClr val="bg1"/>
              </a:solidFill>
            </a:endParaRPr>
          </a:p>
        </p:txBody>
      </p:sp>
      <p:sp>
        <p:nvSpPr>
          <p:cNvPr id="1006" name="Rectangle 1005">
            <a:extLst>
              <a:ext uri="{FF2B5EF4-FFF2-40B4-BE49-F238E27FC236}">
                <a16:creationId xmlns:a16="http://schemas.microsoft.com/office/drawing/2014/main" id="{1E4533AA-0220-389A-5095-C42137215086}"/>
              </a:ext>
            </a:extLst>
          </p:cNvPr>
          <p:cNvSpPr/>
          <p:nvPr/>
        </p:nvSpPr>
        <p:spPr>
          <a:xfrm>
            <a:off x="7811917" y="3033321"/>
            <a:ext cx="1305253" cy="1224000"/>
          </a:xfrm>
          <a:prstGeom prst="rect">
            <a:avLst/>
          </a:prstGeom>
          <a:solidFill>
            <a:schemeClr val="accent3"/>
          </a:solidFill>
          <a:ln w="12700">
            <a:noFill/>
            <a:miter lim="400000"/>
          </a:ln>
          <a:effectLst/>
        </p:spPr>
        <p:txBody>
          <a:bodyPr lIns="108000" tIns="72000" rIns="108000" bIns="72000" rtlCol="0" anchor="ctr" anchorCtr="1"/>
          <a:lstStyle/>
          <a:p>
            <a:pPr>
              <a:spcBef>
                <a:spcPts val="0"/>
              </a:spcBef>
              <a:spcAft>
                <a:spcPts val="0"/>
              </a:spcAft>
              <a:buClrTx/>
            </a:pPr>
            <a:r>
              <a:rPr lang="pt-BR" sz="2000" b="1">
                <a:solidFill>
                  <a:schemeClr val="bg1"/>
                </a:solidFill>
              </a:rPr>
              <a:t>50%</a:t>
            </a:r>
            <a:r>
              <a:rPr lang="pt-BR" sz="2000">
                <a:solidFill>
                  <a:schemeClr val="bg1"/>
                </a:solidFill>
              </a:rPr>
              <a:t> </a:t>
            </a:r>
            <a:r>
              <a:rPr lang="pt-BR" sz="1400">
                <a:solidFill>
                  <a:schemeClr val="bg1"/>
                </a:solidFill>
              </a:rPr>
              <a:t>margem EBITDA</a:t>
            </a:r>
            <a:endParaRPr lang="en-US" sz="1400" kern="0">
              <a:solidFill>
                <a:schemeClr val="bg1"/>
              </a:solidFill>
            </a:endParaRPr>
          </a:p>
        </p:txBody>
      </p:sp>
      <p:sp>
        <p:nvSpPr>
          <p:cNvPr id="1007" name="Rectangle 1006">
            <a:extLst>
              <a:ext uri="{FF2B5EF4-FFF2-40B4-BE49-F238E27FC236}">
                <a16:creationId xmlns:a16="http://schemas.microsoft.com/office/drawing/2014/main" id="{783271EC-9550-DB90-F1E1-47685621B914}"/>
              </a:ext>
            </a:extLst>
          </p:cNvPr>
          <p:cNvSpPr/>
          <p:nvPr/>
        </p:nvSpPr>
        <p:spPr>
          <a:xfrm>
            <a:off x="7811917" y="4411931"/>
            <a:ext cx="1305253" cy="1224000"/>
          </a:xfrm>
          <a:prstGeom prst="rect">
            <a:avLst/>
          </a:prstGeom>
          <a:solidFill>
            <a:schemeClr val="accent1"/>
          </a:solidFill>
          <a:ln w="12700">
            <a:noFill/>
            <a:miter lim="400000"/>
          </a:ln>
          <a:effectLst/>
        </p:spPr>
        <p:txBody>
          <a:bodyPr lIns="108000" tIns="72000" rIns="108000" bIns="72000" rtlCol="0" anchor="ctr" anchorCtr="1"/>
          <a:lstStyle/>
          <a:p>
            <a:pPr>
              <a:spcBef>
                <a:spcPts val="0"/>
              </a:spcBef>
              <a:spcAft>
                <a:spcPts val="0"/>
              </a:spcAft>
              <a:buClrTx/>
            </a:pPr>
            <a:r>
              <a:rPr lang="pt-BR" sz="2000" b="1"/>
              <a:t>+ 1Mi </a:t>
            </a:r>
            <a:r>
              <a:rPr lang="pt-BR" sz="1400"/>
              <a:t>de toneladas de fertilizantes por ano</a:t>
            </a:r>
            <a:endParaRPr lang="en-US" sz="1400" kern="0"/>
          </a:p>
        </p:txBody>
      </p:sp>
      <p:sp>
        <p:nvSpPr>
          <p:cNvPr id="1008" name="Rectangle 1007">
            <a:extLst>
              <a:ext uri="{FF2B5EF4-FFF2-40B4-BE49-F238E27FC236}">
                <a16:creationId xmlns:a16="http://schemas.microsoft.com/office/drawing/2014/main" id="{4C79982C-47F1-AEB5-8E33-4146E481E72D}"/>
              </a:ext>
            </a:extLst>
          </p:cNvPr>
          <p:cNvSpPr/>
          <p:nvPr/>
        </p:nvSpPr>
        <p:spPr>
          <a:xfrm>
            <a:off x="9176013" y="1654712"/>
            <a:ext cx="2383926" cy="3981218"/>
          </a:xfrm>
          <a:prstGeom prst="rect">
            <a:avLst/>
          </a:prstGeom>
          <a:solidFill>
            <a:schemeClr val="accent6">
              <a:lumMod val="20000"/>
              <a:lumOff val="80000"/>
            </a:schemeClr>
          </a:solidFill>
          <a:ln w="12700">
            <a:noFill/>
            <a:miter lim="400000"/>
          </a:ln>
          <a:effectLst/>
        </p:spPr>
        <p:txBody>
          <a:bodyPr lIns="108000" tIns="72000" rIns="108000" bIns="72000" rtlCol="0" anchor="ctr" anchorCtr="1"/>
          <a:lstStyle/>
          <a:p>
            <a:pPr>
              <a:spcBef>
                <a:spcPts val="600"/>
              </a:spcBef>
              <a:spcAft>
                <a:spcPts val="0"/>
              </a:spcAft>
              <a:buClrTx/>
            </a:pPr>
            <a:r>
              <a:rPr lang="pt-BR" sz="2400" b="1"/>
              <a:t>6</a:t>
            </a:r>
            <a:r>
              <a:rPr lang="pt-BR" sz="1400"/>
              <a:t> unidades, sendo: </a:t>
            </a:r>
          </a:p>
          <a:p>
            <a:pPr marL="182563" lvl="1" indent="-182563">
              <a:spcBef>
                <a:spcPts val="600"/>
              </a:spcBef>
              <a:spcAft>
                <a:spcPts val="0"/>
              </a:spcAft>
              <a:buClrTx/>
              <a:buFont typeface="Wingdings" panose="05000000000000000000" pitchFamily="2" charset="2"/>
              <a:buChar char="§"/>
            </a:pPr>
            <a:r>
              <a:rPr lang="pt-BR" sz="1400"/>
              <a:t>3 unidades produtivas em Minas Gerais e 1 em Pernambuco</a:t>
            </a:r>
          </a:p>
          <a:p>
            <a:pPr marL="182563" lvl="1" indent="-182563">
              <a:spcBef>
                <a:spcPts val="600"/>
              </a:spcBef>
              <a:spcAft>
                <a:spcPts val="0"/>
              </a:spcAft>
              <a:buClrTx/>
              <a:buFont typeface="Wingdings" panose="05000000000000000000" pitchFamily="2" charset="2"/>
              <a:buChar char="§"/>
            </a:pPr>
            <a:r>
              <a:rPr lang="pt-BR" sz="1400"/>
              <a:t>1 escritório em São Paulo</a:t>
            </a:r>
          </a:p>
          <a:p>
            <a:pPr marL="182563" lvl="1" indent="-182563">
              <a:spcBef>
                <a:spcPts val="600"/>
              </a:spcBef>
              <a:spcAft>
                <a:spcPts val="0"/>
              </a:spcAft>
              <a:buClrTx/>
              <a:buFont typeface="Wingdings" panose="05000000000000000000" pitchFamily="2" charset="2"/>
              <a:buChar char="§"/>
            </a:pPr>
            <a:r>
              <a:rPr lang="pt-BR" sz="1400"/>
              <a:t>1 escritório em Goiânia</a:t>
            </a:r>
          </a:p>
          <a:p>
            <a:pPr marL="182563" lvl="1" indent="-182563">
              <a:spcBef>
                <a:spcPts val="600"/>
              </a:spcBef>
              <a:spcAft>
                <a:spcPts val="0"/>
              </a:spcAft>
              <a:buClrTx/>
              <a:buFont typeface="Wingdings" panose="05000000000000000000" pitchFamily="2" charset="2"/>
              <a:buChar char="§"/>
            </a:pPr>
            <a:endParaRPr lang="pt-BR" sz="1400">
              <a:solidFill>
                <a:schemeClr val="bg1"/>
              </a:solidFill>
            </a:endParaRPr>
          </a:p>
        </p:txBody>
      </p:sp>
      <p:sp>
        <p:nvSpPr>
          <p:cNvPr id="992" name="Content Placeholder 2">
            <a:extLst>
              <a:ext uri="{FF2B5EF4-FFF2-40B4-BE49-F238E27FC236}">
                <a16:creationId xmlns:a16="http://schemas.microsoft.com/office/drawing/2014/main" id="{03AABD43-03A6-AB16-1989-48EC23AF3F57}"/>
              </a:ext>
            </a:extLst>
          </p:cNvPr>
          <p:cNvSpPr txBox="1">
            <a:spLocks/>
          </p:cNvSpPr>
          <p:nvPr/>
        </p:nvSpPr>
        <p:spPr bwMode="auto">
          <a:xfrm>
            <a:off x="1254296" y="1083790"/>
            <a:ext cx="2772000" cy="1292662"/>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defPPr>
              <a:defRPr lang="pt-BR"/>
            </a:defPPr>
            <a:lvl1pPr marL="195263" indent="-195263" eaLnBrk="0" fontAlgn="base" hangingPunct="0">
              <a:spcBef>
                <a:spcPts val="0"/>
              </a:spcBef>
              <a:spcAft>
                <a:spcPts val="0"/>
              </a:spcAft>
              <a:buClrTx/>
              <a:buFont typeface="Wingdings" panose="05000000000000000000" pitchFamily="2" charset="2"/>
              <a:buChar char="§"/>
              <a:defRPr sz="1400" kern="0"/>
            </a:lvl1pPr>
            <a:lvl2pPr marL="404813" lvl="1" indent="-207963" eaLnBrk="0" fontAlgn="base" hangingPunct="0">
              <a:spcBef>
                <a:spcPts val="0"/>
              </a:spcBef>
              <a:spcAft>
                <a:spcPts val="0"/>
              </a:spcAft>
              <a:buClrTx/>
              <a:buChar char="–"/>
              <a:defRPr sz="1400" kern="0"/>
            </a:lvl2pPr>
            <a:lvl3pPr marL="587375" indent="-180975" eaLnBrk="0" fontAlgn="base" hangingPunct="0">
              <a:spcBef>
                <a:spcPct val="20000"/>
              </a:spcBef>
              <a:spcAft>
                <a:spcPct val="0"/>
              </a:spcAft>
              <a:buClr>
                <a:schemeClr val="tx2"/>
              </a:buClr>
              <a:buChar char="•"/>
              <a:defRPr sz="1600"/>
            </a:lvl3pPr>
            <a:lvl4pPr marL="815975" indent="-227013" eaLnBrk="0" fontAlgn="base" hangingPunct="0">
              <a:spcBef>
                <a:spcPct val="20000"/>
              </a:spcBef>
              <a:spcAft>
                <a:spcPct val="0"/>
              </a:spcAft>
              <a:buClr>
                <a:schemeClr val="tx2"/>
              </a:buClr>
              <a:buChar char="–"/>
              <a:defRPr sz="1600"/>
            </a:lvl4pPr>
            <a:lvl5pPr marL="968375" indent="-150813" eaLnBrk="0" fontAlgn="base" hangingPunct="0">
              <a:spcBef>
                <a:spcPct val="20000"/>
              </a:spcBef>
              <a:spcAft>
                <a:spcPct val="0"/>
              </a:spcAft>
              <a:buClr>
                <a:schemeClr val="tx2"/>
              </a:buClr>
              <a:buChar char="»"/>
              <a:defRPr sz="1600"/>
            </a:lvl5pPr>
            <a:lvl6pPr marL="1425575" indent="-150813" fontAlgn="base">
              <a:spcBef>
                <a:spcPct val="20000"/>
              </a:spcBef>
              <a:spcAft>
                <a:spcPct val="0"/>
              </a:spcAft>
              <a:buChar char="»"/>
              <a:defRPr sz="1000"/>
            </a:lvl6pPr>
            <a:lvl7pPr marL="1882775" indent="-150813" fontAlgn="base">
              <a:spcBef>
                <a:spcPct val="20000"/>
              </a:spcBef>
              <a:spcAft>
                <a:spcPct val="0"/>
              </a:spcAft>
              <a:buChar char="»"/>
              <a:defRPr sz="1000"/>
            </a:lvl7pPr>
            <a:lvl8pPr marL="2339975" indent="-150813" fontAlgn="base">
              <a:spcBef>
                <a:spcPct val="20000"/>
              </a:spcBef>
              <a:spcAft>
                <a:spcPct val="0"/>
              </a:spcAft>
              <a:buChar char="»"/>
              <a:defRPr sz="1000"/>
            </a:lvl8pPr>
            <a:lvl9pPr marL="2797175" indent="-150813" fontAlgn="base">
              <a:spcBef>
                <a:spcPct val="20000"/>
              </a:spcBef>
              <a:spcAft>
                <a:spcPct val="0"/>
              </a:spcAft>
              <a:buChar char="»"/>
              <a:defRPr sz="1000"/>
            </a:lvl9pPr>
          </a:lstStyle>
          <a:p>
            <a:pPr>
              <a:spcBef>
                <a:spcPts val="600"/>
              </a:spcBef>
            </a:pPr>
            <a:r>
              <a:rPr lang="pt-BR" b="1"/>
              <a:t>Fundada em 2014 </a:t>
            </a:r>
            <a:r>
              <a:rPr lang="pt-BR"/>
              <a:t>como parte do Grupo Frontera, a Morro Verde rapidamente se estabeleceu como </a:t>
            </a:r>
            <a:r>
              <a:rPr lang="pt-BR" b="1"/>
              <a:t>uma influente produtora de fertilizantes no Brasil</a:t>
            </a:r>
          </a:p>
        </p:txBody>
      </p:sp>
      <p:sp>
        <p:nvSpPr>
          <p:cNvPr id="993" name="Oval 992">
            <a:extLst>
              <a:ext uri="{FF2B5EF4-FFF2-40B4-BE49-F238E27FC236}">
                <a16:creationId xmlns:a16="http://schemas.microsoft.com/office/drawing/2014/main" id="{7105E19D-2B53-E60C-18E8-8DEA338F97CE}"/>
              </a:ext>
            </a:extLst>
          </p:cNvPr>
          <p:cNvSpPr/>
          <p:nvPr/>
        </p:nvSpPr>
        <p:spPr>
          <a:xfrm>
            <a:off x="264151" y="1310555"/>
            <a:ext cx="839132" cy="839132"/>
          </a:xfrm>
          <a:prstGeom prst="ellipse">
            <a:avLst/>
          </a:prstGeom>
          <a:solidFill>
            <a:schemeClr val="tx2"/>
          </a:solidFill>
          <a:ln w="12700">
            <a:noFill/>
            <a:miter lim="400000"/>
          </a:ln>
          <a:effectLst/>
        </p:spPr>
        <p:txBody>
          <a:bodyPr lIns="108000" tIns="72000" rIns="108000" bIns="72000" rtlCol="0" anchor="ctr"/>
          <a:lstStyle/>
          <a:p>
            <a:pPr algn="l"/>
            <a:endParaRPr lang="pt-BR" sz="1400" err="1">
              <a:solidFill>
                <a:schemeClr val="bg1"/>
              </a:solidFill>
            </a:endParaRPr>
          </a:p>
        </p:txBody>
      </p:sp>
      <p:sp>
        <p:nvSpPr>
          <p:cNvPr id="994" name="Content Placeholder 2">
            <a:extLst>
              <a:ext uri="{FF2B5EF4-FFF2-40B4-BE49-F238E27FC236}">
                <a16:creationId xmlns:a16="http://schemas.microsoft.com/office/drawing/2014/main" id="{07D48717-2B2A-913F-C42A-D31BC70E0AF0}"/>
              </a:ext>
            </a:extLst>
          </p:cNvPr>
          <p:cNvSpPr txBox="1">
            <a:spLocks/>
          </p:cNvSpPr>
          <p:nvPr/>
        </p:nvSpPr>
        <p:spPr bwMode="auto">
          <a:xfrm>
            <a:off x="1254296" y="2567335"/>
            <a:ext cx="2772000" cy="1292662"/>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defPPr>
              <a:defRPr lang="pt-BR"/>
            </a:defPPr>
            <a:lvl1pPr marL="195263" indent="-195263" eaLnBrk="0" fontAlgn="base" hangingPunct="0">
              <a:spcBef>
                <a:spcPts val="0"/>
              </a:spcBef>
              <a:spcAft>
                <a:spcPts val="0"/>
              </a:spcAft>
              <a:buClrTx/>
              <a:buFont typeface="Wingdings" panose="05000000000000000000" pitchFamily="2" charset="2"/>
              <a:buChar char="§"/>
              <a:defRPr sz="1400" kern="0"/>
            </a:lvl1pPr>
            <a:lvl2pPr marL="404813" lvl="1" indent="-207963" eaLnBrk="0" fontAlgn="base" hangingPunct="0">
              <a:spcBef>
                <a:spcPts val="0"/>
              </a:spcBef>
              <a:spcAft>
                <a:spcPts val="0"/>
              </a:spcAft>
              <a:buClrTx/>
              <a:buChar char="–"/>
              <a:defRPr sz="1400" kern="0"/>
            </a:lvl2pPr>
            <a:lvl3pPr marL="587375" indent="-180975" eaLnBrk="0" fontAlgn="base" hangingPunct="0">
              <a:spcBef>
                <a:spcPct val="20000"/>
              </a:spcBef>
              <a:spcAft>
                <a:spcPct val="0"/>
              </a:spcAft>
              <a:buClr>
                <a:schemeClr val="tx2"/>
              </a:buClr>
              <a:buChar char="•"/>
              <a:defRPr sz="1600"/>
            </a:lvl3pPr>
            <a:lvl4pPr marL="815975" indent="-227013" eaLnBrk="0" fontAlgn="base" hangingPunct="0">
              <a:spcBef>
                <a:spcPct val="20000"/>
              </a:spcBef>
              <a:spcAft>
                <a:spcPct val="0"/>
              </a:spcAft>
              <a:buClr>
                <a:schemeClr val="tx2"/>
              </a:buClr>
              <a:buChar char="–"/>
              <a:defRPr sz="1600"/>
            </a:lvl4pPr>
            <a:lvl5pPr marL="968375" indent="-150813" eaLnBrk="0" fontAlgn="base" hangingPunct="0">
              <a:spcBef>
                <a:spcPct val="20000"/>
              </a:spcBef>
              <a:spcAft>
                <a:spcPct val="0"/>
              </a:spcAft>
              <a:buClr>
                <a:schemeClr val="tx2"/>
              </a:buClr>
              <a:buChar char="»"/>
              <a:defRPr sz="1600"/>
            </a:lvl5pPr>
            <a:lvl6pPr marL="1425575" indent="-150813" fontAlgn="base">
              <a:spcBef>
                <a:spcPct val="20000"/>
              </a:spcBef>
              <a:spcAft>
                <a:spcPct val="0"/>
              </a:spcAft>
              <a:buChar char="»"/>
              <a:defRPr sz="1000"/>
            </a:lvl6pPr>
            <a:lvl7pPr marL="1882775" indent="-150813" fontAlgn="base">
              <a:spcBef>
                <a:spcPct val="20000"/>
              </a:spcBef>
              <a:spcAft>
                <a:spcPct val="0"/>
              </a:spcAft>
              <a:buChar char="»"/>
              <a:defRPr sz="1000"/>
            </a:lvl7pPr>
            <a:lvl8pPr marL="2339975" indent="-150813" fontAlgn="base">
              <a:spcBef>
                <a:spcPct val="20000"/>
              </a:spcBef>
              <a:spcAft>
                <a:spcPct val="0"/>
              </a:spcAft>
              <a:buChar char="»"/>
              <a:defRPr sz="1000"/>
            </a:lvl8pPr>
            <a:lvl9pPr marL="2797175" indent="-150813" fontAlgn="base">
              <a:spcBef>
                <a:spcPct val="20000"/>
              </a:spcBef>
              <a:spcAft>
                <a:spcPct val="0"/>
              </a:spcAft>
              <a:buChar char="»"/>
              <a:defRPr sz="1000"/>
            </a:lvl9pPr>
          </a:lstStyle>
          <a:p>
            <a:pPr>
              <a:spcBef>
                <a:spcPts val="600"/>
              </a:spcBef>
            </a:pPr>
            <a:r>
              <a:rPr lang="pt-BR"/>
              <a:t>Atualmente, Morro Verde é umas das </a:t>
            </a:r>
            <a:r>
              <a:rPr lang="pt-BR" b="1"/>
              <a:t>líderes na produção de fertilizantes naturais fosfatados</a:t>
            </a:r>
            <a:r>
              <a:rPr lang="pt-BR"/>
              <a:t>, mas também atuando em </a:t>
            </a:r>
            <a:r>
              <a:rPr lang="pt-BR" b="1"/>
              <a:t>potássio, calcário agrícola e magnésio</a:t>
            </a:r>
          </a:p>
        </p:txBody>
      </p:sp>
      <p:sp>
        <p:nvSpPr>
          <p:cNvPr id="995" name="Oval 994">
            <a:extLst>
              <a:ext uri="{FF2B5EF4-FFF2-40B4-BE49-F238E27FC236}">
                <a16:creationId xmlns:a16="http://schemas.microsoft.com/office/drawing/2014/main" id="{F9DDF9A5-23B1-AE14-EABD-AE8DF428CB8A}"/>
              </a:ext>
            </a:extLst>
          </p:cNvPr>
          <p:cNvSpPr/>
          <p:nvPr/>
        </p:nvSpPr>
        <p:spPr>
          <a:xfrm>
            <a:off x="264151" y="2794100"/>
            <a:ext cx="839132" cy="839132"/>
          </a:xfrm>
          <a:prstGeom prst="ellipse">
            <a:avLst/>
          </a:prstGeom>
          <a:solidFill>
            <a:schemeClr val="tx2"/>
          </a:solidFill>
          <a:ln w="12700">
            <a:noFill/>
            <a:miter lim="400000"/>
          </a:ln>
          <a:effectLst/>
        </p:spPr>
        <p:txBody>
          <a:bodyPr lIns="108000" tIns="72000" rIns="108000" bIns="72000" rtlCol="0" anchor="ctr"/>
          <a:lstStyle/>
          <a:p>
            <a:pPr algn="l"/>
            <a:endParaRPr lang="pt-BR" sz="1400" err="1">
              <a:solidFill>
                <a:schemeClr val="bg1"/>
              </a:solidFill>
            </a:endParaRPr>
          </a:p>
        </p:txBody>
      </p:sp>
      <p:sp>
        <p:nvSpPr>
          <p:cNvPr id="996" name="Content Placeholder 2">
            <a:extLst>
              <a:ext uri="{FF2B5EF4-FFF2-40B4-BE49-F238E27FC236}">
                <a16:creationId xmlns:a16="http://schemas.microsoft.com/office/drawing/2014/main" id="{F690F644-7194-3639-1ECD-B1D5C462E11D}"/>
              </a:ext>
            </a:extLst>
          </p:cNvPr>
          <p:cNvSpPr txBox="1">
            <a:spLocks/>
          </p:cNvSpPr>
          <p:nvPr/>
        </p:nvSpPr>
        <p:spPr bwMode="auto">
          <a:xfrm>
            <a:off x="1254296" y="4050881"/>
            <a:ext cx="2772000" cy="158504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defPPr>
              <a:defRPr lang="pt-BR"/>
            </a:defPPr>
            <a:lvl1pPr marL="195263" indent="-195263" eaLnBrk="0" fontAlgn="base" hangingPunct="0">
              <a:spcBef>
                <a:spcPts val="0"/>
              </a:spcBef>
              <a:spcAft>
                <a:spcPts val="0"/>
              </a:spcAft>
              <a:buClrTx/>
              <a:buFont typeface="Wingdings" panose="05000000000000000000" pitchFamily="2" charset="2"/>
              <a:buChar char="§"/>
              <a:defRPr sz="1400" kern="0"/>
            </a:lvl1pPr>
            <a:lvl2pPr marL="404813" lvl="1" indent="-207963" eaLnBrk="0" fontAlgn="base" hangingPunct="0">
              <a:spcBef>
                <a:spcPts val="0"/>
              </a:spcBef>
              <a:spcAft>
                <a:spcPts val="0"/>
              </a:spcAft>
              <a:buClrTx/>
              <a:buChar char="–"/>
              <a:defRPr sz="1400" kern="0"/>
            </a:lvl2pPr>
            <a:lvl3pPr marL="587375" indent="-180975" eaLnBrk="0" fontAlgn="base" hangingPunct="0">
              <a:spcBef>
                <a:spcPct val="20000"/>
              </a:spcBef>
              <a:spcAft>
                <a:spcPct val="0"/>
              </a:spcAft>
              <a:buClr>
                <a:schemeClr val="tx2"/>
              </a:buClr>
              <a:buChar char="•"/>
              <a:defRPr sz="1600"/>
            </a:lvl3pPr>
            <a:lvl4pPr marL="815975" indent="-227013" eaLnBrk="0" fontAlgn="base" hangingPunct="0">
              <a:spcBef>
                <a:spcPct val="20000"/>
              </a:spcBef>
              <a:spcAft>
                <a:spcPct val="0"/>
              </a:spcAft>
              <a:buClr>
                <a:schemeClr val="tx2"/>
              </a:buClr>
              <a:buChar char="–"/>
              <a:defRPr sz="1600"/>
            </a:lvl4pPr>
            <a:lvl5pPr marL="968375" indent="-150813" eaLnBrk="0" fontAlgn="base" hangingPunct="0">
              <a:spcBef>
                <a:spcPct val="20000"/>
              </a:spcBef>
              <a:spcAft>
                <a:spcPct val="0"/>
              </a:spcAft>
              <a:buClr>
                <a:schemeClr val="tx2"/>
              </a:buClr>
              <a:buChar char="»"/>
              <a:defRPr sz="1600"/>
            </a:lvl5pPr>
            <a:lvl6pPr marL="1425575" indent="-150813" fontAlgn="base">
              <a:spcBef>
                <a:spcPct val="20000"/>
              </a:spcBef>
              <a:spcAft>
                <a:spcPct val="0"/>
              </a:spcAft>
              <a:buChar char="»"/>
              <a:defRPr sz="1000"/>
            </a:lvl6pPr>
            <a:lvl7pPr marL="1882775" indent="-150813" fontAlgn="base">
              <a:spcBef>
                <a:spcPct val="20000"/>
              </a:spcBef>
              <a:spcAft>
                <a:spcPct val="0"/>
              </a:spcAft>
              <a:buChar char="»"/>
              <a:defRPr sz="1000"/>
            </a:lvl7pPr>
            <a:lvl8pPr marL="2339975" indent="-150813" fontAlgn="base">
              <a:spcBef>
                <a:spcPct val="20000"/>
              </a:spcBef>
              <a:spcAft>
                <a:spcPct val="0"/>
              </a:spcAft>
              <a:buChar char="»"/>
              <a:defRPr sz="1000"/>
            </a:lvl8pPr>
            <a:lvl9pPr marL="2797175" indent="-150813" fontAlgn="base">
              <a:spcBef>
                <a:spcPct val="20000"/>
              </a:spcBef>
              <a:spcAft>
                <a:spcPct val="0"/>
              </a:spcAft>
              <a:buChar char="»"/>
              <a:defRPr sz="1000"/>
            </a:lvl9pPr>
          </a:lstStyle>
          <a:p>
            <a:pPr>
              <a:spcBef>
                <a:spcPts val="600"/>
              </a:spcBef>
            </a:pPr>
            <a:r>
              <a:rPr lang="pt-BR"/>
              <a:t>Morro Verde está em fase de </a:t>
            </a:r>
            <a:r>
              <a:rPr lang="pt-BR" b="1"/>
              <a:t>expansão da sua capacidade produtiva</a:t>
            </a:r>
            <a:r>
              <a:rPr lang="pt-BR"/>
              <a:t>, buscando alcançar uma </a:t>
            </a:r>
            <a:r>
              <a:rPr lang="pt-BR" b="1"/>
              <a:t>capacidade</a:t>
            </a:r>
            <a:r>
              <a:rPr lang="pt-BR"/>
              <a:t> </a:t>
            </a:r>
            <a:r>
              <a:rPr lang="pt-BR" b="1"/>
              <a:t>futura de 1,5 milhões de toneladas</a:t>
            </a:r>
          </a:p>
          <a:p>
            <a:pPr>
              <a:spcBef>
                <a:spcPts val="600"/>
              </a:spcBef>
            </a:pPr>
            <a:r>
              <a:rPr lang="pt-BR" b="1"/>
              <a:t>Capacidade em fosfato </a:t>
            </a:r>
            <a:r>
              <a:rPr lang="pt-BR"/>
              <a:t>pode atingir </a:t>
            </a:r>
            <a:r>
              <a:rPr lang="pt-BR" b="1"/>
              <a:t>500 mil toneladas</a:t>
            </a:r>
            <a:endParaRPr lang="pt-BR"/>
          </a:p>
        </p:txBody>
      </p:sp>
      <p:sp>
        <p:nvSpPr>
          <p:cNvPr id="997" name="Oval 996">
            <a:extLst>
              <a:ext uri="{FF2B5EF4-FFF2-40B4-BE49-F238E27FC236}">
                <a16:creationId xmlns:a16="http://schemas.microsoft.com/office/drawing/2014/main" id="{E76B850F-596E-1B8D-E069-537D2E7FA099}"/>
              </a:ext>
            </a:extLst>
          </p:cNvPr>
          <p:cNvSpPr/>
          <p:nvPr/>
        </p:nvSpPr>
        <p:spPr>
          <a:xfrm>
            <a:off x="264151" y="4423839"/>
            <a:ext cx="839132" cy="839132"/>
          </a:xfrm>
          <a:prstGeom prst="ellipse">
            <a:avLst/>
          </a:prstGeom>
          <a:solidFill>
            <a:schemeClr val="tx2"/>
          </a:solidFill>
          <a:ln w="12700">
            <a:noFill/>
            <a:miter lim="400000"/>
          </a:ln>
          <a:effectLst/>
        </p:spPr>
        <p:txBody>
          <a:bodyPr lIns="108000" tIns="72000" rIns="108000" bIns="72000" rtlCol="0" anchor="ctr"/>
          <a:lstStyle/>
          <a:p>
            <a:pPr algn="l"/>
            <a:endParaRPr lang="pt-BR" sz="1400" err="1">
              <a:solidFill>
                <a:schemeClr val="bg1"/>
              </a:solidFill>
            </a:endParaRPr>
          </a:p>
        </p:txBody>
      </p:sp>
      <p:pic>
        <p:nvPicPr>
          <p:cNvPr id="1014" name="Picture 1013">
            <a:extLst>
              <a:ext uri="{FF2B5EF4-FFF2-40B4-BE49-F238E27FC236}">
                <a16:creationId xmlns:a16="http://schemas.microsoft.com/office/drawing/2014/main" id="{828E147F-9D94-FE0E-0385-D6803AD0D9CA}"/>
              </a:ext>
            </a:extLst>
          </p:cNvPr>
          <p:cNvPicPr>
            <a:picLocks noChangeAspect="1"/>
          </p:cNvPicPr>
          <p:nvPr/>
        </p:nvPicPr>
        <p:blipFill>
          <a:blip r:embed="rId10" cstate="email">
            <a:lum bright="70000" contrast="-70000"/>
            <a:extLst>
              <a:ext uri="{BEBA8EAE-BF5A-486C-A8C5-ECC9F3942E4B}">
                <a14:imgProps xmlns:a14="http://schemas.microsoft.com/office/drawing/2010/main">
                  <a14:imgLayer r:embed="rId11">
                    <a14:imgEffect>
                      <a14:artisticPhotocopy/>
                    </a14:imgEffect>
                  </a14:imgLayer>
                </a14:imgProps>
              </a:ext>
              <a:ext uri="{28A0092B-C50C-407E-A947-70E740481C1C}">
                <a14:useLocalDpi xmlns:a14="http://schemas.microsoft.com/office/drawing/2010/main"/>
              </a:ext>
            </a:extLst>
          </a:blip>
          <a:stretch>
            <a:fillRect/>
          </a:stretch>
        </p:blipFill>
        <p:spPr>
          <a:xfrm>
            <a:off x="405124" y="1451528"/>
            <a:ext cx="557186" cy="557186"/>
          </a:xfrm>
          <a:prstGeom prst="rect">
            <a:avLst/>
          </a:prstGeom>
        </p:spPr>
      </p:pic>
      <p:pic>
        <p:nvPicPr>
          <p:cNvPr id="1016" name="Picture 1015">
            <a:extLst>
              <a:ext uri="{FF2B5EF4-FFF2-40B4-BE49-F238E27FC236}">
                <a16:creationId xmlns:a16="http://schemas.microsoft.com/office/drawing/2014/main" id="{C7A0818B-7A4D-46E5-15F1-BEF8B8383A86}"/>
              </a:ext>
            </a:extLst>
          </p:cNvPr>
          <p:cNvPicPr>
            <a:picLocks noChangeAspect="1"/>
          </p:cNvPicPr>
          <p:nvPr/>
        </p:nvPicPr>
        <p:blipFill>
          <a:blip r:embed="rId12" cstate="email">
            <a:lum bright="70000" contrast="-70000"/>
            <a:extLst>
              <a:ext uri="{BEBA8EAE-BF5A-486C-A8C5-ECC9F3942E4B}">
                <a14:imgProps xmlns:a14="http://schemas.microsoft.com/office/drawing/2010/main">
                  <a14:imgLayer r:embed="rId13">
                    <a14:imgEffect>
                      <a14:artisticPhotocopy/>
                    </a14:imgEffect>
                  </a14:imgLayer>
                </a14:imgProps>
              </a:ext>
              <a:ext uri="{28A0092B-C50C-407E-A947-70E740481C1C}">
                <a14:useLocalDpi xmlns:a14="http://schemas.microsoft.com/office/drawing/2010/main"/>
              </a:ext>
            </a:extLst>
          </a:blip>
          <a:stretch>
            <a:fillRect/>
          </a:stretch>
        </p:blipFill>
        <p:spPr>
          <a:xfrm>
            <a:off x="405124" y="2935073"/>
            <a:ext cx="557186" cy="557186"/>
          </a:xfrm>
          <a:prstGeom prst="rect">
            <a:avLst/>
          </a:prstGeom>
        </p:spPr>
      </p:pic>
      <p:pic>
        <p:nvPicPr>
          <p:cNvPr id="1018" name="Picture 1017">
            <a:extLst>
              <a:ext uri="{FF2B5EF4-FFF2-40B4-BE49-F238E27FC236}">
                <a16:creationId xmlns:a16="http://schemas.microsoft.com/office/drawing/2014/main" id="{92AA1B38-DDDD-3AF6-A248-B6103EF2E7FF}"/>
              </a:ext>
            </a:extLst>
          </p:cNvPr>
          <p:cNvPicPr>
            <a:picLocks noChangeAspect="1"/>
          </p:cNvPicPr>
          <p:nvPr/>
        </p:nvPicPr>
        <p:blipFill>
          <a:blip r:embed="rId14" cstate="email">
            <a:lum bright="70000" contrast="-70000"/>
            <a:extLst>
              <a:ext uri="{BEBA8EAE-BF5A-486C-A8C5-ECC9F3942E4B}">
                <a14:imgProps xmlns:a14="http://schemas.microsoft.com/office/drawing/2010/main">
                  <a14:imgLayer r:embed="rId15">
                    <a14:imgEffect>
                      <a14:artisticPhotocopy/>
                    </a14:imgEffect>
                  </a14:imgLayer>
                </a14:imgProps>
              </a:ext>
              <a:ext uri="{28A0092B-C50C-407E-A947-70E740481C1C}">
                <a14:useLocalDpi xmlns:a14="http://schemas.microsoft.com/office/drawing/2010/main"/>
              </a:ext>
            </a:extLst>
          </a:blip>
          <a:stretch>
            <a:fillRect/>
          </a:stretch>
        </p:blipFill>
        <p:spPr>
          <a:xfrm>
            <a:off x="405124" y="4564812"/>
            <a:ext cx="557186" cy="557186"/>
          </a:xfrm>
          <a:prstGeom prst="rect">
            <a:avLst/>
          </a:prstGeom>
        </p:spPr>
      </p:pic>
      <p:pic>
        <p:nvPicPr>
          <p:cNvPr id="20" name="Picture 19" descr="A green and black logo&#10;&#10;Description automatically generated">
            <a:extLst>
              <a:ext uri="{FF2B5EF4-FFF2-40B4-BE49-F238E27FC236}">
                <a16:creationId xmlns:a16="http://schemas.microsoft.com/office/drawing/2014/main" id="{2ABFCD75-4A2B-441F-BDCF-5E1C3B2EDF7B}"/>
              </a:ext>
            </a:extLst>
          </p:cNvPr>
          <p:cNvPicPr>
            <a:picLocks noChangeAspect="1"/>
          </p:cNvPicPr>
          <p:nvPr/>
        </p:nvPicPr>
        <p:blipFill>
          <a:blip r:embed="rId16" cstate="email">
            <a:extLst>
              <a:ext uri="{28A0092B-C50C-407E-A947-70E740481C1C}">
                <a14:useLocalDpi xmlns:a14="http://schemas.microsoft.com/office/drawing/2010/main"/>
              </a:ext>
            </a:extLst>
          </a:blip>
          <a:stretch>
            <a:fillRect/>
          </a:stretch>
        </p:blipFill>
        <p:spPr>
          <a:xfrm>
            <a:off x="9666571" y="225177"/>
            <a:ext cx="2297888" cy="615600"/>
          </a:xfrm>
          <a:prstGeom prst="rect">
            <a:avLst/>
          </a:prstGeom>
        </p:spPr>
      </p:pic>
      <p:sp>
        <p:nvSpPr>
          <p:cNvPr id="12" name="Retângulo 11">
            <a:extLst>
              <a:ext uri="{FF2B5EF4-FFF2-40B4-BE49-F238E27FC236}">
                <a16:creationId xmlns:a16="http://schemas.microsoft.com/office/drawing/2014/main" id="{D700D307-E08B-C309-C2C0-0E1EE733E0DE}"/>
              </a:ext>
            </a:extLst>
          </p:cNvPr>
          <p:cNvSpPr/>
          <p:nvPr/>
        </p:nvSpPr>
        <p:spPr>
          <a:xfrm>
            <a:off x="0" y="5833640"/>
            <a:ext cx="12192000" cy="576000"/>
          </a:xfrm>
          <a:prstGeom prst="rect">
            <a:avLst/>
          </a:prstGeom>
          <a:solidFill>
            <a:schemeClr val="tx2"/>
          </a:solidFill>
          <a:ln w="12700">
            <a:noFill/>
            <a:miter lim="400000"/>
          </a:ln>
          <a:effectLst/>
        </p:spPr>
        <p:txBody>
          <a:bodyPr lIns="720000" tIns="108000" rIns="720000" bIns="108000" rtlCol="0"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400" b="1" i="0" u="none" strike="noStrike" kern="1200" cap="none" spc="0" normalizeH="0" baseline="0" noProof="0">
                <a:ln>
                  <a:noFill/>
                </a:ln>
                <a:solidFill>
                  <a:prstClr val="white"/>
                </a:solidFill>
                <a:effectLst/>
                <a:uLnTx/>
                <a:uFillTx/>
                <a:latin typeface="Arial"/>
                <a:ea typeface="+mn-ea"/>
                <a:cs typeface="+mn-cs"/>
              </a:rPr>
              <a:t>Crescimento da Morro Verde passa por redefinir modelo de acesso à mercado para culturas aderentes ao portfólio de produtos, em especial fosfatados</a:t>
            </a:r>
          </a:p>
        </p:txBody>
      </p:sp>
    </p:spTree>
    <p:extLst>
      <p:ext uri="{BB962C8B-B14F-4D97-AF65-F5344CB8AC3E}">
        <p14:creationId xmlns:p14="http://schemas.microsoft.com/office/powerpoint/2010/main" val="22039923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123" name="think-cell data - do not delete" hidden="1">
            <a:extLst>
              <a:ext uri="{FF2B5EF4-FFF2-40B4-BE49-F238E27FC236}">
                <a16:creationId xmlns:a16="http://schemas.microsoft.com/office/drawing/2014/main" id="{3DFB1FCB-70D7-59C5-4003-EFA87480B1D2}"/>
              </a:ext>
            </a:extLst>
          </p:cNvPr>
          <p:cNvGraphicFramePr>
            <a:graphicFrameLocks noChangeAspect="1"/>
          </p:cNvGraphicFramePr>
          <p:nvPr>
            <p:custDataLst>
              <p:tags r:id="rId1"/>
            </p:custDataLst>
            <p:extLst>
              <p:ext uri="{D42A27DB-BD31-4B8C-83A1-F6EECF244321}">
                <p14:modId xmlns:p14="http://schemas.microsoft.com/office/powerpoint/2010/main" val="98516531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Slide do think-cell" r:id="rId4" imgW="425" imgH="424" progId="TCLayout.ActiveDocument.1">
                  <p:embed/>
                </p:oleObj>
              </mc:Choice>
              <mc:Fallback>
                <p:oleObj name="Slide do think-cell" r:id="rId4" imgW="425" imgH="424" progId="TCLayout.ActiveDocument.1">
                  <p:embed/>
                  <p:pic>
                    <p:nvPicPr>
                      <p:cNvPr id="123" name="think-cell data - do not delete" hidden="1">
                        <a:extLst>
                          <a:ext uri="{FF2B5EF4-FFF2-40B4-BE49-F238E27FC236}">
                            <a16:creationId xmlns:a16="http://schemas.microsoft.com/office/drawing/2014/main" id="{3DFB1FCB-70D7-59C5-4003-EFA87480B1D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cxnSp>
        <p:nvCxnSpPr>
          <p:cNvPr id="80" name="Conector recto 11">
            <a:extLst>
              <a:ext uri="{FF2B5EF4-FFF2-40B4-BE49-F238E27FC236}">
                <a16:creationId xmlns:a16="http://schemas.microsoft.com/office/drawing/2014/main" id="{2D035EC2-A1DD-71B0-2382-580FD94B9BD1}"/>
              </a:ext>
            </a:extLst>
          </p:cNvPr>
          <p:cNvCxnSpPr>
            <a:cxnSpLocks/>
          </p:cNvCxnSpPr>
          <p:nvPr/>
        </p:nvCxnSpPr>
        <p:spPr>
          <a:xfrm flipV="1">
            <a:off x="9916049" y="4882257"/>
            <a:ext cx="0" cy="1414747"/>
          </a:xfrm>
          <a:prstGeom prst="line">
            <a:avLst/>
          </a:prstGeom>
          <a:ln w="19050">
            <a:solidFill>
              <a:schemeClr val="tx2"/>
            </a:solidFill>
            <a:prstDash val="sysDot"/>
            <a:tailEnd type="oval"/>
          </a:ln>
        </p:spPr>
        <p:style>
          <a:lnRef idx="1">
            <a:schemeClr val="accent1"/>
          </a:lnRef>
          <a:fillRef idx="0">
            <a:schemeClr val="accent1"/>
          </a:fillRef>
          <a:effectRef idx="0">
            <a:schemeClr val="accent1"/>
          </a:effectRef>
          <a:fontRef idx="minor">
            <a:schemeClr val="tx1"/>
          </a:fontRef>
        </p:style>
      </p:cxnSp>
      <p:sp>
        <p:nvSpPr>
          <p:cNvPr id="182" name="Rectángulo 181">
            <a:extLst>
              <a:ext uri="{FF2B5EF4-FFF2-40B4-BE49-F238E27FC236}">
                <a16:creationId xmlns:a16="http://schemas.microsoft.com/office/drawing/2014/main" id="{C5870983-2BA5-3477-2925-DC0FD4055BF7}"/>
              </a:ext>
            </a:extLst>
          </p:cNvPr>
          <p:cNvSpPr/>
          <p:nvPr/>
        </p:nvSpPr>
        <p:spPr>
          <a:xfrm>
            <a:off x="9535947" y="6377206"/>
            <a:ext cx="2133539" cy="406314"/>
          </a:xfrm>
          <a:prstGeom prst="rect">
            <a:avLst/>
          </a:prstGeom>
          <a:solidFill>
            <a:schemeClr val="bg1"/>
          </a:solidFill>
          <a:ln w="12700">
            <a:noFill/>
            <a:miter lim="400000"/>
          </a:ln>
          <a:effectLst/>
        </p:spPr>
        <p:txBody>
          <a:bodyPr lIns="108000" tIns="72000" rIns="108000" bIns="72000" rtlCol="0" anchor="ctr"/>
          <a:lstStyle/>
          <a:p>
            <a:pPr algn="l"/>
            <a:endParaRPr lang="pt-BR" sz="1400" err="1">
              <a:solidFill>
                <a:schemeClr val="bg1"/>
              </a:solidFill>
            </a:endParaRPr>
          </a:p>
        </p:txBody>
      </p:sp>
      <p:sp>
        <p:nvSpPr>
          <p:cNvPr id="180" name="Marcador de texto 179">
            <a:extLst>
              <a:ext uri="{FF2B5EF4-FFF2-40B4-BE49-F238E27FC236}">
                <a16:creationId xmlns:a16="http://schemas.microsoft.com/office/drawing/2014/main" id="{D33473CC-4E1F-137B-FF91-BC1A75228642}"/>
              </a:ext>
            </a:extLst>
          </p:cNvPr>
          <p:cNvSpPr>
            <a:spLocks noGrp="1"/>
          </p:cNvSpPr>
          <p:nvPr>
            <p:ph type="body" sz="quarter" idx="14"/>
          </p:nvPr>
        </p:nvSpPr>
        <p:spPr/>
        <p:txBody>
          <a:bodyPr/>
          <a:lstStyle/>
          <a:p>
            <a:r>
              <a:rPr lang="en-US"/>
              <a:t>1. Spectra é </a:t>
            </a:r>
            <a:r>
              <a:rPr lang="en-US" err="1"/>
              <a:t>investidora-âncora</a:t>
            </a:r>
            <a:r>
              <a:rPr lang="en-US"/>
              <a:t> da Ore Investments</a:t>
            </a:r>
          </a:p>
          <a:p>
            <a:r>
              <a:rPr lang="en-US"/>
              <a:t>Fonte: Morro Verde </a:t>
            </a:r>
            <a:r>
              <a:rPr lang="en-US" i="1"/>
              <a:t>website, </a:t>
            </a:r>
            <a:r>
              <a:rPr lang="en-US"/>
              <a:t>Valor Econômico, Mirow &amp; Co.</a:t>
            </a:r>
          </a:p>
        </p:txBody>
      </p:sp>
      <p:sp>
        <p:nvSpPr>
          <p:cNvPr id="3" name="Title 2">
            <a:extLst>
              <a:ext uri="{FF2B5EF4-FFF2-40B4-BE49-F238E27FC236}">
                <a16:creationId xmlns:a16="http://schemas.microsoft.com/office/drawing/2014/main" id="{132092E4-2E6E-4631-B89D-72FDB75A8857}"/>
              </a:ext>
            </a:extLst>
          </p:cNvPr>
          <p:cNvSpPr>
            <a:spLocks noGrp="1"/>
          </p:cNvSpPr>
          <p:nvPr>
            <p:ph type="title"/>
          </p:nvPr>
        </p:nvSpPr>
        <p:spPr/>
        <p:txBody>
          <a:bodyPr vert="horz"/>
          <a:lstStyle/>
          <a:p>
            <a:r>
              <a:rPr lang="en-US" err="1"/>
              <a:t>Desde</a:t>
            </a:r>
            <a:r>
              <a:rPr lang="en-US"/>
              <a:t> 2023 </a:t>
            </a:r>
            <a:r>
              <a:rPr lang="en-US" err="1"/>
              <a:t>companhia</a:t>
            </a:r>
            <a:r>
              <a:rPr lang="en-US"/>
              <a:t> é </a:t>
            </a:r>
            <a:r>
              <a:rPr lang="en-US" err="1"/>
              <a:t>controlada</a:t>
            </a:r>
            <a:r>
              <a:rPr lang="en-US"/>
              <a:t> pela Ore investments, </a:t>
            </a:r>
            <a:r>
              <a:rPr lang="en-US" err="1"/>
              <a:t>fundo</a:t>
            </a:r>
            <a:r>
              <a:rPr lang="en-US"/>
              <a:t> de </a:t>
            </a:r>
            <a:r>
              <a:rPr lang="en-US" i="1"/>
              <a:t>private equity </a:t>
            </a:r>
            <a:r>
              <a:rPr lang="en-US" err="1"/>
              <a:t>focado</a:t>
            </a:r>
            <a:r>
              <a:rPr lang="en-US"/>
              <a:t> </a:t>
            </a:r>
            <a:r>
              <a:rPr lang="en-US" err="1"/>
              <a:t>em</a:t>
            </a:r>
            <a:r>
              <a:rPr lang="en-US"/>
              <a:t> </a:t>
            </a:r>
            <a:r>
              <a:rPr lang="en-US" err="1"/>
              <a:t>mineração</a:t>
            </a:r>
            <a:r>
              <a:rPr lang="en-US"/>
              <a:t> </a:t>
            </a:r>
          </a:p>
        </p:txBody>
      </p:sp>
      <p:sp>
        <p:nvSpPr>
          <p:cNvPr id="106" name="Pentagon 3">
            <a:extLst>
              <a:ext uri="{FF2B5EF4-FFF2-40B4-BE49-F238E27FC236}">
                <a16:creationId xmlns:a16="http://schemas.microsoft.com/office/drawing/2014/main" id="{9ECF47DD-99C8-9A48-57EB-F14B710D443C}"/>
              </a:ext>
            </a:extLst>
          </p:cNvPr>
          <p:cNvSpPr/>
          <p:nvPr/>
        </p:nvSpPr>
        <p:spPr>
          <a:xfrm>
            <a:off x="478970" y="1966928"/>
            <a:ext cx="2321113" cy="3693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nchorCtr="0">
            <a:spAutoFit/>
          </a:bodyPr>
          <a:lstStyle/>
          <a:p>
            <a:pPr marL="0" marR="0" lvl="0" indent="0" algn="l" defTabSz="895350" eaLnBrk="1" fontAlgn="auto" latinLnBrk="0" hangingPunct="1">
              <a:lnSpc>
                <a:spcPct val="100000"/>
              </a:lnSpc>
              <a:spcBef>
                <a:spcPts val="300"/>
              </a:spcBef>
              <a:spcAft>
                <a:spcPts val="0"/>
              </a:spcAft>
              <a:buClr>
                <a:srgbClr val="020E66"/>
              </a:buClr>
              <a:buSzTx/>
              <a:buFontTx/>
              <a:buNone/>
              <a:tabLst/>
              <a:defRPr/>
            </a:pPr>
            <a:r>
              <a:rPr kumimoji="0" lang="pt-BR" sz="1200" u="none" strike="noStrike" kern="1200" cap="none" spc="0" normalizeH="0" baseline="0" noProof="0">
                <a:ln>
                  <a:noFill/>
                </a:ln>
                <a:solidFill>
                  <a:schemeClr val="tx2"/>
                </a:solidFill>
                <a:effectLst/>
                <a:uLnTx/>
                <a:uFillTx/>
                <a:latin typeface="+mj-lt"/>
                <a:ea typeface="ＭＳ Ｐゴシック" charset="0"/>
                <a:cs typeface="Arial" panose="020B0604020202020204" pitchFamily="34" charset="0"/>
              </a:rPr>
              <a:t>Grupo Frontera, socio controlador da Morro Verde é fundado.</a:t>
            </a:r>
          </a:p>
        </p:txBody>
      </p:sp>
      <p:sp>
        <p:nvSpPr>
          <p:cNvPr id="107" name="Pentagon 3">
            <a:extLst>
              <a:ext uri="{FF2B5EF4-FFF2-40B4-BE49-F238E27FC236}">
                <a16:creationId xmlns:a16="http://schemas.microsoft.com/office/drawing/2014/main" id="{7E3A9E02-8731-9E33-2B80-D7479BAD444C}"/>
              </a:ext>
            </a:extLst>
          </p:cNvPr>
          <p:cNvSpPr/>
          <p:nvPr/>
        </p:nvSpPr>
        <p:spPr>
          <a:xfrm>
            <a:off x="4196116" y="1496610"/>
            <a:ext cx="2699647" cy="3693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nchorCtr="0">
            <a:spAutoFit/>
          </a:bodyPr>
          <a:lstStyle/>
          <a:p>
            <a:pPr marL="0" marR="0" lvl="0" indent="0" algn="l" defTabSz="895350" eaLnBrk="1" fontAlgn="auto" latinLnBrk="0" hangingPunct="1">
              <a:lnSpc>
                <a:spcPct val="100000"/>
              </a:lnSpc>
              <a:spcBef>
                <a:spcPts val="300"/>
              </a:spcBef>
              <a:spcAft>
                <a:spcPts val="0"/>
              </a:spcAft>
              <a:buClr>
                <a:srgbClr val="020E66"/>
              </a:buClr>
              <a:buSzTx/>
              <a:buFontTx/>
              <a:buNone/>
              <a:tabLst/>
              <a:defRPr/>
            </a:pPr>
            <a:r>
              <a:rPr kumimoji="0" lang="pt-BR" sz="1200" u="none" strike="noStrike" kern="1200" cap="none" spc="0" normalizeH="0" baseline="0" noProof="0">
                <a:ln>
                  <a:noFill/>
                </a:ln>
                <a:solidFill>
                  <a:schemeClr val="tx2"/>
                </a:solidFill>
                <a:effectLst/>
                <a:uLnTx/>
                <a:uFillTx/>
                <a:latin typeface="+mj-lt"/>
                <a:ea typeface="ＭＳ Ｐゴシック" charset="0"/>
                <a:cs typeface="Arial" panose="020B0604020202020204" pitchFamily="34" charset="0"/>
              </a:rPr>
              <a:t>Jazida de Fosfato Morro Verde é descoberta em Pratápolis</a:t>
            </a:r>
          </a:p>
        </p:txBody>
      </p:sp>
      <p:sp>
        <p:nvSpPr>
          <p:cNvPr id="108" name="Pentagon 3">
            <a:extLst>
              <a:ext uri="{FF2B5EF4-FFF2-40B4-BE49-F238E27FC236}">
                <a16:creationId xmlns:a16="http://schemas.microsoft.com/office/drawing/2014/main" id="{C9BDC95D-50C2-6948-3937-91B4CFF08644}"/>
              </a:ext>
            </a:extLst>
          </p:cNvPr>
          <p:cNvSpPr/>
          <p:nvPr/>
        </p:nvSpPr>
        <p:spPr>
          <a:xfrm>
            <a:off x="4844755" y="2197000"/>
            <a:ext cx="2222560" cy="3693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nchorCtr="0">
            <a:spAutoFit/>
          </a:bodyPr>
          <a:lstStyle/>
          <a:p>
            <a:pPr marL="0" marR="0" lvl="0" indent="0" algn="l" defTabSz="895350" eaLnBrk="1" fontAlgn="auto" latinLnBrk="0" hangingPunct="1">
              <a:lnSpc>
                <a:spcPct val="100000"/>
              </a:lnSpc>
              <a:spcBef>
                <a:spcPts val="300"/>
              </a:spcBef>
              <a:spcAft>
                <a:spcPts val="0"/>
              </a:spcAft>
              <a:buClr>
                <a:srgbClr val="020E66"/>
              </a:buClr>
              <a:buSzTx/>
              <a:buFontTx/>
              <a:buNone/>
              <a:tabLst/>
              <a:defRPr/>
            </a:pPr>
            <a:r>
              <a:rPr kumimoji="0" lang="pt-BR" sz="1200" u="none" strike="noStrike" kern="1200" cap="none" spc="0" normalizeH="0" baseline="0" noProof="0">
                <a:ln>
                  <a:noFill/>
                </a:ln>
                <a:solidFill>
                  <a:schemeClr val="tx2"/>
                </a:solidFill>
                <a:effectLst/>
                <a:uLnTx/>
                <a:uFillTx/>
                <a:latin typeface="+mj-lt"/>
                <a:ea typeface="ＭＳ Ｐゴシック" charset="0"/>
                <a:cs typeface="Arial" panose="020B0604020202020204" pitchFamily="34" charset="0"/>
              </a:rPr>
              <a:t>Incorporação da Mineração Morro Verde Ltda. em 2014</a:t>
            </a:r>
          </a:p>
        </p:txBody>
      </p:sp>
      <p:sp>
        <p:nvSpPr>
          <p:cNvPr id="109" name="Pentagon 3">
            <a:extLst>
              <a:ext uri="{FF2B5EF4-FFF2-40B4-BE49-F238E27FC236}">
                <a16:creationId xmlns:a16="http://schemas.microsoft.com/office/drawing/2014/main" id="{ED5DDF0F-4364-E2C4-38C2-F9A8C5530677}"/>
              </a:ext>
            </a:extLst>
          </p:cNvPr>
          <p:cNvSpPr/>
          <p:nvPr/>
        </p:nvSpPr>
        <p:spPr>
          <a:xfrm>
            <a:off x="281673" y="2879917"/>
            <a:ext cx="2465332" cy="7386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nchorCtr="0">
            <a:spAutoFit/>
          </a:bodyPr>
          <a:lstStyle/>
          <a:p>
            <a:pPr marL="0" marR="0" lvl="0" indent="0" algn="r" defTabSz="895350" eaLnBrk="1" fontAlgn="auto" latinLnBrk="0" hangingPunct="1">
              <a:lnSpc>
                <a:spcPct val="100000"/>
              </a:lnSpc>
              <a:spcBef>
                <a:spcPts val="300"/>
              </a:spcBef>
              <a:spcAft>
                <a:spcPts val="0"/>
              </a:spcAft>
              <a:buClr>
                <a:srgbClr val="020E66"/>
              </a:buClr>
              <a:buSzTx/>
              <a:buFontTx/>
              <a:buNone/>
              <a:tabLst/>
              <a:defRPr/>
            </a:pPr>
            <a:r>
              <a:rPr kumimoji="0" lang="pt-BR" sz="1200" u="none" strike="noStrike" kern="1200" cap="none" spc="0" normalizeH="0" baseline="0" noProof="0">
                <a:ln>
                  <a:noFill/>
                </a:ln>
                <a:solidFill>
                  <a:schemeClr val="tx2"/>
                </a:solidFill>
                <a:effectLst/>
                <a:uLnTx/>
                <a:uFillTx/>
                <a:latin typeface="+mj-lt"/>
                <a:ea typeface="ＭＳ Ｐゴシック" charset="0"/>
                <a:cs typeface="Arial" panose="020B0604020202020204" pitchFamily="34" charset="0"/>
              </a:rPr>
              <a:t>Início da produção e comercialização de fertilizantes fosfatados no Complexo Mineiro – Industrial MV.</a:t>
            </a:r>
          </a:p>
        </p:txBody>
      </p:sp>
      <p:sp>
        <p:nvSpPr>
          <p:cNvPr id="111" name="Pentagon 3">
            <a:extLst>
              <a:ext uri="{FF2B5EF4-FFF2-40B4-BE49-F238E27FC236}">
                <a16:creationId xmlns:a16="http://schemas.microsoft.com/office/drawing/2014/main" id="{CAAA17F4-F72C-5707-F144-B4E1561D4FC3}"/>
              </a:ext>
            </a:extLst>
          </p:cNvPr>
          <p:cNvSpPr/>
          <p:nvPr/>
        </p:nvSpPr>
        <p:spPr>
          <a:xfrm>
            <a:off x="7365871" y="3629948"/>
            <a:ext cx="1532931" cy="7386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nchorCtr="0">
            <a:spAutoFit/>
          </a:bodyPr>
          <a:lstStyle/>
          <a:p>
            <a:pPr marL="0" marR="0" lvl="0" indent="0" algn="l" defTabSz="895350" eaLnBrk="1" fontAlgn="auto" latinLnBrk="0" hangingPunct="1">
              <a:lnSpc>
                <a:spcPct val="100000"/>
              </a:lnSpc>
              <a:spcBef>
                <a:spcPts val="300"/>
              </a:spcBef>
              <a:spcAft>
                <a:spcPts val="0"/>
              </a:spcAft>
              <a:buClr>
                <a:srgbClr val="020E66"/>
              </a:buClr>
              <a:buSzTx/>
              <a:buFontTx/>
              <a:buNone/>
              <a:tabLst/>
              <a:defRPr/>
            </a:pPr>
            <a:r>
              <a:rPr kumimoji="0" lang="pt-BR" sz="1200" u="none" strike="noStrike" kern="1200" cap="none" spc="0" normalizeH="0" baseline="0" noProof="0">
                <a:ln>
                  <a:noFill/>
                </a:ln>
                <a:solidFill>
                  <a:schemeClr val="tx2"/>
                </a:solidFill>
                <a:effectLst/>
                <a:uLnTx/>
                <a:uFillTx/>
                <a:latin typeface="+mj-lt"/>
                <a:ea typeface="ＭＳ Ｐゴシック" charset="0"/>
                <a:cs typeface="Arial" panose="020B0604020202020204" pitchFamily="34" charset="0"/>
              </a:rPr>
              <a:t>Descoberta da jazida de Potássio Santa Helena no município de Tiros, MG</a:t>
            </a:r>
          </a:p>
        </p:txBody>
      </p:sp>
      <p:grpSp>
        <p:nvGrpSpPr>
          <p:cNvPr id="54" name="Grupo 53">
            <a:extLst>
              <a:ext uri="{FF2B5EF4-FFF2-40B4-BE49-F238E27FC236}">
                <a16:creationId xmlns:a16="http://schemas.microsoft.com/office/drawing/2014/main" id="{7647B565-77A1-877C-840C-D2C022B6D9BE}"/>
              </a:ext>
            </a:extLst>
          </p:cNvPr>
          <p:cNvGrpSpPr/>
          <p:nvPr/>
        </p:nvGrpSpPr>
        <p:grpSpPr>
          <a:xfrm>
            <a:off x="-1" y="1352533"/>
            <a:ext cx="11384152" cy="5505467"/>
            <a:chOff x="10830" y="986067"/>
            <a:chExt cx="10140281" cy="5880772"/>
          </a:xfrm>
        </p:grpSpPr>
        <p:sp>
          <p:nvSpPr>
            <p:cNvPr id="7" name="Google Shape;528;p27">
              <a:extLst>
                <a:ext uri="{FF2B5EF4-FFF2-40B4-BE49-F238E27FC236}">
                  <a16:creationId xmlns:a16="http://schemas.microsoft.com/office/drawing/2014/main" id="{52C9125C-0043-FCA4-65A7-643E2E60ABAD}"/>
                </a:ext>
              </a:extLst>
            </p:cNvPr>
            <p:cNvSpPr/>
            <p:nvPr/>
          </p:nvSpPr>
          <p:spPr>
            <a:xfrm flipH="1">
              <a:off x="11016" y="986067"/>
              <a:ext cx="10140095" cy="5880772"/>
            </a:xfrm>
            <a:custGeom>
              <a:avLst/>
              <a:gdLst/>
              <a:ahLst/>
              <a:cxnLst/>
              <a:rect l="l" t="t" r="r" b="b"/>
              <a:pathLst>
                <a:path w="19689976" h="11419247" extrusionOk="0">
                  <a:moveTo>
                    <a:pt x="19689976" y="0"/>
                  </a:moveTo>
                  <a:lnTo>
                    <a:pt x="19689976" y="215360"/>
                  </a:lnTo>
                  <a:lnTo>
                    <a:pt x="19640824" y="221250"/>
                  </a:lnTo>
                  <a:cubicBezTo>
                    <a:pt x="19165614" y="279469"/>
                    <a:pt x="18661146" y="345262"/>
                    <a:pt x="18150068" y="418216"/>
                  </a:cubicBezTo>
                  <a:cubicBezTo>
                    <a:pt x="16554828" y="644095"/>
                    <a:pt x="15231118" y="890864"/>
                    <a:pt x="14262486" y="1151996"/>
                  </a:cubicBezTo>
                  <a:cubicBezTo>
                    <a:pt x="13663292" y="1312592"/>
                    <a:pt x="13201168" y="1479717"/>
                    <a:pt x="12902224" y="1649452"/>
                  </a:cubicBezTo>
                  <a:cubicBezTo>
                    <a:pt x="12579782" y="1829634"/>
                    <a:pt x="12446626" y="2012426"/>
                    <a:pt x="12522342" y="2191301"/>
                  </a:cubicBezTo>
                  <a:cubicBezTo>
                    <a:pt x="12664634" y="2528161"/>
                    <a:pt x="12938776" y="2686147"/>
                    <a:pt x="13244246" y="2861105"/>
                  </a:cubicBezTo>
                  <a:cubicBezTo>
                    <a:pt x="13557552" y="3041286"/>
                    <a:pt x="13933518" y="3256720"/>
                    <a:pt x="14164578" y="3682364"/>
                  </a:cubicBezTo>
                  <a:cubicBezTo>
                    <a:pt x="14304260" y="3936968"/>
                    <a:pt x="14279456" y="4303858"/>
                    <a:pt x="13289938" y="4510152"/>
                  </a:cubicBezTo>
                  <a:cubicBezTo>
                    <a:pt x="12692050" y="4635495"/>
                    <a:pt x="11886596" y="4673360"/>
                    <a:pt x="11102031" y="4711224"/>
                  </a:cubicBezTo>
                  <a:cubicBezTo>
                    <a:pt x="9361888" y="4793481"/>
                    <a:pt x="8619096" y="4882265"/>
                    <a:pt x="8578627" y="5240016"/>
                  </a:cubicBezTo>
                  <a:cubicBezTo>
                    <a:pt x="8578627" y="5241321"/>
                    <a:pt x="8578627" y="5287020"/>
                    <a:pt x="8707865" y="5413668"/>
                  </a:cubicBezTo>
                  <a:cubicBezTo>
                    <a:pt x="8824050" y="5527261"/>
                    <a:pt x="9000283" y="5663049"/>
                    <a:pt x="9190877" y="5809283"/>
                  </a:cubicBezTo>
                  <a:cubicBezTo>
                    <a:pt x="9767877" y="6253207"/>
                    <a:pt x="10558970" y="6860339"/>
                    <a:pt x="10620326" y="7638511"/>
                  </a:cubicBezTo>
                  <a:cubicBezTo>
                    <a:pt x="10646434" y="7980595"/>
                    <a:pt x="10515891" y="8317455"/>
                    <a:pt x="10219558" y="8637341"/>
                  </a:cubicBezTo>
                  <a:cubicBezTo>
                    <a:pt x="9971525" y="8905001"/>
                    <a:pt x="9615142" y="9155688"/>
                    <a:pt x="9122993" y="9402458"/>
                  </a:cubicBezTo>
                  <a:cubicBezTo>
                    <a:pt x="8269240" y="9829408"/>
                    <a:pt x="7126985" y="10180631"/>
                    <a:pt x="5967761" y="10538381"/>
                  </a:cubicBezTo>
                  <a:cubicBezTo>
                    <a:pt x="5127224" y="10796901"/>
                    <a:pt x="4244282" y="11068458"/>
                    <a:pt x="3430250" y="11382727"/>
                  </a:cubicBezTo>
                  <a:lnTo>
                    <a:pt x="3339249" y="11419247"/>
                  </a:lnTo>
                  <a:lnTo>
                    <a:pt x="0" y="11419247"/>
                  </a:lnTo>
                  <a:lnTo>
                    <a:pt x="410611" y="11137047"/>
                  </a:lnTo>
                  <a:cubicBezTo>
                    <a:pt x="877630" y="10836969"/>
                    <a:pt x="1387973" y="10569391"/>
                    <a:pt x="1954857" y="10321642"/>
                  </a:cubicBezTo>
                  <a:cubicBezTo>
                    <a:pt x="3148024" y="9800684"/>
                    <a:pt x="4450846" y="9440322"/>
                    <a:pt x="5650540" y="9108684"/>
                  </a:cubicBezTo>
                  <a:cubicBezTo>
                    <a:pt x="6664861" y="8826662"/>
                    <a:pt x="7586498" y="8572058"/>
                    <a:pt x="8232687" y="8284813"/>
                  </a:cubicBezTo>
                  <a:cubicBezTo>
                    <a:pt x="8980701" y="7949259"/>
                    <a:pt x="8993755" y="7722074"/>
                    <a:pt x="8997672" y="7638511"/>
                  </a:cubicBezTo>
                  <a:cubicBezTo>
                    <a:pt x="9021170" y="7205033"/>
                    <a:pt x="8474193" y="6723245"/>
                    <a:pt x="8026430" y="6327629"/>
                  </a:cubicBezTo>
                  <a:cubicBezTo>
                    <a:pt x="7582582" y="5934627"/>
                    <a:pt x="7190951" y="5588627"/>
                    <a:pt x="7275805" y="5240016"/>
                  </a:cubicBezTo>
                  <a:cubicBezTo>
                    <a:pt x="7355436" y="4908378"/>
                    <a:pt x="7684405" y="4497096"/>
                    <a:pt x="8788802" y="4293413"/>
                  </a:cubicBezTo>
                  <a:cubicBezTo>
                    <a:pt x="9408883" y="4179821"/>
                    <a:pt x="10172562" y="4145874"/>
                    <a:pt x="10904910" y="4113232"/>
                  </a:cubicBezTo>
                  <a:cubicBezTo>
                    <a:pt x="12532786" y="4042727"/>
                    <a:pt x="13185502" y="3964386"/>
                    <a:pt x="13069318" y="3682364"/>
                  </a:cubicBezTo>
                  <a:cubicBezTo>
                    <a:pt x="12940082" y="3370311"/>
                    <a:pt x="12714242" y="3229300"/>
                    <a:pt x="12440100" y="3055648"/>
                  </a:cubicBezTo>
                  <a:cubicBezTo>
                    <a:pt x="12105910" y="2845437"/>
                    <a:pt x="11748220" y="2622169"/>
                    <a:pt x="11622899" y="2191301"/>
                  </a:cubicBezTo>
                  <a:cubicBezTo>
                    <a:pt x="11549795" y="1938004"/>
                    <a:pt x="11750831" y="1695151"/>
                    <a:pt x="12190762" y="1470577"/>
                  </a:cubicBezTo>
                  <a:cubicBezTo>
                    <a:pt x="12541924" y="1290396"/>
                    <a:pt x="13058876" y="1116743"/>
                    <a:pt x="13711594" y="952230"/>
                  </a:cubicBezTo>
                  <a:cubicBezTo>
                    <a:pt x="14716778" y="698932"/>
                    <a:pt x="16065290" y="461302"/>
                    <a:pt x="17676196" y="244563"/>
                  </a:cubicBezTo>
                  <a:cubicBezTo>
                    <a:pt x="18356326" y="153167"/>
                    <a:pt x="19022098" y="73848"/>
                    <a:pt x="19621618" y="7423"/>
                  </a:cubicBezTo>
                  <a:close/>
                </a:path>
              </a:pathLst>
            </a:custGeom>
            <a:solidFill>
              <a:srgbClr val="D9D9D9"/>
            </a:solidFill>
            <a:ln>
              <a:noFill/>
            </a:ln>
          </p:spPr>
          <p:txBody>
            <a:bodyPr spcFirstLastPara="1" wrap="square" lIns="34300" tIns="17150" rIns="34300" bIns="17150" anchor="ctr" anchorCtr="0">
              <a:noAutofit/>
            </a:bodyPr>
            <a:lstStyle/>
            <a:p>
              <a:pPr marL="0" marR="0" lvl="0" indent="0" algn="l" rtl="0">
                <a:spcBef>
                  <a:spcPts val="0"/>
                </a:spcBef>
                <a:spcAft>
                  <a:spcPts val="0"/>
                </a:spcAft>
                <a:buNone/>
              </a:pPr>
              <a:endParaRPr sz="2400">
                <a:solidFill>
                  <a:srgbClr val="AAAAAA"/>
                </a:solidFill>
                <a:latin typeface="Lato Light"/>
                <a:ea typeface="Lato Light"/>
                <a:cs typeface="Lato Light"/>
                <a:sym typeface="Lato Light"/>
              </a:endParaRPr>
            </a:p>
          </p:txBody>
        </p:sp>
        <p:sp>
          <p:nvSpPr>
            <p:cNvPr id="8" name="Google Shape;529;p27">
              <a:extLst>
                <a:ext uri="{FF2B5EF4-FFF2-40B4-BE49-F238E27FC236}">
                  <a16:creationId xmlns:a16="http://schemas.microsoft.com/office/drawing/2014/main" id="{23EA0D60-1922-F95D-32F2-D63F374F67CB}"/>
                </a:ext>
              </a:extLst>
            </p:cNvPr>
            <p:cNvSpPr/>
            <p:nvPr/>
          </p:nvSpPr>
          <p:spPr>
            <a:xfrm flipH="1">
              <a:off x="10830" y="1036728"/>
              <a:ext cx="9110034" cy="5720394"/>
            </a:xfrm>
            <a:custGeom>
              <a:avLst/>
              <a:gdLst>
                <a:gd name="connsiteX0" fmla="*/ 18184026 w 18184026"/>
                <a:gd name="connsiteY0" fmla="*/ 0 h 11320874"/>
                <a:gd name="connsiteX1" fmla="*/ 18184026 w 18184026"/>
                <a:gd name="connsiteY1" fmla="*/ 9721 h 11320874"/>
                <a:gd name="connsiteX2" fmla="*/ 17933720 w 18184026"/>
                <a:gd name="connsiteY2" fmla="*/ 38759 h 11320874"/>
                <a:gd name="connsiteX3" fmla="*/ 16444188 w 18184026"/>
                <a:gd name="connsiteY3" fmla="*/ 228947 h 11320874"/>
                <a:gd name="connsiteX4" fmla="*/ 12504048 w 18184026"/>
                <a:gd name="connsiteY4" fmla="*/ 950776 h 11320874"/>
                <a:gd name="connsiteX5" fmla="*/ 10590116 w 18184026"/>
                <a:gd name="connsiteY5" fmla="*/ 2090301 h 11320874"/>
                <a:gd name="connsiteX6" fmla="*/ 11361694 w 18184026"/>
                <a:gd name="connsiteY6" fmla="*/ 2851288 h 11320874"/>
                <a:gd name="connsiteX7" fmla="*/ 12138494 w 18184026"/>
                <a:gd name="connsiteY7" fmla="*/ 3580950 h 11320874"/>
                <a:gd name="connsiteX8" fmla="*/ 11481804 w 18184026"/>
                <a:gd name="connsiteY8" fmla="*/ 4143533 h 11320874"/>
                <a:gd name="connsiteX9" fmla="*/ 9501290 w 18184026"/>
                <a:gd name="connsiteY9" fmla="*/ 4314526 h 11320874"/>
                <a:gd name="connsiteX10" fmla="*/ 7481609 w 18184026"/>
                <a:gd name="connsiteY10" fmla="*/ 4486826 h 11320874"/>
                <a:gd name="connsiteX11" fmla="*/ 6452838 w 18184026"/>
                <a:gd name="connsiteY11" fmla="*/ 5138168 h 11320874"/>
                <a:gd name="connsiteX12" fmla="*/ 7146083 w 18184026"/>
                <a:gd name="connsiteY12" fmla="*/ 5948758 h 11320874"/>
                <a:gd name="connsiteX13" fmla="*/ 8341964 w 18184026"/>
                <a:gd name="connsiteY13" fmla="*/ 7535998 h 11320874"/>
                <a:gd name="connsiteX14" fmla="*/ 7174806 w 18184026"/>
                <a:gd name="connsiteY14" fmla="*/ 8742092 h 11320874"/>
                <a:gd name="connsiteX15" fmla="*/ 4305214 w 18184026"/>
                <a:gd name="connsiteY15" fmla="*/ 9715844 h 11320874"/>
                <a:gd name="connsiteX16" fmla="*/ 142756 w 18184026"/>
                <a:gd name="connsiteY16" fmla="*/ 11239536 h 11320874"/>
                <a:gd name="connsiteX17" fmla="*/ 0 w 18184026"/>
                <a:gd name="connsiteY17" fmla="*/ 11320874 h 11320874"/>
                <a:gd name="connsiteX18" fmla="*/ 85632 w 18184026"/>
                <a:gd name="connsiteY18" fmla="*/ 11190623 h 11320874"/>
                <a:gd name="connsiteX19" fmla="*/ 4290852 w 18184026"/>
                <a:gd name="connsiteY19" fmla="*/ 9653190 h 11320874"/>
                <a:gd name="connsiteX20" fmla="*/ 8270159 w 18184026"/>
                <a:gd name="connsiteY20" fmla="*/ 7535998 h 11320874"/>
                <a:gd name="connsiteX21" fmla="*/ 7093861 w 18184026"/>
                <a:gd name="connsiteY21" fmla="*/ 5972253 h 11320874"/>
                <a:gd name="connsiteX22" fmla="*/ 6395394 w 18184026"/>
                <a:gd name="connsiteY22" fmla="*/ 5138168 h 11320874"/>
                <a:gd name="connsiteX23" fmla="*/ 7463331 w 18184026"/>
                <a:gd name="connsiteY23" fmla="*/ 4460719 h 11320874"/>
                <a:gd name="connsiteX24" fmla="*/ 9493456 w 18184026"/>
                <a:gd name="connsiteY24" fmla="*/ 4287115 h 11320874"/>
                <a:gd name="connsiteX25" fmla="*/ 11454388 w 18184026"/>
                <a:gd name="connsiteY25" fmla="*/ 4118731 h 11320874"/>
                <a:gd name="connsiteX26" fmla="*/ 12090188 w 18184026"/>
                <a:gd name="connsiteY26" fmla="*/ 3580950 h 11320874"/>
                <a:gd name="connsiteX27" fmla="*/ 11326444 w 18184026"/>
                <a:gd name="connsiteY27" fmla="*/ 2860425 h 11320874"/>
                <a:gd name="connsiteX28" fmla="*/ 10549644 w 18184026"/>
                <a:gd name="connsiteY28" fmla="*/ 2090301 h 11320874"/>
                <a:gd name="connsiteX29" fmla="*/ 11024864 w 18184026"/>
                <a:gd name="connsiteY29" fmla="*/ 1452010 h 11320874"/>
                <a:gd name="connsiteX30" fmla="*/ 12477936 w 18184026"/>
                <a:gd name="connsiteY30" fmla="*/ 942944 h 11320874"/>
                <a:gd name="connsiteX31" fmla="*/ 16421994 w 18184026"/>
                <a:gd name="connsiteY31" fmla="*/ 222420 h 11320874"/>
                <a:gd name="connsiteX32" fmla="*/ 17910126 w 18184026"/>
                <a:gd name="connsiteY32" fmla="*/ 31888 h 11320874"/>
                <a:gd name="connsiteX33" fmla="*/ 18184026 w 18184026"/>
                <a:gd name="connsiteY33" fmla="*/ 0 h 11320874"/>
                <a:gd name="connsiteX0" fmla="*/ 18098394 w 18098394"/>
                <a:gd name="connsiteY0" fmla="*/ 0 h 11239536"/>
                <a:gd name="connsiteX1" fmla="*/ 18098394 w 18098394"/>
                <a:gd name="connsiteY1" fmla="*/ 9721 h 11239536"/>
                <a:gd name="connsiteX2" fmla="*/ 17848088 w 18098394"/>
                <a:gd name="connsiteY2" fmla="*/ 38759 h 11239536"/>
                <a:gd name="connsiteX3" fmla="*/ 16358556 w 18098394"/>
                <a:gd name="connsiteY3" fmla="*/ 228947 h 11239536"/>
                <a:gd name="connsiteX4" fmla="*/ 12418416 w 18098394"/>
                <a:gd name="connsiteY4" fmla="*/ 950776 h 11239536"/>
                <a:gd name="connsiteX5" fmla="*/ 10504484 w 18098394"/>
                <a:gd name="connsiteY5" fmla="*/ 2090301 h 11239536"/>
                <a:gd name="connsiteX6" fmla="*/ 11276062 w 18098394"/>
                <a:gd name="connsiteY6" fmla="*/ 2851288 h 11239536"/>
                <a:gd name="connsiteX7" fmla="*/ 12052862 w 18098394"/>
                <a:gd name="connsiteY7" fmla="*/ 3580950 h 11239536"/>
                <a:gd name="connsiteX8" fmla="*/ 11396172 w 18098394"/>
                <a:gd name="connsiteY8" fmla="*/ 4143533 h 11239536"/>
                <a:gd name="connsiteX9" fmla="*/ 9415658 w 18098394"/>
                <a:gd name="connsiteY9" fmla="*/ 4314526 h 11239536"/>
                <a:gd name="connsiteX10" fmla="*/ 7395977 w 18098394"/>
                <a:gd name="connsiteY10" fmla="*/ 4486826 h 11239536"/>
                <a:gd name="connsiteX11" fmla="*/ 6367206 w 18098394"/>
                <a:gd name="connsiteY11" fmla="*/ 5138168 h 11239536"/>
                <a:gd name="connsiteX12" fmla="*/ 7060451 w 18098394"/>
                <a:gd name="connsiteY12" fmla="*/ 5948758 h 11239536"/>
                <a:gd name="connsiteX13" fmla="*/ 8256332 w 18098394"/>
                <a:gd name="connsiteY13" fmla="*/ 7535998 h 11239536"/>
                <a:gd name="connsiteX14" fmla="*/ 7089174 w 18098394"/>
                <a:gd name="connsiteY14" fmla="*/ 8742092 h 11239536"/>
                <a:gd name="connsiteX15" fmla="*/ 4219582 w 18098394"/>
                <a:gd name="connsiteY15" fmla="*/ 9715844 h 11239536"/>
                <a:gd name="connsiteX16" fmla="*/ 57124 w 18098394"/>
                <a:gd name="connsiteY16" fmla="*/ 11239536 h 11239536"/>
                <a:gd name="connsiteX17" fmla="*/ 0 w 18098394"/>
                <a:gd name="connsiteY17" fmla="*/ 11190623 h 11239536"/>
                <a:gd name="connsiteX18" fmla="*/ 4205220 w 18098394"/>
                <a:gd name="connsiteY18" fmla="*/ 9653190 h 11239536"/>
                <a:gd name="connsiteX19" fmla="*/ 8184527 w 18098394"/>
                <a:gd name="connsiteY19" fmla="*/ 7535998 h 11239536"/>
                <a:gd name="connsiteX20" fmla="*/ 7008229 w 18098394"/>
                <a:gd name="connsiteY20" fmla="*/ 5972253 h 11239536"/>
                <a:gd name="connsiteX21" fmla="*/ 6309762 w 18098394"/>
                <a:gd name="connsiteY21" fmla="*/ 5138168 h 11239536"/>
                <a:gd name="connsiteX22" fmla="*/ 7377699 w 18098394"/>
                <a:gd name="connsiteY22" fmla="*/ 4460719 h 11239536"/>
                <a:gd name="connsiteX23" fmla="*/ 9407824 w 18098394"/>
                <a:gd name="connsiteY23" fmla="*/ 4287115 h 11239536"/>
                <a:gd name="connsiteX24" fmla="*/ 11368756 w 18098394"/>
                <a:gd name="connsiteY24" fmla="*/ 4118731 h 11239536"/>
                <a:gd name="connsiteX25" fmla="*/ 12004556 w 18098394"/>
                <a:gd name="connsiteY25" fmla="*/ 3580950 h 11239536"/>
                <a:gd name="connsiteX26" fmla="*/ 11240812 w 18098394"/>
                <a:gd name="connsiteY26" fmla="*/ 2860425 h 11239536"/>
                <a:gd name="connsiteX27" fmla="*/ 10464012 w 18098394"/>
                <a:gd name="connsiteY27" fmla="*/ 2090301 h 11239536"/>
                <a:gd name="connsiteX28" fmla="*/ 10939232 w 18098394"/>
                <a:gd name="connsiteY28" fmla="*/ 1452010 h 11239536"/>
                <a:gd name="connsiteX29" fmla="*/ 12392304 w 18098394"/>
                <a:gd name="connsiteY29" fmla="*/ 942944 h 11239536"/>
                <a:gd name="connsiteX30" fmla="*/ 16336362 w 18098394"/>
                <a:gd name="connsiteY30" fmla="*/ 222420 h 11239536"/>
                <a:gd name="connsiteX31" fmla="*/ 17824494 w 18098394"/>
                <a:gd name="connsiteY31" fmla="*/ 31888 h 11239536"/>
                <a:gd name="connsiteX32" fmla="*/ 18098394 w 18098394"/>
                <a:gd name="connsiteY32" fmla="*/ 0 h 11239536"/>
                <a:gd name="connsiteX0" fmla="*/ 18041270 w 18041270"/>
                <a:gd name="connsiteY0" fmla="*/ 0 h 11239536"/>
                <a:gd name="connsiteX1" fmla="*/ 18041270 w 18041270"/>
                <a:gd name="connsiteY1" fmla="*/ 9721 h 11239536"/>
                <a:gd name="connsiteX2" fmla="*/ 17790964 w 18041270"/>
                <a:gd name="connsiteY2" fmla="*/ 38759 h 11239536"/>
                <a:gd name="connsiteX3" fmla="*/ 16301432 w 18041270"/>
                <a:gd name="connsiteY3" fmla="*/ 228947 h 11239536"/>
                <a:gd name="connsiteX4" fmla="*/ 12361292 w 18041270"/>
                <a:gd name="connsiteY4" fmla="*/ 950776 h 11239536"/>
                <a:gd name="connsiteX5" fmla="*/ 10447360 w 18041270"/>
                <a:gd name="connsiteY5" fmla="*/ 2090301 h 11239536"/>
                <a:gd name="connsiteX6" fmla="*/ 11218938 w 18041270"/>
                <a:gd name="connsiteY6" fmla="*/ 2851288 h 11239536"/>
                <a:gd name="connsiteX7" fmla="*/ 11995738 w 18041270"/>
                <a:gd name="connsiteY7" fmla="*/ 3580950 h 11239536"/>
                <a:gd name="connsiteX8" fmla="*/ 11339048 w 18041270"/>
                <a:gd name="connsiteY8" fmla="*/ 4143533 h 11239536"/>
                <a:gd name="connsiteX9" fmla="*/ 9358534 w 18041270"/>
                <a:gd name="connsiteY9" fmla="*/ 4314526 h 11239536"/>
                <a:gd name="connsiteX10" fmla="*/ 7338853 w 18041270"/>
                <a:gd name="connsiteY10" fmla="*/ 4486826 h 11239536"/>
                <a:gd name="connsiteX11" fmla="*/ 6310082 w 18041270"/>
                <a:gd name="connsiteY11" fmla="*/ 5138168 h 11239536"/>
                <a:gd name="connsiteX12" fmla="*/ 7003327 w 18041270"/>
                <a:gd name="connsiteY12" fmla="*/ 5948758 h 11239536"/>
                <a:gd name="connsiteX13" fmla="*/ 8199208 w 18041270"/>
                <a:gd name="connsiteY13" fmla="*/ 7535998 h 11239536"/>
                <a:gd name="connsiteX14" fmla="*/ 7032050 w 18041270"/>
                <a:gd name="connsiteY14" fmla="*/ 8742092 h 11239536"/>
                <a:gd name="connsiteX15" fmla="*/ 4162458 w 18041270"/>
                <a:gd name="connsiteY15" fmla="*/ 9715844 h 11239536"/>
                <a:gd name="connsiteX16" fmla="*/ 0 w 18041270"/>
                <a:gd name="connsiteY16" fmla="*/ 11239536 h 11239536"/>
                <a:gd name="connsiteX17" fmla="*/ 294336 w 18041270"/>
                <a:gd name="connsiteY17" fmla="*/ 11019401 h 11239536"/>
                <a:gd name="connsiteX18" fmla="*/ 4148096 w 18041270"/>
                <a:gd name="connsiteY18" fmla="*/ 9653190 h 11239536"/>
                <a:gd name="connsiteX19" fmla="*/ 8127403 w 18041270"/>
                <a:gd name="connsiteY19" fmla="*/ 7535998 h 11239536"/>
                <a:gd name="connsiteX20" fmla="*/ 6951105 w 18041270"/>
                <a:gd name="connsiteY20" fmla="*/ 5972253 h 11239536"/>
                <a:gd name="connsiteX21" fmla="*/ 6252638 w 18041270"/>
                <a:gd name="connsiteY21" fmla="*/ 5138168 h 11239536"/>
                <a:gd name="connsiteX22" fmla="*/ 7320575 w 18041270"/>
                <a:gd name="connsiteY22" fmla="*/ 4460719 h 11239536"/>
                <a:gd name="connsiteX23" fmla="*/ 9350700 w 18041270"/>
                <a:gd name="connsiteY23" fmla="*/ 4287115 h 11239536"/>
                <a:gd name="connsiteX24" fmla="*/ 11311632 w 18041270"/>
                <a:gd name="connsiteY24" fmla="*/ 4118731 h 11239536"/>
                <a:gd name="connsiteX25" fmla="*/ 11947432 w 18041270"/>
                <a:gd name="connsiteY25" fmla="*/ 3580950 h 11239536"/>
                <a:gd name="connsiteX26" fmla="*/ 11183688 w 18041270"/>
                <a:gd name="connsiteY26" fmla="*/ 2860425 h 11239536"/>
                <a:gd name="connsiteX27" fmla="*/ 10406888 w 18041270"/>
                <a:gd name="connsiteY27" fmla="*/ 2090301 h 11239536"/>
                <a:gd name="connsiteX28" fmla="*/ 10882108 w 18041270"/>
                <a:gd name="connsiteY28" fmla="*/ 1452010 h 11239536"/>
                <a:gd name="connsiteX29" fmla="*/ 12335180 w 18041270"/>
                <a:gd name="connsiteY29" fmla="*/ 942944 h 11239536"/>
                <a:gd name="connsiteX30" fmla="*/ 16279238 w 18041270"/>
                <a:gd name="connsiteY30" fmla="*/ 222420 h 11239536"/>
                <a:gd name="connsiteX31" fmla="*/ 17767370 w 18041270"/>
                <a:gd name="connsiteY31" fmla="*/ 31888 h 11239536"/>
                <a:gd name="connsiteX32" fmla="*/ 18041270 w 18041270"/>
                <a:gd name="connsiteY32" fmla="*/ 0 h 11239536"/>
                <a:gd name="connsiteX0" fmla="*/ 17746934 w 17746934"/>
                <a:gd name="connsiteY0" fmla="*/ 0 h 11107827"/>
                <a:gd name="connsiteX1" fmla="*/ 17746934 w 17746934"/>
                <a:gd name="connsiteY1" fmla="*/ 9721 h 11107827"/>
                <a:gd name="connsiteX2" fmla="*/ 17496628 w 17746934"/>
                <a:gd name="connsiteY2" fmla="*/ 38759 h 11107827"/>
                <a:gd name="connsiteX3" fmla="*/ 16007096 w 17746934"/>
                <a:gd name="connsiteY3" fmla="*/ 228947 h 11107827"/>
                <a:gd name="connsiteX4" fmla="*/ 12066956 w 17746934"/>
                <a:gd name="connsiteY4" fmla="*/ 950776 h 11107827"/>
                <a:gd name="connsiteX5" fmla="*/ 10153024 w 17746934"/>
                <a:gd name="connsiteY5" fmla="*/ 2090301 h 11107827"/>
                <a:gd name="connsiteX6" fmla="*/ 10924602 w 17746934"/>
                <a:gd name="connsiteY6" fmla="*/ 2851288 h 11107827"/>
                <a:gd name="connsiteX7" fmla="*/ 11701402 w 17746934"/>
                <a:gd name="connsiteY7" fmla="*/ 3580950 h 11107827"/>
                <a:gd name="connsiteX8" fmla="*/ 11044712 w 17746934"/>
                <a:gd name="connsiteY8" fmla="*/ 4143533 h 11107827"/>
                <a:gd name="connsiteX9" fmla="*/ 9064198 w 17746934"/>
                <a:gd name="connsiteY9" fmla="*/ 4314526 h 11107827"/>
                <a:gd name="connsiteX10" fmla="*/ 7044517 w 17746934"/>
                <a:gd name="connsiteY10" fmla="*/ 4486826 h 11107827"/>
                <a:gd name="connsiteX11" fmla="*/ 6015746 w 17746934"/>
                <a:gd name="connsiteY11" fmla="*/ 5138168 h 11107827"/>
                <a:gd name="connsiteX12" fmla="*/ 6708991 w 17746934"/>
                <a:gd name="connsiteY12" fmla="*/ 5948758 h 11107827"/>
                <a:gd name="connsiteX13" fmla="*/ 7904872 w 17746934"/>
                <a:gd name="connsiteY13" fmla="*/ 7535998 h 11107827"/>
                <a:gd name="connsiteX14" fmla="*/ 6737714 w 17746934"/>
                <a:gd name="connsiteY14" fmla="*/ 8742092 h 11107827"/>
                <a:gd name="connsiteX15" fmla="*/ 3868122 w 17746934"/>
                <a:gd name="connsiteY15" fmla="*/ 9715844 h 11107827"/>
                <a:gd name="connsiteX16" fmla="*/ 57124 w 17746934"/>
                <a:gd name="connsiteY16" fmla="*/ 11107827 h 11107827"/>
                <a:gd name="connsiteX17" fmla="*/ 0 w 17746934"/>
                <a:gd name="connsiteY17" fmla="*/ 11019401 h 11107827"/>
                <a:gd name="connsiteX18" fmla="*/ 3853760 w 17746934"/>
                <a:gd name="connsiteY18" fmla="*/ 9653190 h 11107827"/>
                <a:gd name="connsiteX19" fmla="*/ 7833067 w 17746934"/>
                <a:gd name="connsiteY19" fmla="*/ 7535998 h 11107827"/>
                <a:gd name="connsiteX20" fmla="*/ 6656769 w 17746934"/>
                <a:gd name="connsiteY20" fmla="*/ 5972253 h 11107827"/>
                <a:gd name="connsiteX21" fmla="*/ 5958302 w 17746934"/>
                <a:gd name="connsiteY21" fmla="*/ 5138168 h 11107827"/>
                <a:gd name="connsiteX22" fmla="*/ 7026239 w 17746934"/>
                <a:gd name="connsiteY22" fmla="*/ 4460719 h 11107827"/>
                <a:gd name="connsiteX23" fmla="*/ 9056364 w 17746934"/>
                <a:gd name="connsiteY23" fmla="*/ 4287115 h 11107827"/>
                <a:gd name="connsiteX24" fmla="*/ 11017296 w 17746934"/>
                <a:gd name="connsiteY24" fmla="*/ 4118731 h 11107827"/>
                <a:gd name="connsiteX25" fmla="*/ 11653096 w 17746934"/>
                <a:gd name="connsiteY25" fmla="*/ 3580950 h 11107827"/>
                <a:gd name="connsiteX26" fmla="*/ 10889352 w 17746934"/>
                <a:gd name="connsiteY26" fmla="*/ 2860425 h 11107827"/>
                <a:gd name="connsiteX27" fmla="*/ 10112552 w 17746934"/>
                <a:gd name="connsiteY27" fmla="*/ 2090301 h 11107827"/>
                <a:gd name="connsiteX28" fmla="*/ 10587772 w 17746934"/>
                <a:gd name="connsiteY28" fmla="*/ 1452010 h 11107827"/>
                <a:gd name="connsiteX29" fmla="*/ 12040844 w 17746934"/>
                <a:gd name="connsiteY29" fmla="*/ 942944 h 11107827"/>
                <a:gd name="connsiteX30" fmla="*/ 15984902 w 17746934"/>
                <a:gd name="connsiteY30" fmla="*/ 222420 h 11107827"/>
                <a:gd name="connsiteX31" fmla="*/ 17473034 w 17746934"/>
                <a:gd name="connsiteY31" fmla="*/ 31888 h 11107827"/>
                <a:gd name="connsiteX32" fmla="*/ 17746934 w 17746934"/>
                <a:gd name="connsiteY32" fmla="*/ 0 h 11107827"/>
                <a:gd name="connsiteX0" fmla="*/ 17746934 w 17746934"/>
                <a:gd name="connsiteY0" fmla="*/ 0 h 11107827"/>
                <a:gd name="connsiteX1" fmla="*/ 17746934 w 17746934"/>
                <a:gd name="connsiteY1" fmla="*/ 9721 h 11107827"/>
                <a:gd name="connsiteX2" fmla="*/ 17496628 w 17746934"/>
                <a:gd name="connsiteY2" fmla="*/ 38759 h 11107827"/>
                <a:gd name="connsiteX3" fmla="*/ 16007096 w 17746934"/>
                <a:gd name="connsiteY3" fmla="*/ 228947 h 11107827"/>
                <a:gd name="connsiteX4" fmla="*/ 12066956 w 17746934"/>
                <a:gd name="connsiteY4" fmla="*/ 950776 h 11107827"/>
                <a:gd name="connsiteX5" fmla="*/ 10153024 w 17746934"/>
                <a:gd name="connsiteY5" fmla="*/ 2090301 h 11107827"/>
                <a:gd name="connsiteX6" fmla="*/ 10924602 w 17746934"/>
                <a:gd name="connsiteY6" fmla="*/ 2851288 h 11107827"/>
                <a:gd name="connsiteX7" fmla="*/ 11701402 w 17746934"/>
                <a:gd name="connsiteY7" fmla="*/ 3580950 h 11107827"/>
                <a:gd name="connsiteX8" fmla="*/ 11044712 w 17746934"/>
                <a:gd name="connsiteY8" fmla="*/ 4143533 h 11107827"/>
                <a:gd name="connsiteX9" fmla="*/ 9064198 w 17746934"/>
                <a:gd name="connsiteY9" fmla="*/ 4314526 h 11107827"/>
                <a:gd name="connsiteX10" fmla="*/ 7044517 w 17746934"/>
                <a:gd name="connsiteY10" fmla="*/ 4486826 h 11107827"/>
                <a:gd name="connsiteX11" fmla="*/ 6015746 w 17746934"/>
                <a:gd name="connsiteY11" fmla="*/ 5138168 h 11107827"/>
                <a:gd name="connsiteX12" fmla="*/ 6708991 w 17746934"/>
                <a:gd name="connsiteY12" fmla="*/ 5948758 h 11107827"/>
                <a:gd name="connsiteX13" fmla="*/ 7904872 w 17746934"/>
                <a:gd name="connsiteY13" fmla="*/ 7535998 h 11107827"/>
                <a:gd name="connsiteX14" fmla="*/ 6737714 w 17746934"/>
                <a:gd name="connsiteY14" fmla="*/ 8742092 h 11107827"/>
                <a:gd name="connsiteX15" fmla="*/ 3868122 w 17746934"/>
                <a:gd name="connsiteY15" fmla="*/ 9715844 h 11107827"/>
                <a:gd name="connsiteX16" fmla="*/ 57124 w 17746934"/>
                <a:gd name="connsiteY16" fmla="*/ 11107827 h 11107827"/>
                <a:gd name="connsiteX17" fmla="*/ 0 w 17746934"/>
                <a:gd name="connsiteY17" fmla="*/ 11019401 h 11107827"/>
                <a:gd name="connsiteX18" fmla="*/ 3853760 w 17746934"/>
                <a:gd name="connsiteY18" fmla="*/ 9653190 h 11107827"/>
                <a:gd name="connsiteX19" fmla="*/ 7833067 w 17746934"/>
                <a:gd name="connsiteY19" fmla="*/ 7535998 h 11107827"/>
                <a:gd name="connsiteX20" fmla="*/ 6656769 w 17746934"/>
                <a:gd name="connsiteY20" fmla="*/ 5972253 h 11107827"/>
                <a:gd name="connsiteX21" fmla="*/ 5958302 w 17746934"/>
                <a:gd name="connsiteY21" fmla="*/ 5138168 h 11107827"/>
                <a:gd name="connsiteX22" fmla="*/ 7026239 w 17746934"/>
                <a:gd name="connsiteY22" fmla="*/ 4460719 h 11107827"/>
                <a:gd name="connsiteX23" fmla="*/ 9056364 w 17746934"/>
                <a:gd name="connsiteY23" fmla="*/ 4287115 h 11107827"/>
                <a:gd name="connsiteX24" fmla="*/ 11017296 w 17746934"/>
                <a:gd name="connsiteY24" fmla="*/ 4118731 h 11107827"/>
                <a:gd name="connsiteX25" fmla="*/ 11653096 w 17746934"/>
                <a:gd name="connsiteY25" fmla="*/ 3580950 h 11107827"/>
                <a:gd name="connsiteX26" fmla="*/ 10889352 w 17746934"/>
                <a:gd name="connsiteY26" fmla="*/ 2860425 h 11107827"/>
                <a:gd name="connsiteX27" fmla="*/ 10112552 w 17746934"/>
                <a:gd name="connsiteY27" fmla="*/ 2090301 h 11107827"/>
                <a:gd name="connsiteX28" fmla="*/ 10587772 w 17746934"/>
                <a:gd name="connsiteY28" fmla="*/ 1452010 h 11107827"/>
                <a:gd name="connsiteX29" fmla="*/ 12040844 w 17746934"/>
                <a:gd name="connsiteY29" fmla="*/ 942944 h 11107827"/>
                <a:gd name="connsiteX30" fmla="*/ 15984902 w 17746934"/>
                <a:gd name="connsiteY30" fmla="*/ 222420 h 11107827"/>
                <a:gd name="connsiteX31" fmla="*/ 17473034 w 17746934"/>
                <a:gd name="connsiteY31" fmla="*/ 31888 h 11107827"/>
                <a:gd name="connsiteX32" fmla="*/ 17746934 w 17746934"/>
                <a:gd name="connsiteY32" fmla="*/ 0 h 11107827"/>
                <a:gd name="connsiteX0" fmla="*/ 17746934 w 17746934"/>
                <a:gd name="connsiteY0" fmla="*/ 0 h 11107827"/>
                <a:gd name="connsiteX1" fmla="*/ 17746934 w 17746934"/>
                <a:gd name="connsiteY1" fmla="*/ 9721 h 11107827"/>
                <a:gd name="connsiteX2" fmla="*/ 17496628 w 17746934"/>
                <a:gd name="connsiteY2" fmla="*/ 38759 h 11107827"/>
                <a:gd name="connsiteX3" fmla="*/ 16007096 w 17746934"/>
                <a:gd name="connsiteY3" fmla="*/ 228947 h 11107827"/>
                <a:gd name="connsiteX4" fmla="*/ 12066956 w 17746934"/>
                <a:gd name="connsiteY4" fmla="*/ 950776 h 11107827"/>
                <a:gd name="connsiteX5" fmla="*/ 10153024 w 17746934"/>
                <a:gd name="connsiteY5" fmla="*/ 2090301 h 11107827"/>
                <a:gd name="connsiteX6" fmla="*/ 10924602 w 17746934"/>
                <a:gd name="connsiteY6" fmla="*/ 2851288 h 11107827"/>
                <a:gd name="connsiteX7" fmla="*/ 11701402 w 17746934"/>
                <a:gd name="connsiteY7" fmla="*/ 3580950 h 11107827"/>
                <a:gd name="connsiteX8" fmla="*/ 11044712 w 17746934"/>
                <a:gd name="connsiteY8" fmla="*/ 4143533 h 11107827"/>
                <a:gd name="connsiteX9" fmla="*/ 9064198 w 17746934"/>
                <a:gd name="connsiteY9" fmla="*/ 4314526 h 11107827"/>
                <a:gd name="connsiteX10" fmla="*/ 7044517 w 17746934"/>
                <a:gd name="connsiteY10" fmla="*/ 4486826 h 11107827"/>
                <a:gd name="connsiteX11" fmla="*/ 6015746 w 17746934"/>
                <a:gd name="connsiteY11" fmla="*/ 5138168 h 11107827"/>
                <a:gd name="connsiteX12" fmla="*/ 6708991 w 17746934"/>
                <a:gd name="connsiteY12" fmla="*/ 5948758 h 11107827"/>
                <a:gd name="connsiteX13" fmla="*/ 7904872 w 17746934"/>
                <a:gd name="connsiteY13" fmla="*/ 7535998 h 11107827"/>
                <a:gd name="connsiteX14" fmla="*/ 6737714 w 17746934"/>
                <a:gd name="connsiteY14" fmla="*/ 8742092 h 11107827"/>
                <a:gd name="connsiteX15" fmla="*/ 3868122 w 17746934"/>
                <a:gd name="connsiteY15" fmla="*/ 9715844 h 11107827"/>
                <a:gd name="connsiteX16" fmla="*/ 57124 w 17746934"/>
                <a:gd name="connsiteY16" fmla="*/ 11107827 h 11107827"/>
                <a:gd name="connsiteX17" fmla="*/ 0 w 17746934"/>
                <a:gd name="connsiteY17" fmla="*/ 11019401 h 11107827"/>
                <a:gd name="connsiteX18" fmla="*/ 3853760 w 17746934"/>
                <a:gd name="connsiteY18" fmla="*/ 9653190 h 11107827"/>
                <a:gd name="connsiteX19" fmla="*/ 7833067 w 17746934"/>
                <a:gd name="connsiteY19" fmla="*/ 7535998 h 11107827"/>
                <a:gd name="connsiteX20" fmla="*/ 6656769 w 17746934"/>
                <a:gd name="connsiteY20" fmla="*/ 5972253 h 11107827"/>
                <a:gd name="connsiteX21" fmla="*/ 5958302 w 17746934"/>
                <a:gd name="connsiteY21" fmla="*/ 5138168 h 11107827"/>
                <a:gd name="connsiteX22" fmla="*/ 7026239 w 17746934"/>
                <a:gd name="connsiteY22" fmla="*/ 4460719 h 11107827"/>
                <a:gd name="connsiteX23" fmla="*/ 9056364 w 17746934"/>
                <a:gd name="connsiteY23" fmla="*/ 4287115 h 11107827"/>
                <a:gd name="connsiteX24" fmla="*/ 11017296 w 17746934"/>
                <a:gd name="connsiteY24" fmla="*/ 4118731 h 11107827"/>
                <a:gd name="connsiteX25" fmla="*/ 11653096 w 17746934"/>
                <a:gd name="connsiteY25" fmla="*/ 3580950 h 11107827"/>
                <a:gd name="connsiteX26" fmla="*/ 10889352 w 17746934"/>
                <a:gd name="connsiteY26" fmla="*/ 2860425 h 11107827"/>
                <a:gd name="connsiteX27" fmla="*/ 10112552 w 17746934"/>
                <a:gd name="connsiteY27" fmla="*/ 2090301 h 11107827"/>
                <a:gd name="connsiteX28" fmla="*/ 10587772 w 17746934"/>
                <a:gd name="connsiteY28" fmla="*/ 1452010 h 11107827"/>
                <a:gd name="connsiteX29" fmla="*/ 12040844 w 17746934"/>
                <a:gd name="connsiteY29" fmla="*/ 942944 h 11107827"/>
                <a:gd name="connsiteX30" fmla="*/ 15984902 w 17746934"/>
                <a:gd name="connsiteY30" fmla="*/ 222420 h 11107827"/>
                <a:gd name="connsiteX31" fmla="*/ 17473034 w 17746934"/>
                <a:gd name="connsiteY31" fmla="*/ 31888 h 11107827"/>
                <a:gd name="connsiteX32" fmla="*/ 17746934 w 17746934"/>
                <a:gd name="connsiteY32" fmla="*/ 0 h 11107827"/>
                <a:gd name="connsiteX0" fmla="*/ 17746934 w 17746934"/>
                <a:gd name="connsiteY0" fmla="*/ 0 h 11107827"/>
                <a:gd name="connsiteX1" fmla="*/ 17746934 w 17746934"/>
                <a:gd name="connsiteY1" fmla="*/ 9721 h 11107827"/>
                <a:gd name="connsiteX2" fmla="*/ 17496628 w 17746934"/>
                <a:gd name="connsiteY2" fmla="*/ 38759 h 11107827"/>
                <a:gd name="connsiteX3" fmla="*/ 16007096 w 17746934"/>
                <a:gd name="connsiteY3" fmla="*/ 228947 h 11107827"/>
                <a:gd name="connsiteX4" fmla="*/ 12066956 w 17746934"/>
                <a:gd name="connsiteY4" fmla="*/ 950776 h 11107827"/>
                <a:gd name="connsiteX5" fmla="*/ 10153024 w 17746934"/>
                <a:gd name="connsiteY5" fmla="*/ 2090301 h 11107827"/>
                <a:gd name="connsiteX6" fmla="*/ 10924602 w 17746934"/>
                <a:gd name="connsiteY6" fmla="*/ 2851288 h 11107827"/>
                <a:gd name="connsiteX7" fmla="*/ 11701402 w 17746934"/>
                <a:gd name="connsiteY7" fmla="*/ 3580950 h 11107827"/>
                <a:gd name="connsiteX8" fmla="*/ 11044712 w 17746934"/>
                <a:gd name="connsiteY8" fmla="*/ 4143533 h 11107827"/>
                <a:gd name="connsiteX9" fmla="*/ 9064198 w 17746934"/>
                <a:gd name="connsiteY9" fmla="*/ 4314526 h 11107827"/>
                <a:gd name="connsiteX10" fmla="*/ 7044517 w 17746934"/>
                <a:gd name="connsiteY10" fmla="*/ 4486826 h 11107827"/>
                <a:gd name="connsiteX11" fmla="*/ 6015746 w 17746934"/>
                <a:gd name="connsiteY11" fmla="*/ 5138168 h 11107827"/>
                <a:gd name="connsiteX12" fmla="*/ 6708991 w 17746934"/>
                <a:gd name="connsiteY12" fmla="*/ 5948758 h 11107827"/>
                <a:gd name="connsiteX13" fmla="*/ 7904872 w 17746934"/>
                <a:gd name="connsiteY13" fmla="*/ 7535998 h 11107827"/>
                <a:gd name="connsiteX14" fmla="*/ 6737714 w 17746934"/>
                <a:gd name="connsiteY14" fmla="*/ 8742092 h 11107827"/>
                <a:gd name="connsiteX15" fmla="*/ 3868122 w 17746934"/>
                <a:gd name="connsiteY15" fmla="*/ 9715844 h 11107827"/>
                <a:gd name="connsiteX16" fmla="*/ 57124 w 17746934"/>
                <a:gd name="connsiteY16" fmla="*/ 11107827 h 11107827"/>
                <a:gd name="connsiteX17" fmla="*/ 0 w 17746934"/>
                <a:gd name="connsiteY17" fmla="*/ 11019401 h 11107827"/>
                <a:gd name="connsiteX18" fmla="*/ 3787861 w 17746934"/>
                <a:gd name="connsiteY18" fmla="*/ 9653190 h 11107827"/>
                <a:gd name="connsiteX19" fmla="*/ 7833067 w 17746934"/>
                <a:gd name="connsiteY19" fmla="*/ 7535998 h 11107827"/>
                <a:gd name="connsiteX20" fmla="*/ 6656769 w 17746934"/>
                <a:gd name="connsiteY20" fmla="*/ 5972253 h 11107827"/>
                <a:gd name="connsiteX21" fmla="*/ 5958302 w 17746934"/>
                <a:gd name="connsiteY21" fmla="*/ 5138168 h 11107827"/>
                <a:gd name="connsiteX22" fmla="*/ 7026239 w 17746934"/>
                <a:gd name="connsiteY22" fmla="*/ 4460719 h 11107827"/>
                <a:gd name="connsiteX23" fmla="*/ 9056364 w 17746934"/>
                <a:gd name="connsiteY23" fmla="*/ 4287115 h 11107827"/>
                <a:gd name="connsiteX24" fmla="*/ 11017296 w 17746934"/>
                <a:gd name="connsiteY24" fmla="*/ 4118731 h 11107827"/>
                <a:gd name="connsiteX25" fmla="*/ 11653096 w 17746934"/>
                <a:gd name="connsiteY25" fmla="*/ 3580950 h 11107827"/>
                <a:gd name="connsiteX26" fmla="*/ 10889352 w 17746934"/>
                <a:gd name="connsiteY26" fmla="*/ 2860425 h 11107827"/>
                <a:gd name="connsiteX27" fmla="*/ 10112552 w 17746934"/>
                <a:gd name="connsiteY27" fmla="*/ 2090301 h 11107827"/>
                <a:gd name="connsiteX28" fmla="*/ 10587772 w 17746934"/>
                <a:gd name="connsiteY28" fmla="*/ 1452010 h 11107827"/>
                <a:gd name="connsiteX29" fmla="*/ 12040844 w 17746934"/>
                <a:gd name="connsiteY29" fmla="*/ 942944 h 11107827"/>
                <a:gd name="connsiteX30" fmla="*/ 15984902 w 17746934"/>
                <a:gd name="connsiteY30" fmla="*/ 222420 h 11107827"/>
                <a:gd name="connsiteX31" fmla="*/ 17473034 w 17746934"/>
                <a:gd name="connsiteY31" fmla="*/ 31888 h 11107827"/>
                <a:gd name="connsiteX32" fmla="*/ 17746934 w 17746934"/>
                <a:gd name="connsiteY32" fmla="*/ 0 h 11107827"/>
                <a:gd name="connsiteX0" fmla="*/ 17746934 w 17746934"/>
                <a:gd name="connsiteY0" fmla="*/ 0 h 11107827"/>
                <a:gd name="connsiteX1" fmla="*/ 17746934 w 17746934"/>
                <a:gd name="connsiteY1" fmla="*/ 9721 h 11107827"/>
                <a:gd name="connsiteX2" fmla="*/ 17496628 w 17746934"/>
                <a:gd name="connsiteY2" fmla="*/ 38759 h 11107827"/>
                <a:gd name="connsiteX3" fmla="*/ 16007096 w 17746934"/>
                <a:gd name="connsiteY3" fmla="*/ 228947 h 11107827"/>
                <a:gd name="connsiteX4" fmla="*/ 12066956 w 17746934"/>
                <a:gd name="connsiteY4" fmla="*/ 950776 h 11107827"/>
                <a:gd name="connsiteX5" fmla="*/ 10153024 w 17746934"/>
                <a:gd name="connsiteY5" fmla="*/ 2090301 h 11107827"/>
                <a:gd name="connsiteX6" fmla="*/ 10924602 w 17746934"/>
                <a:gd name="connsiteY6" fmla="*/ 2851288 h 11107827"/>
                <a:gd name="connsiteX7" fmla="*/ 11701402 w 17746934"/>
                <a:gd name="connsiteY7" fmla="*/ 3580950 h 11107827"/>
                <a:gd name="connsiteX8" fmla="*/ 11044712 w 17746934"/>
                <a:gd name="connsiteY8" fmla="*/ 4143533 h 11107827"/>
                <a:gd name="connsiteX9" fmla="*/ 9064198 w 17746934"/>
                <a:gd name="connsiteY9" fmla="*/ 4314526 h 11107827"/>
                <a:gd name="connsiteX10" fmla="*/ 7044517 w 17746934"/>
                <a:gd name="connsiteY10" fmla="*/ 4486826 h 11107827"/>
                <a:gd name="connsiteX11" fmla="*/ 6015746 w 17746934"/>
                <a:gd name="connsiteY11" fmla="*/ 5138168 h 11107827"/>
                <a:gd name="connsiteX12" fmla="*/ 6708991 w 17746934"/>
                <a:gd name="connsiteY12" fmla="*/ 5948758 h 11107827"/>
                <a:gd name="connsiteX13" fmla="*/ 7904872 w 17746934"/>
                <a:gd name="connsiteY13" fmla="*/ 7535998 h 11107827"/>
                <a:gd name="connsiteX14" fmla="*/ 6737714 w 17746934"/>
                <a:gd name="connsiteY14" fmla="*/ 8742092 h 11107827"/>
                <a:gd name="connsiteX15" fmla="*/ 3868122 w 17746934"/>
                <a:gd name="connsiteY15" fmla="*/ 9715844 h 11107827"/>
                <a:gd name="connsiteX16" fmla="*/ 57124 w 17746934"/>
                <a:gd name="connsiteY16" fmla="*/ 11107827 h 11107827"/>
                <a:gd name="connsiteX17" fmla="*/ 0 w 17746934"/>
                <a:gd name="connsiteY17" fmla="*/ 11019401 h 11107827"/>
                <a:gd name="connsiteX18" fmla="*/ 3732945 w 17746934"/>
                <a:gd name="connsiteY18" fmla="*/ 9626848 h 11107827"/>
                <a:gd name="connsiteX19" fmla="*/ 7833067 w 17746934"/>
                <a:gd name="connsiteY19" fmla="*/ 7535998 h 11107827"/>
                <a:gd name="connsiteX20" fmla="*/ 6656769 w 17746934"/>
                <a:gd name="connsiteY20" fmla="*/ 5972253 h 11107827"/>
                <a:gd name="connsiteX21" fmla="*/ 5958302 w 17746934"/>
                <a:gd name="connsiteY21" fmla="*/ 5138168 h 11107827"/>
                <a:gd name="connsiteX22" fmla="*/ 7026239 w 17746934"/>
                <a:gd name="connsiteY22" fmla="*/ 4460719 h 11107827"/>
                <a:gd name="connsiteX23" fmla="*/ 9056364 w 17746934"/>
                <a:gd name="connsiteY23" fmla="*/ 4287115 h 11107827"/>
                <a:gd name="connsiteX24" fmla="*/ 11017296 w 17746934"/>
                <a:gd name="connsiteY24" fmla="*/ 4118731 h 11107827"/>
                <a:gd name="connsiteX25" fmla="*/ 11653096 w 17746934"/>
                <a:gd name="connsiteY25" fmla="*/ 3580950 h 11107827"/>
                <a:gd name="connsiteX26" fmla="*/ 10889352 w 17746934"/>
                <a:gd name="connsiteY26" fmla="*/ 2860425 h 11107827"/>
                <a:gd name="connsiteX27" fmla="*/ 10112552 w 17746934"/>
                <a:gd name="connsiteY27" fmla="*/ 2090301 h 11107827"/>
                <a:gd name="connsiteX28" fmla="*/ 10587772 w 17746934"/>
                <a:gd name="connsiteY28" fmla="*/ 1452010 h 11107827"/>
                <a:gd name="connsiteX29" fmla="*/ 12040844 w 17746934"/>
                <a:gd name="connsiteY29" fmla="*/ 942944 h 11107827"/>
                <a:gd name="connsiteX30" fmla="*/ 15984902 w 17746934"/>
                <a:gd name="connsiteY30" fmla="*/ 222420 h 11107827"/>
                <a:gd name="connsiteX31" fmla="*/ 17473034 w 17746934"/>
                <a:gd name="connsiteY31" fmla="*/ 31888 h 11107827"/>
                <a:gd name="connsiteX32" fmla="*/ 17746934 w 17746934"/>
                <a:gd name="connsiteY32" fmla="*/ 0 h 11107827"/>
                <a:gd name="connsiteX0" fmla="*/ 17746934 w 17746934"/>
                <a:gd name="connsiteY0" fmla="*/ 0 h 11107827"/>
                <a:gd name="connsiteX1" fmla="*/ 17746934 w 17746934"/>
                <a:gd name="connsiteY1" fmla="*/ 9721 h 11107827"/>
                <a:gd name="connsiteX2" fmla="*/ 17496628 w 17746934"/>
                <a:gd name="connsiteY2" fmla="*/ 38759 h 11107827"/>
                <a:gd name="connsiteX3" fmla="*/ 16007096 w 17746934"/>
                <a:gd name="connsiteY3" fmla="*/ 228947 h 11107827"/>
                <a:gd name="connsiteX4" fmla="*/ 12066956 w 17746934"/>
                <a:gd name="connsiteY4" fmla="*/ 950776 h 11107827"/>
                <a:gd name="connsiteX5" fmla="*/ 10153024 w 17746934"/>
                <a:gd name="connsiteY5" fmla="*/ 2090301 h 11107827"/>
                <a:gd name="connsiteX6" fmla="*/ 10924602 w 17746934"/>
                <a:gd name="connsiteY6" fmla="*/ 2851288 h 11107827"/>
                <a:gd name="connsiteX7" fmla="*/ 11701402 w 17746934"/>
                <a:gd name="connsiteY7" fmla="*/ 3580950 h 11107827"/>
                <a:gd name="connsiteX8" fmla="*/ 11044712 w 17746934"/>
                <a:gd name="connsiteY8" fmla="*/ 4143533 h 11107827"/>
                <a:gd name="connsiteX9" fmla="*/ 9064198 w 17746934"/>
                <a:gd name="connsiteY9" fmla="*/ 4314526 h 11107827"/>
                <a:gd name="connsiteX10" fmla="*/ 7044517 w 17746934"/>
                <a:gd name="connsiteY10" fmla="*/ 4486826 h 11107827"/>
                <a:gd name="connsiteX11" fmla="*/ 6015746 w 17746934"/>
                <a:gd name="connsiteY11" fmla="*/ 5138168 h 11107827"/>
                <a:gd name="connsiteX12" fmla="*/ 6708991 w 17746934"/>
                <a:gd name="connsiteY12" fmla="*/ 5948758 h 11107827"/>
                <a:gd name="connsiteX13" fmla="*/ 7904872 w 17746934"/>
                <a:gd name="connsiteY13" fmla="*/ 7535998 h 11107827"/>
                <a:gd name="connsiteX14" fmla="*/ 6737714 w 17746934"/>
                <a:gd name="connsiteY14" fmla="*/ 8742092 h 11107827"/>
                <a:gd name="connsiteX15" fmla="*/ 3868122 w 17746934"/>
                <a:gd name="connsiteY15" fmla="*/ 9715844 h 11107827"/>
                <a:gd name="connsiteX16" fmla="*/ 57124 w 17746934"/>
                <a:gd name="connsiteY16" fmla="*/ 11107827 h 11107827"/>
                <a:gd name="connsiteX17" fmla="*/ 0 w 17746934"/>
                <a:gd name="connsiteY17" fmla="*/ 11019401 h 11107827"/>
                <a:gd name="connsiteX18" fmla="*/ 3732945 w 17746934"/>
                <a:gd name="connsiteY18" fmla="*/ 9626848 h 11107827"/>
                <a:gd name="connsiteX19" fmla="*/ 7833067 w 17746934"/>
                <a:gd name="connsiteY19" fmla="*/ 7535998 h 11107827"/>
                <a:gd name="connsiteX20" fmla="*/ 6656769 w 17746934"/>
                <a:gd name="connsiteY20" fmla="*/ 5972253 h 11107827"/>
                <a:gd name="connsiteX21" fmla="*/ 5958302 w 17746934"/>
                <a:gd name="connsiteY21" fmla="*/ 5138168 h 11107827"/>
                <a:gd name="connsiteX22" fmla="*/ 7026239 w 17746934"/>
                <a:gd name="connsiteY22" fmla="*/ 4460719 h 11107827"/>
                <a:gd name="connsiteX23" fmla="*/ 9056364 w 17746934"/>
                <a:gd name="connsiteY23" fmla="*/ 4287115 h 11107827"/>
                <a:gd name="connsiteX24" fmla="*/ 11017296 w 17746934"/>
                <a:gd name="connsiteY24" fmla="*/ 4118731 h 11107827"/>
                <a:gd name="connsiteX25" fmla="*/ 11653096 w 17746934"/>
                <a:gd name="connsiteY25" fmla="*/ 3580950 h 11107827"/>
                <a:gd name="connsiteX26" fmla="*/ 10889352 w 17746934"/>
                <a:gd name="connsiteY26" fmla="*/ 2860425 h 11107827"/>
                <a:gd name="connsiteX27" fmla="*/ 10112552 w 17746934"/>
                <a:gd name="connsiteY27" fmla="*/ 2090301 h 11107827"/>
                <a:gd name="connsiteX28" fmla="*/ 10587772 w 17746934"/>
                <a:gd name="connsiteY28" fmla="*/ 1452010 h 11107827"/>
                <a:gd name="connsiteX29" fmla="*/ 12040844 w 17746934"/>
                <a:gd name="connsiteY29" fmla="*/ 942944 h 11107827"/>
                <a:gd name="connsiteX30" fmla="*/ 15984902 w 17746934"/>
                <a:gd name="connsiteY30" fmla="*/ 222420 h 11107827"/>
                <a:gd name="connsiteX31" fmla="*/ 17473034 w 17746934"/>
                <a:gd name="connsiteY31" fmla="*/ 31888 h 11107827"/>
                <a:gd name="connsiteX32" fmla="*/ 17746934 w 17746934"/>
                <a:gd name="connsiteY32" fmla="*/ 0 h 11107827"/>
                <a:gd name="connsiteX0" fmla="*/ 17746934 w 17746934"/>
                <a:gd name="connsiteY0" fmla="*/ 0 h 11107827"/>
                <a:gd name="connsiteX1" fmla="*/ 17746934 w 17746934"/>
                <a:gd name="connsiteY1" fmla="*/ 9721 h 11107827"/>
                <a:gd name="connsiteX2" fmla="*/ 17496628 w 17746934"/>
                <a:gd name="connsiteY2" fmla="*/ 38759 h 11107827"/>
                <a:gd name="connsiteX3" fmla="*/ 16007096 w 17746934"/>
                <a:gd name="connsiteY3" fmla="*/ 228947 h 11107827"/>
                <a:gd name="connsiteX4" fmla="*/ 12066956 w 17746934"/>
                <a:gd name="connsiteY4" fmla="*/ 950776 h 11107827"/>
                <a:gd name="connsiteX5" fmla="*/ 10153024 w 17746934"/>
                <a:gd name="connsiteY5" fmla="*/ 2090301 h 11107827"/>
                <a:gd name="connsiteX6" fmla="*/ 10924602 w 17746934"/>
                <a:gd name="connsiteY6" fmla="*/ 2851288 h 11107827"/>
                <a:gd name="connsiteX7" fmla="*/ 11701402 w 17746934"/>
                <a:gd name="connsiteY7" fmla="*/ 3580950 h 11107827"/>
                <a:gd name="connsiteX8" fmla="*/ 11044712 w 17746934"/>
                <a:gd name="connsiteY8" fmla="*/ 4143533 h 11107827"/>
                <a:gd name="connsiteX9" fmla="*/ 9064198 w 17746934"/>
                <a:gd name="connsiteY9" fmla="*/ 4314526 h 11107827"/>
                <a:gd name="connsiteX10" fmla="*/ 7044517 w 17746934"/>
                <a:gd name="connsiteY10" fmla="*/ 4486826 h 11107827"/>
                <a:gd name="connsiteX11" fmla="*/ 6015746 w 17746934"/>
                <a:gd name="connsiteY11" fmla="*/ 5138168 h 11107827"/>
                <a:gd name="connsiteX12" fmla="*/ 6708991 w 17746934"/>
                <a:gd name="connsiteY12" fmla="*/ 5948758 h 11107827"/>
                <a:gd name="connsiteX13" fmla="*/ 7904872 w 17746934"/>
                <a:gd name="connsiteY13" fmla="*/ 7535998 h 11107827"/>
                <a:gd name="connsiteX14" fmla="*/ 6737714 w 17746934"/>
                <a:gd name="connsiteY14" fmla="*/ 8742092 h 11107827"/>
                <a:gd name="connsiteX15" fmla="*/ 3868122 w 17746934"/>
                <a:gd name="connsiteY15" fmla="*/ 9715844 h 11107827"/>
                <a:gd name="connsiteX16" fmla="*/ 57124 w 17746934"/>
                <a:gd name="connsiteY16" fmla="*/ 11107827 h 11107827"/>
                <a:gd name="connsiteX17" fmla="*/ 0 w 17746934"/>
                <a:gd name="connsiteY17" fmla="*/ 11019401 h 11107827"/>
                <a:gd name="connsiteX18" fmla="*/ 3732945 w 17746934"/>
                <a:gd name="connsiteY18" fmla="*/ 9626848 h 11107827"/>
                <a:gd name="connsiteX19" fmla="*/ 7833067 w 17746934"/>
                <a:gd name="connsiteY19" fmla="*/ 7535998 h 11107827"/>
                <a:gd name="connsiteX20" fmla="*/ 6656769 w 17746934"/>
                <a:gd name="connsiteY20" fmla="*/ 5972253 h 11107827"/>
                <a:gd name="connsiteX21" fmla="*/ 5958302 w 17746934"/>
                <a:gd name="connsiteY21" fmla="*/ 5138168 h 11107827"/>
                <a:gd name="connsiteX22" fmla="*/ 7026239 w 17746934"/>
                <a:gd name="connsiteY22" fmla="*/ 4460719 h 11107827"/>
                <a:gd name="connsiteX23" fmla="*/ 9056364 w 17746934"/>
                <a:gd name="connsiteY23" fmla="*/ 4287115 h 11107827"/>
                <a:gd name="connsiteX24" fmla="*/ 11017296 w 17746934"/>
                <a:gd name="connsiteY24" fmla="*/ 4118731 h 11107827"/>
                <a:gd name="connsiteX25" fmla="*/ 11653096 w 17746934"/>
                <a:gd name="connsiteY25" fmla="*/ 3580950 h 11107827"/>
                <a:gd name="connsiteX26" fmla="*/ 10889352 w 17746934"/>
                <a:gd name="connsiteY26" fmla="*/ 2860425 h 11107827"/>
                <a:gd name="connsiteX27" fmla="*/ 10112552 w 17746934"/>
                <a:gd name="connsiteY27" fmla="*/ 2090301 h 11107827"/>
                <a:gd name="connsiteX28" fmla="*/ 10587772 w 17746934"/>
                <a:gd name="connsiteY28" fmla="*/ 1452010 h 11107827"/>
                <a:gd name="connsiteX29" fmla="*/ 12040844 w 17746934"/>
                <a:gd name="connsiteY29" fmla="*/ 942944 h 11107827"/>
                <a:gd name="connsiteX30" fmla="*/ 15984902 w 17746934"/>
                <a:gd name="connsiteY30" fmla="*/ 222420 h 11107827"/>
                <a:gd name="connsiteX31" fmla="*/ 17473034 w 17746934"/>
                <a:gd name="connsiteY31" fmla="*/ 31888 h 11107827"/>
                <a:gd name="connsiteX32" fmla="*/ 17746934 w 17746934"/>
                <a:gd name="connsiteY32" fmla="*/ 0 h 11107827"/>
                <a:gd name="connsiteX0" fmla="*/ 17746934 w 17746934"/>
                <a:gd name="connsiteY0" fmla="*/ 0 h 11107827"/>
                <a:gd name="connsiteX1" fmla="*/ 17746934 w 17746934"/>
                <a:gd name="connsiteY1" fmla="*/ 9721 h 11107827"/>
                <a:gd name="connsiteX2" fmla="*/ 17496628 w 17746934"/>
                <a:gd name="connsiteY2" fmla="*/ 38759 h 11107827"/>
                <a:gd name="connsiteX3" fmla="*/ 16007096 w 17746934"/>
                <a:gd name="connsiteY3" fmla="*/ 228947 h 11107827"/>
                <a:gd name="connsiteX4" fmla="*/ 12066956 w 17746934"/>
                <a:gd name="connsiteY4" fmla="*/ 950776 h 11107827"/>
                <a:gd name="connsiteX5" fmla="*/ 10153024 w 17746934"/>
                <a:gd name="connsiteY5" fmla="*/ 2090301 h 11107827"/>
                <a:gd name="connsiteX6" fmla="*/ 10924602 w 17746934"/>
                <a:gd name="connsiteY6" fmla="*/ 2851288 h 11107827"/>
                <a:gd name="connsiteX7" fmla="*/ 11701402 w 17746934"/>
                <a:gd name="connsiteY7" fmla="*/ 3580950 h 11107827"/>
                <a:gd name="connsiteX8" fmla="*/ 11044712 w 17746934"/>
                <a:gd name="connsiteY8" fmla="*/ 4143533 h 11107827"/>
                <a:gd name="connsiteX9" fmla="*/ 9064198 w 17746934"/>
                <a:gd name="connsiteY9" fmla="*/ 4314526 h 11107827"/>
                <a:gd name="connsiteX10" fmla="*/ 7044517 w 17746934"/>
                <a:gd name="connsiteY10" fmla="*/ 4486826 h 11107827"/>
                <a:gd name="connsiteX11" fmla="*/ 6015746 w 17746934"/>
                <a:gd name="connsiteY11" fmla="*/ 5138168 h 11107827"/>
                <a:gd name="connsiteX12" fmla="*/ 6708991 w 17746934"/>
                <a:gd name="connsiteY12" fmla="*/ 5948758 h 11107827"/>
                <a:gd name="connsiteX13" fmla="*/ 7904872 w 17746934"/>
                <a:gd name="connsiteY13" fmla="*/ 7535998 h 11107827"/>
                <a:gd name="connsiteX14" fmla="*/ 6737714 w 17746934"/>
                <a:gd name="connsiteY14" fmla="*/ 8742092 h 11107827"/>
                <a:gd name="connsiteX15" fmla="*/ 3868122 w 17746934"/>
                <a:gd name="connsiteY15" fmla="*/ 9715844 h 11107827"/>
                <a:gd name="connsiteX16" fmla="*/ 57124 w 17746934"/>
                <a:gd name="connsiteY16" fmla="*/ 11107827 h 11107827"/>
                <a:gd name="connsiteX17" fmla="*/ 0 w 17746934"/>
                <a:gd name="connsiteY17" fmla="*/ 11019401 h 11107827"/>
                <a:gd name="connsiteX18" fmla="*/ 3732945 w 17746934"/>
                <a:gd name="connsiteY18" fmla="*/ 9626848 h 11107827"/>
                <a:gd name="connsiteX19" fmla="*/ 7833067 w 17746934"/>
                <a:gd name="connsiteY19" fmla="*/ 7535998 h 11107827"/>
                <a:gd name="connsiteX20" fmla="*/ 6656769 w 17746934"/>
                <a:gd name="connsiteY20" fmla="*/ 5972253 h 11107827"/>
                <a:gd name="connsiteX21" fmla="*/ 5958302 w 17746934"/>
                <a:gd name="connsiteY21" fmla="*/ 5138168 h 11107827"/>
                <a:gd name="connsiteX22" fmla="*/ 7026239 w 17746934"/>
                <a:gd name="connsiteY22" fmla="*/ 4460719 h 11107827"/>
                <a:gd name="connsiteX23" fmla="*/ 9056364 w 17746934"/>
                <a:gd name="connsiteY23" fmla="*/ 4287115 h 11107827"/>
                <a:gd name="connsiteX24" fmla="*/ 11017296 w 17746934"/>
                <a:gd name="connsiteY24" fmla="*/ 4118731 h 11107827"/>
                <a:gd name="connsiteX25" fmla="*/ 11653096 w 17746934"/>
                <a:gd name="connsiteY25" fmla="*/ 3580950 h 11107827"/>
                <a:gd name="connsiteX26" fmla="*/ 10889352 w 17746934"/>
                <a:gd name="connsiteY26" fmla="*/ 2860425 h 11107827"/>
                <a:gd name="connsiteX27" fmla="*/ 10112552 w 17746934"/>
                <a:gd name="connsiteY27" fmla="*/ 2090301 h 11107827"/>
                <a:gd name="connsiteX28" fmla="*/ 10587772 w 17746934"/>
                <a:gd name="connsiteY28" fmla="*/ 1452010 h 11107827"/>
                <a:gd name="connsiteX29" fmla="*/ 12040844 w 17746934"/>
                <a:gd name="connsiteY29" fmla="*/ 942944 h 11107827"/>
                <a:gd name="connsiteX30" fmla="*/ 15984902 w 17746934"/>
                <a:gd name="connsiteY30" fmla="*/ 222420 h 11107827"/>
                <a:gd name="connsiteX31" fmla="*/ 17473034 w 17746934"/>
                <a:gd name="connsiteY31" fmla="*/ 31888 h 11107827"/>
                <a:gd name="connsiteX32" fmla="*/ 17746934 w 17746934"/>
                <a:gd name="connsiteY32" fmla="*/ 0 h 11107827"/>
                <a:gd name="connsiteX0" fmla="*/ 17746934 w 17746934"/>
                <a:gd name="connsiteY0" fmla="*/ 0 h 11107827"/>
                <a:gd name="connsiteX1" fmla="*/ 17746934 w 17746934"/>
                <a:gd name="connsiteY1" fmla="*/ 9721 h 11107827"/>
                <a:gd name="connsiteX2" fmla="*/ 17496628 w 17746934"/>
                <a:gd name="connsiteY2" fmla="*/ 38759 h 11107827"/>
                <a:gd name="connsiteX3" fmla="*/ 16007096 w 17746934"/>
                <a:gd name="connsiteY3" fmla="*/ 228947 h 11107827"/>
                <a:gd name="connsiteX4" fmla="*/ 12066956 w 17746934"/>
                <a:gd name="connsiteY4" fmla="*/ 950776 h 11107827"/>
                <a:gd name="connsiteX5" fmla="*/ 10153024 w 17746934"/>
                <a:gd name="connsiteY5" fmla="*/ 2090301 h 11107827"/>
                <a:gd name="connsiteX6" fmla="*/ 10924602 w 17746934"/>
                <a:gd name="connsiteY6" fmla="*/ 2851288 h 11107827"/>
                <a:gd name="connsiteX7" fmla="*/ 11701402 w 17746934"/>
                <a:gd name="connsiteY7" fmla="*/ 3580950 h 11107827"/>
                <a:gd name="connsiteX8" fmla="*/ 11044712 w 17746934"/>
                <a:gd name="connsiteY8" fmla="*/ 4143533 h 11107827"/>
                <a:gd name="connsiteX9" fmla="*/ 9064198 w 17746934"/>
                <a:gd name="connsiteY9" fmla="*/ 4314526 h 11107827"/>
                <a:gd name="connsiteX10" fmla="*/ 7044517 w 17746934"/>
                <a:gd name="connsiteY10" fmla="*/ 4486826 h 11107827"/>
                <a:gd name="connsiteX11" fmla="*/ 6015746 w 17746934"/>
                <a:gd name="connsiteY11" fmla="*/ 5138168 h 11107827"/>
                <a:gd name="connsiteX12" fmla="*/ 6708991 w 17746934"/>
                <a:gd name="connsiteY12" fmla="*/ 5948758 h 11107827"/>
                <a:gd name="connsiteX13" fmla="*/ 7904872 w 17746934"/>
                <a:gd name="connsiteY13" fmla="*/ 7535998 h 11107827"/>
                <a:gd name="connsiteX14" fmla="*/ 6737714 w 17746934"/>
                <a:gd name="connsiteY14" fmla="*/ 8742092 h 11107827"/>
                <a:gd name="connsiteX15" fmla="*/ 3868122 w 17746934"/>
                <a:gd name="connsiteY15" fmla="*/ 9715844 h 11107827"/>
                <a:gd name="connsiteX16" fmla="*/ 57124 w 17746934"/>
                <a:gd name="connsiteY16" fmla="*/ 11107827 h 11107827"/>
                <a:gd name="connsiteX17" fmla="*/ 0 w 17746934"/>
                <a:gd name="connsiteY17" fmla="*/ 11019401 h 11107827"/>
                <a:gd name="connsiteX18" fmla="*/ 3732945 w 17746934"/>
                <a:gd name="connsiteY18" fmla="*/ 9626848 h 11107827"/>
                <a:gd name="connsiteX19" fmla="*/ 7833067 w 17746934"/>
                <a:gd name="connsiteY19" fmla="*/ 7535998 h 11107827"/>
                <a:gd name="connsiteX20" fmla="*/ 6656769 w 17746934"/>
                <a:gd name="connsiteY20" fmla="*/ 5972253 h 11107827"/>
                <a:gd name="connsiteX21" fmla="*/ 5958302 w 17746934"/>
                <a:gd name="connsiteY21" fmla="*/ 5138168 h 11107827"/>
                <a:gd name="connsiteX22" fmla="*/ 7026239 w 17746934"/>
                <a:gd name="connsiteY22" fmla="*/ 4460719 h 11107827"/>
                <a:gd name="connsiteX23" fmla="*/ 9056364 w 17746934"/>
                <a:gd name="connsiteY23" fmla="*/ 4287115 h 11107827"/>
                <a:gd name="connsiteX24" fmla="*/ 11017296 w 17746934"/>
                <a:gd name="connsiteY24" fmla="*/ 4118731 h 11107827"/>
                <a:gd name="connsiteX25" fmla="*/ 11653096 w 17746934"/>
                <a:gd name="connsiteY25" fmla="*/ 3580950 h 11107827"/>
                <a:gd name="connsiteX26" fmla="*/ 10889352 w 17746934"/>
                <a:gd name="connsiteY26" fmla="*/ 2860425 h 11107827"/>
                <a:gd name="connsiteX27" fmla="*/ 10112552 w 17746934"/>
                <a:gd name="connsiteY27" fmla="*/ 2090301 h 11107827"/>
                <a:gd name="connsiteX28" fmla="*/ 10587772 w 17746934"/>
                <a:gd name="connsiteY28" fmla="*/ 1452010 h 11107827"/>
                <a:gd name="connsiteX29" fmla="*/ 12040844 w 17746934"/>
                <a:gd name="connsiteY29" fmla="*/ 942944 h 11107827"/>
                <a:gd name="connsiteX30" fmla="*/ 15984902 w 17746934"/>
                <a:gd name="connsiteY30" fmla="*/ 222420 h 11107827"/>
                <a:gd name="connsiteX31" fmla="*/ 17473034 w 17746934"/>
                <a:gd name="connsiteY31" fmla="*/ 31888 h 11107827"/>
                <a:gd name="connsiteX32" fmla="*/ 17746934 w 17746934"/>
                <a:gd name="connsiteY32" fmla="*/ 0 h 11107827"/>
                <a:gd name="connsiteX0" fmla="*/ 17689810 w 17689810"/>
                <a:gd name="connsiteY0" fmla="*/ 0 h 11107827"/>
                <a:gd name="connsiteX1" fmla="*/ 17689810 w 17689810"/>
                <a:gd name="connsiteY1" fmla="*/ 9721 h 11107827"/>
                <a:gd name="connsiteX2" fmla="*/ 17439504 w 17689810"/>
                <a:gd name="connsiteY2" fmla="*/ 38759 h 11107827"/>
                <a:gd name="connsiteX3" fmla="*/ 15949972 w 17689810"/>
                <a:gd name="connsiteY3" fmla="*/ 228947 h 11107827"/>
                <a:gd name="connsiteX4" fmla="*/ 12009832 w 17689810"/>
                <a:gd name="connsiteY4" fmla="*/ 950776 h 11107827"/>
                <a:gd name="connsiteX5" fmla="*/ 10095900 w 17689810"/>
                <a:gd name="connsiteY5" fmla="*/ 2090301 h 11107827"/>
                <a:gd name="connsiteX6" fmla="*/ 10867478 w 17689810"/>
                <a:gd name="connsiteY6" fmla="*/ 2851288 h 11107827"/>
                <a:gd name="connsiteX7" fmla="*/ 11644278 w 17689810"/>
                <a:gd name="connsiteY7" fmla="*/ 3580950 h 11107827"/>
                <a:gd name="connsiteX8" fmla="*/ 10987588 w 17689810"/>
                <a:gd name="connsiteY8" fmla="*/ 4143533 h 11107827"/>
                <a:gd name="connsiteX9" fmla="*/ 9007074 w 17689810"/>
                <a:gd name="connsiteY9" fmla="*/ 4314526 h 11107827"/>
                <a:gd name="connsiteX10" fmla="*/ 6987393 w 17689810"/>
                <a:gd name="connsiteY10" fmla="*/ 4486826 h 11107827"/>
                <a:gd name="connsiteX11" fmla="*/ 5958622 w 17689810"/>
                <a:gd name="connsiteY11" fmla="*/ 5138168 h 11107827"/>
                <a:gd name="connsiteX12" fmla="*/ 6651867 w 17689810"/>
                <a:gd name="connsiteY12" fmla="*/ 5948758 h 11107827"/>
                <a:gd name="connsiteX13" fmla="*/ 7847748 w 17689810"/>
                <a:gd name="connsiteY13" fmla="*/ 7535998 h 11107827"/>
                <a:gd name="connsiteX14" fmla="*/ 6680590 w 17689810"/>
                <a:gd name="connsiteY14" fmla="*/ 8742092 h 11107827"/>
                <a:gd name="connsiteX15" fmla="*/ 3810998 w 17689810"/>
                <a:gd name="connsiteY15" fmla="*/ 9715844 h 11107827"/>
                <a:gd name="connsiteX16" fmla="*/ 0 w 17689810"/>
                <a:gd name="connsiteY16" fmla="*/ 11107827 h 11107827"/>
                <a:gd name="connsiteX17" fmla="*/ 41724 w 17689810"/>
                <a:gd name="connsiteY17" fmla="*/ 10940375 h 11107827"/>
                <a:gd name="connsiteX18" fmla="*/ 3675821 w 17689810"/>
                <a:gd name="connsiteY18" fmla="*/ 9626848 h 11107827"/>
                <a:gd name="connsiteX19" fmla="*/ 7775943 w 17689810"/>
                <a:gd name="connsiteY19" fmla="*/ 7535998 h 11107827"/>
                <a:gd name="connsiteX20" fmla="*/ 6599645 w 17689810"/>
                <a:gd name="connsiteY20" fmla="*/ 5972253 h 11107827"/>
                <a:gd name="connsiteX21" fmla="*/ 5901178 w 17689810"/>
                <a:gd name="connsiteY21" fmla="*/ 5138168 h 11107827"/>
                <a:gd name="connsiteX22" fmla="*/ 6969115 w 17689810"/>
                <a:gd name="connsiteY22" fmla="*/ 4460719 h 11107827"/>
                <a:gd name="connsiteX23" fmla="*/ 8999240 w 17689810"/>
                <a:gd name="connsiteY23" fmla="*/ 4287115 h 11107827"/>
                <a:gd name="connsiteX24" fmla="*/ 10960172 w 17689810"/>
                <a:gd name="connsiteY24" fmla="*/ 4118731 h 11107827"/>
                <a:gd name="connsiteX25" fmla="*/ 11595972 w 17689810"/>
                <a:gd name="connsiteY25" fmla="*/ 3580950 h 11107827"/>
                <a:gd name="connsiteX26" fmla="*/ 10832228 w 17689810"/>
                <a:gd name="connsiteY26" fmla="*/ 2860425 h 11107827"/>
                <a:gd name="connsiteX27" fmla="*/ 10055428 w 17689810"/>
                <a:gd name="connsiteY27" fmla="*/ 2090301 h 11107827"/>
                <a:gd name="connsiteX28" fmla="*/ 10530648 w 17689810"/>
                <a:gd name="connsiteY28" fmla="*/ 1452010 h 11107827"/>
                <a:gd name="connsiteX29" fmla="*/ 11983720 w 17689810"/>
                <a:gd name="connsiteY29" fmla="*/ 942944 h 11107827"/>
                <a:gd name="connsiteX30" fmla="*/ 15927778 w 17689810"/>
                <a:gd name="connsiteY30" fmla="*/ 222420 h 11107827"/>
                <a:gd name="connsiteX31" fmla="*/ 17415910 w 17689810"/>
                <a:gd name="connsiteY31" fmla="*/ 31888 h 11107827"/>
                <a:gd name="connsiteX32" fmla="*/ 17689810 w 17689810"/>
                <a:gd name="connsiteY32" fmla="*/ 0 h 11107827"/>
                <a:gd name="connsiteX0" fmla="*/ 17689810 w 17689810"/>
                <a:gd name="connsiteY0" fmla="*/ 0 h 11107827"/>
                <a:gd name="connsiteX1" fmla="*/ 17689810 w 17689810"/>
                <a:gd name="connsiteY1" fmla="*/ 9721 h 11107827"/>
                <a:gd name="connsiteX2" fmla="*/ 17439504 w 17689810"/>
                <a:gd name="connsiteY2" fmla="*/ 38759 h 11107827"/>
                <a:gd name="connsiteX3" fmla="*/ 15949972 w 17689810"/>
                <a:gd name="connsiteY3" fmla="*/ 228947 h 11107827"/>
                <a:gd name="connsiteX4" fmla="*/ 12009832 w 17689810"/>
                <a:gd name="connsiteY4" fmla="*/ 950776 h 11107827"/>
                <a:gd name="connsiteX5" fmla="*/ 10095900 w 17689810"/>
                <a:gd name="connsiteY5" fmla="*/ 2090301 h 11107827"/>
                <a:gd name="connsiteX6" fmla="*/ 10867478 w 17689810"/>
                <a:gd name="connsiteY6" fmla="*/ 2851288 h 11107827"/>
                <a:gd name="connsiteX7" fmla="*/ 11644278 w 17689810"/>
                <a:gd name="connsiteY7" fmla="*/ 3580950 h 11107827"/>
                <a:gd name="connsiteX8" fmla="*/ 10987588 w 17689810"/>
                <a:gd name="connsiteY8" fmla="*/ 4143533 h 11107827"/>
                <a:gd name="connsiteX9" fmla="*/ 9007074 w 17689810"/>
                <a:gd name="connsiteY9" fmla="*/ 4314526 h 11107827"/>
                <a:gd name="connsiteX10" fmla="*/ 6987393 w 17689810"/>
                <a:gd name="connsiteY10" fmla="*/ 4486826 h 11107827"/>
                <a:gd name="connsiteX11" fmla="*/ 5958622 w 17689810"/>
                <a:gd name="connsiteY11" fmla="*/ 5138168 h 11107827"/>
                <a:gd name="connsiteX12" fmla="*/ 6651867 w 17689810"/>
                <a:gd name="connsiteY12" fmla="*/ 5948758 h 11107827"/>
                <a:gd name="connsiteX13" fmla="*/ 7847748 w 17689810"/>
                <a:gd name="connsiteY13" fmla="*/ 7535998 h 11107827"/>
                <a:gd name="connsiteX14" fmla="*/ 6680590 w 17689810"/>
                <a:gd name="connsiteY14" fmla="*/ 8742092 h 11107827"/>
                <a:gd name="connsiteX15" fmla="*/ 3810998 w 17689810"/>
                <a:gd name="connsiteY15" fmla="*/ 9715844 h 11107827"/>
                <a:gd name="connsiteX16" fmla="*/ 0 w 17689810"/>
                <a:gd name="connsiteY16" fmla="*/ 11107827 h 11107827"/>
                <a:gd name="connsiteX17" fmla="*/ 41724 w 17689810"/>
                <a:gd name="connsiteY17" fmla="*/ 10940375 h 11107827"/>
                <a:gd name="connsiteX18" fmla="*/ 3675821 w 17689810"/>
                <a:gd name="connsiteY18" fmla="*/ 9626848 h 11107827"/>
                <a:gd name="connsiteX19" fmla="*/ 7775943 w 17689810"/>
                <a:gd name="connsiteY19" fmla="*/ 7535998 h 11107827"/>
                <a:gd name="connsiteX20" fmla="*/ 6599645 w 17689810"/>
                <a:gd name="connsiteY20" fmla="*/ 5972253 h 11107827"/>
                <a:gd name="connsiteX21" fmla="*/ 5901178 w 17689810"/>
                <a:gd name="connsiteY21" fmla="*/ 5138168 h 11107827"/>
                <a:gd name="connsiteX22" fmla="*/ 6969115 w 17689810"/>
                <a:gd name="connsiteY22" fmla="*/ 4460719 h 11107827"/>
                <a:gd name="connsiteX23" fmla="*/ 8999240 w 17689810"/>
                <a:gd name="connsiteY23" fmla="*/ 4287115 h 11107827"/>
                <a:gd name="connsiteX24" fmla="*/ 10960172 w 17689810"/>
                <a:gd name="connsiteY24" fmla="*/ 4118731 h 11107827"/>
                <a:gd name="connsiteX25" fmla="*/ 11595972 w 17689810"/>
                <a:gd name="connsiteY25" fmla="*/ 3580950 h 11107827"/>
                <a:gd name="connsiteX26" fmla="*/ 10832228 w 17689810"/>
                <a:gd name="connsiteY26" fmla="*/ 2860425 h 11107827"/>
                <a:gd name="connsiteX27" fmla="*/ 10055428 w 17689810"/>
                <a:gd name="connsiteY27" fmla="*/ 2090301 h 11107827"/>
                <a:gd name="connsiteX28" fmla="*/ 10530648 w 17689810"/>
                <a:gd name="connsiteY28" fmla="*/ 1452010 h 11107827"/>
                <a:gd name="connsiteX29" fmla="*/ 11983720 w 17689810"/>
                <a:gd name="connsiteY29" fmla="*/ 942944 h 11107827"/>
                <a:gd name="connsiteX30" fmla="*/ 15927778 w 17689810"/>
                <a:gd name="connsiteY30" fmla="*/ 222420 h 11107827"/>
                <a:gd name="connsiteX31" fmla="*/ 17415910 w 17689810"/>
                <a:gd name="connsiteY31" fmla="*/ 31888 h 11107827"/>
                <a:gd name="connsiteX32" fmla="*/ 17689810 w 17689810"/>
                <a:gd name="connsiteY32" fmla="*/ 0 h 11107827"/>
                <a:gd name="connsiteX0" fmla="*/ 17689810 w 17689810"/>
                <a:gd name="connsiteY0" fmla="*/ 0 h 11107827"/>
                <a:gd name="connsiteX1" fmla="*/ 17689810 w 17689810"/>
                <a:gd name="connsiteY1" fmla="*/ 9721 h 11107827"/>
                <a:gd name="connsiteX2" fmla="*/ 17439504 w 17689810"/>
                <a:gd name="connsiteY2" fmla="*/ 38759 h 11107827"/>
                <a:gd name="connsiteX3" fmla="*/ 15949972 w 17689810"/>
                <a:gd name="connsiteY3" fmla="*/ 228947 h 11107827"/>
                <a:gd name="connsiteX4" fmla="*/ 12009832 w 17689810"/>
                <a:gd name="connsiteY4" fmla="*/ 950776 h 11107827"/>
                <a:gd name="connsiteX5" fmla="*/ 10095900 w 17689810"/>
                <a:gd name="connsiteY5" fmla="*/ 2090301 h 11107827"/>
                <a:gd name="connsiteX6" fmla="*/ 10867478 w 17689810"/>
                <a:gd name="connsiteY6" fmla="*/ 2851288 h 11107827"/>
                <a:gd name="connsiteX7" fmla="*/ 11644278 w 17689810"/>
                <a:gd name="connsiteY7" fmla="*/ 3580950 h 11107827"/>
                <a:gd name="connsiteX8" fmla="*/ 10987588 w 17689810"/>
                <a:gd name="connsiteY8" fmla="*/ 4143533 h 11107827"/>
                <a:gd name="connsiteX9" fmla="*/ 9007074 w 17689810"/>
                <a:gd name="connsiteY9" fmla="*/ 4314526 h 11107827"/>
                <a:gd name="connsiteX10" fmla="*/ 6987393 w 17689810"/>
                <a:gd name="connsiteY10" fmla="*/ 4486826 h 11107827"/>
                <a:gd name="connsiteX11" fmla="*/ 5958622 w 17689810"/>
                <a:gd name="connsiteY11" fmla="*/ 5138168 h 11107827"/>
                <a:gd name="connsiteX12" fmla="*/ 6651867 w 17689810"/>
                <a:gd name="connsiteY12" fmla="*/ 5948758 h 11107827"/>
                <a:gd name="connsiteX13" fmla="*/ 7847748 w 17689810"/>
                <a:gd name="connsiteY13" fmla="*/ 7535998 h 11107827"/>
                <a:gd name="connsiteX14" fmla="*/ 6680590 w 17689810"/>
                <a:gd name="connsiteY14" fmla="*/ 8742092 h 11107827"/>
                <a:gd name="connsiteX15" fmla="*/ 3810998 w 17689810"/>
                <a:gd name="connsiteY15" fmla="*/ 9715844 h 11107827"/>
                <a:gd name="connsiteX16" fmla="*/ 0 w 17689810"/>
                <a:gd name="connsiteY16" fmla="*/ 11107827 h 11107827"/>
                <a:gd name="connsiteX17" fmla="*/ 41724 w 17689810"/>
                <a:gd name="connsiteY17" fmla="*/ 10940375 h 11107827"/>
                <a:gd name="connsiteX18" fmla="*/ 3675821 w 17689810"/>
                <a:gd name="connsiteY18" fmla="*/ 9626848 h 11107827"/>
                <a:gd name="connsiteX19" fmla="*/ 6508980 w 17689810"/>
                <a:gd name="connsiteY19" fmla="*/ 8607659 h 11107827"/>
                <a:gd name="connsiteX20" fmla="*/ 7775943 w 17689810"/>
                <a:gd name="connsiteY20" fmla="*/ 7535998 h 11107827"/>
                <a:gd name="connsiteX21" fmla="*/ 6599645 w 17689810"/>
                <a:gd name="connsiteY21" fmla="*/ 5972253 h 11107827"/>
                <a:gd name="connsiteX22" fmla="*/ 5901178 w 17689810"/>
                <a:gd name="connsiteY22" fmla="*/ 5138168 h 11107827"/>
                <a:gd name="connsiteX23" fmla="*/ 6969115 w 17689810"/>
                <a:gd name="connsiteY23" fmla="*/ 4460719 h 11107827"/>
                <a:gd name="connsiteX24" fmla="*/ 8999240 w 17689810"/>
                <a:gd name="connsiteY24" fmla="*/ 4287115 h 11107827"/>
                <a:gd name="connsiteX25" fmla="*/ 10960172 w 17689810"/>
                <a:gd name="connsiteY25" fmla="*/ 4118731 h 11107827"/>
                <a:gd name="connsiteX26" fmla="*/ 11595972 w 17689810"/>
                <a:gd name="connsiteY26" fmla="*/ 3580950 h 11107827"/>
                <a:gd name="connsiteX27" fmla="*/ 10832228 w 17689810"/>
                <a:gd name="connsiteY27" fmla="*/ 2860425 h 11107827"/>
                <a:gd name="connsiteX28" fmla="*/ 10055428 w 17689810"/>
                <a:gd name="connsiteY28" fmla="*/ 2090301 h 11107827"/>
                <a:gd name="connsiteX29" fmla="*/ 10530648 w 17689810"/>
                <a:gd name="connsiteY29" fmla="*/ 1452010 h 11107827"/>
                <a:gd name="connsiteX30" fmla="*/ 11983720 w 17689810"/>
                <a:gd name="connsiteY30" fmla="*/ 942944 h 11107827"/>
                <a:gd name="connsiteX31" fmla="*/ 15927778 w 17689810"/>
                <a:gd name="connsiteY31" fmla="*/ 222420 h 11107827"/>
                <a:gd name="connsiteX32" fmla="*/ 17415910 w 17689810"/>
                <a:gd name="connsiteY32" fmla="*/ 31888 h 11107827"/>
                <a:gd name="connsiteX33" fmla="*/ 17689810 w 17689810"/>
                <a:gd name="connsiteY33" fmla="*/ 0 h 11107827"/>
                <a:gd name="connsiteX0" fmla="*/ 17689810 w 17689810"/>
                <a:gd name="connsiteY0" fmla="*/ 0 h 11107827"/>
                <a:gd name="connsiteX1" fmla="*/ 17689810 w 17689810"/>
                <a:gd name="connsiteY1" fmla="*/ 9721 h 11107827"/>
                <a:gd name="connsiteX2" fmla="*/ 17439504 w 17689810"/>
                <a:gd name="connsiteY2" fmla="*/ 38759 h 11107827"/>
                <a:gd name="connsiteX3" fmla="*/ 15949972 w 17689810"/>
                <a:gd name="connsiteY3" fmla="*/ 228947 h 11107827"/>
                <a:gd name="connsiteX4" fmla="*/ 12009832 w 17689810"/>
                <a:gd name="connsiteY4" fmla="*/ 950776 h 11107827"/>
                <a:gd name="connsiteX5" fmla="*/ 10095900 w 17689810"/>
                <a:gd name="connsiteY5" fmla="*/ 2090301 h 11107827"/>
                <a:gd name="connsiteX6" fmla="*/ 10867478 w 17689810"/>
                <a:gd name="connsiteY6" fmla="*/ 2851288 h 11107827"/>
                <a:gd name="connsiteX7" fmla="*/ 11644278 w 17689810"/>
                <a:gd name="connsiteY7" fmla="*/ 3580950 h 11107827"/>
                <a:gd name="connsiteX8" fmla="*/ 10987588 w 17689810"/>
                <a:gd name="connsiteY8" fmla="*/ 4143533 h 11107827"/>
                <a:gd name="connsiteX9" fmla="*/ 9007074 w 17689810"/>
                <a:gd name="connsiteY9" fmla="*/ 4314526 h 11107827"/>
                <a:gd name="connsiteX10" fmla="*/ 6987393 w 17689810"/>
                <a:gd name="connsiteY10" fmla="*/ 4486826 h 11107827"/>
                <a:gd name="connsiteX11" fmla="*/ 5958622 w 17689810"/>
                <a:gd name="connsiteY11" fmla="*/ 5138168 h 11107827"/>
                <a:gd name="connsiteX12" fmla="*/ 6651867 w 17689810"/>
                <a:gd name="connsiteY12" fmla="*/ 5948758 h 11107827"/>
                <a:gd name="connsiteX13" fmla="*/ 7847748 w 17689810"/>
                <a:gd name="connsiteY13" fmla="*/ 7535998 h 11107827"/>
                <a:gd name="connsiteX14" fmla="*/ 6680590 w 17689810"/>
                <a:gd name="connsiteY14" fmla="*/ 8742092 h 11107827"/>
                <a:gd name="connsiteX15" fmla="*/ 3810998 w 17689810"/>
                <a:gd name="connsiteY15" fmla="*/ 9715844 h 11107827"/>
                <a:gd name="connsiteX16" fmla="*/ 0 w 17689810"/>
                <a:gd name="connsiteY16" fmla="*/ 11107827 h 11107827"/>
                <a:gd name="connsiteX17" fmla="*/ 41724 w 17689810"/>
                <a:gd name="connsiteY17" fmla="*/ 10940375 h 11107827"/>
                <a:gd name="connsiteX18" fmla="*/ 3675821 w 17689810"/>
                <a:gd name="connsiteY18" fmla="*/ 9626848 h 11107827"/>
                <a:gd name="connsiteX19" fmla="*/ 6574878 w 17689810"/>
                <a:gd name="connsiteY19" fmla="*/ 8660343 h 11107827"/>
                <a:gd name="connsiteX20" fmla="*/ 7775943 w 17689810"/>
                <a:gd name="connsiteY20" fmla="*/ 7535998 h 11107827"/>
                <a:gd name="connsiteX21" fmla="*/ 6599645 w 17689810"/>
                <a:gd name="connsiteY21" fmla="*/ 5972253 h 11107827"/>
                <a:gd name="connsiteX22" fmla="*/ 5901178 w 17689810"/>
                <a:gd name="connsiteY22" fmla="*/ 5138168 h 11107827"/>
                <a:gd name="connsiteX23" fmla="*/ 6969115 w 17689810"/>
                <a:gd name="connsiteY23" fmla="*/ 4460719 h 11107827"/>
                <a:gd name="connsiteX24" fmla="*/ 8999240 w 17689810"/>
                <a:gd name="connsiteY24" fmla="*/ 4287115 h 11107827"/>
                <a:gd name="connsiteX25" fmla="*/ 10960172 w 17689810"/>
                <a:gd name="connsiteY25" fmla="*/ 4118731 h 11107827"/>
                <a:gd name="connsiteX26" fmla="*/ 11595972 w 17689810"/>
                <a:gd name="connsiteY26" fmla="*/ 3580950 h 11107827"/>
                <a:gd name="connsiteX27" fmla="*/ 10832228 w 17689810"/>
                <a:gd name="connsiteY27" fmla="*/ 2860425 h 11107827"/>
                <a:gd name="connsiteX28" fmla="*/ 10055428 w 17689810"/>
                <a:gd name="connsiteY28" fmla="*/ 2090301 h 11107827"/>
                <a:gd name="connsiteX29" fmla="*/ 10530648 w 17689810"/>
                <a:gd name="connsiteY29" fmla="*/ 1452010 h 11107827"/>
                <a:gd name="connsiteX30" fmla="*/ 11983720 w 17689810"/>
                <a:gd name="connsiteY30" fmla="*/ 942944 h 11107827"/>
                <a:gd name="connsiteX31" fmla="*/ 15927778 w 17689810"/>
                <a:gd name="connsiteY31" fmla="*/ 222420 h 11107827"/>
                <a:gd name="connsiteX32" fmla="*/ 17415910 w 17689810"/>
                <a:gd name="connsiteY32" fmla="*/ 31888 h 11107827"/>
                <a:gd name="connsiteX33" fmla="*/ 17689810 w 17689810"/>
                <a:gd name="connsiteY33" fmla="*/ 0 h 11107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7689810" h="11107827" extrusionOk="0">
                  <a:moveTo>
                    <a:pt x="17689810" y="0"/>
                  </a:moveTo>
                  <a:lnTo>
                    <a:pt x="17689810" y="9721"/>
                  </a:lnTo>
                  <a:lnTo>
                    <a:pt x="17439504" y="38759"/>
                  </a:lnTo>
                  <a:lnTo>
                    <a:pt x="15949972" y="228947"/>
                  </a:lnTo>
                  <a:cubicBezTo>
                    <a:pt x="14341538" y="452153"/>
                    <a:pt x="12999436" y="693633"/>
                    <a:pt x="12009832" y="950776"/>
                  </a:cubicBezTo>
                  <a:cubicBezTo>
                    <a:pt x="10644228" y="1305817"/>
                    <a:pt x="9952289" y="1689574"/>
                    <a:pt x="10095900" y="2090301"/>
                  </a:cubicBezTo>
                  <a:cubicBezTo>
                    <a:pt x="10232982" y="2472753"/>
                    <a:pt x="10547620" y="2659410"/>
                    <a:pt x="10867478" y="2851288"/>
                  </a:cubicBezTo>
                  <a:cubicBezTo>
                    <a:pt x="11169060" y="3031419"/>
                    <a:pt x="11465418" y="3210246"/>
                    <a:pt x="11644278" y="3580950"/>
                  </a:cubicBezTo>
                  <a:cubicBezTo>
                    <a:pt x="11770916" y="3840704"/>
                    <a:pt x="11560724" y="4027361"/>
                    <a:pt x="10987588" y="4143533"/>
                  </a:cubicBezTo>
                  <a:cubicBezTo>
                    <a:pt x="10471896" y="4247956"/>
                    <a:pt x="9730346" y="4281894"/>
                    <a:pt x="9007074" y="4314526"/>
                  </a:cubicBezTo>
                  <a:cubicBezTo>
                    <a:pt x="8291634" y="4347158"/>
                    <a:pt x="7544861" y="4381096"/>
                    <a:pt x="6987393" y="4486826"/>
                  </a:cubicBezTo>
                  <a:cubicBezTo>
                    <a:pt x="6345064" y="4609524"/>
                    <a:pt x="6016066" y="4811845"/>
                    <a:pt x="5958622" y="5138168"/>
                  </a:cubicBezTo>
                  <a:cubicBezTo>
                    <a:pt x="5922066" y="5350932"/>
                    <a:pt x="6265425" y="5632876"/>
                    <a:pt x="6651867" y="5948758"/>
                  </a:cubicBezTo>
                  <a:cubicBezTo>
                    <a:pt x="7181920" y="6383421"/>
                    <a:pt x="7838609" y="6919898"/>
                    <a:pt x="7847748" y="7535998"/>
                  </a:cubicBezTo>
                  <a:cubicBezTo>
                    <a:pt x="7854276" y="7965441"/>
                    <a:pt x="7483500" y="8363556"/>
                    <a:pt x="6680590" y="8742092"/>
                  </a:cubicBezTo>
                  <a:cubicBezTo>
                    <a:pt x="5929901" y="9097133"/>
                    <a:pt x="4924430" y="9321555"/>
                    <a:pt x="3810998" y="9715844"/>
                  </a:cubicBezTo>
                  <a:cubicBezTo>
                    <a:pt x="2697566" y="10110133"/>
                    <a:pt x="1263716" y="10431114"/>
                    <a:pt x="0" y="11107827"/>
                  </a:cubicBezTo>
                  <a:lnTo>
                    <a:pt x="41724" y="10940375"/>
                  </a:lnTo>
                  <a:cubicBezTo>
                    <a:pt x="2333499" y="9909772"/>
                    <a:pt x="2586962" y="10006853"/>
                    <a:pt x="3675821" y="9626848"/>
                  </a:cubicBezTo>
                  <a:cubicBezTo>
                    <a:pt x="4764680" y="9246843"/>
                    <a:pt x="5891524" y="9008818"/>
                    <a:pt x="6574878" y="8660343"/>
                  </a:cubicBezTo>
                  <a:cubicBezTo>
                    <a:pt x="7258232" y="8311868"/>
                    <a:pt x="7760832" y="7975232"/>
                    <a:pt x="7775943" y="7535998"/>
                  </a:cubicBezTo>
                  <a:cubicBezTo>
                    <a:pt x="7769415" y="6935562"/>
                    <a:pt x="7123170" y="6403000"/>
                    <a:pt x="6599645" y="5972253"/>
                  </a:cubicBezTo>
                  <a:cubicBezTo>
                    <a:pt x="6192315" y="5635486"/>
                    <a:pt x="5859400" y="5362680"/>
                    <a:pt x="5901178" y="5138168"/>
                  </a:cubicBezTo>
                  <a:cubicBezTo>
                    <a:pt x="5961233" y="4802707"/>
                    <a:pt x="6313732" y="4586028"/>
                    <a:pt x="6969115" y="4460719"/>
                  </a:cubicBezTo>
                  <a:cubicBezTo>
                    <a:pt x="7533111" y="4353685"/>
                    <a:pt x="8281190" y="4321052"/>
                    <a:pt x="8999240" y="4287115"/>
                  </a:cubicBezTo>
                  <a:cubicBezTo>
                    <a:pt x="9715985" y="4255788"/>
                    <a:pt x="10451008" y="4221850"/>
                    <a:pt x="10960172" y="4118731"/>
                  </a:cubicBezTo>
                  <a:cubicBezTo>
                    <a:pt x="11518946" y="4006476"/>
                    <a:pt x="11716084" y="3832872"/>
                    <a:pt x="11595972" y="3580950"/>
                  </a:cubicBezTo>
                  <a:cubicBezTo>
                    <a:pt x="11421030" y="3215466"/>
                    <a:pt x="11128588" y="3039252"/>
                    <a:pt x="10832228" y="2860425"/>
                  </a:cubicBezTo>
                  <a:cubicBezTo>
                    <a:pt x="10509758" y="2667241"/>
                    <a:pt x="10192510" y="2475363"/>
                    <a:pt x="10055428" y="2090301"/>
                  </a:cubicBezTo>
                  <a:cubicBezTo>
                    <a:pt x="9978400" y="1871010"/>
                    <a:pt x="10145510" y="1656942"/>
                    <a:pt x="10530648" y="1452010"/>
                  </a:cubicBezTo>
                  <a:cubicBezTo>
                    <a:pt x="10858340" y="1277100"/>
                    <a:pt x="11353140" y="1106106"/>
                    <a:pt x="11983720" y="942944"/>
                  </a:cubicBezTo>
                  <a:cubicBezTo>
                    <a:pt x="12974630" y="685801"/>
                    <a:pt x="14318038" y="443016"/>
                    <a:pt x="15927778" y="222420"/>
                  </a:cubicBezTo>
                  <a:lnTo>
                    <a:pt x="17415910" y="31888"/>
                  </a:lnTo>
                  <a:lnTo>
                    <a:pt x="17689810" y="0"/>
                  </a:lnTo>
                  <a:close/>
                </a:path>
              </a:pathLst>
            </a:custGeom>
            <a:solidFill>
              <a:schemeClr val="lt1"/>
            </a:solidFill>
            <a:ln>
              <a:noFill/>
            </a:ln>
          </p:spPr>
          <p:txBody>
            <a:bodyPr spcFirstLastPara="1" wrap="square" lIns="34300" tIns="17150" rIns="34300" bIns="17150" anchor="ctr" anchorCtr="0">
              <a:noAutofit/>
            </a:bodyPr>
            <a:lstStyle/>
            <a:p>
              <a:pPr marL="0" marR="0" lvl="0" indent="0" algn="l" rtl="0">
                <a:spcBef>
                  <a:spcPts val="0"/>
                </a:spcBef>
                <a:spcAft>
                  <a:spcPts val="0"/>
                </a:spcAft>
                <a:buNone/>
              </a:pPr>
              <a:endParaRPr sz="2400">
                <a:solidFill>
                  <a:srgbClr val="AAAAAA"/>
                </a:solidFill>
                <a:latin typeface="Lato Light"/>
                <a:ea typeface="Lato Light"/>
                <a:cs typeface="Lato Light"/>
                <a:sym typeface="Lato Light"/>
              </a:endParaRPr>
            </a:p>
          </p:txBody>
        </p:sp>
      </p:grpSp>
      <p:grpSp>
        <p:nvGrpSpPr>
          <p:cNvPr id="56" name="Grupo 55">
            <a:extLst>
              <a:ext uri="{FF2B5EF4-FFF2-40B4-BE49-F238E27FC236}">
                <a16:creationId xmlns:a16="http://schemas.microsoft.com/office/drawing/2014/main" id="{EFEED03E-762B-4C0E-E3D9-A6EC8DF3324A}"/>
              </a:ext>
            </a:extLst>
          </p:cNvPr>
          <p:cNvGrpSpPr/>
          <p:nvPr/>
        </p:nvGrpSpPr>
        <p:grpSpPr>
          <a:xfrm>
            <a:off x="679547" y="1025225"/>
            <a:ext cx="408128" cy="419812"/>
            <a:chOff x="346862" y="1013844"/>
            <a:chExt cx="408128" cy="419812"/>
          </a:xfrm>
          <a:solidFill>
            <a:schemeClr val="bg1"/>
          </a:solidFill>
        </p:grpSpPr>
        <p:sp>
          <p:nvSpPr>
            <p:cNvPr id="55" name="Elipse 54">
              <a:extLst>
                <a:ext uri="{FF2B5EF4-FFF2-40B4-BE49-F238E27FC236}">
                  <a16:creationId xmlns:a16="http://schemas.microsoft.com/office/drawing/2014/main" id="{EBCF1D73-075C-77E2-E427-CC198FF0C564}"/>
                </a:ext>
              </a:extLst>
            </p:cNvPr>
            <p:cNvSpPr/>
            <p:nvPr/>
          </p:nvSpPr>
          <p:spPr>
            <a:xfrm>
              <a:off x="346862" y="1397656"/>
              <a:ext cx="72000" cy="36000"/>
            </a:xfrm>
            <a:prstGeom prst="ellipse">
              <a:avLst/>
            </a:prstGeom>
            <a:grpFill/>
            <a:ln w="12700">
              <a:solidFill>
                <a:schemeClr val="tx1"/>
              </a:solidFill>
              <a:miter lim="400000"/>
            </a:ln>
            <a:effectLst/>
          </p:spPr>
          <p:txBody>
            <a:bodyPr lIns="108000" tIns="72000" rIns="108000" bIns="72000" rtlCol="0" anchor="ctr"/>
            <a:lstStyle/>
            <a:p>
              <a:pPr algn="l"/>
              <a:endParaRPr lang="pt-BR" sz="1600" err="1">
                <a:solidFill>
                  <a:schemeClr val="bg1"/>
                </a:solidFill>
                <a:latin typeface="+mj-lt"/>
              </a:endParaRPr>
            </a:p>
          </p:txBody>
        </p:sp>
        <p:grpSp>
          <p:nvGrpSpPr>
            <p:cNvPr id="53" name="Grupo 52">
              <a:extLst>
                <a:ext uri="{FF2B5EF4-FFF2-40B4-BE49-F238E27FC236}">
                  <a16:creationId xmlns:a16="http://schemas.microsoft.com/office/drawing/2014/main" id="{3C3092BE-913B-49BB-0071-39959C555CFA}"/>
                </a:ext>
              </a:extLst>
            </p:cNvPr>
            <p:cNvGrpSpPr/>
            <p:nvPr/>
          </p:nvGrpSpPr>
          <p:grpSpPr>
            <a:xfrm>
              <a:off x="374635" y="1013844"/>
              <a:ext cx="380355" cy="406314"/>
              <a:chOff x="9862619" y="1904596"/>
              <a:chExt cx="476279" cy="508785"/>
            </a:xfrm>
            <a:grpFill/>
          </p:grpSpPr>
          <p:sp>
            <p:nvSpPr>
              <p:cNvPr id="51" name="Google Shape;910;p39">
                <a:extLst>
                  <a:ext uri="{FF2B5EF4-FFF2-40B4-BE49-F238E27FC236}">
                    <a16:creationId xmlns:a16="http://schemas.microsoft.com/office/drawing/2014/main" id="{C41A2079-6EFE-3ABA-01F4-FA4C67640C90}"/>
                  </a:ext>
                </a:extLst>
              </p:cNvPr>
              <p:cNvSpPr/>
              <p:nvPr/>
            </p:nvSpPr>
            <p:spPr>
              <a:xfrm>
                <a:off x="9895915" y="1914897"/>
                <a:ext cx="442983" cy="292499"/>
              </a:xfrm>
              <a:custGeom>
                <a:avLst/>
                <a:gdLst/>
                <a:ahLst/>
                <a:cxnLst/>
                <a:rect l="l" t="t" r="r" b="b"/>
                <a:pathLst>
                  <a:path w="947" h="626" extrusionOk="0">
                    <a:moveTo>
                      <a:pt x="946" y="625"/>
                    </a:moveTo>
                    <a:lnTo>
                      <a:pt x="0" y="625"/>
                    </a:lnTo>
                    <a:lnTo>
                      <a:pt x="0" y="0"/>
                    </a:lnTo>
                    <a:lnTo>
                      <a:pt x="946" y="0"/>
                    </a:lnTo>
                    <a:lnTo>
                      <a:pt x="761" y="313"/>
                    </a:lnTo>
                    <a:lnTo>
                      <a:pt x="946" y="625"/>
                    </a:lnTo>
                  </a:path>
                </a:pathLst>
              </a:custGeom>
              <a:grpFill/>
              <a:ln>
                <a:solidFill>
                  <a:schemeClr val="tx1"/>
                </a:solidFill>
              </a:ln>
            </p:spPr>
            <p:txBody>
              <a:bodyPr spcFirstLastPara="1" wrap="square" lIns="34300" tIns="17150" rIns="34300" bIns="17150" anchor="ctr" anchorCtr="0">
                <a:noAutofit/>
              </a:bodyPr>
              <a:lstStyle/>
              <a:p>
                <a:pPr marL="0" lvl="0" indent="0" algn="l" rtl="0">
                  <a:spcBef>
                    <a:spcPts val="0"/>
                  </a:spcBef>
                  <a:spcAft>
                    <a:spcPts val="0"/>
                  </a:spcAft>
                  <a:buClr>
                    <a:schemeClr val="dk1"/>
                  </a:buClr>
                  <a:buFont typeface="Arial"/>
                  <a:buNone/>
                </a:pPr>
                <a:endParaRPr sz="1600">
                  <a:solidFill>
                    <a:schemeClr val="dk1"/>
                  </a:solidFill>
                  <a:latin typeface="+mj-lt"/>
                  <a:ea typeface="Lato Light"/>
                  <a:cs typeface="Lato Light"/>
                  <a:sym typeface="Lato Light"/>
                </a:endParaRPr>
              </a:p>
            </p:txBody>
          </p:sp>
          <p:sp>
            <p:nvSpPr>
              <p:cNvPr id="52" name="Google Shape;911;p39">
                <a:extLst>
                  <a:ext uri="{FF2B5EF4-FFF2-40B4-BE49-F238E27FC236}">
                    <a16:creationId xmlns:a16="http://schemas.microsoft.com/office/drawing/2014/main" id="{FF693594-E6B0-614F-A3D5-D5A618D55406}"/>
                  </a:ext>
                </a:extLst>
              </p:cNvPr>
              <p:cNvSpPr/>
              <p:nvPr/>
            </p:nvSpPr>
            <p:spPr>
              <a:xfrm>
                <a:off x="9862619" y="1904596"/>
                <a:ext cx="20604" cy="508785"/>
              </a:xfrm>
              <a:custGeom>
                <a:avLst/>
                <a:gdLst/>
                <a:ahLst/>
                <a:cxnLst/>
                <a:rect l="l" t="t" r="r" b="b"/>
                <a:pathLst>
                  <a:path w="43" h="1091" extrusionOk="0">
                    <a:moveTo>
                      <a:pt x="11" y="0"/>
                    </a:moveTo>
                    <a:lnTo>
                      <a:pt x="31" y="0"/>
                    </a:lnTo>
                    <a:lnTo>
                      <a:pt x="31" y="0"/>
                    </a:lnTo>
                    <a:cubicBezTo>
                      <a:pt x="37" y="0"/>
                      <a:pt x="42" y="6"/>
                      <a:pt x="42" y="12"/>
                    </a:cubicBezTo>
                    <a:lnTo>
                      <a:pt x="42" y="1078"/>
                    </a:lnTo>
                    <a:lnTo>
                      <a:pt x="42" y="1078"/>
                    </a:lnTo>
                    <a:cubicBezTo>
                      <a:pt x="42" y="1085"/>
                      <a:pt x="37" y="1090"/>
                      <a:pt x="31" y="1090"/>
                    </a:cubicBezTo>
                    <a:lnTo>
                      <a:pt x="11" y="1090"/>
                    </a:lnTo>
                    <a:lnTo>
                      <a:pt x="11" y="1090"/>
                    </a:lnTo>
                    <a:cubicBezTo>
                      <a:pt x="5" y="1090"/>
                      <a:pt x="0" y="1085"/>
                      <a:pt x="0" y="1078"/>
                    </a:cubicBezTo>
                    <a:lnTo>
                      <a:pt x="0" y="12"/>
                    </a:lnTo>
                    <a:lnTo>
                      <a:pt x="0" y="12"/>
                    </a:lnTo>
                    <a:cubicBezTo>
                      <a:pt x="0" y="6"/>
                      <a:pt x="5" y="0"/>
                      <a:pt x="11" y="0"/>
                    </a:cubicBezTo>
                  </a:path>
                </a:pathLst>
              </a:custGeom>
              <a:grpFill/>
              <a:ln>
                <a:solidFill>
                  <a:schemeClr val="tx1"/>
                </a:solidFill>
              </a:ln>
            </p:spPr>
            <p:txBody>
              <a:bodyPr spcFirstLastPara="1" wrap="square" lIns="34300" tIns="17150" rIns="34300" bIns="17150" anchor="ctr" anchorCtr="0">
                <a:noAutofit/>
              </a:bodyPr>
              <a:lstStyle/>
              <a:p>
                <a:pPr marL="0" marR="0" lvl="0" indent="0" algn="l" rtl="0">
                  <a:spcBef>
                    <a:spcPts val="0"/>
                  </a:spcBef>
                  <a:spcAft>
                    <a:spcPts val="0"/>
                  </a:spcAft>
                  <a:buNone/>
                </a:pPr>
                <a:endParaRPr sz="1600">
                  <a:solidFill>
                    <a:schemeClr val="dk1"/>
                  </a:solidFill>
                  <a:latin typeface="+mj-lt"/>
                  <a:ea typeface="Lato Light"/>
                  <a:cs typeface="Lato Light"/>
                  <a:sym typeface="Lato Light"/>
                </a:endParaRPr>
              </a:p>
            </p:txBody>
          </p:sp>
        </p:grpSp>
      </p:grpSp>
      <p:sp>
        <p:nvSpPr>
          <p:cNvPr id="126" name="CuadroTexto 125">
            <a:extLst>
              <a:ext uri="{FF2B5EF4-FFF2-40B4-BE49-F238E27FC236}">
                <a16:creationId xmlns:a16="http://schemas.microsoft.com/office/drawing/2014/main" id="{E8F05F75-3F98-3465-24DA-13262A23AD3B}"/>
              </a:ext>
            </a:extLst>
          </p:cNvPr>
          <p:cNvSpPr txBox="1"/>
          <p:nvPr/>
        </p:nvSpPr>
        <p:spPr bwMode="auto">
          <a:xfrm>
            <a:off x="222347" y="1036154"/>
            <a:ext cx="455253" cy="246221"/>
          </a:xfrm>
          <a:prstGeom prst="rect">
            <a:avLst/>
          </a:prstGeom>
          <a:noFill/>
          <a:ln w="9525">
            <a:noFill/>
            <a:miter lim="800000"/>
            <a:headEnd/>
            <a:tailEnd/>
          </a:ln>
        </p:spPr>
        <p:txBody>
          <a:bodyPr vert="horz" wrap="none" lIns="0" tIns="0" rIns="0" bIns="0" numCol="1" rtlCol="0" anchor="ctr" anchorCtr="0" compatLnSpc="1">
            <a:prstTxWarp prst="textNoShape">
              <a:avLst/>
            </a:prstTxWarp>
            <a:spAutoFit/>
          </a:bodyPr>
          <a:lstStyle/>
          <a:p>
            <a:pPr algn="ctr">
              <a:spcBef>
                <a:spcPts val="0"/>
              </a:spcBef>
              <a:spcAft>
                <a:spcPts val="600"/>
              </a:spcAft>
            </a:pPr>
            <a:r>
              <a:rPr lang="pt-BR" sz="1600" b="1" kern="0">
                <a:latin typeface="+mj-lt"/>
              </a:rPr>
              <a:t>2011</a:t>
            </a:r>
          </a:p>
        </p:txBody>
      </p:sp>
      <p:grpSp>
        <p:nvGrpSpPr>
          <p:cNvPr id="57" name="Grupo 56">
            <a:extLst>
              <a:ext uri="{FF2B5EF4-FFF2-40B4-BE49-F238E27FC236}">
                <a16:creationId xmlns:a16="http://schemas.microsoft.com/office/drawing/2014/main" id="{F0114D4E-CCE9-4B94-D94D-0361A395A751}"/>
              </a:ext>
            </a:extLst>
          </p:cNvPr>
          <p:cNvGrpSpPr/>
          <p:nvPr/>
        </p:nvGrpSpPr>
        <p:grpSpPr>
          <a:xfrm>
            <a:off x="2784570" y="1347477"/>
            <a:ext cx="408128" cy="419812"/>
            <a:chOff x="346862" y="1013844"/>
            <a:chExt cx="408128" cy="419812"/>
          </a:xfrm>
          <a:solidFill>
            <a:schemeClr val="bg1"/>
          </a:solidFill>
        </p:grpSpPr>
        <p:sp>
          <p:nvSpPr>
            <p:cNvPr id="58" name="Elipse 57">
              <a:extLst>
                <a:ext uri="{FF2B5EF4-FFF2-40B4-BE49-F238E27FC236}">
                  <a16:creationId xmlns:a16="http://schemas.microsoft.com/office/drawing/2014/main" id="{B8E90359-C517-3A98-2143-CDCCB043BC0D}"/>
                </a:ext>
              </a:extLst>
            </p:cNvPr>
            <p:cNvSpPr/>
            <p:nvPr/>
          </p:nvSpPr>
          <p:spPr>
            <a:xfrm>
              <a:off x="346862" y="1397656"/>
              <a:ext cx="72000" cy="36000"/>
            </a:xfrm>
            <a:prstGeom prst="ellipse">
              <a:avLst/>
            </a:prstGeom>
            <a:grpFill/>
            <a:ln w="12700">
              <a:solidFill>
                <a:schemeClr val="tx1"/>
              </a:solidFill>
              <a:miter lim="400000"/>
            </a:ln>
            <a:effectLst/>
          </p:spPr>
          <p:txBody>
            <a:bodyPr lIns="108000" tIns="72000" rIns="108000" bIns="72000" rtlCol="0" anchor="ctr"/>
            <a:lstStyle/>
            <a:p>
              <a:pPr algn="l"/>
              <a:endParaRPr lang="pt-BR" sz="1600" err="1">
                <a:solidFill>
                  <a:schemeClr val="bg1"/>
                </a:solidFill>
                <a:latin typeface="+mj-lt"/>
              </a:endParaRPr>
            </a:p>
          </p:txBody>
        </p:sp>
        <p:grpSp>
          <p:nvGrpSpPr>
            <p:cNvPr id="59" name="Grupo 58">
              <a:extLst>
                <a:ext uri="{FF2B5EF4-FFF2-40B4-BE49-F238E27FC236}">
                  <a16:creationId xmlns:a16="http://schemas.microsoft.com/office/drawing/2014/main" id="{7AE00DA1-EF0D-9AAA-3FFB-F564F95A5444}"/>
                </a:ext>
              </a:extLst>
            </p:cNvPr>
            <p:cNvGrpSpPr/>
            <p:nvPr/>
          </p:nvGrpSpPr>
          <p:grpSpPr>
            <a:xfrm>
              <a:off x="374635" y="1013844"/>
              <a:ext cx="380355" cy="406314"/>
              <a:chOff x="9862619" y="1904596"/>
              <a:chExt cx="476279" cy="508785"/>
            </a:xfrm>
            <a:grpFill/>
          </p:grpSpPr>
          <p:sp>
            <p:nvSpPr>
              <p:cNvPr id="60" name="Google Shape;910;p39">
                <a:extLst>
                  <a:ext uri="{FF2B5EF4-FFF2-40B4-BE49-F238E27FC236}">
                    <a16:creationId xmlns:a16="http://schemas.microsoft.com/office/drawing/2014/main" id="{55897191-DFED-2FAC-A5E9-87390997BD59}"/>
                  </a:ext>
                </a:extLst>
              </p:cNvPr>
              <p:cNvSpPr/>
              <p:nvPr/>
            </p:nvSpPr>
            <p:spPr>
              <a:xfrm>
                <a:off x="9895915" y="1914896"/>
                <a:ext cx="442983" cy="292499"/>
              </a:xfrm>
              <a:custGeom>
                <a:avLst/>
                <a:gdLst/>
                <a:ahLst/>
                <a:cxnLst/>
                <a:rect l="l" t="t" r="r" b="b"/>
                <a:pathLst>
                  <a:path w="947" h="626" extrusionOk="0">
                    <a:moveTo>
                      <a:pt x="946" y="625"/>
                    </a:moveTo>
                    <a:lnTo>
                      <a:pt x="0" y="625"/>
                    </a:lnTo>
                    <a:lnTo>
                      <a:pt x="0" y="0"/>
                    </a:lnTo>
                    <a:lnTo>
                      <a:pt x="946" y="0"/>
                    </a:lnTo>
                    <a:lnTo>
                      <a:pt x="761" y="313"/>
                    </a:lnTo>
                    <a:lnTo>
                      <a:pt x="946" y="625"/>
                    </a:lnTo>
                  </a:path>
                </a:pathLst>
              </a:custGeom>
              <a:grpFill/>
              <a:ln>
                <a:solidFill>
                  <a:schemeClr val="tx1"/>
                </a:solidFill>
              </a:ln>
            </p:spPr>
            <p:txBody>
              <a:bodyPr spcFirstLastPara="1" wrap="square" lIns="34300" tIns="17150" rIns="34300" bIns="17150" anchor="ctr" anchorCtr="0">
                <a:noAutofit/>
              </a:bodyPr>
              <a:lstStyle/>
              <a:p>
                <a:pPr marL="0" lvl="0" indent="0" algn="l" rtl="0">
                  <a:spcBef>
                    <a:spcPts val="0"/>
                  </a:spcBef>
                  <a:spcAft>
                    <a:spcPts val="0"/>
                  </a:spcAft>
                  <a:buClr>
                    <a:schemeClr val="dk1"/>
                  </a:buClr>
                  <a:buFont typeface="Arial"/>
                  <a:buNone/>
                </a:pPr>
                <a:endParaRPr sz="1600">
                  <a:solidFill>
                    <a:schemeClr val="dk1"/>
                  </a:solidFill>
                  <a:latin typeface="+mj-lt"/>
                  <a:ea typeface="Lato Light"/>
                  <a:cs typeface="Lato Light"/>
                  <a:sym typeface="Lato Light"/>
                </a:endParaRPr>
              </a:p>
            </p:txBody>
          </p:sp>
          <p:sp>
            <p:nvSpPr>
              <p:cNvPr id="61" name="Google Shape;911;p39">
                <a:extLst>
                  <a:ext uri="{FF2B5EF4-FFF2-40B4-BE49-F238E27FC236}">
                    <a16:creationId xmlns:a16="http://schemas.microsoft.com/office/drawing/2014/main" id="{331C17A1-F41F-2A63-4B88-59958B8CB247}"/>
                  </a:ext>
                </a:extLst>
              </p:cNvPr>
              <p:cNvSpPr/>
              <p:nvPr/>
            </p:nvSpPr>
            <p:spPr>
              <a:xfrm>
                <a:off x="9862619" y="1904596"/>
                <a:ext cx="20604" cy="508785"/>
              </a:xfrm>
              <a:custGeom>
                <a:avLst/>
                <a:gdLst/>
                <a:ahLst/>
                <a:cxnLst/>
                <a:rect l="l" t="t" r="r" b="b"/>
                <a:pathLst>
                  <a:path w="43" h="1091" extrusionOk="0">
                    <a:moveTo>
                      <a:pt x="11" y="0"/>
                    </a:moveTo>
                    <a:lnTo>
                      <a:pt x="31" y="0"/>
                    </a:lnTo>
                    <a:lnTo>
                      <a:pt x="31" y="0"/>
                    </a:lnTo>
                    <a:cubicBezTo>
                      <a:pt x="37" y="0"/>
                      <a:pt x="42" y="6"/>
                      <a:pt x="42" y="12"/>
                    </a:cubicBezTo>
                    <a:lnTo>
                      <a:pt x="42" y="1078"/>
                    </a:lnTo>
                    <a:lnTo>
                      <a:pt x="42" y="1078"/>
                    </a:lnTo>
                    <a:cubicBezTo>
                      <a:pt x="42" y="1085"/>
                      <a:pt x="37" y="1090"/>
                      <a:pt x="31" y="1090"/>
                    </a:cubicBezTo>
                    <a:lnTo>
                      <a:pt x="11" y="1090"/>
                    </a:lnTo>
                    <a:lnTo>
                      <a:pt x="11" y="1090"/>
                    </a:lnTo>
                    <a:cubicBezTo>
                      <a:pt x="5" y="1090"/>
                      <a:pt x="0" y="1085"/>
                      <a:pt x="0" y="1078"/>
                    </a:cubicBezTo>
                    <a:lnTo>
                      <a:pt x="0" y="12"/>
                    </a:lnTo>
                    <a:lnTo>
                      <a:pt x="0" y="12"/>
                    </a:lnTo>
                    <a:cubicBezTo>
                      <a:pt x="0" y="6"/>
                      <a:pt x="5" y="0"/>
                      <a:pt x="11" y="0"/>
                    </a:cubicBezTo>
                  </a:path>
                </a:pathLst>
              </a:custGeom>
              <a:grpFill/>
              <a:ln>
                <a:solidFill>
                  <a:schemeClr val="tx1"/>
                </a:solidFill>
              </a:ln>
            </p:spPr>
            <p:txBody>
              <a:bodyPr spcFirstLastPara="1" wrap="square" lIns="34300" tIns="17150" rIns="34300" bIns="17150" anchor="ctr" anchorCtr="0">
                <a:noAutofit/>
              </a:bodyPr>
              <a:lstStyle/>
              <a:p>
                <a:pPr marL="0" marR="0" lvl="0" indent="0" algn="l" rtl="0">
                  <a:spcBef>
                    <a:spcPts val="0"/>
                  </a:spcBef>
                  <a:spcAft>
                    <a:spcPts val="0"/>
                  </a:spcAft>
                  <a:buNone/>
                </a:pPr>
                <a:endParaRPr sz="1600">
                  <a:solidFill>
                    <a:schemeClr val="dk1"/>
                  </a:solidFill>
                  <a:latin typeface="+mj-lt"/>
                  <a:ea typeface="Lato Light"/>
                  <a:cs typeface="Lato Light"/>
                  <a:sym typeface="Lato Light"/>
                </a:endParaRPr>
              </a:p>
            </p:txBody>
          </p:sp>
        </p:grpSp>
      </p:grpSp>
      <p:sp>
        <p:nvSpPr>
          <p:cNvPr id="127" name="CuadroTexto 126">
            <a:extLst>
              <a:ext uri="{FF2B5EF4-FFF2-40B4-BE49-F238E27FC236}">
                <a16:creationId xmlns:a16="http://schemas.microsoft.com/office/drawing/2014/main" id="{CA4C8E75-30B3-2B9F-7845-09D9499097AB}"/>
              </a:ext>
            </a:extLst>
          </p:cNvPr>
          <p:cNvSpPr txBox="1"/>
          <p:nvPr/>
        </p:nvSpPr>
        <p:spPr bwMode="auto">
          <a:xfrm>
            <a:off x="2325972" y="1340088"/>
            <a:ext cx="455253" cy="246221"/>
          </a:xfrm>
          <a:prstGeom prst="rect">
            <a:avLst/>
          </a:prstGeom>
          <a:noFill/>
          <a:ln w="9525">
            <a:noFill/>
            <a:miter lim="800000"/>
            <a:headEnd/>
            <a:tailEnd/>
          </a:ln>
        </p:spPr>
        <p:txBody>
          <a:bodyPr vert="horz" wrap="none" lIns="0" tIns="0" rIns="0" bIns="0" numCol="1" rtlCol="0" anchor="ctr" anchorCtr="0" compatLnSpc="1">
            <a:prstTxWarp prst="textNoShape">
              <a:avLst/>
            </a:prstTxWarp>
            <a:spAutoFit/>
          </a:bodyPr>
          <a:lstStyle/>
          <a:p>
            <a:pPr algn="ctr">
              <a:spcBef>
                <a:spcPts val="0"/>
              </a:spcBef>
              <a:spcAft>
                <a:spcPts val="600"/>
              </a:spcAft>
            </a:pPr>
            <a:r>
              <a:rPr lang="pt-BR" sz="1600" b="1" kern="0">
                <a:latin typeface="+mj-lt"/>
              </a:rPr>
              <a:t>2013</a:t>
            </a:r>
          </a:p>
        </p:txBody>
      </p:sp>
      <p:grpSp>
        <p:nvGrpSpPr>
          <p:cNvPr id="62" name="Grupo 61">
            <a:extLst>
              <a:ext uri="{FF2B5EF4-FFF2-40B4-BE49-F238E27FC236}">
                <a16:creationId xmlns:a16="http://schemas.microsoft.com/office/drawing/2014/main" id="{D8BED604-91DC-E12C-0B4D-1AD5BC1CC32E}"/>
              </a:ext>
            </a:extLst>
          </p:cNvPr>
          <p:cNvGrpSpPr/>
          <p:nvPr/>
        </p:nvGrpSpPr>
        <p:grpSpPr>
          <a:xfrm>
            <a:off x="3673749" y="2445872"/>
            <a:ext cx="408128" cy="419812"/>
            <a:chOff x="346862" y="1013844"/>
            <a:chExt cx="408128" cy="419812"/>
          </a:xfrm>
          <a:solidFill>
            <a:schemeClr val="bg1"/>
          </a:solidFill>
        </p:grpSpPr>
        <p:sp>
          <p:nvSpPr>
            <p:cNvPr id="63" name="Elipse 62">
              <a:extLst>
                <a:ext uri="{FF2B5EF4-FFF2-40B4-BE49-F238E27FC236}">
                  <a16:creationId xmlns:a16="http://schemas.microsoft.com/office/drawing/2014/main" id="{6AC7D1AB-14C8-7FC4-930A-8AEF20EC5FF3}"/>
                </a:ext>
              </a:extLst>
            </p:cNvPr>
            <p:cNvSpPr/>
            <p:nvPr/>
          </p:nvSpPr>
          <p:spPr>
            <a:xfrm>
              <a:off x="346862" y="1397656"/>
              <a:ext cx="72000" cy="36000"/>
            </a:xfrm>
            <a:prstGeom prst="ellipse">
              <a:avLst/>
            </a:prstGeom>
            <a:grpFill/>
            <a:ln w="12700">
              <a:solidFill>
                <a:schemeClr val="tx1"/>
              </a:solidFill>
              <a:miter lim="400000"/>
            </a:ln>
            <a:effectLst/>
          </p:spPr>
          <p:txBody>
            <a:bodyPr lIns="108000" tIns="72000" rIns="108000" bIns="72000" rtlCol="0" anchor="ctr"/>
            <a:lstStyle/>
            <a:p>
              <a:pPr algn="l"/>
              <a:endParaRPr lang="pt-BR" sz="1600" err="1">
                <a:solidFill>
                  <a:schemeClr val="bg1"/>
                </a:solidFill>
                <a:latin typeface="+mj-lt"/>
              </a:endParaRPr>
            </a:p>
          </p:txBody>
        </p:sp>
        <p:grpSp>
          <p:nvGrpSpPr>
            <p:cNvPr id="64" name="Grupo 63">
              <a:extLst>
                <a:ext uri="{FF2B5EF4-FFF2-40B4-BE49-F238E27FC236}">
                  <a16:creationId xmlns:a16="http://schemas.microsoft.com/office/drawing/2014/main" id="{57D19544-27AF-C84A-7C10-C407BFA52419}"/>
                </a:ext>
              </a:extLst>
            </p:cNvPr>
            <p:cNvGrpSpPr/>
            <p:nvPr/>
          </p:nvGrpSpPr>
          <p:grpSpPr>
            <a:xfrm>
              <a:off x="374635" y="1013844"/>
              <a:ext cx="380355" cy="406314"/>
              <a:chOff x="9862619" y="1904596"/>
              <a:chExt cx="476279" cy="508785"/>
            </a:xfrm>
            <a:grpFill/>
          </p:grpSpPr>
          <p:sp>
            <p:nvSpPr>
              <p:cNvPr id="65" name="Google Shape;910;p39">
                <a:extLst>
                  <a:ext uri="{FF2B5EF4-FFF2-40B4-BE49-F238E27FC236}">
                    <a16:creationId xmlns:a16="http://schemas.microsoft.com/office/drawing/2014/main" id="{41A91C34-EAD5-F19C-B245-64FAE4DC34D6}"/>
                  </a:ext>
                </a:extLst>
              </p:cNvPr>
              <p:cNvSpPr/>
              <p:nvPr/>
            </p:nvSpPr>
            <p:spPr>
              <a:xfrm>
                <a:off x="9895915" y="1914896"/>
                <a:ext cx="442983" cy="292499"/>
              </a:xfrm>
              <a:custGeom>
                <a:avLst/>
                <a:gdLst/>
                <a:ahLst/>
                <a:cxnLst/>
                <a:rect l="l" t="t" r="r" b="b"/>
                <a:pathLst>
                  <a:path w="947" h="626" extrusionOk="0">
                    <a:moveTo>
                      <a:pt x="946" y="625"/>
                    </a:moveTo>
                    <a:lnTo>
                      <a:pt x="0" y="625"/>
                    </a:lnTo>
                    <a:lnTo>
                      <a:pt x="0" y="0"/>
                    </a:lnTo>
                    <a:lnTo>
                      <a:pt x="946" y="0"/>
                    </a:lnTo>
                    <a:lnTo>
                      <a:pt x="761" y="313"/>
                    </a:lnTo>
                    <a:lnTo>
                      <a:pt x="946" y="625"/>
                    </a:lnTo>
                  </a:path>
                </a:pathLst>
              </a:custGeom>
              <a:grpFill/>
              <a:ln>
                <a:solidFill>
                  <a:schemeClr val="tx1"/>
                </a:solidFill>
              </a:ln>
            </p:spPr>
            <p:txBody>
              <a:bodyPr spcFirstLastPara="1" wrap="square" lIns="34300" tIns="17150" rIns="34300" bIns="17150" anchor="ctr" anchorCtr="0">
                <a:noAutofit/>
              </a:bodyPr>
              <a:lstStyle/>
              <a:p>
                <a:pPr marL="0" lvl="0" indent="0" algn="l" rtl="0">
                  <a:spcBef>
                    <a:spcPts val="0"/>
                  </a:spcBef>
                  <a:spcAft>
                    <a:spcPts val="0"/>
                  </a:spcAft>
                  <a:buClr>
                    <a:schemeClr val="dk1"/>
                  </a:buClr>
                  <a:buFont typeface="Arial"/>
                  <a:buNone/>
                </a:pPr>
                <a:endParaRPr sz="1600">
                  <a:solidFill>
                    <a:schemeClr val="dk1"/>
                  </a:solidFill>
                  <a:latin typeface="+mj-lt"/>
                  <a:ea typeface="Lato Light"/>
                  <a:cs typeface="Lato Light"/>
                  <a:sym typeface="Lato Light"/>
                </a:endParaRPr>
              </a:p>
            </p:txBody>
          </p:sp>
          <p:sp>
            <p:nvSpPr>
              <p:cNvPr id="66" name="Google Shape;911;p39">
                <a:extLst>
                  <a:ext uri="{FF2B5EF4-FFF2-40B4-BE49-F238E27FC236}">
                    <a16:creationId xmlns:a16="http://schemas.microsoft.com/office/drawing/2014/main" id="{5F561E81-29C7-3D80-00EF-4453BE972A29}"/>
                  </a:ext>
                </a:extLst>
              </p:cNvPr>
              <p:cNvSpPr/>
              <p:nvPr/>
            </p:nvSpPr>
            <p:spPr>
              <a:xfrm>
                <a:off x="9862619" y="1904596"/>
                <a:ext cx="20604" cy="508785"/>
              </a:xfrm>
              <a:custGeom>
                <a:avLst/>
                <a:gdLst/>
                <a:ahLst/>
                <a:cxnLst/>
                <a:rect l="l" t="t" r="r" b="b"/>
                <a:pathLst>
                  <a:path w="43" h="1091" extrusionOk="0">
                    <a:moveTo>
                      <a:pt x="11" y="0"/>
                    </a:moveTo>
                    <a:lnTo>
                      <a:pt x="31" y="0"/>
                    </a:lnTo>
                    <a:lnTo>
                      <a:pt x="31" y="0"/>
                    </a:lnTo>
                    <a:cubicBezTo>
                      <a:pt x="37" y="0"/>
                      <a:pt x="42" y="6"/>
                      <a:pt x="42" y="12"/>
                    </a:cubicBezTo>
                    <a:lnTo>
                      <a:pt x="42" y="1078"/>
                    </a:lnTo>
                    <a:lnTo>
                      <a:pt x="42" y="1078"/>
                    </a:lnTo>
                    <a:cubicBezTo>
                      <a:pt x="42" y="1085"/>
                      <a:pt x="37" y="1090"/>
                      <a:pt x="31" y="1090"/>
                    </a:cubicBezTo>
                    <a:lnTo>
                      <a:pt x="11" y="1090"/>
                    </a:lnTo>
                    <a:lnTo>
                      <a:pt x="11" y="1090"/>
                    </a:lnTo>
                    <a:cubicBezTo>
                      <a:pt x="5" y="1090"/>
                      <a:pt x="0" y="1085"/>
                      <a:pt x="0" y="1078"/>
                    </a:cubicBezTo>
                    <a:lnTo>
                      <a:pt x="0" y="12"/>
                    </a:lnTo>
                    <a:lnTo>
                      <a:pt x="0" y="12"/>
                    </a:lnTo>
                    <a:cubicBezTo>
                      <a:pt x="0" y="6"/>
                      <a:pt x="5" y="0"/>
                      <a:pt x="11" y="0"/>
                    </a:cubicBezTo>
                  </a:path>
                </a:pathLst>
              </a:custGeom>
              <a:grpFill/>
              <a:ln>
                <a:solidFill>
                  <a:schemeClr val="tx1"/>
                </a:solidFill>
              </a:ln>
            </p:spPr>
            <p:txBody>
              <a:bodyPr spcFirstLastPara="1" wrap="square" lIns="34300" tIns="17150" rIns="34300" bIns="17150" anchor="ctr" anchorCtr="0">
                <a:noAutofit/>
              </a:bodyPr>
              <a:lstStyle/>
              <a:p>
                <a:pPr marL="0" marR="0" lvl="0" indent="0" algn="l" rtl="0">
                  <a:spcBef>
                    <a:spcPts val="0"/>
                  </a:spcBef>
                  <a:spcAft>
                    <a:spcPts val="0"/>
                  </a:spcAft>
                  <a:buNone/>
                </a:pPr>
                <a:endParaRPr sz="1600">
                  <a:solidFill>
                    <a:schemeClr val="dk1"/>
                  </a:solidFill>
                  <a:latin typeface="+mj-lt"/>
                  <a:ea typeface="Lato Light"/>
                  <a:cs typeface="Lato Light"/>
                  <a:sym typeface="Lato Light"/>
                </a:endParaRPr>
              </a:p>
            </p:txBody>
          </p:sp>
        </p:grpSp>
      </p:grpSp>
      <p:sp>
        <p:nvSpPr>
          <p:cNvPr id="128" name="CuadroTexto 127">
            <a:extLst>
              <a:ext uri="{FF2B5EF4-FFF2-40B4-BE49-F238E27FC236}">
                <a16:creationId xmlns:a16="http://schemas.microsoft.com/office/drawing/2014/main" id="{C44BD25D-FCBF-A0F2-420B-F4E94AF977B1}"/>
              </a:ext>
            </a:extLst>
          </p:cNvPr>
          <p:cNvSpPr txBox="1"/>
          <p:nvPr/>
        </p:nvSpPr>
        <p:spPr bwMode="auto">
          <a:xfrm>
            <a:off x="3207877" y="2452989"/>
            <a:ext cx="455253" cy="246221"/>
          </a:xfrm>
          <a:prstGeom prst="rect">
            <a:avLst/>
          </a:prstGeom>
          <a:noFill/>
          <a:ln w="9525">
            <a:noFill/>
            <a:miter lim="800000"/>
            <a:headEnd/>
            <a:tailEnd/>
          </a:ln>
        </p:spPr>
        <p:txBody>
          <a:bodyPr vert="horz" wrap="none" lIns="0" tIns="0" rIns="0" bIns="0" numCol="1" rtlCol="0" anchor="ctr" anchorCtr="0" compatLnSpc="1">
            <a:prstTxWarp prst="textNoShape">
              <a:avLst/>
            </a:prstTxWarp>
            <a:spAutoFit/>
          </a:bodyPr>
          <a:lstStyle/>
          <a:p>
            <a:pPr algn="ctr">
              <a:spcBef>
                <a:spcPts val="0"/>
              </a:spcBef>
              <a:spcAft>
                <a:spcPts val="600"/>
              </a:spcAft>
            </a:pPr>
            <a:r>
              <a:rPr lang="pt-BR" sz="1600" b="1" kern="0">
                <a:latin typeface="+mj-lt"/>
              </a:rPr>
              <a:t>2015</a:t>
            </a:r>
          </a:p>
        </p:txBody>
      </p:sp>
      <p:grpSp>
        <p:nvGrpSpPr>
          <p:cNvPr id="67" name="Grupo 66">
            <a:extLst>
              <a:ext uri="{FF2B5EF4-FFF2-40B4-BE49-F238E27FC236}">
                <a16:creationId xmlns:a16="http://schemas.microsoft.com/office/drawing/2014/main" id="{137700F8-2429-6B3F-23AD-E9744C4861B2}"/>
              </a:ext>
            </a:extLst>
          </p:cNvPr>
          <p:cNvGrpSpPr/>
          <p:nvPr/>
        </p:nvGrpSpPr>
        <p:grpSpPr>
          <a:xfrm>
            <a:off x="4536749" y="2979897"/>
            <a:ext cx="408134" cy="419812"/>
            <a:chOff x="346862" y="1013844"/>
            <a:chExt cx="408134" cy="419812"/>
          </a:xfrm>
          <a:solidFill>
            <a:schemeClr val="bg1"/>
          </a:solidFill>
        </p:grpSpPr>
        <p:sp>
          <p:nvSpPr>
            <p:cNvPr id="68" name="Elipse 67">
              <a:extLst>
                <a:ext uri="{FF2B5EF4-FFF2-40B4-BE49-F238E27FC236}">
                  <a16:creationId xmlns:a16="http://schemas.microsoft.com/office/drawing/2014/main" id="{EAD6608E-F0F7-AEE0-5451-E86BA3D26182}"/>
                </a:ext>
              </a:extLst>
            </p:cNvPr>
            <p:cNvSpPr/>
            <p:nvPr/>
          </p:nvSpPr>
          <p:spPr>
            <a:xfrm>
              <a:off x="346862" y="1397656"/>
              <a:ext cx="72000" cy="36000"/>
            </a:xfrm>
            <a:prstGeom prst="ellipse">
              <a:avLst/>
            </a:prstGeom>
            <a:grpFill/>
            <a:ln w="12700">
              <a:solidFill>
                <a:schemeClr val="tx1"/>
              </a:solidFill>
              <a:miter lim="400000"/>
            </a:ln>
            <a:effectLst/>
          </p:spPr>
          <p:txBody>
            <a:bodyPr lIns="108000" tIns="72000" rIns="108000" bIns="72000" rtlCol="0" anchor="ctr"/>
            <a:lstStyle/>
            <a:p>
              <a:pPr algn="l"/>
              <a:endParaRPr lang="pt-BR" sz="1600" err="1">
                <a:solidFill>
                  <a:schemeClr val="bg1"/>
                </a:solidFill>
                <a:latin typeface="+mj-lt"/>
              </a:endParaRPr>
            </a:p>
          </p:txBody>
        </p:sp>
        <p:grpSp>
          <p:nvGrpSpPr>
            <p:cNvPr id="69" name="Grupo 68">
              <a:extLst>
                <a:ext uri="{FF2B5EF4-FFF2-40B4-BE49-F238E27FC236}">
                  <a16:creationId xmlns:a16="http://schemas.microsoft.com/office/drawing/2014/main" id="{C8114CD7-A0B2-6648-3C7E-ED7ED70C6390}"/>
                </a:ext>
              </a:extLst>
            </p:cNvPr>
            <p:cNvGrpSpPr/>
            <p:nvPr/>
          </p:nvGrpSpPr>
          <p:grpSpPr>
            <a:xfrm>
              <a:off x="374643" y="1013844"/>
              <a:ext cx="380353" cy="406314"/>
              <a:chOff x="9862619" y="1904596"/>
              <a:chExt cx="476276" cy="508785"/>
            </a:xfrm>
            <a:grpFill/>
          </p:grpSpPr>
          <p:sp>
            <p:nvSpPr>
              <p:cNvPr id="70" name="Google Shape;910;p39">
                <a:extLst>
                  <a:ext uri="{FF2B5EF4-FFF2-40B4-BE49-F238E27FC236}">
                    <a16:creationId xmlns:a16="http://schemas.microsoft.com/office/drawing/2014/main" id="{35431AA6-5FEA-B1E6-D01E-53E15D3B24CD}"/>
                  </a:ext>
                </a:extLst>
              </p:cNvPr>
              <p:cNvSpPr/>
              <p:nvPr/>
            </p:nvSpPr>
            <p:spPr>
              <a:xfrm>
                <a:off x="9895912" y="1914898"/>
                <a:ext cx="442983" cy="292499"/>
              </a:xfrm>
              <a:custGeom>
                <a:avLst/>
                <a:gdLst/>
                <a:ahLst/>
                <a:cxnLst/>
                <a:rect l="l" t="t" r="r" b="b"/>
                <a:pathLst>
                  <a:path w="947" h="626" extrusionOk="0">
                    <a:moveTo>
                      <a:pt x="946" y="625"/>
                    </a:moveTo>
                    <a:lnTo>
                      <a:pt x="0" y="625"/>
                    </a:lnTo>
                    <a:lnTo>
                      <a:pt x="0" y="0"/>
                    </a:lnTo>
                    <a:lnTo>
                      <a:pt x="946" y="0"/>
                    </a:lnTo>
                    <a:lnTo>
                      <a:pt x="761" y="313"/>
                    </a:lnTo>
                    <a:lnTo>
                      <a:pt x="946" y="625"/>
                    </a:lnTo>
                  </a:path>
                </a:pathLst>
              </a:custGeom>
              <a:grpFill/>
              <a:ln>
                <a:solidFill>
                  <a:schemeClr val="tx1"/>
                </a:solidFill>
              </a:ln>
            </p:spPr>
            <p:txBody>
              <a:bodyPr spcFirstLastPara="1" wrap="square" lIns="34300" tIns="17150" rIns="34300" bIns="17150" anchor="ctr" anchorCtr="0">
                <a:noAutofit/>
              </a:bodyPr>
              <a:lstStyle/>
              <a:p>
                <a:pPr marL="0" lvl="0" indent="0" algn="l" rtl="0">
                  <a:spcBef>
                    <a:spcPts val="0"/>
                  </a:spcBef>
                  <a:spcAft>
                    <a:spcPts val="0"/>
                  </a:spcAft>
                  <a:buClr>
                    <a:schemeClr val="dk1"/>
                  </a:buClr>
                  <a:buFont typeface="Arial"/>
                  <a:buNone/>
                </a:pPr>
                <a:endParaRPr sz="1600">
                  <a:solidFill>
                    <a:schemeClr val="dk1"/>
                  </a:solidFill>
                  <a:latin typeface="+mj-lt"/>
                  <a:ea typeface="Lato Light"/>
                  <a:cs typeface="Lato Light"/>
                  <a:sym typeface="Lato Light"/>
                </a:endParaRPr>
              </a:p>
            </p:txBody>
          </p:sp>
          <p:sp>
            <p:nvSpPr>
              <p:cNvPr id="71" name="Google Shape;911;p39">
                <a:extLst>
                  <a:ext uri="{FF2B5EF4-FFF2-40B4-BE49-F238E27FC236}">
                    <a16:creationId xmlns:a16="http://schemas.microsoft.com/office/drawing/2014/main" id="{B53AF4B6-0D04-F32C-93DD-FE8762BEDFAE}"/>
                  </a:ext>
                </a:extLst>
              </p:cNvPr>
              <p:cNvSpPr/>
              <p:nvPr/>
            </p:nvSpPr>
            <p:spPr>
              <a:xfrm>
                <a:off x="9862619" y="1904596"/>
                <a:ext cx="20604" cy="508785"/>
              </a:xfrm>
              <a:custGeom>
                <a:avLst/>
                <a:gdLst/>
                <a:ahLst/>
                <a:cxnLst/>
                <a:rect l="l" t="t" r="r" b="b"/>
                <a:pathLst>
                  <a:path w="43" h="1091" extrusionOk="0">
                    <a:moveTo>
                      <a:pt x="11" y="0"/>
                    </a:moveTo>
                    <a:lnTo>
                      <a:pt x="31" y="0"/>
                    </a:lnTo>
                    <a:lnTo>
                      <a:pt x="31" y="0"/>
                    </a:lnTo>
                    <a:cubicBezTo>
                      <a:pt x="37" y="0"/>
                      <a:pt x="42" y="6"/>
                      <a:pt x="42" y="12"/>
                    </a:cubicBezTo>
                    <a:lnTo>
                      <a:pt x="42" y="1078"/>
                    </a:lnTo>
                    <a:lnTo>
                      <a:pt x="42" y="1078"/>
                    </a:lnTo>
                    <a:cubicBezTo>
                      <a:pt x="42" y="1085"/>
                      <a:pt x="37" y="1090"/>
                      <a:pt x="31" y="1090"/>
                    </a:cubicBezTo>
                    <a:lnTo>
                      <a:pt x="11" y="1090"/>
                    </a:lnTo>
                    <a:lnTo>
                      <a:pt x="11" y="1090"/>
                    </a:lnTo>
                    <a:cubicBezTo>
                      <a:pt x="5" y="1090"/>
                      <a:pt x="0" y="1085"/>
                      <a:pt x="0" y="1078"/>
                    </a:cubicBezTo>
                    <a:lnTo>
                      <a:pt x="0" y="12"/>
                    </a:lnTo>
                    <a:lnTo>
                      <a:pt x="0" y="12"/>
                    </a:lnTo>
                    <a:cubicBezTo>
                      <a:pt x="0" y="6"/>
                      <a:pt x="5" y="0"/>
                      <a:pt x="11" y="0"/>
                    </a:cubicBezTo>
                  </a:path>
                </a:pathLst>
              </a:custGeom>
              <a:grpFill/>
              <a:ln>
                <a:solidFill>
                  <a:schemeClr val="tx1"/>
                </a:solidFill>
              </a:ln>
            </p:spPr>
            <p:txBody>
              <a:bodyPr spcFirstLastPara="1" wrap="square" lIns="34300" tIns="17150" rIns="34300" bIns="17150" anchor="ctr" anchorCtr="0">
                <a:noAutofit/>
              </a:bodyPr>
              <a:lstStyle/>
              <a:p>
                <a:pPr marL="0" marR="0" lvl="0" indent="0" algn="l" rtl="0">
                  <a:spcBef>
                    <a:spcPts val="0"/>
                  </a:spcBef>
                  <a:spcAft>
                    <a:spcPts val="0"/>
                  </a:spcAft>
                  <a:buNone/>
                </a:pPr>
                <a:endParaRPr sz="1600">
                  <a:solidFill>
                    <a:schemeClr val="dk1"/>
                  </a:solidFill>
                  <a:latin typeface="+mj-lt"/>
                  <a:ea typeface="Lato Light"/>
                  <a:cs typeface="Lato Light"/>
                  <a:sym typeface="Lato Light"/>
                </a:endParaRPr>
              </a:p>
            </p:txBody>
          </p:sp>
        </p:grpSp>
      </p:grpSp>
      <p:sp>
        <p:nvSpPr>
          <p:cNvPr id="129" name="CuadroTexto 128">
            <a:extLst>
              <a:ext uri="{FF2B5EF4-FFF2-40B4-BE49-F238E27FC236}">
                <a16:creationId xmlns:a16="http://schemas.microsoft.com/office/drawing/2014/main" id="{B0B81E4E-8F3D-1748-74D0-FAB1FEE912B1}"/>
              </a:ext>
            </a:extLst>
          </p:cNvPr>
          <p:cNvSpPr txBox="1"/>
          <p:nvPr/>
        </p:nvSpPr>
        <p:spPr bwMode="auto">
          <a:xfrm>
            <a:off x="4979544" y="2970767"/>
            <a:ext cx="455253" cy="246221"/>
          </a:xfrm>
          <a:prstGeom prst="rect">
            <a:avLst/>
          </a:prstGeom>
          <a:noFill/>
          <a:ln w="9525">
            <a:noFill/>
            <a:miter lim="800000"/>
            <a:headEnd/>
            <a:tailEnd/>
          </a:ln>
        </p:spPr>
        <p:txBody>
          <a:bodyPr vert="horz" wrap="none" lIns="0" tIns="0" rIns="0" bIns="0" numCol="1" rtlCol="0" anchor="ctr" anchorCtr="0" compatLnSpc="1">
            <a:prstTxWarp prst="textNoShape">
              <a:avLst/>
            </a:prstTxWarp>
            <a:spAutoFit/>
          </a:bodyPr>
          <a:lstStyle/>
          <a:p>
            <a:pPr algn="ctr">
              <a:spcBef>
                <a:spcPts val="0"/>
              </a:spcBef>
              <a:spcAft>
                <a:spcPts val="600"/>
              </a:spcAft>
            </a:pPr>
            <a:r>
              <a:rPr lang="pt-BR" sz="1600" b="1" kern="0">
                <a:latin typeface="+mj-lt"/>
              </a:rPr>
              <a:t>2017</a:t>
            </a:r>
          </a:p>
        </p:txBody>
      </p:sp>
      <p:grpSp>
        <p:nvGrpSpPr>
          <p:cNvPr id="74" name="Grupo 73">
            <a:extLst>
              <a:ext uri="{FF2B5EF4-FFF2-40B4-BE49-F238E27FC236}">
                <a16:creationId xmlns:a16="http://schemas.microsoft.com/office/drawing/2014/main" id="{D49F78C2-8423-0D56-F8ED-448E997810B1}"/>
              </a:ext>
            </a:extLst>
          </p:cNvPr>
          <p:cNvGrpSpPr/>
          <p:nvPr/>
        </p:nvGrpSpPr>
        <p:grpSpPr>
          <a:xfrm>
            <a:off x="6686972" y="3218059"/>
            <a:ext cx="408128" cy="419812"/>
            <a:chOff x="346862" y="1013844"/>
            <a:chExt cx="408128" cy="419812"/>
          </a:xfrm>
          <a:solidFill>
            <a:schemeClr val="bg1"/>
          </a:solidFill>
        </p:grpSpPr>
        <p:sp>
          <p:nvSpPr>
            <p:cNvPr id="99" name="Elipse 98">
              <a:extLst>
                <a:ext uri="{FF2B5EF4-FFF2-40B4-BE49-F238E27FC236}">
                  <a16:creationId xmlns:a16="http://schemas.microsoft.com/office/drawing/2014/main" id="{95811464-CD2B-65AF-B67F-1CACF48052E1}"/>
                </a:ext>
              </a:extLst>
            </p:cNvPr>
            <p:cNvSpPr/>
            <p:nvPr/>
          </p:nvSpPr>
          <p:spPr>
            <a:xfrm>
              <a:off x="346862" y="1397656"/>
              <a:ext cx="72000" cy="36000"/>
            </a:xfrm>
            <a:prstGeom prst="ellipse">
              <a:avLst/>
            </a:prstGeom>
            <a:grpFill/>
            <a:ln w="12700">
              <a:solidFill>
                <a:schemeClr val="tx1"/>
              </a:solidFill>
              <a:miter lim="400000"/>
            </a:ln>
            <a:effectLst/>
          </p:spPr>
          <p:txBody>
            <a:bodyPr lIns="108000" tIns="72000" rIns="108000" bIns="72000" rtlCol="0" anchor="ctr"/>
            <a:lstStyle/>
            <a:p>
              <a:pPr algn="l"/>
              <a:endParaRPr lang="pt-BR" sz="1600" err="1">
                <a:solidFill>
                  <a:schemeClr val="bg1"/>
                </a:solidFill>
                <a:latin typeface="+mj-lt"/>
              </a:endParaRPr>
            </a:p>
          </p:txBody>
        </p:sp>
        <p:grpSp>
          <p:nvGrpSpPr>
            <p:cNvPr id="100" name="Grupo 99">
              <a:extLst>
                <a:ext uri="{FF2B5EF4-FFF2-40B4-BE49-F238E27FC236}">
                  <a16:creationId xmlns:a16="http://schemas.microsoft.com/office/drawing/2014/main" id="{89728EBF-324E-8F0B-7B55-174E3DAF897B}"/>
                </a:ext>
              </a:extLst>
            </p:cNvPr>
            <p:cNvGrpSpPr/>
            <p:nvPr/>
          </p:nvGrpSpPr>
          <p:grpSpPr>
            <a:xfrm>
              <a:off x="374635" y="1013844"/>
              <a:ext cx="380355" cy="406314"/>
              <a:chOff x="9862619" y="1904596"/>
              <a:chExt cx="476279" cy="508785"/>
            </a:xfrm>
            <a:grpFill/>
          </p:grpSpPr>
          <p:sp>
            <p:nvSpPr>
              <p:cNvPr id="114" name="Google Shape;910;p39">
                <a:extLst>
                  <a:ext uri="{FF2B5EF4-FFF2-40B4-BE49-F238E27FC236}">
                    <a16:creationId xmlns:a16="http://schemas.microsoft.com/office/drawing/2014/main" id="{14CBE64F-D51E-0A68-27A2-B69068F172A1}"/>
                  </a:ext>
                </a:extLst>
              </p:cNvPr>
              <p:cNvSpPr/>
              <p:nvPr/>
            </p:nvSpPr>
            <p:spPr>
              <a:xfrm>
                <a:off x="9895915" y="1914896"/>
                <a:ext cx="442983" cy="292499"/>
              </a:xfrm>
              <a:custGeom>
                <a:avLst/>
                <a:gdLst/>
                <a:ahLst/>
                <a:cxnLst/>
                <a:rect l="l" t="t" r="r" b="b"/>
                <a:pathLst>
                  <a:path w="947" h="626" extrusionOk="0">
                    <a:moveTo>
                      <a:pt x="946" y="625"/>
                    </a:moveTo>
                    <a:lnTo>
                      <a:pt x="0" y="625"/>
                    </a:lnTo>
                    <a:lnTo>
                      <a:pt x="0" y="0"/>
                    </a:lnTo>
                    <a:lnTo>
                      <a:pt x="946" y="0"/>
                    </a:lnTo>
                    <a:lnTo>
                      <a:pt x="761" y="313"/>
                    </a:lnTo>
                    <a:lnTo>
                      <a:pt x="946" y="625"/>
                    </a:lnTo>
                  </a:path>
                </a:pathLst>
              </a:custGeom>
              <a:grpFill/>
              <a:ln>
                <a:solidFill>
                  <a:schemeClr val="tx1"/>
                </a:solidFill>
              </a:ln>
            </p:spPr>
            <p:txBody>
              <a:bodyPr spcFirstLastPara="1" wrap="square" lIns="34300" tIns="17150" rIns="34300" bIns="17150" anchor="ctr" anchorCtr="0">
                <a:noAutofit/>
              </a:bodyPr>
              <a:lstStyle/>
              <a:p>
                <a:pPr marL="0" lvl="0" indent="0" algn="l" rtl="0">
                  <a:spcBef>
                    <a:spcPts val="0"/>
                  </a:spcBef>
                  <a:spcAft>
                    <a:spcPts val="0"/>
                  </a:spcAft>
                  <a:buClr>
                    <a:schemeClr val="dk1"/>
                  </a:buClr>
                  <a:buFont typeface="Arial"/>
                  <a:buNone/>
                </a:pPr>
                <a:endParaRPr sz="1600">
                  <a:solidFill>
                    <a:schemeClr val="dk1"/>
                  </a:solidFill>
                  <a:latin typeface="+mj-lt"/>
                  <a:ea typeface="Lato Light"/>
                  <a:cs typeface="Lato Light"/>
                  <a:sym typeface="Lato Light"/>
                </a:endParaRPr>
              </a:p>
            </p:txBody>
          </p:sp>
          <p:sp>
            <p:nvSpPr>
              <p:cNvPr id="115" name="Google Shape;911;p39">
                <a:extLst>
                  <a:ext uri="{FF2B5EF4-FFF2-40B4-BE49-F238E27FC236}">
                    <a16:creationId xmlns:a16="http://schemas.microsoft.com/office/drawing/2014/main" id="{77CB5195-9856-BC59-8ADD-97E940C28EB4}"/>
                  </a:ext>
                </a:extLst>
              </p:cNvPr>
              <p:cNvSpPr/>
              <p:nvPr/>
            </p:nvSpPr>
            <p:spPr>
              <a:xfrm>
                <a:off x="9862619" y="1904596"/>
                <a:ext cx="20604" cy="508785"/>
              </a:xfrm>
              <a:custGeom>
                <a:avLst/>
                <a:gdLst/>
                <a:ahLst/>
                <a:cxnLst/>
                <a:rect l="l" t="t" r="r" b="b"/>
                <a:pathLst>
                  <a:path w="43" h="1091" extrusionOk="0">
                    <a:moveTo>
                      <a:pt x="11" y="0"/>
                    </a:moveTo>
                    <a:lnTo>
                      <a:pt x="31" y="0"/>
                    </a:lnTo>
                    <a:lnTo>
                      <a:pt x="31" y="0"/>
                    </a:lnTo>
                    <a:cubicBezTo>
                      <a:pt x="37" y="0"/>
                      <a:pt x="42" y="6"/>
                      <a:pt x="42" y="12"/>
                    </a:cubicBezTo>
                    <a:lnTo>
                      <a:pt x="42" y="1078"/>
                    </a:lnTo>
                    <a:lnTo>
                      <a:pt x="42" y="1078"/>
                    </a:lnTo>
                    <a:cubicBezTo>
                      <a:pt x="42" y="1085"/>
                      <a:pt x="37" y="1090"/>
                      <a:pt x="31" y="1090"/>
                    </a:cubicBezTo>
                    <a:lnTo>
                      <a:pt x="11" y="1090"/>
                    </a:lnTo>
                    <a:lnTo>
                      <a:pt x="11" y="1090"/>
                    </a:lnTo>
                    <a:cubicBezTo>
                      <a:pt x="5" y="1090"/>
                      <a:pt x="0" y="1085"/>
                      <a:pt x="0" y="1078"/>
                    </a:cubicBezTo>
                    <a:lnTo>
                      <a:pt x="0" y="12"/>
                    </a:lnTo>
                    <a:lnTo>
                      <a:pt x="0" y="12"/>
                    </a:lnTo>
                    <a:cubicBezTo>
                      <a:pt x="0" y="6"/>
                      <a:pt x="5" y="0"/>
                      <a:pt x="11" y="0"/>
                    </a:cubicBezTo>
                  </a:path>
                </a:pathLst>
              </a:custGeom>
              <a:grpFill/>
              <a:ln>
                <a:solidFill>
                  <a:schemeClr val="tx1"/>
                </a:solidFill>
              </a:ln>
            </p:spPr>
            <p:txBody>
              <a:bodyPr spcFirstLastPara="1" wrap="square" lIns="34300" tIns="17150" rIns="34300" bIns="17150" anchor="ctr" anchorCtr="0">
                <a:noAutofit/>
              </a:bodyPr>
              <a:lstStyle/>
              <a:p>
                <a:pPr marL="0" marR="0" lvl="0" indent="0" algn="l" rtl="0">
                  <a:spcBef>
                    <a:spcPts val="0"/>
                  </a:spcBef>
                  <a:spcAft>
                    <a:spcPts val="0"/>
                  </a:spcAft>
                  <a:buNone/>
                </a:pPr>
                <a:endParaRPr sz="1600">
                  <a:solidFill>
                    <a:schemeClr val="dk1"/>
                  </a:solidFill>
                  <a:latin typeface="+mj-lt"/>
                  <a:ea typeface="Lato Light"/>
                  <a:cs typeface="Lato Light"/>
                  <a:sym typeface="Lato Light"/>
                </a:endParaRPr>
              </a:p>
            </p:txBody>
          </p:sp>
        </p:grpSp>
      </p:grpSp>
      <p:sp>
        <p:nvSpPr>
          <p:cNvPr id="130" name="CuadroTexto 129">
            <a:extLst>
              <a:ext uri="{FF2B5EF4-FFF2-40B4-BE49-F238E27FC236}">
                <a16:creationId xmlns:a16="http://schemas.microsoft.com/office/drawing/2014/main" id="{8D12BFD8-444A-55E6-55E3-5F60A180E6D1}"/>
              </a:ext>
            </a:extLst>
          </p:cNvPr>
          <p:cNvSpPr txBox="1"/>
          <p:nvPr/>
        </p:nvSpPr>
        <p:spPr bwMode="auto">
          <a:xfrm>
            <a:off x="7138245" y="3203153"/>
            <a:ext cx="455253" cy="246221"/>
          </a:xfrm>
          <a:prstGeom prst="rect">
            <a:avLst/>
          </a:prstGeom>
          <a:noFill/>
          <a:ln w="9525">
            <a:noFill/>
            <a:miter lim="800000"/>
            <a:headEnd/>
            <a:tailEnd/>
          </a:ln>
        </p:spPr>
        <p:txBody>
          <a:bodyPr vert="horz" wrap="none" lIns="0" tIns="0" rIns="0" bIns="0" numCol="1" rtlCol="0" anchor="ctr" anchorCtr="0" compatLnSpc="1">
            <a:prstTxWarp prst="textNoShape">
              <a:avLst/>
            </a:prstTxWarp>
            <a:spAutoFit/>
          </a:bodyPr>
          <a:lstStyle/>
          <a:p>
            <a:pPr algn="ctr">
              <a:spcBef>
                <a:spcPts val="0"/>
              </a:spcBef>
              <a:spcAft>
                <a:spcPts val="600"/>
              </a:spcAft>
            </a:pPr>
            <a:r>
              <a:rPr lang="pt-BR" sz="1600" b="1" kern="0">
                <a:latin typeface="+mj-lt"/>
              </a:rPr>
              <a:t>2019</a:t>
            </a:r>
          </a:p>
        </p:txBody>
      </p:sp>
      <p:grpSp>
        <p:nvGrpSpPr>
          <p:cNvPr id="116" name="Grupo 115">
            <a:extLst>
              <a:ext uri="{FF2B5EF4-FFF2-40B4-BE49-F238E27FC236}">
                <a16:creationId xmlns:a16="http://schemas.microsoft.com/office/drawing/2014/main" id="{A07C5312-95C5-A781-9D31-3573AC36270B}"/>
              </a:ext>
            </a:extLst>
          </p:cNvPr>
          <p:cNvGrpSpPr/>
          <p:nvPr/>
        </p:nvGrpSpPr>
        <p:grpSpPr>
          <a:xfrm>
            <a:off x="5353157" y="4697998"/>
            <a:ext cx="408124" cy="419812"/>
            <a:chOff x="346862" y="1013844"/>
            <a:chExt cx="408124" cy="419812"/>
          </a:xfrm>
          <a:solidFill>
            <a:schemeClr val="bg1"/>
          </a:solidFill>
        </p:grpSpPr>
        <p:sp>
          <p:nvSpPr>
            <p:cNvPr id="117" name="Elipse 116">
              <a:extLst>
                <a:ext uri="{FF2B5EF4-FFF2-40B4-BE49-F238E27FC236}">
                  <a16:creationId xmlns:a16="http://schemas.microsoft.com/office/drawing/2014/main" id="{E77B20B8-FD2A-2E86-352F-026226D990C2}"/>
                </a:ext>
              </a:extLst>
            </p:cNvPr>
            <p:cNvSpPr/>
            <p:nvPr/>
          </p:nvSpPr>
          <p:spPr>
            <a:xfrm>
              <a:off x="346862" y="1397656"/>
              <a:ext cx="72000" cy="36000"/>
            </a:xfrm>
            <a:prstGeom prst="ellipse">
              <a:avLst/>
            </a:prstGeom>
            <a:grpFill/>
            <a:ln w="12700">
              <a:solidFill>
                <a:schemeClr val="tx1"/>
              </a:solidFill>
              <a:miter lim="400000"/>
            </a:ln>
            <a:effectLst/>
          </p:spPr>
          <p:txBody>
            <a:bodyPr lIns="108000" tIns="72000" rIns="108000" bIns="72000" rtlCol="0" anchor="ctr"/>
            <a:lstStyle/>
            <a:p>
              <a:pPr algn="l"/>
              <a:endParaRPr lang="pt-BR" sz="1600" err="1">
                <a:solidFill>
                  <a:schemeClr val="bg1"/>
                </a:solidFill>
                <a:latin typeface="+mj-lt"/>
              </a:endParaRPr>
            </a:p>
          </p:txBody>
        </p:sp>
        <p:grpSp>
          <p:nvGrpSpPr>
            <p:cNvPr id="122" name="Grupo 121">
              <a:extLst>
                <a:ext uri="{FF2B5EF4-FFF2-40B4-BE49-F238E27FC236}">
                  <a16:creationId xmlns:a16="http://schemas.microsoft.com/office/drawing/2014/main" id="{B1CF89BC-5087-36D4-0673-6FCFA0A9C0BD}"/>
                </a:ext>
              </a:extLst>
            </p:cNvPr>
            <p:cNvGrpSpPr/>
            <p:nvPr/>
          </p:nvGrpSpPr>
          <p:grpSpPr>
            <a:xfrm>
              <a:off x="374635" y="1013844"/>
              <a:ext cx="380351" cy="406314"/>
              <a:chOff x="9862619" y="1904596"/>
              <a:chExt cx="476274" cy="508785"/>
            </a:xfrm>
            <a:grpFill/>
          </p:grpSpPr>
          <p:sp>
            <p:nvSpPr>
              <p:cNvPr id="124" name="Google Shape;910;p39">
                <a:extLst>
                  <a:ext uri="{FF2B5EF4-FFF2-40B4-BE49-F238E27FC236}">
                    <a16:creationId xmlns:a16="http://schemas.microsoft.com/office/drawing/2014/main" id="{E3D32288-7ABD-7D4B-44EC-F9CA4BE0FA08}"/>
                  </a:ext>
                </a:extLst>
              </p:cNvPr>
              <p:cNvSpPr/>
              <p:nvPr/>
            </p:nvSpPr>
            <p:spPr>
              <a:xfrm>
                <a:off x="9895910" y="1914897"/>
                <a:ext cx="442983" cy="292499"/>
              </a:xfrm>
              <a:custGeom>
                <a:avLst/>
                <a:gdLst/>
                <a:ahLst/>
                <a:cxnLst/>
                <a:rect l="l" t="t" r="r" b="b"/>
                <a:pathLst>
                  <a:path w="947" h="626" extrusionOk="0">
                    <a:moveTo>
                      <a:pt x="946" y="625"/>
                    </a:moveTo>
                    <a:lnTo>
                      <a:pt x="0" y="625"/>
                    </a:lnTo>
                    <a:lnTo>
                      <a:pt x="0" y="0"/>
                    </a:lnTo>
                    <a:lnTo>
                      <a:pt x="946" y="0"/>
                    </a:lnTo>
                    <a:lnTo>
                      <a:pt x="761" y="313"/>
                    </a:lnTo>
                    <a:lnTo>
                      <a:pt x="946" y="625"/>
                    </a:lnTo>
                  </a:path>
                </a:pathLst>
              </a:custGeom>
              <a:grpFill/>
              <a:ln>
                <a:solidFill>
                  <a:schemeClr val="tx1"/>
                </a:solidFill>
              </a:ln>
            </p:spPr>
            <p:txBody>
              <a:bodyPr spcFirstLastPara="1" wrap="square" lIns="34300" tIns="17150" rIns="34300" bIns="17150" anchor="ctr" anchorCtr="0">
                <a:noAutofit/>
              </a:bodyPr>
              <a:lstStyle/>
              <a:p>
                <a:pPr marL="0" lvl="0" indent="0" algn="l" rtl="0">
                  <a:spcBef>
                    <a:spcPts val="0"/>
                  </a:spcBef>
                  <a:spcAft>
                    <a:spcPts val="0"/>
                  </a:spcAft>
                  <a:buClr>
                    <a:schemeClr val="dk1"/>
                  </a:buClr>
                  <a:buFont typeface="Arial"/>
                  <a:buNone/>
                </a:pPr>
                <a:endParaRPr sz="1600">
                  <a:solidFill>
                    <a:schemeClr val="dk1"/>
                  </a:solidFill>
                  <a:latin typeface="+mj-lt"/>
                  <a:ea typeface="Lato Light"/>
                  <a:cs typeface="Lato Light"/>
                  <a:sym typeface="Lato Light"/>
                </a:endParaRPr>
              </a:p>
            </p:txBody>
          </p:sp>
          <p:sp>
            <p:nvSpPr>
              <p:cNvPr id="125" name="Google Shape;911;p39">
                <a:extLst>
                  <a:ext uri="{FF2B5EF4-FFF2-40B4-BE49-F238E27FC236}">
                    <a16:creationId xmlns:a16="http://schemas.microsoft.com/office/drawing/2014/main" id="{0E8B06CD-A063-A8EF-9509-B64DDD70D542}"/>
                  </a:ext>
                </a:extLst>
              </p:cNvPr>
              <p:cNvSpPr/>
              <p:nvPr/>
            </p:nvSpPr>
            <p:spPr>
              <a:xfrm>
                <a:off x="9862619" y="1904596"/>
                <a:ext cx="20604" cy="508785"/>
              </a:xfrm>
              <a:custGeom>
                <a:avLst/>
                <a:gdLst/>
                <a:ahLst/>
                <a:cxnLst/>
                <a:rect l="l" t="t" r="r" b="b"/>
                <a:pathLst>
                  <a:path w="43" h="1091" extrusionOk="0">
                    <a:moveTo>
                      <a:pt x="11" y="0"/>
                    </a:moveTo>
                    <a:lnTo>
                      <a:pt x="31" y="0"/>
                    </a:lnTo>
                    <a:lnTo>
                      <a:pt x="31" y="0"/>
                    </a:lnTo>
                    <a:cubicBezTo>
                      <a:pt x="37" y="0"/>
                      <a:pt x="42" y="6"/>
                      <a:pt x="42" y="12"/>
                    </a:cubicBezTo>
                    <a:lnTo>
                      <a:pt x="42" y="1078"/>
                    </a:lnTo>
                    <a:lnTo>
                      <a:pt x="42" y="1078"/>
                    </a:lnTo>
                    <a:cubicBezTo>
                      <a:pt x="42" y="1085"/>
                      <a:pt x="37" y="1090"/>
                      <a:pt x="31" y="1090"/>
                    </a:cubicBezTo>
                    <a:lnTo>
                      <a:pt x="11" y="1090"/>
                    </a:lnTo>
                    <a:lnTo>
                      <a:pt x="11" y="1090"/>
                    </a:lnTo>
                    <a:cubicBezTo>
                      <a:pt x="5" y="1090"/>
                      <a:pt x="0" y="1085"/>
                      <a:pt x="0" y="1078"/>
                    </a:cubicBezTo>
                    <a:lnTo>
                      <a:pt x="0" y="12"/>
                    </a:lnTo>
                    <a:lnTo>
                      <a:pt x="0" y="12"/>
                    </a:lnTo>
                    <a:cubicBezTo>
                      <a:pt x="0" y="6"/>
                      <a:pt x="5" y="0"/>
                      <a:pt x="11" y="0"/>
                    </a:cubicBezTo>
                  </a:path>
                </a:pathLst>
              </a:custGeom>
              <a:grpFill/>
              <a:ln>
                <a:solidFill>
                  <a:schemeClr val="tx1"/>
                </a:solidFill>
              </a:ln>
            </p:spPr>
            <p:txBody>
              <a:bodyPr spcFirstLastPara="1" wrap="square" lIns="34300" tIns="17150" rIns="34300" bIns="17150" anchor="ctr" anchorCtr="0">
                <a:noAutofit/>
              </a:bodyPr>
              <a:lstStyle/>
              <a:p>
                <a:pPr marL="0" marR="0" lvl="0" indent="0" algn="l" rtl="0">
                  <a:spcBef>
                    <a:spcPts val="0"/>
                  </a:spcBef>
                  <a:spcAft>
                    <a:spcPts val="0"/>
                  </a:spcAft>
                  <a:buNone/>
                </a:pPr>
                <a:endParaRPr sz="1600">
                  <a:solidFill>
                    <a:schemeClr val="dk1"/>
                  </a:solidFill>
                  <a:latin typeface="+mj-lt"/>
                  <a:ea typeface="Lato Light"/>
                  <a:cs typeface="Lato Light"/>
                  <a:sym typeface="Lato Light"/>
                </a:endParaRPr>
              </a:p>
            </p:txBody>
          </p:sp>
        </p:grpSp>
      </p:grpSp>
      <p:sp>
        <p:nvSpPr>
          <p:cNvPr id="131" name="CuadroTexto 130">
            <a:extLst>
              <a:ext uri="{FF2B5EF4-FFF2-40B4-BE49-F238E27FC236}">
                <a16:creationId xmlns:a16="http://schemas.microsoft.com/office/drawing/2014/main" id="{593B9581-0AE2-12FB-145C-F422E08393B9}"/>
              </a:ext>
            </a:extLst>
          </p:cNvPr>
          <p:cNvSpPr txBox="1"/>
          <p:nvPr/>
        </p:nvSpPr>
        <p:spPr bwMode="auto">
          <a:xfrm>
            <a:off x="4759246" y="4720510"/>
            <a:ext cx="455253" cy="246221"/>
          </a:xfrm>
          <a:prstGeom prst="rect">
            <a:avLst/>
          </a:prstGeom>
          <a:noFill/>
          <a:ln w="9525">
            <a:noFill/>
            <a:miter lim="800000"/>
            <a:headEnd/>
            <a:tailEnd/>
          </a:ln>
        </p:spPr>
        <p:txBody>
          <a:bodyPr vert="horz" wrap="none" lIns="0" tIns="0" rIns="0" bIns="0" numCol="1" rtlCol="0" anchor="ctr" anchorCtr="0" compatLnSpc="1">
            <a:prstTxWarp prst="textNoShape">
              <a:avLst/>
            </a:prstTxWarp>
            <a:spAutoFit/>
          </a:bodyPr>
          <a:lstStyle/>
          <a:p>
            <a:pPr algn="ctr">
              <a:spcBef>
                <a:spcPts val="0"/>
              </a:spcBef>
              <a:spcAft>
                <a:spcPts val="600"/>
              </a:spcAft>
            </a:pPr>
            <a:r>
              <a:rPr lang="pt-BR" sz="1600" b="1" kern="0">
                <a:latin typeface="+mj-lt"/>
              </a:rPr>
              <a:t>2021</a:t>
            </a:r>
          </a:p>
        </p:txBody>
      </p:sp>
      <p:sp>
        <p:nvSpPr>
          <p:cNvPr id="149" name="Triángulo isósceles 148">
            <a:extLst>
              <a:ext uri="{FF2B5EF4-FFF2-40B4-BE49-F238E27FC236}">
                <a16:creationId xmlns:a16="http://schemas.microsoft.com/office/drawing/2014/main" id="{A462CF23-3FAA-CA62-30CA-658B13334CD2}"/>
              </a:ext>
            </a:extLst>
          </p:cNvPr>
          <p:cNvSpPr/>
          <p:nvPr/>
        </p:nvSpPr>
        <p:spPr>
          <a:xfrm rot="6994881">
            <a:off x="10120206" y="6624440"/>
            <a:ext cx="194698" cy="202423"/>
          </a:xfrm>
          <a:prstGeom prst="triangle">
            <a:avLst/>
          </a:prstGeom>
          <a:solidFill>
            <a:schemeClr val="bg1"/>
          </a:solidFill>
          <a:ln w="12700">
            <a:noFill/>
            <a:miter lim="400000"/>
          </a:ln>
          <a:effectLst/>
        </p:spPr>
        <p:txBody>
          <a:bodyPr lIns="108000" tIns="72000" rIns="108000" bIns="72000" rtlCol="0" anchor="ctr"/>
          <a:lstStyle/>
          <a:p>
            <a:pPr algn="l"/>
            <a:endParaRPr lang="pt-BR" sz="1400" err="1">
              <a:solidFill>
                <a:schemeClr val="bg1"/>
              </a:solidFill>
            </a:endParaRPr>
          </a:p>
        </p:txBody>
      </p:sp>
      <p:grpSp>
        <p:nvGrpSpPr>
          <p:cNvPr id="152" name="Grupo 151">
            <a:extLst>
              <a:ext uri="{FF2B5EF4-FFF2-40B4-BE49-F238E27FC236}">
                <a16:creationId xmlns:a16="http://schemas.microsoft.com/office/drawing/2014/main" id="{E7172126-79F7-733C-FA93-6F086B2B851D}"/>
              </a:ext>
            </a:extLst>
          </p:cNvPr>
          <p:cNvGrpSpPr/>
          <p:nvPr/>
        </p:nvGrpSpPr>
        <p:grpSpPr>
          <a:xfrm>
            <a:off x="1492424" y="1302039"/>
            <a:ext cx="218027" cy="290702"/>
            <a:chOff x="2741433" y="3587788"/>
            <a:chExt cx="457199" cy="609599"/>
          </a:xfrm>
        </p:grpSpPr>
        <p:sp>
          <p:nvSpPr>
            <p:cNvPr id="150" name="Google Shape;993;p41">
              <a:extLst>
                <a:ext uri="{FF2B5EF4-FFF2-40B4-BE49-F238E27FC236}">
                  <a16:creationId xmlns:a16="http://schemas.microsoft.com/office/drawing/2014/main" id="{7163E4AF-CCBC-CAE6-1A2A-9E951E945A25}"/>
                </a:ext>
              </a:extLst>
            </p:cNvPr>
            <p:cNvSpPr/>
            <p:nvPr/>
          </p:nvSpPr>
          <p:spPr>
            <a:xfrm>
              <a:off x="2741433" y="3587788"/>
              <a:ext cx="457199" cy="609599"/>
            </a:xfrm>
            <a:custGeom>
              <a:avLst/>
              <a:gdLst/>
              <a:ahLst/>
              <a:cxnLst/>
              <a:rect l="l" t="t" r="r" b="b"/>
              <a:pathLst>
                <a:path w="710" h="940" extrusionOk="0">
                  <a:moveTo>
                    <a:pt x="709" y="354"/>
                  </a:moveTo>
                  <a:lnTo>
                    <a:pt x="709" y="354"/>
                  </a:lnTo>
                  <a:cubicBezTo>
                    <a:pt x="709" y="158"/>
                    <a:pt x="551" y="0"/>
                    <a:pt x="355" y="0"/>
                  </a:cubicBezTo>
                  <a:lnTo>
                    <a:pt x="355" y="0"/>
                  </a:lnTo>
                  <a:cubicBezTo>
                    <a:pt x="159" y="0"/>
                    <a:pt x="0" y="158"/>
                    <a:pt x="0" y="354"/>
                  </a:cubicBezTo>
                  <a:lnTo>
                    <a:pt x="0" y="354"/>
                  </a:lnTo>
                  <a:cubicBezTo>
                    <a:pt x="0" y="497"/>
                    <a:pt x="84" y="620"/>
                    <a:pt x="206" y="676"/>
                  </a:cubicBezTo>
                  <a:lnTo>
                    <a:pt x="355" y="939"/>
                  </a:lnTo>
                  <a:lnTo>
                    <a:pt x="504" y="676"/>
                  </a:lnTo>
                  <a:lnTo>
                    <a:pt x="504" y="676"/>
                  </a:lnTo>
                  <a:cubicBezTo>
                    <a:pt x="626" y="620"/>
                    <a:pt x="709" y="497"/>
                    <a:pt x="709" y="354"/>
                  </a:cubicBezTo>
                </a:path>
              </a:pathLst>
            </a:custGeom>
            <a:solidFill>
              <a:schemeClr val="tx2"/>
            </a:solidFill>
            <a:ln>
              <a:noFill/>
            </a:ln>
          </p:spPr>
          <p:txBody>
            <a:bodyPr spcFirstLastPara="1" wrap="square" lIns="34300" tIns="17150" rIns="34300" bIns="17150" anchor="ctr" anchorCtr="0">
              <a:noAutofit/>
            </a:bodyPr>
            <a:lstStyle/>
            <a:p>
              <a:pPr marL="0" marR="0" lvl="0" indent="0" algn="l" rtl="0">
                <a:spcBef>
                  <a:spcPts val="0"/>
                </a:spcBef>
                <a:spcAft>
                  <a:spcPts val="0"/>
                </a:spcAft>
                <a:buNone/>
              </a:pPr>
              <a:endParaRPr sz="1000">
                <a:solidFill>
                  <a:schemeClr val="dk1"/>
                </a:solidFill>
                <a:latin typeface="+mj-lt"/>
                <a:ea typeface="Lato Light"/>
                <a:cs typeface="Lato Light"/>
                <a:sym typeface="Lato Light"/>
              </a:endParaRPr>
            </a:p>
          </p:txBody>
        </p:sp>
        <p:sp>
          <p:nvSpPr>
            <p:cNvPr id="151" name="Elipse 150">
              <a:extLst>
                <a:ext uri="{FF2B5EF4-FFF2-40B4-BE49-F238E27FC236}">
                  <a16:creationId xmlns:a16="http://schemas.microsoft.com/office/drawing/2014/main" id="{B7C6364B-084D-587F-3518-97D8BFDD3666}"/>
                </a:ext>
              </a:extLst>
            </p:cNvPr>
            <p:cNvSpPr/>
            <p:nvPr/>
          </p:nvSpPr>
          <p:spPr>
            <a:xfrm>
              <a:off x="2877699" y="3732115"/>
              <a:ext cx="184666" cy="184666"/>
            </a:xfrm>
            <a:prstGeom prst="ellipse">
              <a:avLst/>
            </a:prstGeom>
            <a:solidFill>
              <a:schemeClr val="bg1"/>
            </a:solidFill>
            <a:ln w="12700">
              <a:noFill/>
              <a:miter lim="400000"/>
            </a:ln>
            <a:effectLst/>
          </p:spPr>
          <p:txBody>
            <a:bodyPr lIns="108000" tIns="72000" rIns="108000" bIns="72000" rtlCol="0" anchor="ctr"/>
            <a:lstStyle/>
            <a:p>
              <a:pPr algn="l"/>
              <a:endParaRPr lang="pt-BR" sz="1000" err="1">
                <a:solidFill>
                  <a:schemeClr val="bg1"/>
                </a:solidFill>
                <a:latin typeface="+mj-lt"/>
              </a:endParaRPr>
            </a:p>
          </p:txBody>
        </p:sp>
      </p:grpSp>
      <p:grpSp>
        <p:nvGrpSpPr>
          <p:cNvPr id="153" name="Grupo 152">
            <a:extLst>
              <a:ext uri="{FF2B5EF4-FFF2-40B4-BE49-F238E27FC236}">
                <a16:creationId xmlns:a16="http://schemas.microsoft.com/office/drawing/2014/main" id="{323DCCBD-036C-EE7F-45B9-B78A86CDF860}"/>
              </a:ext>
            </a:extLst>
          </p:cNvPr>
          <p:cNvGrpSpPr/>
          <p:nvPr/>
        </p:nvGrpSpPr>
        <p:grpSpPr>
          <a:xfrm>
            <a:off x="3614645" y="1676433"/>
            <a:ext cx="218027" cy="290702"/>
            <a:chOff x="2741433" y="3587788"/>
            <a:chExt cx="457199" cy="609599"/>
          </a:xfrm>
        </p:grpSpPr>
        <p:sp>
          <p:nvSpPr>
            <p:cNvPr id="154" name="Google Shape;993;p41">
              <a:extLst>
                <a:ext uri="{FF2B5EF4-FFF2-40B4-BE49-F238E27FC236}">
                  <a16:creationId xmlns:a16="http://schemas.microsoft.com/office/drawing/2014/main" id="{5782A3CD-CDE2-42E2-E5C7-445D2FF4584C}"/>
                </a:ext>
              </a:extLst>
            </p:cNvPr>
            <p:cNvSpPr/>
            <p:nvPr/>
          </p:nvSpPr>
          <p:spPr>
            <a:xfrm>
              <a:off x="2741433" y="3587788"/>
              <a:ext cx="457199" cy="609599"/>
            </a:xfrm>
            <a:custGeom>
              <a:avLst/>
              <a:gdLst/>
              <a:ahLst/>
              <a:cxnLst/>
              <a:rect l="l" t="t" r="r" b="b"/>
              <a:pathLst>
                <a:path w="710" h="940" extrusionOk="0">
                  <a:moveTo>
                    <a:pt x="709" y="354"/>
                  </a:moveTo>
                  <a:lnTo>
                    <a:pt x="709" y="354"/>
                  </a:lnTo>
                  <a:cubicBezTo>
                    <a:pt x="709" y="158"/>
                    <a:pt x="551" y="0"/>
                    <a:pt x="355" y="0"/>
                  </a:cubicBezTo>
                  <a:lnTo>
                    <a:pt x="355" y="0"/>
                  </a:lnTo>
                  <a:cubicBezTo>
                    <a:pt x="159" y="0"/>
                    <a:pt x="0" y="158"/>
                    <a:pt x="0" y="354"/>
                  </a:cubicBezTo>
                  <a:lnTo>
                    <a:pt x="0" y="354"/>
                  </a:lnTo>
                  <a:cubicBezTo>
                    <a:pt x="0" y="497"/>
                    <a:pt x="84" y="620"/>
                    <a:pt x="206" y="676"/>
                  </a:cubicBezTo>
                  <a:lnTo>
                    <a:pt x="355" y="939"/>
                  </a:lnTo>
                  <a:lnTo>
                    <a:pt x="504" y="676"/>
                  </a:lnTo>
                  <a:lnTo>
                    <a:pt x="504" y="676"/>
                  </a:lnTo>
                  <a:cubicBezTo>
                    <a:pt x="626" y="620"/>
                    <a:pt x="709" y="497"/>
                    <a:pt x="709" y="354"/>
                  </a:cubicBezTo>
                </a:path>
              </a:pathLst>
            </a:custGeom>
            <a:solidFill>
              <a:schemeClr val="tx2"/>
            </a:solidFill>
            <a:ln>
              <a:noFill/>
            </a:ln>
          </p:spPr>
          <p:txBody>
            <a:bodyPr spcFirstLastPara="1" wrap="square" lIns="34300" tIns="17150" rIns="34300" bIns="17150" anchor="ctr" anchorCtr="0">
              <a:noAutofit/>
            </a:bodyPr>
            <a:lstStyle/>
            <a:p>
              <a:pPr marL="0" marR="0" lvl="0" indent="0" algn="l" rtl="0">
                <a:spcBef>
                  <a:spcPts val="0"/>
                </a:spcBef>
                <a:spcAft>
                  <a:spcPts val="0"/>
                </a:spcAft>
                <a:buNone/>
              </a:pPr>
              <a:endParaRPr sz="1000">
                <a:solidFill>
                  <a:schemeClr val="tx2"/>
                </a:solidFill>
                <a:latin typeface="+mj-lt"/>
                <a:ea typeface="Lato Light"/>
                <a:cs typeface="Lato Light"/>
                <a:sym typeface="Lato Light"/>
              </a:endParaRPr>
            </a:p>
          </p:txBody>
        </p:sp>
        <p:sp>
          <p:nvSpPr>
            <p:cNvPr id="155" name="Elipse 154">
              <a:extLst>
                <a:ext uri="{FF2B5EF4-FFF2-40B4-BE49-F238E27FC236}">
                  <a16:creationId xmlns:a16="http://schemas.microsoft.com/office/drawing/2014/main" id="{51E7596B-C7AE-102C-A672-50B7D89C6FD7}"/>
                </a:ext>
              </a:extLst>
            </p:cNvPr>
            <p:cNvSpPr/>
            <p:nvPr/>
          </p:nvSpPr>
          <p:spPr>
            <a:xfrm>
              <a:off x="2877699" y="3732115"/>
              <a:ext cx="184666" cy="184666"/>
            </a:xfrm>
            <a:prstGeom prst="ellipse">
              <a:avLst/>
            </a:prstGeom>
            <a:solidFill>
              <a:schemeClr val="bg1"/>
            </a:solidFill>
            <a:ln w="12700">
              <a:noFill/>
              <a:miter lim="400000"/>
            </a:ln>
            <a:effectLst/>
          </p:spPr>
          <p:txBody>
            <a:bodyPr lIns="108000" tIns="72000" rIns="108000" bIns="72000" rtlCol="0" anchor="ctr"/>
            <a:lstStyle/>
            <a:p>
              <a:pPr algn="l"/>
              <a:endParaRPr lang="pt-BR" sz="1000">
                <a:solidFill>
                  <a:schemeClr val="tx2"/>
                </a:solidFill>
                <a:latin typeface="+mj-lt"/>
              </a:endParaRPr>
            </a:p>
          </p:txBody>
        </p:sp>
      </p:grpSp>
      <p:grpSp>
        <p:nvGrpSpPr>
          <p:cNvPr id="156" name="Grupo 155">
            <a:extLst>
              <a:ext uri="{FF2B5EF4-FFF2-40B4-BE49-F238E27FC236}">
                <a16:creationId xmlns:a16="http://schemas.microsoft.com/office/drawing/2014/main" id="{5930E545-0792-F2AC-C205-C6E564DCF5FE}"/>
              </a:ext>
            </a:extLst>
          </p:cNvPr>
          <p:cNvGrpSpPr/>
          <p:nvPr/>
        </p:nvGrpSpPr>
        <p:grpSpPr>
          <a:xfrm>
            <a:off x="4405066" y="2269770"/>
            <a:ext cx="218027" cy="290702"/>
            <a:chOff x="2741433" y="3587788"/>
            <a:chExt cx="457199" cy="609599"/>
          </a:xfrm>
        </p:grpSpPr>
        <p:sp>
          <p:nvSpPr>
            <p:cNvPr id="157" name="Google Shape;993;p41">
              <a:extLst>
                <a:ext uri="{FF2B5EF4-FFF2-40B4-BE49-F238E27FC236}">
                  <a16:creationId xmlns:a16="http://schemas.microsoft.com/office/drawing/2014/main" id="{39A84679-D50B-829C-BF90-F7AFE10685D6}"/>
                </a:ext>
              </a:extLst>
            </p:cNvPr>
            <p:cNvSpPr/>
            <p:nvPr/>
          </p:nvSpPr>
          <p:spPr>
            <a:xfrm>
              <a:off x="2741433" y="3587788"/>
              <a:ext cx="457199" cy="609599"/>
            </a:xfrm>
            <a:custGeom>
              <a:avLst/>
              <a:gdLst/>
              <a:ahLst/>
              <a:cxnLst/>
              <a:rect l="l" t="t" r="r" b="b"/>
              <a:pathLst>
                <a:path w="710" h="940" extrusionOk="0">
                  <a:moveTo>
                    <a:pt x="709" y="354"/>
                  </a:moveTo>
                  <a:lnTo>
                    <a:pt x="709" y="354"/>
                  </a:lnTo>
                  <a:cubicBezTo>
                    <a:pt x="709" y="158"/>
                    <a:pt x="551" y="0"/>
                    <a:pt x="355" y="0"/>
                  </a:cubicBezTo>
                  <a:lnTo>
                    <a:pt x="355" y="0"/>
                  </a:lnTo>
                  <a:cubicBezTo>
                    <a:pt x="159" y="0"/>
                    <a:pt x="0" y="158"/>
                    <a:pt x="0" y="354"/>
                  </a:cubicBezTo>
                  <a:lnTo>
                    <a:pt x="0" y="354"/>
                  </a:lnTo>
                  <a:cubicBezTo>
                    <a:pt x="0" y="497"/>
                    <a:pt x="84" y="620"/>
                    <a:pt x="206" y="676"/>
                  </a:cubicBezTo>
                  <a:lnTo>
                    <a:pt x="355" y="939"/>
                  </a:lnTo>
                  <a:lnTo>
                    <a:pt x="504" y="676"/>
                  </a:lnTo>
                  <a:lnTo>
                    <a:pt x="504" y="676"/>
                  </a:lnTo>
                  <a:cubicBezTo>
                    <a:pt x="626" y="620"/>
                    <a:pt x="709" y="497"/>
                    <a:pt x="709" y="354"/>
                  </a:cubicBezTo>
                </a:path>
              </a:pathLst>
            </a:custGeom>
            <a:solidFill>
              <a:schemeClr val="tx2"/>
            </a:solidFill>
            <a:ln>
              <a:noFill/>
            </a:ln>
          </p:spPr>
          <p:txBody>
            <a:bodyPr spcFirstLastPara="1" wrap="square" lIns="34300" tIns="17150" rIns="34300" bIns="17150" anchor="ctr" anchorCtr="0">
              <a:noAutofit/>
            </a:bodyPr>
            <a:lstStyle/>
            <a:p>
              <a:pPr marL="0" marR="0" lvl="0" indent="0" algn="l" rtl="0">
                <a:spcBef>
                  <a:spcPts val="0"/>
                </a:spcBef>
                <a:spcAft>
                  <a:spcPts val="0"/>
                </a:spcAft>
                <a:buNone/>
              </a:pPr>
              <a:endParaRPr sz="1000">
                <a:solidFill>
                  <a:schemeClr val="tx2"/>
                </a:solidFill>
                <a:latin typeface="+mj-lt"/>
                <a:ea typeface="Lato Light"/>
                <a:cs typeface="Lato Light"/>
                <a:sym typeface="Lato Light"/>
              </a:endParaRPr>
            </a:p>
          </p:txBody>
        </p:sp>
        <p:sp>
          <p:nvSpPr>
            <p:cNvPr id="158" name="Elipse 157">
              <a:extLst>
                <a:ext uri="{FF2B5EF4-FFF2-40B4-BE49-F238E27FC236}">
                  <a16:creationId xmlns:a16="http://schemas.microsoft.com/office/drawing/2014/main" id="{F42348AA-C6EC-3B52-A5F3-FF88BC8A259B}"/>
                </a:ext>
              </a:extLst>
            </p:cNvPr>
            <p:cNvSpPr/>
            <p:nvPr/>
          </p:nvSpPr>
          <p:spPr>
            <a:xfrm>
              <a:off x="2877699" y="3732115"/>
              <a:ext cx="184666" cy="184666"/>
            </a:xfrm>
            <a:prstGeom prst="ellipse">
              <a:avLst/>
            </a:prstGeom>
            <a:solidFill>
              <a:schemeClr val="bg1"/>
            </a:solidFill>
            <a:ln w="12700">
              <a:noFill/>
              <a:miter lim="400000"/>
            </a:ln>
            <a:effectLst/>
          </p:spPr>
          <p:txBody>
            <a:bodyPr lIns="108000" tIns="72000" rIns="108000" bIns="72000" rtlCol="0" anchor="ctr"/>
            <a:lstStyle/>
            <a:p>
              <a:pPr algn="l"/>
              <a:endParaRPr lang="pt-BR" sz="1000" err="1">
                <a:solidFill>
                  <a:schemeClr val="tx2"/>
                </a:solidFill>
                <a:latin typeface="+mj-lt"/>
              </a:endParaRPr>
            </a:p>
          </p:txBody>
        </p:sp>
      </p:grpSp>
      <p:grpSp>
        <p:nvGrpSpPr>
          <p:cNvPr id="159" name="Grupo 158">
            <a:extLst>
              <a:ext uri="{FF2B5EF4-FFF2-40B4-BE49-F238E27FC236}">
                <a16:creationId xmlns:a16="http://schemas.microsoft.com/office/drawing/2014/main" id="{88865F40-7B73-E77A-E920-518001EE387C}"/>
              </a:ext>
            </a:extLst>
          </p:cNvPr>
          <p:cNvGrpSpPr/>
          <p:nvPr/>
        </p:nvGrpSpPr>
        <p:grpSpPr>
          <a:xfrm>
            <a:off x="3249646" y="3042415"/>
            <a:ext cx="218027" cy="290702"/>
            <a:chOff x="2741433" y="3587788"/>
            <a:chExt cx="457199" cy="609599"/>
          </a:xfrm>
        </p:grpSpPr>
        <p:sp>
          <p:nvSpPr>
            <p:cNvPr id="160" name="Google Shape;993;p41">
              <a:extLst>
                <a:ext uri="{FF2B5EF4-FFF2-40B4-BE49-F238E27FC236}">
                  <a16:creationId xmlns:a16="http://schemas.microsoft.com/office/drawing/2014/main" id="{1D5DA305-00E5-34DA-871D-8809AAE31C03}"/>
                </a:ext>
              </a:extLst>
            </p:cNvPr>
            <p:cNvSpPr/>
            <p:nvPr/>
          </p:nvSpPr>
          <p:spPr>
            <a:xfrm>
              <a:off x="2741433" y="3587788"/>
              <a:ext cx="457199" cy="609599"/>
            </a:xfrm>
            <a:custGeom>
              <a:avLst/>
              <a:gdLst/>
              <a:ahLst/>
              <a:cxnLst/>
              <a:rect l="l" t="t" r="r" b="b"/>
              <a:pathLst>
                <a:path w="710" h="940" extrusionOk="0">
                  <a:moveTo>
                    <a:pt x="709" y="354"/>
                  </a:moveTo>
                  <a:lnTo>
                    <a:pt x="709" y="354"/>
                  </a:lnTo>
                  <a:cubicBezTo>
                    <a:pt x="709" y="158"/>
                    <a:pt x="551" y="0"/>
                    <a:pt x="355" y="0"/>
                  </a:cubicBezTo>
                  <a:lnTo>
                    <a:pt x="355" y="0"/>
                  </a:lnTo>
                  <a:cubicBezTo>
                    <a:pt x="159" y="0"/>
                    <a:pt x="0" y="158"/>
                    <a:pt x="0" y="354"/>
                  </a:cubicBezTo>
                  <a:lnTo>
                    <a:pt x="0" y="354"/>
                  </a:lnTo>
                  <a:cubicBezTo>
                    <a:pt x="0" y="497"/>
                    <a:pt x="84" y="620"/>
                    <a:pt x="206" y="676"/>
                  </a:cubicBezTo>
                  <a:lnTo>
                    <a:pt x="355" y="939"/>
                  </a:lnTo>
                  <a:lnTo>
                    <a:pt x="504" y="676"/>
                  </a:lnTo>
                  <a:lnTo>
                    <a:pt x="504" y="676"/>
                  </a:lnTo>
                  <a:cubicBezTo>
                    <a:pt x="626" y="620"/>
                    <a:pt x="709" y="497"/>
                    <a:pt x="709" y="354"/>
                  </a:cubicBezTo>
                </a:path>
              </a:pathLst>
            </a:custGeom>
            <a:solidFill>
              <a:schemeClr val="tx2"/>
            </a:solidFill>
            <a:ln>
              <a:noFill/>
            </a:ln>
          </p:spPr>
          <p:txBody>
            <a:bodyPr spcFirstLastPara="1" wrap="square" lIns="34300" tIns="17150" rIns="34300" bIns="17150" anchor="ctr" anchorCtr="0">
              <a:noAutofit/>
            </a:bodyPr>
            <a:lstStyle/>
            <a:p>
              <a:pPr marL="0" marR="0" lvl="0" indent="0" algn="l" rtl="0">
                <a:spcBef>
                  <a:spcPts val="0"/>
                </a:spcBef>
                <a:spcAft>
                  <a:spcPts val="0"/>
                </a:spcAft>
                <a:buNone/>
              </a:pPr>
              <a:endParaRPr sz="1000">
                <a:solidFill>
                  <a:schemeClr val="tx2"/>
                </a:solidFill>
                <a:latin typeface="+mj-lt"/>
                <a:ea typeface="Lato Light"/>
                <a:cs typeface="Lato Light"/>
                <a:sym typeface="Lato Light"/>
              </a:endParaRPr>
            </a:p>
          </p:txBody>
        </p:sp>
        <p:sp>
          <p:nvSpPr>
            <p:cNvPr id="161" name="Elipse 160">
              <a:extLst>
                <a:ext uri="{FF2B5EF4-FFF2-40B4-BE49-F238E27FC236}">
                  <a16:creationId xmlns:a16="http://schemas.microsoft.com/office/drawing/2014/main" id="{13F1A9F9-9D08-E7E8-F5A4-C8529C0462E1}"/>
                </a:ext>
              </a:extLst>
            </p:cNvPr>
            <p:cNvSpPr/>
            <p:nvPr/>
          </p:nvSpPr>
          <p:spPr>
            <a:xfrm>
              <a:off x="2877699" y="3732115"/>
              <a:ext cx="184666" cy="184666"/>
            </a:xfrm>
            <a:prstGeom prst="ellipse">
              <a:avLst/>
            </a:prstGeom>
            <a:solidFill>
              <a:schemeClr val="bg1"/>
            </a:solidFill>
            <a:ln w="12700">
              <a:noFill/>
              <a:miter lim="400000"/>
            </a:ln>
            <a:effectLst/>
          </p:spPr>
          <p:txBody>
            <a:bodyPr lIns="108000" tIns="72000" rIns="108000" bIns="72000" rtlCol="0" anchor="ctr"/>
            <a:lstStyle/>
            <a:p>
              <a:pPr algn="l"/>
              <a:endParaRPr lang="pt-BR" sz="1000" err="1">
                <a:solidFill>
                  <a:schemeClr val="tx2"/>
                </a:solidFill>
                <a:latin typeface="+mj-lt"/>
              </a:endParaRPr>
            </a:p>
          </p:txBody>
        </p:sp>
      </p:grpSp>
      <p:grpSp>
        <p:nvGrpSpPr>
          <p:cNvPr id="165" name="Grupo 164">
            <a:extLst>
              <a:ext uri="{FF2B5EF4-FFF2-40B4-BE49-F238E27FC236}">
                <a16:creationId xmlns:a16="http://schemas.microsoft.com/office/drawing/2014/main" id="{69FDA791-3E83-168C-C13C-E2615EF90D67}"/>
              </a:ext>
            </a:extLst>
          </p:cNvPr>
          <p:cNvGrpSpPr/>
          <p:nvPr/>
        </p:nvGrpSpPr>
        <p:grpSpPr>
          <a:xfrm>
            <a:off x="6830781" y="3817139"/>
            <a:ext cx="218027" cy="290702"/>
            <a:chOff x="2741433" y="3587788"/>
            <a:chExt cx="457199" cy="609599"/>
          </a:xfrm>
        </p:grpSpPr>
        <p:sp>
          <p:nvSpPr>
            <p:cNvPr id="166" name="Google Shape;993;p41">
              <a:extLst>
                <a:ext uri="{FF2B5EF4-FFF2-40B4-BE49-F238E27FC236}">
                  <a16:creationId xmlns:a16="http://schemas.microsoft.com/office/drawing/2014/main" id="{5CE58F46-6DE9-18DD-B63F-E15FC6954BBC}"/>
                </a:ext>
              </a:extLst>
            </p:cNvPr>
            <p:cNvSpPr/>
            <p:nvPr/>
          </p:nvSpPr>
          <p:spPr>
            <a:xfrm>
              <a:off x="2741433" y="3587788"/>
              <a:ext cx="457199" cy="609599"/>
            </a:xfrm>
            <a:custGeom>
              <a:avLst/>
              <a:gdLst/>
              <a:ahLst/>
              <a:cxnLst/>
              <a:rect l="l" t="t" r="r" b="b"/>
              <a:pathLst>
                <a:path w="710" h="940" extrusionOk="0">
                  <a:moveTo>
                    <a:pt x="709" y="354"/>
                  </a:moveTo>
                  <a:lnTo>
                    <a:pt x="709" y="354"/>
                  </a:lnTo>
                  <a:cubicBezTo>
                    <a:pt x="709" y="158"/>
                    <a:pt x="551" y="0"/>
                    <a:pt x="355" y="0"/>
                  </a:cubicBezTo>
                  <a:lnTo>
                    <a:pt x="355" y="0"/>
                  </a:lnTo>
                  <a:cubicBezTo>
                    <a:pt x="159" y="0"/>
                    <a:pt x="0" y="158"/>
                    <a:pt x="0" y="354"/>
                  </a:cubicBezTo>
                  <a:lnTo>
                    <a:pt x="0" y="354"/>
                  </a:lnTo>
                  <a:cubicBezTo>
                    <a:pt x="0" y="497"/>
                    <a:pt x="84" y="620"/>
                    <a:pt x="206" y="676"/>
                  </a:cubicBezTo>
                  <a:lnTo>
                    <a:pt x="355" y="939"/>
                  </a:lnTo>
                  <a:lnTo>
                    <a:pt x="504" y="676"/>
                  </a:lnTo>
                  <a:lnTo>
                    <a:pt x="504" y="676"/>
                  </a:lnTo>
                  <a:cubicBezTo>
                    <a:pt x="626" y="620"/>
                    <a:pt x="709" y="497"/>
                    <a:pt x="709" y="354"/>
                  </a:cubicBezTo>
                </a:path>
              </a:pathLst>
            </a:custGeom>
            <a:solidFill>
              <a:schemeClr val="accent5"/>
            </a:solidFill>
            <a:ln>
              <a:noFill/>
            </a:ln>
          </p:spPr>
          <p:txBody>
            <a:bodyPr spcFirstLastPara="1" wrap="square" lIns="34300" tIns="17150" rIns="34300" bIns="17150" anchor="ctr" anchorCtr="0">
              <a:noAutofit/>
            </a:bodyPr>
            <a:lstStyle/>
            <a:p>
              <a:pPr marL="0" marR="0" lvl="0" indent="0" algn="l" rtl="0">
                <a:spcBef>
                  <a:spcPts val="0"/>
                </a:spcBef>
                <a:spcAft>
                  <a:spcPts val="0"/>
                </a:spcAft>
                <a:buNone/>
              </a:pPr>
              <a:endParaRPr sz="1000">
                <a:solidFill>
                  <a:schemeClr val="dk1"/>
                </a:solidFill>
                <a:latin typeface="+mj-lt"/>
                <a:ea typeface="Lato Light"/>
                <a:cs typeface="Lato Light"/>
                <a:sym typeface="Lato Light"/>
              </a:endParaRPr>
            </a:p>
          </p:txBody>
        </p:sp>
        <p:sp>
          <p:nvSpPr>
            <p:cNvPr id="167" name="Elipse 166">
              <a:extLst>
                <a:ext uri="{FF2B5EF4-FFF2-40B4-BE49-F238E27FC236}">
                  <a16:creationId xmlns:a16="http://schemas.microsoft.com/office/drawing/2014/main" id="{CD24F421-651E-1824-B64F-8CB82D23AA06}"/>
                </a:ext>
              </a:extLst>
            </p:cNvPr>
            <p:cNvSpPr/>
            <p:nvPr/>
          </p:nvSpPr>
          <p:spPr>
            <a:xfrm>
              <a:off x="2877699" y="3732115"/>
              <a:ext cx="184666" cy="184666"/>
            </a:xfrm>
            <a:prstGeom prst="ellipse">
              <a:avLst/>
            </a:prstGeom>
            <a:solidFill>
              <a:schemeClr val="bg1"/>
            </a:solidFill>
            <a:ln w="12700">
              <a:noFill/>
              <a:miter lim="400000"/>
            </a:ln>
            <a:effectLst/>
          </p:spPr>
          <p:txBody>
            <a:bodyPr lIns="108000" tIns="72000" rIns="108000" bIns="72000" rtlCol="0" anchor="ctr"/>
            <a:lstStyle/>
            <a:p>
              <a:pPr algn="l"/>
              <a:endParaRPr lang="pt-BR" sz="1000" err="1">
                <a:solidFill>
                  <a:schemeClr val="bg1"/>
                </a:solidFill>
                <a:latin typeface="+mj-lt"/>
              </a:endParaRPr>
            </a:p>
          </p:txBody>
        </p:sp>
      </p:grpSp>
      <p:grpSp>
        <p:nvGrpSpPr>
          <p:cNvPr id="169" name="Grupo 168">
            <a:extLst>
              <a:ext uri="{FF2B5EF4-FFF2-40B4-BE49-F238E27FC236}">
                <a16:creationId xmlns:a16="http://schemas.microsoft.com/office/drawing/2014/main" id="{2A88E0F5-F169-3A8F-8414-E39B2F309DC9}"/>
              </a:ext>
            </a:extLst>
          </p:cNvPr>
          <p:cNvGrpSpPr/>
          <p:nvPr/>
        </p:nvGrpSpPr>
        <p:grpSpPr>
          <a:xfrm>
            <a:off x="5454801" y="5099810"/>
            <a:ext cx="218027" cy="290702"/>
            <a:chOff x="2741433" y="3587788"/>
            <a:chExt cx="457199" cy="609599"/>
          </a:xfrm>
        </p:grpSpPr>
        <p:sp>
          <p:nvSpPr>
            <p:cNvPr id="170" name="Google Shape;993;p41">
              <a:extLst>
                <a:ext uri="{FF2B5EF4-FFF2-40B4-BE49-F238E27FC236}">
                  <a16:creationId xmlns:a16="http://schemas.microsoft.com/office/drawing/2014/main" id="{5CBF6070-E4CE-D3EC-F565-3FA89AB6FF9E}"/>
                </a:ext>
              </a:extLst>
            </p:cNvPr>
            <p:cNvSpPr/>
            <p:nvPr/>
          </p:nvSpPr>
          <p:spPr>
            <a:xfrm>
              <a:off x="2741433" y="3587788"/>
              <a:ext cx="457199" cy="609599"/>
            </a:xfrm>
            <a:custGeom>
              <a:avLst/>
              <a:gdLst/>
              <a:ahLst/>
              <a:cxnLst/>
              <a:rect l="l" t="t" r="r" b="b"/>
              <a:pathLst>
                <a:path w="710" h="940" extrusionOk="0">
                  <a:moveTo>
                    <a:pt x="709" y="354"/>
                  </a:moveTo>
                  <a:lnTo>
                    <a:pt x="709" y="354"/>
                  </a:lnTo>
                  <a:cubicBezTo>
                    <a:pt x="709" y="158"/>
                    <a:pt x="551" y="0"/>
                    <a:pt x="355" y="0"/>
                  </a:cubicBezTo>
                  <a:lnTo>
                    <a:pt x="355" y="0"/>
                  </a:lnTo>
                  <a:cubicBezTo>
                    <a:pt x="159" y="0"/>
                    <a:pt x="0" y="158"/>
                    <a:pt x="0" y="354"/>
                  </a:cubicBezTo>
                  <a:lnTo>
                    <a:pt x="0" y="354"/>
                  </a:lnTo>
                  <a:cubicBezTo>
                    <a:pt x="0" y="497"/>
                    <a:pt x="84" y="620"/>
                    <a:pt x="206" y="676"/>
                  </a:cubicBezTo>
                  <a:lnTo>
                    <a:pt x="355" y="939"/>
                  </a:lnTo>
                  <a:lnTo>
                    <a:pt x="504" y="676"/>
                  </a:lnTo>
                  <a:lnTo>
                    <a:pt x="504" y="676"/>
                  </a:lnTo>
                  <a:cubicBezTo>
                    <a:pt x="626" y="620"/>
                    <a:pt x="709" y="497"/>
                    <a:pt x="709" y="354"/>
                  </a:cubicBezTo>
                </a:path>
              </a:pathLst>
            </a:custGeom>
            <a:solidFill>
              <a:schemeClr val="accent5"/>
            </a:solidFill>
            <a:ln>
              <a:noFill/>
            </a:ln>
          </p:spPr>
          <p:txBody>
            <a:bodyPr spcFirstLastPara="1" wrap="square" lIns="34300" tIns="17150" rIns="34300" bIns="17150" anchor="ctr" anchorCtr="0">
              <a:noAutofit/>
            </a:bodyPr>
            <a:lstStyle/>
            <a:p>
              <a:pPr marL="0" marR="0" lvl="0" indent="0" algn="l" rtl="0">
                <a:spcBef>
                  <a:spcPts val="0"/>
                </a:spcBef>
                <a:spcAft>
                  <a:spcPts val="0"/>
                </a:spcAft>
                <a:buNone/>
              </a:pPr>
              <a:endParaRPr sz="1000">
                <a:solidFill>
                  <a:schemeClr val="dk1"/>
                </a:solidFill>
                <a:latin typeface="+mj-lt"/>
                <a:ea typeface="Lato Light"/>
                <a:cs typeface="Lato Light"/>
                <a:sym typeface="Lato Light"/>
              </a:endParaRPr>
            </a:p>
          </p:txBody>
        </p:sp>
        <p:sp>
          <p:nvSpPr>
            <p:cNvPr id="171" name="Elipse 170">
              <a:extLst>
                <a:ext uri="{FF2B5EF4-FFF2-40B4-BE49-F238E27FC236}">
                  <a16:creationId xmlns:a16="http://schemas.microsoft.com/office/drawing/2014/main" id="{8C57F8E2-6569-9961-CB7C-23CC24AA570A}"/>
                </a:ext>
              </a:extLst>
            </p:cNvPr>
            <p:cNvSpPr/>
            <p:nvPr/>
          </p:nvSpPr>
          <p:spPr>
            <a:xfrm>
              <a:off x="2877699" y="3732115"/>
              <a:ext cx="184666" cy="184666"/>
            </a:xfrm>
            <a:prstGeom prst="ellipse">
              <a:avLst/>
            </a:prstGeom>
            <a:solidFill>
              <a:schemeClr val="bg1"/>
            </a:solidFill>
            <a:ln w="12700">
              <a:noFill/>
              <a:miter lim="400000"/>
            </a:ln>
            <a:effectLst/>
          </p:spPr>
          <p:txBody>
            <a:bodyPr lIns="108000" tIns="72000" rIns="108000" bIns="72000" rtlCol="0" anchor="ctr"/>
            <a:lstStyle/>
            <a:p>
              <a:pPr algn="l"/>
              <a:endParaRPr lang="pt-BR" sz="1000" err="1">
                <a:solidFill>
                  <a:schemeClr val="bg1"/>
                </a:solidFill>
                <a:latin typeface="+mj-lt"/>
              </a:endParaRPr>
            </a:p>
          </p:txBody>
        </p:sp>
      </p:grpSp>
      <p:grpSp>
        <p:nvGrpSpPr>
          <p:cNvPr id="172" name="Grupo 171">
            <a:extLst>
              <a:ext uri="{FF2B5EF4-FFF2-40B4-BE49-F238E27FC236}">
                <a16:creationId xmlns:a16="http://schemas.microsoft.com/office/drawing/2014/main" id="{E879ECB8-DF41-25AA-4DB5-C63B197D43CD}"/>
              </a:ext>
            </a:extLst>
          </p:cNvPr>
          <p:cNvGrpSpPr/>
          <p:nvPr/>
        </p:nvGrpSpPr>
        <p:grpSpPr>
          <a:xfrm>
            <a:off x="6939262" y="5840027"/>
            <a:ext cx="218027" cy="290702"/>
            <a:chOff x="2741433" y="3587788"/>
            <a:chExt cx="457199" cy="609599"/>
          </a:xfrm>
        </p:grpSpPr>
        <p:sp>
          <p:nvSpPr>
            <p:cNvPr id="173" name="Google Shape;993;p41">
              <a:extLst>
                <a:ext uri="{FF2B5EF4-FFF2-40B4-BE49-F238E27FC236}">
                  <a16:creationId xmlns:a16="http://schemas.microsoft.com/office/drawing/2014/main" id="{C8E0447D-661C-7A52-239E-B66A9B3791F3}"/>
                </a:ext>
              </a:extLst>
            </p:cNvPr>
            <p:cNvSpPr/>
            <p:nvPr/>
          </p:nvSpPr>
          <p:spPr>
            <a:xfrm>
              <a:off x="2741433" y="3587788"/>
              <a:ext cx="457199" cy="609599"/>
            </a:xfrm>
            <a:custGeom>
              <a:avLst/>
              <a:gdLst/>
              <a:ahLst/>
              <a:cxnLst/>
              <a:rect l="l" t="t" r="r" b="b"/>
              <a:pathLst>
                <a:path w="710" h="940" extrusionOk="0">
                  <a:moveTo>
                    <a:pt x="709" y="354"/>
                  </a:moveTo>
                  <a:lnTo>
                    <a:pt x="709" y="354"/>
                  </a:lnTo>
                  <a:cubicBezTo>
                    <a:pt x="709" y="158"/>
                    <a:pt x="551" y="0"/>
                    <a:pt x="355" y="0"/>
                  </a:cubicBezTo>
                  <a:lnTo>
                    <a:pt x="355" y="0"/>
                  </a:lnTo>
                  <a:cubicBezTo>
                    <a:pt x="159" y="0"/>
                    <a:pt x="0" y="158"/>
                    <a:pt x="0" y="354"/>
                  </a:cubicBezTo>
                  <a:lnTo>
                    <a:pt x="0" y="354"/>
                  </a:lnTo>
                  <a:cubicBezTo>
                    <a:pt x="0" y="497"/>
                    <a:pt x="84" y="620"/>
                    <a:pt x="206" y="676"/>
                  </a:cubicBezTo>
                  <a:lnTo>
                    <a:pt x="355" y="939"/>
                  </a:lnTo>
                  <a:lnTo>
                    <a:pt x="504" y="676"/>
                  </a:lnTo>
                  <a:lnTo>
                    <a:pt x="504" y="676"/>
                  </a:lnTo>
                  <a:cubicBezTo>
                    <a:pt x="626" y="620"/>
                    <a:pt x="709" y="497"/>
                    <a:pt x="709" y="354"/>
                  </a:cubicBezTo>
                </a:path>
              </a:pathLst>
            </a:custGeom>
            <a:solidFill>
              <a:schemeClr val="accent5"/>
            </a:solidFill>
            <a:ln>
              <a:noFill/>
            </a:ln>
          </p:spPr>
          <p:txBody>
            <a:bodyPr spcFirstLastPara="1" wrap="square" lIns="34300" tIns="17150" rIns="34300" bIns="17150" anchor="ctr" anchorCtr="0">
              <a:noAutofit/>
            </a:bodyPr>
            <a:lstStyle/>
            <a:p>
              <a:pPr marL="0" marR="0" lvl="0" indent="0" algn="l" rtl="0">
                <a:spcBef>
                  <a:spcPts val="0"/>
                </a:spcBef>
                <a:spcAft>
                  <a:spcPts val="0"/>
                </a:spcAft>
                <a:buNone/>
              </a:pPr>
              <a:endParaRPr sz="1000">
                <a:solidFill>
                  <a:schemeClr val="dk1"/>
                </a:solidFill>
                <a:latin typeface="+mj-lt"/>
                <a:ea typeface="Lato Light"/>
                <a:cs typeface="Lato Light"/>
                <a:sym typeface="Lato Light"/>
              </a:endParaRPr>
            </a:p>
          </p:txBody>
        </p:sp>
        <p:sp>
          <p:nvSpPr>
            <p:cNvPr id="174" name="Elipse 173">
              <a:extLst>
                <a:ext uri="{FF2B5EF4-FFF2-40B4-BE49-F238E27FC236}">
                  <a16:creationId xmlns:a16="http://schemas.microsoft.com/office/drawing/2014/main" id="{9A8C740A-D334-98B2-E51A-DD09AEF07342}"/>
                </a:ext>
              </a:extLst>
            </p:cNvPr>
            <p:cNvSpPr/>
            <p:nvPr/>
          </p:nvSpPr>
          <p:spPr>
            <a:xfrm>
              <a:off x="2877699" y="3732115"/>
              <a:ext cx="184666" cy="184666"/>
            </a:xfrm>
            <a:prstGeom prst="ellipse">
              <a:avLst/>
            </a:prstGeom>
            <a:solidFill>
              <a:schemeClr val="bg1"/>
            </a:solidFill>
            <a:ln w="12700">
              <a:noFill/>
              <a:miter lim="400000"/>
            </a:ln>
            <a:effectLst/>
          </p:spPr>
          <p:txBody>
            <a:bodyPr lIns="108000" tIns="72000" rIns="108000" bIns="72000" rtlCol="0" anchor="ctr"/>
            <a:lstStyle/>
            <a:p>
              <a:pPr algn="l"/>
              <a:endParaRPr lang="pt-BR" sz="1000" err="1">
                <a:solidFill>
                  <a:schemeClr val="bg1"/>
                </a:solidFill>
                <a:latin typeface="+mj-lt"/>
              </a:endParaRPr>
            </a:p>
          </p:txBody>
        </p:sp>
      </p:grpSp>
      <p:sp>
        <p:nvSpPr>
          <p:cNvPr id="113" name="Pentagon 3">
            <a:extLst>
              <a:ext uri="{FF2B5EF4-FFF2-40B4-BE49-F238E27FC236}">
                <a16:creationId xmlns:a16="http://schemas.microsoft.com/office/drawing/2014/main" id="{29447F43-B00B-2B08-51CD-64ECDE3A9144}"/>
              </a:ext>
            </a:extLst>
          </p:cNvPr>
          <p:cNvSpPr/>
          <p:nvPr/>
        </p:nvSpPr>
        <p:spPr>
          <a:xfrm>
            <a:off x="936725" y="4962645"/>
            <a:ext cx="3412298" cy="55399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nchorCtr="0">
            <a:spAutoFit/>
          </a:bodyPr>
          <a:lstStyle/>
          <a:p>
            <a:pPr marL="0" marR="0" lvl="0" indent="0" defTabSz="895350" eaLnBrk="1" fontAlgn="auto" latinLnBrk="0" hangingPunct="1">
              <a:lnSpc>
                <a:spcPct val="100000"/>
              </a:lnSpc>
              <a:spcBef>
                <a:spcPts val="300"/>
              </a:spcBef>
              <a:spcAft>
                <a:spcPts val="0"/>
              </a:spcAft>
              <a:buClr>
                <a:srgbClr val="020E66"/>
              </a:buClr>
              <a:buSzTx/>
              <a:buFontTx/>
              <a:buNone/>
              <a:tabLst/>
              <a:defRPr/>
            </a:pPr>
            <a:r>
              <a:rPr kumimoji="0" lang="pt-BR" sz="1200" u="none" strike="noStrike" kern="1200" cap="none" spc="0" normalizeH="0" baseline="0" noProof="0">
                <a:ln>
                  <a:noFill/>
                </a:ln>
                <a:solidFill>
                  <a:schemeClr val="tx2"/>
                </a:solidFill>
                <a:effectLst/>
                <a:uLnTx/>
                <a:uFillTx/>
                <a:latin typeface="+mj-lt"/>
                <a:ea typeface="ＭＳ Ｐゴシック" charset="0"/>
                <a:cs typeface="Arial" panose="020B0604020202020204" pitchFamily="34" charset="0"/>
              </a:rPr>
              <a:t>Expansão da capacidade produtiva do Complexo Minero-Industrial MV para 950.000t por ano de adubo fosfatado e calcário dolomítico.</a:t>
            </a:r>
          </a:p>
        </p:txBody>
      </p:sp>
      <p:sp>
        <p:nvSpPr>
          <p:cNvPr id="112" name="Pentagon 3">
            <a:extLst>
              <a:ext uri="{FF2B5EF4-FFF2-40B4-BE49-F238E27FC236}">
                <a16:creationId xmlns:a16="http://schemas.microsoft.com/office/drawing/2014/main" id="{94EDAD9F-1095-AA41-059E-22E3DE330EA4}"/>
              </a:ext>
            </a:extLst>
          </p:cNvPr>
          <p:cNvSpPr/>
          <p:nvPr/>
        </p:nvSpPr>
        <p:spPr>
          <a:xfrm>
            <a:off x="4096130" y="5782162"/>
            <a:ext cx="1797725" cy="55399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nchorCtr="0">
            <a:spAutoFit/>
          </a:bodyPr>
          <a:lstStyle/>
          <a:p>
            <a:pPr marL="0" marR="0" lvl="0" indent="0" algn="r" defTabSz="895350" eaLnBrk="1" fontAlgn="auto" latinLnBrk="0" hangingPunct="1">
              <a:lnSpc>
                <a:spcPct val="100000"/>
              </a:lnSpc>
              <a:spcBef>
                <a:spcPts val="300"/>
              </a:spcBef>
              <a:spcAft>
                <a:spcPts val="0"/>
              </a:spcAft>
              <a:buClr>
                <a:srgbClr val="020E66"/>
              </a:buClr>
              <a:buSzTx/>
              <a:buFontTx/>
              <a:buNone/>
              <a:tabLst/>
              <a:defRPr/>
            </a:pPr>
            <a:r>
              <a:rPr kumimoji="0" lang="pt-BR" sz="1200" u="none" strike="noStrike" kern="1200" cap="none" spc="0" normalizeH="0" baseline="0" noProof="0">
                <a:ln>
                  <a:noFill/>
                </a:ln>
                <a:solidFill>
                  <a:schemeClr val="tx2"/>
                </a:solidFill>
                <a:effectLst/>
                <a:uLnTx/>
                <a:uFillTx/>
                <a:latin typeface="+mj-lt"/>
                <a:ea typeface="ＭＳ Ｐゴシック" charset="0"/>
                <a:cs typeface="Arial" panose="020B0604020202020204" pitchFamily="34" charset="0"/>
              </a:rPr>
              <a:t>Início produção de potássio (100.000tpa) - Mina Santa Helena.</a:t>
            </a:r>
          </a:p>
        </p:txBody>
      </p:sp>
      <p:cxnSp>
        <p:nvCxnSpPr>
          <p:cNvPr id="5" name="Conector recto 4">
            <a:extLst>
              <a:ext uri="{FF2B5EF4-FFF2-40B4-BE49-F238E27FC236}">
                <a16:creationId xmlns:a16="http://schemas.microsoft.com/office/drawing/2014/main" id="{D97F64CE-E877-F87C-7102-ECE9EA4C8CC3}"/>
              </a:ext>
            </a:extLst>
          </p:cNvPr>
          <p:cNvCxnSpPr/>
          <p:nvPr/>
        </p:nvCxnSpPr>
        <p:spPr>
          <a:xfrm flipH="1">
            <a:off x="2838933" y="3157991"/>
            <a:ext cx="432551" cy="0"/>
          </a:xfrm>
          <a:prstGeom prst="line">
            <a:avLst/>
          </a:prstGeom>
          <a:ln w="19050">
            <a:solidFill>
              <a:schemeClr val="tx2"/>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6" name="Conector recto 5">
            <a:extLst>
              <a:ext uri="{FF2B5EF4-FFF2-40B4-BE49-F238E27FC236}">
                <a16:creationId xmlns:a16="http://schemas.microsoft.com/office/drawing/2014/main" id="{6B075F6E-5F27-AC3E-0287-4FE57470EC85}"/>
              </a:ext>
            </a:extLst>
          </p:cNvPr>
          <p:cNvCxnSpPr>
            <a:cxnSpLocks/>
          </p:cNvCxnSpPr>
          <p:nvPr/>
        </p:nvCxnSpPr>
        <p:spPr>
          <a:xfrm>
            <a:off x="3844931" y="1766295"/>
            <a:ext cx="236946" cy="0"/>
          </a:xfrm>
          <a:prstGeom prst="line">
            <a:avLst/>
          </a:prstGeom>
          <a:ln w="19050">
            <a:solidFill>
              <a:schemeClr val="tx2"/>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9" name="Conector recto 8">
            <a:extLst>
              <a:ext uri="{FF2B5EF4-FFF2-40B4-BE49-F238E27FC236}">
                <a16:creationId xmlns:a16="http://schemas.microsoft.com/office/drawing/2014/main" id="{C77C1B2E-2EE0-C1D0-B955-E3C4A7F0E9ED}"/>
              </a:ext>
            </a:extLst>
          </p:cNvPr>
          <p:cNvCxnSpPr>
            <a:cxnSpLocks/>
          </p:cNvCxnSpPr>
          <p:nvPr/>
        </p:nvCxnSpPr>
        <p:spPr>
          <a:xfrm flipV="1">
            <a:off x="4630401" y="2381666"/>
            <a:ext cx="158937" cy="2150"/>
          </a:xfrm>
          <a:prstGeom prst="line">
            <a:avLst/>
          </a:prstGeom>
          <a:ln w="19050">
            <a:solidFill>
              <a:schemeClr val="tx2"/>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12" name="Conector recto 11">
            <a:extLst>
              <a:ext uri="{FF2B5EF4-FFF2-40B4-BE49-F238E27FC236}">
                <a16:creationId xmlns:a16="http://schemas.microsoft.com/office/drawing/2014/main" id="{0CFE2C7F-BF10-AE61-F5FC-3C128F43C899}"/>
              </a:ext>
            </a:extLst>
          </p:cNvPr>
          <p:cNvCxnSpPr>
            <a:cxnSpLocks/>
          </p:cNvCxnSpPr>
          <p:nvPr/>
        </p:nvCxnSpPr>
        <p:spPr>
          <a:xfrm>
            <a:off x="1605514" y="1581893"/>
            <a:ext cx="0" cy="234698"/>
          </a:xfrm>
          <a:prstGeom prst="line">
            <a:avLst/>
          </a:prstGeom>
          <a:ln w="19050">
            <a:solidFill>
              <a:schemeClr val="tx2"/>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16" name="Conector recto 15">
            <a:extLst>
              <a:ext uri="{FF2B5EF4-FFF2-40B4-BE49-F238E27FC236}">
                <a16:creationId xmlns:a16="http://schemas.microsoft.com/office/drawing/2014/main" id="{B93B2069-F0BD-171A-151D-2592892D3EF7}"/>
              </a:ext>
            </a:extLst>
          </p:cNvPr>
          <p:cNvCxnSpPr>
            <a:cxnSpLocks/>
          </p:cNvCxnSpPr>
          <p:nvPr/>
        </p:nvCxnSpPr>
        <p:spPr>
          <a:xfrm>
            <a:off x="7058775" y="3956130"/>
            <a:ext cx="224130" cy="0"/>
          </a:xfrm>
          <a:prstGeom prst="line">
            <a:avLst/>
          </a:prstGeom>
          <a:ln w="19050">
            <a:solidFill>
              <a:schemeClr val="accent5"/>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18" name="Conector recto 17">
            <a:extLst>
              <a:ext uri="{FF2B5EF4-FFF2-40B4-BE49-F238E27FC236}">
                <a16:creationId xmlns:a16="http://schemas.microsoft.com/office/drawing/2014/main" id="{1D225468-B5E5-3F5F-E8AF-9A77513F0AE1}"/>
              </a:ext>
            </a:extLst>
          </p:cNvPr>
          <p:cNvCxnSpPr>
            <a:cxnSpLocks/>
            <a:stCxn id="171" idx="5"/>
            <a:endCxn id="113" idx="3"/>
          </p:cNvCxnSpPr>
          <p:nvPr/>
        </p:nvCxnSpPr>
        <p:spPr>
          <a:xfrm flipH="1" flipV="1">
            <a:off x="4349023" y="5239644"/>
            <a:ext cx="1245926" cy="4158"/>
          </a:xfrm>
          <a:prstGeom prst="line">
            <a:avLst/>
          </a:prstGeom>
          <a:ln w="19050">
            <a:solidFill>
              <a:schemeClr val="accent5"/>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19" name="Conector recto 18">
            <a:extLst>
              <a:ext uri="{FF2B5EF4-FFF2-40B4-BE49-F238E27FC236}">
                <a16:creationId xmlns:a16="http://schemas.microsoft.com/office/drawing/2014/main" id="{A5CCFE90-FF35-C3D4-1F14-77974218A8C0}"/>
              </a:ext>
            </a:extLst>
          </p:cNvPr>
          <p:cNvCxnSpPr>
            <a:cxnSpLocks/>
          </p:cNvCxnSpPr>
          <p:nvPr/>
        </p:nvCxnSpPr>
        <p:spPr>
          <a:xfrm flipH="1">
            <a:off x="6437268" y="6046958"/>
            <a:ext cx="566976" cy="0"/>
          </a:xfrm>
          <a:prstGeom prst="line">
            <a:avLst/>
          </a:prstGeom>
          <a:ln w="19050">
            <a:solidFill>
              <a:schemeClr val="accent5"/>
            </a:solidFill>
            <a:prstDash val="sysDot"/>
            <a:tailEnd type="oval"/>
          </a:ln>
        </p:spPr>
        <p:style>
          <a:lnRef idx="1">
            <a:schemeClr val="accent1"/>
          </a:lnRef>
          <a:fillRef idx="0">
            <a:schemeClr val="accent1"/>
          </a:fillRef>
          <a:effectRef idx="0">
            <a:schemeClr val="accent1"/>
          </a:effectRef>
          <a:fontRef idx="minor">
            <a:schemeClr val="tx1"/>
          </a:fontRef>
        </p:style>
      </p:cxnSp>
      <p:pic>
        <p:nvPicPr>
          <p:cNvPr id="1026" name="Picture 2" descr="Bandeira da linha de chegada - ícones de esportes grátis">
            <a:extLst>
              <a:ext uri="{FF2B5EF4-FFF2-40B4-BE49-F238E27FC236}">
                <a16:creationId xmlns:a16="http://schemas.microsoft.com/office/drawing/2014/main" id="{2FB13860-1368-0FF2-B6B3-75DA9E6060BB}"/>
              </a:ext>
            </a:extLst>
          </p:cNvPr>
          <p:cNvPicPr>
            <a:picLocks noChangeAspect="1" noChangeArrowheads="1"/>
          </p:cNvPicPr>
          <p:nvPr/>
        </p:nvPicPr>
        <p:blipFill>
          <a:blip r:embed="rId6" cstate="email">
            <a:duotone>
              <a:schemeClr val="accent3">
                <a:shade val="45000"/>
                <a:satMod val="135000"/>
              </a:schemeClr>
              <a:prstClr val="white"/>
            </a:duotone>
            <a:alphaModFix amt="20000"/>
            <a:extLst>
              <a:ext uri="{28A0092B-C50C-407E-A947-70E740481C1C}">
                <a14:useLocalDpi xmlns:a14="http://schemas.microsoft.com/office/drawing/2010/main"/>
              </a:ext>
            </a:extLst>
          </a:blip>
          <a:srcRect/>
          <a:stretch>
            <a:fillRect/>
          </a:stretch>
        </p:blipFill>
        <p:spPr bwMode="auto">
          <a:xfrm>
            <a:off x="11267123" y="5550486"/>
            <a:ext cx="762115" cy="762115"/>
          </a:xfrm>
          <a:prstGeom prst="rect">
            <a:avLst/>
          </a:prstGeom>
          <a:noFill/>
          <a:extLst>
            <a:ext uri="{909E8E84-426E-40DD-AFC4-6F175D3DCCD1}">
              <a14:hiddenFill xmlns:a14="http://schemas.microsoft.com/office/drawing/2010/main">
                <a:solidFill>
                  <a:srgbClr val="FFFFFF"/>
                </a:solidFill>
              </a14:hiddenFill>
            </a:ext>
          </a:extLst>
        </p:spPr>
      </p:pic>
      <p:grpSp>
        <p:nvGrpSpPr>
          <p:cNvPr id="2" name="Group 126">
            <a:extLst>
              <a:ext uri="{FF2B5EF4-FFF2-40B4-BE49-F238E27FC236}">
                <a16:creationId xmlns:a16="http://schemas.microsoft.com/office/drawing/2014/main" id="{6155529B-374B-43DB-56B1-035B041ADC34}"/>
              </a:ext>
            </a:extLst>
          </p:cNvPr>
          <p:cNvGrpSpPr/>
          <p:nvPr/>
        </p:nvGrpSpPr>
        <p:grpSpPr>
          <a:xfrm>
            <a:off x="10678401" y="628364"/>
            <a:ext cx="1286058" cy="212366"/>
            <a:chOff x="7668610" y="859795"/>
            <a:chExt cx="1286058" cy="212366"/>
          </a:xfrm>
        </p:grpSpPr>
        <p:sp>
          <p:nvSpPr>
            <p:cNvPr id="10" name="StickerRectangle">
              <a:extLst>
                <a:ext uri="{FF2B5EF4-FFF2-40B4-BE49-F238E27FC236}">
                  <a16:creationId xmlns:a16="http://schemas.microsoft.com/office/drawing/2014/main" id="{F12F560F-689B-24EB-858F-CD886D89500B}"/>
                </a:ext>
              </a:extLst>
            </p:cNvPr>
            <p:cNvSpPr>
              <a:spLocks noChangeArrowheads="1"/>
            </p:cNvSpPr>
            <p:nvPr/>
          </p:nvSpPr>
          <p:spPr bwMode="auto">
            <a:xfrm>
              <a:off x="7668610" y="859795"/>
              <a:ext cx="1286058" cy="212366"/>
            </a:xfrm>
            <a:prstGeom prst="leftRightArrow">
              <a:avLst>
                <a:gd name="adj1" fmla="val 100000"/>
                <a:gd name="adj2" fmla="val 0"/>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27432" tIns="0" rIns="0" bIns="27432">
              <a:spAutoFit/>
            </a:bodyPr>
            <a:lstStyle/>
            <a:p>
              <a:pPr algn="r" defTabSz="895350">
                <a:buClr>
                  <a:schemeClr val="tx2"/>
                </a:buClr>
              </a:pPr>
              <a:r>
                <a:rPr lang="pt-BR" sz="1200">
                  <a:solidFill>
                    <a:schemeClr val="accent6"/>
                  </a:solidFill>
                </a:rPr>
                <a:t>NÃO EXAUSTIVO</a:t>
              </a:r>
            </a:p>
          </p:txBody>
        </p:sp>
        <p:cxnSp>
          <p:nvCxnSpPr>
            <p:cNvPr id="11" name="AutoShape 31">
              <a:extLst>
                <a:ext uri="{FF2B5EF4-FFF2-40B4-BE49-F238E27FC236}">
                  <a16:creationId xmlns:a16="http://schemas.microsoft.com/office/drawing/2014/main" id="{F69C3DF1-5C2C-4B06-EF4D-59A881B5195A}"/>
                </a:ext>
              </a:extLst>
            </p:cNvPr>
            <p:cNvCxnSpPr>
              <a:cxnSpLocks noChangeShapeType="1"/>
              <a:stCxn id="10" idx="2"/>
              <a:endCxn id="10" idx="4"/>
            </p:cNvCxnSpPr>
            <p:nvPr/>
          </p:nvCxnSpPr>
          <p:spPr bwMode="auto">
            <a:xfrm>
              <a:off x="7668610" y="859795"/>
              <a:ext cx="0" cy="212366"/>
            </a:xfrm>
            <a:prstGeom prst="straightConnector1">
              <a:avLst/>
            </a:prstGeom>
            <a:noFill/>
            <a:ln w="9525">
              <a:solidFill>
                <a:schemeClr val="bg1">
                  <a:lumMod val="65000"/>
                </a:schemeClr>
              </a:solidFill>
              <a:round/>
              <a:headEnd/>
              <a:tailEnd/>
            </a:ln>
            <a:extLst>
              <a:ext uri="{909E8E84-426E-40dd-AFC4-6F175D3DCCD1}">
                <a14:hiddenFill xmlns:a14="http://schemas.microsoft.com/office/drawing/2010/main" xmlns="">
                  <a:noFill/>
                </a14:hiddenFill>
              </a:ext>
            </a:extLst>
          </p:spPr>
        </p:cxnSp>
        <p:cxnSp>
          <p:nvCxnSpPr>
            <p:cNvPr id="13" name="AutoShape 32">
              <a:extLst>
                <a:ext uri="{FF2B5EF4-FFF2-40B4-BE49-F238E27FC236}">
                  <a16:creationId xmlns:a16="http://schemas.microsoft.com/office/drawing/2014/main" id="{7CDACA04-6C4C-757A-EF86-C466D3B6EDEA}"/>
                </a:ext>
              </a:extLst>
            </p:cNvPr>
            <p:cNvCxnSpPr>
              <a:cxnSpLocks noChangeShapeType="1"/>
              <a:stCxn id="10" idx="4"/>
              <a:endCxn id="10" idx="6"/>
            </p:cNvCxnSpPr>
            <p:nvPr/>
          </p:nvCxnSpPr>
          <p:spPr bwMode="auto">
            <a:xfrm>
              <a:off x="7668610" y="1072161"/>
              <a:ext cx="1286058" cy="0"/>
            </a:xfrm>
            <a:prstGeom prst="straightConnector1">
              <a:avLst/>
            </a:prstGeom>
            <a:noFill/>
            <a:ln w="25400">
              <a:solidFill>
                <a:schemeClr val="bg1">
                  <a:lumMod val="65000"/>
                </a:schemeClr>
              </a:solidFill>
              <a:round/>
              <a:headEnd/>
              <a:tailEnd/>
            </a:ln>
            <a:extLst>
              <a:ext uri="{909E8E84-426E-40dd-AFC4-6F175D3DCCD1}">
                <a14:hiddenFill xmlns:a14="http://schemas.microsoft.com/office/drawing/2010/main" xmlns="">
                  <a:noFill/>
                </a14:hiddenFill>
              </a:ext>
            </a:extLst>
          </p:spPr>
        </p:cxnSp>
      </p:grpSp>
      <p:grpSp>
        <p:nvGrpSpPr>
          <p:cNvPr id="46" name="Grupo 73">
            <a:extLst>
              <a:ext uri="{FF2B5EF4-FFF2-40B4-BE49-F238E27FC236}">
                <a16:creationId xmlns:a16="http://schemas.microsoft.com/office/drawing/2014/main" id="{452B4139-BEB0-3BA9-A66C-B3F1BF06CF32}"/>
              </a:ext>
            </a:extLst>
          </p:cNvPr>
          <p:cNvGrpSpPr/>
          <p:nvPr/>
        </p:nvGrpSpPr>
        <p:grpSpPr>
          <a:xfrm>
            <a:off x="8706674" y="5566153"/>
            <a:ext cx="408128" cy="419812"/>
            <a:chOff x="346862" y="1013844"/>
            <a:chExt cx="408128" cy="419812"/>
          </a:xfrm>
          <a:solidFill>
            <a:schemeClr val="bg1"/>
          </a:solidFill>
        </p:grpSpPr>
        <p:sp>
          <p:nvSpPr>
            <p:cNvPr id="47" name="Elipse 98">
              <a:extLst>
                <a:ext uri="{FF2B5EF4-FFF2-40B4-BE49-F238E27FC236}">
                  <a16:creationId xmlns:a16="http://schemas.microsoft.com/office/drawing/2014/main" id="{29FF0051-DA8E-4684-06A0-51682995E588}"/>
                </a:ext>
              </a:extLst>
            </p:cNvPr>
            <p:cNvSpPr/>
            <p:nvPr/>
          </p:nvSpPr>
          <p:spPr>
            <a:xfrm>
              <a:off x="346862" y="1397656"/>
              <a:ext cx="72000" cy="36000"/>
            </a:xfrm>
            <a:prstGeom prst="ellipse">
              <a:avLst/>
            </a:prstGeom>
            <a:grpFill/>
            <a:ln w="12700">
              <a:solidFill>
                <a:schemeClr val="tx1"/>
              </a:solidFill>
              <a:miter lim="400000"/>
            </a:ln>
            <a:effectLst/>
          </p:spPr>
          <p:txBody>
            <a:bodyPr lIns="108000" tIns="72000" rIns="108000" bIns="72000" rtlCol="0" anchor="ctr"/>
            <a:lstStyle/>
            <a:p>
              <a:pPr algn="l"/>
              <a:endParaRPr lang="pt-BR" sz="1600" err="1">
                <a:solidFill>
                  <a:schemeClr val="bg1"/>
                </a:solidFill>
                <a:latin typeface="+mj-lt"/>
              </a:endParaRPr>
            </a:p>
          </p:txBody>
        </p:sp>
        <p:grpSp>
          <p:nvGrpSpPr>
            <p:cNvPr id="48" name="Grupo 99">
              <a:extLst>
                <a:ext uri="{FF2B5EF4-FFF2-40B4-BE49-F238E27FC236}">
                  <a16:creationId xmlns:a16="http://schemas.microsoft.com/office/drawing/2014/main" id="{16F9C9AA-44AE-0FBA-3CE0-133367AE3454}"/>
                </a:ext>
              </a:extLst>
            </p:cNvPr>
            <p:cNvGrpSpPr/>
            <p:nvPr/>
          </p:nvGrpSpPr>
          <p:grpSpPr>
            <a:xfrm>
              <a:off x="374635" y="1013844"/>
              <a:ext cx="380355" cy="406314"/>
              <a:chOff x="9862619" y="1904596"/>
              <a:chExt cx="476279" cy="508785"/>
            </a:xfrm>
            <a:grpFill/>
          </p:grpSpPr>
          <p:sp>
            <p:nvSpPr>
              <p:cNvPr id="49" name="Google Shape;910;p39">
                <a:extLst>
                  <a:ext uri="{FF2B5EF4-FFF2-40B4-BE49-F238E27FC236}">
                    <a16:creationId xmlns:a16="http://schemas.microsoft.com/office/drawing/2014/main" id="{AE9E1512-6356-5511-A441-B0D7BF7A3259}"/>
                  </a:ext>
                </a:extLst>
              </p:cNvPr>
              <p:cNvSpPr/>
              <p:nvPr/>
            </p:nvSpPr>
            <p:spPr>
              <a:xfrm>
                <a:off x="9895915" y="1914896"/>
                <a:ext cx="442983" cy="292499"/>
              </a:xfrm>
              <a:custGeom>
                <a:avLst/>
                <a:gdLst/>
                <a:ahLst/>
                <a:cxnLst/>
                <a:rect l="l" t="t" r="r" b="b"/>
                <a:pathLst>
                  <a:path w="947" h="626" extrusionOk="0">
                    <a:moveTo>
                      <a:pt x="946" y="625"/>
                    </a:moveTo>
                    <a:lnTo>
                      <a:pt x="0" y="625"/>
                    </a:lnTo>
                    <a:lnTo>
                      <a:pt x="0" y="0"/>
                    </a:lnTo>
                    <a:lnTo>
                      <a:pt x="946" y="0"/>
                    </a:lnTo>
                    <a:lnTo>
                      <a:pt x="761" y="313"/>
                    </a:lnTo>
                    <a:lnTo>
                      <a:pt x="946" y="625"/>
                    </a:lnTo>
                  </a:path>
                </a:pathLst>
              </a:custGeom>
              <a:grpFill/>
              <a:ln>
                <a:solidFill>
                  <a:schemeClr val="tx1"/>
                </a:solidFill>
              </a:ln>
            </p:spPr>
            <p:txBody>
              <a:bodyPr spcFirstLastPara="1" wrap="square" lIns="34300" tIns="17150" rIns="34300" bIns="17150" anchor="ctr" anchorCtr="0">
                <a:noAutofit/>
              </a:bodyPr>
              <a:lstStyle/>
              <a:p>
                <a:pPr marL="0" lvl="0" indent="0" algn="l" rtl="0">
                  <a:spcBef>
                    <a:spcPts val="0"/>
                  </a:spcBef>
                  <a:spcAft>
                    <a:spcPts val="0"/>
                  </a:spcAft>
                  <a:buClr>
                    <a:schemeClr val="dk1"/>
                  </a:buClr>
                  <a:buFont typeface="Arial"/>
                  <a:buNone/>
                </a:pPr>
                <a:endParaRPr sz="1600">
                  <a:solidFill>
                    <a:schemeClr val="dk1"/>
                  </a:solidFill>
                  <a:latin typeface="+mj-lt"/>
                  <a:ea typeface="Lato Light"/>
                  <a:cs typeface="Lato Light"/>
                  <a:sym typeface="Lato Light"/>
                </a:endParaRPr>
              </a:p>
            </p:txBody>
          </p:sp>
          <p:sp>
            <p:nvSpPr>
              <p:cNvPr id="50" name="Google Shape;911;p39">
                <a:extLst>
                  <a:ext uri="{FF2B5EF4-FFF2-40B4-BE49-F238E27FC236}">
                    <a16:creationId xmlns:a16="http://schemas.microsoft.com/office/drawing/2014/main" id="{C060FB36-C41F-D0F8-BBA9-0C5202F7544F}"/>
                  </a:ext>
                </a:extLst>
              </p:cNvPr>
              <p:cNvSpPr/>
              <p:nvPr/>
            </p:nvSpPr>
            <p:spPr>
              <a:xfrm>
                <a:off x="9862619" y="1904596"/>
                <a:ext cx="20604" cy="508785"/>
              </a:xfrm>
              <a:custGeom>
                <a:avLst/>
                <a:gdLst/>
                <a:ahLst/>
                <a:cxnLst/>
                <a:rect l="l" t="t" r="r" b="b"/>
                <a:pathLst>
                  <a:path w="43" h="1091" extrusionOk="0">
                    <a:moveTo>
                      <a:pt x="11" y="0"/>
                    </a:moveTo>
                    <a:lnTo>
                      <a:pt x="31" y="0"/>
                    </a:lnTo>
                    <a:lnTo>
                      <a:pt x="31" y="0"/>
                    </a:lnTo>
                    <a:cubicBezTo>
                      <a:pt x="37" y="0"/>
                      <a:pt x="42" y="6"/>
                      <a:pt x="42" y="12"/>
                    </a:cubicBezTo>
                    <a:lnTo>
                      <a:pt x="42" y="1078"/>
                    </a:lnTo>
                    <a:lnTo>
                      <a:pt x="42" y="1078"/>
                    </a:lnTo>
                    <a:cubicBezTo>
                      <a:pt x="42" y="1085"/>
                      <a:pt x="37" y="1090"/>
                      <a:pt x="31" y="1090"/>
                    </a:cubicBezTo>
                    <a:lnTo>
                      <a:pt x="11" y="1090"/>
                    </a:lnTo>
                    <a:lnTo>
                      <a:pt x="11" y="1090"/>
                    </a:lnTo>
                    <a:cubicBezTo>
                      <a:pt x="5" y="1090"/>
                      <a:pt x="0" y="1085"/>
                      <a:pt x="0" y="1078"/>
                    </a:cubicBezTo>
                    <a:lnTo>
                      <a:pt x="0" y="12"/>
                    </a:lnTo>
                    <a:lnTo>
                      <a:pt x="0" y="12"/>
                    </a:lnTo>
                    <a:cubicBezTo>
                      <a:pt x="0" y="6"/>
                      <a:pt x="5" y="0"/>
                      <a:pt x="11" y="0"/>
                    </a:cubicBezTo>
                  </a:path>
                </a:pathLst>
              </a:custGeom>
              <a:grpFill/>
              <a:ln>
                <a:solidFill>
                  <a:schemeClr val="tx1"/>
                </a:solidFill>
              </a:ln>
            </p:spPr>
            <p:txBody>
              <a:bodyPr spcFirstLastPara="1" wrap="square" lIns="34300" tIns="17150" rIns="34300" bIns="17150" anchor="ctr" anchorCtr="0">
                <a:noAutofit/>
              </a:bodyPr>
              <a:lstStyle/>
              <a:p>
                <a:pPr marL="0" marR="0" lvl="0" indent="0" algn="l" rtl="0">
                  <a:spcBef>
                    <a:spcPts val="0"/>
                  </a:spcBef>
                  <a:spcAft>
                    <a:spcPts val="0"/>
                  </a:spcAft>
                  <a:buNone/>
                </a:pPr>
                <a:endParaRPr sz="1600">
                  <a:solidFill>
                    <a:schemeClr val="dk1"/>
                  </a:solidFill>
                  <a:latin typeface="+mj-lt"/>
                  <a:ea typeface="Lato Light"/>
                  <a:cs typeface="Lato Light"/>
                  <a:sym typeface="Lato Light"/>
                </a:endParaRPr>
              </a:p>
            </p:txBody>
          </p:sp>
        </p:grpSp>
      </p:grpSp>
      <p:sp>
        <p:nvSpPr>
          <p:cNvPr id="72" name="CuadroTexto 129">
            <a:extLst>
              <a:ext uri="{FF2B5EF4-FFF2-40B4-BE49-F238E27FC236}">
                <a16:creationId xmlns:a16="http://schemas.microsoft.com/office/drawing/2014/main" id="{979A57F4-EDA1-E124-BF25-49759813699F}"/>
              </a:ext>
            </a:extLst>
          </p:cNvPr>
          <p:cNvSpPr txBox="1"/>
          <p:nvPr/>
        </p:nvSpPr>
        <p:spPr bwMode="auto">
          <a:xfrm>
            <a:off x="9157948" y="5551247"/>
            <a:ext cx="455253" cy="246221"/>
          </a:xfrm>
          <a:prstGeom prst="rect">
            <a:avLst/>
          </a:prstGeom>
          <a:noFill/>
          <a:ln w="9525">
            <a:noFill/>
            <a:miter lim="800000"/>
            <a:headEnd/>
            <a:tailEnd/>
          </a:ln>
        </p:spPr>
        <p:txBody>
          <a:bodyPr vert="horz" wrap="none" lIns="0" tIns="0" rIns="0" bIns="0" numCol="1" rtlCol="0" anchor="ctr" anchorCtr="0" compatLnSpc="1">
            <a:prstTxWarp prst="textNoShape">
              <a:avLst/>
            </a:prstTxWarp>
            <a:spAutoFit/>
          </a:bodyPr>
          <a:lstStyle/>
          <a:p>
            <a:pPr algn="ctr">
              <a:spcBef>
                <a:spcPts val="0"/>
              </a:spcBef>
              <a:spcAft>
                <a:spcPts val="600"/>
              </a:spcAft>
            </a:pPr>
            <a:r>
              <a:rPr lang="pt-BR" sz="1600" b="1" kern="0">
                <a:latin typeface="+mj-lt"/>
              </a:rPr>
              <a:t>2023</a:t>
            </a:r>
          </a:p>
        </p:txBody>
      </p:sp>
      <p:sp>
        <p:nvSpPr>
          <p:cNvPr id="76" name="Pentagon 3">
            <a:extLst>
              <a:ext uri="{FF2B5EF4-FFF2-40B4-BE49-F238E27FC236}">
                <a16:creationId xmlns:a16="http://schemas.microsoft.com/office/drawing/2014/main" id="{F02B602A-3004-3E09-45A6-E3AE79946BED}"/>
              </a:ext>
            </a:extLst>
          </p:cNvPr>
          <p:cNvSpPr/>
          <p:nvPr/>
        </p:nvSpPr>
        <p:spPr>
          <a:xfrm>
            <a:off x="9261849" y="3675615"/>
            <a:ext cx="2040369" cy="92333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nchorCtr="0">
            <a:spAutoFit/>
          </a:bodyPr>
          <a:lstStyle/>
          <a:p>
            <a:pPr marL="0" marR="0" lvl="0" indent="0" algn="l" defTabSz="895350" eaLnBrk="1" fontAlgn="auto" latinLnBrk="0" hangingPunct="1">
              <a:lnSpc>
                <a:spcPct val="100000"/>
              </a:lnSpc>
              <a:spcBef>
                <a:spcPts val="300"/>
              </a:spcBef>
              <a:spcAft>
                <a:spcPts val="0"/>
              </a:spcAft>
              <a:buClr>
                <a:srgbClr val="020E66"/>
              </a:buClr>
              <a:buSzTx/>
              <a:buFontTx/>
              <a:buNone/>
              <a:tabLst/>
              <a:defRPr/>
            </a:pPr>
            <a:r>
              <a:rPr kumimoji="0" lang="pt-BR" sz="1200" b="1" u="none" strike="noStrike" kern="1200" cap="none" spc="0" normalizeH="0" baseline="0" noProof="0">
                <a:ln>
                  <a:noFill/>
                </a:ln>
                <a:solidFill>
                  <a:schemeClr val="tx2"/>
                </a:solidFill>
                <a:effectLst/>
                <a:uLnTx/>
                <a:uFillTx/>
                <a:latin typeface="+mj-lt"/>
                <a:ea typeface="ＭＳ Ｐゴシック" charset="0"/>
                <a:cs typeface="Arial" panose="020B0604020202020204" pitchFamily="34" charset="0"/>
              </a:rPr>
              <a:t>Compra do controle da Morro Verde pela Ore Investments¹, gestora de </a:t>
            </a:r>
            <a:r>
              <a:rPr kumimoji="0" lang="pt-BR" sz="1200" b="1" i="1" u="none" strike="noStrike" kern="1200" cap="none" spc="0" normalizeH="0" baseline="0" noProof="0" err="1">
                <a:ln>
                  <a:noFill/>
                </a:ln>
                <a:solidFill>
                  <a:schemeClr val="tx2"/>
                </a:solidFill>
                <a:effectLst/>
                <a:uLnTx/>
                <a:uFillTx/>
                <a:latin typeface="+mj-lt"/>
                <a:ea typeface="ＭＳ Ｐゴシック" charset="0"/>
                <a:cs typeface="Arial" panose="020B0604020202020204" pitchFamily="34" charset="0"/>
              </a:rPr>
              <a:t>private</a:t>
            </a:r>
            <a:r>
              <a:rPr kumimoji="0" lang="pt-BR" sz="1200" b="1" i="1" u="none" strike="noStrike" kern="1200" cap="none" spc="0" normalizeH="0" baseline="0" noProof="0">
                <a:ln>
                  <a:noFill/>
                </a:ln>
                <a:solidFill>
                  <a:schemeClr val="tx2"/>
                </a:solidFill>
                <a:effectLst/>
                <a:uLnTx/>
                <a:uFillTx/>
                <a:latin typeface="+mj-lt"/>
                <a:ea typeface="ＭＳ Ｐゴシック" charset="0"/>
                <a:cs typeface="Arial" panose="020B0604020202020204" pitchFamily="34" charset="0"/>
              </a:rPr>
              <a:t> </a:t>
            </a:r>
            <a:r>
              <a:rPr kumimoji="0" lang="pt-BR" sz="1200" b="1" i="1" u="none" strike="noStrike" kern="1200" cap="none" spc="0" normalizeH="0" baseline="0" noProof="0" err="1">
                <a:ln>
                  <a:noFill/>
                </a:ln>
                <a:solidFill>
                  <a:schemeClr val="tx2"/>
                </a:solidFill>
                <a:effectLst/>
                <a:uLnTx/>
                <a:uFillTx/>
                <a:latin typeface="+mj-lt"/>
                <a:ea typeface="ＭＳ Ｐゴシック" charset="0"/>
                <a:cs typeface="Arial" panose="020B0604020202020204" pitchFamily="34" charset="0"/>
              </a:rPr>
              <a:t>equity</a:t>
            </a:r>
            <a:r>
              <a:rPr kumimoji="0" lang="pt-BR" sz="1200" b="1" i="1" u="none" strike="noStrike" kern="1200" cap="none" spc="0" normalizeH="0" baseline="0" noProof="0">
                <a:ln>
                  <a:noFill/>
                </a:ln>
                <a:solidFill>
                  <a:schemeClr val="tx2"/>
                </a:solidFill>
                <a:effectLst/>
                <a:uLnTx/>
                <a:uFillTx/>
                <a:latin typeface="+mj-lt"/>
                <a:ea typeface="ＭＳ Ｐゴシック" charset="0"/>
                <a:cs typeface="Arial" panose="020B0604020202020204" pitchFamily="34" charset="0"/>
              </a:rPr>
              <a:t> </a:t>
            </a:r>
            <a:r>
              <a:rPr kumimoji="0" lang="pt-BR" sz="1200" b="1" u="none" strike="noStrike" kern="1200" cap="none" spc="0" normalizeH="0" baseline="0" noProof="0">
                <a:ln>
                  <a:noFill/>
                </a:ln>
                <a:solidFill>
                  <a:schemeClr val="tx2"/>
                </a:solidFill>
                <a:effectLst/>
                <a:uLnTx/>
                <a:uFillTx/>
                <a:latin typeface="+mj-lt"/>
                <a:ea typeface="ＭＳ Ｐゴシック" charset="0"/>
                <a:cs typeface="Arial" panose="020B0604020202020204" pitchFamily="34" charset="0"/>
              </a:rPr>
              <a:t>focada em mineração</a:t>
            </a:r>
          </a:p>
        </p:txBody>
      </p:sp>
      <p:grpSp>
        <p:nvGrpSpPr>
          <p:cNvPr id="77" name="Grupo 151">
            <a:extLst>
              <a:ext uri="{FF2B5EF4-FFF2-40B4-BE49-F238E27FC236}">
                <a16:creationId xmlns:a16="http://schemas.microsoft.com/office/drawing/2014/main" id="{7313DA92-5A45-21A9-5A47-B12BCA913BE8}"/>
              </a:ext>
            </a:extLst>
          </p:cNvPr>
          <p:cNvGrpSpPr/>
          <p:nvPr/>
        </p:nvGrpSpPr>
        <p:grpSpPr>
          <a:xfrm>
            <a:off x="9796645" y="6028284"/>
            <a:ext cx="218027" cy="290702"/>
            <a:chOff x="2741433" y="3587788"/>
            <a:chExt cx="457199" cy="609599"/>
          </a:xfrm>
        </p:grpSpPr>
        <p:sp>
          <p:nvSpPr>
            <p:cNvPr id="78" name="Google Shape;993;p41">
              <a:extLst>
                <a:ext uri="{FF2B5EF4-FFF2-40B4-BE49-F238E27FC236}">
                  <a16:creationId xmlns:a16="http://schemas.microsoft.com/office/drawing/2014/main" id="{6A163EFA-4853-5280-BF9B-D88B602769F4}"/>
                </a:ext>
              </a:extLst>
            </p:cNvPr>
            <p:cNvSpPr/>
            <p:nvPr/>
          </p:nvSpPr>
          <p:spPr>
            <a:xfrm>
              <a:off x="2741433" y="3587788"/>
              <a:ext cx="457199" cy="609599"/>
            </a:xfrm>
            <a:custGeom>
              <a:avLst/>
              <a:gdLst/>
              <a:ahLst/>
              <a:cxnLst/>
              <a:rect l="l" t="t" r="r" b="b"/>
              <a:pathLst>
                <a:path w="710" h="940" extrusionOk="0">
                  <a:moveTo>
                    <a:pt x="709" y="354"/>
                  </a:moveTo>
                  <a:lnTo>
                    <a:pt x="709" y="354"/>
                  </a:lnTo>
                  <a:cubicBezTo>
                    <a:pt x="709" y="158"/>
                    <a:pt x="551" y="0"/>
                    <a:pt x="355" y="0"/>
                  </a:cubicBezTo>
                  <a:lnTo>
                    <a:pt x="355" y="0"/>
                  </a:lnTo>
                  <a:cubicBezTo>
                    <a:pt x="159" y="0"/>
                    <a:pt x="0" y="158"/>
                    <a:pt x="0" y="354"/>
                  </a:cubicBezTo>
                  <a:lnTo>
                    <a:pt x="0" y="354"/>
                  </a:lnTo>
                  <a:cubicBezTo>
                    <a:pt x="0" y="497"/>
                    <a:pt x="84" y="620"/>
                    <a:pt x="206" y="676"/>
                  </a:cubicBezTo>
                  <a:lnTo>
                    <a:pt x="355" y="939"/>
                  </a:lnTo>
                  <a:lnTo>
                    <a:pt x="504" y="676"/>
                  </a:lnTo>
                  <a:lnTo>
                    <a:pt x="504" y="676"/>
                  </a:lnTo>
                  <a:cubicBezTo>
                    <a:pt x="626" y="620"/>
                    <a:pt x="709" y="497"/>
                    <a:pt x="709" y="354"/>
                  </a:cubicBezTo>
                </a:path>
              </a:pathLst>
            </a:custGeom>
            <a:solidFill>
              <a:schemeClr val="tx2"/>
            </a:solidFill>
            <a:ln>
              <a:noFill/>
            </a:ln>
          </p:spPr>
          <p:txBody>
            <a:bodyPr spcFirstLastPara="1" wrap="square" lIns="34300" tIns="17150" rIns="34300" bIns="17150" anchor="ctr" anchorCtr="0">
              <a:noAutofit/>
            </a:bodyPr>
            <a:lstStyle/>
            <a:p>
              <a:pPr marL="0" marR="0" lvl="0" indent="0" algn="l" rtl="0">
                <a:spcBef>
                  <a:spcPts val="0"/>
                </a:spcBef>
                <a:spcAft>
                  <a:spcPts val="0"/>
                </a:spcAft>
                <a:buNone/>
              </a:pPr>
              <a:endParaRPr sz="1000">
                <a:solidFill>
                  <a:schemeClr val="dk1"/>
                </a:solidFill>
                <a:latin typeface="+mj-lt"/>
                <a:ea typeface="Lato Light"/>
                <a:cs typeface="Lato Light"/>
                <a:sym typeface="Lato Light"/>
              </a:endParaRPr>
            </a:p>
          </p:txBody>
        </p:sp>
        <p:sp>
          <p:nvSpPr>
            <p:cNvPr id="79" name="Elipse 150">
              <a:extLst>
                <a:ext uri="{FF2B5EF4-FFF2-40B4-BE49-F238E27FC236}">
                  <a16:creationId xmlns:a16="http://schemas.microsoft.com/office/drawing/2014/main" id="{221601E3-EF0B-C8B5-9725-A78A86D2756B}"/>
                </a:ext>
              </a:extLst>
            </p:cNvPr>
            <p:cNvSpPr/>
            <p:nvPr/>
          </p:nvSpPr>
          <p:spPr>
            <a:xfrm>
              <a:off x="2877699" y="3732115"/>
              <a:ext cx="184666" cy="184666"/>
            </a:xfrm>
            <a:prstGeom prst="ellipse">
              <a:avLst/>
            </a:prstGeom>
            <a:solidFill>
              <a:schemeClr val="bg1"/>
            </a:solidFill>
            <a:ln w="12700">
              <a:noFill/>
              <a:miter lim="400000"/>
            </a:ln>
            <a:effectLst/>
          </p:spPr>
          <p:txBody>
            <a:bodyPr lIns="108000" tIns="72000" rIns="108000" bIns="72000" rtlCol="0" anchor="ctr"/>
            <a:lstStyle/>
            <a:p>
              <a:pPr algn="l"/>
              <a:endParaRPr lang="pt-BR" sz="1000" err="1">
                <a:solidFill>
                  <a:schemeClr val="bg1"/>
                </a:solidFill>
                <a:latin typeface="+mj-lt"/>
              </a:endParaRPr>
            </a:p>
          </p:txBody>
        </p:sp>
      </p:grpSp>
      <p:sp>
        <p:nvSpPr>
          <p:cNvPr id="82" name="Speech Bubble: Rectangle with Corners Rounded 81">
            <a:extLst>
              <a:ext uri="{FF2B5EF4-FFF2-40B4-BE49-F238E27FC236}">
                <a16:creationId xmlns:a16="http://schemas.microsoft.com/office/drawing/2014/main" id="{7E78378F-552C-708A-B99A-4A412B811110}"/>
              </a:ext>
            </a:extLst>
          </p:cNvPr>
          <p:cNvSpPr/>
          <p:nvPr/>
        </p:nvSpPr>
        <p:spPr>
          <a:xfrm>
            <a:off x="8207203" y="2337506"/>
            <a:ext cx="2112252" cy="966264"/>
          </a:xfrm>
          <a:prstGeom prst="wedgeRoundRectCallout">
            <a:avLst>
              <a:gd name="adj1" fmla="val 48530"/>
              <a:gd name="adj2" fmla="val 62500"/>
              <a:gd name="adj3" fmla="val 16667"/>
            </a:avLst>
          </a:prstGeom>
          <a:solidFill>
            <a:srgbClr val="E5E5E5"/>
          </a:solidFill>
          <a:ln w="12700">
            <a:solidFill>
              <a:schemeClr val="accent4"/>
            </a:solidFill>
            <a:miter lim="400000"/>
          </a:ln>
          <a:effectLst/>
        </p:spPr>
        <p:txBody>
          <a:bodyPr lIns="108000" tIns="72000" rIns="108000" bIns="72000" rtlCol="0" anchor="ctr"/>
          <a:lstStyle/>
          <a:p>
            <a:pPr algn="l"/>
            <a:r>
              <a:rPr lang="pt-BR" sz="1200"/>
              <a:t>Fundo tem expectativa de sair em 5 anos e foca atualmente em melhorar a operação</a:t>
            </a:r>
          </a:p>
        </p:txBody>
      </p:sp>
    </p:spTree>
    <p:extLst>
      <p:ext uri="{BB962C8B-B14F-4D97-AF65-F5344CB8AC3E}">
        <p14:creationId xmlns:p14="http://schemas.microsoft.com/office/powerpoint/2010/main" val="36000561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9BE0FC05-2C4D-FAF9-E36E-00F457FDEE39}"/>
              </a:ext>
            </a:extLst>
          </p:cNvPr>
          <p:cNvGraphicFramePr>
            <a:graphicFrameLocks noChangeAspect="1"/>
          </p:cNvGraphicFramePr>
          <p:nvPr>
            <p:custDataLst>
              <p:tags r:id="rId1"/>
            </p:custDataLst>
            <p:extLst>
              <p:ext uri="{D42A27DB-BD31-4B8C-83A1-F6EECF244321}">
                <p14:modId xmlns:p14="http://schemas.microsoft.com/office/powerpoint/2010/main" val="87155675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Slide do think-cell" r:id="rId3" imgW="425" imgH="424" progId="TCLayout.ActiveDocument.1">
                  <p:embed/>
                </p:oleObj>
              </mc:Choice>
              <mc:Fallback>
                <p:oleObj name="Slide do think-cell" r:id="rId3" imgW="425" imgH="424" progId="TCLayout.ActiveDocument.1">
                  <p:embed/>
                  <p:pic>
                    <p:nvPicPr>
                      <p:cNvPr id="5" name="think-cell data - do not delete" hidden="1">
                        <a:extLst>
                          <a:ext uri="{FF2B5EF4-FFF2-40B4-BE49-F238E27FC236}">
                            <a16:creationId xmlns:a16="http://schemas.microsoft.com/office/drawing/2014/main" id="{9BE0FC05-2C4D-FAF9-E36E-00F457FDEE3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Rectangle 2">
            <a:extLst>
              <a:ext uri="{FF2B5EF4-FFF2-40B4-BE49-F238E27FC236}">
                <a16:creationId xmlns:a16="http://schemas.microsoft.com/office/drawing/2014/main" id="{2F6735CB-1F02-7B13-95F1-752D8B022338}"/>
              </a:ext>
            </a:extLst>
          </p:cNvPr>
          <p:cNvSpPr>
            <a:spLocks noChangeArrowheads="1"/>
          </p:cNvSpPr>
          <p:nvPr/>
        </p:nvSpPr>
        <p:spPr bwMode="auto">
          <a:xfrm>
            <a:off x="10188419" y="888354"/>
            <a:ext cx="2003579" cy="5577699"/>
          </a:xfrm>
          <a:prstGeom prst="rect">
            <a:avLst/>
          </a:prstGeom>
          <a:solidFill>
            <a:schemeClr val="bg1">
              <a:lumMod val="95000"/>
            </a:schemeClr>
          </a:solidFill>
          <a:ln w="9525">
            <a:noFill/>
            <a:miter lim="800000"/>
            <a:headEnd/>
            <a:tailEnd/>
          </a:ln>
          <a:effectLst/>
          <a:extLst>
            <a:ext uri="{909E8E84-426E-40dd-AFC4-6F175D3DCCD1}">
              <a14:hiddenFill xmlns:a14="http://schemas.microsoft.com/office/drawing/2010/main" xmlns="">
                <a:solidFill>
                  <a:srgbClr val="FFFFFF"/>
                </a:solidFill>
              </a14:hiddenFill>
            </a:ext>
          </a:extLst>
        </p:spPr>
        <p:txBody>
          <a:bodyPr wrap="none" anchor="ctr"/>
          <a:lstStyle/>
          <a:p>
            <a:pPr marL="0" marR="0" lvl="0" indent="0" algn="l" defTabSz="914400" eaLnBrk="1" fontAlgn="base" latinLnBrk="0" hangingPunct="1">
              <a:lnSpc>
                <a:spcPct val="100000"/>
              </a:lnSpc>
              <a:spcBef>
                <a:spcPct val="0"/>
              </a:spcBef>
              <a:spcAft>
                <a:spcPct val="0"/>
              </a:spcAft>
              <a:buClrTx/>
              <a:buSzTx/>
              <a:buFontTx/>
              <a:buNone/>
              <a:tabLst/>
              <a:defRPr/>
            </a:pPr>
            <a:endParaRPr kumimoji="0" lang="pt-BR" sz="1300" b="0" i="0" u="none" strike="noStrike" kern="1200" cap="none" spc="0" normalizeH="0" baseline="0">
              <a:ln>
                <a:noFill/>
              </a:ln>
              <a:solidFill>
                <a:srgbClr val="000000"/>
              </a:solidFill>
              <a:effectLst/>
              <a:uLnTx/>
              <a:uFillTx/>
              <a:latin typeface="Arial"/>
              <a:ea typeface="+mn-ea"/>
              <a:cs typeface="Arial" charset="0"/>
            </a:endParaRPr>
          </a:p>
        </p:txBody>
      </p:sp>
      <p:sp>
        <p:nvSpPr>
          <p:cNvPr id="2" name="Espaço Reservado para Texto 1">
            <a:extLst>
              <a:ext uri="{FF2B5EF4-FFF2-40B4-BE49-F238E27FC236}">
                <a16:creationId xmlns:a16="http://schemas.microsoft.com/office/drawing/2014/main" id="{E180876E-33C8-335E-A05D-DFAF6985FB5D}"/>
              </a:ext>
            </a:extLst>
          </p:cNvPr>
          <p:cNvSpPr>
            <a:spLocks noGrp="1"/>
          </p:cNvSpPr>
          <p:nvPr>
            <p:ph type="body" sz="quarter" idx="14"/>
          </p:nvPr>
        </p:nvSpPr>
        <p:spPr>
          <a:xfrm>
            <a:off x="233257" y="6528855"/>
            <a:ext cx="9696000" cy="138499"/>
          </a:xfrm>
        </p:spPr>
        <p:txBody>
          <a:bodyPr/>
          <a:lstStyle/>
          <a:p>
            <a:r>
              <a:rPr lang="pt-BR"/>
              <a:t>1. Fosfato natural reativo. Fonte: </a:t>
            </a:r>
            <a:r>
              <a:rPr lang="pt-BR" err="1"/>
              <a:t>Agrolink</a:t>
            </a:r>
            <a:r>
              <a:rPr lang="pt-BR"/>
              <a:t>, Mirow &amp; Co.</a:t>
            </a:r>
          </a:p>
        </p:txBody>
      </p:sp>
      <p:sp>
        <p:nvSpPr>
          <p:cNvPr id="3" name="Título 2">
            <a:extLst>
              <a:ext uri="{FF2B5EF4-FFF2-40B4-BE49-F238E27FC236}">
                <a16:creationId xmlns:a16="http://schemas.microsoft.com/office/drawing/2014/main" id="{4912C54D-6A60-A362-AB88-6E1FE6793946}"/>
              </a:ext>
            </a:extLst>
          </p:cNvPr>
          <p:cNvSpPr>
            <a:spLocks noGrp="1"/>
          </p:cNvSpPr>
          <p:nvPr>
            <p:ph type="title"/>
          </p:nvPr>
        </p:nvSpPr>
        <p:spPr>
          <a:xfrm>
            <a:off x="478971" y="225177"/>
            <a:ext cx="11485488" cy="615553"/>
          </a:xfrm>
        </p:spPr>
        <p:txBody>
          <a:bodyPr vert="horz"/>
          <a:lstStyle/>
          <a:p>
            <a:r>
              <a:rPr lang="pt-BR"/>
              <a:t>Seu principal diferencial é o fosfato natural reativo, que possui diversas vantagens técnicas </a:t>
            </a:r>
            <a:r>
              <a:rPr lang="pt-BR" i="1"/>
              <a:t>vs. </a:t>
            </a:r>
            <a:r>
              <a:rPr lang="pt-BR"/>
              <a:t>demais fontes solúveis </a:t>
            </a:r>
          </a:p>
        </p:txBody>
      </p:sp>
      <p:sp>
        <p:nvSpPr>
          <p:cNvPr id="4" name="Rectángulo 3">
            <a:extLst>
              <a:ext uri="{FF2B5EF4-FFF2-40B4-BE49-F238E27FC236}">
                <a16:creationId xmlns:a16="http://schemas.microsoft.com/office/drawing/2014/main" id="{CDC527E4-9197-693A-8232-AD802329D69F}"/>
              </a:ext>
            </a:extLst>
          </p:cNvPr>
          <p:cNvSpPr/>
          <p:nvPr/>
        </p:nvSpPr>
        <p:spPr>
          <a:xfrm>
            <a:off x="1" y="1352551"/>
            <a:ext cx="2340000" cy="789817"/>
          </a:xfrm>
          <a:prstGeom prst="rect">
            <a:avLst/>
          </a:prstGeom>
          <a:solidFill>
            <a:schemeClr val="accent2"/>
          </a:solidFill>
          <a:ln w="12700">
            <a:noFill/>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300" b="1" i="0" u="none" strike="noStrike" kern="1200" cap="none" spc="0" normalizeH="0" baseline="0" noProof="0">
                <a:ln>
                  <a:noFill/>
                </a:ln>
                <a:solidFill>
                  <a:prstClr val="white"/>
                </a:solidFill>
                <a:effectLst/>
                <a:uLnTx/>
                <a:uFillTx/>
                <a:latin typeface="Arial"/>
                <a:ea typeface="+mn-ea"/>
                <a:cs typeface="+mn-cs"/>
              </a:rPr>
              <a:t>Maior taxa de dissolução </a:t>
            </a:r>
          </a:p>
        </p:txBody>
      </p:sp>
      <p:sp>
        <p:nvSpPr>
          <p:cNvPr id="6" name="Rectángulo 5">
            <a:extLst>
              <a:ext uri="{FF2B5EF4-FFF2-40B4-BE49-F238E27FC236}">
                <a16:creationId xmlns:a16="http://schemas.microsoft.com/office/drawing/2014/main" id="{AC747E69-9ECD-C5A9-6019-B31D28543759}"/>
              </a:ext>
            </a:extLst>
          </p:cNvPr>
          <p:cNvSpPr/>
          <p:nvPr/>
        </p:nvSpPr>
        <p:spPr>
          <a:xfrm>
            <a:off x="1" y="2227293"/>
            <a:ext cx="2340000" cy="789817"/>
          </a:xfrm>
          <a:prstGeom prst="rect">
            <a:avLst/>
          </a:prstGeom>
          <a:solidFill>
            <a:schemeClr val="accent2"/>
          </a:solidFill>
          <a:ln w="12700">
            <a:noFill/>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300" b="1" i="0" u="none" strike="noStrike" kern="1200" cap="none" spc="0" normalizeH="0" baseline="0" noProof="0">
                <a:ln>
                  <a:noFill/>
                </a:ln>
                <a:solidFill>
                  <a:prstClr val="white"/>
                </a:solidFill>
                <a:effectLst/>
                <a:uLnTx/>
                <a:uFillTx/>
                <a:latin typeface="Arial"/>
                <a:ea typeface="+mn-ea"/>
                <a:cs typeface="+mn-cs"/>
              </a:rPr>
              <a:t>Efeito otimizado em solos ácidos</a:t>
            </a:r>
          </a:p>
        </p:txBody>
      </p:sp>
      <p:sp>
        <p:nvSpPr>
          <p:cNvPr id="7" name="Rectángulo 6">
            <a:extLst>
              <a:ext uri="{FF2B5EF4-FFF2-40B4-BE49-F238E27FC236}">
                <a16:creationId xmlns:a16="http://schemas.microsoft.com/office/drawing/2014/main" id="{DE5F9932-FBEE-336A-36ED-A2713F0D8A36}"/>
              </a:ext>
            </a:extLst>
          </p:cNvPr>
          <p:cNvSpPr/>
          <p:nvPr/>
        </p:nvSpPr>
        <p:spPr>
          <a:xfrm>
            <a:off x="1" y="3102035"/>
            <a:ext cx="2340000" cy="789817"/>
          </a:xfrm>
          <a:prstGeom prst="rect">
            <a:avLst/>
          </a:prstGeom>
          <a:solidFill>
            <a:schemeClr val="accent2"/>
          </a:solidFill>
          <a:ln w="12700">
            <a:noFill/>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300" b="1" i="0" u="none" strike="noStrike" kern="1200" cap="none" spc="0" normalizeH="0" baseline="0" noProof="0">
                <a:ln>
                  <a:noFill/>
                </a:ln>
                <a:solidFill>
                  <a:prstClr val="white"/>
                </a:solidFill>
                <a:effectLst/>
                <a:uLnTx/>
                <a:uFillTx/>
                <a:latin typeface="Arial"/>
                <a:ea typeface="+mn-ea"/>
                <a:cs typeface="+mn-cs"/>
              </a:rPr>
              <a:t>Maior solubilização em condições chuvosas </a:t>
            </a:r>
          </a:p>
        </p:txBody>
      </p:sp>
      <p:sp>
        <p:nvSpPr>
          <p:cNvPr id="8" name="Rectángulo 7">
            <a:extLst>
              <a:ext uri="{FF2B5EF4-FFF2-40B4-BE49-F238E27FC236}">
                <a16:creationId xmlns:a16="http://schemas.microsoft.com/office/drawing/2014/main" id="{B45B68B4-62FF-A177-97BA-4D5F6A12E15D}"/>
              </a:ext>
            </a:extLst>
          </p:cNvPr>
          <p:cNvSpPr/>
          <p:nvPr/>
        </p:nvSpPr>
        <p:spPr>
          <a:xfrm>
            <a:off x="1" y="3960106"/>
            <a:ext cx="2340000" cy="789817"/>
          </a:xfrm>
          <a:prstGeom prst="rect">
            <a:avLst/>
          </a:prstGeom>
          <a:solidFill>
            <a:schemeClr val="accent2"/>
          </a:solidFill>
          <a:ln w="12700">
            <a:noFill/>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300" b="1" i="0" u="none" strike="noStrike" kern="1200" cap="none" spc="0" normalizeH="0" baseline="0" noProof="0">
                <a:ln>
                  <a:noFill/>
                </a:ln>
                <a:solidFill>
                  <a:prstClr val="white"/>
                </a:solidFill>
                <a:effectLst/>
                <a:uLnTx/>
                <a:uFillTx/>
                <a:latin typeface="Arial"/>
                <a:ea typeface="+mn-ea"/>
                <a:cs typeface="+mn-cs"/>
              </a:rPr>
              <a:t>Boa resposta em culturas com sistema radicular agressivo</a:t>
            </a:r>
          </a:p>
        </p:txBody>
      </p:sp>
      <p:sp>
        <p:nvSpPr>
          <p:cNvPr id="9" name="Rectángulo 8">
            <a:extLst>
              <a:ext uri="{FF2B5EF4-FFF2-40B4-BE49-F238E27FC236}">
                <a16:creationId xmlns:a16="http://schemas.microsoft.com/office/drawing/2014/main" id="{251D30D9-5420-F7EB-646A-D66F5D33CEA8}"/>
              </a:ext>
            </a:extLst>
          </p:cNvPr>
          <p:cNvSpPr/>
          <p:nvPr/>
        </p:nvSpPr>
        <p:spPr>
          <a:xfrm>
            <a:off x="1" y="4818177"/>
            <a:ext cx="2340000" cy="789817"/>
          </a:xfrm>
          <a:prstGeom prst="rect">
            <a:avLst/>
          </a:prstGeom>
          <a:solidFill>
            <a:schemeClr val="accent2"/>
          </a:solidFill>
          <a:ln w="12700">
            <a:noFill/>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300" b="1" i="0" u="none" strike="noStrike" kern="1200" cap="none" spc="0" normalizeH="0" baseline="0" noProof="0">
                <a:ln>
                  <a:noFill/>
                </a:ln>
                <a:solidFill>
                  <a:prstClr val="white"/>
                </a:solidFill>
                <a:effectLst/>
                <a:uLnTx/>
                <a:uFillTx/>
                <a:latin typeface="Arial"/>
                <a:ea typeface="+mn-ea"/>
                <a:cs typeface="+mn-cs"/>
              </a:rPr>
              <a:t>Maior eficiência agronômica </a:t>
            </a:r>
          </a:p>
        </p:txBody>
      </p:sp>
      <p:sp>
        <p:nvSpPr>
          <p:cNvPr id="10" name="Rectángulo 9">
            <a:extLst>
              <a:ext uri="{FF2B5EF4-FFF2-40B4-BE49-F238E27FC236}">
                <a16:creationId xmlns:a16="http://schemas.microsoft.com/office/drawing/2014/main" id="{F50C4C9C-E478-03CD-FD1F-C7518B14A2D6}"/>
              </a:ext>
            </a:extLst>
          </p:cNvPr>
          <p:cNvSpPr/>
          <p:nvPr/>
        </p:nvSpPr>
        <p:spPr>
          <a:xfrm>
            <a:off x="1" y="5676244"/>
            <a:ext cx="2340000" cy="789817"/>
          </a:xfrm>
          <a:prstGeom prst="rect">
            <a:avLst/>
          </a:prstGeom>
          <a:solidFill>
            <a:schemeClr val="accent2"/>
          </a:solidFill>
          <a:ln w="12700">
            <a:noFill/>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300" b="1" i="0" u="none" strike="noStrike" kern="1200" cap="none" spc="0" normalizeH="0" baseline="0" noProof="0">
                <a:ln>
                  <a:noFill/>
                </a:ln>
                <a:solidFill>
                  <a:prstClr val="white"/>
                </a:solidFill>
                <a:effectLst/>
                <a:uLnTx/>
                <a:uFillTx/>
                <a:latin typeface="Arial"/>
                <a:ea typeface="+mn-ea"/>
                <a:cs typeface="+mn-cs"/>
              </a:rPr>
              <a:t>Janela de aplicação mais longa</a:t>
            </a:r>
          </a:p>
        </p:txBody>
      </p:sp>
      <p:sp>
        <p:nvSpPr>
          <p:cNvPr id="51" name="CaixaDeTexto 50">
            <a:extLst>
              <a:ext uri="{FF2B5EF4-FFF2-40B4-BE49-F238E27FC236}">
                <a16:creationId xmlns:a16="http://schemas.microsoft.com/office/drawing/2014/main" id="{50B84596-7F33-9E89-F9D1-AC7237B20AC4}"/>
              </a:ext>
            </a:extLst>
          </p:cNvPr>
          <p:cNvSpPr txBox="1"/>
          <p:nvPr/>
        </p:nvSpPr>
        <p:spPr bwMode="auto">
          <a:xfrm>
            <a:off x="133351" y="888355"/>
            <a:ext cx="2206650" cy="400110"/>
          </a:xfrm>
          <a:prstGeom prst="rect">
            <a:avLst/>
          </a:prstGeom>
          <a:noFill/>
          <a:ln w="9525">
            <a:noFill/>
            <a:miter lim="800000"/>
            <a:headEnd/>
            <a:tailEnd/>
          </a:ln>
        </p:spPr>
        <p:txBody>
          <a:bodyPr vert="horz" wrap="square" lIns="0" tIns="0" rIns="0" bIns="0" numCol="1" rtlCol="0" anchor="t"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pt-BR" sz="1300" b="1" i="0" u="none" strike="noStrike" kern="0" cap="none" spc="0" normalizeH="0" baseline="0" noProof="0">
                <a:ln>
                  <a:noFill/>
                </a:ln>
                <a:solidFill>
                  <a:srgbClr val="020E66"/>
                </a:solidFill>
                <a:effectLst/>
                <a:uLnTx/>
                <a:uFillTx/>
                <a:latin typeface="Arial"/>
                <a:ea typeface="+mn-ea"/>
                <a:cs typeface="+mn-cs"/>
              </a:rPr>
              <a:t>Vantagem do fosfato natural reativo</a:t>
            </a:r>
          </a:p>
        </p:txBody>
      </p:sp>
      <p:sp>
        <p:nvSpPr>
          <p:cNvPr id="26" name="CaixaDeTexto 25">
            <a:extLst>
              <a:ext uri="{FF2B5EF4-FFF2-40B4-BE49-F238E27FC236}">
                <a16:creationId xmlns:a16="http://schemas.microsoft.com/office/drawing/2014/main" id="{55F3909A-365C-9F9F-AF37-6BCFE4BE178A}"/>
              </a:ext>
            </a:extLst>
          </p:cNvPr>
          <p:cNvSpPr txBox="1"/>
          <p:nvPr/>
        </p:nvSpPr>
        <p:spPr bwMode="auto">
          <a:xfrm>
            <a:off x="2466210" y="1447377"/>
            <a:ext cx="7596000" cy="600164"/>
          </a:xfrm>
          <a:prstGeom prst="rect">
            <a:avLst/>
          </a:prstGeom>
          <a:noFill/>
          <a:ln w="9525">
            <a:noFill/>
            <a:miter lim="800000"/>
            <a:headEnd/>
            <a:tailEnd/>
          </a:ln>
        </p:spPr>
        <p:txBody>
          <a:bodyPr wrap="square" lIns="0" tIns="0" rIns="0" bIns="0" anchor="ctr">
            <a:spAutoFit/>
          </a:bodyPr>
          <a:lstStyle/>
          <a:p>
            <a:pPr marL="180000" marR="0" lvl="0" indent="-180000"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pt-BR" sz="1300" b="0" i="0" u="none" strike="noStrike" kern="1200" cap="none" spc="0" normalizeH="0" baseline="0" noProof="0">
                <a:ln>
                  <a:noFill/>
                </a:ln>
                <a:effectLst/>
                <a:uLnTx/>
                <a:uFillTx/>
                <a:latin typeface="Arial"/>
                <a:ea typeface="+mn-ea"/>
                <a:cs typeface="+mn-cs"/>
              </a:rPr>
              <a:t>O </a:t>
            </a:r>
            <a:r>
              <a:rPr kumimoji="0" lang="pt-BR" sz="1300" b="1" i="0" u="none" strike="noStrike" kern="1200" cap="none" spc="0" normalizeH="0" baseline="0" noProof="0">
                <a:ln>
                  <a:noFill/>
                </a:ln>
                <a:effectLst/>
                <a:uLnTx/>
                <a:uFillTx/>
                <a:latin typeface="Arial"/>
                <a:ea typeface="+mn-ea"/>
                <a:cs typeface="+mn-cs"/>
              </a:rPr>
              <a:t>tamanho de partícula tem uma influência importante </a:t>
            </a:r>
            <a:r>
              <a:rPr kumimoji="0" lang="pt-BR" sz="1300" b="0" i="0" u="none" strike="noStrike" kern="1200" cap="none" spc="0" normalizeH="0" baseline="0" noProof="0">
                <a:ln>
                  <a:noFill/>
                </a:ln>
                <a:effectLst/>
                <a:uLnTx/>
                <a:uFillTx/>
                <a:latin typeface="Arial"/>
                <a:ea typeface="+mn-ea"/>
                <a:cs typeface="+mn-cs"/>
              </a:rPr>
              <a:t>em sua </a:t>
            </a:r>
            <a:r>
              <a:rPr kumimoji="0" lang="pt-BR" sz="1300" b="1" i="0" u="none" strike="noStrike" kern="1200" cap="none" spc="0" normalizeH="0" baseline="0" noProof="0">
                <a:ln>
                  <a:noFill/>
                </a:ln>
                <a:effectLst/>
                <a:uLnTx/>
                <a:uFillTx/>
                <a:latin typeface="Arial"/>
                <a:ea typeface="+mn-ea"/>
                <a:cs typeface="+mn-cs"/>
              </a:rPr>
              <a:t>taxa de dissolução no solo</a:t>
            </a:r>
          </a:p>
          <a:p>
            <a:pPr marL="363538" marR="0" lvl="0" indent="-187325"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pt-BR" sz="1300">
                <a:latin typeface="Arial"/>
              </a:rPr>
              <a:t>Q</a:t>
            </a:r>
            <a:r>
              <a:rPr kumimoji="0" lang="pt-BR" sz="1300" b="0" i="0" u="none" strike="noStrike" kern="1200" cap="none" spc="0" normalizeH="0" baseline="0" noProof="0" err="1">
                <a:ln>
                  <a:noFill/>
                </a:ln>
                <a:effectLst/>
                <a:uLnTx/>
                <a:uFillTx/>
                <a:latin typeface="Arial"/>
                <a:ea typeface="+mn-ea"/>
                <a:cs typeface="+mn-cs"/>
              </a:rPr>
              <a:t>uanto</a:t>
            </a:r>
            <a:r>
              <a:rPr kumimoji="0" lang="pt-BR" sz="1300" b="0" i="0" u="none" strike="noStrike" kern="1200" cap="none" spc="0" normalizeH="0" baseline="0" noProof="0">
                <a:ln>
                  <a:noFill/>
                </a:ln>
                <a:effectLst/>
                <a:uLnTx/>
                <a:uFillTx/>
                <a:latin typeface="Arial"/>
                <a:ea typeface="+mn-ea"/>
                <a:cs typeface="+mn-cs"/>
              </a:rPr>
              <a:t> mais fino o tamanho das partículas, maior o grau de contato entre o fosfato natural e o solo e, portanto, maior a sua taxa de dissolução</a:t>
            </a:r>
          </a:p>
        </p:txBody>
      </p:sp>
      <p:sp>
        <p:nvSpPr>
          <p:cNvPr id="39" name="CaixaDeTexto 38">
            <a:extLst>
              <a:ext uri="{FF2B5EF4-FFF2-40B4-BE49-F238E27FC236}">
                <a16:creationId xmlns:a16="http://schemas.microsoft.com/office/drawing/2014/main" id="{81097C3F-32AD-7BAB-04B2-D442FF16AFD3}"/>
              </a:ext>
            </a:extLst>
          </p:cNvPr>
          <p:cNvSpPr txBox="1"/>
          <p:nvPr/>
        </p:nvSpPr>
        <p:spPr bwMode="auto">
          <a:xfrm>
            <a:off x="2466210" y="2322119"/>
            <a:ext cx="7596000" cy="600164"/>
          </a:xfrm>
          <a:prstGeom prst="rect">
            <a:avLst/>
          </a:prstGeom>
          <a:noFill/>
          <a:ln w="9525">
            <a:noFill/>
            <a:miter lim="800000"/>
            <a:headEnd/>
            <a:tailEnd/>
          </a:ln>
        </p:spPr>
        <p:txBody>
          <a:bodyPr wrap="square" lIns="0" tIns="0" rIns="0" bIns="0" anchor="ctr">
            <a:spAutoFit/>
          </a:bodyPr>
          <a:lstStyle/>
          <a:p>
            <a:pPr marL="180000" marR="0" lvl="0" indent="-180000"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pt-BR" sz="1300" b="1" i="0" u="none" strike="noStrike" kern="1200" cap="none" spc="0" normalizeH="0" baseline="0" noProof="0">
                <a:ln>
                  <a:noFill/>
                </a:ln>
                <a:effectLst/>
                <a:uLnTx/>
                <a:uFillTx/>
                <a:latin typeface="Arial"/>
                <a:ea typeface="+mn-ea"/>
                <a:cs typeface="+mn-cs"/>
              </a:rPr>
              <a:t>Condições de maior acidez do solo</a:t>
            </a:r>
            <a:r>
              <a:rPr kumimoji="0" lang="pt-BR" sz="1300" b="0" i="0" u="none" strike="noStrike" kern="1200" cap="none" spc="0" normalizeH="0" baseline="0" noProof="0">
                <a:ln>
                  <a:noFill/>
                </a:ln>
                <a:effectLst/>
                <a:uLnTx/>
                <a:uFillTx/>
                <a:latin typeface="Arial"/>
                <a:ea typeface="+mn-ea"/>
                <a:cs typeface="+mn-cs"/>
              </a:rPr>
              <a:t>, alta capacidade de troca de cátions, baixos níveis de cálcio e fósforo na solução do solo e altos teores de matéria orgânica constituem condições propícias à </a:t>
            </a:r>
            <a:r>
              <a:rPr kumimoji="0" lang="pt-BR" sz="1300" b="1" i="0" u="none" strike="noStrike" kern="1200" cap="none" spc="0" normalizeH="0" baseline="0" noProof="0">
                <a:ln>
                  <a:noFill/>
                </a:ln>
                <a:effectLst/>
                <a:uLnTx/>
                <a:uFillTx/>
                <a:latin typeface="Arial"/>
                <a:ea typeface="+mn-ea"/>
                <a:cs typeface="+mn-cs"/>
              </a:rPr>
              <a:t>maior dissolução do fosfato natural</a:t>
            </a:r>
            <a:endParaRPr lang="pt-BR" sz="1300" b="1">
              <a:latin typeface="Arial"/>
            </a:endParaRPr>
          </a:p>
        </p:txBody>
      </p:sp>
      <p:sp>
        <p:nvSpPr>
          <p:cNvPr id="40" name="CaixaDeTexto 39">
            <a:extLst>
              <a:ext uri="{FF2B5EF4-FFF2-40B4-BE49-F238E27FC236}">
                <a16:creationId xmlns:a16="http://schemas.microsoft.com/office/drawing/2014/main" id="{28CD3F88-A23C-3059-F2F9-FC22C3A297E2}"/>
              </a:ext>
            </a:extLst>
          </p:cNvPr>
          <p:cNvSpPr txBox="1"/>
          <p:nvPr/>
        </p:nvSpPr>
        <p:spPr bwMode="auto">
          <a:xfrm>
            <a:off x="2466210" y="3291153"/>
            <a:ext cx="7596000" cy="411580"/>
          </a:xfrm>
          <a:prstGeom prst="rect">
            <a:avLst/>
          </a:prstGeom>
          <a:noFill/>
          <a:ln w="9525">
            <a:noFill/>
            <a:miter lim="800000"/>
            <a:headEnd/>
            <a:tailEnd/>
          </a:ln>
        </p:spPr>
        <p:txBody>
          <a:bodyPr wrap="square" lIns="0" tIns="0" rIns="0" bIns="0" anchor="ctr">
            <a:spAutoFit/>
          </a:bodyPr>
          <a:lstStyle/>
          <a:p>
            <a:pPr marL="180000" marR="0" lvl="0" indent="-180000"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pt-BR" sz="1300" b="0" i="0" u="none" strike="noStrike" kern="1200" cap="none" spc="0" normalizeH="0" baseline="0" noProof="0">
                <a:ln>
                  <a:noFill/>
                </a:ln>
                <a:effectLst/>
                <a:uLnTx/>
                <a:uFillTx/>
                <a:latin typeface="Arial"/>
                <a:ea typeface="+mn-ea"/>
                <a:cs typeface="+mn-cs"/>
              </a:rPr>
              <a:t>Quanto </a:t>
            </a:r>
            <a:r>
              <a:rPr kumimoji="0" lang="pt-BR" sz="1300" b="1" i="0" u="none" strike="noStrike" kern="1200" cap="none" spc="0" normalizeH="0" baseline="0" noProof="0">
                <a:ln>
                  <a:noFill/>
                </a:ln>
                <a:effectLst/>
                <a:uLnTx/>
                <a:uFillTx/>
                <a:latin typeface="Arial"/>
                <a:ea typeface="+mn-ea"/>
                <a:cs typeface="+mn-cs"/>
              </a:rPr>
              <a:t>maiores os índices pluviométricos</a:t>
            </a:r>
            <a:r>
              <a:rPr kumimoji="0" lang="pt-BR" sz="1300" b="0" i="0" u="none" strike="noStrike" kern="1200" cap="none" spc="0" normalizeH="0" baseline="0" noProof="0">
                <a:ln>
                  <a:noFill/>
                </a:ln>
                <a:effectLst/>
                <a:uLnTx/>
                <a:uFillTx/>
                <a:latin typeface="Arial"/>
                <a:ea typeface="+mn-ea"/>
                <a:cs typeface="+mn-cs"/>
              </a:rPr>
              <a:t>, maior será a solubilização, e, portanto, a </a:t>
            </a:r>
            <a:r>
              <a:rPr kumimoji="0" lang="pt-BR" sz="1300" b="1" i="0" u="none" strike="noStrike" kern="1200" cap="none" spc="0" normalizeH="0" baseline="0" noProof="0">
                <a:ln>
                  <a:noFill/>
                </a:ln>
                <a:effectLst/>
                <a:uLnTx/>
                <a:uFillTx/>
                <a:latin typeface="Arial"/>
                <a:ea typeface="+mn-ea"/>
                <a:cs typeface="+mn-cs"/>
              </a:rPr>
              <a:t>disponibilização do fosfato natural às plantas</a:t>
            </a:r>
          </a:p>
        </p:txBody>
      </p:sp>
      <p:sp>
        <p:nvSpPr>
          <p:cNvPr id="41" name="CaixaDeTexto 40">
            <a:extLst>
              <a:ext uri="{FF2B5EF4-FFF2-40B4-BE49-F238E27FC236}">
                <a16:creationId xmlns:a16="http://schemas.microsoft.com/office/drawing/2014/main" id="{2D87C72F-399F-B863-81C6-4C0D6C4C0173}"/>
              </a:ext>
            </a:extLst>
          </p:cNvPr>
          <p:cNvSpPr txBox="1"/>
          <p:nvPr/>
        </p:nvSpPr>
        <p:spPr bwMode="auto">
          <a:xfrm>
            <a:off x="2466210" y="4054932"/>
            <a:ext cx="7596000" cy="600164"/>
          </a:xfrm>
          <a:prstGeom prst="rect">
            <a:avLst/>
          </a:prstGeom>
          <a:noFill/>
          <a:ln w="9525">
            <a:noFill/>
            <a:miter lim="800000"/>
            <a:headEnd/>
            <a:tailEnd/>
          </a:ln>
        </p:spPr>
        <p:txBody>
          <a:bodyPr wrap="square" lIns="0" tIns="0" rIns="0" bIns="0" anchor="ctr">
            <a:spAutoFit/>
          </a:bodyPr>
          <a:lstStyle/>
          <a:p>
            <a:pPr marL="180000" marR="0" lvl="0" indent="-180000"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pt-BR" sz="1300" b="0" i="0" u="none" strike="noStrike" kern="1200" cap="none" spc="0" normalizeH="0" baseline="0" noProof="0">
                <a:ln>
                  <a:noFill/>
                </a:ln>
                <a:effectLst/>
                <a:uLnTx/>
                <a:uFillTx/>
                <a:latin typeface="Arial"/>
                <a:ea typeface="+mn-ea"/>
                <a:cs typeface="+mn-cs"/>
              </a:rPr>
              <a:t>Espécies que apresentam </a:t>
            </a:r>
            <a:r>
              <a:rPr kumimoji="0" lang="pt-BR" sz="1300" b="1" i="0" u="none" strike="noStrike" kern="1200" cap="none" spc="0" normalizeH="0" baseline="0" noProof="0">
                <a:ln>
                  <a:noFill/>
                </a:ln>
                <a:effectLst/>
                <a:uLnTx/>
                <a:uFillTx/>
                <a:latin typeface="Arial"/>
                <a:ea typeface="+mn-ea"/>
                <a:cs typeface="+mn-cs"/>
              </a:rPr>
              <a:t>sistema radicular mais agressivo </a:t>
            </a:r>
            <a:r>
              <a:rPr kumimoji="0" lang="pt-BR" sz="1300" b="0" i="0" u="none" strike="noStrike" kern="1200" cap="none" spc="0" normalizeH="0" baseline="0" noProof="0">
                <a:ln>
                  <a:noFill/>
                </a:ln>
                <a:effectLst/>
                <a:uLnTx/>
                <a:uFillTx/>
                <a:latin typeface="Arial"/>
                <a:ea typeface="+mn-ea"/>
                <a:cs typeface="+mn-cs"/>
              </a:rPr>
              <a:t>e desenvolvido (ex. aveia, centeio, milheto), com maior quantidade de pelos radiculares, tendem a </a:t>
            </a:r>
            <a:r>
              <a:rPr kumimoji="0" lang="pt-BR" sz="1300" b="1" i="0" u="none" strike="noStrike" kern="1200" cap="none" spc="0" normalizeH="0" baseline="0" noProof="0">
                <a:ln>
                  <a:noFill/>
                </a:ln>
                <a:effectLst/>
                <a:uLnTx/>
                <a:uFillTx/>
                <a:latin typeface="Arial"/>
                <a:ea typeface="+mn-ea"/>
                <a:cs typeface="+mn-cs"/>
              </a:rPr>
              <a:t>apresentar melhor resposta à aplicação de fosfato natural</a:t>
            </a:r>
          </a:p>
        </p:txBody>
      </p:sp>
      <p:sp>
        <p:nvSpPr>
          <p:cNvPr id="42" name="CaixaDeTexto 41">
            <a:extLst>
              <a:ext uri="{FF2B5EF4-FFF2-40B4-BE49-F238E27FC236}">
                <a16:creationId xmlns:a16="http://schemas.microsoft.com/office/drawing/2014/main" id="{E4184737-748A-1F5E-359B-CC950E44C407}"/>
              </a:ext>
            </a:extLst>
          </p:cNvPr>
          <p:cNvSpPr txBox="1"/>
          <p:nvPr/>
        </p:nvSpPr>
        <p:spPr bwMode="auto">
          <a:xfrm>
            <a:off x="2466210" y="4812976"/>
            <a:ext cx="7596000" cy="800219"/>
          </a:xfrm>
          <a:prstGeom prst="rect">
            <a:avLst/>
          </a:prstGeom>
          <a:noFill/>
          <a:ln w="9525">
            <a:noFill/>
            <a:miter lim="800000"/>
            <a:headEnd/>
            <a:tailEnd/>
          </a:ln>
        </p:spPr>
        <p:txBody>
          <a:bodyPr wrap="square" lIns="0" tIns="0" rIns="0" bIns="0" anchor="ctr">
            <a:spAutoFit/>
          </a:bodyPr>
          <a:lstStyle/>
          <a:p>
            <a:pPr marL="180000" marR="0" lvl="0" indent="-180000"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pt-BR" sz="1300" b="0" i="0" u="none" strike="noStrike" kern="1200" cap="none" spc="0" normalizeH="0" baseline="0" noProof="0">
                <a:ln>
                  <a:noFill/>
                </a:ln>
                <a:effectLst/>
                <a:uLnTx/>
                <a:uFillTx/>
                <a:latin typeface="Arial"/>
                <a:ea typeface="+mn-ea"/>
                <a:cs typeface="+mn-cs"/>
              </a:rPr>
              <a:t>A incorporação do fosfato natural ao solo, por meio de </a:t>
            </a:r>
            <a:r>
              <a:rPr kumimoji="0" lang="pt-BR" sz="1300" b="1" i="0" u="none" strike="noStrike" kern="1200" cap="none" spc="0" normalizeH="0" baseline="0" noProof="0">
                <a:ln>
                  <a:noFill/>
                </a:ln>
                <a:effectLst/>
                <a:uLnTx/>
                <a:uFillTx/>
                <a:latin typeface="Arial"/>
                <a:ea typeface="+mn-ea"/>
                <a:cs typeface="+mn-cs"/>
              </a:rPr>
              <a:t>aração e gradagem</a:t>
            </a:r>
            <a:r>
              <a:rPr kumimoji="0" lang="pt-BR" sz="1300" b="0" i="0" u="none" strike="noStrike" kern="1200" cap="none" spc="0" normalizeH="0" baseline="0" noProof="0">
                <a:ln>
                  <a:noFill/>
                </a:ln>
                <a:effectLst/>
                <a:uLnTx/>
                <a:uFillTx/>
                <a:latin typeface="Arial"/>
                <a:ea typeface="+mn-ea"/>
                <a:cs typeface="+mn-cs"/>
              </a:rPr>
              <a:t>, tende a resultar em </a:t>
            </a:r>
            <a:r>
              <a:rPr kumimoji="0" lang="pt-BR" sz="1300" b="1" i="0" u="none" strike="noStrike" kern="1200" cap="none" spc="0" normalizeH="0" baseline="0" noProof="0">
                <a:ln>
                  <a:noFill/>
                </a:ln>
                <a:effectLst/>
                <a:uLnTx/>
                <a:uFillTx/>
                <a:latin typeface="Arial"/>
                <a:ea typeface="+mn-ea"/>
                <a:cs typeface="+mn-cs"/>
              </a:rPr>
              <a:t>melhor eficiência agronômica </a:t>
            </a:r>
            <a:r>
              <a:rPr kumimoji="0" lang="pt-BR" sz="1300" b="0" i="0" u="none" strike="noStrike" kern="1200" cap="none" spc="0" normalizeH="0" baseline="0" noProof="0">
                <a:ln>
                  <a:noFill/>
                </a:ln>
                <a:effectLst/>
                <a:uLnTx/>
                <a:uFillTx/>
                <a:latin typeface="Arial"/>
                <a:ea typeface="+mn-ea"/>
                <a:cs typeface="+mn-cs"/>
              </a:rPr>
              <a:t>deste fertilizante</a:t>
            </a:r>
          </a:p>
          <a:p>
            <a:pPr marL="363538" indent="-187325">
              <a:buFont typeface="Arial" panose="020B0604020202020204" pitchFamily="34" charset="0"/>
              <a:buChar char="−"/>
              <a:defRPr/>
            </a:pPr>
            <a:r>
              <a:rPr lang="pt-BR" sz="1300">
                <a:latin typeface="Arial"/>
              </a:rPr>
              <a:t>No entanto, em sistemas de manejo que adotam o plantio direto, a aplicação a lanço também pode apresentar resultados satisfatórios, em solos com teores médios a altos de P disponível</a:t>
            </a:r>
          </a:p>
        </p:txBody>
      </p:sp>
      <p:sp>
        <p:nvSpPr>
          <p:cNvPr id="44" name="CaixaDeTexto 43">
            <a:extLst>
              <a:ext uri="{FF2B5EF4-FFF2-40B4-BE49-F238E27FC236}">
                <a16:creationId xmlns:a16="http://schemas.microsoft.com/office/drawing/2014/main" id="{A2F4E979-E486-FFB7-48FA-E8D9DE014427}"/>
              </a:ext>
            </a:extLst>
          </p:cNvPr>
          <p:cNvSpPr txBox="1"/>
          <p:nvPr/>
        </p:nvSpPr>
        <p:spPr bwMode="auto">
          <a:xfrm>
            <a:off x="2466210" y="5771070"/>
            <a:ext cx="7596000" cy="600164"/>
          </a:xfrm>
          <a:prstGeom prst="rect">
            <a:avLst/>
          </a:prstGeom>
          <a:noFill/>
          <a:ln w="9525">
            <a:noFill/>
            <a:miter lim="800000"/>
            <a:headEnd/>
            <a:tailEnd/>
          </a:ln>
        </p:spPr>
        <p:txBody>
          <a:bodyPr wrap="square" lIns="0" tIns="0" rIns="0" bIns="0" anchor="ctr">
            <a:spAutoFit/>
          </a:bodyPr>
          <a:lstStyle/>
          <a:p>
            <a:pPr marL="180000" marR="0" lvl="0" indent="-180000"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pt-BR" sz="1300" b="0" i="0" u="none" strike="noStrike" kern="1200" cap="none" spc="0" normalizeH="0" baseline="0" noProof="0">
                <a:ln>
                  <a:noFill/>
                </a:ln>
                <a:effectLst/>
                <a:uLnTx/>
                <a:uFillTx/>
                <a:latin typeface="Arial"/>
                <a:ea typeface="+mn-ea"/>
                <a:cs typeface="+mn-cs"/>
              </a:rPr>
              <a:t>A depender da reatividade do fosfato natural, o </a:t>
            </a:r>
            <a:r>
              <a:rPr kumimoji="0" lang="pt-BR" sz="1300" b="1" i="0" u="none" strike="noStrike" kern="1200" cap="none" spc="0" normalizeH="0" baseline="0" noProof="0">
                <a:ln>
                  <a:noFill/>
                </a:ln>
                <a:effectLst/>
                <a:uLnTx/>
                <a:uFillTx/>
                <a:latin typeface="Arial"/>
                <a:ea typeface="+mn-ea"/>
                <a:cs typeface="+mn-cs"/>
              </a:rPr>
              <a:t>momento de aplicação pode se estender desde poucas semanas </a:t>
            </a:r>
            <a:r>
              <a:rPr kumimoji="0" lang="pt-BR" sz="1300" b="0" i="0" u="none" strike="noStrike" kern="1200" cap="none" spc="0" normalizeH="0" baseline="0" noProof="0">
                <a:ln>
                  <a:noFill/>
                </a:ln>
                <a:effectLst/>
                <a:uLnTx/>
                <a:uFillTx/>
                <a:latin typeface="Arial"/>
                <a:ea typeface="+mn-ea"/>
                <a:cs typeface="+mn-cs"/>
              </a:rPr>
              <a:t>antes, especialmente em solos ácidos, a </a:t>
            </a:r>
            <a:r>
              <a:rPr kumimoji="0" lang="pt-BR" sz="1300" b="1" i="0" u="none" strike="noStrike" kern="1200" cap="none" spc="0" normalizeH="0" baseline="0" noProof="0">
                <a:ln>
                  <a:noFill/>
                </a:ln>
                <a:effectLst/>
                <a:uLnTx/>
                <a:uFillTx/>
                <a:latin typeface="Arial"/>
                <a:ea typeface="+mn-ea"/>
                <a:cs typeface="+mn-cs"/>
              </a:rPr>
              <a:t>até seis meses antes da semeadura de cultivos agrícolas anuais</a:t>
            </a:r>
          </a:p>
        </p:txBody>
      </p:sp>
      <p:cxnSp>
        <p:nvCxnSpPr>
          <p:cNvPr id="20" name="Conector recto 19">
            <a:extLst>
              <a:ext uri="{FF2B5EF4-FFF2-40B4-BE49-F238E27FC236}">
                <a16:creationId xmlns:a16="http://schemas.microsoft.com/office/drawing/2014/main" id="{509C2A72-4B9A-4D9F-6260-0B8379FC0B14}"/>
              </a:ext>
            </a:extLst>
          </p:cNvPr>
          <p:cNvCxnSpPr>
            <a:cxnSpLocks/>
          </p:cNvCxnSpPr>
          <p:nvPr/>
        </p:nvCxnSpPr>
        <p:spPr>
          <a:xfrm>
            <a:off x="2466210" y="2176495"/>
            <a:ext cx="7596000" cy="0"/>
          </a:xfrm>
          <a:prstGeom prst="line">
            <a:avLst/>
          </a:prstGeom>
          <a:ln w="1270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1" name="Conector recto 20">
            <a:extLst>
              <a:ext uri="{FF2B5EF4-FFF2-40B4-BE49-F238E27FC236}">
                <a16:creationId xmlns:a16="http://schemas.microsoft.com/office/drawing/2014/main" id="{3DF3465C-EF5E-809D-04B1-18F4A9BF6711}"/>
              </a:ext>
            </a:extLst>
          </p:cNvPr>
          <p:cNvCxnSpPr>
            <a:cxnSpLocks/>
          </p:cNvCxnSpPr>
          <p:nvPr/>
        </p:nvCxnSpPr>
        <p:spPr>
          <a:xfrm>
            <a:off x="2466210" y="3067908"/>
            <a:ext cx="7596000" cy="0"/>
          </a:xfrm>
          <a:prstGeom prst="line">
            <a:avLst/>
          </a:prstGeom>
          <a:ln w="1270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2" name="Conector recto 21">
            <a:extLst>
              <a:ext uri="{FF2B5EF4-FFF2-40B4-BE49-F238E27FC236}">
                <a16:creationId xmlns:a16="http://schemas.microsoft.com/office/drawing/2014/main" id="{BEFB3ED4-DE48-50E4-0345-13C0AD851F3F}"/>
              </a:ext>
            </a:extLst>
          </p:cNvPr>
          <p:cNvCxnSpPr>
            <a:cxnSpLocks/>
          </p:cNvCxnSpPr>
          <p:nvPr/>
        </p:nvCxnSpPr>
        <p:spPr>
          <a:xfrm>
            <a:off x="2466210" y="3925979"/>
            <a:ext cx="7596000" cy="0"/>
          </a:xfrm>
          <a:prstGeom prst="line">
            <a:avLst/>
          </a:prstGeom>
          <a:ln w="1270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3" name="Conector recto 22">
            <a:extLst>
              <a:ext uri="{FF2B5EF4-FFF2-40B4-BE49-F238E27FC236}">
                <a16:creationId xmlns:a16="http://schemas.microsoft.com/office/drawing/2014/main" id="{4A9D1DAD-22A7-A88A-AD53-17DA2F9EC90F}"/>
              </a:ext>
            </a:extLst>
          </p:cNvPr>
          <p:cNvCxnSpPr>
            <a:cxnSpLocks/>
          </p:cNvCxnSpPr>
          <p:nvPr/>
        </p:nvCxnSpPr>
        <p:spPr>
          <a:xfrm>
            <a:off x="2466210" y="4784050"/>
            <a:ext cx="7596000" cy="0"/>
          </a:xfrm>
          <a:prstGeom prst="line">
            <a:avLst/>
          </a:prstGeom>
          <a:ln w="1270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4" name="Conector recto 23">
            <a:extLst>
              <a:ext uri="{FF2B5EF4-FFF2-40B4-BE49-F238E27FC236}">
                <a16:creationId xmlns:a16="http://schemas.microsoft.com/office/drawing/2014/main" id="{55896BCB-2B91-2733-5655-3A579E83A0A3}"/>
              </a:ext>
            </a:extLst>
          </p:cNvPr>
          <p:cNvCxnSpPr>
            <a:cxnSpLocks/>
          </p:cNvCxnSpPr>
          <p:nvPr/>
        </p:nvCxnSpPr>
        <p:spPr>
          <a:xfrm>
            <a:off x="2466210" y="5642121"/>
            <a:ext cx="7596000" cy="0"/>
          </a:xfrm>
          <a:prstGeom prst="line">
            <a:avLst/>
          </a:prstGeom>
          <a:ln w="1270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grpSp>
        <p:nvGrpSpPr>
          <p:cNvPr id="25" name="Group 17">
            <a:extLst>
              <a:ext uri="{FF2B5EF4-FFF2-40B4-BE49-F238E27FC236}">
                <a16:creationId xmlns:a16="http://schemas.microsoft.com/office/drawing/2014/main" id="{74DBFD11-AB03-C923-113E-EF6B1B04F3A8}"/>
              </a:ext>
            </a:extLst>
          </p:cNvPr>
          <p:cNvGrpSpPr/>
          <p:nvPr/>
        </p:nvGrpSpPr>
        <p:grpSpPr>
          <a:xfrm>
            <a:off x="2466210" y="1054366"/>
            <a:ext cx="7596000" cy="236406"/>
            <a:chOff x="420586" y="1484241"/>
            <a:chExt cx="11351885" cy="236406"/>
          </a:xfrm>
        </p:grpSpPr>
        <p:cxnSp>
          <p:nvCxnSpPr>
            <p:cNvPr id="27" name="AutoShape 249">
              <a:extLst>
                <a:ext uri="{FF2B5EF4-FFF2-40B4-BE49-F238E27FC236}">
                  <a16:creationId xmlns:a16="http://schemas.microsoft.com/office/drawing/2014/main" id="{B9BB66DD-5187-9A69-450D-386C5153AB38}"/>
                </a:ext>
              </a:extLst>
            </p:cNvPr>
            <p:cNvCxnSpPr>
              <a:cxnSpLocks noChangeShapeType="1"/>
            </p:cNvCxnSpPr>
            <p:nvPr/>
          </p:nvCxnSpPr>
          <p:spPr bwMode="auto">
            <a:xfrm>
              <a:off x="420586" y="1720647"/>
              <a:ext cx="11351885" cy="0"/>
            </a:xfrm>
            <a:prstGeom prst="straightConnector1">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29" name="Rectangle 8">
              <a:extLst>
                <a:ext uri="{FF2B5EF4-FFF2-40B4-BE49-F238E27FC236}">
                  <a16:creationId xmlns:a16="http://schemas.microsoft.com/office/drawing/2014/main" id="{22B77971-86D7-9BC5-8ECA-5F459B26BB14}"/>
                </a:ext>
              </a:extLst>
            </p:cNvPr>
            <p:cNvSpPr>
              <a:spLocks noChangeArrowheads="1"/>
            </p:cNvSpPr>
            <p:nvPr/>
          </p:nvSpPr>
          <p:spPr bwMode="auto">
            <a:xfrm>
              <a:off x="420586" y="1484241"/>
              <a:ext cx="11351885" cy="23640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36000" anchor="b">
              <a:spAutoFit/>
            </a:bodyPr>
            <a:lstStyle>
              <a:lvl1pPr defTabSz="787400" eaLnBrk="0" hangingPunct="0">
                <a:defRPr sz="1600">
                  <a:solidFill>
                    <a:schemeClr val="tx1"/>
                  </a:solidFill>
                  <a:latin typeface="Arial" charset="0"/>
                  <a:ea typeface="-윤고딕130" pitchFamily="18" charset="-127"/>
                </a:defRPr>
              </a:lvl1pPr>
              <a:lvl2pPr marL="742950" indent="-285750" defTabSz="787400" eaLnBrk="0" hangingPunct="0">
                <a:defRPr sz="1600">
                  <a:solidFill>
                    <a:schemeClr val="tx1"/>
                  </a:solidFill>
                  <a:latin typeface="Arial" charset="0"/>
                  <a:ea typeface="-윤고딕130" pitchFamily="18" charset="-127"/>
                </a:defRPr>
              </a:lvl2pPr>
              <a:lvl3pPr marL="1143000" indent="-228600" defTabSz="787400" eaLnBrk="0" hangingPunct="0">
                <a:defRPr sz="1600">
                  <a:solidFill>
                    <a:schemeClr val="tx1"/>
                  </a:solidFill>
                  <a:latin typeface="Arial" charset="0"/>
                  <a:ea typeface="-윤고딕130" pitchFamily="18" charset="-127"/>
                </a:defRPr>
              </a:lvl3pPr>
              <a:lvl4pPr marL="1600200" indent="-228600" defTabSz="787400" eaLnBrk="0" hangingPunct="0">
                <a:defRPr sz="1600">
                  <a:solidFill>
                    <a:schemeClr val="tx1"/>
                  </a:solidFill>
                  <a:latin typeface="Arial" charset="0"/>
                  <a:ea typeface="-윤고딕130" pitchFamily="18" charset="-127"/>
                </a:defRPr>
              </a:lvl4pPr>
              <a:lvl5pPr marL="2057400" indent="-228600" defTabSz="787400" eaLnBrk="0" hangingPunct="0">
                <a:defRPr sz="1600">
                  <a:solidFill>
                    <a:schemeClr val="tx1"/>
                  </a:solidFill>
                  <a:latin typeface="Arial" charset="0"/>
                  <a:ea typeface="-윤고딕130" pitchFamily="18" charset="-127"/>
                </a:defRPr>
              </a:lvl5pPr>
              <a:lvl6pPr marL="2514600" indent="-228600" defTabSz="787400" eaLnBrk="0" fontAlgn="base" hangingPunct="0">
                <a:spcBef>
                  <a:spcPct val="0"/>
                </a:spcBef>
                <a:spcAft>
                  <a:spcPct val="0"/>
                </a:spcAft>
                <a:defRPr sz="1600">
                  <a:solidFill>
                    <a:schemeClr val="tx1"/>
                  </a:solidFill>
                  <a:latin typeface="Arial" charset="0"/>
                  <a:ea typeface="-윤고딕130" pitchFamily="18" charset="-127"/>
                </a:defRPr>
              </a:lvl6pPr>
              <a:lvl7pPr marL="2971800" indent="-228600" defTabSz="787400" eaLnBrk="0" fontAlgn="base" hangingPunct="0">
                <a:spcBef>
                  <a:spcPct val="0"/>
                </a:spcBef>
                <a:spcAft>
                  <a:spcPct val="0"/>
                </a:spcAft>
                <a:defRPr sz="1600">
                  <a:solidFill>
                    <a:schemeClr val="tx1"/>
                  </a:solidFill>
                  <a:latin typeface="Arial" charset="0"/>
                  <a:ea typeface="-윤고딕130" pitchFamily="18" charset="-127"/>
                </a:defRPr>
              </a:lvl7pPr>
              <a:lvl8pPr marL="3429000" indent="-228600" defTabSz="787400" eaLnBrk="0" fontAlgn="base" hangingPunct="0">
                <a:spcBef>
                  <a:spcPct val="0"/>
                </a:spcBef>
                <a:spcAft>
                  <a:spcPct val="0"/>
                </a:spcAft>
                <a:defRPr sz="1600">
                  <a:solidFill>
                    <a:schemeClr val="tx1"/>
                  </a:solidFill>
                  <a:latin typeface="Arial" charset="0"/>
                  <a:ea typeface="-윤고딕130" pitchFamily="18" charset="-127"/>
                </a:defRPr>
              </a:lvl8pPr>
              <a:lvl9pPr marL="3886200" indent="-228600" defTabSz="787400" eaLnBrk="0" fontAlgn="base" hangingPunct="0">
                <a:spcBef>
                  <a:spcPct val="0"/>
                </a:spcBef>
                <a:spcAft>
                  <a:spcPct val="0"/>
                </a:spcAft>
                <a:defRPr sz="1600">
                  <a:solidFill>
                    <a:schemeClr val="tx1"/>
                  </a:solidFill>
                  <a:latin typeface="Arial" charset="0"/>
                  <a:ea typeface="-윤고딕130" pitchFamily="18" charset="-127"/>
                </a:defRPr>
              </a:lvl9pPr>
            </a:lstStyle>
            <a:p>
              <a:pPr marL="0" marR="0" lvl="0" indent="0" algn="l" defTabSz="787400" rtl="0" eaLnBrk="1" fontAlgn="auto" latinLnBrk="0" hangingPunct="1">
                <a:lnSpc>
                  <a:spcPct val="100000"/>
                </a:lnSpc>
                <a:spcBef>
                  <a:spcPts val="0"/>
                </a:spcBef>
                <a:spcAft>
                  <a:spcPts val="0"/>
                </a:spcAft>
                <a:buClrTx/>
                <a:buSzPct val="120000"/>
                <a:buFontTx/>
                <a:buNone/>
                <a:tabLst/>
                <a:defRPr/>
              </a:pPr>
              <a:r>
                <a:rPr kumimoji="0" lang="pt-BR" altLang="zh-CN" sz="1300" b="1" i="0" u="none" strike="noStrike" kern="1200" cap="none" spc="0" normalizeH="0" baseline="0" noProof="0">
                  <a:ln>
                    <a:noFill/>
                  </a:ln>
                  <a:solidFill>
                    <a:srgbClr val="020E66"/>
                  </a:solidFill>
                  <a:effectLst/>
                  <a:uLnTx/>
                  <a:uFillTx/>
                  <a:latin typeface="Arial"/>
                  <a:ea typeface="-윤고딕130" pitchFamily="18" charset="-127"/>
                  <a:cs typeface="+mn-cs"/>
                </a:rPr>
                <a:t>Descrição </a:t>
              </a:r>
            </a:p>
          </p:txBody>
        </p:sp>
      </p:grpSp>
      <p:grpSp>
        <p:nvGrpSpPr>
          <p:cNvPr id="14" name="Group 17">
            <a:extLst>
              <a:ext uri="{FF2B5EF4-FFF2-40B4-BE49-F238E27FC236}">
                <a16:creationId xmlns:a16="http://schemas.microsoft.com/office/drawing/2014/main" id="{65B40F00-B273-C4EC-9B1B-A50944F03297}"/>
              </a:ext>
            </a:extLst>
          </p:cNvPr>
          <p:cNvGrpSpPr/>
          <p:nvPr/>
        </p:nvGrpSpPr>
        <p:grpSpPr>
          <a:xfrm>
            <a:off x="10290208" y="1054366"/>
            <a:ext cx="1800000" cy="236406"/>
            <a:chOff x="420586" y="1484241"/>
            <a:chExt cx="11351885" cy="236406"/>
          </a:xfrm>
        </p:grpSpPr>
        <p:cxnSp>
          <p:nvCxnSpPr>
            <p:cNvPr id="15" name="AutoShape 249">
              <a:extLst>
                <a:ext uri="{FF2B5EF4-FFF2-40B4-BE49-F238E27FC236}">
                  <a16:creationId xmlns:a16="http://schemas.microsoft.com/office/drawing/2014/main" id="{365742BB-BD82-6F12-8D1C-BC762D0CF001}"/>
                </a:ext>
              </a:extLst>
            </p:cNvPr>
            <p:cNvCxnSpPr>
              <a:cxnSpLocks noChangeShapeType="1"/>
            </p:cNvCxnSpPr>
            <p:nvPr/>
          </p:nvCxnSpPr>
          <p:spPr bwMode="auto">
            <a:xfrm>
              <a:off x="420586" y="1720647"/>
              <a:ext cx="11351885" cy="0"/>
            </a:xfrm>
            <a:prstGeom prst="straightConnector1">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16" name="Rectangle 8">
              <a:extLst>
                <a:ext uri="{FF2B5EF4-FFF2-40B4-BE49-F238E27FC236}">
                  <a16:creationId xmlns:a16="http://schemas.microsoft.com/office/drawing/2014/main" id="{40B67944-4CEF-D115-84EB-3E65E66D98B1}"/>
                </a:ext>
              </a:extLst>
            </p:cNvPr>
            <p:cNvSpPr>
              <a:spLocks noChangeArrowheads="1"/>
            </p:cNvSpPr>
            <p:nvPr/>
          </p:nvSpPr>
          <p:spPr bwMode="auto">
            <a:xfrm>
              <a:off x="420586" y="1484241"/>
              <a:ext cx="11351885" cy="23640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36000" anchor="b">
              <a:spAutoFit/>
            </a:bodyPr>
            <a:lstStyle>
              <a:lvl1pPr defTabSz="787400" eaLnBrk="0" hangingPunct="0">
                <a:defRPr sz="1600">
                  <a:solidFill>
                    <a:schemeClr val="tx1"/>
                  </a:solidFill>
                  <a:latin typeface="Arial" charset="0"/>
                  <a:ea typeface="-윤고딕130" pitchFamily="18" charset="-127"/>
                </a:defRPr>
              </a:lvl1pPr>
              <a:lvl2pPr marL="742950" indent="-285750" defTabSz="787400" eaLnBrk="0" hangingPunct="0">
                <a:defRPr sz="1600">
                  <a:solidFill>
                    <a:schemeClr val="tx1"/>
                  </a:solidFill>
                  <a:latin typeface="Arial" charset="0"/>
                  <a:ea typeface="-윤고딕130" pitchFamily="18" charset="-127"/>
                </a:defRPr>
              </a:lvl2pPr>
              <a:lvl3pPr marL="1143000" indent="-228600" defTabSz="787400" eaLnBrk="0" hangingPunct="0">
                <a:defRPr sz="1600">
                  <a:solidFill>
                    <a:schemeClr val="tx1"/>
                  </a:solidFill>
                  <a:latin typeface="Arial" charset="0"/>
                  <a:ea typeface="-윤고딕130" pitchFamily="18" charset="-127"/>
                </a:defRPr>
              </a:lvl3pPr>
              <a:lvl4pPr marL="1600200" indent="-228600" defTabSz="787400" eaLnBrk="0" hangingPunct="0">
                <a:defRPr sz="1600">
                  <a:solidFill>
                    <a:schemeClr val="tx1"/>
                  </a:solidFill>
                  <a:latin typeface="Arial" charset="0"/>
                  <a:ea typeface="-윤고딕130" pitchFamily="18" charset="-127"/>
                </a:defRPr>
              </a:lvl4pPr>
              <a:lvl5pPr marL="2057400" indent="-228600" defTabSz="787400" eaLnBrk="0" hangingPunct="0">
                <a:defRPr sz="1600">
                  <a:solidFill>
                    <a:schemeClr val="tx1"/>
                  </a:solidFill>
                  <a:latin typeface="Arial" charset="0"/>
                  <a:ea typeface="-윤고딕130" pitchFamily="18" charset="-127"/>
                </a:defRPr>
              </a:lvl5pPr>
              <a:lvl6pPr marL="2514600" indent="-228600" defTabSz="787400" eaLnBrk="0" fontAlgn="base" hangingPunct="0">
                <a:spcBef>
                  <a:spcPct val="0"/>
                </a:spcBef>
                <a:spcAft>
                  <a:spcPct val="0"/>
                </a:spcAft>
                <a:defRPr sz="1600">
                  <a:solidFill>
                    <a:schemeClr val="tx1"/>
                  </a:solidFill>
                  <a:latin typeface="Arial" charset="0"/>
                  <a:ea typeface="-윤고딕130" pitchFamily="18" charset="-127"/>
                </a:defRPr>
              </a:lvl6pPr>
              <a:lvl7pPr marL="2971800" indent="-228600" defTabSz="787400" eaLnBrk="0" fontAlgn="base" hangingPunct="0">
                <a:spcBef>
                  <a:spcPct val="0"/>
                </a:spcBef>
                <a:spcAft>
                  <a:spcPct val="0"/>
                </a:spcAft>
                <a:defRPr sz="1600">
                  <a:solidFill>
                    <a:schemeClr val="tx1"/>
                  </a:solidFill>
                  <a:latin typeface="Arial" charset="0"/>
                  <a:ea typeface="-윤고딕130" pitchFamily="18" charset="-127"/>
                </a:defRPr>
              </a:lvl7pPr>
              <a:lvl8pPr marL="3429000" indent="-228600" defTabSz="787400" eaLnBrk="0" fontAlgn="base" hangingPunct="0">
                <a:spcBef>
                  <a:spcPct val="0"/>
                </a:spcBef>
                <a:spcAft>
                  <a:spcPct val="0"/>
                </a:spcAft>
                <a:defRPr sz="1600">
                  <a:solidFill>
                    <a:schemeClr val="tx1"/>
                  </a:solidFill>
                  <a:latin typeface="Arial" charset="0"/>
                  <a:ea typeface="-윤고딕130" pitchFamily="18" charset="-127"/>
                </a:defRPr>
              </a:lvl8pPr>
              <a:lvl9pPr marL="3886200" indent="-228600" defTabSz="787400" eaLnBrk="0" fontAlgn="base" hangingPunct="0">
                <a:spcBef>
                  <a:spcPct val="0"/>
                </a:spcBef>
                <a:spcAft>
                  <a:spcPct val="0"/>
                </a:spcAft>
                <a:defRPr sz="1600">
                  <a:solidFill>
                    <a:schemeClr val="tx1"/>
                  </a:solidFill>
                  <a:latin typeface="Arial" charset="0"/>
                  <a:ea typeface="-윤고딕130" pitchFamily="18" charset="-127"/>
                </a:defRPr>
              </a:lvl9pPr>
            </a:lstStyle>
            <a:p>
              <a:pPr marL="0" marR="0" lvl="0" indent="0" algn="l" defTabSz="787400" rtl="0" eaLnBrk="1" fontAlgn="auto" latinLnBrk="0" hangingPunct="1">
                <a:lnSpc>
                  <a:spcPct val="100000"/>
                </a:lnSpc>
                <a:spcBef>
                  <a:spcPts val="0"/>
                </a:spcBef>
                <a:spcAft>
                  <a:spcPts val="0"/>
                </a:spcAft>
                <a:buClrTx/>
                <a:buSzPct val="120000"/>
                <a:buFontTx/>
                <a:buNone/>
                <a:tabLst/>
                <a:defRPr/>
              </a:pPr>
              <a:r>
                <a:rPr kumimoji="0" lang="pt-BR" altLang="zh-CN" sz="1300" b="1" i="0" u="none" strike="noStrike" kern="1200" cap="none" spc="0" normalizeH="0" baseline="0" noProof="0">
                  <a:ln>
                    <a:noFill/>
                  </a:ln>
                  <a:solidFill>
                    <a:srgbClr val="020E66"/>
                  </a:solidFill>
                  <a:effectLst/>
                  <a:uLnTx/>
                  <a:uFillTx/>
                  <a:latin typeface="Arial"/>
                  <a:ea typeface="-윤고딕130" pitchFamily="18" charset="-127"/>
                  <a:cs typeface="+mn-cs"/>
                </a:rPr>
                <a:t>Comentários </a:t>
              </a:r>
            </a:p>
          </p:txBody>
        </p:sp>
      </p:grpSp>
      <p:sp>
        <p:nvSpPr>
          <p:cNvPr id="17" name="CaixaDeTexto 16">
            <a:extLst>
              <a:ext uri="{FF2B5EF4-FFF2-40B4-BE49-F238E27FC236}">
                <a16:creationId xmlns:a16="http://schemas.microsoft.com/office/drawing/2014/main" id="{50384A89-E395-4517-7C5F-AF0303F0AC88}"/>
              </a:ext>
            </a:extLst>
          </p:cNvPr>
          <p:cNvSpPr txBox="1"/>
          <p:nvPr/>
        </p:nvSpPr>
        <p:spPr bwMode="auto">
          <a:xfrm>
            <a:off x="10290208" y="1352551"/>
            <a:ext cx="1674251" cy="1600438"/>
          </a:xfrm>
          <a:prstGeom prst="rect">
            <a:avLst/>
          </a:prstGeom>
          <a:noFill/>
          <a:ln w="9525">
            <a:noFill/>
            <a:miter lim="800000"/>
            <a:headEnd/>
            <a:tailEnd/>
          </a:ln>
        </p:spPr>
        <p:txBody>
          <a:bodyPr wrap="square" lIns="0" tIns="0" rIns="0" bIns="0" anchor="ctr">
            <a:spAutoFit/>
          </a:bodyPr>
          <a:lstStyle/>
          <a:p>
            <a:pPr marL="180000" marR="0" lvl="0" indent="-180000"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pt-BR" sz="1300" b="0" i="0" u="none" strike="noStrike" kern="1200" cap="none" spc="0" normalizeH="0" baseline="0" noProof="0">
                <a:ln>
                  <a:noFill/>
                </a:ln>
                <a:effectLst/>
                <a:uLnTx/>
                <a:uFillTx/>
                <a:latin typeface="Arial"/>
                <a:ea typeface="+mn-ea"/>
                <a:cs typeface="+mn-cs"/>
              </a:rPr>
              <a:t>No entanto, </a:t>
            </a:r>
            <a:r>
              <a:rPr kumimoji="0" lang="pt-BR" sz="1300" b="1" i="0" u="none" strike="noStrike" kern="1200" cap="none" spc="0" normalizeH="0" baseline="0" noProof="0">
                <a:ln>
                  <a:noFill/>
                </a:ln>
                <a:effectLst/>
                <a:uLnTx/>
                <a:uFillTx/>
                <a:latin typeface="Arial"/>
                <a:ea typeface="+mn-ea"/>
                <a:cs typeface="+mn-cs"/>
              </a:rPr>
              <a:t>culturas de ciclo curto </a:t>
            </a:r>
            <a:r>
              <a:rPr kumimoji="0" lang="pt-BR" sz="1300" b="0" i="0" u="none" strike="noStrike" kern="1200" cap="none" spc="0" normalizeH="0" baseline="0" noProof="0">
                <a:ln>
                  <a:noFill/>
                </a:ln>
                <a:effectLst/>
                <a:uLnTx/>
                <a:uFillTx/>
                <a:latin typeface="Arial"/>
                <a:ea typeface="+mn-ea"/>
                <a:cs typeface="+mn-cs"/>
              </a:rPr>
              <a:t>(ex. soja, milho, feijão etc.) podem </a:t>
            </a:r>
            <a:r>
              <a:rPr kumimoji="0" lang="pt-BR" sz="1300" b="1" i="0" u="none" strike="noStrike" kern="1200" cap="none" spc="0" normalizeH="0" baseline="0" noProof="0">
                <a:ln>
                  <a:noFill/>
                </a:ln>
                <a:effectLst/>
                <a:uLnTx/>
                <a:uFillTx/>
                <a:latin typeface="Arial"/>
                <a:ea typeface="+mn-ea"/>
                <a:cs typeface="+mn-cs"/>
              </a:rPr>
              <a:t>demandar manejo especifico</a:t>
            </a:r>
            <a:r>
              <a:rPr kumimoji="0" lang="pt-BR" sz="1300" b="0" i="0" u="none" strike="noStrike" kern="1200" cap="none" spc="0" normalizeH="0" baseline="0" noProof="0">
                <a:ln>
                  <a:noFill/>
                </a:ln>
                <a:effectLst/>
                <a:uLnTx/>
                <a:uFillTx/>
                <a:latin typeface="Arial"/>
                <a:ea typeface="+mn-ea"/>
                <a:cs typeface="+mn-cs"/>
              </a:rPr>
              <a:t> para maior eficiência do FNR</a:t>
            </a:r>
            <a:r>
              <a:rPr kumimoji="0" lang="pt-BR" sz="1300" b="0" i="0" u="none" strike="noStrike" kern="1200" cap="none" spc="0" normalizeH="0" baseline="30000" noProof="0">
                <a:ln>
                  <a:noFill/>
                </a:ln>
                <a:effectLst/>
                <a:uLnTx/>
                <a:uFillTx/>
                <a:latin typeface="Arial"/>
                <a:ea typeface="+mn-ea"/>
                <a:cs typeface="+mn-cs"/>
              </a:rPr>
              <a:t>1</a:t>
            </a:r>
          </a:p>
        </p:txBody>
      </p:sp>
    </p:spTree>
    <p:extLst>
      <p:ext uri="{BB962C8B-B14F-4D97-AF65-F5344CB8AC3E}">
        <p14:creationId xmlns:p14="http://schemas.microsoft.com/office/powerpoint/2010/main" val="15318647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A93B9C9C-FA0F-E2D0-4999-DF389F3C5A68}"/>
              </a:ext>
            </a:extLst>
          </p:cNvPr>
          <p:cNvGraphicFramePr>
            <a:graphicFrameLocks noChangeAspect="1"/>
          </p:cNvGraphicFramePr>
          <p:nvPr>
            <p:custDataLst>
              <p:tags r:id="rId1"/>
            </p:custDataLst>
            <p:extLst>
              <p:ext uri="{D42A27DB-BD31-4B8C-83A1-F6EECF244321}">
                <p14:modId xmlns:p14="http://schemas.microsoft.com/office/powerpoint/2010/main" val="24217515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Slide do think-cell" r:id="rId35" imgW="425" imgH="424" progId="TCLayout.ActiveDocument.1">
                  <p:embed/>
                </p:oleObj>
              </mc:Choice>
              <mc:Fallback>
                <p:oleObj name="Slide do think-cell" r:id="rId35" imgW="425" imgH="424" progId="TCLayout.ActiveDocument.1">
                  <p:embed/>
                  <p:pic>
                    <p:nvPicPr>
                      <p:cNvPr id="5" name="think-cell data - do not delete" hidden="1">
                        <a:extLst>
                          <a:ext uri="{FF2B5EF4-FFF2-40B4-BE49-F238E27FC236}">
                            <a16:creationId xmlns:a16="http://schemas.microsoft.com/office/drawing/2014/main" id="{A93B9C9C-FA0F-E2D0-4999-DF389F3C5A68}"/>
                          </a:ext>
                        </a:extLst>
                      </p:cNvPr>
                      <p:cNvPicPr/>
                      <p:nvPr/>
                    </p:nvPicPr>
                    <p:blipFill>
                      <a:blip r:embed="rId36"/>
                      <a:stretch>
                        <a:fillRect/>
                      </a:stretch>
                    </p:blipFill>
                    <p:spPr>
                      <a:xfrm>
                        <a:off x="1588" y="1588"/>
                        <a:ext cx="1588" cy="1588"/>
                      </a:xfrm>
                      <a:prstGeom prst="rect">
                        <a:avLst/>
                      </a:prstGeom>
                    </p:spPr>
                  </p:pic>
                </p:oleObj>
              </mc:Fallback>
            </mc:AlternateContent>
          </a:graphicData>
        </a:graphic>
      </p:graphicFrame>
      <p:pic>
        <p:nvPicPr>
          <p:cNvPr id="56" name="Imagem 55" descr="Gráfico&#10;&#10;Descrição gerada automaticamente">
            <a:extLst>
              <a:ext uri="{FF2B5EF4-FFF2-40B4-BE49-F238E27FC236}">
                <a16:creationId xmlns:a16="http://schemas.microsoft.com/office/drawing/2014/main" id="{D5172E35-8DA0-449B-4139-277F7973F910}"/>
              </a:ext>
            </a:extLst>
          </p:cNvPr>
          <p:cNvPicPr>
            <a:picLocks noChangeAspect="1"/>
          </p:cNvPicPr>
          <p:nvPr/>
        </p:nvPicPr>
        <p:blipFill rotWithShape="1">
          <a:blip r:embed="rId37" cstate="screen">
            <a:extLst>
              <a:ext uri="{28A0092B-C50C-407E-A947-70E740481C1C}">
                <a14:useLocalDpi xmlns:a14="http://schemas.microsoft.com/office/drawing/2010/main"/>
              </a:ext>
            </a:extLst>
          </a:blip>
          <a:srcRect/>
          <a:stretch/>
        </p:blipFill>
        <p:spPr>
          <a:xfrm>
            <a:off x="5898691" y="1805988"/>
            <a:ext cx="4992552" cy="3831780"/>
          </a:xfrm>
          <a:prstGeom prst="rect">
            <a:avLst/>
          </a:prstGeom>
        </p:spPr>
      </p:pic>
      <p:pic>
        <p:nvPicPr>
          <p:cNvPr id="24" name="Picture 14" descr="Sobre nós | Morro Verde">
            <a:extLst>
              <a:ext uri="{FF2B5EF4-FFF2-40B4-BE49-F238E27FC236}">
                <a16:creationId xmlns:a16="http://schemas.microsoft.com/office/drawing/2014/main" id="{37CAEB0F-4C49-A579-DD00-392F21D1665B}"/>
              </a:ext>
            </a:extLst>
          </p:cNvPr>
          <p:cNvPicPr>
            <a:picLocks noChangeAspect="1" noChangeArrowheads="1"/>
          </p:cNvPicPr>
          <p:nvPr/>
        </p:nvPicPr>
        <p:blipFill>
          <a:blip r:embed="rId38" cstate="screen">
            <a:extLst>
              <a:ext uri="{28A0092B-C50C-407E-A947-70E740481C1C}">
                <a14:useLocalDpi xmlns:a14="http://schemas.microsoft.com/office/drawing/2010/main"/>
              </a:ext>
            </a:extLst>
          </a:blip>
          <a:srcRect/>
          <a:stretch>
            <a:fillRect/>
          </a:stretch>
        </p:blipFill>
        <p:spPr bwMode="auto">
          <a:xfrm>
            <a:off x="8422530" y="3853208"/>
            <a:ext cx="390760" cy="199722"/>
          </a:xfrm>
          <a:prstGeom prst="rect">
            <a:avLst/>
          </a:prstGeom>
          <a:noFill/>
          <a:extLst>
            <a:ext uri="{909E8E84-426E-40DD-AFC4-6F175D3DCCD1}">
              <a14:hiddenFill xmlns:a14="http://schemas.microsoft.com/office/drawing/2010/main">
                <a:solidFill>
                  <a:srgbClr val="FFFFFF"/>
                </a:solidFill>
              </a14:hiddenFill>
            </a:ext>
          </a:extLst>
        </p:spPr>
      </p:pic>
      <p:pic>
        <p:nvPicPr>
          <p:cNvPr id="25" name="Gráfico 24" descr="Agua con relleno sólido">
            <a:extLst>
              <a:ext uri="{FF2B5EF4-FFF2-40B4-BE49-F238E27FC236}">
                <a16:creationId xmlns:a16="http://schemas.microsoft.com/office/drawing/2014/main" id="{2302F5B0-052D-6983-B350-9398BE790FCB}"/>
              </a:ext>
            </a:extLst>
          </p:cNvPr>
          <p:cNvPicPr>
            <a:picLocks noChangeAspect="1"/>
          </p:cNvPicPr>
          <p:nvPr/>
        </p:nvPicPr>
        <p:blipFill>
          <a:blip r:embed="rId39" cstate="screen">
            <a:extLst>
              <a:ext uri="{28A0092B-C50C-407E-A947-70E740481C1C}">
                <a14:useLocalDpi xmlns:a14="http://schemas.microsoft.com/office/drawing/2010/main"/>
              </a:ext>
              <a:ext uri="{96DAC541-7B7A-43D3-8B79-37D633B846F1}">
                <asvg:svgBlip xmlns:asvg="http://schemas.microsoft.com/office/drawing/2016/SVG/main" r:embed="rId40"/>
              </a:ext>
            </a:extLst>
          </a:blip>
          <a:srcRect/>
          <a:stretch>
            <a:fillRect/>
          </a:stretch>
        </p:blipFill>
        <p:spPr>
          <a:xfrm rot="10800000">
            <a:off x="8190327" y="3827091"/>
            <a:ext cx="296511" cy="296511"/>
          </a:xfrm>
          <a:custGeom>
            <a:avLst/>
            <a:gdLst>
              <a:gd name="connsiteX0" fmla="*/ 457200 w 914400"/>
              <a:gd name="connsiteY0" fmla="*/ 705893 h 914400"/>
              <a:gd name="connsiteX1" fmla="*/ 570364 w 914400"/>
              <a:gd name="connsiteY1" fmla="*/ 592729 h 914400"/>
              <a:gd name="connsiteX2" fmla="*/ 457200 w 914400"/>
              <a:gd name="connsiteY2" fmla="*/ 479565 h 914400"/>
              <a:gd name="connsiteX3" fmla="*/ 344036 w 914400"/>
              <a:gd name="connsiteY3" fmla="*/ 592729 h 914400"/>
              <a:gd name="connsiteX4" fmla="*/ 457200 w 914400"/>
              <a:gd name="connsiteY4" fmla="*/ 705893 h 914400"/>
              <a:gd name="connsiteX5" fmla="*/ 914400 w 914400"/>
              <a:gd name="connsiteY5" fmla="*/ 914400 h 914400"/>
              <a:gd name="connsiteX6" fmla="*/ 0 w 914400"/>
              <a:gd name="connsiteY6" fmla="*/ 914400 h 914400"/>
              <a:gd name="connsiteX7" fmla="*/ 0 w 914400"/>
              <a:gd name="connsiteY7" fmla="*/ 0 h 914400"/>
              <a:gd name="connsiteX8" fmla="*/ 914400 w 914400"/>
              <a:gd name="connsiteY8" fmla="*/ 0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4400" h="914400">
                <a:moveTo>
                  <a:pt x="457200" y="705893"/>
                </a:moveTo>
                <a:cubicBezTo>
                  <a:pt x="519699" y="705893"/>
                  <a:pt x="570364" y="655228"/>
                  <a:pt x="570364" y="592729"/>
                </a:cubicBezTo>
                <a:cubicBezTo>
                  <a:pt x="570364" y="530230"/>
                  <a:pt x="519699" y="479565"/>
                  <a:pt x="457200" y="479565"/>
                </a:cubicBezTo>
                <a:cubicBezTo>
                  <a:pt x="394701" y="479565"/>
                  <a:pt x="344036" y="530230"/>
                  <a:pt x="344036" y="592729"/>
                </a:cubicBezTo>
                <a:cubicBezTo>
                  <a:pt x="344036" y="655228"/>
                  <a:pt x="394701" y="705893"/>
                  <a:pt x="457200" y="705893"/>
                </a:cubicBezTo>
                <a:close/>
                <a:moveTo>
                  <a:pt x="914400" y="914400"/>
                </a:moveTo>
                <a:lnTo>
                  <a:pt x="0" y="914400"/>
                </a:lnTo>
                <a:lnTo>
                  <a:pt x="0" y="0"/>
                </a:lnTo>
                <a:lnTo>
                  <a:pt x="914400" y="0"/>
                </a:lnTo>
                <a:close/>
              </a:path>
            </a:pathLst>
          </a:custGeom>
        </p:spPr>
      </p:pic>
      <p:sp>
        <p:nvSpPr>
          <p:cNvPr id="26" name="Pentagon 3">
            <a:extLst>
              <a:ext uri="{FF2B5EF4-FFF2-40B4-BE49-F238E27FC236}">
                <a16:creationId xmlns:a16="http://schemas.microsoft.com/office/drawing/2014/main" id="{0B98549B-9725-9445-AB73-6AEDF68FE493}"/>
              </a:ext>
            </a:extLst>
          </p:cNvPr>
          <p:cNvSpPr/>
          <p:nvPr/>
        </p:nvSpPr>
        <p:spPr>
          <a:xfrm>
            <a:off x="8221261" y="4103629"/>
            <a:ext cx="905874" cy="15516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nchorCtr="0">
            <a:spAutoFit/>
          </a:bodyPr>
          <a:lstStyle/>
          <a:p>
            <a:pPr marL="0" marR="0" lvl="0" indent="0" algn="ctr" defTabSz="895350" eaLnBrk="1" fontAlgn="auto" latinLnBrk="0" hangingPunct="1">
              <a:lnSpc>
                <a:spcPct val="100000"/>
              </a:lnSpc>
              <a:spcBef>
                <a:spcPts val="300"/>
              </a:spcBef>
              <a:spcAft>
                <a:spcPts val="0"/>
              </a:spcAft>
              <a:buClr>
                <a:srgbClr val="020E66"/>
              </a:buClr>
              <a:buSzTx/>
              <a:buFontTx/>
              <a:buNone/>
              <a:tabLst/>
              <a:defRPr/>
            </a:pPr>
            <a:r>
              <a:rPr kumimoji="0" lang="pt-BR" sz="1050" b="1" u="none" strike="noStrike" kern="1200" cap="none" spc="0" normalizeH="0" baseline="0" noProof="0" dirty="0">
                <a:ln>
                  <a:noFill/>
                </a:ln>
                <a:solidFill>
                  <a:schemeClr val="tx1"/>
                </a:solidFill>
                <a:effectLst/>
                <a:uLnTx/>
                <a:uFillTx/>
                <a:latin typeface="+mj-lt"/>
                <a:ea typeface="ＭＳ Ｐゴシック" charset="0"/>
                <a:cs typeface="Arial" panose="020B0604020202020204" pitchFamily="34" charset="0"/>
              </a:rPr>
              <a:t>Pratápolis</a:t>
            </a:r>
          </a:p>
        </p:txBody>
      </p:sp>
      <p:sp>
        <p:nvSpPr>
          <p:cNvPr id="197" name="CuadroTexto 196">
            <a:extLst>
              <a:ext uri="{FF2B5EF4-FFF2-40B4-BE49-F238E27FC236}">
                <a16:creationId xmlns:a16="http://schemas.microsoft.com/office/drawing/2014/main" id="{1949446D-0155-7862-B019-9CEDB58546BA}"/>
              </a:ext>
            </a:extLst>
          </p:cNvPr>
          <p:cNvSpPr txBox="1"/>
          <p:nvPr/>
        </p:nvSpPr>
        <p:spPr bwMode="auto">
          <a:xfrm>
            <a:off x="6704910" y="2806774"/>
            <a:ext cx="1095235" cy="89107"/>
          </a:xfrm>
          <a:prstGeom prst="rect">
            <a:avLst/>
          </a:prstGeom>
          <a:noFill/>
          <a:ln w="9525">
            <a:noFill/>
            <a:miter lim="800000"/>
            <a:headEnd/>
            <a:tailEnd/>
          </a:ln>
        </p:spPr>
        <p:txBody>
          <a:bodyPr vert="horz" wrap="none" lIns="0" tIns="0" rIns="0" bIns="0" numCol="1" rtlCol="0" anchor="ctr" anchorCtr="0" compatLnSpc="1">
            <a:prstTxWarp prst="textNoShape">
              <a:avLst/>
            </a:prstTxWarp>
            <a:spAutoFit/>
          </a:bodyPr>
          <a:lstStyle/>
          <a:p>
            <a:pPr algn="ctr">
              <a:spcBef>
                <a:spcPts val="0"/>
              </a:spcBef>
              <a:spcAft>
                <a:spcPts val="600"/>
              </a:spcAft>
            </a:pPr>
            <a:r>
              <a:rPr lang="pt-BR" sz="600" kern="0">
                <a:solidFill>
                  <a:schemeClr val="bg1">
                    <a:lumMod val="95000"/>
                  </a:schemeClr>
                </a:solidFill>
              </a:rPr>
              <a:t>Triângulo Mineiro/Alto Paranaíba</a:t>
            </a:r>
          </a:p>
        </p:txBody>
      </p:sp>
      <p:sp>
        <p:nvSpPr>
          <p:cNvPr id="198" name="CuadroTexto 197">
            <a:extLst>
              <a:ext uri="{FF2B5EF4-FFF2-40B4-BE49-F238E27FC236}">
                <a16:creationId xmlns:a16="http://schemas.microsoft.com/office/drawing/2014/main" id="{BDA174BB-B11A-A97B-C711-83D12EB9272D}"/>
              </a:ext>
            </a:extLst>
          </p:cNvPr>
          <p:cNvSpPr txBox="1"/>
          <p:nvPr/>
        </p:nvSpPr>
        <p:spPr bwMode="auto">
          <a:xfrm>
            <a:off x="8852639" y="2464175"/>
            <a:ext cx="508835" cy="89107"/>
          </a:xfrm>
          <a:prstGeom prst="rect">
            <a:avLst/>
          </a:prstGeom>
          <a:noFill/>
          <a:ln w="9525">
            <a:noFill/>
            <a:miter lim="800000"/>
            <a:headEnd/>
            <a:tailEnd/>
          </a:ln>
        </p:spPr>
        <p:txBody>
          <a:bodyPr vert="horz" wrap="none" lIns="0" tIns="0" rIns="0" bIns="0" numCol="1" rtlCol="0" anchor="ctr" anchorCtr="0" compatLnSpc="1">
            <a:prstTxWarp prst="textNoShape">
              <a:avLst/>
            </a:prstTxWarp>
            <a:spAutoFit/>
          </a:bodyPr>
          <a:lstStyle/>
          <a:p>
            <a:pPr algn="ctr">
              <a:spcBef>
                <a:spcPts val="0"/>
              </a:spcBef>
              <a:spcAft>
                <a:spcPts val="600"/>
              </a:spcAft>
            </a:pPr>
            <a:r>
              <a:rPr lang="pt-BR" sz="600" kern="0">
                <a:solidFill>
                  <a:schemeClr val="accent6"/>
                </a:solidFill>
              </a:rPr>
              <a:t>Central Mineira</a:t>
            </a:r>
          </a:p>
        </p:txBody>
      </p:sp>
      <p:sp>
        <p:nvSpPr>
          <p:cNvPr id="199" name="CuadroTexto 198">
            <a:extLst>
              <a:ext uri="{FF2B5EF4-FFF2-40B4-BE49-F238E27FC236}">
                <a16:creationId xmlns:a16="http://schemas.microsoft.com/office/drawing/2014/main" id="{1CDA5121-5312-5407-E78E-DFC9C0B6479B}"/>
              </a:ext>
            </a:extLst>
          </p:cNvPr>
          <p:cNvSpPr txBox="1"/>
          <p:nvPr/>
        </p:nvSpPr>
        <p:spPr bwMode="auto">
          <a:xfrm>
            <a:off x="9332144" y="2951188"/>
            <a:ext cx="698087" cy="178213"/>
          </a:xfrm>
          <a:prstGeom prst="rect">
            <a:avLst/>
          </a:prstGeom>
          <a:noFill/>
          <a:ln w="9525">
            <a:noFill/>
            <a:miter lim="800000"/>
            <a:headEnd/>
            <a:tailEnd/>
          </a:ln>
        </p:spPr>
        <p:txBody>
          <a:bodyPr vert="horz" wrap="square" lIns="0" tIns="0" rIns="0" bIns="0" numCol="1" rtlCol="0" anchor="ctr" anchorCtr="0" compatLnSpc="1">
            <a:prstTxWarp prst="textNoShape">
              <a:avLst/>
            </a:prstTxWarp>
            <a:spAutoFit/>
          </a:bodyPr>
          <a:lstStyle/>
          <a:p>
            <a:pPr algn="ctr">
              <a:spcBef>
                <a:spcPts val="0"/>
              </a:spcBef>
              <a:spcAft>
                <a:spcPts val="600"/>
              </a:spcAft>
            </a:pPr>
            <a:r>
              <a:rPr lang="pt-BR" sz="600" kern="0" dirty="0">
                <a:solidFill>
                  <a:schemeClr val="accent6"/>
                </a:solidFill>
              </a:rPr>
              <a:t>Metropolitana de Belo Horizonte</a:t>
            </a:r>
          </a:p>
        </p:txBody>
      </p:sp>
      <p:sp>
        <p:nvSpPr>
          <p:cNvPr id="201" name="CuadroTexto 200">
            <a:extLst>
              <a:ext uri="{FF2B5EF4-FFF2-40B4-BE49-F238E27FC236}">
                <a16:creationId xmlns:a16="http://schemas.microsoft.com/office/drawing/2014/main" id="{31A7348B-097E-1BC0-BCDE-DC5D9FD647BF}"/>
              </a:ext>
            </a:extLst>
          </p:cNvPr>
          <p:cNvSpPr txBox="1"/>
          <p:nvPr/>
        </p:nvSpPr>
        <p:spPr bwMode="auto">
          <a:xfrm>
            <a:off x="9488517" y="4227414"/>
            <a:ext cx="698087" cy="89107"/>
          </a:xfrm>
          <a:prstGeom prst="rect">
            <a:avLst/>
          </a:prstGeom>
          <a:noFill/>
          <a:ln w="9525">
            <a:noFill/>
            <a:miter lim="800000"/>
            <a:headEnd/>
            <a:tailEnd/>
          </a:ln>
        </p:spPr>
        <p:txBody>
          <a:bodyPr vert="horz" wrap="square" lIns="0" tIns="0" rIns="0" bIns="0" numCol="1" rtlCol="0" anchor="ctr" anchorCtr="0" compatLnSpc="1">
            <a:prstTxWarp prst="textNoShape">
              <a:avLst/>
            </a:prstTxWarp>
            <a:spAutoFit/>
          </a:bodyPr>
          <a:lstStyle/>
          <a:p>
            <a:pPr algn="ctr">
              <a:spcBef>
                <a:spcPts val="0"/>
              </a:spcBef>
              <a:spcAft>
                <a:spcPts val="600"/>
              </a:spcAft>
            </a:pPr>
            <a:r>
              <a:rPr lang="pt-BR" sz="600" kern="0" dirty="0">
                <a:solidFill>
                  <a:schemeClr val="accent6"/>
                </a:solidFill>
              </a:rPr>
              <a:t>Zona da Mata</a:t>
            </a:r>
          </a:p>
        </p:txBody>
      </p:sp>
      <p:sp>
        <p:nvSpPr>
          <p:cNvPr id="202" name="CuadroTexto 201">
            <a:extLst>
              <a:ext uri="{FF2B5EF4-FFF2-40B4-BE49-F238E27FC236}">
                <a16:creationId xmlns:a16="http://schemas.microsoft.com/office/drawing/2014/main" id="{BFF035B1-FA42-7829-586A-E1900219B6A4}"/>
              </a:ext>
            </a:extLst>
          </p:cNvPr>
          <p:cNvSpPr txBox="1"/>
          <p:nvPr/>
        </p:nvSpPr>
        <p:spPr bwMode="auto">
          <a:xfrm>
            <a:off x="7139027" y="3630243"/>
            <a:ext cx="698087" cy="89107"/>
          </a:xfrm>
          <a:prstGeom prst="rect">
            <a:avLst/>
          </a:prstGeom>
          <a:noFill/>
          <a:ln w="9525">
            <a:noFill/>
            <a:miter lim="800000"/>
            <a:headEnd/>
            <a:tailEnd/>
          </a:ln>
        </p:spPr>
        <p:txBody>
          <a:bodyPr vert="horz" wrap="square" lIns="0" tIns="0" rIns="0" bIns="0" numCol="1" rtlCol="0" anchor="ctr" anchorCtr="0" compatLnSpc="1">
            <a:prstTxWarp prst="textNoShape">
              <a:avLst/>
            </a:prstTxWarp>
            <a:spAutoFit/>
          </a:bodyPr>
          <a:lstStyle/>
          <a:p>
            <a:pPr algn="ctr">
              <a:spcBef>
                <a:spcPts val="0"/>
              </a:spcBef>
              <a:spcAft>
                <a:spcPts val="600"/>
              </a:spcAft>
            </a:pPr>
            <a:r>
              <a:rPr lang="pt-BR" sz="600" kern="0">
                <a:solidFill>
                  <a:schemeClr val="bg1">
                    <a:lumMod val="95000"/>
                  </a:schemeClr>
                </a:solidFill>
              </a:rPr>
              <a:t>Ribeirão Preto</a:t>
            </a:r>
          </a:p>
        </p:txBody>
      </p:sp>
      <p:sp>
        <p:nvSpPr>
          <p:cNvPr id="204" name="CuadroTexto 203">
            <a:extLst>
              <a:ext uri="{FF2B5EF4-FFF2-40B4-BE49-F238E27FC236}">
                <a16:creationId xmlns:a16="http://schemas.microsoft.com/office/drawing/2014/main" id="{7E4F0CC7-839D-4A38-C385-32CA76AB89AC}"/>
              </a:ext>
            </a:extLst>
          </p:cNvPr>
          <p:cNvSpPr txBox="1"/>
          <p:nvPr/>
        </p:nvSpPr>
        <p:spPr bwMode="auto">
          <a:xfrm>
            <a:off x="6999666" y="4200219"/>
            <a:ext cx="698087" cy="89107"/>
          </a:xfrm>
          <a:prstGeom prst="rect">
            <a:avLst/>
          </a:prstGeom>
          <a:noFill/>
          <a:ln w="9525">
            <a:noFill/>
            <a:miter lim="800000"/>
            <a:headEnd/>
            <a:tailEnd/>
          </a:ln>
        </p:spPr>
        <p:txBody>
          <a:bodyPr vert="horz" wrap="square" lIns="0" tIns="0" rIns="0" bIns="0" numCol="1" rtlCol="0" anchor="ctr" anchorCtr="0" compatLnSpc="1">
            <a:prstTxWarp prst="textNoShape">
              <a:avLst/>
            </a:prstTxWarp>
            <a:spAutoFit/>
          </a:bodyPr>
          <a:lstStyle/>
          <a:p>
            <a:pPr algn="ctr">
              <a:spcBef>
                <a:spcPts val="0"/>
              </a:spcBef>
              <a:spcAft>
                <a:spcPts val="600"/>
              </a:spcAft>
            </a:pPr>
            <a:r>
              <a:rPr lang="pt-BR" sz="600" kern="0">
                <a:solidFill>
                  <a:schemeClr val="accent6"/>
                </a:solidFill>
              </a:rPr>
              <a:t>Araraquara</a:t>
            </a:r>
          </a:p>
        </p:txBody>
      </p:sp>
      <p:sp>
        <p:nvSpPr>
          <p:cNvPr id="205" name="CuadroTexto 204">
            <a:extLst>
              <a:ext uri="{FF2B5EF4-FFF2-40B4-BE49-F238E27FC236}">
                <a16:creationId xmlns:a16="http://schemas.microsoft.com/office/drawing/2014/main" id="{F4B86568-08F0-EA06-E4B7-F510E6558536}"/>
              </a:ext>
            </a:extLst>
          </p:cNvPr>
          <p:cNvSpPr txBox="1"/>
          <p:nvPr/>
        </p:nvSpPr>
        <p:spPr bwMode="auto">
          <a:xfrm>
            <a:off x="7291867" y="4559718"/>
            <a:ext cx="698087" cy="89107"/>
          </a:xfrm>
          <a:prstGeom prst="rect">
            <a:avLst/>
          </a:prstGeom>
          <a:noFill/>
          <a:ln w="9525">
            <a:noFill/>
            <a:miter lim="800000"/>
            <a:headEnd/>
            <a:tailEnd/>
          </a:ln>
        </p:spPr>
        <p:txBody>
          <a:bodyPr vert="horz" wrap="square" lIns="0" tIns="0" rIns="0" bIns="0" numCol="1" rtlCol="0" anchor="ctr" anchorCtr="0" compatLnSpc="1">
            <a:prstTxWarp prst="textNoShape">
              <a:avLst/>
            </a:prstTxWarp>
            <a:spAutoFit/>
          </a:bodyPr>
          <a:lstStyle/>
          <a:p>
            <a:pPr algn="ctr">
              <a:spcBef>
                <a:spcPts val="0"/>
              </a:spcBef>
              <a:spcAft>
                <a:spcPts val="600"/>
              </a:spcAft>
            </a:pPr>
            <a:r>
              <a:rPr lang="pt-BR" sz="600" kern="0">
                <a:solidFill>
                  <a:schemeClr val="accent6"/>
                </a:solidFill>
              </a:rPr>
              <a:t>Piracicaba</a:t>
            </a:r>
          </a:p>
        </p:txBody>
      </p:sp>
      <p:sp>
        <p:nvSpPr>
          <p:cNvPr id="206" name="CuadroTexto 205">
            <a:extLst>
              <a:ext uri="{FF2B5EF4-FFF2-40B4-BE49-F238E27FC236}">
                <a16:creationId xmlns:a16="http://schemas.microsoft.com/office/drawing/2014/main" id="{C3B16F54-20F2-1E03-FAC9-D55546456248}"/>
              </a:ext>
            </a:extLst>
          </p:cNvPr>
          <p:cNvSpPr txBox="1"/>
          <p:nvPr/>
        </p:nvSpPr>
        <p:spPr bwMode="auto">
          <a:xfrm>
            <a:off x="7610333" y="4260135"/>
            <a:ext cx="698087" cy="89107"/>
          </a:xfrm>
          <a:prstGeom prst="rect">
            <a:avLst/>
          </a:prstGeom>
          <a:noFill/>
          <a:ln w="9525">
            <a:noFill/>
            <a:miter lim="800000"/>
            <a:headEnd/>
            <a:tailEnd/>
          </a:ln>
        </p:spPr>
        <p:txBody>
          <a:bodyPr vert="horz" wrap="square" lIns="0" tIns="0" rIns="0" bIns="0" numCol="1" rtlCol="0" anchor="ctr" anchorCtr="0" compatLnSpc="1">
            <a:prstTxWarp prst="textNoShape">
              <a:avLst/>
            </a:prstTxWarp>
            <a:spAutoFit/>
          </a:bodyPr>
          <a:lstStyle/>
          <a:p>
            <a:pPr algn="ctr">
              <a:spcBef>
                <a:spcPts val="0"/>
              </a:spcBef>
              <a:spcAft>
                <a:spcPts val="600"/>
              </a:spcAft>
            </a:pPr>
            <a:r>
              <a:rPr lang="pt-BR" sz="600" kern="0">
                <a:solidFill>
                  <a:schemeClr val="accent6"/>
                </a:solidFill>
              </a:rPr>
              <a:t>Campinas</a:t>
            </a:r>
          </a:p>
        </p:txBody>
      </p:sp>
      <p:sp>
        <p:nvSpPr>
          <p:cNvPr id="207" name="CuadroTexto 206">
            <a:extLst>
              <a:ext uri="{FF2B5EF4-FFF2-40B4-BE49-F238E27FC236}">
                <a16:creationId xmlns:a16="http://schemas.microsoft.com/office/drawing/2014/main" id="{DEA8A205-F12A-8717-56EE-28D800CBBAAE}"/>
              </a:ext>
            </a:extLst>
          </p:cNvPr>
          <p:cNvSpPr txBox="1"/>
          <p:nvPr/>
        </p:nvSpPr>
        <p:spPr bwMode="auto">
          <a:xfrm>
            <a:off x="7245177" y="5178855"/>
            <a:ext cx="698087" cy="178213"/>
          </a:xfrm>
          <a:prstGeom prst="rect">
            <a:avLst/>
          </a:prstGeom>
          <a:noFill/>
          <a:ln w="9525">
            <a:noFill/>
            <a:miter lim="800000"/>
            <a:headEnd/>
            <a:tailEnd/>
          </a:ln>
        </p:spPr>
        <p:txBody>
          <a:bodyPr vert="horz" wrap="square" lIns="0" tIns="0" rIns="0" bIns="0" numCol="1" rtlCol="0" anchor="ctr" anchorCtr="0" compatLnSpc="1">
            <a:prstTxWarp prst="textNoShape">
              <a:avLst/>
            </a:prstTxWarp>
            <a:spAutoFit/>
          </a:bodyPr>
          <a:lstStyle/>
          <a:p>
            <a:pPr algn="ctr">
              <a:spcBef>
                <a:spcPts val="0"/>
              </a:spcBef>
              <a:spcAft>
                <a:spcPts val="600"/>
              </a:spcAft>
            </a:pPr>
            <a:r>
              <a:rPr lang="pt-BR" sz="600" kern="0">
                <a:solidFill>
                  <a:schemeClr val="accent6"/>
                </a:solidFill>
              </a:rPr>
              <a:t>Macro Metropolitana Paulista</a:t>
            </a:r>
          </a:p>
        </p:txBody>
      </p:sp>
      <p:sp>
        <p:nvSpPr>
          <p:cNvPr id="208" name="CuadroTexto 207">
            <a:extLst>
              <a:ext uri="{FF2B5EF4-FFF2-40B4-BE49-F238E27FC236}">
                <a16:creationId xmlns:a16="http://schemas.microsoft.com/office/drawing/2014/main" id="{E3D771FA-6062-A59C-C077-AD21DC8FC659}"/>
              </a:ext>
            </a:extLst>
          </p:cNvPr>
          <p:cNvSpPr txBox="1"/>
          <p:nvPr/>
        </p:nvSpPr>
        <p:spPr bwMode="auto">
          <a:xfrm>
            <a:off x="8059117" y="5178855"/>
            <a:ext cx="698087" cy="178213"/>
          </a:xfrm>
          <a:prstGeom prst="rect">
            <a:avLst/>
          </a:prstGeom>
          <a:noFill/>
          <a:ln w="9525">
            <a:noFill/>
            <a:miter lim="800000"/>
            <a:headEnd/>
            <a:tailEnd/>
          </a:ln>
        </p:spPr>
        <p:txBody>
          <a:bodyPr vert="horz" wrap="square" lIns="0" tIns="0" rIns="0" bIns="0" numCol="1" rtlCol="0" anchor="ctr" anchorCtr="0" compatLnSpc="1">
            <a:prstTxWarp prst="textNoShape">
              <a:avLst/>
            </a:prstTxWarp>
            <a:spAutoFit/>
          </a:bodyPr>
          <a:lstStyle/>
          <a:p>
            <a:pPr algn="ctr">
              <a:spcBef>
                <a:spcPts val="0"/>
              </a:spcBef>
              <a:spcAft>
                <a:spcPts val="600"/>
              </a:spcAft>
            </a:pPr>
            <a:r>
              <a:rPr lang="pt-BR" sz="600" kern="0">
                <a:solidFill>
                  <a:schemeClr val="accent6"/>
                </a:solidFill>
              </a:rPr>
              <a:t>Macro Metropolitana Paulista</a:t>
            </a:r>
          </a:p>
        </p:txBody>
      </p:sp>
      <p:sp>
        <p:nvSpPr>
          <p:cNvPr id="209" name="CuadroTexto 208">
            <a:extLst>
              <a:ext uri="{FF2B5EF4-FFF2-40B4-BE49-F238E27FC236}">
                <a16:creationId xmlns:a16="http://schemas.microsoft.com/office/drawing/2014/main" id="{8258CB52-237F-5D54-630E-5AEC7BAFD334}"/>
              </a:ext>
            </a:extLst>
          </p:cNvPr>
          <p:cNvSpPr txBox="1"/>
          <p:nvPr/>
        </p:nvSpPr>
        <p:spPr bwMode="auto">
          <a:xfrm>
            <a:off x="8491056" y="4908985"/>
            <a:ext cx="636081" cy="178713"/>
          </a:xfrm>
          <a:prstGeom prst="rect">
            <a:avLst/>
          </a:prstGeom>
          <a:noFill/>
          <a:ln w="9525">
            <a:noFill/>
            <a:miter lim="800000"/>
            <a:headEnd/>
            <a:tailEnd/>
          </a:ln>
        </p:spPr>
        <p:txBody>
          <a:bodyPr vert="horz" wrap="square" lIns="0" tIns="0" rIns="0" bIns="0" numCol="1" rtlCol="0" anchor="ctr" anchorCtr="0" compatLnSpc="1">
            <a:prstTxWarp prst="textNoShape">
              <a:avLst/>
            </a:prstTxWarp>
            <a:spAutoFit/>
          </a:bodyPr>
          <a:lstStyle/>
          <a:p>
            <a:pPr algn="ctr">
              <a:spcBef>
                <a:spcPts val="0"/>
              </a:spcBef>
              <a:spcAft>
                <a:spcPts val="600"/>
              </a:spcAft>
            </a:pPr>
            <a:r>
              <a:rPr lang="pt-BR" sz="600" kern="0" dirty="0">
                <a:solidFill>
                  <a:schemeClr val="accent6"/>
                </a:solidFill>
              </a:rPr>
              <a:t>Vale do Paraíba Paulista</a:t>
            </a:r>
          </a:p>
        </p:txBody>
      </p:sp>
      <p:sp>
        <p:nvSpPr>
          <p:cNvPr id="210" name="CuadroTexto 209">
            <a:extLst>
              <a:ext uri="{FF2B5EF4-FFF2-40B4-BE49-F238E27FC236}">
                <a16:creationId xmlns:a16="http://schemas.microsoft.com/office/drawing/2014/main" id="{49BF6510-78DA-4620-7302-901734043170}"/>
              </a:ext>
            </a:extLst>
          </p:cNvPr>
          <p:cNvSpPr txBox="1"/>
          <p:nvPr/>
        </p:nvSpPr>
        <p:spPr bwMode="auto">
          <a:xfrm>
            <a:off x="8943992" y="3923681"/>
            <a:ext cx="905874" cy="89107"/>
          </a:xfrm>
          <a:prstGeom prst="rect">
            <a:avLst/>
          </a:prstGeom>
          <a:noFill/>
          <a:ln w="9525">
            <a:noFill/>
            <a:miter lim="800000"/>
            <a:headEnd/>
            <a:tailEnd/>
          </a:ln>
        </p:spPr>
        <p:txBody>
          <a:bodyPr vert="horz" wrap="square" lIns="0" tIns="0" rIns="0" bIns="0" numCol="1" rtlCol="0" anchor="ctr" anchorCtr="0" compatLnSpc="1">
            <a:prstTxWarp prst="textNoShape">
              <a:avLst/>
            </a:prstTxWarp>
            <a:spAutoFit/>
          </a:bodyPr>
          <a:lstStyle/>
          <a:p>
            <a:pPr algn="ctr">
              <a:spcBef>
                <a:spcPts val="0"/>
              </a:spcBef>
              <a:spcAft>
                <a:spcPts val="600"/>
              </a:spcAft>
            </a:pPr>
            <a:r>
              <a:rPr lang="pt-BR" sz="600" kern="0">
                <a:solidFill>
                  <a:schemeClr val="accent6"/>
                </a:solidFill>
              </a:rPr>
              <a:t>Campo das Vertentes</a:t>
            </a:r>
          </a:p>
        </p:txBody>
      </p:sp>
      <p:sp>
        <p:nvSpPr>
          <p:cNvPr id="211" name="CuadroTexto 210">
            <a:extLst>
              <a:ext uri="{FF2B5EF4-FFF2-40B4-BE49-F238E27FC236}">
                <a16:creationId xmlns:a16="http://schemas.microsoft.com/office/drawing/2014/main" id="{DAD06D6B-D9DD-08DD-C768-A487F42E51D9}"/>
              </a:ext>
            </a:extLst>
          </p:cNvPr>
          <p:cNvSpPr txBox="1"/>
          <p:nvPr/>
        </p:nvSpPr>
        <p:spPr bwMode="auto">
          <a:xfrm>
            <a:off x="8370851" y="3422840"/>
            <a:ext cx="905874" cy="89107"/>
          </a:xfrm>
          <a:prstGeom prst="rect">
            <a:avLst/>
          </a:prstGeom>
          <a:noFill/>
          <a:ln w="9525">
            <a:noFill/>
            <a:miter lim="800000"/>
            <a:headEnd/>
            <a:tailEnd/>
          </a:ln>
        </p:spPr>
        <p:txBody>
          <a:bodyPr vert="horz" wrap="square" lIns="0" tIns="0" rIns="0" bIns="0" numCol="1" rtlCol="0" anchor="ctr" anchorCtr="0" compatLnSpc="1">
            <a:prstTxWarp prst="textNoShape">
              <a:avLst/>
            </a:prstTxWarp>
            <a:spAutoFit/>
          </a:bodyPr>
          <a:lstStyle/>
          <a:p>
            <a:pPr algn="ctr">
              <a:spcBef>
                <a:spcPts val="0"/>
              </a:spcBef>
              <a:spcAft>
                <a:spcPts val="600"/>
              </a:spcAft>
            </a:pPr>
            <a:r>
              <a:rPr lang="pt-BR" sz="600" kern="0"/>
              <a:t>Oeste de </a:t>
            </a:r>
            <a:r>
              <a:rPr lang="pt-BR" sz="600" kern="0">
                <a:solidFill>
                  <a:schemeClr val="accent6"/>
                </a:solidFill>
              </a:rPr>
              <a:t>Minas</a:t>
            </a:r>
          </a:p>
        </p:txBody>
      </p:sp>
      <p:sp>
        <p:nvSpPr>
          <p:cNvPr id="212" name="CuadroTexto 211">
            <a:extLst>
              <a:ext uri="{FF2B5EF4-FFF2-40B4-BE49-F238E27FC236}">
                <a16:creationId xmlns:a16="http://schemas.microsoft.com/office/drawing/2014/main" id="{8159A0A4-4394-63C0-B066-2A2CD841D99C}"/>
              </a:ext>
            </a:extLst>
          </p:cNvPr>
          <p:cNvSpPr txBox="1"/>
          <p:nvPr/>
        </p:nvSpPr>
        <p:spPr bwMode="auto">
          <a:xfrm>
            <a:off x="6084317" y="3511946"/>
            <a:ext cx="905874" cy="89107"/>
          </a:xfrm>
          <a:prstGeom prst="rect">
            <a:avLst/>
          </a:prstGeom>
          <a:noFill/>
          <a:ln w="9525">
            <a:noFill/>
            <a:miter lim="800000"/>
            <a:headEnd/>
            <a:tailEnd/>
          </a:ln>
        </p:spPr>
        <p:txBody>
          <a:bodyPr vert="horz" wrap="square" lIns="0" tIns="0" rIns="0" bIns="0" numCol="1" rtlCol="0" anchor="ctr" anchorCtr="0" compatLnSpc="1">
            <a:prstTxWarp prst="textNoShape">
              <a:avLst/>
            </a:prstTxWarp>
            <a:spAutoFit/>
          </a:bodyPr>
          <a:lstStyle/>
          <a:p>
            <a:pPr algn="ctr">
              <a:spcBef>
                <a:spcPts val="0"/>
              </a:spcBef>
              <a:spcAft>
                <a:spcPts val="600"/>
              </a:spcAft>
            </a:pPr>
            <a:r>
              <a:rPr lang="pt-BR" sz="600" kern="0">
                <a:solidFill>
                  <a:schemeClr val="bg1">
                    <a:lumMod val="95000"/>
                  </a:schemeClr>
                </a:solidFill>
              </a:rPr>
              <a:t>São José do Rio Preto</a:t>
            </a:r>
          </a:p>
        </p:txBody>
      </p:sp>
      <p:sp>
        <p:nvSpPr>
          <p:cNvPr id="29" name="Rectangle 1007">
            <a:extLst>
              <a:ext uri="{FF2B5EF4-FFF2-40B4-BE49-F238E27FC236}">
                <a16:creationId xmlns:a16="http://schemas.microsoft.com/office/drawing/2014/main" id="{2C276D34-C141-4E55-AFBB-D5815ACF9614}"/>
              </a:ext>
            </a:extLst>
          </p:cNvPr>
          <p:cNvSpPr/>
          <p:nvPr/>
        </p:nvSpPr>
        <p:spPr>
          <a:xfrm>
            <a:off x="-1" y="985294"/>
            <a:ext cx="5711367" cy="5051970"/>
          </a:xfrm>
          <a:prstGeom prst="rect">
            <a:avLst/>
          </a:prstGeom>
          <a:solidFill>
            <a:schemeClr val="bg2">
              <a:lumMod val="95000"/>
            </a:schemeClr>
          </a:solidFill>
          <a:ln w="12700">
            <a:noFill/>
            <a:miter lim="400000"/>
          </a:ln>
          <a:effectLst/>
        </p:spPr>
        <p:txBody>
          <a:bodyPr lIns="108000" tIns="72000" rIns="108000" bIns="72000" rtlCol="0" anchor="ctr" anchorCtr="1"/>
          <a:lstStyle/>
          <a:p>
            <a:pPr marL="0" lvl="1">
              <a:spcBef>
                <a:spcPts val="600"/>
              </a:spcBef>
              <a:spcAft>
                <a:spcPts val="0"/>
              </a:spcAft>
              <a:buClrTx/>
            </a:pPr>
            <a:endParaRPr lang="pt-BR" sz="1300" dirty="0">
              <a:latin typeface="+mj-lt"/>
            </a:endParaRPr>
          </a:p>
        </p:txBody>
      </p:sp>
      <p:sp>
        <p:nvSpPr>
          <p:cNvPr id="3" name="Título 2">
            <a:extLst>
              <a:ext uri="{FF2B5EF4-FFF2-40B4-BE49-F238E27FC236}">
                <a16:creationId xmlns:a16="http://schemas.microsoft.com/office/drawing/2014/main" id="{5495184C-2FEC-134A-0EA2-79882024C713}"/>
              </a:ext>
            </a:extLst>
          </p:cNvPr>
          <p:cNvSpPr>
            <a:spLocks noGrp="1"/>
          </p:cNvSpPr>
          <p:nvPr>
            <p:ph type="title"/>
          </p:nvPr>
        </p:nvSpPr>
        <p:spPr>
          <a:xfrm>
            <a:off x="479425" y="225425"/>
            <a:ext cx="11485563" cy="615553"/>
          </a:xfrm>
        </p:spPr>
        <p:txBody>
          <a:bodyPr vert="horz"/>
          <a:lstStyle/>
          <a:p>
            <a:r>
              <a:rPr lang="pt-BR"/>
              <a:t>A mina de Pratápolis está próxima à regiões com foco em cana-de-açúcar, soja, milho e café – maior potencial pode estar no Triângulo Mineiro</a:t>
            </a:r>
          </a:p>
        </p:txBody>
      </p:sp>
      <p:grpSp>
        <p:nvGrpSpPr>
          <p:cNvPr id="8" name="Group 17">
            <a:extLst>
              <a:ext uri="{FF2B5EF4-FFF2-40B4-BE49-F238E27FC236}">
                <a16:creationId xmlns:a16="http://schemas.microsoft.com/office/drawing/2014/main" id="{0EE6D451-7A6F-7D9A-91F0-3AFFC85899A9}"/>
              </a:ext>
            </a:extLst>
          </p:cNvPr>
          <p:cNvGrpSpPr/>
          <p:nvPr/>
        </p:nvGrpSpPr>
        <p:grpSpPr>
          <a:xfrm>
            <a:off x="5977493" y="1098220"/>
            <a:ext cx="5987495" cy="636516"/>
            <a:chOff x="420586" y="1084131"/>
            <a:chExt cx="11351885" cy="636516"/>
          </a:xfrm>
        </p:grpSpPr>
        <p:cxnSp>
          <p:nvCxnSpPr>
            <p:cNvPr id="9" name="AutoShape 249">
              <a:extLst>
                <a:ext uri="{FF2B5EF4-FFF2-40B4-BE49-F238E27FC236}">
                  <a16:creationId xmlns:a16="http://schemas.microsoft.com/office/drawing/2014/main" id="{7629D9E2-DE01-B338-1819-5E17EB73DB9A}"/>
                </a:ext>
              </a:extLst>
            </p:cNvPr>
            <p:cNvCxnSpPr>
              <a:cxnSpLocks noChangeShapeType="1"/>
            </p:cNvCxnSpPr>
            <p:nvPr/>
          </p:nvCxnSpPr>
          <p:spPr bwMode="auto">
            <a:xfrm>
              <a:off x="420586" y="1720647"/>
              <a:ext cx="11351885" cy="0"/>
            </a:xfrm>
            <a:prstGeom prst="straightConnector1">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10" name="Rectangle 8">
              <a:extLst>
                <a:ext uri="{FF2B5EF4-FFF2-40B4-BE49-F238E27FC236}">
                  <a16:creationId xmlns:a16="http://schemas.microsoft.com/office/drawing/2014/main" id="{7468901B-60C4-9138-3305-AD376A2C3254}"/>
                </a:ext>
              </a:extLst>
            </p:cNvPr>
            <p:cNvSpPr>
              <a:spLocks noChangeArrowheads="1"/>
            </p:cNvSpPr>
            <p:nvPr/>
          </p:nvSpPr>
          <p:spPr bwMode="auto">
            <a:xfrm>
              <a:off x="420586" y="1084131"/>
              <a:ext cx="11351885" cy="63651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36000" anchor="b">
              <a:spAutoFit/>
            </a:bodyPr>
            <a:lstStyle>
              <a:lvl1pPr defTabSz="787400" eaLnBrk="0" hangingPunct="0">
                <a:defRPr sz="1600">
                  <a:solidFill>
                    <a:schemeClr val="tx1"/>
                  </a:solidFill>
                  <a:latin typeface="Arial" charset="0"/>
                  <a:ea typeface="-윤고딕130" pitchFamily="18" charset="-127"/>
                </a:defRPr>
              </a:lvl1pPr>
              <a:lvl2pPr marL="742950" indent="-285750" defTabSz="787400" eaLnBrk="0" hangingPunct="0">
                <a:defRPr sz="1600">
                  <a:solidFill>
                    <a:schemeClr val="tx1"/>
                  </a:solidFill>
                  <a:latin typeface="Arial" charset="0"/>
                  <a:ea typeface="-윤고딕130" pitchFamily="18" charset="-127"/>
                </a:defRPr>
              </a:lvl2pPr>
              <a:lvl3pPr marL="1143000" indent="-228600" defTabSz="787400" eaLnBrk="0" hangingPunct="0">
                <a:defRPr sz="1600">
                  <a:solidFill>
                    <a:schemeClr val="tx1"/>
                  </a:solidFill>
                  <a:latin typeface="Arial" charset="0"/>
                  <a:ea typeface="-윤고딕130" pitchFamily="18" charset="-127"/>
                </a:defRPr>
              </a:lvl3pPr>
              <a:lvl4pPr marL="1600200" indent="-228600" defTabSz="787400" eaLnBrk="0" hangingPunct="0">
                <a:defRPr sz="1600">
                  <a:solidFill>
                    <a:schemeClr val="tx1"/>
                  </a:solidFill>
                  <a:latin typeface="Arial" charset="0"/>
                  <a:ea typeface="-윤고딕130" pitchFamily="18" charset="-127"/>
                </a:defRPr>
              </a:lvl4pPr>
              <a:lvl5pPr marL="2057400" indent="-228600" defTabSz="787400" eaLnBrk="0" hangingPunct="0">
                <a:defRPr sz="1600">
                  <a:solidFill>
                    <a:schemeClr val="tx1"/>
                  </a:solidFill>
                  <a:latin typeface="Arial" charset="0"/>
                  <a:ea typeface="-윤고딕130" pitchFamily="18" charset="-127"/>
                </a:defRPr>
              </a:lvl5pPr>
              <a:lvl6pPr marL="2514600" indent="-228600" defTabSz="787400" eaLnBrk="0" fontAlgn="base" hangingPunct="0">
                <a:spcBef>
                  <a:spcPct val="0"/>
                </a:spcBef>
                <a:spcAft>
                  <a:spcPct val="0"/>
                </a:spcAft>
                <a:defRPr sz="1600">
                  <a:solidFill>
                    <a:schemeClr val="tx1"/>
                  </a:solidFill>
                  <a:latin typeface="Arial" charset="0"/>
                  <a:ea typeface="-윤고딕130" pitchFamily="18" charset="-127"/>
                </a:defRPr>
              </a:lvl6pPr>
              <a:lvl7pPr marL="2971800" indent="-228600" defTabSz="787400" eaLnBrk="0" fontAlgn="base" hangingPunct="0">
                <a:spcBef>
                  <a:spcPct val="0"/>
                </a:spcBef>
                <a:spcAft>
                  <a:spcPct val="0"/>
                </a:spcAft>
                <a:defRPr sz="1600">
                  <a:solidFill>
                    <a:schemeClr val="tx1"/>
                  </a:solidFill>
                  <a:latin typeface="Arial" charset="0"/>
                  <a:ea typeface="-윤고딕130" pitchFamily="18" charset="-127"/>
                </a:defRPr>
              </a:lvl7pPr>
              <a:lvl8pPr marL="3429000" indent="-228600" defTabSz="787400" eaLnBrk="0" fontAlgn="base" hangingPunct="0">
                <a:spcBef>
                  <a:spcPct val="0"/>
                </a:spcBef>
                <a:spcAft>
                  <a:spcPct val="0"/>
                </a:spcAft>
                <a:defRPr sz="1600">
                  <a:solidFill>
                    <a:schemeClr val="tx1"/>
                  </a:solidFill>
                  <a:latin typeface="Arial" charset="0"/>
                  <a:ea typeface="-윤고딕130" pitchFamily="18" charset="-127"/>
                </a:defRPr>
              </a:lvl8pPr>
              <a:lvl9pPr marL="3886200" indent="-228600" defTabSz="787400" eaLnBrk="0" fontAlgn="base" hangingPunct="0">
                <a:spcBef>
                  <a:spcPct val="0"/>
                </a:spcBef>
                <a:spcAft>
                  <a:spcPct val="0"/>
                </a:spcAft>
                <a:defRPr sz="1600">
                  <a:solidFill>
                    <a:schemeClr val="tx1"/>
                  </a:solidFill>
                  <a:latin typeface="Arial" charset="0"/>
                  <a:ea typeface="-윤고딕130" pitchFamily="18" charset="-127"/>
                </a:defRPr>
              </a:lvl9pPr>
            </a:lstStyle>
            <a:p>
              <a:pPr marL="0" marR="0" lvl="0" indent="0" algn="l" defTabSz="787400" rtl="0" eaLnBrk="1" fontAlgn="auto" latinLnBrk="0" hangingPunct="1">
                <a:lnSpc>
                  <a:spcPct val="100000"/>
                </a:lnSpc>
                <a:spcBef>
                  <a:spcPts val="0"/>
                </a:spcBef>
                <a:spcAft>
                  <a:spcPts val="0"/>
                </a:spcAft>
                <a:buClrTx/>
                <a:buSzPct val="120000"/>
                <a:buFontTx/>
                <a:buNone/>
                <a:tabLst/>
                <a:defRPr/>
              </a:pPr>
              <a:r>
                <a:rPr kumimoji="0" lang="pt-BR" altLang="zh-CN" sz="1300" b="1" i="0" u="none" strike="noStrike" kern="1200" cap="none" spc="0" normalizeH="0" baseline="0" noProof="0">
                  <a:ln>
                    <a:noFill/>
                  </a:ln>
                  <a:solidFill>
                    <a:srgbClr val="020E66"/>
                  </a:solidFill>
                  <a:effectLst/>
                  <a:uLnTx/>
                  <a:uFillTx/>
                  <a:latin typeface="+mj-lt"/>
                </a:rPr>
                <a:t>Consumo² potencial estimado de P2O5 nas mesorregiões ao redor </a:t>
              </a:r>
              <a:r>
                <a:rPr lang="pt-BR" altLang="zh-CN" sz="1300" b="1">
                  <a:solidFill>
                    <a:srgbClr val="020E66"/>
                  </a:solidFill>
                  <a:latin typeface="+mj-lt"/>
                </a:rPr>
                <a:t>de Pratápolis</a:t>
              </a:r>
            </a:p>
            <a:p>
              <a:pPr marL="0" marR="0" lvl="0" indent="0" algn="l" defTabSz="787400" rtl="0" eaLnBrk="1" fontAlgn="auto" latinLnBrk="0" hangingPunct="1">
                <a:lnSpc>
                  <a:spcPct val="100000"/>
                </a:lnSpc>
                <a:spcBef>
                  <a:spcPts val="0"/>
                </a:spcBef>
                <a:spcAft>
                  <a:spcPts val="0"/>
                </a:spcAft>
                <a:buClrTx/>
                <a:buSzPct val="120000"/>
                <a:buFontTx/>
                <a:buNone/>
                <a:tabLst/>
                <a:defRPr/>
              </a:pPr>
              <a:r>
                <a:rPr lang="pt-BR" altLang="zh-CN" sz="1300">
                  <a:solidFill>
                    <a:schemeClr val="accent6"/>
                  </a:solidFill>
                  <a:latin typeface="+mj-lt"/>
                </a:rPr>
                <a:t>Mil toneladas por mesorregião/ano</a:t>
              </a:r>
              <a:endParaRPr kumimoji="0" lang="pt-BR" altLang="zh-CN" sz="1300" i="0" u="none" strike="noStrike" kern="1200" cap="none" spc="0" normalizeH="0" baseline="0" noProof="0">
                <a:ln>
                  <a:noFill/>
                </a:ln>
                <a:solidFill>
                  <a:schemeClr val="accent6"/>
                </a:solidFill>
                <a:effectLst/>
                <a:uLnTx/>
                <a:uFillTx/>
                <a:latin typeface="+mj-lt"/>
              </a:endParaRPr>
            </a:p>
          </p:txBody>
        </p:sp>
      </p:grpSp>
      <p:grpSp>
        <p:nvGrpSpPr>
          <p:cNvPr id="30" name="Group 17">
            <a:extLst>
              <a:ext uri="{FF2B5EF4-FFF2-40B4-BE49-F238E27FC236}">
                <a16:creationId xmlns:a16="http://schemas.microsoft.com/office/drawing/2014/main" id="{FF3D2E70-6566-483A-FBC6-41664B7C7828}"/>
              </a:ext>
            </a:extLst>
          </p:cNvPr>
          <p:cNvGrpSpPr/>
          <p:nvPr/>
        </p:nvGrpSpPr>
        <p:grpSpPr>
          <a:xfrm>
            <a:off x="293688" y="1098220"/>
            <a:ext cx="5081457" cy="636516"/>
            <a:chOff x="420586" y="1084131"/>
            <a:chExt cx="11351885" cy="636516"/>
          </a:xfrm>
        </p:grpSpPr>
        <p:cxnSp>
          <p:nvCxnSpPr>
            <p:cNvPr id="31" name="AutoShape 249">
              <a:extLst>
                <a:ext uri="{FF2B5EF4-FFF2-40B4-BE49-F238E27FC236}">
                  <a16:creationId xmlns:a16="http://schemas.microsoft.com/office/drawing/2014/main" id="{C21343CB-99A1-0D80-F7AB-4C0E0B660EE3}"/>
                </a:ext>
              </a:extLst>
            </p:cNvPr>
            <p:cNvCxnSpPr>
              <a:cxnSpLocks noChangeShapeType="1"/>
            </p:cNvCxnSpPr>
            <p:nvPr/>
          </p:nvCxnSpPr>
          <p:spPr bwMode="auto">
            <a:xfrm>
              <a:off x="420586" y="1720647"/>
              <a:ext cx="11351885" cy="0"/>
            </a:xfrm>
            <a:prstGeom prst="straightConnector1">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32" name="Rectangle 8">
              <a:extLst>
                <a:ext uri="{FF2B5EF4-FFF2-40B4-BE49-F238E27FC236}">
                  <a16:creationId xmlns:a16="http://schemas.microsoft.com/office/drawing/2014/main" id="{29D7AAE3-0C0D-758A-3219-C9B586932661}"/>
                </a:ext>
              </a:extLst>
            </p:cNvPr>
            <p:cNvSpPr>
              <a:spLocks noChangeArrowheads="1"/>
            </p:cNvSpPr>
            <p:nvPr/>
          </p:nvSpPr>
          <p:spPr bwMode="auto">
            <a:xfrm>
              <a:off x="420586" y="1084131"/>
              <a:ext cx="11351885" cy="63651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36000" anchor="b">
              <a:spAutoFit/>
            </a:bodyPr>
            <a:lstStyle>
              <a:lvl1pPr defTabSz="787400" eaLnBrk="0" hangingPunct="0">
                <a:defRPr sz="1600">
                  <a:solidFill>
                    <a:schemeClr val="tx1"/>
                  </a:solidFill>
                  <a:latin typeface="Arial" charset="0"/>
                  <a:ea typeface="-윤고딕130" pitchFamily="18" charset="-127"/>
                </a:defRPr>
              </a:lvl1pPr>
              <a:lvl2pPr marL="742950" indent="-285750" defTabSz="787400" eaLnBrk="0" hangingPunct="0">
                <a:defRPr sz="1600">
                  <a:solidFill>
                    <a:schemeClr val="tx1"/>
                  </a:solidFill>
                  <a:latin typeface="Arial" charset="0"/>
                  <a:ea typeface="-윤고딕130" pitchFamily="18" charset="-127"/>
                </a:defRPr>
              </a:lvl2pPr>
              <a:lvl3pPr marL="1143000" indent="-228600" defTabSz="787400" eaLnBrk="0" hangingPunct="0">
                <a:defRPr sz="1600">
                  <a:solidFill>
                    <a:schemeClr val="tx1"/>
                  </a:solidFill>
                  <a:latin typeface="Arial" charset="0"/>
                  <a:ea typeface="-윤고딕130" pitchFamily="18" charset="-127"/>
                </a:defRPr>
              </a:lvl3pPr>
              <a:lvl4pPr marL="1600200" indent="-228600" defTabSz="787400" eaLnBrk="0" hangingPunct="0">
                <a:defRPr sz="1600">
                  <a:solidFill>
                    <a:schemeClr val="tx1"/>
                  </a:solidFill>
                  <a:latin typeface="Arial" charset="0"/>
                  <a:ea typeface="-윤고딕130" pitchFamily="18" charset="-127"/>
                </a:defRPr>
              </a:lvl4pPr>
              <a:lvl5pPr marL="2057400" indent="-228600" defTabSz="787400" eaLnBrk="0" hangingPunct="0">
                <a:defRPr sz="1600">
                  <a:solidFill>
                    <a:schemeClr val="tx1"/>
                  </a:solidFill>
                  <a:latin typeface="Arial" charset="0"/>
                  <a:ea typeface="-윤고딕130" pitchFamily="18" charset="-127"/>
                </a:defRPr>
              </a:lvl5pPr>
              <a:lvl6pPr marL="2514600" indent="-228600" defTabSz="787400" eaLnBrk="0" fontAlgn="base" hangingPunct="0">
                <a:spcBef>
                  <a:spcPct val="0"/>
                </a:spcBef>
                <a:spcAft>
                  <a:spcPct val="0"/>
                </a:spcAft>
                <a:defRPr sz="1600">
                  <a:solidFill>
                    <a:schemeClr val="tx1"/>
                  </a:solidFill>
                  <a:latin typeface="Arial" charset="0"/>
                  <a:ea typeface="-윤고딕130" pitchFamily="18" charset="-127"/>
                </a:defRPr>
              </a:lvl6pPr>
              <a:lvl7pPr marL="2971800" indent="-228600" defTabSz="787400" eaLnBrk="0" fontAlgn="base" hangingPunct="0">
                <a:spcBef>
                  <a:spcPct val="0"/>
                </a:spcBef>
                <a:spcAft>
                  <a:spcPct val="0"/>
                </a:spcAft>
                <a:defRPr sz="1600">
                  <a:solidFill>
                    <a:schemeClr val="tx1"/>
                  </a:solidFill>
                  <a:latin typeface="Arial" charset="0"/>
                  <a:ea typeface="-윤고딕130" pitchFamily="18" charset="-127"/>
                </a:defRPr>
              </a:lvl7pPr>
              <a:lvl8pPr marL="3429000" indent="-228600" defTabSz="787400" eaLnBrk="0" fontAlgn="base" hangingPunct="0">
                <a:spcBef>
                  <a:spcPct val="0"/>
                </a:spcBef>
                <a:spcAft>
                  <a:spcPct val="0"/>
                </a:spcAft>
                <a:defRPr sz="1600">
                  <a:solidFill>
                    <a:schemeClr val="tx1"/>
                  </a:solidFill>
                  <a:latin typeface="Arial" charset="0"/>
                  <a:ea typeface="-윤고딕130" pitchFamily="18" charset="-127"/>
                </a:defRPr>
              </a:lvl8pPr>
              <a:lvl9pPr marL="3886200" indent="-228600" defTabSz="787400" eaLnBrk="0" fontAlgn="base" hangingPunct="0">
                <a:spcBef>
                  <a:spcPct val="0"/>
                </a:spcBef>
                <a:spcAft>
                  <a:spcPct val="0"/>
                </a:spcAft>
                <a:defRPr sz="1600">
                  <a:solidFill>
                    <a:schemeClr val="tx1"/>
                  </a:solidFill>
                  <a:latin typeface="Arial" charset="0"/>
                  <a:ea typeface="-윤고딕130" pitchFamily="18" charset="-127"/>
                </a:defRPr>
              </a:lvl9pPr>
            </a:lstStyle>
            <a:p>
              <a:pPr marL="0" marR="0" lvl="0" indent="0" algn="l" defTabSz="787400" rtl="0" eaLnBrk="1" fontAlgn="auto" latinLnBrk="0" hangingPunct="1">
                <a:lnSpc>
                  <a:spcPct val="100000"/>
                </a:lnSpc>
                <a:spcBef>
                  <a:spcPts val="0"/>
                </a:spcBef>
                <a:spcAft>
                  <a:spcPts val="0"/>
                </a:spcAft>
                <a:buClrTx/>
                <a:buSzPct val="120000"/>
                <a:buFontTx/>
                <a:buNone/>
                <a:tabLst/>
                <a:defRPr/>
              </a:pPr>
              <a:r>
                <a:rPr kumimoji="0" lang="pt-BR" altLang="zh-CN" sz="1300" b="1" i="0" u="none" strike="noStrike" kern="1200" cap="none" spc="0" normalizeH="0" baseline="0" noProof="0" dirty="0">
                  <a:ln>
                    <a:noFill/>
                  </a:ln>
                  <a:solidFill>
                    <a:srgbClr val="020E66"/>
                  </a:solidFill>
                  <a:effectLst/>
                  <a:uLnTx/>
                  <a:uFillTx/>
                  <a:latin typeface="+mj-lt"/>
                </a:rPr>
                <a:t>Principais culturas produzidas nas mesorregiões ao redor¹ </a:t>
              </a:r>
              <a:r>
                <a:rPr lang="pt-BR" altLang="zh-CN" sz="1300" b="1" dirty="0">
                  <a:solidFill>
                    <a:srgbClr val="020E66"/>
                  </a:solidFill>
                  <a:latin typeface="+mj-lt"/>
                </a:rPr>
                <a:t>de Pratápolis </a:t>
              </a:r>
            </a:p>
            <a:p>
              <a:pPr marL="0" marR="0" lvl="0" indent="0" algn="l" defTabSz="787400" rtl="0" eaLnBrk="1" fontAlgn="auto" latinLnBrk="0" hangingPunct="1">
                <a:lnSpc>
                  <a:spcPct val="100000"/>
                </a:lnSpc>
                <a:spcBef>
                  <a:spcPts val="0"/>
                </a:spcBef>
                <a:spcAft>
                  <a:spcPts val="0"/>
                </a:spcAft>
                <a:buClrTx/>
                <a:buSzPct val="120000"/>
                <a:buFontTx/>
                <a:buNone/>
                <a:tabLst/>
                <a:defRPr/>
              </a:pPr>
              <a:r>
                <a:rPr lang="pt-BR" altLang="zh-CN" sz="1300" dirty="0">
                  <a:solidFill>
                    <a:schemeClr val="accent6"/>
                  </a:solidFill>
                  <a:latin typeface="+mj-lt"/>
                </a:rPr>
                <a:t>Área plantada (mil hectares)</a:t>
              </a:r>
              <a:endParaRPr kumimoji="0" lang="pt-BR" altLang="zh-CN" sz="1300" i="0" u="none" strike="noStrike" kern="1200" cap="none" spc="0" normalizeH="0" baseline="0" noProof="0" dirty="0">
                <a:ln>
                  <a:noFill/>
                </a:ln>
                <a:solidFill>
                  <a:schemeClr val="accent6"/>
                </a:solidFill>
                <a:effectLst/>
                <a:uLnTx/>
                <a:uFillTx/>
                <a:latin typeface="+mj-lt"/>
              </a:endParaRPr>
            </a:p>
          </p:txBody>
        </p:sp>
      </p:grpSp>
      <p:sp>
        <p:nvSpPr>
          <p:cNvPr id="65" name="Forma libre: forma 64">
            <a:extLst>
              <a:ext uri="{FF2B5EF4-FFF2-40B4-BE49-F238E27FC236}">
                <a16:creationId xmlns:a16="http://schemas.microsoft.com/office/drawing/2014/main" id="{9CB8D62D-9D16-14AE-DED8-2441B2443613}"/>
              </a:ext>
            </a:extLst>
          </p:cNvPr>
          <p:cNvSpPr/>
          <p:nvPr/>
        </p:nvSpPr>
        <p:spPr>
          <a:xfrm>
            <a:off x="384199" y="2282574"/>
            <a:ext cx="262266" cy="289716"/>
          </a:xfrm>
          <a:custGeom>
            <a:avLst/>
            <a:gdLst>
              <a:gd name="connsiteX0" fmla="*/ 91208 w 398364"/>
              <a:gd name="connsiteY0" fmla="*/ 108840 h 418059"/>
              <a:gd name="connsiteX1" fmla="*/ 74235 w 398364"/>
              <a:gd name="connsiteY1" fmla="*/ 133769 h 418059"/>
              <a:gd name="connsiteX2" fmla="*/ 106589 w 398364"/>
              <a:gd name="connsiteY2" fmla="*/ 111492 h 418059"/>
              <a:gd name="connsiteX3" fmla="*/ 91208 w 398364"/>
              <a:gd name="connsiteY3" fmla="*/ 108840 h 418059"/>
              <a:gd name="connsiteX4" fmla="*/ 170767 w 398364"/>
              <a:gd name="connsiteY4" fmla="*/ 337440 h 418059"/>
              <a:gd name="connsiteX5" fmla="*/ 186679 w 398364"/>
              <a:gd name="connsiteY5" fmla="*/ 337440 h 418059"/>
              <a:gd name="connsiteX6" fmla="*/ 191983 w 398364"/>
              <a:gd name="connsiteY6" fmla="*/ 342744 h 418059"/>
              <a:gd name="connsiteX7" fmla="*/ 191983 w 398364"/>
              <a:gd name="connsiteY7" fmla="*/ 412225 h 418059"/>
              <a:gd name="connsiteX8" fmla="*/ 186679 w 398364"/>
              <a:gd name="connsiteY8" fmla="*/ 418060 h 418059"/>
              <a:gd name="connsiteX9" fmla="*/ 170767 w 398364"/>
              <a:gd name="connsiteY9" fmla="*/ 418060 h 418059"/>
              <a:gd name="connsiteX10" fmla="*/ 164933 w 398364"/>
              <a:gd name="connsiteY10" fmla="*/ 412225 h 418059"/>
              <a:gd name="connsiteX11" fmla="*/ 164933 w 398364"/>
              <a:gd name="connsiteY11" fmla="*/ 342744 h 418059"/>
              <a:gd name="connsiteX12" fmla="*/ 170767 w 398364"/>
              <a:gd name="connsiteY12" fmla="*/ 337440 h 418059"/>
              <a:gd name="connsiteX13" fmla="*/ 186679 w 398364"/>
              <a:gd name="connsiteY13" fmla="*/ 342744 h 418059"/>
              <a:gd name="connsiteX14" fmla="*/ 170767 w 398364"/>
              <a:gd name="connsiteY14" fmla="*/ 342744 h 418059"/>
              <a:gd name="connsiteX15" fmla="*/ 170767 w 398364"/>
              <a:gd name="connsiteY15" fmla="*/ 412225 h 418059"/>
              <a:gd name="connsiteX16" fmla="*/ 186679 w 398364"/>
              <a:gd name="connsiteY16" fmla="*/ 412225 h 418059"/>
              <a:gd name="connsiteX17" fmla="*/ 186679 w 398364"/>
              <a:gd name="connsiteY17" fmla="*/ 342744 h 418059"/>
              <a:gd name="connsiteX18" fmla="*/ 170767 w 398364"/>
              <a:gd name="connsiteY18" fmla="*/ 255229 h 418059"/>
              <a:gd name="connsiteX19" fmla="*/ 186679 w 398364"/>
              <a:gd name="connsiteY19" fmla="*/ 255229 h 418059"/>
              <a:gd name="connsiteX20" fmla="*/ 191983 w 398364"/>
              <a:gd name="connsiteY20" fmla="*/ 261063 h 418059"/>
              <a:gd name="connsiteX21" fmla="*/ 191983 w 398364"/>
              <a:gd name="connsiteY21" fmla="*/ 330545 h 418059"/>
              <a:gd name="connsiteX22" fmla="*/ 186679 w 398364"/>
              <a:gd name="connsiteY22" fmla="*/ 335849 h 418059"/>
              <a:gd name="connsiteX23" fmla="*/ 170767 w 398364"/>
              <a:gd name="connsiteY23" fmla="*/ 335849 h 418059"/>
              <a:gd name="connsiteX24" fmla="*/ 164933 w 398364"/>
              <a:gd name="connsiteY24" fmla="*/ 330545 h 418059"/>
              <a:gd name="connsiteX25" fmla="*/ 164933 w 398364"/>
              <a:gd name="connsiteY25" fmla="*/ 261063 h 418059"/>
              <a:gd name="connsiteX26" fmla="*/ 170767 w 398364"/>
              <a:gd name="connsiteY26" fmla="*/ 255229 h 418059"/>
              <a:gd name="connsiteX27" fmla="*/ 186679 w 398364"/>
              <a:gd name="connsiteY27" fmla="*/ 261063 h 418059"/>
              <a:gd name="connsiteX28" fmla="*/ 170767 w 398364"/>
              <a:gd name="connsiteY28" fmla="*/ 261063 h 418059"/>
              <a:gd name="connsiteX29" fmla="*/ 170767 w 398364"/>
              <a:gd name="connsiteY29" fmla="*/ 330545 h 418059"/>
              <a:gd name="connsiteX30" fmla="*/ 186679 w 398364"/>
              <a:gd name="connsiteY30" fmla="*/ 330545 h 418059"/>
              <a:gd name="connsiteX31" fmla="*/ 186679 w 398364"/>
              <a:gd name="connsiteY31" fmla="*/ 261063 h 418059"/>
              <a:gd name="connsiteX32" fmla="*/ 191983 w 398364"/>
              <a:gd name="connsiteY32" fmla="*/ 186808 h 418059"/>
              <a:gd name="connsiteX33" fmla="*/ 191983 w 398364"/>
              <a:gd name="connsiteY33" fmla="*/ 248334 h 418059"/>
              <a:gd name="connsiteX34" fmla="*/ 186679 w 398364"/>
              <a:gd name="connsiteY34" fmla="*/ 254168 h 418059"/>
              <a:gd name="connsiteX35" fmla="*/ 170767 w 398364"/>
              <a:gd name="connsiteY35" fmla="*/ 254168 h 418059"/>
              <a:gd name="connsiteX36" fmla="*/ 164933 w 398364"/>
              <a:gd name="connsiteY36" fmla="*/ 248334 h 418059"/>
              <a:gd name="connsiteX37" fmla="*/ 164933 w 398364"/>
              <a:gd name="connsiteY37" fmla="*/ 189460 h 418059"/>
              <a:gd name="connsiteX38" fmla="*/ 145308 w 398364"/>
              <a:gd name="connsiteY38" fmla="*/ 151272 h 418059"/>
              <a:gd name="connsiteX39" fmla="*/ 106589 w 398364"/>
              <a:gd name="connsiteY39" fmla="*/ 210676 h 418059"/>
              <a:gd name="connsiteX40" fmla="*/ 89617 w 398364"/>
              <a:gd name="connsiteY40" fmla="*/ 221814 h 418059"/>
              <a:gd name="connsiteX41" fmla="*/ 122501 w 398364"/>
              <a:gd name="connsiteY41" fmla="*/ 138012 h 418059"/>
              <a:gd name="connsiteX42" fmla="*/ 54611 w 398364"/>
              <a:gd name="connsiteY42" fmla="*/ 210676 h 418059"/>
              <a:gd name="connsiteX43" fmla="*/ 39760 w 398364"/>
              <a:gd name="connsiteY43" fmla="*/ 210145 h 418059"/>
              <a:gd name="connsiteX44" fmla="*/ 83252 w 398364"/>
              <a:gd name="connsiteY44" fmla="*/ 109370 h 418059"/>
              <a:gd name="connsiteX45" fmla="*/ 53019 w 398364"/>
              <a:gd name="connsiteY45" fmla="*/ 124752 h 418059"/>
              <a:gd name="connsiteX46" fmla="*/ 11649 w 398364"/>
              <a:gd name="connsiteY46" fmla="*/ 170366 h 418059"/>
              <a:gd name="connsiteX47" fmla="*/ 2102 w 398364"/>
              <a:gd name="connsiteY47" fmla="*/ 167714 h 418059"/>
              <a:gd name="connsiteX48" fmla="*/ 119849 w 398364"/>
              <a:gd name="connsiteY48" fmla="*/ 79138 h 418059"/>
              <a:gd name="connsiteX49" fmla="*/ 155386 w 398364"/>
              <a:gd name="connsiteY49" fmla="*/ 74364 h 418059"/>
              <a:gd name="connsiteX50" fmla="*/ 101285 w 398364"/>
              <a:gd name="connsiteY50" fmla="*/ 8596 h 418059"/>
              <a:gd name="connsiteX51" fmla="*/ 101816 w 398364"/>
              <a:gd name="connsiteY51" fmla="*/ 1700 h 418059"/>
              <a:gd name="connsiteX52" fmla="*/ 186148 w 398364"/>
              <a:gd name="connsiteY52" fmla="*/ 68530 h 418059"/>
              <a:gd name="connsiteX53" fmla="*/ 193044 w 398364"/>
              <a:gd name="connsiteY53" fmla="*/ 92398 h 418059"/>
              <a:gd name="connsiteX54" fmla="*/ 204182 w 398364"/>
              <a:gd name="connsiteY54" fmla="*/ 69061 h 418059"/>
              <a:gd name="connsiteX55" fmla="*/ 153264 w 398364"/>
              <a:gd name="connsiteY55" fmla="*/ 8596 h 418059"/>
              <a:gd name="connsiteX56" fmla="*/ 152203 w 398364"/>
              <a:gd name="connsiteY56" fmla="*/ 1700 h 418059"/>
              <a:gd name="connsiteX57" fmla="*/ 223806 w 398364"/>
              <a:gd name="connsiteY57" fmla="*/ 39889 h 418059"/>
              <a:gd name="connsiteX58" fmla="*/ 278437 w 398364"/>
              <a:gd name="connsiteY58" fmla="*/ 13900 h 418059"/>
              <a:gd name="connsiteX59" fmla="*/ 277376 w 398364"/>
              <a:gd name="connsiteY59" fmla="*/ 21325 h 418059"/>
              <a:gd name="connsiteX60" fmla="*/ 235475 w 398364"/>
              <a:gd name="connsiteY60" fmla="*/ 62696 h 418059"/>
              <a:gd name="connsiteX61" fmla="*/ 243961 w 398364"/>
              <a:gd name="connsiteY61" fmla="*/ 89215 h 418059"/>
              <a:gd name="connsiteX62" fmla="*/ 246613 w 398364"/>
              <a:gd name="connsiteY62" fmla="*/ 88685 h 418059"/>
              <a:gd name="connsiteX63" fmla="*/ 330416 w 398364"/>
              <a:gd name="connsiteY63" fmla="*/ 13900 h 418059"/>
              <a:gd name="connsiteX64" fmla="*/ 328824 w 398364"/>
              <a:gd name="connsiteY64" fmla="*/ 21325 h 418059"/>
              <a:gd name="connsiteX65" fmla="*/ 271012 w 398364"/>
              <a:gd name="connsiteY65" fmla="*/ 86033 h 418059"/>
              <a:gd name="connsiteX66" fmla="*/ 291697 w 398364"/>
              <a:gd name="connsiteY66" fmla="*/ 91337 h 418059"/>
              <a:gd name="connsiteX67" fmla="*/ 398306 w 398364"/>
              <a:gd name="connsiteY67" fmla="*/ 209615 h 418059"/>
              <a:gd name="connsiteX68" fmla="*/ 382925 w 398364"/>
              <a:gd name="connsiteY68" fmla="*/ 195294 h 418059"/>
              <a:gd name="connsiteX69" fmla="*/ 319277 w 398364"/>
              <a:gd name="connsiteY69" fmla="*/ 114674 h 418059"/>
              <a:gd name="connsiteX70" fmla="*/ 346327 w 398364"/>
              <a:gd name="connsiteY70" fmla="*/ 209615 h 418059"/>
              <a:gd name="connsiteX71" fmla="*/ 330946 w 398364"/>
              <a:gd name="connsiteY71" fmla="*/ 195294 h 418059"/>
              <a:gd name="connsiteX72" fmla="*/ 292227 w 398364"/>
              <a:gd name="connsiteY72" fmla="*/ 125282 h 418059"/>
              <a:gd name="connsiteX73" fmla="*/ 249796 w 398364"/>
              <a:gd name="connsiteY73" fmla="*/ 177791 h 418059"/>
              <a:gd name="connsiteX74" fmla="*/ 243961 w 398364"/>
              <a:gd name="connsiteY74" fmla="*/ 186808 h 418059"/>
              <a:gd name="connsiteX75" fmla="*/ 243961 w 398364"/>
              <a:gd name="connsiteY75" fmla="*/ 248334 h 418059"/>
              <a:gd name="connsiteX76" fmla="*/ 238127 w 398364"/>
              <a:gd name="connsiteY76" fmla="*/ 254168 h 418059"/>
              <a:gd name="connsiteX77" fmla="*/ 222746 w 398364"/>
              <a:gd name="connsiteY77" fmla="*/ 254168 h 418059"/>
              <a:gd name="connsiteX78" fmla="*/ 216911 w 398364"/>
              <a:gd name="connsiteY78" fmla="*/ 248334 h 418059"/>
              <a:gd name="connsiteX79" fmla="*/ 216911 w 398364"/>
              <a:gd name="connsiteY79" fmla="*/ 189460 h 418059"/>
              <a:gd name="connsiteX80" fmla="*/ 205773 w 398364"/>
              <a:gd name="connsiteY80" fmla="*/ 166123 h 418059"/>
              <a:gd name="connsiteX81" fmla="*/ 197817 w 398364"/>
              <a:gd name="connsiteY81" fmla="*/ 177791 h 418059"/>
              <a:gd name="connsiteX82" fmla="*/ 191983 w 398364"/>
              <a:gd name="connsiteY82" fmla="*/ 186808 h 418059"/>
              <a:gd name="connsiteX83" fmla="*/ 170767 w 398364"/>
              <a:gd name="connsiteY83" fmla="*/ 201659 h 418059"/>
              <a:gd name="connsiteX84" fmla="*/ 170767 w 398364"/>
              <a:gd name="connsiteY84" fmla="*/ 248334 h 418059"/>
              <a:gd name="connsiteX85" fmla="*/ 186679 w 398364"/>
              <a:gd name="connsiteY85" fmla="*/ 248334 h 418059"/>
              <a:gd name="connsiteX86" fmla="*/ 186679 w 398364"/>
              <a:gd name="connsiteY86" fmla="*/ 195294 h 418059"/>
              <a:gd name="connsiteX87" fmla="*/ 178193 w 398364"/>
              <a:gd name="connsiteY87" fmla="*/ 204311 h 418059"/>
              <a:gd name="connsiteX88" fmla="*/ 177662 w 398364"/>
              <a:gd name="connsiteY88" fmla="*/ 200598 h 418059"/>
              <a:gd name="connsiteX89" fmla="*/ 176601 w 398364"/>
              <a:gd name="connsiteY89" fmla="*/ 202189 h 418059"/>
              <a:gd name="connsiteX90" fmla="*/ 174480 w 398364"/>
              <a:gd name="connsiteY90" fmla="*/ 207493 h 418059"/>
              <a:gd name="connsiteX91" fmla="*/ 170767 w 398364"/>
              <a:gd name="connsiteY91" fmla="*/ 201659 h 418059"/>
              <a:gd name="connsiteX92" fmla="*/ 179784 w 398364"/>
              <a:gd name="connsiteY92" fmla="*/ 173018 h 418059"/>
              <a:gd name="connsiteX93" fmla="*/ 190392 w 398364"/>
              <a:gd name="connsiteY93" fmla="*/ 145968 h 418059"/>
              <a:gd name="connsiteX94" fmla="*/ 180844 w 398364"/>
              <a:gd name="connsiteY94" fmla="*/ 70652 h 418059"/>
              <a:gd name="connsiteX95" fmla="*/ 107650 w 398364"/>
              <a:gd name="connsiteY95" fmla="*/ 6474 h 418059"/>
              <a:gd name="connsiteX96" fmla="*/ 173949 w 398364"/>
              <a:gd name="connsiteY96" fmla="*/ 111492 h 418059"/>
              <a:gd name="connsiteX97" fmla="*/ 178193 w 398364"/>
              <a:gd name="connsiteY97" fmla="*/ 166123 h 418059"/>
              <a:gd name="connsiteX98" fmla="*/ 179784 w 398364"/>
              <a:gd name="connsiteY98" fmla="*/ 173018 h 418059"/>
              <a:gd name="connsiteX99" fmla="*/ 196226 w 398364"/>
              <a:gd name="connsiteY99" fmla="*/ 134299 h 418059"/>
              <a:gd name="connsiteX100" fmla="*/ 206834 w 398364"/>
              <a:gd name="connsiteY100" fmla="*/ 118918 h 418059"/>
              <a:gd name="connsiteX101" fmla="*/ 204182 w 398364"/>
              <a:gd name="connsiteY101" fmla="*/ 114674 h 418059"/>
              <a:gd name="connsiteX102" fmla="*/ 196226 w 398364"/>
              <a:gd name="connsiteY102" fmla="*/ 134299 h 418059"/>
              <a:gd name="connsiteX103" fmla="*/ 211077 w 398364"/>
              <a:gd name="connsiteY103" fmla="*/ 114144 h 418059"/>
              <a:gd name="connsiteX104" fmla="*/ 218502 w 398364"/>
              <a:gd name="connsiteY104" fmla="*/ 106188 h 418059"/>
              <a:gd name="connsiteX105" fmla="*/ 214790 w 398364"/>
              <a:gd name="connsiteY105" fmla="*/ 93989 h 418059"/>
              <a:gd name="connsiteX106" fmla="*/ 207364 w 398364"/>
              <a:gd name="connsiteY106" fmla="*/ 108840 h 418059"/>
              <a:gd name="connsiteX107" fmla="*/ 211077 w 398364"/>
              <a:gd name="connsiteY107" fmla="*/ 114144 h 418059"/>
              <a:gd name="connsiteX108" fmla="*/ 223276 w 398364"/>
              <a:gd name="connsiteY108" fmla="*/ 101945 h 418059"/>
              <a:gd name="connsiteX109" fmla="*/ 238657 w 398364"/>
              <a:gd name="connsiteY109" fmla="*/ 91867 h 418059"/>
              <a:gd name="connsiteX110" fmla="*/ 231232 w 398364"/>
              <a:gd name="connsiteY110" fmla="*/ 68000 h 418059"/>
              <a:gd name="connsiteX111" fmla="*/ 218502 w 398364"/>
              <a:gd name="connsiteY111" fmla="*/ 87094 h 418059"/>
              <a:gd name="connsiteX112" fmla="*/ 223276 w 398364"/>
              <a:gd name="connsiteY112" fmla="*/ 101945 h 418059"/>
              <a:gd name="connsiteX113" fmla="*/ 253508 w 398364"/>
              <a:gd name="connsiteY113" fmla="*/ 87094 h 418059"/>
              <a:gd name="connsiteX114" fmla="*/ 264647 w 398364"/>
              <a:gd name="connsiteY114" fmla="*/ 86033 h 418059"/>
              <a:gd name="connsiteX115" fmla="*/ 326172 w 398364"/>
              <a:gd name="connsiteY115" fmla="*/ 18143 h 418059"/>
              <a:gd name="connsiteX116" fmla="*/ 253508 w 398364"/>
              <a:gd name="connsiteY116" fmla="*/ 87094 h 418059"/>
              <a:gd name="connsiteX117" fmla="*/ 298592 w 398364"/>
              <a:gd name="connsiteY117" fmla="*/ 94519 h 418059"/>
              <a:gd name="connsiteX118" fmla="*/ 315034 w 398364"/>
              <a:gd name="connsiteY118" fmla="*/ 108840 h 418059"/>
              <a:gd name="connsiteX119" fmla="*/ 388229 w 398364"/>
              <a:gd name="connsiteY119" fmla="*/ 193703 h 418059"/>
              <a:gd name="connsiteX120" fmla="*/ 392472 w 398364"/>
              <a:gd name="connsiteY120" fmla="*/ 210145 h 418059"/>
              <a:gd name="connsiteX121" fmla="*/ 298592 w 398364"/>
              <a:gd name="connsiteY121" fmla="*/ 94519 h 418059"/>
              <a:gd name="connsiteX122" fmla="*/ 287454 w 398364"/>
              <a:gd name="connsiteY122" fmla="*/ 121570 h 418059"/>
              <a:gd name="connsiteX123" fmla="*/ 269951 w 398364"/>
              <a:gd name="connsiteY123" fmla="*/ 114674 h 418059"/>
              <a:gd name="connsiteX124" fmla="*/ 234414 w 398364"/>
              <a:gd name="connsiteY124" fmla="*/ 191051 h 418059"/>
              <a:gd name="connsiteX125" fmla="*/ 245022 w 398364"/>
              <a:gd name="connsiteY125" fmla="*/ 175139 h 418059"/>
              <a:gd name="connsiteX126" fmla="*/ 287454 w 398364"/>
              <a:gd name="connsiteY126" fmla="*/ 121570 h 418059"/>
              <a:gd name="connsiteX127" fmla="*/ 261995 w 398364"/>
              <a:gd name="connsiteY127" fmla="*/ 115205 h 418059"/>
              <a:gd name="connsiteX128" fmla="*/ 255630 w 398364"/>
              <a:gd name="connsiteY128" fmla="*/ 116796 h 418059"/>
              <a:gd name="connsiteX129" fmla="*/ 248205 w 398364"/>
              <a:gd name="connsiteY129" fmla="*/ 134299 h 418059"/>
              <a:gd name="connsiteX130" fmla="*/ 261995 w 398364"/>
              <a:gd name="connsiteY130" fmla="*/ 115205 h 418059"/>
              <a:gd name="connsiteX131" fmla="*/ 242370 w 398364"/>
              <a:gd name="connsiteY131" fmla="*/ 123691 h 418059"/>
              <a:gd name="connsiteX132" fmla="*/ 229641 w 398364"/>
              <a:gd name="connsiteY132" fmla="*/ 134829 h 418059"/>
              <a:gd name="connsiteX133" fmla="*/ 230171 w 398364"/>
              <a:gd name="connsiteY133" fmla="*/ 165592 h 418059"/>
              <a:gd name="connsiteX134" fmla="*/ 231232 w 398364"/>
              <a:gd name="connsiteY134" fmla="*/ 173018 h 418059"/>
              <a:gd name="connsiteX135" fmla="*/ 241840 w 398364"/>
              <a:gd name="connsiteY135" fmla="*/ 145968 h 418059"/>
              <a:gd name="connsiteX136" fmla="*/ 242370 w 398364"/>
              <a:gd name="connsiteY136" fmla="*/ 123691 h 418059"/>
              <a:gd name="connsiteX137" fmla="*/ 224337 w 398364"/>
              <a:gd name="connsiteY137" fmla="*/ 140664 h 418059"/>
              <a:gd name="connsiteX138" fmla="*/ 223806 w 398364"/>
              <a:gd name="connsiteY138" fmla="*/ 141724 h 418059"/>
              <a:gd name="connsiteX139" fmla="*/ 224337 w 398364"/>
              <a:gd name="connsiteY139" fmla="*/ 143846 h 418059"/>
              <a:gd name="connsiteX140" fmla="*/ 224337 w 398364"/>
              <a:gd name="connsiteY140" fmla="*/ 140664 h 418059"/>
              <a:gd name="connsiteX141" fmla="*/ 219563 w 398364"/>
              <a:gd name="connsiteY141" fmla="*/ 147028 h 418059"/>
              <a:gd name="connsiteX142" fmla="*/ 209486 w 398364"/>
              <a:gd name="connsiteY142" fmla="*/ 160819 h 418059"/>
              <a:gd name="connsiteX143" fmla="*/ 225398 w 398364"/>
              <a:gd name="connsiteY143" fmla="*/ 193703 h 418059"/>
              <a:gd name="connsiteX144" fmla="*/ 225928 w 398364"/>
              <a:gd name="connsiteY144" fmla="*/ 175670 h 418059"/>
              <a:gd name="connsiteX145" fmla="*/ 219563 w 398364"/>
              <a:gd name="connsiteY145" fmla="*/ 147028 h 418059"/>
              <a:gd name="connsiteX146" fmla="*/ 182436 w 398364"/>
              <a:gd name="connsiteY146" fmla="*/ 191051 h 418059"/>
              <a:gd name="connsiteX147" fmla="*/ 193044 w 398364"/>
              <a:gd name="connsiteY147" fmla="*/ 175139 h 418059"/>
              <a:gd name="connsiteX148" fmla="*/ 295940 w 398364"/>
              <a:gd name="connsiteY148" fmla="*/ 120509 h 418059"/>
              <a:gd name="connsiteX149" fmla="*/ 336780 w 398364"/>
              <a:gd name="connsiteY149" fmla="*/ 193703 h 418059"/>
              <a:gd name="connsiteX150" fmla="*/ 340493 w 398364"/>
              <a:gd name="connsiteY150" fmla="*/ 210145 h 418059"/>
              <a:gd name="connsiteX151" fmla="*/ 252978 w 398364"/>
              <a:gd name="connsiteY151" fmla="*/ 92928 h 418059"/>
              <a:gd name="connsiteX152" fmla="*/ 182436 w 398364"/>
              <a:gd name="connsiteY152" fmla="*/ 191051 h 418059"/>
              <a:gd name="connsiteX153" fmla="*/ 115076 w 398364"/>
              <a:gd name="connsiteY153" fmla="*/ 115735 h 418059"/>
              <a:gd name="connsiteX154" fmla="*/ 45594 w 398364"/>
              <a:gd name="connsiteY154" fmla="*/ 211206 h 418059"/>
              <a:gd name="connsiteX155" fmla="*/ 42942 w 398364"/>
              <a:gd name="connsiteY155" fmla="*/ 224466 h 418059"/>
              <a:gd name="connsiteX156" fmla="*/ 49307 w 398364"/>
              <a:gd name="connsiteY156" fmla="*/ 208554 h 418059"/>
              <a:gd name="connsiteX157" fmla="*/ 127275 w 398364"/>
              <a:gd name="connsiteY157" fmla="*/ 132177 h 418059"/>
              <a:gd name="connsiteX158" fmla="*/ 129927 w 398364"/>
              <a:gd name="connsiteY158" fmla="*/ 129525 h 418059"/>
              <a:gd name="connsiteX159" fmla="*/ 115076 w 398364"/>
              <a:gd name="connsiteY159" fmla="*/ 115735 h 418059"/>
              <a:gd name="connsiteX160" fmla="*/ 140004 w 398364"/>
              <a:gd name="connsiteY160" fmla="*/ 142255 h 418059"/>
              <a:gd name="connsiteX161" fmla="*/ 129396 w 398364"/>
              <a:gd name="connsiteY161" fmla="*/ 138542 h 418059"/>
              <a:gd name="connsiteX162" fmla="*/ 94921 w 398364"/>
              <a:gd name="connsiteY162" fmla="*/ 224466 h 418059"/>
              <a:gd name="connsiteX163" fmla="*/ 100755 w 398364"/>
              <a:gd name="connsiteY163" fmla="*/ 208554 h 418059"/>
              <a:gd name="connsiteX164" fmla="*/ 142656 w 398364"/>
              <a:gd name="connsiteY164" fmla="*/ 145968 h 418059"/>
              <a:gd name="connsiteX165" fmla="*/ 140004 w 398364"/>
              <a:gd name="connsiteY165" fmla="*/ 142255 h 418059"/>
              <a:gd name="connsiteX166" fmla="*/ 173419 w 398364"/>
              <a:gd name="connsiteY166" fmla="*/ 193703 h 418059"/>
              <a:gd name="connsiteX167" fmla="*/ 162811 w 398364"/>
              <a:gd name="connsiteY167" fmla="*/ 134829 h 418059"/>
              <a:gd name="connsiteX168" fmla="*/ 122501 w 398364"/>
              <a:gd name="connsiteY168" fmla="*/ 86564 h 418059"/>
              <a:gd name="connsiteX169" fmla="*/ 9527 w 398364"/>
              <a:gd name="connsiteY169" fmla="*/ 163471 h 418059"/>
              <a:gd name="connsiteX170" fmla="*/ 49307 w 398364"/>
              <a:gd name="connsiteY170" fmla="*/ 119978 h 418059"/>
              <a:gd name="connsiteX171" fmla="*/ 138413 w 398364"/>
              <a:gd name="connsiteY171" fmla="*/ 130056 h 418059"/>
              <a:gd name="connsiteX172" fmla="*/ 173419 w 398364"/>
              <a:gd name="connsiteY172" fmla="*/ 193703 h 418059"/>
              <a:gd name="connsiteX173" fmla="*/ 170767 w 398364"/>
              <a:gd name="connsiteY173" fmla="*/ 138542 h 418059"/>
              <a:gd name="connsiteX174" fmla="*/ 172889 w 398364"/>
              <a:gd name="connsiteY174" fmla="*/ 143846 h 418059"/>
              <a:gd name="connsiteX175" fmla="*/ 172358 w 398364"/>
              <a:gd name="connsiteY175" fmla="*/ 139603 h 418059"/>
              <a:gd name="connsiteX176" fmla="*/ 171297 w 398364"/>
              <a:gd name="connsiteY176" fmla="*/ 138542 h 418059"/>
              <a:gd name="connsiteX177" fmla="*/ 170767 w 398364"/>
              <a:gd name="connsiteY177" fmla="*/ 138542 h 418059"/>
              <a:gd name="connsiteX178" fmla="*/ 127805 w 398364"/>
              <a:gd name="connsiteY178" fmla="*/ 82320 h 418059"/>
              <a:gd name="connsiteX179" fmla="*/ 151673 w 398364"/>
              <a:gd name="connsiteY179" fmla="*/ 103536 h 418059"/>
              <a:gd name="connsiteX180" fmla="*/ 167585 w 398364"/>
              <a:gd name="connsiteY180" fmla="*/ 109370 h 418059"/>
              <a:gd name="connsiteX181" fmla="*/ 158038 w 398364"/>
              <a:gd name="connsiteY181" fmla="*/ 80729 h 418059"/>
              <a:gd name="connsiteX182" fmla="*/ 127805 w 398364"/>
              <a:gd name="connsiteY182" fmla="*/ 82320 h 418059"/>
              <a:gd name="connsiteX183" fmla="*/ 156977 w 398364"/>
              <a:gd name="connsiteY183" fmla="*/ 110962 h 418059"/>
              <a:gd name="connsiteX184" fmla="*/ 157507 w 398364"/>
              <a:gd name="connsiteY184" fmla="*/ 112022 h 418059"/>
              <a:gd name="connsiteX185" fmla="*/ 159098 w 398364"/>
              <a:gd name="connsiteY185" fmla="*/ 111492 h 418059"/>
              <a:gd name="connsiteX186" fmla="*/ 156977 w 398364"/>
              <a:gd name="connsiteY186" fmla="*/ 110962 h 418059"/>
              <a:gd name="connsiteX187" fmla="*/ 160690 w 398364"/>
              <a:gd name="connsiteY187" fmla="*/ 117326 h 418059"/>
              <a:gd name="connsiteX188" fmla="*/ 163872 w 398364"/>
              <a:gd name="connsiteY188" fmla="*/ 122630 h 418059"/>
              <a:gd name="connsiteX189" fmla="*/ 171297 w 398364"/>
              <a:gd name="connsiteY189" fmla="*/ 129525 h 418059"/>
              <a:gd name="connsiteX190" fmla="*/ 169706 w 398364"/>
              <a:gd name="connsiteY190" fmla="*/ 117857 h 418059"/>
              <a:gd name="connsiteX191" fmla="*/ 166524 w 398364"/>
              <a:gd name="connsiteY191" fmla="*/ 115735 h 418059"/>
              <a:gd name="connsiteX192" fmla="*/ 160690 w 398364"/>
              <a:gd name="connsiteY192" fmla="*/ 117326 h 418059"/>
              <a:gd name="connsiteX193" fmla="*/ 194635 w 398364"/>
              <a:gd name="connsiteY193" fmla="*/ 104067 h 418059"/>
              <a:gd name="connsiteX194" fmla="*/ 196226 w 398364"/>
              <a:gd name="connsiteY194" fmla="*/ 118918 h 418059"/>
              <a:gd name="connsiteX195" fmla="*/ 230702 w 398364"/>
              <a:gd name="connsiteY195" fmla="*/ 58983 h 418059"/>
              <a:gd name="connsiteX196" fmla="*/ 274194 w 398364"/>
              <a:gd name="connsiteY196" fmla="*/ 18143 h 418059"/>
              <a:gd name="connsiteX197" fmla="*/ 212668 w 398364"/>
              <a:gd name="connsiteY197" fmla="*/ 65878 h 418059"/>
              <a:gd name="connsiteX198" fmla="*/ 194635 w 398364"/>
              <a:gd name="connsiteY198" fmla="*/ 104067 h 418059"/>
              <a:gd name="connsiteX199" fmla="*/ 207895 w 398364"/>
              <a:gd name="connsiteY199" fmla="*/ 63226 h 418059"/>
              <a:gd name="connsiteX200" fmla="*/ 220094 w 398364"/>
              <a:gd name="connsiteY200" fmla="*/ 45193 h 418059"/>
              <a:gd name="connsiteX201" fmla="*/ 159098 w 398364"/>
              <a:gd name="connsiteY201" fmla="*/ 6474 h 418059"/>
              <a:gd name="connsiteX202" fmla="*/ 207895 w 398364"/>
              <a:gd name="connsiteY202" fmla="*/ 63226 h 418059"/>
              <a:gd name="connsiteX203" fmla="*/ 222746 w 398364"/>
              <a:gd name="connsiteY203" fmla="*/ 337440 h 418059"/>
              <a:gd name="connsiteX204" fmla="*/ 238127 w 398364"/>
              <a:gd name="connsiteY204" fmla="*/ 337440 h 418059"/>
              <a:gd name="connsiteX205" fmla="*/ 243961 w 398364"/>
              <a:gd name="connsiteY205" fmla="*/ 342744 h 418059"/>
              <a:gd name="connsiteX206" fmla="*/ 243961 w 398364"/>
              <a:gd name="connsiteY206" fmla="*/ 412225 h 418059"/>
              <a:gd name="connsiteX207" fmla="*/ 238127 w 398364"/>
              <a:gd name="connsiteY207" fmla="*/ 418060 h 418059"/>
              <a:gd name="connsiteX208" fmla="*/ 222746 w 398364"/>
              <a:gd name="connsiteY208" fmla="*/ 418060 h 418059"/>
              <a:gd name="connsiteX209" fmla="*/ 216911 w 398364"/>
              <a:gd name="connsiteY209" fmla="*/ 412225 h 418059"/>
              <a:gd name="connsiteX210" fmla="*/ 216911 w 398364"/>
              <a:gd name="connsiteY210" fmla="*/ 342744 h 418059"/>
              <a:gd name="connsiteX211" fmla="*/ 222746 w 398364"/>
              <a:gd name="connsiteY211" fmla="*/ 337440 h 418059"/>
              <a:gd name="connsiteX212" fmla="*/ 238127 w 398364"/>
              <a:gd name="connsiteY212" fmla="*/ 342744 h 418059"/>
              <a:gd name="connsiteX213" fmla="*/ 222746 w 398364"/>
              <a:gd name="connsiteY213" fmla="*/ 342744 h 418059"/>
              <a:gd name="connsiteX214" fmla="*/ 222746 w 398364"/>
              <a:gd name="connsiteY214" fmla="*/ 412225 h 418059"/>
              <a:gd name="connsiteX215" fmla="*/ 238127 w 398364"/>
              <a:gd name="connsiteY215" fmla="*/ 412225 h 418059"/>
              <a:gd name="connsiteX216" fmla="*/ 238127 w 398364"/>
              <a:gd name="connsiteY216" fmla="*/ 342744 h 418059"/>
              <a:gd name="connsiteX217" fmla="*/ 222746 w 398364"/>
              <a:gd name="connsiteY217" fmla="*/ 255229 h 418059"/>
              <a:gd name="connsiteX218" fmla="*/ 238127 w 398364"/>
              <a:gd name="connsiteY218" fmla="*/ 255229 h 418059"/>
              <a:gd name="connsiteX219" fmla="*/ 243961 w 398364"/>
              <a:gd name="connsiteY219" fmla="*/ 261063 h 418059"/>
              <a:gd name="connsiteX220" fmla="*/ 243961 w 398364"/>
              <a:gd name="connsiteY220" fmla="*/ 330545 h 418059"/>
              <a:gd name="connsiteX221" fmla="*/ 238127 w 398364"/>
              <a:gd name="connsiteY221" fmla="*/ 335849 h 418059"/>
              <a:gd name="connsiteX222" fmla="*/ 222746 w 398364"/>
              <a:gd name="connsiteY222" fmla="*/ 335849 h 418059"/>
              <a:gd name="connsiteX223" fmla="*/ 216911 w 398364"/>
              <a:gd name="connsiteY223" fmla="*/ 330545 h 418059"/>
              <a:gd name="connsiteX224" fmla="*/ 216911 w 398364"/>
              <a:gd name="connsiteY224" fmla="*/ 261063 h 418059"/>
              <a:gd name="connsiteX225" fmla="*/ 222746 w 398364"/>
              <a:gd name="connsiteY225" fmla="*/ 255229 h 418059"/>
              <a:gd name="connsiteX226" fmla="*/ 238127 w 398364"/>
              <a:gd name="connsiteY226" fmla="*/ 261063 h 418059"/>
              <a:gd name="connsiteX227" fmla="*/ 222746 w 398364"/>
              <a:gd name="connsiteY227" fmla="*/ 261063 h 418059"/>
              <a:gd name="connsiteX228" fmla="*/ 222746 w 398364"/>
              <a:gd name="connsiteY228" fmla="*/ 330545 h 418059"/>
              <a:gd name="connsiteX229" fmla="*/ 238127 w 398364"/>
              <a:gd name="connsiteY229" fmla="*/ 330545 h 418059"/>
              <a:gd name="connsiteX230" fmla="*/ 238127 w 398364"/>
              <a:gd name="connsiteY230" fmla="*/ 261063 h 418059"/>
              <a:gd name="connsiteX231" fmla="*/ 222746 w 398364"/>
              <a:gd name="connsiteY231" fmla="*/ 201659 h 418059"/>
              <a:gd name="connsiteX232" fmla="*/ 222746 w 398364"/>
              <a:gd name="connsiteY232" fmla="*/ 248334 h 418059"/>
              <a:gd name="connsiteX233" fmla="*/ 238127 w 398364"/>
              <a:gd name="connsiteY233" fmla="*/ 248334 h 418059"/>
              <a:gd name="connsiteX234" fmla="*/ 238127 w 398364"/>
              <a:gd name="connsiteY234" fmla="*/ 195294 h 418059"/>
              <a:gd name="connsiteX235" fmla="*/ 230171 w 398364"/>
              <a:gd name="connsiteY235" fmla="*/ 204311 h 418059"/>
              <a:gd name="connsiteX236" fmla="*/ 229110 w 398364"/>
              <a:gd name="connsiteY236" fmla="*/ 200598 h 418059"/>
              <a:gd name="connsiteX237" fmla="*/ 226458 w 398364"/>
              <a:gd name="connsiteY237" fmla="*/ 207493 h 418059"/>
              <a:gd name="connsiteX238" fmla="*/ 222746 w 398364"/>
              <a:gd name="connsiteY238" fmla="*/ 201659 h 418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Lst>
            <a:rect l="l" t="t" r="r" b="b"/>
            <a:pathLst>
              <a:path w="398364" h="418059">
                <a:moveTo>
                  <a:pt x="91208" y="108840"/>
                </a:moveTo>
                <a:cubicBezTo>
                  <a:pt x="84313" y="116796"/>
                  <a:pt x="78478" y="125282"/>
                  <a:pt x="74235" y="133769"/>
                </a:cubicBezTo>
                <a:cubicBezTo>
                  <a:pt x="82722" y="123691"/>
                  <a:pt x="93860" y="115735"/>
                  <a:pt x="106589" y="111492"/>
                </a:cubicBezTo>
                <a:cubicBezTo>
                  <a:pt x="101816" y="109901"/>
                  <a:pt x="96512" y="108840"/>
                  <a:pt x="91208" y="108840"/>
                </a:cubicBezTo>
                <a:close/>
                <a:moveTo>
                  <a:pt x="170767" y="337440"/>
                </a:moveTo>
                <a:lnTo>
                  <a:pt x="186679" y="337440"/>
                </a:lnTo>
                <a:cubicBezTo>
                  <a:pt x="189861" y="337440"/>
                  <a:pt x="191983" y="339561"/>
                  <a:pt x="191983" y="342744"/>
                </a:cubicBezTo>
                <a:lnTo>
                  <a:pt x="191983" y="412225"/>
                </a:lnTo>
                <a:cubicBezTo>
                  <a:pt x="191983" y="415408"/>
                  <a:pt x="189861" y="418060"/>
                  <a:pt x="186679" y="418060"/>
                </a:cubicBezTo>
                <a:lnTo>
                  <a:pt x="170767" y="418060"/>
                </a:lnTo>
                <a:cubicBezTo>
                  <a:pt x="167585" y="418060"/>
                  <a:pt x="164933" y="415408"/>
                  <a:pt x="164933" y="412225"/>
                </a:cubicBezTo>
                <a:lnTo>
                  <a:pt x="164933" y="342744"/>
                </a:lnTo>
                <a:cubicBezTo>
                  <a:pt x="164933" y="339561"/>
                  <a:pt x="167585" y="337440"/>
                  <a:pt x="170767" y="337440"/>
                </a:cubicBezTo>
                <a:close/>
                <a:moveTo>
                  <a:pt x="186679" y="342744"/>
                </a:moveTo>
                <a:lnTo>
                  <a:pt x="170767" y="342744"/>
                </a:lnTo>
                <a:lnTo>
                  <a:pt x="170767" y="412225"/>
                </a:lnTo>
                <a:lnTo>
                  <a:pt x="186679" y="412225"/>
                </a:lnTo>
                <a:lnTo>
                  <a:pt x="186679" y="342744"/>
                </a:lnTo>
                <a:close/>
                <a:moveTo>
                  <a:pt x="170767" y="255229"/>
                </a:moveTo>
                <a:lnTo>
                  <a:pt x="186679" y="255229"/>
                </a:lnTo>
                <a:cubicBezTo>
                  <a:pt x="189861" y="255229"/>
                  <a:pt x="191983" y="257881"/>
                  <a:pt x="191983" y="261063"/>
                </a:cubicBezTo>
                <a:lnTo>
                  <a:pt x="191983" y="330545"/>
                </a:lnTo>
                <a:cubicBezTo>
                  <a:pt x="191983" y="333727"/>
                  <a:pt x="189861" y="335849"/>
                  <a:pt x="186679" y="335849"/>
                </a:cubicBezTo>
                <a:lnTo>
                  <a:pt x="170767" y="335849"/>
                </a:lnTo>
                <a:cubicBezTo>
                  <a:pt x="167585" y="335849"/>
                  <a:pt x="164933" y="333727"/>
                  <a:pt x="164933" y="330545"/>
                </a:cubicBezTo>
                <a:lnTo>
                  <a:pt x="164933" y="261063"/>
                </a:lnTo>
                <a:cubicBezTo>
                  <a:pt x="164933" y="257881"/>
                  <a:pt x="167585" y="255229"/>
                  <a:pt x="170767" y="255229"/>
                </a:cubicBezTo>
                <a:close/>
                <a:moveTo>
                  <a:pt x="186679" y="261063"/>
                </a:moveTo>
                <a:lnTo>
                  <a:pt x="170767" y="261063"/>
                </a:lnTo>
                <a:lnTo>
                  <a:pt x="170767" y="330545"/>
                </a:lnTo>
                <a:lnTo>
                  <a:pt x="186679" y="330545"/>
                </a:lnTo>
                <a:lnTo>
                  <a:pt x="186679" y="261063"/>
                </a:lnTo>
                <a:close/>
                <a:moveTo>
                  <a:pt x="191983" y="186808"/>
                </a:moveTo>
                <a:lnTo>
                  <a:pt x="191983" y="248334"/>
                </a:lnTo>
                <a:cubicBezTo>
                  <a:pt x="191983" y="251516"/>
                  <a:pt x="189861" y="254168"/>
                  <a:pt x="186679" y="254168"/>
                </a:cubicBezTo>
                <a:lnTo>
                  <a:pt x="170767" y="254168"/>
                </a:lnTo>
                <a:cubicBezTo>
                  <a:pt x="167585" y="254168"/>
                  <a:pt x="164933" y="251516"/>
                  <a:pt x="164933" y="248334"/>
                </a:cubicBezTo>
                <a:lnTo>
                  <a:pt x="164933" y="189460"/>
                </a:lnTo>
                <a:cubicBezTo>
                  <a:pt x="159098" y="176200"/>
                  <a:pt x="152734" y="163471"/>
                  <a:pt x="145308" y="151272"/>
                </a:cubicBezTo>
                <a:cubicBezTo>
                  <a:pt x="125153" y="167714"/>
                  <a:pt x="115076" y="185747"/>
                  <a:pt x="106589" y="210676"/>
                </a:cubicBezTo>
                <a:cubicBezTo>
                  <a:pt x="101816" y="222875"/>
                  <a:pt x="82191" y="267958"/>
                  <a:pt x="89617" y="221814"/>
                </a:cubicBezTo>
                <a:cubicBezTo>
                  <a:pt x="92799" y="200598"/>
                  <a:pt x="102346" y="164001"/>
                  <a:pt x="122501" y="138012"/>
                </a:cubicBezTo>
                <a:cubicBezTo>
                  <a:pt x="89086" y="140133"/>
                  <a:pt x="64158" y="182565"/>
                  <a:pt x="54611" y="210676"/>
                </a:cubicBezTo>
                <a:cubicBezTo>
                  <a:pt x="41351" y="247803"/>
                  <a:pt x="29682" y="257350"/>
                  <a:pt x="39760" y="210145"/>
                </a:cubicBezTo>
                <a:cubicBezTo>
                  <a:pt x="46655" y="178322"/>
                  <a:pt x="62567" y="135890"/>
                  <a:pt x="83252" y="109370"/>
                </a:cubicBezTo>
                <a:cubicBezTo>
                  <a:pt x="73705" y="111492"/>
                  <a:pt x="63627" y="116266"/>
                  <a:pt x="53019" y="124752"/>
                </a:cubicBezTo>
                <a:cubicBezTo>
                  <a:pt x="28621" y="143846"/>
                  <a:pt x="24378" y="150211"/>
                  <a:pt x="11649" y="170366"/>
                </a:cubicBezTo>
                <a:cubicBezTo>
                  <a:pt x="2102" y="185217"/>
                  <a:pt x="-3202" y="184156"/>
                  <a:pt x="2102" y="167714"/>
                </a:cubicBezTo>
                <a:cubicBezTo>
                  <a:pt x="16953" y="116796"/>
                  <a:pt x="59384" y="55801"/>
                  <a:pt x="119849" y="79138"/>
                </a:cubicBezTo>
                <a:cubicBezTo>
                  <a:pt x="130987" y="74364"/>
                  <a:pt x="143187" y="72773"/>
                  <a:pt x="155386" y="74364"/>
                </a:cubicBezTo>
                <a:cubicBezTo>
                  <a:pt x="137883" y="40950"/>
                  <a:pt x="118258" y="18673"/>
                  <a:pt x="101285" y="8596"/>
                </a:cubicBezTo>
                <a:cubicBezTo>
                  <a:pt x="94921" y="9656"/>
                  <a:pt x="90147" y="4352"/>
                  <a:pt x="101816" y="1700"/>
                </a:cubicBezTo>
                <a:cubicBezTo>
                  <a:pt x="142656" y="-8377"/>
                  <a:pt x="173419" y="36706"/>
                  <a:pt x="186148" y="68530"/>
                </a:cubicBezTo>
                <a:cubicBezTo>
                  <a:pt x="187209" y="71712"/>
                  <a:pt x="190922" y="81790"/>
                  <a:pt x="193044" y="92398"/>
                </a:cubicBezTo>
                <a:cubicBezTo>
                  <a:pt x="196756" y="84442"/>
                  <a:pt x="199939" y="76486"/>
                  <a:pt x="204182" y="69061"/>
                </a:cubicBezTo>
                <a:cubicBezTo>
                  <a:pt x="188270" y="41480"/>
                  <a:pt x="168645" y="18673"/>
                  <a:pt x="153264" y="8596"/>
                </a:cubicBezTo>
                <a:cubicBezTo>
                  <a:pt x="147430" y="9656"/>
                  <a:pt x="141595" y="5413"/>
                  <a:pt x="152203" y="1700"/>
                </a:cubicBezTo>
                <a:cubicBezTo>
                  <a:pt x="180844" y="-6786"/>
                  <a:pt x="209486" y="18143"/>
                  <a:pt x="223806" y="39889"/>
                </a:cubicBezTo>
                <a:cubicBezTo>
                  <a:pt x="234414" y="26629"/>
                  <a:pt x="259343" y="1170"/>
                  <a:pt x="278437" y="13900"/>
                </a:cubicBezTo>
                <a:cubicBezTo>
                  <a:pt x="286393" y="18673"/>
                  <a:pt x="281619" y="23977"/>
                  <a:pt x="277376" y="21325"/>
                </a:cubicBezTo>
                <a:cubicBezTo>
                  <a:pt x="264647" y="28751"/>
                  <a:pt x="244492" y="51027"/>
                  <a:pt x="235475" y="62696"/>
                </a:cubicBezTo>
                <a:cubicBezTo>
                  <a:pt x="239188" y="71712"/>
                  <a:pt x="242370" y="79668"/>
                  <a:pt x="243961" y="89215"/>
                </a:cubicBezTo>
                <a:cubicBezTo>
                  <a:pt x="245022" y="89215"/>
                  <a:pt x="245553" y="88685"/>
                  <a:pt x="246613" y="88685"/>
                </a:cubicBezTo>
                <a:cubicBezTo>
                  <a:pt x="257752" y="62696"/>
                  <a:pt x="299653" y="-6786"/>
                  <a:pt x="330416" y="13900"/>
                </a:cubicBezTo>
                <a:cubicBezTo>
                  <a:pt x="338372" y="19203"/>
                  <a:pt x="333598" y="24507"/>
                  <a:pt x="328824" y="21325"/>
                </a:cubicBezTo>
                <a:cubicBezTo>
                  <a:pt x="305487" y="38828"/>
                  <a:pt x="286393" y="60574"/>
                  <a:pt x="271012" y="86033"/>
                </a:cubicBezTo>
                <a:cubicBezTo>
                  <a:pt x="278967" y="86564"/>
                  <a:pt x="285863" y="88155"/>
                  <a:pt x="291697" y="91337"/>
                </a:cubicBezTo>
                <a:cubicBezTo>
                  <a:pt x="363830" y="58453"/>
                  <a:pt x="396715" y="154454"/>
                  <a:pt x="398306" y="209615"/>
                </a:cubicBezTo>
                <a:cubicBezTo>
                  <a:pt x="399367" y="253107"/>
                  <a:pt x="385577" y="209085"/>
                  <a:pt x="382925" y="195294"/>
                </a:cubicBezTo>
                <a:cubicBezTo>
                  <a:pt x="376030" y="165592"/>
                  <a:pt x="355344" y="115735"/>
                  <a:pt x="319277" y="114674"/>
                </a:cubicBezTo>
                <a:cubicBezTo>
                  <a:pt x="337311" y="139603"/>
                  <a:pt x="345267" y="178852"/>
                  <a:pt x="346327" y="209615"/>
                </a:cubicBezTo>
                <a:cubicBezTo>
                  <a:pt x="347388" y="253107"/>
                  <a:pt x="334128" y="209085"/>
                  <a:pt x="330946" y="195294"/>
                </a:cubicBezTo>
                <a:cubicBezTo>
                  <a:pt x="325112" y="167714"/>
                  <a:pt x="314504" y="143316"/>
                  <a:pt x="292227" y="125282"/>
                </a:cubicBezTo>
                <a:cubicBezTo>
                  <a:pt x="275255" y="138012"/>
                  <a:pt x="260934" y="160819"/>
                  <a:pt x="249796" y="177791"/>
                </a:cubicBezTo>
                <a:cubicBezTo>
                  <a:pt x="247674" y="180974"/>
                  <a:pt x="246083" y="184156"/>
                  <a:pt x="243961" y="186808"/>
                </a:cubicBezTo>
                <a:lnTo>
                  <a:pt x="243961" y="248334"/>
                </a:lnTo>
                <a:cubicBezTo>
                  <a:pt x="243961" y="251516"/>
                  <a:pt x="241309" y="254168"/>
                  <a:pt x="238127" y="254168"/>
                </a:cubicBezTo>
                <a:lnTo>
                  <a:pt x="222746" y="254168"/>
                </a:lnTo>
                <a:cubicBezTo>
                  <a:pt x="219563" y="254168"/>
                  <a:pt x="216911" y="251516"/>
                  <a:pt x="216911" y="248334"/>
                </a:cubicBezTo>
                <a:lnTo>
                  <a:pt x="216911" y="189460"/>
                </a:lnTo>
                <a:cubicBezTo>
                  <a:pt x="213199" y="181504"/>
                  <a:pt x="209486" y="174079"/>
                  <a:pt x="205773" y="166123"/>
                </a:cubicBezTo>
                <a:cubicBezTo>
                  <a:pt x="203121" y="170366"/>
                  <a:pt x="200469" y="174079"/>
                  <a:pt x="197817" y="177791"/>
                </a:cubicBezTo>
                <a:cubicBezTo>
                  <a:pt x="196226" y="180974"/>
                  <a:pt x="194104" y="184156"/>
                  <a:pt x="191983" y="186808"/>
                </a:cubicBezTo>
                <a:close/>
                <a:moveTo>
                  <a:pt x="170767" y="201659"/>
                </a:moveTo>
                <a:lnTo>
                  <a:pt x="170767" y="248334"/>
                </a:lnTo>
                <a:lnTo>
                  <a:pt x="186679" y="248334"/>
                </a:lnTo>
                <a:lnTo>
                  <a:pt x="186679" y="195294"/>
                </a:lnTo>
                <a:cubicBezTo>
                  <a:pt x="184027" y="199007"/>
                  <a:pt x="181375" y="201129"/>
                  <a:pt x="178193" y="204311"/>
                </a:cubicBezTo>
                <a:lnTo>
                  <a:pt x="177662" y="200598"/>
                </a:lnTo>
                <a:cubicBezTo>
                  <a:pt x="177132" y="201129"/>
                  <a:pt x="177132" y="201659"/>
                  <a:pt x="176601" y="202189"/>
                </a:cubicBezTo>
                <a:lnTo>
                  <a:pt x="174480" y="207493"/>
                </a:lnTo>
                <a:cubicBezTo>
                  <a:pt x="173949" y="206433"/>
                  <a:pt x="171297" y="201659"/>
                  <a:pt x="170767" y="201659"/>
                </a:cubicBezTo>
                <a:close/>
                <a:moveTo>
                  <a:pt x="179784" y="173018"/>
                </a:moveTo>
                <a:cubicBezTo>
                  <a:pt x="181905" y="164531"/>
                  <a:pt x="185618" y="155515"/>
                  <a:pt x="190392" y="145968"/>
                </a:cubicBezTo>
                <a:cubicBezTo>
                  <a:pt x="191983" y="122630"/>
                  <a:pt x="189861" y="92398"/>
                  <a:pt x="180844" y="70652"/>
                </a:cubicBezTo>
                <a:cubicBezTo>
                  <a:pt x="169176" y="41480"/>
                  <a:pt x="144247" y="2761"/>
                  <a:pt x="107650" y="6474"/>
                </a:cubicBezTo>
                <a:cubicBezTo>
                  <a:pt x="140535" y="29811"/>
                  <a:pt x="165463" y="72773"/>
                  <a:pt x="173949" y="111492"/>
                </a:cubicBezTo>
                <a:cubicBezTo>
                  <a:pt x="177662" y="127934"/>
                  <a:pt x="179784" y="145968"/>
                  <a:pt x="178193" y="166123"/>
                </a:cubicBezTo>
                <a:cubicBezTo>
                  <a:pt x="178723" y="166653"/>
                  <a:pt x="179253" y="173018"/>
                  <a:pt x="179784" y="173018"/>
                </a:cubicBezTo>
                <a:close/>
                <a:moveTo>
                  <a:pt x="196226" y="134299"/>
                </a:moveTo>
                <a:cubicBezTo>
                  <a:pt x="199939" y="128995"/>
                  <a:pt x="203121" y="124221"/>
                  <a:pt x="206834" y="118918"/>
                </a:cubicBezTo>
                <a:cubicBezTo>
                  <a:pt x="206303" y="117857"/>
                  <a:pt x="205243" y="116266"/>
                  <a:pt x="204182" y="114674"/>
                </a:cubicBezTo>
                <a:cubicBezTo>
                  <a:pt x="203121" y="117326"/>
                  <a:pt x="196756" y="133238"/>
                  <a:pt x="196226" y="134299"/>
                </a:cubicBezTo>
                <a:close/>
                <a:moveTo>
                  <a:pt x="211077" y="114144"/>
                </a:moveTo>
                <a:cubicBezTo>
                  <a:pt x="213199" y="111492"/>
                  <a:pt x="215851" y="108840"/>
                  <a:pt x="218502" y="106188"/>
                </a:cubicBezTo>
                <a:cubicBezTo>
                  <a:pt x="217442" y="101945"/>
                  <a:pt x="216381" y="97702"/>
                  <a:pt x="214790" y="93989"/>
                </a:cubicBezTo>
                <a:cubicBezTo>
                  <a:pt x="212138" y="98232"/>
                  <a:pt x="209486" y="103536"/>
                  <a:pt x="207364" y="108840"/>
                </a:cubicBezTo>
                <a:cubicBezTo>
                  <a:pt x="208425" y="110431"/>
                  <a:pt x="209486" y="112553"/>
                  <a:pt x="211077" y="114144"/>
                </a:cubicBezTo>
                <a:close/>
                <a:moveTo>
                  <a:pt x="223276" y="101945"/>
                </a:moveTo>
                <a:cubicBezTo>
                  <a:pt x="228580" y="97702"/>
                  <a:pt x="233354" y="94519"/>
                  <a:pt x="238657" y="91867"/>
                </a:cubicBezTo>
                <a:cubicBezTo>
                  <a:pt x="237066" y="83381"/>
                  <a:pt x="234945" y="75425"/>
                  <a:pt x="231232" y="68000"/>
                </a:cubicBezTo>
                <a:cubicBezTo>
                  <a:pt x="226989" y="73834"/>
                  <a:pt x="222746" y="80199"/>
                  <a:pt x="218502" y="87094"/>
                </a:cubicBezTo>
                <a:cubicBezTo>
                  <a:pt x="220624" y="91867"/>
                  <a:pt x="222215" y="96641"/>
                  <a:pt x="223276" y="101945"/>
                </a:cubicBezTo>
                <a:close/>
                <a:moveTo>
                  <a:pt x="253508" y="87094"/>
                </a:moveTo>
                <a:cubicBezTo>
                  <a:pt x="257221" y="86564"/>
                  <a:pt x="260934" y="86033"/>
                  <a:pt x="264647" y="86033"/>
                </a:cubicBezTo>
                <a:cubicBezTo>
                  <a:pt x="277907" y="63226"/>
                  <a:pt x="303366" y="29281"/>
                  <a:pt x="326172" y="18143"/>
                </a:cubicBezTo>
                <a:cubicBezTo>
                  <a:pt x="300183" y="4352"/>
                  <a:pt x="263586" y="64817"/>
                  <a:pt x="253508" y="87094"/>
                </a:cubicBezTo>
                <a:close/>
                <a:moveTo>
                  <a:pt x="298592" y="94519"/>
                </a:moveTo>
                <a:cubicBezTo>
                  <a:pt x="304957" y="98232"/>
                  <a:pt x="310261" y="103536"/>
                  <a:pt x="315034" y="108840"/>
                </a:cubicBezTo>
                <a:cubicBezTo>
                  <a:pt x="356405" y="105127"/>
                  <a:pt x="381333" y="160819"/>
                  <a:pt x="388229" y="193703"/>
                </a:cubicBezTo>
                <a:cubicBezTo>
                  <a:pt x="389820" y="199007"/>
                  <a:pt x="390881" y="204841"/>
                  <a:pt x="392472" y="210145"/>
                </a:cubicBezTo>
                <a:cubicBezTo>
                  <a:pt x="390881" y="161349"/>
                  <a:pt x="365422" y="71712"/>
                  <a:pt x="298592" y="94519"/>
                </a:cubicBezTo>
                <a:close/>
                <a:moveTo>
                  <a:pt x="287454" y="121570"/>
                </a:moveTo>
                <a:cubicBezTo>
                  <a:pt x="281619" y="117326"/>
                  <a:pt x="275785" y="115735"/>
                  <a:pt x="269951" y="114674"/>
                </a:cubicBezTo>
                <a:cubicBezTo>
                  <a:pt x="253508" y="132708"/>
                  <a:pt x="234945" y="166123"/>
                  <a:pt x="234414" y="191051"/>
                </a:cubicBezTo>
                <a:cubicBezTo>
                  <a:pt x="237066" y="186808"/>
                  <a:pt x="240779" y="180974"/>
                  <a:pt x="245022" y="175139"/>
                </a:cubicBezTo>
                <a:cubicBezTo>
                  <a:pt x="256160" y="157636"/>
                  <a:pt x="270481" y="135360"/>
                  <a:pt x="287454" y="121570"/>
                </a:cubicBezTo>
                <a:close/>
                <a:moveTo>
                  <a:pt x="261995" y="115205"/>
                </a:moveTo>
                <a:cubicBezTo>
                  <a:pt x="259873" y="115205"/>
                  <a:pt x="257752" y="115735"/>
                  <a:pt x="255630" y="116796"/>
                </a:cubicBezTo>
                <a:cubicBezTo>
                  <a:pt x="254569" y="118918"/>
                  <a:pt x="248205" y="133238"/>
                  <a:pt x="248205" y="134299"/>
                </a:cubicBezTo>
                <a:cubicBezTo>
                  <a:pt x="252448" y="127404"/>
                  <a:pt x="257221" y="121039"/>
                  <a:pt x="261995" y="115205"/>
                </a:cubicBezTo>
                <a:close/>
                <a:moveTo>
                  <a:pt x="242370" y="123691"/>
                </a:moveTo>
                <a:cubicBezTo>
                  <a:pt x="238127" y="126873"/>
                  <a:pt x="233884" y="130586"/>
                  <a:pt x="229641" y="134829"/>
                </a:cubicBezTo>
                <a:cubicBezTo>
                  <a:pt x="230702" y="144907"/>
                  <a:pt x="230702" y="155515"/>
                  <a:pt x="230171" y="165592"/>
                </a:cubicBezTo>
                <a:cubicBezTo>
                  <a:pt x="230171" y="166653"/>
                  <a:pt x="231232" y="173018"/>
                  <a:pt x="231232" y="173018"/>
                </a:cubicBezTo>
                <a:cubicBezTo>
                  <a:pt x="233884" y="164001"/>
                  <a:pt x="237597" y="154454"/>
                  <a:pt x="241840" y="145968"/>
                </a:cubicBezTo>
                <a:cubicBezTo>
                  <a:pt x="242370" y="138542"/>
                  <a:pt x="242901" y="131117"/>
                  <a:pt x="242370" y="123691"/>
                </a:cubicBezTo>
                <a:close/>
                <a:moveTo>
                  <a:pt x="224337" y="140664"/>
                </a:moveTo>
                <a:lnTo>
                  <a:pt x="223806" y="141724"/>
                </a:lnTo>
                <a:lnTo>
                  <a:pt x="224337" y="143846"/>
                </a:lnTo>
                <a:cubicBezTo>
                  <a:pt x="224337" y="142785"/>
                  <a:pt x="224337" y="141724"/>
                  <a:pt x="224337" y="140664"/>
                </a:cubicBezTo>
                <a:close/>
                <a:moveTo>
                  <a:pt x="219563" y="147028"/>
                </a:moveTo>
                <a:cubicBezTo>
                  <a:pt x="215851" y="151272"/>
                  <a:pt x="212668" y="156045"/>
                  <a:pt x="209486" y="160819"/>
                </a:cubicBezTo>
                <a:cubicBezTo>
                  <a:pt x="210547" y="163471"/>
                  <a:pt x="225398" y="193703"/>
                  <a:pt x="225398" y="193703"/>
                </a:cubicBezTo>
                <a:cubicBezTo>
                  <a:pt x="226458" y="188399"/>
                  <a:pt x="226458" y="182565"/>
                  <a:pt x="225928" y="175670"/>
                </a:cubicBezTo>
                <a:cubicBezTo>
                  <a:pt x="224867" y="166653"/>
                  <a:pt x="222746" y="156576"/>
                  <a:pt x="219563" y="147028"/>
                </a:cubicBezTo>
                <a:close/>
                <a:moveTo>
                  <a:pt x="182436" y="191051"/>
                </a:moveTo>
                <a:cubicBezTo>
                  <a:pt x="185618" y="186808"/>
                  <a:pt x="189331" y="180974"/>
                  <a:pt x="193044" y="175139"/>
                </a:cubicBezTo>
                <a:cubicBezTo>
                  <a:pt x="214259" y="141724"/>
                  <a:pt x="251387" y="83912"/>
                  <a:pt x="295940" y="120509"/>
                </a:cubicBezTo>
                <a:cubicBezTo>
                  <a:pt x="319277" y="139603"/>
                  <a:pt x="330416" y="165062"/>
                  <a:pt x="336780" y="193703"/>
                </a:cubicBezTo>
                <a:cubicBezTo>
                  <a:pt x="337841" y="199007"/>
                  <a:pt x="338902" y="204841"/>
                  <a:pt x="340493" y="210145"/>
                </a:cubicBezTo>
                <a:cubicBezTo>
                  <a:pt x="338902" y="159227"/>
                  <a:pt x="318747" y="80729"/>
                  <a:pt x="252978" y="92928"/>
                </a:cubicBezTo>
                <a:cubicBezTo>
                  <a:pt x="217972" y="99823"/>
                  <a:pt x="183496" y="157636"/>
                  <a:pt x="182436" y="191051"/>
                </a:cubicBezTo>
                <a:close/>
                <a:moveTo>
                  <a:pt x="115076" y="115735"/>
                </a:moveTo>
                <a:cubicBezTo>
                  <a:pt x="73174" y="122630"/>
                  <a:pt x="53019" y="177261"/>
                  <a:pt x="45594" y="211206"/>
                </a:cubicBezTo>
                <a:cubicBezTo>
                  <a:pt x="44533" y="215980"/>
                  <a:pt x="44003" y="220753"/>
                  <a:pt x="42942" y="224466"/>
                </a:cubicBezTo>
                <a:cubicBezTo>
                  <a:pt x="45594" y="218632"/>
                  <a:pt x="47185" y="213858"/>
                  <a:pt x="49307" y="208554"/>
                </a:cubicBezTo>
                <a:cubicBezTo>
                  <a:pt x="59915" y="177261"/>
                  <a:pt x="88556" y="128995"/>
                  <a:pt x="127275" y="132177"/>
                </a:cubicBezTo>
                <a:cubicBezTo>
                  <a:pt x="128335" y="131117"/>
                  <a:pt x="129396" y="130056"/>
                  <a:pt x="129927" y="129525"/>
                </a:cubicBezTo>
                <a:cubicBezTo>
                  <a:pt x="125683" y="124221"/>
                  <a:pt x="120380" y="119448"/>
                  <a:pt x="115076" y="115735"/>
                </a:cubicBezTo>
                <a:close/>
                <a:moveTo>
                  <a:pt x="140004" y="142255"/>
                </a:moveTo>
                <a:cubicBezTo>
                  <a:pt x="136822" y="140133"/>
                  <a:pt x="133109" y="139073"/>
                  <a:pt x="129396" y="138542"/>
                </a:cubicBezTo>
                <a:cubicBezTo>
                  <a:pt x="110832" y="160819"/>
                  <a:pt x="99164" y="195825"/>
                  <a:pt x="94921" y="224466"/>
                </a:cubicBezTo>
                <a:cubicBezTo>
                  <a:pt x="97042" y="218632"/>
                  <a:pt x="99164" y="213858"/>
                  <a:pt x="100755" y="208554"/>
                </a:cubicBezTo>
                <a:cubicBezTo>
                  <a:pt x="110302" y="182565"/>
                  <a:pt x="120910" y="163471"/>
                  <a:pt x="142656" y="145968"/>
                </a:cubicBezTo>
                <a:cubicBezTo>
                  <a:pt x="141595" y="144907"/>
                  <a:pt x="141065" y="143316"/>
                  <a:pt x="140004" y="142255"/>
                </a:cubicBezTo>
                <a:close/>
                <a:moveTo>
                  <a:pt x="173419" y="193703"/>
                </a:moveTo>
                <a:cubicBezTo>
                  <a:pt x="176071" y="178852"/>
                  <a:pt x="172358" y="156045"/>
                  <a:pt x="162811" y="134829"/>
                </a:cubicBezTo>
                <a:cubicBezTo>
                  <a:pt x="153794" y="113614"/>
                  <a:pt x="140004" y="93989"/>
                  <a:pt x="122501" y="86564"/>
                </a:cubicBezTo>
                <a:cubicBezTo>
                  <a:pt x="65219" y="60574"/>
                  <a:pt x="25969" y="115205"/>
                  <a:pt x="9527" y="163471"/>
                </a:cubicBezTo>
                <a:cubicBezTo>
                  <a:pt x="20665" y="145437"/>
                  <a:pt x="25969" y="138542"/>
                  <a:pt x="49307" y="119978"/>
                </a:cubicBezTo>
                <a:cubicBezTo>
                  <a:pt x="89086" y="88685"/>
                  <a:pt x="117728" y="104067"/>
                  <a:pt x="138413" y="130056"/>
                </a:cubicBezTo>
                <a:cubicBezTo>
                  <a:pt x="153794" y="149150"/>
                  <a:pt x="162811" y="171957"/>
                  <a:pt x="173419" y="193703"/>
                </a:cubicBezTo>
                <a:close/>
                <a:moveTo>
                  <a:pt x="170767" y="138542"/>
                </a:moveTo>
                <a:cubicBezTo>
                  <a:pt x="171297" y="140133"/>
                  <a:pt x="172358" y="142255"/>
                  <a:pt x="172889" y="143846"/>
                </a:cubicBezTo>
                <a:cubicBezTo>
                  <a:pt x="172889" y="142255"/>
                  <a:pt x="172358" y="141194"/>
                  <a:pt x="172358" y="139603"/>
                </a:cubicBezTo>
                <a:lnTo>
                  <a:pt x="171297" y="138542"/>
                </a:lnTo>
                <a:lnTo>
                  <a:pt x="170767" y="138542"/>
                </a:lnTo>
                <a:close/>
                <a:moveTo>
                  <a:pt x="127805" y="82320"/>
                </a:moveTo>
                <a:cubicBezTo>
                  <a:pt x="136822" y="87094"/>
                  <a:pt x="144778" y="94519"/>
                  <a:pt x="151673" y="103536"/>
                </a:cubicBezTo>
                <a:cubicBezTo>
                  <a:pt x="157507" y="104597"/>
                  <a:pt x="162811" y="106718"/>
                  <a:pt x="167585" y="109370"/>
                </a:cubicBezTo>
                <a:cubicBezTo>
                  <a:pt x="165463" y="99293"/>
                  <a:pt x="161750" y="89746"/>
                  <a:pt x="158038" y="80729"/>
                </a:cubicBezTo>
                <a:cubicBezTo>
                  <a:pt x="147960" y="78608"/>
                  <a:pt x="137352" y="79138"/>
                  <a:pt x="127805" y="82320"/>
                </a:cubicBezTo>
                <a:close/>
                <a:moveTo>
                  <a:pt x="156977" y="110962"/>
                </a:moveTo>
                <a:lnTo>
                  <a:pt x="157507" y="112022"/>
                </a:lnTo>
                <a:lnTo>
                  <a:pt x="159098" y="111492"/>
                </a:lnTo>
                <a:cubicBezTo>
                  <a:pt x="158038" y="111492"/>
                  <a:pt x="157507" y="110962"/>
                  <a:pt x="156977" y="110962"/>
                </a:cubicBezTo>
                <a:close/>
                <a:moveTo>
                  <a:pt x="160690" y="117326"/>
                </a:moveTo>
                <a:cubicBezTo>
                  <a:pt x="161750" y="118918"/>
                  <a:pt x="162811" y="121039"/>
                  <a:pt x="163872" y="122630"/>
                </a:cubicBezTo>
                <a:cubicBezTo>
                  <a:pt x="166524" y="124752"/>
                  <a:pt x="169176" y="127404"/>
                  <a:pt x="171297" y="129525"/>
                </a:cubicBezTo>
                <a:cubicBezTo>
                  <a:pt x="170767" y="125813"/>
                  <a:pt x="170237" y="121570"/>
                  <a:pt x="169706" y="117857"/>
                </a:cubicBezTo>
                <a:cubicBezTo>
                  <a:pt x="168645" y="116796"/>
                  <a:pt x="167585" y="116266"/>
                  <a:pt x="166524" y="115735"/>
                </a:cubicBezTo>
                <a:cubicBezTo>
                  <a:pt x="164933" y="116266"/>
                  <a:pt x="162811" y="116796"/>
                  <a:pt x="160690" y="117326"/>
                </a:cubicBezTo>
                <a:close/>
                <a:moveTo>
                  <a:pt x="194635" y="104067"/>
                </a:moveTo>
                <a:cubicBezTo>
                  <a:pt x="195696" y="108840"/>
                  <a:pt x="195696" y="114144"/>
                  <a:pt x="196226" y="118918"/>
                </a:cubicBezTo>
                <a:cubicBezTo>
                  <a:pt x="206834" y="94519"/>
                  <a:pt x="219033" y="74364"/>
                  <a:pt x="230702" y="58983"/>
                </a:cubicBezTo>
                <a:cubicBezTo>
                  <a:pt x="241309" y="45723"/>
                  <a:pt x="258812" y="26099"/>
                  <a:pt x="274194" y="18143"/>
                </a:cubicBezTo>
                <a:cubicBezTo>
                  <a:pt x="251917" y="6474"/>
                  <a:pt x="221685" y="51558"/>
                  <a:pt x="212668" y="65878"/>
                </a:cubicBezTo>
                <a:cubicBezTo>
                  <a:pt x="205773" y="77547"/>
                  <a:pt x="199939" y="90807"/>
                  <a:pt x="194635" y="104067"/>
                </a:cubicBezTo>
                <a:close/>
                <a:moveTo>
                  <a:pt x="207895" y="63226"/>
                </a:moveTo>
                <a:cubicBezTo>
                  <a:pt x="211607" y="56861"/>
                  <a:pt x="215320" y="51027"/>
                  <a:pt x="220094" y="45193"/>
                </a:cubicBezTo>
                <a:cubicBezTo>
                  <a:pt x="207364" y="24507"/>
                  <a:pt x="185088" y="3292"/>
                  <a:pt x="159098" y="6474"/>
                </a:cubicBezTo>
                <a:cubicBezTo>
                  <a:pt x="178723" y="19734"/>
                  <a:pt x="196226" y="42541"/>
                  <a:pt x="207895" y="63226"/>
                </a:cubicBezTo>
                <a:close/>
                <a:moveTo>
                  <a:pt x="222746" y="337440"/>
                </a:moveTo>
                <a:lnTo>
                  <a:pt x="238127" y="337440"/>
                </a:lnTo>
                <a:cubicBezTo>
                  <a:pt x="241309" y="337440"/>
                  <a:pt x="243961" y="339561"/>
                  <a:pt x="243961" y="342744"/>
                </a:cubicBezTo>
                <a:lnTo>
                  <a:pt x="243961" y="412225"/>
                </a:lnTo>
                <a:cubicBezTo>
                  <a:pt x="243961" y="415408"/>
                  <a:pt x="241309" y="418060"/>
                  <a:pt x="238127" y="418060"/>
                </a:cubicBezTo>
                <a:lnTo>
                  <a:pt x="222746" y="418060"/>
                </a:lnTo>
                <a:cubicBezTo>
                  <a:pt x="219563" y="418060"/>
                  <a:pt x="216911" y="415408"/>
                  <a:pt x="216911" y="412225"/>
                </a:cubicBezTo>
                <a:lnTo>
                  <a:pt x="216911" y="342744"/>
                </a:lnTo>
                <a:cubicBezTo>
                  <a:pt x="216911" y="339561"/>
                  <a:pt x="219563" y="337440"/>
                  <a:pt x="222746" y="337440"/>
                </a:cubicBezTo>
                <a:close/>
                <a:moveTo>
                  <a:pt x="238127" y="342744"/>
                </a:moveTo>
                <a:lnTo>
                  <a:pt x="222746" y="342744"/>
                </a:lnTo>
                <a:lnTo>
                  <a:pt x="222746" y="412225"/>
                </a:lnTo>
                <a:lnTo>
                  <a:pt x="238127" y="412225"/>
                </a:lnTo>
                <a:lnTo>
                  <a:pt x="238127" y="342744"/>
                </a:lnTo>
                <a:close/>
                <a:moveTo>
                  <a:pt x="222746" y="255229"/>
                </a:moveTo>
                <a:lnTo>
                  <a:pt x="238127" y="255229"/>
                </a:lnTo>
                <a:cubicBezTo>
                  <a:pt x="241309" y="255229"/>
                  <a:pt x="243961" y="257881"/>
                  <a:pt x="243961" y="261063"/>
                </a:cubicBezTo>
                <a:lnTo>
                  <a:pt x="243961" y="330545"/>
                </a:lnTo>
                <a:cubicBezTo>
                  <a:pt x="243961" y="333727"/>
                  <a:pt x="241309" y="335849"/>
                  <a:pt x="238127" y="335849"/>
                </a:cubicBezTo>
                <a:lnTo>
                  <a:pt x="222746" y="335849"/>
                </a:lnTo>
                <a:cubicBezTo>
                  <a:pt x="219563" y="335849"/>
                  <a:pt x="216911" y="333727"/>
                  <a:pt x="216911" y="330545"/>
                </a:cubicBezTo>
                <a:lnTo>
                  <a:pt x="216911" y="261063"/>
                </a:lnTo>
                <a:cubicBezTo>
                  <a:pt x="216911" y="257881"/>
                  <a:pt x="219563" y="255229"/>
                  <a:pt x="222746" y="255229"/>
                </a:cubicBezTo>
                <a:close/>
                <a:moveTo>
                  <a:pt x="238127" y="261063"/>
                </a:moveTo>
                <a:lnTo>
                  <a:pt x="222746" y="261063"/>
                </a:lnTo>
                <a:lnTo>
                  <a:pt x="222746" y="330545"/>
                </a:lnTo>
                <a:lnTo>
                  <a:pt x="238127" y="330545"/>
                </a:lnTo>
                <a:lnTo>
                  <a:pt x="238127" y="261063"/>
                </a:lnTo>
                <a:close/>
                <a:moveTo>
                  <a:pt x="222746" y="201659"/>
                </a:moveTo>
                <a:lnTo>
                  <a:pt x="222746" y="248334"/>
                </a:lnTo>
                <a:lnTo>
                  <a:pt x="238127" y="248334"/>
                </a:lnTo>
                <a:lnTo>
                  <a:pt x="238127" y="195294"/>
                </a:lnTo>
                <a:cubicBezTo>
                  <a:pt x="235475" y="199007"/>
                  <a:pt x="232823" y="201129"/>
                  <a:pt x="230171" y="204311"/>
                </a:cubicBezTo>
                <a:lnTo>
                  <a:pt x="229110" y="200598"/>
                </a:lnTo>
                <a:cubicBezTo>
                  <a:pt x="228580" y="203250"/>
                  <a:pt x="227519" y="205372"/>
                  <a:pt x="226458" y="207493"/>
                </a:cubicBezTo>
                <a:cubicBezTo>
                  <a:pt x="225928" y="206433"/>
                  <a:pt x="223276" y="201659"/>
                  <a:pt x="222746" y="201659"/>
                </a:cubicBezTo>
                <a:close/>
              </a:path>
            </a:pathLst>
          </a:custGeom>
          <a:solidFill>
            <a:schemeClr val="accent5"/>
          </a:solidFill>
          <a:ln w="520" cap="flat">
            <a:noFill/>
            <a:prstDash val="solid"/>
            <a:miter/>
          </a:ln>
        </p:spPr>
        <p:txBody>
          <a:bodyPr rtlCol="0" anchor="ctr"/>
          <a:lstStyle/>
          <a:p>
            <a:endParaRPr lang="pt-BR" sz="1300">
              <a:latin typeface="+mj-lt"/>
            </a:endParaRPr>
          </a:p>
        </p:txBody>
      </p:sp>
      <p:grpSp>
        <p:nvGrpSpPr>
          <p:cNvPr id="74" name="Gráfico 251">
            <a:extLst>
              <a:ext uri="{FF2B5EF4-FFF2-40B4-BE49-F238E27FC236}">
                <a16:creationId xmlns:a16="http://schemas.microsoft.com/office/drawing/2014/main" id="{98F56C71-6A46-229F-FCBC-2F0E96FD44C6}"/>
              </a:ext>
            </a:extLst>
          </p:cNvPr>
          <p:cNvGrpSpPr/>
          <p:nvPr/>
        </p:nvGrpSpPr>
        <p:grpSpPr>
          <a:xfrm>
            <a:off x="424353" y="5166264"/>
            <a:ext cx="174496" cy="235944"/>
            <a:chOff x="697942" y="4921993"/>
            <a:chExt cx="311142" cy="401062"/>
          </a:xfrm>
          <a:solidFill>
            <a:schemeClr val="accent5"/>
          </a:solidFill>
        </p:grpSpPr>
        <p:sp>
          <p:nvSpPr>
            <p:cNvPr id="75" name="Forma libre: forma 74">
              <a:extLst>
                <a:ext uri="{FF2B5EF4-FFF2-40B4-BE49-F238E27FC236}">
                  <a16:creationId xmlns:a16="http://schemas.microsoft.com/office/drawing/2014/main" id="{F5232583-F724-C2BC-B503-F5213754DC02}"/>
                </a:ext>
              </a:extLst>
            </p:cNvPr>
            <p:cNvSpPr/>
            <p:nvPr/>
          </p:nvSpPr>
          <p:spPr>
            <a:xfrm>
              <a:off x="936308" y="5004140"/>
              <a:ext cx="10687" cy="318914"/>
            </a:xfrm>
            <a:custGeom>
              <a:avLst/>
              <a:gdLst>
                <a:gd name="connsiteX0" fmla="*/ 5344 w 10687"/>
                <a:gd name="connsiteY0" fmla="*/ 318914 h 318914"/>
                <a:gd name="connsiteX1" fmla="*/ 0 w 10687"/>
                <a:gd name="connsiteY1" fmla="*/ 313570 h 318914"/>
                <a:gd name="connsiteX2" fmla="*/ 0 w 10687"/>
                <a:gd name="connsiteY2" fmla="*/ 5344 h 318914"/>
                <a:gd name="connsiteX3" fmla="*/ 5344 w 10687"/>
                <a:gd name="connsiteY3" fmla="*/ 0 h 318914"/>
                <a:gd name="connsiteX4" fmla="*/ 10688 w 10687"/>
                <a:gd name="connsiteY4" fmla="*/ 5344 h 318914"/>
                <a:gd name="connsiteX5" fmla="*/ 10688 w 10687"/>
                <a:gd name="connsiteY5" fmla="*/ 313570 h 318914"/>
                <a:gd name="connsiteX6" fmla="*/ 5344 w 10687"/>
                <a:gd name="connsiteY6" fmla="*/ 318914 h 31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687" h="318914">
                  <a:moveTo>
                    <a:pt x="5344" y="318914"/>
                  </a:moveTo>
                  <a:cubicBezTo>
                    <a:pt x="2397" y="318914"/>
                    <a:pt x="0" y="316516"/>
                    <a:pt x="0" y="313570"/>
                  </a:cubicBezTo>
                  <a:lnTo>
                    <a:pt x="0" y="5344"/>
                  </a:lnTo>
                  <a:cubicBezTo>
                    <a:pt x="0" y="2398"/>
                    <a:pt x="2398" y="0"/>
                    <a:pt x="5344" y="0"/>
                  </a:cubicBezTo>
                  <a:cubicBezTo>
                    <a:pt x="8290" y="0"/>
                    <a:pt x="10688" y="2382"/>
                    <a:pt x="10688" y="5344"/>
                  </a:cubicBezTo>
                  <a:lnTo>
                    <a:pt x="10688" y="313570"/>
                  </a:lnTo>
                  <a:cubicBezTo>
                    <a:pt x="10688" y="316517"/>
                    <a:pt x="8290" y="318914"/>
                    <a:pt x="5344" y="318914"/>
                  </a:cubicBezTo>
                  <a:close/>
                </a:path>
              </a:pathLst>
            </a:custGeom>
            <a:grpFill/>
            <a:ln w="3983" cap="flat">
              <a:noFill/>
              <a:prstDash val="solid"/>
              <a:miter/>
            </a:ln>
          </p:spPr>
          <p:txBody>
            <a:bodyPr rtlCol="0" anchor="ctr"/>
            <a:lstStyle/>
            <a:p>
              <a:endParaRPr lang="pt-BR" sz="1300">
                <a:latin typeface="+mj-lt"/>
              </a:endParaRPr>
            </a:p>
          </p:txBody>
        </p:sp>
        <p:sp>
          <p:nvSpPr>
            <p:cNvPr id="76" name="Forma libre: forma 75">
              <a:extLst>
                <a:ext uri="{FF2B5EF4-FFF2-40B4-BE49-F238E27FC236}">
                  <a16:creationId xmlns:a16="http://schemas.microsoft.com/office/drawing/2014/main" id="{541AF811-9FDB-E25C-C851-745863FB646D}"/>
                </a:ext>
              </a:extLst>
            </p:cNvPr>
            <p:cNvSpPr/>
            <p:nvPr/>
          </p:nvSpPr>
          <p:spPr>
            <a:xfrm>
              <a:off x="936310" y="5179647"/>
              <a:ext cx="68778" cy="68798"/>
            </a:xfrm>
            <a:custGeom>
              <a:avLst/>
              <a:gdLst>
                <a:gd name="connsiteX0" fmla="*/ 6501 w 68778"/>
                <a:gd name="connsiteY0" fmla="*/ 68798 h 68798"/>
                <a:gd name="connsiteX1" fmla="*/ 5247 w 68778"/>
                <a:gd name="connsiteY1" fmla="*/ 68782 h 68798"/>
                <a:gd name="connsiteX2" fmla="*/ 13 w 68778"/>
                <a:gd name="connsiteY2" fmla="*/ 63548 h 68798"/>
                <a:gd name="connsiteX3" fmla="*/ 18239 w 68778"/>
                <a:gd name="connsiteY3" fmla="*/ 18242 h 68798"/>
                <a:gd name="connsiteX4" fmla="*/ 62278 w 68778"/>
                <a:gd name="connsiteY4" fmla="*/ 0 h 68798"/>
                <a:gd name="connsiteX5" fmla="*/ 63531 w 68778"/>
                <a:gd name="connsiteY5" fmla="*/ 16 h 68798"/>
                <a:gd name="connsiteX6" fmla="*/ 68766 w 68778"/>
                <a:gd name="connsiteY6" fmla="*/ 5250 h 68798"/>
                <a:gd name="connsiteX7" fmla="*/ 50540 w 68778"/>
                <a:gd name="connsiteY7" fmla="*/ 50540 h 68798"/>
                <a:gd name="connsiteX8" fmla="*/ 6501 w 68778"/>
                <a:gd name="connsiteY8" fmla="*/ 68782 h 68798"/>
                <a:gd name="connsiteX9" fmla="*/ 57918 w 68778"/>
                <a:gd name="connsiteY9" fmla="*/ 10874 h 68798"/>
                <a:gd name="connsiteX10" fmla="*/ 25776 w 68778"/>
                <a:gd name="connsiteY10" fmla="*/ 25809 h 68798"/>
                <a:gd name="connsiteX11" fmla="*/ 10840 w 68778"/>
                <a:gd name="connsiteY11" fmla="*/ 57952 h 68798"/>
                <a:gd name="connsiteX12" fmla="*/ 42983 w 68778"/>
                <a:gd name="connsiteY12" fmla="*/ 43016 h 68798"/>
                <a:gd name="connsiteX13" fmla="*/ 57918 w 68778"/>
                <a:gd name="connsiteY13" fmla="*/ 10874 h 68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8778" h="68798">
                  <a:moveTo>
                    <a:pt x="6501" y="68798"/>
                  </a:moveTo>
                  <a:lnTo>
                    <a:pt x="5247" y="68782"/>
                  </a:lnTo>
                  <a:cubicBezTo>
                    <a:pt x="2380" y="68720"/>
                    <a:pt x="76" y="66416"/>
                    <a:pt x="13" y="63548"/>
                  </a:cubicBezTo>
                  <a:cubicBezTo>
                    <a:pt x="-332" y="46435"/>
                    <a:pt x="6140" y="30356"/>
                    <a:pt x="18239" y="18242"/>
                  </a:cubicBezTo>
                  <a:cubicBezTo>
                    <a:pt x="30008" y="6472"/>
                    <a:pt x="45648" y="0"/>
                    <a:pt x="62278" y="0"/>
                  </a:cubicBezTo>
                  <a:lnTo>
                    <a:pt x="63531" y="16"/>
                  </a:lnTo>
                  <a:cubicBezTo>
                    <a:pt x="66399" y="78"/>
                    <a:pt x="68703" y="2382"/>
                    <a:pt x="68766" y="5250"/>
                  </a:cubicBezTo>
                  <a:cubicBezTo>
                    <a:pt x="69110" y="22363"/>
                    <a:pt x="62638" y="38442"/>
                    <a:pt x="50540" y="50540"/>
                  </a:cubicBezTo>
                  <a:cubicBezTo>
                    <a:pt x="38770" y="62310"/>
                    <a:pt x="23130" y="68782"/>
                    <a:pt x="6501" y="68782"/>
                  </a:cubicBezTo>
                  <a:close/>
                  <a:moveTo>
                    <a:pt x="57918" y="10874"/>
                  </a:moveTo>
                  <a:cubicBezTo>
                    <a:pt x="45772" y="11877"/>
                    <a:pt x="34489" y="17096"/>
                    <a:pt x="25776" y="25809"/>
                  </a:cubicBezTo>
                  <a:cubicBezTo>
                    <a:pt x="17031" y="34554"/>
                    <a:pt x="11828" y="45806"/>
                    <a:pt x="10840" y="57952"/>
                  </a:cubicBezTo>
                  <a:cubicBezTo>
                    <a:pt x="22986" y="56949"/>
                    <a:pt x="34269" y="51730"/>
                    <a:pt x="42983" y="43016"/>
                  </a:cubicBezTo>
                  <a:cubicBezTo>
                    <a:pt x="51727" y="34272"/>
                    <a:pt x="56930" y="23020"/>
                    <a:pt x="57918" y="10874"/>
                  </a:cubicBezTo>
                  <a:close/>
                </a:path>
              </a:pathLst>
            </a:custGeom>
            <a:grpFill/>
            <a:ln w="3983" cap="flat">
              <a:noFill/>
              <a:prstDash val="solid"/>
              <a:miter/>
            </a:ln>
          </p:spPr>
          <p:txBody>
            <a:bodyPr rtlCol="0" anchor="ctr"/>
            <a:lstStyle/>
            <a:p>
              <a:endParaRPr lang="pt-BR" sz="1300">
                <a:latin typeface="+mj-lt"/>
              </a:endParaRPr>
            </a:p>
          </p:txBody>
        </p:sp>
        <p:sp>
          <p:nvSpPr>
            <p:cNvPr id="77" name="Forma libre: forma 76">
              <a:extLst>
                <a:ext uri="{FF2B5EF4-FFF2-40B4-BE49-F238E27FC236}">
                  <a16:creationId xmlns:a16="http://schemas.microsoft.com/office/drawing/2014/main" id="{A54D49F4-580E-8A90-5DD9-EF4F0E6A4F42}"/>
                </a:ext>
              </a:extLst>
            </p:cNvPr>
            <p:cNvSpPr/>
            <p:nvPr/>
          </p:nvSpPr>
          <p:spPr>
            <a:xfrm>
              <a:off x="878215" y="5179663"/>
              <a:ext cx="68778" cy="68798"/>
            </a:xfrm>
            <a:custGeom>
              <a:avLst/>
              <a:gdLst>
                <a:gd name="connsiteX0" fmla="*/ 62278 w 68778"/>
                <a:gd name="connsiteY0" fmla="*/ 68782 h 68798"/>
                <a:gd name="connsiteX1" fmla="*/ 18239 w 68778"/>
                <a:gd name="connsiteY1" fmla="*/ 50540 h 68798"/>
                <a:gd name="connsiteX2" fmla="*/ 13 w 68778"/>
                <a:gd name="connsiteY2" fmla="*/ 5250 h 68798"/>
                <a:gd name="connsiteX3" fmla="*/ 5247 w 68778"/>
                <a:gd name="connsiteY3" fmla="*/ 16 h 68798"/>
                <a:gd name="connsiteX4" fmla="*/ 6501 w 68778"/>
                <a:gd name="connsiteY4" fmla="*/ 0 h 68798"/>
                <a:gd name="connsiteX5" fmla="*/ 50540 w 68778"/>
                <a:gd name="connsiteY5" fmla="*/ 18242 h 68798"/>
                <a:gd name="connsiteX6" fmla="*/ 68766 w 68778"/>
                <a:gd name="connsiteY6" fmla="*/ 63548 h 68798"/>
                <a:gd name="connsiteX7" fmla="*/ 63531 w 68778"/>
                <a:gd name="connsiteY7" fmla="*/ 68782 h 68798"/>
                <a:gd name="connsiteX8" fmla="*/ 62262 w 68778"/>
                <a:gd name="connsiteY8" fmla="*/ 68798 h 68798"/>
                <a:gd name="connsiteX9" fmla="*/ 10845 w 68778"/>
                <a:gd name="connsiteY9" fmla="*/ 10858 h 68798"/>
                <a:gd name="connsiteX10" fmla="*/ 25780 w 68778"/>
                <a:gd name="connsiteY10" fmla="*/ 43000 h 68798"/>
                <a:gd name="connsiteX11" fmla="*/ 57922 w 68778"/>
                <a:gd name="connsiteY11" fmla="*/ 57936 h 68798"/>
                <a:gd name="connsiteX12" fmla="*/ 42987 w 68778"/>
                <a:gd name="connsiteY12" fmla="*/ 25793 h 68798"/>
                <a:gd name="connsiteX13" fmla="*/ 10845 w 68778"/>
                <a:gd name="connsiteY13" fmla="*/ 10858 h 68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8778" h="68798">
                  <a:moveTo>
                    <a:pt x="62278" y="68782"/>
                  </a:moveTo>
                  <a:cubicBezTo>
                    <a:pt x="45650" y="68782"/>
                    <a:pt x="30010" y="62310"/>
                    <a:pt x="18239" y="50540"/>
                  </a:cubicBezTo>
                  <a:cubicBezTo>
                    <a:pt x="6141" y="38442"/>
                    <a:pt x="-332" y="22347"/>
                    <a:pt x="13" y="5250"/>
                  </a:cubicBezTo>
                  <a:cubicBezTo>
                    <a:pt x="76" y="2382"/>
                    <a:pt x="2379" y="78"/>
                    <a:pt x="5247" y="16"/>
                  </a:cubicBezTo>
                  <a:lnTo>
                    <a:pt x="6501" y="0"/>
                  </a:lnTo>
                  <a:cubicBezTo>
                    <a:pt x="23128" y="0"/>
                    <a:pt x="38769" y="6472"/>
                    <a:pt x="50540" y="18242"/>
                  </a:cubicBezTo>
                  <a:cubicBezTo>
                    <a:pt x="62638" y="30356"/>
                    <a:pt x="69110" y="46435"/>
                    <a:pt x="68766" y="63548"/>
                  </a:cubicBezTo>
                  <a:cubicBezTo>
                    <a:pt x="68703" y="66416"/>
                    <a:pt x="66400" y="68720"/>
                    <a:pt x="63531" y="68782"/>
                  </a:cubicBezTo>
                  <a:lnTo>
                    <a:pt x="62262" y="68798"/>
                  </a:lnTo>
                  <a:close/>
                  <a:moveTo>
                    <a:pt x="10845" y="10858"/>
                  </a:moveTo>
                  <a:cubicBezTo>
                    <a:pt x="11848" y="23003"/>
                    <a:pt x="17051" y="34256"/>
                    <a:pt x="25780" y="43000"/>
                  </a:cubicBezTo>
                  <a:cubicBezTo>
                    <a:pt x="34494" y="51714"/>
                    <a:pt x="45777" y="56933"/>
                    <a:pt x="57922" y="57936"/>
                  </a:cubicBezTo>
                  <a:cubicBezTo>
                    <a:pt x="56919" y="45790"/>
                    <a:pt x="51716" y="34538"/>
                    <a:pt x="42987" y="25793"/>
                  </a:cubicBezTo>
                  <a:cubicBezTo>
                    <a:pt x="34274" y="17080"/>
                    <a:pt x="22990" y="11861"/>
                    <a:pt x="10845" y="10858"/>
                  </a:cubicBezTo>
                  <a:close/>
                </a:path>
              </a:pathLst>
            </a:custGeom>
            <a:grpFill/>
            <a:ln w="3983" cap="flat">
              <a:noFill/>
              <a:prstDash val="solid"/>
              <a:miter/>
            </a:ln>
          </p:spPr>
          <p:txBody>
            <a:bodyPr rtlCol="0" anchor="ctr"/>
            <a:lstStyle/>
            <a:p>
              <a:endParaRPr lang="pt-BR" sz="1300">
                <a:latin typeface="+mj-lt"/>
              </a:endParaRPr>
            </a:p>
          </p:txBody>
        </p:sp>
        <p:sp>
          <p:nvSpPr>
            <p:cNvPr id="78" name="Forma libre: forma 77">
              <a:extLst>
                <a:ext uri="{FF2B5EF4-FFF2-40B4-BE49-F238E27FC236}">
                  <a16:creationId xmlns:a16="http://schemas.microsoft.com/office/drawing/2014/main" id="{29C215EB-4B1E-7E82-370E-9E7E0F32CF14}"/>
                </a:ext>
              </a:extLst>
            </p:cNvPr>
            <p:cNvSpPr/>
            <p:nvPr/>
          </p:nvSpPr>
          <p:spPr>
            <a:xfrm>
              <a:off x="936310" y="5107309"/>
              <a:ext cx="68778" cy="68782"/>
            </a:xfrm>
            <a:custGeom>
              <a:avLst/>
              <a:gdLst>
                <a:gd name="connsiteX0" fmla="*/ 6501 w 68778"/>
                <a:gd name="connsiteY0" fmla="*/ 68782 h 68782"/>
                <a:gd name="connsiteX1" fmla="*/ 5247 w 68778"/>
                <a:gd name="connsiteY1" fmla="*/ 68766 h 68782"/>
                <a:gd name="connsiteX2" fmla="*/ 13 w 68778"/>
                <a:gd name="connsiteY2" fmla="*/ 63532 h 68782"/>
                <a:gd name="connsiteX3" fmla="*/ 18239 w 68778"/>
                <a:gd name="connsiteY3" fmla="*/ 18242 h 68782"/>
                <a:gd name="connsiteX4" fmla="*/ 62278 w 68778"/>
                <a:gd name="connsiteY4" fmla="*/ 0 h 68782"/>
                <a:gd name="connsiteX5" fmla="*/ 63531 w 68778"/>
                <a:gd name="connsiteY5" fmla="*/ 16 h 68782"/>
                <a:gd name="connsiteX6" fmla="*/ 68766 w 68778"/>
                <a:gd name="connsiteY6" fmla="*/ 5250 h 68782"/>
                <a:gd name="connsiteX7" fmla="*/ 50540 w 68778"/>
                <a:gd name="connsiteY7" fmla="*/ 50540 h 68782"/>
                <a:gd name="connsiteX8" fmla="*/ 6501 w 68778"/>
                <a:gd name="connsiteY8" fmla="*/ 68782 h 68782"/>
                <a:gd name="connsiteX9" fmla="*/ 57918 w 68778"/>
                <a:gd name="connsiteY9" fmla="*/ 10858 h 68782"/>
                <a:gd name="connsiteX10" fmla="*/ 25776 w 68778"/>
                <a:gd name="connsiteY10" fmla="*/ 25793 h 68782"/>
                <a:gd name="connsiteX11" fmla="*/ 10840 w 68778"/>
                <a:gd name="connsiteY11" fmla="*/ 57935 h 68782"/>
                <a:gd name="connsiteX12" fmla="*/ 42983 w 68778"/>
                <a:gd name="connsiteY12" fmla="*/ 43000 h 68782"/>
                <a:gd name="connsiteX13" fmla="*/ 57918 w 68778"/>
                <a:gd name="connsiteY13" fmla="*/ 10858 h 68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8778" h="68782">
                  <a:moveTo>
                    <a:pt x="6501" y="68782"/>
                  </a:moveTo>
                  <a:lnTo>
                    <a:pt x="5247" y="68766"/>
                  </a:lnTo>
                  <a:cubicBezTo>
                    <a:pt x="2380" y="68704"/>
                    <a:pt x="76" y="66400"/>
                    <a:pt x="13" y="63532"/>
                  </a:cubicBezTo>
                  <a:cubicBezTo>
                    <a:pt x="-332" y="46419"/>
                    <a:pt x="6140" y="30340"/>
                    <a:pt x="18239" y="18242"/>
                  </a:cubicBezTo>
                  <a:cubicBezTo>
                    <a:pt x="30008" y="6472"/>
                    <a:pt x="45648" y="0"/>
                    <a:pt x="62278" y="0"/>
                  </a:cubicBezTo>
                  <a:lnTo>
                    <a:pt x="63531" y="16"/>
                  </a:lnTo>
                  <a:cubicBezTo>
                    <a:pt x="66399" y="78"/>
                    <a:pt x="68703" y="2382"/>
                    <a:pt x="68766" y="5250"/>
                  </a:cubicBezTo>
                  <a:cubicBezTo>
                    <a:pt x="69110" y="22363"/>
                    <a:pt x="62638" y="38442"/>
                    <a:pt x="50540" y="50540"/>
                  </a:cubicBezTo>
                  <a:cubicBezTo>
                    <a:pt x="38770" y="62310"/>
                    <a:pt x="23130" y="68782"/>
                    <a:pt x="6501" y="68782"/>
                  </a:cubicBezTo>
                  <a:close/>
                  <a:moveTo>
                    <a:pt x="57918" y="10858"/>
                  </a:moveTo>
                  <a:cubicBezTo>
                    <a:pt x="45772" y="11861"/>
                    <a:pt x="34489" y="17080"/>
                    <a:pt x="25776" y="25793"/>
                  </a:cubicBezTo>
                  <a:cubicBezTo>
                    <a:pt x="17031" y="34538"/>
                    <a:pt x="11828" y="45790"/>
                    <a:pt x="10840" y="57935"/>
                  </a:cubicBezTo>
                  <a:cubicBezTo>
                    <a:pt x="22986" y="56933"/>
                    <a:pt x="34269" y="51714"/>
                    <a:pt x="42983" y="43000"/>
                  </a:cubicBezTo>
                  <a:cubicBezTo>
                    <a:pt x="51727" y="34256"/>
                    <a:pt x="56930" y="23003"/>
                    <a:pt x="57918" y="10858"/>
                  </a:cubicBezTo>
                  <a:close/>
                </a:path>
              </a:pathLst>
            </a:custGeom>
            <a:grpFill/>
            <a:ln w="3983" cap="flat">
              <a:noFill/>
              <a:prstDash val="solid"/>
              <a:miter/>
            </a:ln>
          </p:spPr>
          <p:txBody>
            <a:bodyPr rtlCol="0" anchor="ctr"/>
            <a:lstStyle/>
            <a:p>
              <a:endParaRPr lang="pt-BR" sz="1300">
                <a:latin typeface="+mj-lt"/>
              </a:endParaRPr>
            </a:p>
          </p:txBody>
        </p:sp>
        <p:sp>
          <p:nvSpPr>
            <p:cNvPr id="79" name="Forma libre: forma 78">
              <a:extLst>
                <a:ext uri="{FF2B5EF4-FFF2-40B4-BE49-F238E27FC236}">
                  <a16:creationId xmlns:a16="http://schemas.microsoft.com/office/drawing/2014/main" id="{407168AD-BC44-17DA-964B-9E2559B0A69B}"/>
                </a:ext>
              </a:extLst>
            </p:cNvPr>
            <p:cNvSpPr/>
            <p:nvPr/>
          </p:nvSpPr>
          <p:spPr>
            <a:xfrm>
              <a:off x="878215" y="5107309"/>
              <a:ext cx="68778" cy="68798"/>
            </a:xfrm>
            <a:custGeom>
              <a:avLst/>
              <a:gdLst>
                <a:gd name="connsiteX0" fmla="*/ 62278 w 68778"/>
                <a:gd name="connsiteY0" fmla="*/ 68782 h 68798"/>
                <a:gd name="connsiteX1" fmla="*/ 18239 w 68778"/>
                <a:gd name="connsiteY1" fmla="*/ 50540 h 68798"/>
                <a:gd name="connsiteX2" fmla="*/ 13 w 68778"/>
                <a:gd name="connsiteY2" fmla="*/ 5250 h 68798"/>
                <a:gd name="connsiteX3" fmla="*/ 5247 w 68778"/>
                <a:gd name="connsiteY3" fmla="*/ 16 h 68798"/>
                <a:gd name="connsiteX4" fmla="*/ 6501 w 68778"/>
                <a:gd name="connsiteY4" fmla="*/ 0 h 68798"/>
                <a:gd name="connsiteX5" fmla="*/ 50540 w 68778"/>
                <a:gd name="connsiteY5" fmla="*/ 18242 h 68798"/>
                <a:gd name="connsiteX6" fmla="*/ 68766 w 68778"/>
                <a:gd name="connsiteY6" fmla="*/ 63548 h 68798"/>
                <a:gd name="connsiteX7" fmla="*/ 63531 w 68778"/>
                <a:gd name="connsiteY7" fmla="*/ 68782 h 68798"/>
                <a:gd name="connsiteX8" fmla="*/ 62262 w 68778"/>
                <a:gd name="connsiteY8" fmla="*/ 68798 h 68798"/>
                <a:gd name="connsiteX9" fmla="*/ 10845 w 68778"/>
                <a:gd name="connsiteY9" fmla="*/ 10858 h 68798"/>
                <a:gd name="connsiteX10" fmla="*/ 25780 w 68778"/>
                <a:gd name="connsiteY10" fmla="*/ 43000 h 68798"/>
                <a:gd name="connsiteX11" fmla="*/ 57922 w 68778"/>
                <a:gd name="connsiteY11" fmla="*/ 57935 h 68798"/>
                <a:gd name="connsiteX12" fmla="*/ 42987 w 68778"/>
                <a:gd name="connsiteY12" fmla="*/ 25793 h 68798"/>
                <a:gd name="connsiteX13" fmla="*/ 10845 w 68778"/>
                <a:gd name="connsiteY13" fmla="*/ 10858 h 68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8778" h="68798">
                  <a:moveTo>
                    <a:pt x="62278" y="68782"/>
                  </a:moveTo>
                  <a:cubicBezTo>
                    <a:pt x="45650" y="68782"/>
                    <a:pt x="30010" y="62310"/>
                    <a:pt x="18239" y="50540"/>
                  </a:cubicBezTo>
                  <a:cubicBezTo>
                    <a:pt x="6141" y="38442"/>
                    <a:pt x="-332" y="22348"/>
                    <a:pt x="13" y="5250"/>
                  </a:cubicBezTo>
                  <a:cubicBezTo>
                    <a:pt x="76" y="2382"/>
                    <a:pt x="2379" y="78"/>
                    <a:pt x="5247" y="16"/>
                  </a:cubicBezTo>
                  <a:lnTo>
                    <a:pt x="6501" y="0"/>
                  </a:lnTo>
                  <a:cubicBezTo>
                    <a:pt x="23128" y="0"/>
                    <a:pt x="38784" y="6488"/>
                    <a:pt x="50540" y="18242"/>
                  </a:cubicBezTo>
                  <a:cubicBezTo>
                    <a:pt x="62638" y="30340"/>
                    <a:pt x="69110" y="46435"/>
                    <a:pt x="68766" y="63548"/>
                  </a:cubicBezTo>
                  <a:cubicBezTo>
                    <a:pt x="68703" y="66416"/>
                    <a:pt x="66400" y="68720"/>
                    <a:pt x="63531" y="68782"/>
                  </a:cubicBezTo>
                  <a:lnTo>
                    <a:pt x="62262" y="68798"/>
                  </a:lnTo>
                  <a:close/>
                  <a:moveTo>
                    <a:pt x="10845" y="10858"/>
                  </a:moveTo>
                  <a:cubicBezTo>
                    <a:pt x="11848" y="23003"/>
                    <a:pt x="17051" y="34256"/>
                    <a:pt x="25780" y="43000"/>
                  </a:cubicBezTo>
                  <a:cubicBezTo>
                    <a:pt x="34494" y="51714"/>
                    <a:pt x="45777" y="56933"/>
                    <a:pt x="57922" y="57935"/>
                  </a:cubicBezTo>
                  <a:cubicBezTo>
                    <a:pt x="56919" y="45790"/>
                    <a:pt x="51716" y="34538"/>
                    <a:pt x="42987" y="25793"/>
                  </a:cubicBezTo>
                  <a:cubicBezTo>
                    <a:pt x="34274" y="17080"/>
                    <a:pt x="22990" y="11861"/>
                    <a:pt x="10845" y="10858"/>
                  </a:cubicBezTo>
                  <a:close/>
                </a:path>
              </a:pathLst>
            </a:custGeom>
            <a:grpFill/>
            <a:ln w="3983" cap="flat">
              <a:noFill/>
              <a:prstDash val="solid"/>
              <a:miter/>
            </a:ln>
          </p:spPr>
          <p:txBody>
            <a:bodyPr rtlCol="0" anchor="ctr"/>
            <a:lstStyle/>
            <a:p>
              <a:endParaRPr lang="pt-BR" sz="1300">
                <a:latin typeface="+mj-lt"/>
              </a:endParaRPr>
            </a:p>
          </p:txBody>
        </p:sp>
        <p:sp>
          <p:nvSpPr>
            <p:cNvPr id="80" name="Forma libre: forma 79">
              <a:extLst>
                <a:ext uri="{FF2B5EF4-FFF2-40B4-BE49-F238E27FC236}">
                  <a16:creationId xmlns:a16="http://schemas.microsoft.com/office/drawing/2014/main" id="{A9BE5DA4-B94C-AB97-F6E4-7186B6FE27E4}"/>
                </a:ext>
              </a:extLst>
            </p:cNvPr>
            <p:cNvSpPr/>
            <p:nvPr/>
          </p:nvSpPr>
          <p:spPr>
            <a:xfrm>
              <a:off x="936294" y="5034934"/>
              <a:ext cx="68778" cy="68798"/>
            </a:xfrm>
            <a:custGeom>
              <a:avLst/>
              <a:gdLst>
                <a:gd name="connsiteX0" fmla="*/ 6501 w 68778"/>
                <a:gd name="connsiteY0" fmla="*/ 68782 h 68798"/>
                <a:gd name="connsiteX1" fmla="*/ 5247 w 68778"/>
                <a:gd name="connsiteY1" fmla="*/ 68766 h 68798"/>
                <a:gd name="connsiteX2" fmla="*/ 13 w 68778"/>
                <a:gd name="connsiteY2" fmla="*/ 63532 h 68798"/>
                <a:gd name="connsiteX3" fmla="*/ 18239 w 68778"/>
                <a:gd name="connsiteY3" fmla="*/ 18242 h 68798"/>
                <a:gd name="connsiteX4" fmla="*/ 62278 w 68778"/>
                <a:gd name="connsiteY4" fmla="*/ 0 h 68798"/>
                <a:gd name="connsiteX5" fmla="*/ 63531 w 68778"/>
                <a:gd name="connsiteY5" fmla="*/ 16 h 68798"/>
                <a:gd name="connsiteX6" fmla="*/ 68766 w 68778"/>
                <a:gd name="connsiteY6" fmla="*/ 5250 h 68798"/>
                <a:gd name="connsiteX7" fmla="*/ 50540 w 68778"/>
                <a:gd name="connsiteY7" fmla="*/ 50556 h 68798"/>
                <a:gd name="connsiteX8" fmla="*/ 6501 w 68778"/>
                <a:gd name="connsiteY8" fmla="*/ 68798 h 68798"/>
                <a:gd name="connsiteX9" fmla="*/ 57934 w 68778"/>
                <a:gd name="connsiteY9" fmla="*/ 10858 h 68798"/>
                <a:gd name="connsiteX10" fmla="*/ 25792 w 68778"/>
                <a:gd name="connsiteY10" fmla="*/ 25793 h 68798"/>
                <a:gd name="connsiteX11" fmla="*/ 10856 w 68778"/>
                <a:gd name="connsiteY11" fmla="*/ 57935 h 68798"/>
                <a:gd name="connsiteX12" fmla="*/ 42999 w 68778"/>
                <a:gd name="connsiteY12" fmla="*/ 43000 h 68798"/>
                <a:gd name="connsiteX13" fmla="*/ 57934 w 68778"/>
                <a:gd name="connsiteY13" fmla="*/ 10858 h 68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8778" h="68798">
                  <a:moveTo>
                    <a:pt x="6501" y="68782"/>
                  </a:moveTo>
                  <a:lnTo>
                    <a:pt x="5247" y="68766"/>
                  </a:lnTo>
                  <a:cubicBezTo>
                    <a:pt x="2380" y="68704"/>
                    <a:pt x="76" y="66400"/>
                    <a:pt x="13" y="63532"/>
                  </a:cubicBezTo>
                  <a:cubicBezTo>
                    <a:pt x="-332" y="46419"/>
                    <a:pt x="6140" y="30340"/>
                    <a:pt x="18239" y="18242"/>
                  </a:cubicBezTo>
                  <a:cubicBezTo>
                    <a:pt x="30008" y="6472"/>
                    <a:pt x="45648" y="0"/>
                    <a:pt x="62278" y="0"/>
                  </a:cubicBezTo>
                  <a:lnTo>
                    <a:pt x="63531" y="16"/>
                  </a:lnTo>
                  <a:cubicBezTo>
                    <a:pt x="66399" y="78"/>
                    <a:pt x="68703" y="2382"/>
                    <a:pt x="68766" y="5250"/>
                  </a:cubicBezTo>
                  <a:cubicBezTo>
                    <a:pt x="69110" y="22363"/>
                    <a:pt x="62623" y="38442"/>
                    <a:pt x="50540" y="50556"/>
                  </a:cubicBezTo>
                  <a:cubicBezTo>
                    <a:pt x="38770" y="62326"/>
                    <a:pt x="23130" y="68798"/>
                    <a:pt x="6501" y="68798"/>
                  </a:cubicBezTo>
                  <a:close/>
                  <a:moveTo>
                    <a:pt x="57934" y="10858"/>
                  </a:moveTo>
                  <a:cubicBezTo>
                    <a:pt x="45788" y="11861"/>
                    <a:pt x="34505" y="17080"/>
                    <a:pt x="25792" y="25793"/>
                  </a:cubicBezTo>
                  <a:cubicBezTo>
                    <a:pt x="17047" y="34538"/>
                    <a:pt x="11844" y="45790"/>
                    <a:pt x="10856" y="57935"/>
                  </a:cubicBezTo>
                  <a:cubicBezTo>
                    <a:pt x="23002" y="56933"/>
                    <a:pt x="34285" y="51714"/>
                    <a:pt x="42999" y="43000"/>
                  </a:cubicBezTo>
                  <a:cubicBezTo>
                    <a:pt x="51743" y="34256"/>
                    <a:pt x="56946" y="23003"/>
                    <a:pt x="57934" y="10858"/>
                  </a:cubicBezTo>
                  <a:close/>
                </a:path>
              </a:pathLst>
            </a:custGeom>
            <a:grpFill/>
            <a:ln w="3983" cap="flat">
              <a:noFill/>
              <a:prstDash val="solid"/>
              <a:miter/>
            </a:ln>
          </p:spPr>
          <p:txBody>
            <a:bodyPr rtlCol="0" anchor="ctr"/>
            <a:lstStyle/>
            <a:p>
              <a:endParaRPr lang="pt-BR" sz="1300">
                <a:latin typeface="+mj-lt"/>
              </a:endParaRPr>
            </a:p>
          </p:txBody>
        </p:sp>
        <p:sp>
          <p:nvSpPr>
            <p:cNvPr id="81" name="Forma libre: forma 80">
              <a:extLst>
                <a:ext uri="{FF2B5EF4-FFF2-40B4-BE49-F238E27FC236}">
                  <a16:creationId xmlns:a16="http://schemas.microsoft.com/office/drawing/2014/main" id="{58187406-D163-E580-94C8-39BFF71E2EDF}"/>
                </a:ext>
              </a:extLst>
            </p:cNvPr>
            <p:cNvSpPr/>
            <p:nvPr/>
          </p:nvSpPr>
          <p:spPr>
            <a:xfrm>
              <a:off x="878231" y="5034918"/>
              <a:ext cx="68778" cy="68798"/>
            </a:xfrm>
            <a:custGeom>
              <a:avLst/>
              <a:gdLst>
                <a:gd name="connsiteX0" fmla="*/ 62278 w 68778"/>
                <a:gd name="connsiteY0" fmla="*/ 68798 h 68798"/>
                <a:gd name="connsiteX1" fmla="*/ 18239 w 68778"/>
                <a:gd name="connsiteY1" fmla="*/ 50556 h 68798"/>
                <a:gd name="connsiteX2" fmla="*/ 13 w 68778"/>
                <a:gd name="connsiteY2" fmla="*/ 5250 h 68798"/>
                <a:gd name="connsiteX3" fmla="*/ 5247 w 68778"/>
                <a:gd name="connsiteY3" fmla="*/ 16 h 68798"/>
                <a:gd name="connsiteX4" fmla="*/ 6501 w 68778"/>
                <a:gd name="connsiteY4" fmla="*/ 0 h 68798"/>
                <a:gd name="connsiteX5" fmla="*/ 50540 w 68778"/>
                <a:gd name="connsiteY5" fmla="*/ 18242 h 68798"/>
                <a:gd name="connsiteX6" fmla="*/ 68766 w 68778"/>
                <a:gd name="connsiteY6" fmla="*/ 63532 h 68798"/>
                <a:gd name="connsiteX7" fmla="*/ 63531 w 68778"/>
                <a:gd name="connsiteY7" fmla="*/ 68766 h 68798"/>
                <a:gd name="connsiteX8" fmla="*/ 62278 w 68778"/>
                <a:gd name="connsiteY8" fmla="*/ 68782 h 68798"/>
                <a:gd name="connsiteX9" fmla="*/ 10845 w 68778"/>
                <a:gd name="connsiteY9" fmla="*/ 10874 h 68798"/>
                <a:gd name="connsiteX10" fmla="*/ 25780 w 68778"/>
                <a:gd name="connsiteY10" fmla="*/ 43016 h 68798"/>
                <a:gd name="connsiteX11" fmla="*/ 57922 w 68778"/>
                <a:gd name="connsiteY11" fmla="*/ 57952 h 68798"/>
                <a:gd name="connsiteX12" fmla="*/ 42987 w 68778"/>
                <a:gd name="connsiteY12" fmla="*/ 25809 h 68798"/>
                <a:gd name="connsiteX13" fmla="*/ 10845 w 68778"/>
                <a:gd name="connsiteY13" fmla="*/ 10874 h 68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8778" h="68798">
                  <a:moveTo>
                    <a:pt x="62278" y="68798"/>
                  </a:moveTo>
                  <a:cubicBezTo>
                    <a:pt x="45650" y="68798"/>
                    <a:pt x="29994" y="62310"/>
                    <a:pt x="18239" y="50556"/>
                  </a:cubicBezTo>
                  <a:cubicBezTo>
                    <a:pt x="6141" y="38458"/>
                    <a:pt x="-332" y="22364"/>
                    <a:pt x="13" y="5250"/>
                  </a:cubicBezTo>
                  <a:cubicBezTo>
                    <a:pt x="76" y="2382"/>
                    <a:pt x="2379" y="78"/>
                    <a:pt x="5247" y="16"/>
                  </a:cubicBezTo>
                  <a:lnTo>
                    <a:pt x="6501" y="0"/>
                  </a:lnTo>
                  <a:cubicBezTo>
                    <a:pt x="23128" y="0"/>
                    <a:pt x="38784" y="6488"/>
                    <a:pt x="50540" y="18242"/>
                  </a:cubicBezTo>
                  <a:cubicBezTo>
                    <a:pt x="62638" y="30340"/>
                    <a:pt x="69110" y="46435"/>
                    <a:pt x="68766" y="63532"/>
                  </a:cubicBezTo>
                  <a:cubicBezTo>
                    <a:pt x="68703" y="66400"/>
                    <a:pt x="66400" y="68704"/>
                    <a:pt x="63531" y="68766"/>
                  </a:cubicBezTo>
                  <a:lnTo>
                    <a:pt x="62278" y="68782"/>
                  </a:lnTo>
                  <a:close/>
                  <a:moveTo>
                    <a:pt x="10845" y="10874"/>
                  </a:moveTo>
                  <a:cubicBezTo>
                    <a:pt x="11848" y="23019"/>
                    <a:pt x="17051" y="34272"/>
                    <a:pt x="25780" y="43016"/>
                  </a:cubicBezTo>
                  <a:cubicBezTo>
                    <a:pt x="34494" y="51730"/>
                    <a:pt x="45777" y="56949"/>
                    <a:pt x="57922" y="57952"/>
                  </a:cubicBezTo>
                  <a:cubicBezTo>
                    <a:pt x="56919" y="45806"/>
                    <a:pt x="51716" y="34554"/>
                    <a:pt x="42987" y="25809"/>
                  </a:cubicBezTo>
                  <a:cubicBezTo>
                    <a:pt x="34274" y="17096"/>
                    <a:pt x="22990" y="11877"/>
                    <a:pt x="10845" y="10874"/>
                  </a:cubicBezTo>
                  <a:close/>
                </a:path>
              </a:pathLst>
            </a:custGeom>
            <a:grpFill/>
            <a:ln w="3983" cap="flat">
              <a:noFill/>
              <a:prstDash val="solid"/>
              <a:miter/>
            </a:ln>
          </p:spPr>
          <p:txBody>
            <a:bodyPr rtlCol="0" anchor="ctr"/>
            <a:lstStyle/>
            <a:p>
              <a:endParaRPr lang="pt-BR" sz="1300">
                <a:latin typeface="+mj-lt"/>
              </a:endParaRPr>
            </a:p>
          </p:txBody>
        </p:sp>
        <p:sp>
          <p:nvSpPr>
            <p:cNvPr id="82" name="Forma libre: forma 81">
              <a:extLst>
                <a:ext uri="{FF2B5EF4-FFF2-40B4-BE49-F238E27FC236}">
                  <a16:creationId xmlns:a16="http://schemas.microsoft.com/office/drawing/2014/main" id="{749AB28C-8D7E-59BE-8207-E24D0B5F867B}"/>
                </a:ext>
              </a:extLst>
            </p:cNvPr>
            <p:cNvSpPr/>
            <p:nvPr/>
          </p:nvSpPr>
          <p:spPr>
            <a:xfrm>
              <a:off x="936294" y="4962579"/>
              <a:ext cx="68778" cy="68782"/>
            </a:xfrm>
            <a:custGeom>
              <a:avLst/>
              <a:gdLst>
                <a:gd name="connsiteX0" fmla="*/ 6501 w 68778"/>
                <a:gd name="connsiteY0" fmla="*/ 68782 h 68782"/>
                <a:gd name="connsiteX1" fmla="*/ 5247 w 68778"/>
                <a:gd name="connsiteY1" fmla="*/ 68766 h 68782"/>
                <a:gd name="connsiteX2" fmla="*/ 13 w 68778"/>
                <a:gd name="connsiteY2" fmla="*/ 63532 h 68782"/>
                <a:gd name="connsiteX3" fmla="*/ 18239 w 68778"/>
                <a:gd name="connsiteY3" fmla="*/ 18242 h 68782"/>
                <a:gd name="connsiteX4" fmla="*/ 62278 w 68778"/>
                <a:gd name="connsiteY4" fmla="*/ 0 h 68782"/>
                <a:gd name="connsiteX5" fmla="*/ 63531 w 68778"/>
                <a:gd name="connsiteY5" fmla="*/ 16 h 68782"/>
                <a:gd name="connsiteX6" fmla="*/ 68766 w 68778"/>
                <a:gd name="connsiteY6" fmla="*/ 5250 h 68782"/>
                <a:gd name="connsiteX7" fmla="*/ 50540 w 68778"/>
                <a:gd name="connsiteY7" fmla="*/ 50540 h 68782"/>
                <a:gd name="connsiteX8" fmla="*/ 6501 w 68778"/>
                <a:gd name="connsiteY8" fmla="*/ 68782 h 68782"/>
                <a:gd name="connsiteX9" fmla="*/ 57934 w 68778"/>
                <a:gd name="connsiteY9" fmla="*/ 10858 h 68782"/>
                <a:gd name="connsiteX10" fmla="*/ 25792 w 68778"/>
                <a:gd name="connsiteY10" fmla="*/ 25793 h 68782"/>
                <a:gd name="connsiteX11" fmla="*/ 10856 w 68778"/>
                <a:gd name="connsiteY11" fmla="*/ 57936 h 68782"/>
                <a:gd name="connsiteX12" fmla="*/ 42999 w 68778"/>
                <a:gd name="connsiteY12" fmla="*/ 43000 h 68782"/>
                <a:gd name="connsiteX13" fmla="*/ 57934 w 68778"/>
                <a:gd name="connsiteY13" fmla="*/ 10858 h 68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8778" h="68782">
                  <a:moveTo>
                    <a:pt x="6501" y="68782"/>
                  </a:moveTo>
                  <a:lnTo>
                    <a:pt x="5247" y="68766"/>
                  </a:lnTo>
                  <a:cubicBezTo>
                    <a:pt x="2380" y="68704"/>
                    <a:pt x="76" y="66400"/>
                    <a:pt x="13" y="63532"/>
                  </a:cubicBezTo>
                  <a:cubicBezTo>
                    <a:pt x="-332" y="46419"/>
                    <a:pt x="6140" y="30340"/>
                    <a:pt x="18239" y="18242"/>
                  </a:cubicBezTo>
                  <a:cubicBezTo>
                    <a:pt x="30008" y="6472"/>
                    <a:pt x="45648" y="0"/>
                    <a:pt x="62278" y="0"/>
                  </a:cubicBezTo>
                  <a:lnTo>
                    <a:pt x="63531" y="16"/>
                  </a:lnTo>
                  <a:cubicBezTo>
                    <a:pt x="66399" y="78"/>
                    <a:pt x="68703" y="2382"/>
                    <a:pt x="68766" y="5250"/>
                  </a:cubicBezTo>
                  <a:cubicBezTo>
                    <a:pt x="69110" y="22363"/>
                    <a:pt x="62623" y="38442"/>
                    <a:pt x="50540" y="50540"/>
                  </a:cubicBezTo>
                  <a:cubicBezTo>
                    <a:pt x="38770" y="62294"/>
                    <a:pt x="23130" y="68782"/>
                    <a:pt x="6501" y="68782"/>
                  </a:cubicBezTo>
                  <a:close/>
                  <a:moveTo>
                    <a:pt x="57934" y="10858"/>
                  </a:moveTo>
                  <a:cubicBezTo>
                    <a:pt x="45788" y="11861"/>
                    <a:pt x="34505" y="17080"/>
                    <a:pt x="25792" y="25793"/>
                  </a:cubicBezTo>
                  <a:cubicBezTo>
                    <a:pt x="17047" y="34538"/>
                    <a:pt x="11844" y="45790"/>
                    <a:pt x="10856" y="57936"/>
                  </a:cubicBezTo>
                  <a:cubicBezTo>
                    <a:pt x="23002" y="56933"/>
                    <a:pt x="34285" y="51714"/>
                    <a:pt x="42999" y="43000"/>
                  </a:cubicBezTo>
                  <a:cubicBezTo>
                    <a:pt x="51743" y="34256"/>
                    <a:pt x="56946" y="23003"/>
                    <a:pt x="57934" y="10858"/>
                  </a:cubicBezTo>
                  <a:close/>
                </a:path>
              </a:pathLst>
            </a:custGeom>
            <a:grpFill/>
            <a:ln w="3983" cap="flat">
              <a:noFill/>
              <a:prstDash val="solid"/>
              <a:miter/>
            </a:ln>
          </p:spPr>
          <p:txBody>
            <a:bodyPr rtlCol="0" anchor="ctr"/>
            <a:lstStyle/>
            <a:p>
              <a:endParaRPr lang="pt-BR" sz="1300">
                <a:latin typeface="+mj-lt"/>
              </a:endParaRPr>
            </a:p>
          </p:txBody>
        </p:sp>
        <p:sp>
          <p:nvSpPr>
            <p:cNvPr id="83" name="Forma libre: forma 82">
              <a:extLst>
                <a:ext uri="{FF2B5EF4-FFF2-40B4-BE49-F238E27FC236}">
                  <a16:creationId xmlns:a16="http://schemas.microsoft.com/office/drawing/2014/main" id="{458A9699-42C3-B85E-FE63-DF8598D5BCB4}"/>
                </a:ext>
              </a:extLst>
            </p:cNvPr>
            <p:cNvSpPr/>
            <p:nvPr/>
          </p:nvSpPr>
          <p:spPr>
            <a:xfrm>
              <a:off x="878231" y="4962579"/>
              <a:ext cx="68778" cy="68782"/>
            </a:xfrm>
            <a:custGeom>
              <a:avLst/>
              <a:gdLst>
                <a:gd name="connsiteX0" fmla="*/ 62278 w 68778"/>
                <a:gd name="connsiteY0" fmla="*/ 68782 h 68782"/>
                <a:gd name="connsiteX1" fmla="*/ 18239 w 68778"/>
                <a:gd name="connsiteY1" fmla="*/ 50540 h 68782"/>
                <a:gd name="connsiteX2" fmla="*/ 13 w 68778"/>
                <a:gd name="connsiteY2" fmla="*/ 5250 h 68782"/>
                <a:gd name="connsiteX3" fmla="*/ 5247 w 68778"/>
                <a:gd name="connsiteY3" fmla="*/ 16 h 68782"/>
                <a:gd name="connsiteX4" fmla="*/ 6501 w 68778"/>
                <a:gd name="connsiteY4" fmla="*/ 0 h 68782"/>
                <a:gd name="connsiteX5" fmla="*/ 50540 w 68778"/>
                <a:gd name="connsiteY5" fmla="*/ 18242 h 68782"/>
                <a:gd name="connsiteX6" fmla="*/ 68766 w 68778"/>
                <a:gd name="connsiteY6" fmla="*/ 63532 h 68782"/>
                <a:gd name="connsiteX7" fmla="*/ 63531 w 68778"/>
                <a:gd name="connsiteY7" fmla="*/ 68766 h 68782"/>
                <a:gd name="connsiteX8" fmla="*/ 10845 w 68778"/>
                <a:gd name="connsiteY8" fmla="*/ 10858 h 68782"/>
                <a:gd name="connsiteX9" fmla="*/ 25780 w 68778"/>
                <a:gd name="connsiteY9" fmla="*/ 43000 h 68782"/>
                <a:gd name="connsiteX10" fmla="*/ 57922 w 68778"/>
                <a:gd name="connsiteY10" fmla="*/ 57936 h 68782"/>
                <a:gd name="connsiteX11" fmla="*/ 42987 w 68778"/>
                <a:gd name="connsiteY11" fmla="*/ 25793 h 68782"/>
                <a:gd name="connsiteX12" fmla="*/ 10845 w 68778"/>
                <a:gd name="connsiteY12" fmla="*/ 10858 h 68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778" h="68782">
                  <a:moveTo>
                    <a:pt x="62278" y="68782"/>
                  </a:moveTo>
                  <a:cubicBezTo>
                    <a:pt x="45650" y="68782"/>
                    <a:pt x="29994" y="62294"/>
                    <a:pt x="18239" y="50540"/>
                  </a:cubicBezTo>
                  <a:cubicBezTo>
                    <a:pt x="6141" y="38442"/>
                    <a:pt x="-332" y="22348"/>
                    <a:pt x="13" y="5250"/>
                  </a:cubicBezTo>
                  <a:cubicBezTo>
                    <a:pt x="76" y="2382"/>
                    <a:pt x="2379" y="78"/>
                    <a:pt x="5247" y="16"/>
                  </a:cubicBezTo>
                  <a:lnTo>
                    <a:pt x="6501" y="0"/>
                  </a:lnTo>
                  <a:cubicBezTo>
                    <a:pt x="23128" y="0"/>
                    <a:pt x="38784" y="6472"/>
                    <a:pt x="50540" y="18242"/>
                  </a:cubicBezTo>
                  <a:cubicBezTo>
                    <a:pt x="62638" y="30340"/>
                    <a:pt x="69110" y="46435"/>
                    <a:pt x="68766" y="63532"/>
                  </a:cubicBezTo>
                  <a:cubicBezTo>
                    <a:pt x="68703" y="66400"/>
                    <a:pt x="66400" y="68704"/>
                    <a:pt x="63531" y="68766"/>
                  </a:cubicBezTo>
                  <a:close/>
                  <a:moveTo>
                    <a:pt x="10845" y="10858"/>
                  </a:moveTo>
                  <a:cubicBezTo>
                    <a:pt x="11848" y="23003"/>
                    <a:pt x="17051" y="34256"/>
                    <a:pt x="25780" y="43000"/>
                  </a:cubicBezTo>
                  <a:cubicBezTo>
                    <a:pt x="34494" y="51714"/>
                    <a:pt x="45777" y="56933"/>
                    <a:pt x="57922" y="57936"/>
                  </a:cubicBezTo>
                  <a:cubicBezTo>
                    <a:pt x="56919" y="45790"/>
                    <a:pt x="51716" y="34538"/>
                    <a:pt x="42987" y="25793"/>
                  </a:cubicBezTo>
                  <a:cubicBezTo>
                    <a:pt x="34274" y="17080"/>
                    <a:pt x="22990" y="11861"/>
                    <a:pt x="10845" y="10858"/>
                  </a:cubicBezTo>
                  <a:close/>
                </a:path>
              </a:pathLst>
            </a:custGeom>
            <a:grpFill/>
            <a:ln w="3983" cap="flat">
              <a:noFill/>
              <a:prstDash val="solid"/>
              <a:miter/>
            </a:ln>
          </p:spPr>
          <p:txBody>
            <a:bodyPr rtlCol="0" anchor="ctr"/>
            <a:lstStyle/>
            <a:p>
              <a:endParaRPr lang="pt-BR" sz="1300">
                <a:latin typeface="+mj-lt"/>
              </a:endParaRPr>
            </a:p>
          </p:txBody>
        </p:sp>
        <p:sp>
          <p:nvSpPr>
            <p:cNvPr id="84" name="Forma libre: forma 83">
              <a:extLst>
                <a:ext uri="{FF2B5EF4-FFF2-40B4-BE49-F238E27FC236}">
                  <a16:creationId xmlns:a16="http://schemas.microsoft.com/office/drawing/2014/main" id="{A3A38783-916B-5CB2-7A2C-18894538D1AB}"/>
                </a:ext>
              </a:extLst>
            </p:cNvPr>
            <p:cNvSpPr/>
            <p:nvPr/>
          </p:nvSpPr>
          <p:spPr>
            <a:xfrm>
              <a:off x="918803" y="4921993"/>
              <a:ext cx="45666" cy="92835"/>
            </a:xfrm>
            <a:custGeom>
              <a:avLst/>
              <a:gdLst>
                <a:gd name="connsiteX0" fmla="*/ 22849 w 45666"/>
                <a:gd name="connsiteY0" fmla="*/ 92820 h 92835"/>
                <a:gd name="connsiteX1" fmla="*/ 19150 w 45666"/>
                <a:gd name="connsiteY1" fmla="*/ 91331 h 92835"/>
                <a:gd name="connsiteX2" fmla="*/ 15750 w 45666"/>
                <a:gd name="connsiteY2" fmla="*/ 87805 h 92835"/>
                <a:gd name="connsiteX3" fmla="*/ 14684 w 45666"/>
                <a:gd name="connsiteY3" fmla="*/ 85987 h 92835"/>
                <a:gd name="connsiteX4" fmla="*/ 4466 w 45666"/>
                <a:gd name="connsiteY4" fmla="*/ 68560 h 92835"/>
                <a:gd name="connsiteX5" fmla="*/ 3400 w 45666"/>
                <a:gd name="connsiteY5" fmla="*/ 66758 h 92835"/>
                <a:gd name="connsiteX6" fmla="*/ 0 w 45666"/>
                <a:gd name="connsiteY6" fmla="*/ 46416 h 92835"/>
                <a:gd name="connsiteX7" fmla="*/ 19135 w 45666"/>
                <a:gd name="connsiteY7" fmla="*/ 1487 h 92835"/>
                <a:gd name="connsiteX8" fmla="*/ 26532 w 45666"/>
                <a:gd name="connsiteY8" fmla="*/ 1487 h 92835"/>
                <a:gd name="connsiteX9" fmla="*/ 45667 w 45666"/>
                <a:gd name="connsiteY9" fmla="*/ 46416 h 92835"/>
                <a:gd name="connsiteX10" fmla="*/ 42266 w 45666"/>
                <a:gd name="connsiteY10" fmla="*/ 66758 h 92835"/>
                <a:gd name="connsiteX11" fmla="*/ 41200 w 45666"/>
                <a:gd name="connsiteY11" fmla="*/ 68576 h 92835"/>
                <a:gd name="connsiteX12" fmla="*/ 30967 w 45666"/>
                <a:gd name="connsiteY12" fmla="*/ 86018 h 92835"/>
                <a:gd name="connsiteX13" fmla="*/ 29901 w 45666"/>
                <a:gd name="connsiteY13" fmla="*/ 87820 h 92835"/>
                <a:gd name="connsiteX14" fmla="*/ 26516 w 45666"/>
                <a:gd name="connsiteY14" fmla="*/ 91346 h 92835"/>
                <a:gd name="connsiteX15" fmla="*/ 22817 w 45666"/>
                <a:gd name="connsiteY15" fmla="*/ 92835 h 92835"/>
                <a:gd name="connsiteX16" fmla="*/ 13180 w 45666"/>
                <a:gd name="connsiteY16" fmla="*/ 62307 h 92835"/>
                <a:gd name="connsiteX17" fmla="*/ 22849 w 45666"/>
                <a:gd name="connsiteY17" fmla="*/ 77571 h 92835"/>
                <a:gd name="connsiteX18" fmla="*/ 32518 w 45666"/>
                <a:gd name="connsiteY18" fmla="*/ 62291 h 92835"/>
                <a:gd name="connsiteX19" fmla="*/ 35010 w 45666"/>
                <a:gd name="connsiteY19" fmla="*/ 46401 h 92835"/>
                <a:gd name="connsiteX20" fmla="*/ 22849 w 45666"/>
                <a:gd name="connsiteY20" fmla="*/ 13114 h 92835"/>
                <a:gd name="connsiteX21" fmla="*/ 10689 w 45666"/>
                <a:gd name="connsiteY21" fmla="*/ 46401 h 92835"/>
                <a:gd name="connsiteX22" fmla="*/ 13180 w 45666"/>
                <a:gd name="connsiteY22" fmla="*/ 62291 h 92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5666" h="92835">
                  <a:moveTo>
                    <a:pt x="22849" y="92820"/>
                  </a:moveTo>
                  <a:cubicBezTo>
                    <a:pt x="21517" y="92820"/>
                    <a:pt x="20185" y="92318"/>
                    <a:pt x="19150" y="91331"/>
                  </a:cubicBezTo>
                  <a:cubicBezTo>
                    <a:pt x="17975" y="90203"/>
                    <a:pt x="16847" y="89027"/>
                    <a:pt x="15750" y="87805"/>
                  </a:cubicBezTo>
                  <a:cubicBezTo>
                    <a:pt x="15280" y="87272"/>
                    <a:pt x="14919" y="86661"/>
                    <a:pt x="14684" y="85987"/>
                  </a:cubicBezTo>
                  <a:cubicBezTo>
                    <a:pt x="12459" y="79530"/>
                    <a:pt x="9026" y="73669"/>
                    <a:pt x="4466" y="68560"/>
                  </a:cubicBezTo>
                  <a:cubicBezTo>
                    <a:pt x="3996" y="68027"/>
                    <a:pt x="3636" y="67416"/>
                    <a:pt x="3400" y="66758"/>
                  </a:cubicBezTo>
                  <a:cubicBezTo>
                    <a:pt x="1144" y="60239"/>
                    <a:pt x="0" y="53390"/>
                    <a:pt x="0" y="46416"/>
                  </a:cubicBezTo>
                  <a:cubicBezTo>
                    <a:pt x="0" y="29319"/>
                    <a:pt x="6801" y="13349"/>
                    <a:pt x="19135" y="1487"/>
                  </a:cubicBezTo>
                  <a:cubicBezTo>
                    <a:pt x="21203" y="-488"/>
                    <a:pt x="24463" y="-503"/>
                    <a:pt x="26532" y="1487"/>
                  </a:cubicBezTo>
                  <a:cubicBezTo>
                    <a:pt x="38881" y="13334"/>
                    <a:pt x="45667" y="29304"/>
                    <a:pt x="45667" y="46416"/>
                  </a:cubicBezTo>
                  <a:cubicBezTo>
                    <a:pt x="45667" y="53390"/>
                    <a:pt x="44522" y="60223"/>
                    <a:pt x="42266" y="66758"/>
                  </a:cubicBezTo>
                  <a:cubicBezTo>
                    <a:pt x="42031" y="67431"/>
                    <a:pt x="41670" y="68043"/>
                    <a:pt x="41200" y="68576"/>
                  </a:cubicBezTo>
                  <a:cubicBezTo>
                    <a:pt x="36640" y="73684"/>
                    <a:pt x="33192" y="79561"/>
                    <a:pt x="30967" y="86018"/>
                  </a:cubicBezTo>
                  <a:cubicBezTo>
                    <a:pt x="30732" y="86676"/>
                    <a:pt x="30371" y="87303"/>
                    <a:pt x="29901" y="87820"/>
                  </a:cubicBezTo>
                  <a:cubicBezTo>
                    <a:pt x="28819" y="89043"/>
                    <a:pt x="27691" y="90218"/>
                    <a:pt x="26516" y="91346"/>
                  </a:cubicBezTo>
                  <a:cubicBezTo>
                    <a:pt x="25482" y="92349"/>
                    <a:pt x="24150" y="92835"/>
                    <a:pt x="22817" y="92835"/>
                  </a:cubicBezTo>
                  <a:close/>
                  <a:moveTo>
                    <a:pt x="13180" y="62307"/>
                  </a:moveTo>
                  <a:cubicBezTo>
                    <a:pt x="17160" y="66930"/>
                    <a:pt x="20388" y="72055"/>
                    <a:pt x="22849" y="77571"/>
                  </a:cubicBezTo>
                  <a:cubicBezTo>
                    <a:pt x="25309" y="72039"/>
                    <a:pt x="28538" y="66915"/>
                    <a:pt x="32518" y="62291"/>
                  </a:cubicBezTo>
                  <a:cubicBezTo>
                    <a:pt x="34180" y="57183"/>
                    <a:pt x="35010" y="51838"/>
                    <a:pt x="35010" y="46401"/>
                  </a:cubicBezTo>
                  <a:cubicBezTo>
                    <a:pt x="35010" y="34036"/>
                    <a:pt x="30732" y="22392"/>
                    <a:pt x="22849" y="13114"/>
                  </a:cubicBezTo>
                  <a:cubicBezTo>
                    <a:pt x="14967" y="22407"/>
                    <a:pt x="10689" y="34052"/>
                    <a:pt x="10689" y="46401"/>
                  </a:cubicBezTo>
                  <a:cubicBezTo>
                    <a:pt x="10689" y="51839"/>
                    <a:pt x="11519" y="57183"/>
                    <a:pt x="13180" y="62291"/>
                  </a:cubicBezTo>
                  <a:close/>
                </a:path>
              </a:pathLst>
            </a:custGeom>
            <a:grpFill/>
            <a:ln w="3983" cap="flat">
              <a:noFill/>
              <a:prstDash val="solid"/>
              <a:miter/>
            </a:ln>
          </p:spPr>
          <p:txBody>
            <a:bodyPr rtlCol="0" anchor="ctr"/>
            <a:lstStyle/>
            <a:p>
              <a:endParaRPr lang="pt-BR" sz="1300">
                <a:latin typeface="+mj-lt"/>
              </a:endParaRPr>
            </a:p>
          </p:txBody>
        </p:sp>
        <p:sp>
          <p:nvSpPr>
            <p:cNvPr id="85" name="Forma libre: forma 84">
              <a:extLst>
                <a:ext uri="{FF2B5EF4-FFF2-40B4-BE49-F238E27FC236}">
                  <a16:creationId xmlns:a16="http://schemas.microsoft.com/office/drawing/2014/main" id="{5F603223-11FA-28F9-C22C-630CA472FAB4}"/>
                </a:ext>
              </a:extLst>
            </p:cNvPr>
            <p:cNvSpPr/>
            <p:nvPr/>
          </p:nvSpPr>
          <p:spPr>
            <a:xfrm>
              <a:off x="768356" y="5067544"/>
              <a:ext cx="50911" cy="255511"/>
            </a:xfrm>
            <a:custGeom>
              <a:avLst/>
              <a:gdLst>
                <a:gd name="connsiteX0" fmla="*/ 45589 w 50911"/>
                <a:gd name="connsiteY0" fmla="*/ 255511 h 255511"/>
                <a:gd name="connsiteX1" fmla="*/ 40966 w 50911"/>
                <a:gd name="connsiteY1" fmla="*/ 252831 h 255511"/>
                <a:gd name="connsiteX2" fmla="*/ 32849 w 50911"/>
                <a:gd name="connsiteY2" fmla="*/ 2368 h 255511"/>
                <a:gd name="connsiteX3" fmla="*/ 40246 w 50911"/>
                <a:gd name="connsiteY3" fmla="*/ 895 h 255511"/>
                <a:gd name="connsiteX4" fmla="*/ 41719 w 50911"/>
                <a:gd name="connsiteY4" fmla="*/ 8292 h 255511"/>
                <a:gd name="connsiteX5" fmla="*/ 50197 w 50911"/>
                <a:gd name="connsiteY5" fmla="*/ 247486 h 255511"/>
                <a:gd name="connsiteX6" fmla="*/ 48238 w 50911"/>
                <a:gd name="connsiteY6" fmla="*/ 254773 h 255511"/>
                <a:gd name="connsiteX7" fmla="*/ 45574 w 50911"/>
                <a:gd name="connsiteY7" fmla="*/ 255494 h 255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911" h="255511">
                  <a:moveTo>
                    <a:pt x="45589" y="255511"/>
                  </a:moveTo>
                  <a:cubicBezTo>
                    <a:pt x="43740" y="255511"/>
                    <a:pt x="41954" y="254555"/>
                    <a:pt x="40966" y="252831"/>
                  </a:cubicBezTo>
                  <a:cubicBezTo>
                    <a:pt x="-32439" y="125690"/>
                    <a:pt x="10830" y="35310"/>
                    <a:pt x="32849" y="2368"/>
                  </a:cubicBezTo>
                  <a:cubicBezTo>
                    <a:pt x="34494" y="-77"/>
                    <a:pt x="37801" y="-735"/>
                    <a:pt x="40246" y="895"/>
                  </a:cubicBezTo>
                  <a:cubicBezTo>
                    <a:pt x="42691" y="2540"/>
                    <a:pt x="43349" y="5847"/>
                    <a:pt x="41719" y="8292"/>
                  </a:cubicBezTo>
                  <a:cubicBezTo>
                    <a:pt x="20813" y="39588"/>
                    <a:pt x="-20201" y="125532"/>
                    <a:pt x="50197" y="247486"/>
                  </a:cubicBezTo>
                  <a:cubicBezTo>
                    <a:pt x="51670" y="250040"/>
                    <a:pt x="50793" y="253300"/>
                    <a:pt x="48238" y="254773"/>
                  </a:cubicBezTo>
                  <a:cubicBezTo>
                    <a:pt x="47392" y="255259"/>
                    <a:pt x="46483" y="255494"/>
                    <a:pt x="45574" y="255494"/>
                  </a:cubicBezTo>
                  <a:close/>
                </a:path>
              </a:pathLst>
            </a:custGeom>
            <a:grpFill/>
            <a:ln w="3983" cap="flat">
              <a:noFill/>
              <a:prstDash val="solid"/>
              <a:miter/>
            </a:ln>
          </p:spPr>
          <p:txBody>
            <a:bodyPr rtlCol="0" anchor="ctr"/>
            <a:lstStyle/>
            <a:p>
              <a:endParaRPr lang="pt-BR" sz="1300">
                <a:latin typeface="+mj-lt"/>
              </a:endParaRPr>
            </a:p>
          </p:txBody>
        </p:sp>
        <p:sp>
          <p:nvSpPr>
            <p:cNvPr id="86" name="Forma libre: forma 85">
              <a:extLst>
                <a:ext uri="{FF2B5EF4-FFF2-40B4-BE49-F238E27FC236}">
                  <a16:creationId xmlns:a16="http://schemas.microsoft.com/office/drawing/2014/main" id="{844A1973-A2E6-EB50-D1C9-C8F66B99E06C}"/>
                </a:ext>
              </a:extLst>
            </p:cNvPr>
            <p:cNvSpPr/>
            <p:nvPr/>
          </p:nvSpPr>
          <p:spPr>
            <a:xfrm>
              <a:off x="703834" y="5228365"/>
              <a:ext cx="90023" cy="48380"/>
            </a:xfrm>
            <a:custGeom>
              <a:avLst/>
              <a:gdLst>
                <a:gd name="connsiteX0" fmla="*/ 55260 w 90023"/>
                <a:gd name="connsiteY0" fmla="*/ 48380 h 48380"/>
                <a:gd name="connsiteX1" fmla="*/ 39103 w 90023"/>
                <a:gd name="connsiteY1" fmla="*/ 46233 h 48380"/>
                <a:gd name="connsiteX2" fmla="*/ 661 w 90023"/>
                <a:gd name="connsiteY2" fmla="*/ 16113 h 48380"/>
                <a:gd name="connsiteX3" fmla="*/ 2573 w 90023"/>
                <a:gd name="connsiteY3" fmla="*/ 8967 h 48380"/>
                <a:gd name="connsiteX4" fmla="*/ 50921 w 90023"/>
                <a:gd name="connsiteY4" fmla="*/ 2103 h 48380"/>
                <a:gd name="connsiteX5" fmla="*/ 89363 w 90023"/>
                <a:gd name="connsiteY5" fmla="*/ 32223 h 48380"/>
                <a:gd name="connsiteX6" fmla="*/ 87450 w 90023"/>
                <a:gd name="connsiteY6" fmla="*/ 39369 h 48380"/>
                <a:gd name="connsiteX7" fmla="*/ 55261 w 90023"/>
                <a:gd name="connsiteY7" fmla="*/ 48365 h 48380"/>
                <a:gd name="connsiteX8" fmla="*/ 12854 w 90023"/>
                <a:gd name="connsiteY8" fmla="*/ 15564 h 48380"/>
                <a:gd name="connsiteX9" fmla="*/ 41862 w 90023"/>
                <a:gd name="connsiteY9" fmla="*/ 35921 h 48380"/>
                <a:gd name="connsiteX10" fmla="*/ 77170 w 90023"/>
                <a:gd name="connsiteY10" fmla="*/ 32787 h 48380"/>
                <a:gd name="connsiteX11" fmla="*/ 48162 w 90023"/>
                <a:gd name="connsiteY11" fmla="*/ 12430 h 48380"/>
                <a:gd name="connsiteX12" fmla="*/ 12854 w 90023"/>
                <a:gd name="connsiteY12" fmla="*/ 15564 h 48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0023" h="48380">
                  <a:moveTo>
                    <a:pt x="55260" y="48380"/>
                  </a:moveTo>
                  <a:cubicBezTo>
                    <a:pt x="49822" y="48380"/>
                    <a:pt x="44400" y="47659"/>
                    <a:pt x="39103" y="46233"/>
                  </a:cubicBezTo>
                  <a:cubicBezTo>
                    <a:pt x="22570" y="41814"/>
                    <a:pt x="8920" y="31110"/>
                    <a:pt x="661" y="16113"/>
                  </a:cubicBezTo>
                  <a:cubicBezTo>
                    <a:pt x="-718" y="13605"/>
                    <a:pt x="128" y="10455"/>
                    <a:pt x="2573" y="8967"/>
                  </a:cubicBezTo>
                  <a:cubicBezTo>
                    <a:pt x="16991" y="253"/>
                    <a:pt x="34590" y="-2270"/>
                    <a:pt x="50921" y="2103"/>
                  </a:cubicBezTo>
                  <a:cubicBezTo>
                    <a:pt x="67454" y="6522"/>
                    <a:pt x="81104" y="17225"/>
                    <a:pt x="89363" y="32223"/>
                  </a:cubicBezTo>
                  <a:cubicBezTo>
                    <a:pt x="90741" y="34731"/>
                    <a:pt x="89895" y="37881"/>
                    <a:pt x="87450" y="39369"/>
                  </a:cubicBezTo>
                  <a:cubicBezTo>
                    <a:pt x="77718" y="45246"/>
                    <a:pt x="66592" y="48365"/>
                    <a:pt x="55261" y="48365"/>
                  </a:cubicBezTo>
                  <a:close/>
                  <a:moveTo>
                    <a:pt x="12854" y="15564"/>
                  </a:moveTo>
                  <a:cubicBezTo>
                    <a:pt x="19797" y="25578"/>
                    <a:pt x="29921" y="32724"/>
                    <a:pt x="41862" y="35921"/>
                  </a:cubicBezTo>
                  <a:cubicBezTo>
                    <a:pt x="53647" y="39087"/>
                    <a:pt x="66247" y="37927"/>
                    <a:pt x="77170" y="32787"/>
                  </a:cubicBezTo>
                  <a:cubicBezTo>
                    <a:pt x="70228" y="22773"/>
                    <a:pt x="60104" y="15627"/>
                    <a:pt x="48162" y="12430"/>
                  </a:cubicBezTo>
                  <a:cubicBezTo>
                    <a:pt x="36362" y="9264"/>
                    <a:pt x="23778" y="10424"/>
                    <a:pt x="12854" y="15564"/>
                  </a:cubicBezTo>
                  <a:close/>
                </a:path>
              </a:pathLst>
            </a:custGeom>
            <a:grpFill/>
            <a:ln w="3983" cap="flat">
              <a:noFill/>
              <a:prstDash val="solid"/>
              <a:miter/>
            </a:ln>
          </p:spPr>
          <p:txBody>
            <a:bodyPr rtlCol="0" anchor="ctr"/>
            <a:lstStyle/>
            <a:p>
              <a:endParaRPr lang="pt-BR" sz="1300">
                <a:latin typeface="+mj-lt"/>
              </a:endParaRPr>
            </a:p>
          </p:txBody>
        </p:sp>
        <p:sp>
          <p:nvSpPr>
            <p:cNvPr id="87" name="Forma libre: forma 86">
              <a:extLst>
                <a:ext uri="{FF2B5EF4-FFF2-40B4-BE49-F238E27FC236}">
                  <a16:creationId xmlns:a16="http://schemas.microsoft.com/office/drawing/2014/main" id="{04EED4F3-929A-8F8E-C374-CFA6FDE49816}"/>
                </a:ext>
              </a:extLst>
            </p:cNvPr>
            <p:cNvSpPr/>
            <p:nvPr/>
          </p:nvSpPr>
          <p:spPr>
            <a:xfrm>
              <a:off x="783181" y="5214549"/>
              <a:ext cx="81822" cy="56226"/>
            </a:xfrm>
            <a:custGeom>
              <a:avLst/>
              <a:gdLst>
                <a:gd name="connsiteX0" fmla="*/ 21236 w 81822"/>
                <a:gd name="connsiteY0" fmla="*/ 56227 h 56226"/>
                <a:gd name="connsiteX1" fmla="*/ 3857 w 81822"/>
                <a:gd name="connsiteY1" fmla="*/ 53751 h 56226"/>
                <a:gd name="connsiteX2" fmla="*/ 158 w 81822"/>
                <a:gd name="connsiteY2" fmla="*/ 47341 h 56226"/>
                <a:gd name="connsiteX3" fmla="*/ 29495 w 81822"/>
                <a:gd name="connsiteY3" fmla="*/ 8303 h 56226"/>
                <a:gd name="connsiteX4" fmla="*/ 77967 w 81822"/>
                <a:gd name="connsiteY4" fmla="*/ 2427 h 56226"/>
                <a:gd name="connsiteX5" fmla="*/ 81665 w 81822"/>
                <a:gd name="connsiteY5" fmla="*/ 8836 h 56226"/>
                <a:gd name="connsiteX6" fmla="*/ 52328 w 81822"/>
                <a:gd name="connsiteY6" fmla="*/ 47874 h 56226"/>
                <a:gd name="connsiteX7" fmla="*/ 21236 w 81822"/>
                <a:gd name="connsiteY7" fmla="*/ 56227 h 56226"/>
                <a:gd name="connsiteX8" fmla="*/ 12084 w 81822"/>
                <a:gd name="connsiteY8" fmla="*/ 44724 h 56226"/>
                <a:gd name="connsiteX9" fmla="*/ 21236 w 81822"/>
                <a:gd name="connsiteY9" fmla="*/ 45539 h 56226"/>
                <a:gd name="connsiteX10" fmla="*/ 46984 w 81822"/>
                <a:gd name="connsiteY10" fmla="*/ 38612 h 56226"/>
                <a:gd name="connsiteX11" fmla="*/ 69724 w 81822"/>
                <a:gd name="connsiteY11" fmla="*/ 11438 h 56226"/>
                <a:gd name="connsiteX12" fmla="*/ 34808 w 81822"/>
                <a:gd name="connsiteY12" fmla="*/ 17549 h 56226"/>
                <a:gd name="connsiteX13" fmla="*/ 12068 w 81822"/>
                <a:gd name="connsiteY13" fmla="*/ 44724 h 56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1822" h="56226">
                  <a:moveTo>
                    <a:pt x="21236" y="56227"/>
                  </a:moveTo>
                  <a:cubicBezTo>
                    <a:pt x="15359" y="56227"/>
                    <a:pt x="9514" y="55396"/>
                    <a:pt x="3857" y="53751"/>
                  </a:cubicBezTo>
                  <a:cubicBezTo>
                    <a:pt x="1098" y="52952"/>
                    <a:pt x="-532" y="50131"/>
                    <a:pt x="158" y="47341"/>
                  </a:cubicBezTo>
                  <a:cubicBezTo>
                    <a:pt x="4248" y="30729"/>
                    <a:pt x="14670" y="16860"/>
                    <a:pt x="29495" y="8303"/>
                  </a:cubicBezTo>
                  <a:cubicBezTo>
                    <a:pt x="44085" y="-113"/>
                    <a:pt x="61841" y="-2244"/>
                    <a:pt x="77967" y="2427"/>
                  </a:cubicBezTo>
                  <a:cubicBezTo>
                    <a:pt x="80709" y="3226"/>
                    <a:pt x="82355" y="6047"/>
                    <a:pt x="81665" y="8836"/>
                  </a:cubicBezTo>
                  <a:cubicBezTo>
                    <a:pt x="77575" y="25464"/>
                    <a:pt x="67153" y="39318"/>
                    <a:pt x="52328" y="47874"/>
                  </a:cubicBezTo>
                  <a:cubicBezTo>
                    <a:pt x="42863" y="53328"/>
                    <a:pt x="32112" y="56227"/>
                    <a:pt x="21236" y="56227"/>
                  </a:cubicBezTo>
                  <a:close/>
                  <a:moveTo>
                    <a:pt x="12084" y="44724"/>
                  </a:moveTo>
                  <a:cubicBezTo>
                    <a:pt x="15109" y="45272"/>
                    <a:pt x="18165" y="45539"/>
                    <a:pt x="21236" y="45539"/>
                  </a:cubicBezTo>
                  <a:cubicBezTo>
                    <a:pt x="30232" y="45539"/>
                    <a:pt x="39148" y="43141"/>
                    <a:pt x="46984" y="38612"/>
                  </a:cubicBezTo>
                  <a:cubicBezTo>
                    <a:pt x="57688" y="32437"/>
                    <a:pt x="65618" y="22909"/>
                    <a:pt x="69724" y="11438"/>
                  </a:cubicBezTo>
                  <a:cubicBezTo>
                    <a:pt x="57861" y="9307"/>
                    <a:pt x="45339" y="11469"/>
                    <a:pt x="34808" y="17549"/>
                  </a:cubicBezTo>
                  <a:cubicBezTo>
                    <a:pt x="24104" y="23740"/>
                    <a:pt x="16175" y="33252"/>
                    <a:pt x="12068" y="44724"/>
                  </a:cubicBezTo>
                  <a:close/>
                </a:path>
              </a:pathLst>
            </a:custGeom>
            <a:grpFill/>
            <a:ln w="3983" cap="flat">
              <a:noFill/>
              <a:prstDash val="solid"/>
              <a:miter/>
            </a:ln>
          </p:spPr>
          <p:txBody>
            <a:bodyPr rtlCol="0" anchor="ctr"/>
            <a:lstStyle/>
            <a:p>
              <a:endParaRPr lang="pt-BR" sz="1300">
                <a:latin typeface="+mj-lt"/>
              </a:endParaRPr>
            </a:p>
          </p:txBody>
        </p:sp>
        <p:sp>
          <p:nvSpPr>
            <p:cNvPr id="88" name="Forma libre: forma 87">
              <a:extLst>
                <a:ext uri="{FF2B5EF4-FFF2-40B4-BE49-F238E27FC236}">
                  <a16:creationId xmlns:a16="http://schemas.microsoft.com/office/drawing/2014/main" id="{2A563582-B86D-AB10-FF54-90134946FA77}"/>
                </a:ext>
              </a:extLst>
            </p:cNvPr>
            <p:cNvSpPr/>
            <p:nvPr/>
          </p:nvSpPr>
          <p:spPr>
            <a:xfrm>
              <a:off x="697942" y="5148995"/>
              <a:ext cx="81823" cy="56242"/>
            </a:xfrm>
            <a:custGeom>
              <a:avLst/>
              <a:gdLst>
                <a:gd name="connsiteX0" fmla="*/ 60587 w 81823"/>
                <a:gd name="connsiteY0" fmla="*/ 56226 h 56242"/>
                <a:gd name="connsiteX1" fmla="*/ 29495 w 81823"/>
                <a:gd name="connsiteY1" fmla="*/ 47873 h 56242"/>
                <a:gd name="connsiteX2" fmla="*/ 158 w 81823"/>
                <a:gd name="connsiteY2" fmla="*/ 8836 h 56242"/>
                <a:gd name="connsiteX3" fmla="*/ 3857 w 81823"/>
                <a:gd name="connsiteY3" fmla="*/ 2426 h 56242"/>
                <a:gd name="connsiteX4" fmla="*/ 52328 w 81823"/>
                <a:gd name="connsiteY4" fmla="*/ 8318 h 56242"/>
                <a:gd name="connsiteX5" fmla="*/ 81665 w 81823"/>
                <a:gd name="connsiteY5" fmla="*/ 47356 h 56242"/>
                <a:gd name="connsiteX6" fmla="*/ 77967 w 81823"/>
                <a:gd name="connsiteY6" fmla="*/ 53766 h 56242"/>
                <a:gd name="connsiteX7" fmla="*/ 60587 w 81823"/>
                <a:gd name="connsiteY7" fmla="*/ 56242 h 56242"/>
                <a:gd name="connsiteX8" fmla="*/ 12083 w 81823"/>
                <a:gd name="connsiteY8" fmla="*/ 11453 h 56242"/>
                <a:gd name="connsiteX9" fmla="*/ 34823 w 81823"/>
                <a:gd name="connsiteY9" fmla="*/ 38628 h 56242"/>
                <a:gd name="connsiteX10" fmla="*/ 69739 w 81823"/>
                <a:gd name="connsiteY10" fmla="*/ 44739 h 56242"/>
                <a:gd name="connsiteX11" fmla="*/ 46999 w 81823"/>
                <a:gd name="connsiteY11" fmla="*/ 17565 h 56242"/>
                <a:gd name="connsiteX12" fmla="*/ 12083 w 81823"/>
                <a:gd name="connsiteY12" fmla="*/ 11453 h 56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1823" h="56242">
                  <a:moveTo>
                    <a:pt x="60587" y="56226"/>
                  </a:moveTo>
                  <a:cubicBezTo>
                    <a:pt x="49711" y="56226"/>
                    <a:pt x="38961" y="53342"/>
                    <a:pt x="29495" y="47873"/>
                  </a:cubicBezTo>
                  <a:cubicBezTo>
                    <a:pt x="14685" y="39317"/>
                    <a:pt x="4264" y="25448"/>
                    <a:pt x="158" y="8836"/>
                  </a:cubicBezTo>
                  <a:cubicBezTo>
                    <a:pt x="-532" y="6062"/>
                    <a:pt x="1098" y="3225"/>
                    <a:pt x="3857" y="2426"/>
                  </a:cubicBezTo>
                  <a:cubicBezTo>
                    <a:pt x="19982" y="-2245"/>
                    <a:pt x="37738" y="-113"/>
                    <a:pt x="52328" y="8318"/>
                  </a:cubicBezTo>
                  <a:cubicBezTo>
                    <a:pt x="67153" y="16875"/>
                    <a:pt x="77575" y="30744"/>
                    <a:pt x="81665" y="47356"/>
                  </a:cubicBezTo>
                  <a:cubicBezTo>
                    <a:pt x="82355" y="50130"/>
                    <a:pt x="80725" y="52966"/>
                    <a:pt x="77967" y="53766"/>
                  </a:cubicBezTo>
                  <a:cubicBezTo>
                    <a:pt x="72309" y="55412"/>
                    <a:pt x="66464" y="56242"/>
                    <a:pt x="60587" y="56242"/>
                  </a:cubicBezTo>
                  <a:close/>
                  <a:moveTo>
                    <a:pt x="12083" y="11453"/>
                  </a:moveTo>
                  <a:cubicBezTo>
                    <a:pt x="16189" y="22925"/>
                    <a:pt x="24119" y="32453"/>
                    <a:pt x="34823" y="38628"/>
                  </a:cubicBezTo>
                  <a:cubicBezTo>
                    <a:pt x="45354" y="44708"/>
                    <a:pt x="57876" y="46871"/>
                    <a:pt x="69739" y="44739"/>
                  </a:cubicBezTo>
                  <a:cubicBezTo>
                    <a:pt x="65633" y="33268"/>
                    <a:pt x="57703" y="23739"/>
                    <a:pt x="46999" y="17565"/>
                  </a:cubicBezTo>
                  <a:cubicBezTo>
                    <a:pt x="36468" y="11485"/>
                    <a:pt x="23962" y="9322"/>
                    <a:pt x="12083" y="11453"/>
                  </a:cubicBezTo>
                  <a:close/>
                </a:path>
              </a:pathLst>
            </a:custGeom>
            <a:grpFill/>
            <a:ln w="3983" cap="flat">
              <a:noFill/>
              <a:prstDash val="solid"/>
              <a:miter/>
            </a:ln>
          </p:spPr>
          <p:txBody>
            <a:bodyPr rtlCol="0" anchor="ctr"/>
            <a:lstStyle/>
            <a:p>
              <a:endParaRPr lang="pt-BR" sz="1300">
                <a:latin typeface="+mj-lt"/>
              </a:endParaRPr>
            </a:p>
          </p:txBody>
        </p:sp>
        <p:sp>
          <p:nvSpPr>
            <p:cNvPr id="89" name="Forma libre: forma 88">
              <a:extLst>
                <a:ext uri="{FF2B5EF4-FFF2-40B4-BE49-F238E27FC236}">
                  <a16:creationId xmlns:a16="http://schemas.microsoft.com/office/drawing/2014/main" id="{E95F6F2D-41EC-E587-605F-DA95523EB485}"/>
                </a:ext>
              </a:extLst>
            </p:cNvPr>
            <p:cNvSpPr/>
            <p:nvPr/>
          </p:nvSpPr>
          <p:spPr>
            <a:xfrm>
              <a:off x="769075" y="5148994"/>
              <a:ext cx="81823" cy="56226"/>
            </a:xfrm>
            <a:custGeom>
              <a:avLst/>
              <a:gdLst>
                <a:gd name="connsiteX0" fmla="*/ 21252 w 81823"/>
                <a:gd name="connsiteY0" fmla="*/ 56227 h 56226"/>
                <a:gd name="connsiteX1" fmla="*/ 3857 w 81823"/>
                <a:gd name="connsiteY1" fmla="*/ 53751 h 56226"/>
                <a:gd name="connsiteX2" fmla="*/ 158 w 81823"/>
                <a:gd name="connsiteY2" fmla="*/ 47341 h 56226"/>
                <a:gd name="connsiteX3" fmla="*/ 29495 w 81823"/>
                <a:gd name="connsiteY3" fmla="*/ 8303 h 56226"/>
                <a:gd name="connsiteX4" fmla="*/ 77967 w 81823"/>
                <a:gd name="connsiteY4" fmla="*/ 2427 h 56226"/>
                <a:gd name="connsiteX5" fmla="*/ 81665 w 81823"/>
                <a:gd name="connsiteY5" fmla="*/ 8836 h 56226"/>
                <a:gd name="connsiteX6" fmla="*/ 52328 w 81823"/>
                <a:gd name="connsiteY6" fmla="*/ 47874 h 56226"/>
                <a:gd name="connsiteX7" fmla="*/ 21252 w 81823"/>
                <a:gd name="connsiteY7" fmla="*/ 56227 h 56226"/>
                <a:gd name="connsiteX8" fmla="*/ 12100 w 81823"/>
                <a:gd name="connsiteY8" fmla="*/ 44740 h 56226"/>
                <a:gd name="connsiteX9" fmla="*/ 21252 w 81823"/>
                <a:gd name="connsiteY9" fmla="*/ 45554 h 56226"/>
                <a:gd name="connsiteX10" fmla="*/ 47000 w 81823"/>
                <a:gd name="connsiteY10" fmla="*/ 38628 h 56226"/>
                <a:gd name="connsiteX11" fmla="*/ 69755 w 81823"/>
                <a:gd name="connsiteY11" fmla="*/ 11453 h 56226"/>
                <a:gd name="connsiteX12" fmla="*/ 34839 w 81823"/>
                <a:gd name="connsiteY12" fmla="*/ 17565 h 56226"/>
                <a:gd name="connsiteX13" fmla="*/ 12100 w 81823"/>
                <a:gd name="connsiteY13" fmla="*/ 44739 h 56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1823" h="56226">
                  <a:moveTo>
                    <a:pt x="21252" y="56227"/>
                  </a:moveTo>
                  <a:cubicBezTo>
                    <a:pt x="15375" y="56227"/>
                    <a:pt x="9529" y="55396"/>
                    <a:pt x="3857" y="53751"/>
                  </a:cubicBezTo>
                  <a:cubicBezTo>
                    <a:pt x="1098" y="52952"/>
                    <a:pt x="-532" y="50131"/>
                    <a:pt x="158" y="47341"/>
                  </a:cubicBezTo>
                  <a:cubicBezTo>
                    <a:pt x="4248" y="30729"/>
                    <a:pt x="14670" y="16860"/>
                    <a:pt x="29495" y="8303"/>
                  </a:cubicBezTo>
                  <a:cubicBezTo>
                    <a:pt x="44085" y="-113"/>
                    <a:pt x="61841" y="-2244"/>
                    <a:pt x="77967" y="2427"/>
                  </a:cubicBezTo>
                  <a:cubicBezTo>
                    <a:pt x="80725" y="3226"/>
                    <a:pt x="82355" y="6046"/>
                    <a:pt x="81665" y="8836"/>
                  </a:cubicBezTo>
                  <a:cubicBezTo>
                    <a:pt x="77575" y="25448"/>
                    <a:pt x="67153" y="39318"/>
                    <a:pt x="52328" y="47874"/>
                  </a:cubicBezTo>
                  <a:cubicBezTo>
                    <a:pt x="42878" y="53344"/>
                    <a:pt x="32128" y="56227"/>
                    <a:pt x="21252" y="56227"/>
                  </a:cubicBezTo>
                  <a:close/>
                  <a:moveTo>
                    <a:pt x="12100" y="44740"/>
                  </a:moveTo>
                  <a:cubicBezTo>
                    <a:pt x="15124" y="45288"/>
                    <a:pt x="18180" y="45554"/>
                    <a:pt x="21252" y="45554"/>
                  </a:cubicBezTo>
                  <a:cubicBezTo>
                    <a:pt x="30247" y="45554"/>
                    <a:pt x="39148" y="43157"/>
                    <a:pt x="47000" y="38628"/>
                  </a:cubicBezTo>
                  <a:cubicBezTo>
                    <a:pt x="57704" y="32453"/>
                    <a:pt x="65649" y="22925"/>
                    <a:pt x="69755" y="11453"/>
                  </a:cubicBezTo>
                  <a:cubicBezTo>
                    <a:pt x="57892" y="9322"/>
                    <a:pt x="45370" y="11485"/>
                    <a:pt x="34839" y="17565"/>
                  </a:cubicBezTo>
                  <a:cubicBezTo>
                    <a:pt x="24135" y="23740"/>
                    <a:pt x="16206" y="33268"/>
                    <a:pt x="12100" y="44739"/>
                  </a:cubicBezTo>
                  <a:close/>
                </a:path>
              </a:pathLst>
            </a:custGeom>
            <a:grpFill/>
            <a:ln w="3983" cap="flat">
              <a:noFill/>
              <a:prstDash val="solid"/>
              <a:miter/>
            </a:ln>
          </p:spPr>
          <p:txBody>
            <a:bodyPr rtlCol="0" anchor="ctr"/>
            <a:lstStyle/>
            <a:p>
              <a:endParaRPr lang="pt-BR" sz="1300">
                <a:latin typeface="+mj-lt"/>
              </a:endParaRPr>
            </a:p>
          </p:txBody>
        </p:sp>
        <p:sp>
          <p:nvSpPr>
            <p:cNvPr id="90" name="Forma libre: forma 89">
              <a:extLst>
                <a:ext uri="{FF2B5EF4-FFF2-40B4-BE49-F238E27FC236}">
                  <a16:creationId xmlns:a16="http://schemas.microsoft.com/office/drawing/2014/main" id="{8A40A975-ECE4-D8D2-E120-A29D3A4D8855}"/>
                </a:ext>
              </a:extLst>
            </p:cNvPr>
            <p:cNvSpPr/>
            <p:nvPr/>
          </p:nvSpPr>
          <p:spPr>
            <a:xfrm>
              <a:off x="719921" y="5056422"/>
              <a:ext cx="68790" cy="68782"/>
            </a:xfrm>
            <a:custGeom>
              <a:avLst/>
              <a:gdLst>
                <a:gd name="connsiteX0" fmla="*/ 62290 w 68790"/>
                <a:gd name="connsiteY0" fmla="*/ 68782 h 68782"/>
                <a:gd name="connsiteX1" fmla="*/ 18239 w 68790"/>
                <a:gd name="connsiteY1" fmla="*/ 50540 h 68782"/>
                <a:gd name="connsiteX2" fmla="*/ 13 w 68790"/>
                <a:gd name="connsiteY2" fmla="*/ 5250 h 68782"/>
                <a:gd name="connsiteX3" fmla="*/ 5247 w 68790"/>
                <a:gd name="connsiteY3" fmla="*/ 16 h 68782"/>
                <a:gd name="connsiteX4" fmla="*/ 6501 w 68790"/>
                <a:gd name="connsiteY4" fmla="*/ 0 h 68782"/>
                <a:gd name="connsiteX5" fmla="*/ 50552 w 68790"/>
                <a:gd name="connsiteY5" fmla="*/ 18242 h 68782"/>
                <a:gd name="connsiteX6" fmla="*/ 68778 w 68790"/>
                <a:gd name="connsiteY6" fmla="*/ 63532 h 68782"/>
                <a:gd name="connsiteX7" fmla="*/ 63544 w 68790"/>
                <a:gd name="connsiteY7" fmla="*/ 68766 h 68782"/>
                <a:gd name="connsiteX8" fmla="*/ 10857 w 68790"/>
                <a:gd name="connsiteY8" fmla="*/ 10846 h 68782"/>
                <a:gd name="connsiteX9" fmla="*/ 25792 w 68790"/>
                <a:gd name="connsiteY9" fmla="*/ 42988 h 68782"/>
                <a:gd name="connsiteX10" fmla="*/ 57934 w 68790"/>
                <a:gd name="connsiteY10" fmla="*/ 57923 h 68782"/>
                <a:gd name="connsiteX11" fmla="*/ 42999 w 68790"/>
                <a:gd name="connsiteY11" fmla="*/ 25781 h 68782"/>
                <a:gd name="connsiteX12" fmla="*/ 10857 w 68790"/>
                <a:gd name="connsiteY12" fmla="*/ 10846 h 68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790" h="68782">
                  <a:moveTo>
                    <a:pt x="62290" y="68782"/>
                  </a:moveTo>
                  <a:cubicBezTo>
                    <a:pt x="45647" y="68782"/>
                    <a:pt x="30006" y="62294"/>
                    <a:pt x="18239" y="50540"/>
                  </a:cubicBezTo>
                  <a:cubicBezTo>
                    <a:pt x="6141" y="38442"/>
                    <a:pt x="-332" y="22348"/>
                    <a:pt x="13" y="5250"/>
                  </a:cubicBezTo>
                  <a:cubicBezTo>
                    <a:pt x="76" y="2382"/>
                    <a:pt x="2379" y="78"/>
                    <a:pt x="5247" y="16"/>
                  </a:cubicBezTo>
                  <a:lnTo>
                    <a:pt x="6501" y="0"/>
                  </a:lnTo>
                  <a:cubicBezTo>
                    <a:pt x="23144" y="0"/>
                    <a:pt x="38784" y="6488"/>
                    <a:pt x="50552" y="18242"/>
                  </a:cubicBezTo>
                  <a:cubicBezTo>
                    <a:pt x="62650" y="30340"/>
                    <a:pt x="69122" y="46435"/>
                    <a:pt x="68778" y="63532"/>
                  </a:cubicBezTo>
                  <a:cubicBezTo>
                    <a:pt x="68715" y="66400"/>
                    <a:pt x="66412" y="68704"/>
                    <a:pt x="63544" y="68766"/>
                  </a:cubicBezTo>
                  <a:close/>
                  <a:moveTo>
                    <a:pt x="10857" y="10846"/>
                  </a:moveTo>
                  <a:cubicBezTo>
                    <a:pt x="11860" y="22991"/>
                    <a:pt x="17063" y="34244"/>
                    <a:pt x="25792" y="42988"/>
                  </a:cubicBezTo>
                  <a:cubicBezTo>
                    <a:pt x="34506" y="51702"/>
                    <a:pt x="45789" y="56920"/>
                    <a:pt x="57934" y="57923"/>
                  </a:cubicBezTo>
                  <a:cubicBezTo>
                    <a:pt x="56932" y="45778"/>
                    <a:pt x="51728" y="34526"/>
                    <a:pt x="42999" y="25781"/>
                  </a:cubicBezTo>
                  <a:cubicBezTo>
                    <a:pt x="34286" y="17068"/>
                    <a:pt x="23002" y="11849"/>
                    <a:pt x="10857" y="10846"/>
                  </a:cubicBezTo>
                  <a:close/>
                </a:path>
              </a:pathLst>
            </a:custGeom>
            <a:grpFill/>
            <a:ln w="3983" cap="flat">
              <a:noFill/>
              <a:prstDash val="solid"/>
              <a:miter/>
            </a:ln>
          </p:spPr>
          <p:txBody>
            <a:bodyPr rtlCol="0" anchor="ctr"/>
            <a:lstStyle/>
            <a:p>
              <a:endParaRPr lang="pt-BR" sz="1300">
                <a:latin typeface="+mj-lt"/>
              </a:endParaRPr>
            </a:p>
          </p:txBody>
        </p:sp>
        <p:sp>
          <p:nvSpPr>
            <p:cNvPr id="91" name="Forma libre: forma 90">
              <a:extLst>
                <a:ext uri="{FF2B5EF4-FFF2-40B4-BE49-F238E27FC236}">
                  <a16:creationId xmlns:a16="http://schemas.microsoft.com/office/drawing/2014/main" id="{CB94815A-B853-7D15-AFE0-2365C179CC91}"/>
                </a:ext>
              </a:extLst>
            </p:cNvPr>
            <p:cNvSpPr/>
            <p:nvPr/>
          </p:nvSpPr>
          <p:spPr>
            <a:xfrm>
              <a:off x="778024" y="5085068"/>
              <a:ext cx="90023" cy="48364"/>
            </a:xfrm>
            <a:custGeom>
              <a:avLst/>
              <a:gdLst>
                <a:gd name="connsiteX0" fmla="*/ 34762 w 90023"/>
                <a:gd name="connsiteY0" fmla="*/ 48364 h 48364"/>
                <a:gd name="connsiteX1" fmla="*/ 2573 w 90023"/>
                <a:gd name="connsiteY1" fmla="*/ 39369 h 48364"/>
                <a:gd name="connsiteX2" fmla="*/ 661 w 90023"/>
                <a:gd name="connsiteY2" fmla="*/ 32223 h 48364"/>
                <a:gd name="connsiteX3" fmla="*/ 39103 w 90023"/>
                <a:gd name="connsiteY3" fmla="*/ 2102 h 48364"/>
                <a:gd name="connsiteX4" fmla="*/ 87450 w 90023"/>
                <a:gd name="connsiteY4" fmla="*/ 8966 h 48364"/>
                <a:gd name="connsiteX5" fmla="*/ 89362 w 90023"/>
                <a:gd name="connsiteY5" fmla="*/ 16112 h 48364"/>
                <a:gd name="connsiteX6" fmla="*/ 50920 w 90023"/>
                <a:gd name="connsiteY6" fmla="*/ 46233 h 48364"/>
                <a:gd name="connsiteX7" fmla="*/ 34763 w 90023"/>
                <a:gd name="connsiteY7" fmla="*/ 48364 h 48364"/>
                <a:gd name="connsiteX8" fmla="*/ 12853 w 90023"/>
                <a:gd name="connsiteY8" fmla="*/ 32787 h 48364"/>
                <a:gd name="connsiteX9" fmla="*/ 34762 w 90023"/>
                <a:gd name="connsiteY9" fmla="*/ 37692 h 48364"/>
                <a:gd name="connsiteX10" fmla="*/ 48145 w 90023"/>
                <a:gd name="connsiteY10" fmla="*/ 35921 h 48364"/>
                <a:gd name="connsiteX11" fmla="*/ 77153 w 90023"/>
                <a:gd name="connsiteY11" fmla="*/ 15564 h 48364"/>
                <a:gd name="connsiteX12" fmla="*/ 41861 w 90023"/>
                <a:gd name="connsiteY12" fmla="*/ 12430 h 48364"/>
                <a:gd name="connsiteX13" fmla="*/ 12853 w 90023"/>
                <a:gd name="connsiteY13" fmla="*/ 32787 h 4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0023" h="48364">
                  <a:moveTo>
                    <a:pt x="34762" y="48364"/>
                  </a:moveTo>
                  <a:cubicBezTo>
                    <a:pt x="23447" y="48364"/>
                    <a:pt x="12305" y="45262"/>
                    <a:pt x="2573" y="39369"/>
                  </a:cubicBezTo>
                  <a:cubicBezTo>
                    <a:pt x="128" y="37880"/>
                    <a:pt x="-718" y="34730"/>
                    <a:pt x="661" y="32223"/>
                  </a:cubicBezTo>
                  <a:cubicBezTo>
                    <a:pt x="8920" y="17241"/>
                    <a:pt x="22569" y="6537"/>
                    <a:pt x="39103" y="2102"/>
                  </a:cubicBezTo>
                  <a:cubicBezTo>
                    <a:pt x="55433" y="-2270"/>
                    <a:pt x="73047" y="253"/>
                    <a:pt x="87450" y="8966"/>
                  </a:cubicBezTo>
                  <a:cubicBezTo>
                    <a:pt x="89895" y="10455"/>
                    <a:pt x="90741" y="13605"/>
                    <a:pt x="89362" y="16112"/>
                  </a:cubicBezTo>
                  <a:cubicBezTo>
                    <a:pt x="81103" y="31110"/>
                    <a:pt x="67454" y="41798"/>
                    <a:pt x="50920" y="46233"/>
                  </a:cubicBezTo>
                  <a:cubicBezTo>
                    <a:pt x="45623" y="47659"/>
                    <a:pt x="40185" y="48364"/>
                    <a:pt x="34763" y="48364"/>
                  </a:cubicBezTo>
                  <a:close/>
                  <a:moveTo>
                    <a:pt x="12853" y="32787"/>
                  </a:moveTo>
                  <a:cubicBezTo>
                    <a:pt x="19702" y="36015"/>
                    <a:pt x="27177" y="37692"/>
                    <a:pt x="34762" y="37692"/>
                  </a:cubicBezTo>
                  <a:cubicBezTo>
                    <a:pt x="39260" y="37692"/>
                    <a:pt x="43757" y="37097"/>
                    <a:pt x="48145" y="35921"/>
                  </a:cubicBezTo>
                  <a:cubicBezTo>
                    <a:pt x="60087" y="32724"/>
                    <a:pt x="70211" y="25578"/>
                    <a:pt x="77153" y="15564"/>
                  </a:cubicBezTo>
                  <a:cubicBezTo>
                    <a:pt x="66230" y="10424"/>
                    <a:pt x="53646" y="9264"/>
                    <a:pt x="41861" y="12430"/>
                  </a:cubicBezTo>
                  <a:cubicBezTo>
                    <a:pt x="29919" y="15627"/>
                    <a:pt x="19796" y="22788"/>
                    <a:pt x="12853" y="32787"/>
                  </a:cubicBezTo>
                  <a:close/>
                </a:path>
              </a:pathLst>
            </a:custGeom>
            <a:grpFill/>
            <a:ln w="3983" cap="flat">
              <a:noFill/>
              <a:prstDash val="solid"/>
              <a:miter/>
            </a:ln>
          </p:spPr>
          <p:txBody>
            <a:bodyPr rtlCol="0" anchor="ctr"/>
            <a:lstStyle/>
            <a:p>
              <a:endParaRPr lang="pt-BR" sz="1300">
                <a:latin typeface="+mj-lt"/>
              </a:endParaRPr>
            </a:p>
          </p:txBody>
        </p:sp>
        <p:sp>
          <p:nvSpPr>
            <p:cNvPr id="92" name="Forma libre: forma 91">
              <a:extLst>
                <a:ext uri="{FF2B5EF4-FFF2-40B4-BE49-F238E27FC236}">
                  <a16:creationId xmlns:a16="http://schemas.microsoft.com/office/drawing/2014/main" id="{2D6F79FF-81E3-78BB-C2E1-C08473FCC0D2}"/>
                </a:ext>
              </a:extLst>
            </p:cNvPr>
            <p:cNvSpPr/>
            <p:nvPr/>
          </p:nvSpPr>
          <p:spPr>
            <a:xfrm>
              <a:off x="800295" y="5009454"/>
              <a:ext cx="68778" cy="68782"/>
            </a:xfrm>
            <a:custGeom>
              <a:avLst/>
              <a:gdLst>
                <a:gd name="connsiteX0" fmla="*/ 6501 w 68778"/>
                <a:gd name="connsiteY0" fmla="*/ 68782 h 68782"/>
                <a:gd name="connsiteX1" fmla="*/ 5247 w 68778"/>
                <a:gd name="connsiteY1" fmla="*/ 68766 h 68782"/>
                <a:gd name="connsiteX2" fmla="*/ 13 w 68778"/>
                <a:gd name="connsiteY2" fmla="*/ 63532 h 68782"/>
                <a:gd name="connsiteX3" fmla="*/ 18239 w 68778"/>
                <a:gd name="connsiteY3" fmla="*/ 18242 h 68782"/>
                <a:gd name="connsiteX4" fmla="*/ 62278 w 68778"/>
                <a:gd name="connsiteY4" fmla="*/ 0 h 68782"/>
                <a:gd name="connsiteX5" fmla="*/ 63531 w 68778"/>
                <a:gd name="connsiteY5" fmla="*/ 16 h 68782"/>
                <a:gd name="connsiteX6" fmla="*/ 68766 w 68778"/>
                <a:gd name="connsiteY6" fmla="*/ 5250 h 68782"/>
                <a:gd name="connsiteX7" fmla="*/ 50540 w 68778"/>
                <a:gd name="connsiteY7" fmla="*/ 50540 h 68782"/>
                <a:gd name="connsiteX8" fmla="*/ 6501 w 68778"/>
                <a:gd name="connsiteY8" fmla="*/ 68782 h 68782"/>
                <a:gd name="connsiteX9" fmla="*/ 57934 w 68778"/>
                <a:gd name="connsiteY9" fmla="*/ 10858 h 68782"/>
                <a:gd name="connsiteX10" fmla="*/ 25792 w 68778"/>
                <a:gd name="connsiteY10" fmla="*/ 25793 h 68782"/>
                <a:gd name="connsiteX11" fmla="*/ 10856 w 68778"/>
                <a:gd name="connsiteY11" fmla="*/ 57936 h 68782"/>
                <a:gd name="connsiteX12" fmla="*/ 42999 w 68778"/>
                <a:gd name="connsiteY12" fmla="*/ 43000 h 68782"/>
                <a:gd name="connsiteX13" fmla="*/ 57934 w 68778"/>
                <a:gd name="connsiteY13" fmla="*/ 10858 h 68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8778" h="68782">
                  <a:moveTo>
                    <a:pt x="6501" y="68782"/>
                  </a:moveTo>
                  <a:lnTo>
                    <a:pt x="5247" y="68766"/>
                  </a:lnTo>
                  <a:cubicBezTo>
                    <a:pt x="2380" y="68704"/>
                    <a:pt x="76" y="66400"/>
                    <a:pt x="13" y="63532"/>
                  </a:cubicBezTo>
                  <a:cubicBezTo>
                    <a:pt x="-332" y="46419"/>
                    <a:pt x="6140" y="30340"/>
                    <a:pt x="18239" y="18242"/>
                  </a:cubicBezTo>
                  <a:cubicBezTo>
                    <a:pt x="30008" y="6472"/>
                    <a:pt x="45648" y="0"/>
                    <a:pt x="62278" y="0"/>
                  </a:cubicBezTo>
                  <a:lnTo>
                    <a:pt x="63531" y="16"/>
                  </a:lnTo>
                  <a:cubicBezTo>
                    <a:pt x="66399" y="78"/>
                    <a:pt x="68703" y="2382"/>
                    <a:pt x="68766" y="5250"/>
                  </a:cubicBezTo>
                  <a:cubicBezTo>
                    <a:pt x="69110" y="22363"/>
                    <a:pt x="62638" y="38442"/>
                    <a:pt x="50540" y="50540"/>
                  </a:cubicBezTo>
                  <a:cubicBezTo>
                    <a:pt x="38786" y="62310"/>
                    <a:pt x="23146" y="68782"/>
                    <a:pt x="6501" y="68782"/>
                  </a:cubicBezTo>
                  <a:close/>
                  <a:moveTo>
                    <a:pt x="57934" y="10858"/>
                  </a:moveTo>
                  <a:cubicBezTo>
                    <a:pt x="45788" y="11861"/>
                    <a:pt x="34505" y="17080"/>
                    <a:pt x="25792" y="25793"/>
                  </a:cubicBezTo>
                  <a:cubicBezTo>
                    <a:pt x="17047" y="34538"/>
                    <a:pt x="11844" y="45790"/>
                    <a:pt x="10856" y="57936"/>
                  </a:cubicBezTo>
                  <a:cubicBezTo>
                    <a:pt x="23002" y="56933"/>
                    <a:pt x="34285" y="51714"/>
                    <a:pt x="42999" y="43000"/>
                  </a:cubicBezTo>
                  <a:cubicBezTo>
                    <a:pt x="51743" y="34256"/>
                    <a:pt x="56931" y="23003"/>
                    <a:pt x="57934" y="10858"/>
                  </a:cubicBezTo>
                  <a:close/>
                </a:path>
              </a:pathLst>
            </a:custGeom>
            <a:grpFill/>
            <a:ln w="3983" cap="flat">
              <a:noFill/>
              <a:prstDash val="solid"/>
              <a:miter/>
            </a:ln>
          </p:spPr>
          <p:txBody>
            <a:bodyPr rtlCol="0" anchor="ctr"/>
            <a:lstStyle/>
            <a:p>
              <a:endParaRPr lang="pt-BR" sz="1300">
                <a:latin typeface="+mj-lt"/>
              </a:endParaRPr>
            </a:p>
          </p:txBody>
        </p:sp>
        <p:sp>
          <p:nvSpPr>
            <p:cNvPr id="93" name="Forma libre: forma 92">
              <a:extLst>
                <a:ext uri="{FF2B5EF4-FFF2-40B4-BE49-F238E27FC236}">
                  <a16:creationId xmlns:a16="http://schemas.microsoft.com/office/drawing/2014/main" id="{8EFDFD05-622B-10FA-2A3A-02479FEEE329}"/>
                </a:ext>
              </a:extLst>
            </p:cNvPr>
            <p:cNvSpPr/>
            <p:nvPr/>
          </p:nvSpPr>
          <p:spPr>
            <a:xfrm>
              <a:off x="746525" y="5312367"/>
              <a:ext cx="262558" cy="10687"/>
            </a:xfrm>
            <a:custGeom>
              <a:avLst/>
              <a:gdLst>
                <a:gd name="connsiteX0" fmla="*/ 257215 w 262558"/>
                <a:gd name="connsiteY0" fmla="*/ 10688 h 10687"/>
                <a:gd name="connsiteX1" fmla="*/ 5344 w 262558"/>
                <a:gd name="connsiteY1" fmla="*/ 10688 h 10687"/>
                <a:gd name="connsiteX2" fmla="*/ 0 w 262558"/>
                <a:gd name="connsiteY2" fmla="*/ 5344 h 10687"/>
                <a:gd name="connsiteX3" fmla="*/ 5344 w 262558"/>
                <a:gd name="connsiteY3" fmla="*/ 0 h 10687"/>
                <a:gd name="connsiteX4" fmla="*/ 257215 w 262558"/>
                <a:gd name="connsiteY4" fmla="*/ 0 h 10687"/>
                <a:gd name="connsiteX5" fmla="*/ 262559 w 262558"/>
                <a:gd name="connsiteY5" fmla="*/ 5344 h 10687"/>
                <a:gd name="connsiteX6" fmla="*/ 257215 w 262558"/>
                <a:gd name="connsiteY6" fmla="*/ 10688 h 10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2558" h="10687">
                  <a:moveTo>
                    <a:pt x="257215" y="10688"/>
                  </a:moveTo>
                  <a:lnTo>
                    <a:pt x="5344" y="10688"/>
                  </a:lnTo>
                  <a:cubicBezTo>
                    <a:pt x="2398" y="10688"/>
                    <a:pt x="0" y="8290"/>
                    <a:pt x="0" y="5344"/>
                  </a:cubicBezTo>
                  <a:cubicBezTo>
                    <a:pt x="0" y="2398"/>
                    <a:pt x="2398" y="0"/>
                    <a:pt x="5344" y="0"/>
                  </a:cubicBezTo>
                  <a:lnTo>
                    <a:pt x="257215" y="0"/>
                  </a:lnTo>
                  <a:cubicBezTo>
                    <a:pt x="260161" y="0"/>
                    <a:pt x="262559" y="2398"/>
                    <a:pt x="262559" y="5344"/>
                  </a:cubicBezTo>
                  <a:cubicBezTo>
                    <a:pt x="262559" y="8290"/>
                    <a:pt x="260161" y="10688"/>
                    <a:pt x="257215" y="10688"/>
                  </a:cubicBezTo>
                  <a:close/>
                </a:path>
              </a:pathLst>
            </a:custGeom>
            <a:grpFill/>
            <a:ln w="3983" cap="flat">
              <a:noFill/>
              <a:prstDash val="solid"/>
              <a:miter/>
            </a:ln>
          </p:spPr>
          <p:txBody>
            <a:bodyPr rtlCol="0" anchor="ctr"/>
            <a:lstStyle/>
            <a:p>
              <a:endParaRPr lang="pt-BR" sz="1300">
                <a:latin typeface="+mj-lt"/>
              </a:endParaRPr>
            </a:p>
          </p:txBody>
        </p:sp>
      </p:grpSp>
      <p:sp>
        <p:nvSpPr>
          <p:cNvPr id="70" name="Forma libre: forma 69">
            <a:extLst>
              <a:ext uri="{FF2B5EF4-FFF2-40B4-BE49-F238E27FC236}">
                <a16:creationId xmlns:a16="http://schemas.microsoft.com/office/drawing/2014/main" id="{3F92CA76-A377-DD66-E4C8-A604B8F4ACEC}"/>
              </a:ext>
            </a:extLst>
          </p:cNvPr>
          <p:cNvSpPr/>
          <p:nvPr/>
        </p:nvSpPr>
        <p:spPr>
          <a:xfrm>
            <a:off x="387859" y="4845551"/>
            <a:ext cx="235099" cy="158026"/>
          </a:xfrm>
          <a:custGeom>
            <a:avLst/>
            <a:gdLst>
              <a:gd name="connsiteX0" fmla="*/ 356397 w 358073"/>
              <a:gd name="connsiteY0" fmla="*/ 73035 h 229547"/>
              <a:gd name="connsiteX1" fmla="*/ 356069 w 358073"/>
              <a:gd name="connsiteY1" fmla="*/ 71310 h 229547"/>
              <a:gd name="connsiteX2" fmla="*/ 313195 w 358073"/>
              <a:gd name="connsiteY2" fmla="*/ 6299 h 229547"/>
              <a:gd name="connsiteX3" fmla="*/ 252455 w 358073"/>
              <a:gd name="connsiteY3" fmla="*/ 5757 h 229547"/>
              <a:gd name="connsiteX4" fmla="*/ 192572 w 358073"/>
              <a:gd name="connsiteY4" fmla="*/ 18115 h 229547"/>
              <a:gd name="connsiteX5" fmla="*/ 165490 w 358073"/>
              <a:gd name="connsiteY5" fmla="*/ 18115 h 229547"/>
              <a:gd name="connsiteX6" fmla="*/ 105624 w 358073"/>
              <a:gd name="connsiteY6" fmla="*/ 5757 h 229547"/>
              <a:gd name="connsiteX7" fmla="*/ 44884 w 358073"/>
              <a:gd name="connsiteY7" fmla="*/ 6266 h 229547"/>
              <a:gd name="connsiteX8" fmla="*/ 1994 w 358073"/>
              <a:gd name="connsiteY8" fmla="*/ 71260 h 229547"/>
              <a:gd name="connsiteX9" fmla="*/ 1665 w 358073"/>
              <a:gd name="connsiteY9" fmla="*/ 73035 h 229547"/>
              <a:gd name="connsiteX10" fmla="*/ 29207 w 358073"/>
              <a:gd name="connsiteY10" fmla="*/ 165012 h 229547"/>
              <a:gd name="connsiteX11" fmla="*/ 179048 w 358073"/>
              <a:gd name="connsiteY11" fmla="*/ 229548 h 229547"/>
              <a:gd name="connsiteX12" fmla="*/ 328855 w 358073"/>
              <a:gd name="connsiteY12" fmla="*/ 165029 h 229547"/>
              <a:gd name="connsiteX13" fmla="*/ 356414 w 358073"/>
              <a:gd name="connsiteY13" fmla="*/ 73035 h 229547"/>
              <a:gd name="connsiteX14" fmla="*/ 179031 w 358073"/>
              <a:gd name="connsiteY14" fmla="*/ 32346 h 229547"/>
              <a:gd name="connsiteX15" fmla="*/ 211306 w 358073"/>
              <a:gd name="connsiteY15" fmla="*/ 38919 h 229547"/>
              <a:gd name="connsiteX16" fmla="*/ 179031 w 358073"/>
              <a:gd name="connsiteY16" fmla="*/ 45493 h 229547"/>
              <a:gd name="connsiteX17" fmla="*/ 146755 w 358073"/>
              <a:gd name="connsiteY17" fmla="*/ 38919 h 229547"/>
              <a:gd name="connsiteX18" fmla="*/ 179031 w 358073"/>
              <a:gd name="connsiteY18" fmla="*/ 32346 h 229547"/>
              <a:gd name="connsiteX19" fmla="*/ 318454 w 358073"/>
              <a:gd name="connsiteY19" fmla="*/ 156995 h 229547"/>
              <a:gd name="connsiteX20" fmla="*/ 318438 w 358073"/>
              <a:gd name="connsiteY20" fmla="*/ 157011 h 229547"/>
              <a:gd name="connsiteX21" fmla="*/ 179031 w 358073"/>
              <a:gd name="connsiteY21" fmla="*/ 216401 h 229547"/>
              <a:gd name="connsiteX22" fmla="*/ 39624 w 358073"/>
              <a:gd name="connsiteY22" fmla="*/ 156994 h 229547"/>
              <a:gd name="connsiteX23" fmla="*/ 14579 w 358073"/>
              <a:gd name="connsiteY23" fmla="*/ 75467 h 229547"/>
              <a:gd name="connsiteX24" fmla="*/ 14924 w 358073"/>
              <a:gd name="connsiteY24" fmla="*/ 73643 h 229547"/>
              <a:gd name="connsiteX25" fmla="*/ 50256 w 358073"/>
              <a:gd name="connsiteY25" fmla="*/ 18262 h 229547"/>
              <a:gd name="connsiteX26" fmla="*/ 74972 w 358073"/>
              <a:gd name="connsiteY26" fmla="*/ 13201 h 229547"/>
              <a:gd name="connsiteX27" fmla="*/ 101019 w 358073"/>
              <a:gd name="connsiteY27" fmla="*/ 18048 h 229547"/>
              <a:gd name="connsiteX28" fmla="*/ 138899 w 358073"/>
              <a:gd name="connsiteY28" fmla="*/ 28648 h 229547"/>
              <a:gd name="connsiteX29" fmla="*/ 133016 w 358073"/>
              <a:gd name="connsiteY29" fmla="*/ 38902 h 229547"/>
              <a:gd name="connsiteX30" fmla="*/ 179032 w 358073"/>
              <a:gd name="connsiteY30" fmla="*/ 58623 h 229547"/>
              <a:gd name="connsiteX31" fmla="*/ 225048 w 358073"/>
              <a:gd name="connsiteY31" fmla="*/ 38902 h 229547"/>
              <a:gd name="connsiteX32" fmla="*/ 219165 w 358073"/>
              <a:gd name="connsiteY32" fmla="*/ 28648 h 229547"/>
              <a:gd name="connsiteX33" fmla="*/ 257061 w 358073"/>
              <a:gd name="connsiteY33" fmla="*/ 18032 h 229547"/>
              <a:gd name="connsiteX34" fmla="*/ 307805 w 358073"/>
              <a:gd name="connsiteY34" fmla="*/ 18262 h 229547"/>
              <a:gd name="connsiteX35" fmla="*/ 343137 w 358073"/>
              <a:gd name="connsiteY35" fmla="*/ 73643 h 229547"/>
              <a:gd name="connsiteX36" fmla="*/ 343466 w 358073"/>
              <a:gd name="connsiteY36" fmla="*/ 75434 h 229547"/>
              <a:gd name="connsiteX37" fmla="*/ 318438 w 358073"/>
              <a:gd name="connsiteY37" fmla="*/ 156978 h 229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58073" h="229547">
                <a:moveTo>
                  <a:pt x="356397" y="73035"/>
                </a:moveTo>
                <a:lnTo>
                  <a:pt x="356069" y="71310"/>
                </a:lnTo>
                <a:cubicBezTo>
                  <a:pt x="353554" y="57653"/>
                  <a:pt x="346882" y="21335"/>
                  <a:pt x="313195" y="6299"/>
                </a:cubicBezTo>
                <a:cubicBezTo>
                  <a:pt x="294921" y="-1868"/>
                  <a:pt x="273377" y="-2066"/>
                  <a:pt x="252455" y="5757"/>
                </a:cubicBezTo>
                <a:cubicBezTo>
                  <a:pt x="229826" y="14187"/>
                  <a:pt x="210812" y="18115"/>
                  <a:pt x="192572" y="18115"/>
                </a:cubicBezTo>
                <a:lnTo>
                  <a:pt x="165490" y="18115"/>
                </a:lnTo>
                <a:cubicBezTo>
                  <a:pt x="147265" y="18115"/>
                  <a:pt x="128235" y="14187"/>
                  <a:pt x="105624" y="5757"/>
                </a:cubicBezTo>
                <a:cubicBezTo>
                  <a:pt x="84738" y="-2099"/>
                  <a:pt x="63159" y="-1901"/>
                  <a:pt x="44884" y="6266"/>
                </a:cubicBezTo>
                <a:cubicBezTo>
                  <a:pt x="11195" y="21319"/>
                  <a:pt x="4506" y="57604"/>
                  <a:pt x="1994" y="71260"/>
                </a:cubicBezTo>
                <a:lnTo>
                  <a:pt x="1665" y="73035"/>
                </a:lnTo>
                <a:cubicBezTo>
                  <a:pt x="-6815" y="118294"/>
                  <a:pt x="19363" y="152244"/>
                  <a:pt x="29207" y="165012"/>
                </a:cubicBezTo>
                <a:cubicBezTo>
                  <a:pt x="75122" y="224895"/>
                  <a:pt x="155502" y="229548"/>
                  <a:pt x="179048" y="229548"/>
                </a:cubicBezTo>
                <a:cubicBezTo>
                  <a:pt x="202581" y="229548"/>
                  <a:pt x="282956" y="224897"/>
                  <a:pt x="328855" y="165029"/>
                </a:cubicBezTo>
                <a:cubicBezTo>
                  <a:pt x="338715" y="152244"/>
                  <a:pt x="364877" y="118311"/>
                  <a:pt x="356414" y="73035"/>
                </a:cubicBezTo>
                <a:close/>
                <a:moveTo>
                  <a:pt x="179031" y="32346"/>
                </a:moveTo>
                <a:cubicBezTo>
                  <a:pt x="197190" y="32346"/>
                  <a:pt x="208217" y="36487"/>
                  <a:pt x="211306" y="38919"/>
                </a:cubicBezTo>
                <a:cubicBezTo>
                  <a:pt x="208217" y="41351"/>
                  <a:pt x="197206" y="45493"/>
                  <a:pt x="179031" y="45493"/>
                </a:cubicBezTo>
                <a:cubicBezTo>
                  <a:pt x="160855" y="45493"/>
                  <a:pt x="149845" y="41351"/>
                  <a:pt x="146755" y="38919"/>
                </a:cubicBezTo>
                <a:cubicBezTo>
                  <a:pt x="149845" y="36487"/>
                  <a:pt x="160872" y="32346"/>
                  <a:pt x="179031" y="32346"/>
                </a:cubicBezTo>
                <a:close/>
                <a:moveTo>
                  <a:pt x="318454" y="156995"/>
                </a:moveTo>
                <a:lnTo>
                  <a:pt x="318438" y="157011"/>
                </a:lnTo>
                <a:cubicBezTo>
                  <a:pt x="276187" y="212114"/>
                  <a:pt x="201055" y="216401"/>
                  <a:pt x="179031" y="216401"/>
                </a:cubicBezTo>
                <a:cubicBezTo>
                  <a:pt x="157007" y="216401"/>
                  <a:pt x="81875" y="212112"/>
                  <a:pt x="39624" y="156994"/>
                </a:cubicBezTo>
                <a:cubicBezTo>
                  <a:pt x="30750" y="145491"/>
                  <a:pt x="7201" y="114941"/>
                  <a:pt x="14579" y="75467"/>
                </a:cubicBezTo>
                <a:lnTo>
                  <a:pt x="14924" y="73643"/>
                </a:lnTo>
                <a:cubicBezTo>
                  <a:pt x="17307" y="60726"/>
                  <a:pt x="22878" y="30488"/>
                  <a:pt x="50256" y="18262"/>
                </a:cubicBezTo>
                <a:cubicBezTo>
                  <a:pt x="57767" y="14893"/>
                  <a:pt x="66213" y="13201"/>
                  <a:pt x="74972" y="13201"/>
                </a:cubicBezTo>
                <a:cubicBezTo>
                  <a:pt x="83534" y="13201"/>
                  <a:pt x="92408" y="14811"/>
                  <a:pt x="101019" y="18048"/>
                </a:cubicBezTo>
                <a:cubicBezTo>
                  <a:pt x="114659" y="23126"/>
                  <a:pt x="127067" y="26512"/>
                  <a:pt x="138899" y="28648"/>
                </a:cubicBezTo>
                <a:cubicBezTo>
                  <a:pt x="135317" y="31425"/>
                  <a:pt x="133016" y="34777"/>
                  <a:pt x="133016" y="38902"/>
                </a:cubicBezTo>
                <a:cubicBezTo>
                  <a:pt x="133016" y="52526"/>
                  <a:pt x="156121" y="58623"/>
                  <a:pt x="179032" y="58623"/>
                </a:cubicBezTo>
                <a:cubicBezTo>
                  <a:pt x="201942" y="58623"/>
                  <a:pt x="225048" y="52526"/>
                  <a:pt x="225048" y="38902"/>
                </a:cubicBezTo>
                <a:cubicBezTo>
                  <a:pt x="225048" y="34777"/>
                  <a:pt x="222747" y="31425"/>
                  <a:pt x="219165" y="28648"/>
                </a:cubicBezTo>
                <a:cubicBezTo>
                  <a:pt x="231013" y="26528"/>
                  <a:pt x="243421" y="23126"/>
                  <a:pt x="257061" y="18032"/>
                </a:cubicBezTo>
                <a:cubicBezTo>
                  <a:pt x="274464" y="11508"/>
                  <a:pt x="292968" y="11607"/>
                  <a:pt x="307805" y="18262"/>
                </a:cubicBezTo>
                <a:cubicBezTo>
                  <a:pt x="335200" y="30488"/>
                  <a:pt x="340754" y="60727"/>
                  <a:pt x="343137" y="73643"/>
                </a:cubicBezTo>
                <a:lnTo>
                  <a:pt x="343466" y="75434"/>
                </a:lnTo>
                <a:cubicBezTo>
                  <a:pt x="350845" y="114908"/>
                  <a:pt x="327295" y="145472"/>
                  <a:pt x="318438" y="156978"/>
                </a:cubicBezTo>
                <a:close/>
              </a:path>
            </a:pathLst>
          </a:custGeom>
          <a:solidFill>
            <a:schemeClr val="accent5"/>
          </a:solidFill>
          <a:ln w="4156" cap="flat">
            <a:noFill/>
            <a:prstDash val="solid"/>
            <a:miter/>
          </a:ln>
        </p:spPr>
        <p:txBody>
          <a:bodyPr rtlCol="0" anchor="ctr"/>
          <a:lstStyle/>
          <a:p>
            <a:endParaRPr lang="pt-BR" sz="1300">
              <a:latin typeface="+mj-lt"/>
            </a:endParaRPr>
          </a:p>
        </p:txBody>
      </p:sp>
      <p:pic>
        <p:nvPicPr>
          <p:cNvPr id="256" name="Gráfico 255">
            <a:extLst>
              <a:ext uri="{FF2B5EF4-FFF2-40B4-BE49-F238E27FC236}">
                <a16:creationId xmlns:a16="http://schemas.microsoft.com/office/drawing/2014/main" id="{6524916E-1054-E135-82F9-C194BD7ECDA6}"/>
              </a:ext>
            </a:extLst>
          </p:cNvPr>
          <p:cNvPicPr>
            <a:picLocks noChangeAspect="1"/>
          </p:cNvPicPr>
          <p:nvPr/>
        </p:nvPicPr>
        <p:blipFill>
          <a:blip r:embed="rId41">
            <a:extLst>
              <a:ext uri="{96DAC541-7B7A-43D3-8B79-37D633B846F1}">
                <asvg:svgBlip xmlns:asvg="http://schemas.microsoft.com/office/drawing/2016/SVG/main" r:embed="rId42"/>
              </a:ext>
            </a:extLst>
          </a:blip>
          <a:stretch>
            <a:fillRect/>
          </a:stretch>
        </p:blipFill>
        <p:spPr>
          <a:xfrm>
            <a:off x="386054" y="4377784"/>
            <a:ext cx="238343" cy="305080"/>
          </a:xfrm>
          <a:prstGeom prst="rect">
            <a:avLst/>
          </a:prstGeom>
        </p:spPr>
      </p:pic>
      <p:pic>
        <p:nvPicPr>
          <p:cNvPr id="258" name="Gráfico 257">
            <a:extLst>
              <a:ext uri="{FF2B5EF4-FFF2-40B4-BE49-F238E27FC236}">
                <a16:creationId xmlns:a16="http://schemas.microsoft.com/office/drawing/2014/main" id="{A4689F4F-7CAF-2A3C-E8E2-68C81C4D53FA}"/>
              </a:ext>
            </a:extLst>
          </p:cNvPr>
          <p:cNvPicPr>
            <a:picLocks noChangeAspect="1"/>
          </p:cNvPicPr>
          <p:nvPr/>
        </p:nvPicPr>
        <p:blipFill>
          <a:blip r:embed="rId43">
            <a:extLst>
              <a:ext uri="{96DAC541-7B7A-43D3-8B79-37D633B846F1}">
                <asvg:svgBlip xmlns:asvg="http://schemas.microsoft.com/office/drawing/2016/SVG/main" r:embed="rId44"/>
              </a:ext>
            </a:extLst>
          </a:blip>
          <a:stretch>
            <a:fillRect/>
          </a:stretch>
        </p:blipFill>
        <p:spPr>
          <a:xfrm>
            <a:off x="403343" y="3951720"/>
            <a:ext cx="210702" cy="263377"/>
          </a:xfrm>
          <a:prstGeom prst="rect">
            <a:avLst/>
          </a:prstGeom>
        </p:spPr>
      </p:pic>
      <p:pic>
        <p:nvPicPr>
          <p:cNvPr id="260" name="Gráfico 259">
            <a:extLst>
              <a:ext uri="{FF2B5EF4-FFF2-40B4-BE49-F238E27FC236}">
                <a16:creationId xmlns:a16="http://schemas.microsoft.com/office/drawing/2014/main" id="{6F92B012-E913-6AE4-2AAD-23A9DD081F6E}"/>
              </a:ext>
            </a:extLst>
          </p:cNvPr>
          <p:cNvPicPr>
            <a:picLocks noChangeAspect="1"/>
          </p:cNvPicPr>
          <p:nvPr/>
        </p:nvPicPr>
        <p:blipFill>
          <a:blip r:embed="rId45">
            <a:extLst>
              <a:ext uri="{96DAC541-7B7A-43D3-8B79-37D633B846F1}">
                <asvg:svgBlip xmlns:asvg="http://schemas.microsoft.com/office/drawing/2016/SVG/main" r:embed="rId46"/>
              </a:ext>
            </a:extLst>
          </a:blip>
          <a:stretch>
            <a:fillRect/>
          </a:stretch>
        </p:blipFill>
        <p:spPr>
          <a:xfrm>
            <a:off x="378072" y="3475173"/>
            <a:ext cx="251087" cy="313860"/>
          </a:xfrm>
          <a:prstGeom prst="rect">
            <a:avLst/>
          </a:prstGeom>
        </p:spPr>
      </p:pic>
      <p:grpSp>
        <p:nvGrpSpPr>
          <p:cNvPr id="14" name="Gráfico 261">
            <a:extLst>
              <a:ext uri="{FF2B5EF4-FFF2-40B4-BE49-F238E27FC236}">
                <a16:creationId xmlns:a16="http://schemas.microsoft.com/office/drawing/2014/main" id="{555E7953-942D-12BE-0986-B1700E039869}"/>
              </a:ext>
            </a:extLst>
          </p:cNvPr>
          <p:cNvGrpSpPr/>
          <p:nvPr/>
        </p:nvGrpSpPr>
        <p:grpSpPr>
          <a:xfrm>
            <a:off x="409252" y="3102880"/>
            <a:ext cx="199573" cy="209606"/>
            <a:chOff x="474345" y="2613196"/>
            <a:chExt cx="303952" cy="303677"/>
          </a:xfrm>
          <a:solidFill>
            <a:schemeClr val="accent5"/>
          </a:solidFill>
        </p:grpSpPr>
        <p:sp>
          <p:nvSpPr>
            <p:cNvPr id="15" name="Forma libre: forma 14">
              <a:extLst>
                <a:ext uri="{FF2B5EF4-FFF2-40B4-BE49-F238E27FC236}">
                  <a16:creationId xmlns:a16="http://schemas.microsoft.com/office/drawing/2014/main" id="{49C0C888-33A5-2E7B-A23E-C215704CBB78}"/>
                </a:ext>
              </a:extLst>
            </p:cNvPr>
            <p:cNvSpPr/>
            <p:nvPr/>
          </p:nvSpPr>
          <p:spPr>
            <a:xfrm>
              <a:off x="758255" y="2647580"/>
              <a:ext cx="20041" cy="53096"/>
            </a:xfrm>
            <a:custGeom>
              <a:avLst/>
              <a:gdLst>
                <a:gd name="connsiteX0" fmla="*/ 18169 w 20041"/>
                <a:gd name="connsiteY0" fmla="*/ 1 h 53096"/>
                <a:gd name="connsiteX1" fmla="*/ 0 w 20041"/>
                <a:gd name="connsiteY1" fmla="*/ 39758 h 53096"/>
                <a:gd name="connsiteX2" fmla="*/ 13338 w 20041"/>
                <a:gd name="connsiteY2" fmla="*/ 53096 h 53096"/>
                <a:gd name="connsiteX3" fmla="*/ 18169 w 20041"/>
                <a:gd name="connsiteY3" fmla="*/ 0 h 53096"/>
              </a:gdLst>
              <a:ahLst/>
              <a:cxnLst>
                <a:cxn ang="0">
                  <a:pos x="connsiteX0" y="connsiteY0"/>
                </a:cxn>
                <a:cxn ang="0">
                  <a:pos x="connsiteX1" y="connsiteY1"/>
                </a:cxn>
                <a:cxn ang="0">
                  <a:pos x="connsiteX2" y="connsiteY2"/>
                </a:cxn>
                <a:cxn ang="0">
                  <a:pos x="connsiteX3" y="connsiteY3"/>
                </a:cxn>
              </a:cxnLst>
              <a:rect l="l" t="t" r="r" b="b"/>
              <a:pathLst>
                <a:path w="20041" h="53096">
                  <a:moveTo>
                    <a:pt x="18169" y="1"/>
                  </a:moveTo>
                  <a:cubicBezTo>
                    <a:pt x="13950" y="14018"/>
                    <a:pt x="7843" y="27397"/>
                    <a:pt x="0" y="39758"/>
                  </a:cubicBezTo>
                  <a:lnTo>
                    <a:pt x="13338" y="53096"/>
                  </a:lnTo>
                  <a:cubicBezTo>
                    <a:pt x="20015" y="33027"/>
                    <a:pt x="21860" y="14694"/>
                    <a:pt x="18169" y="0"/>
                  </a:cubicBezTo>
                  <a:close/>
                </a:path>
              </a:pathLst>
            </a:custGeom>
            <a:grpFill/>
            <a:ln w="3464" cap="flat">
              <a:noFill/>
              <a:prstDash val="solid"/>
              <a:miter/>
            </a:ln>
          </p:spPr>
          <p:txBody>
            <a:bodyPr rtlCol="0" anchor="ctr"/>
            <a:lstStyle/>
            <a:p>
              <a:endParaRPr lang="pt-BR" sz="1300">
                <a:latin typeface="+mj-lt"/>
              </a:endParaRPr>
            </a:p>
          </p:txBody>
        </p:sp>
        <p:sp>
          <p:nvSpPr>
            <p:cNvPr id="17" name="Forma libre: forma 16">
              <a:extLst>
                <a:ext uri="{FF2B5EF4-FFF2-40B4-BE49-F238E27FC236}">
                  <a16:creationId xmlns:a16="http://schemas.microsoft.com/office/drawing/2014/main" id="{C0BD4AF4-7FEC-4DAF-8C36-AC440DA7652E}"/>
                </a:ext>
              </a:extLst>
            </p:cNvPr>
            <p:cNvSpPr/>
            <p:nvPr/>
          </p:nvSpPr>
          <p:spPr>
            <a:xfrm>
              <a:off x="734945" y="2631650"/>
              <a:ext cx="32589" cy="47722"/>
            </a:xfrm>
            <a:custGeom>
              <a:avLst/>
              <a:gdLst>
                <a:gd name="connsiteX0" fmla="*/ 15347 w 32589"/>
                <a:gd name="connsiteY0" fmla="*/ 47722 h 47722"/>
                <a:gd name="connsiteX1" fmla="*/ 32376 w 32589"/>
                <a:gd name="connsiteY1" fmla="*/ 0 h 47722"/>
                <a:gd name="connsiteX2" fmla="*/ 0 w 32589"/>
                <a:gd name="connsiteY2" fmla="*/ 32376 h 47722"/>
              </a:gdLst>
              <a:ahLst/>
              <a:cxnLst>
                <a:cxn ang="0">
                  <a:pos x="connsiteX0" y="connsiteY0"/>
                </a:cxn>
                <a:cxn ang="0">
                  <a:pos x="connsiteX1" y="connsiteY1"/>
                </a:cxn>
                <a:cxn ang="0">
                  <a:pos x="connsiteX2" y="connsiteY2"/>
                </a:cxn>
              </a:cxnLst>
              <a:rect l="l" t="t" r="r" b="b"/>
              <a:pathLst>
                <a:path w="32589" h="47722">
                  <a:moveTo>
                    <a:pt x="15347" y="47722"/>
                  </a:moveTo>
                  <a:cubicBezTo>
                    <a:pt x="28197" y="25754"/>
                    <a:pt x="33788" y="8941"/>
                    <a:pt x="32376" y="0"/>
                  </a:cubicBezTo>
                  <a:lnTo>
                    <a:pt x="0" y="32376"/>
                  </a:lnTo>
                  <a:close/>
                </a:path>
              </a:pathLst>
            </a:custGeom>
            <a:grpFill/>
            <a:ln w="3464" cap="flat">
              <a:noFill/>
              <a:prstDash val="solid"/>
              <a:miter/>
            </a:ln>
          </p:spPr>
          <p:txBody>
            <a:bodyPr rtlCol="0" anchor="ctr"/>
            <a:lstStyle/>
            <a:p>
              <a:endParaRPr lang="pt-BR" sz="1300">
                <a:latin typeface="+mj-lt"/>
              </a:endParaRPr>
            </a:p>
          </p:txBody>
        </p:sp>
        <p:sp>
          <p:nvSpPr>
            <p:cNvPr id="21" name="Forma libre: forma 20">
              <a:extLst>
                <a:ext uri="{FF2B5EF4-FFF2-40B4-BE49-F238E27FC236}">
                  <a16:creationId xmlns:a16="http://schemas.microsoft.com/office/drawing/2014/main" id="{8F55CA41-E28C-AAAB-6865-0011C9D5540E}"/>
                </a:ext>
              </a:extLst>
            </p:cNvPr>
            <p:cNvSpPr/>
            <p:nvPr/>
          </p:nvSpPr>
          <p:spPr>
            <a:xfrm>
              <a:off x="711943" y="2623783"/>
              <a:ext cx="47722" cy="32589"/>
            </a:xfrm>
            <a:custGeom>
              <a:avLst/>
              <a:gdLst>
                <a:gd name="connsiteX0" fmla="*/ 15346 w 47722"/>
                <a:gd name="connsiteY0" fmla="*/ 32590 h 32589"/>
                <a:gd name="connsiteX1" fmla="*/ 47722 w 47722"/>
                <a:gd name="connsiteY1" fmla="*/ 213 h 32589"/>
                <a:gd name="connsiteX2" fmla="*/ 0 w 47722"/>
                <a:gd name="connsiteY2" fmla="*/ 17243 h 32589"/>
              </a:gdLst>
              <a:ahLst/>
              <a:cxnLst>
                <a:cxn ang="0">
                  <a:pos x="connsiteX0" y="connsiteY0"/>
                </a:cxn>
                <a:cxn ang="0">
                  <a:pos x="connsiteX1" y="connsiteY1"/>
                </a:cxn>
                <a:cxn ang="0">
                  <a:pos x="connsiteX2" y="connsiteY2"/>
                </a:cxn>
              </a:cxnLst>
              <a:rect l="l" t="t" r="r" b="b"/>
              <a:pathLst>
                <a:path w="47722" h="32589">
                  <a:moveTo>
                    <a:pt x="15346" y="32590"/>
                  </a:moveTo>
                  <a:lnTo>
                    <a:pt x="47722" y="213"/>
                  </a:lnTo>
                  <a:cubicBezTo>
                    <a:pt x="38780" y="-1198"/>
                    <a:pt x="21954" y="4379"/>
                    <a:pt x="0" y="17243"/>
                  </a:cubicBezTo>
                  <a:close/>
                </a:path>
              </a:pathLst>
            </a:custGeom>
            <a:grpFill/>
            <a:ln w="3464" cap="flat">
              <a:noFill/>
              <a:prstDash val="solid"/>
              <a:miter/>
            </a:ln>
          </p:spPr>
          <p:txBody>
            <a:bodyPr rtlCol="0" anchor="ctr"/>
            <a:lstStyle/>
            <a:p>
              <a:endParaRPr lang="pt-BR" sz="1300">
                <a:latin typeface="+mj-lt"/>
              </a:endParaRPr>
            </a:p>
          </p:txBody>
        </p:sp>
        <p:sp>
          <p:nvSpPr>
            <p:cNvPr id="22" name="Forma libre: forma 21">
              <a:extLst>
                <a:ext uri="{FF2B5EF4-FFF2-40B4-BE49-F238E27FC236}">
                  <a16:creationId xmlns:a16="http://schemas.microsoft.com/office/drawing/2014/main" id="{11F9A3A1-725E-06F1-F6AF-160E34D074E6}"/>
                </a:ext>
              </a:extLst>
            </p:cNvPr>
            <p:cNvSpPr/>
            <p:nvPr/>
          </p:nvSpPr>
          <p:spPr>
            <a:xfrm>
              <a:off x="690790" y="2613196"/>
              <a:ext cx="52825" cy="19904"/>
            </a:xfrm>
            <a:custGeom>
              <a:avLst/>
              <a:gdLst>
                <a:gd name="connsiteX0" fmla="*/ 52825 w 52825"/>
                <a:gd name="connsiteY0" fmla="*/ 1735 h 19904"/>
                <a:gd name="connsiteX1" fmla="*/ 0 w 52825"/>
                <a:gd name="connsiteY1" fmla="*/ 6675 h 19904"/>
                <a:gd name="connsiteX2" fmla="*/ 13230 w 52825"/>
                <a:gd name="connsiteY2" fmla="*/ 19905 h 19904"/>
                <a:gd name="connsiteX3" fmla="*/ 52824 w 52825"/>
                <a:gd name="connsiteY3" fmla="*/ 1735 h 19904"/>
              </a:gdLst>
              <a:ahLst/>
              <a:cxnLst>
                <a:cxn ang="0">
                  <a:pos x="connsiteX0" y="connsiteY0"/>
                </a:cxn>
                <a:cxn ang="0">
                  <a:pos x="connsiteX1" y="connsiteY1"/>
                </a:cxn>
                <a:cxn ang="0">
                  <a:pos x="connsiteX2" y="connsiteY2"/>
                </a:cxn>
                <a:cxn ang="0">
                  <a:pos x="connsiteX3" y="connsiteY3"/>
                </a:cxn>
              </a:cxnLst>
              <a:rect l="l" t="t" r="r" b="b"/>
              <a:pathLst>
                <a:path w="52825" h="19904">
                  <a:moveTo>
                    <a:pt x="52825" y="1735"/>
                  </a:moveTo>
                  <a:cubicBezTo>
                    <a:pt x="38564" y="-1684"/>
                    <a:pt x="20557" y="-56"/>
                    <a:pt x="0" y="6675"/>
                  </a:cubicBezTo>
                  <a:lnTo>
                    <a:pt x="13230" y="19905"/>
                  </a:lnTo>
                  <a:cubicBezTo>
                    <a:pt x="25524" y="12034"/>
                    <a:pt x="38849" y="5928"/>
                    <a:pt x="52824" y="1735"/>
                  </a:cubicBezTo>
                  <a:close/>
                </a:path>
              </a:pathLst>
            </a:custGeom>
            <a:grpFill/>
            <a:ln w="3464" cap="flat">
              <a:noFill/>
              <a:prstDash val="solid"/>
              <a:miter/>
            </a:ln>
          </p:spPr>
          <p:txBody>
            <a:bodyPr rtlCol="0" anchor="ctr"/>
            <a:lstStyle/>
            <a:p>
              <a:endParaRPr lang="pt-BR" sz="1300">
                <a:latin typeface="+mj-lt"/>
              </a:endParaRPr>
            </a:p>
          </p:txBody>
        </p:sp>
        <p:sp>
          <p:nvSpPr>
            <p:cNvPr id="23" name="Forma libre: forma 22">
              <a:extLst>
                <a:ext uri="{FF2B5EF4-FFF2-40B4-BE49-F238E27FC236}">
                  <a16:creationId xmlns:a16="http://schemas.microsoft.com/office/drawing/2014/main" id="{D598B93C-50D1-FAE9-3879-B843EA3E165A}"/>
                </a:ext>
              </a:extLst>
            </p:cNvPr>
            <p:cNvSpPr/>
            <p:nvPr/>
          </p:nvSpPr>
          <p:spPr>
            <a:xfrm>
              <a:off x="635574" y="2623996"/>
              <a:ext cx="59013" cy="43706"/>
            </a:xfrm>
            <a:custGeom>
              <a:avLst/>
              <a:gdLst>
                <a:gd name="connsiteX0" fmla="*/ 59012 w 59013"/>
                <a:gd name="connsiteY0" fmla="*/ 15021 h 43706"/>
                <a:gd name="connsiteX1" fmla="*/ 43991 w 59013"/>
                <a:gd name="connsiteY1" fmla="*/ 0 h 43706"/>
                <a:gd name="connsiteX2" fmla="*/ 43978 w 59013"/>
                <a:gd name="connsiteY2" fmla="*/ 0 h 43706"/>
                <a:gd name="connsiteX3" fmla="*/ 0 w 59013"/>
                <a:gd name="connsiteY3" fmla="*/ 23638 h 43706"/>
                <a:gd name="connsiteX4" fmla="*/ 20069 w 59013"/>
                <a:gd name="connsiteY4" fmla="*/ 43707 h 43706"/>
                <a:gd name="connsiteX5" fmla="*/ 59013 w 59013"/>
                <a:gd name="connsiteY5" fmla="*/ 15021 h 43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013" h="43706">
                  <a:moveTo>
                    <a:pt x="59012" y="15021"/>
                  </a:moveTo>
                  <a:lnTo>
                    <a:pt x="43991" y="0"/>
                  </a:lnTo>
                  <a:lnTo>
                    <a:pt x="43978" y="0"/>
                  </a:lnTo>
                  <a:cubicBezTo>
                    <a:pt x="28536" y="6323"/>
                    <a:pt x="13786" y="14248"/>
                    <a:pt x="0" y="23638"/>
                  </a:cubicBezTo>
                  <a:lnTo>
                    <a:pt x="20069" y="43707"/>
                  </a:lnTo>
                  <a:cubicBezTo>
                    <a:pt x="32512" y="33448"/>
                    <a:pt x="45511" y="23868"/>
                    <a:pt x="59013" y="15021"/>
                  </a:cubicBezTo>
                  <a:close/>
                </a:path>
              </a:pathLst>
            </a:custGeom>
            <a:grpFill/>
            <a:ln w="3464" cap="flat">
              <a:noFill/>
              <a:prstDash val="solid"/>
              <a:miter/>
            </a:ln>
          </p:spPr>
          <p:txBody>
            <a:bodyPr rtlCol="0" anchor="ctr"/>
            <a:lstStyle/>
            <a:p>
              <a:endParaRPr lang="pt-BR" sz="1300">
                <a:latin typeface="+mj-lt"/>
              </a:endParaRPr>
            </a:p>
          </p:txBody>
        </p:sp>
        <p:sp>
          <p:nvSpPr>
            <p:cNvPr id="27" name="Forma libre: forma 26">
              <a:extLst>
                <a:ext uri="{FF2B5EF4-FFF2-40B4-BE49-F238E27FC236}">
                  <a16:creationId xmlns:a16="http://schemas.microsoft.com/office/drawing/2014/main" id="{B9471DE4-9239-848A-08F6-B40A3B4981FB}"/>
                </a:ext>
              </a:extLst>
            </p:cNvPr>
            <p:cNvSpPr/>
            <p:nvPr/>
          </p:nvSpPr>
          <p:spPr>
            <a:xfrm>
              <a:off x="663282" y="2646820"/>
              <a:ext cx="56353" cy="51047"/>
            </a:xfrm>
            <a:custGeom>
              <a:avLst/>
              <a:gdLst>
                <a:gd name="connsiteX0" fmla="*/ 56354 w 56353"/>
                <a:gd name="connsiteY0" fmla="*/ 17246 h 51047"/>
                <a:gd name="connsiteX1" fmla="*/ 39107 w 56353"/>
                <a:gd name="connsiteY1" fmla="*/ 0 h 51047"/>
                <a:gd name="connsiteX2" fmla="*/ 0 w 56353"/>
                <a:gd name="connsiteY2" fmla="*/ 28536 h 51047"/>
                <a:gd name="connsiteX3" fmla="*/ 22512 w 56353"/>
                <a:gd name="connsiteY3" fmla="*/ 51048 h 51047"/>
              </a:gdLst>
              <a:ahLst/>
              <a:cxnLst>
                <a:cxn ang="0">
                  <a:pos x="connsiteX0" y="connsiteY0"/>
                </a:cxn>
                <a:cxn ang="0">
                  <a:pos x="connsiteX1" y="connsiteY1"/>
                </a:cxn>
                <a:cxn ang="0">
                  <a:pos x="connsiteX2" y="connsiteY2"/>
                </a:cxn>
                <a:cxn ang="0">
                  <a:pos x="connsiteX3" y="connsiteY3"/>
                </a:cxn>
              </a:cxnLst>
              <a:rect l="l" t="t" r="r" b="b"/>
              <a:pathLst>
                <a:path w="56353" h="51047">
                  <a:moveTo>
                    <a:pt x="56354" y="17246"/>
                  </a:moveTo>
                  <a:lnTo>
                    <a:pt x="39107" y="0"/>
                  </a:lnTo>
                  <a:cubicBezTo>
                    <a:pt x="25538" y="8752"/>
                    <a:pt x="12471" y="18278"/>
                    <a:pt x="0" y="28536"/>
                  </a:cubicBezTo>
                  <a:lnTo>
                    <a:pt x="22512" y="51048"/>
                  </a:lnTo>
                  <a:close/>
                </a:path>
              </a:pathLst>
            </a:custGeom>
            <a:grpFill/>
            <a:ln w="3464" cap="flat">
              <a:noFill/>
              <a:prstDash val="solid"/>
              <a:miter/>
            </a:ln>
          </p:spPr>
          <p:txBody>
            <a:bodyPr rtlCol="0" anchor="ctr"/>
            <a:lstStyle/>
            <a:p>
              <a:endParaRPr lang="pt-BR" sz="1300">
                <a:latin typeface="+mj-lt"/>
              </a:endParaRPr>
            </a:p>
          </p:txBody>
        </p:sp>
        <p:sp>
          <p:nvSpPr>
            <p:cNvPr id="33" name="Forma libre: forma 32">
              <a:extLst>
                <a:ext uri="{FF2B5EF4-FFF2-40B4-BE49-F238E27FC236}">
                  <a16:creationId xmlns:a16="http://schemas.microsoft.com/office/drawing/2014/main" id="{BE0E0323-2383-691D-8A33-B69287CC6CB4}"/>
                </a:ext>
              </a:extLst>
            </p:cNvPr>
            <p:cNvSpPr/>
            <p:nvPr/>
          </p:nvSpPr>
          <p:spPr>
            <a:xfrm>
              <a:off x="693450" y="2671719"/>
              <a:ext cx="51034" cy="56299"/>
            </a:xfrm>
            <a:custGeom>
              <a:avLst/>
              <a:gdLst>
                <a:gd name="connsiteX0" fmla="*/ 51034 w 51034"/>
                <a:gd name="connsiteY0" fmla="*/ 17192 h 56299"/>
                <a:gd name="connsiteX1" fmla="*/ 33842 w 51034"/>
                <a:gd name="connsiteY1" fmla="*/ 0 h 56299"/>
                <a:gd name="connsiteX2" fmla="*/ 0 w 51034"/>
                <a:gd name="connsiteY2" fmla="*/ 33788 h 56299"/>
                <a:gd name="connsiteX3" fmla="*/ 22498 w 51034"/>
                <a:gd name="connsiteY3" fmla="*/ 56299 h 56299"/>
                <a:gd name="connsiteX4" fmla="*/ 51034 w 51034"/>
                <a:gd name="connsiteY4" fmla="*/ 17192 h 56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034" h="56299">
                  <a:moveTo>
                    <a:pt x="51034" y="17192"/>
                  </a:moveTo>
                  <a:lnTo>
                    <a:pt x="33842" y="0"/>
                  </a:lnTo>
                  <a:lnTo>
                    <a:pt x="0" y="33788"/>
                  </a:lnTo>
                  <a:lnTo>
                    <a:pt x="22498" y="56299"/>
                  </a:lnTo>
                  <a:cubicBezTo>
                    <a:pt x="32756" y="43829"/>
                    <a:pt x="42282" y="30762"/>
                    <a:pt x="51034" y="17192"/>
                  </a:cubicBezTo>
                  <a:close/>
                </a:path>
              </a:pathLst>
            </a:custGeom>
            <a:grpFill/>
            <a:ln w="3464" cap="flat">
              <a:noFill/>
              <a:prstDash val="solid"/>
              <a:miter/>
            </a:ln>
          </p:spPr>
          <p:txBody>
            <a:bodyPr rtlCol="0" anchor="ctr"/>
            <a:lstStyle/>
            <a:p>
              <a:endParaRPr lang="pt-BR" sz="1300">
                <a:latin typeface="+mj-lt"/>
              </a:endParaRPr>
            </a:p>
          </p:txBody>
        </p:sp>
        <p:sp>
          <p:nvSpPr>
            <p:cNvPr id="34" name="Forma libre: forma 33">
              <a:extLst>
                <a:ext uri="{FF2B5EF4-FFF2-40B4-BE49-F238E27FC236}">
                  <a16:creationId xmlns:a16="http://schemas.microsoft.com/office/drawing/2014/main" id="{9EEADE39-F603-0DCF-ADD9-6558F0DA6F21}"/>
                </a:ext>
              </a:extLst>
            </p:cNvPr>
            <p:cNvSpPr/>
            <p:nvPr/>
          </p:nvSpPr>
          <p:spPr>
            <a:xfrm>
              <a:off x="723600" y="2696726"/>
              <a:ext cx="43828" cy="59068"/>
            </a:xfrm>
            <a:custGeom>
              <a:avLst/>
              <a:gdLst>
                <a:gd name="connsiteX0" fmla="*/ 0 w 43828"/>
                <a:gd name="connsiteY0" fmla="*/ 38946 h 59068"/>
                <a:gd name="connsiteX1" fmla="*/ 20123 w 43828"/>
                <a:gd name="connsiteY1" fmla="*/ 59069 h 59068"/>
                <a:gd name="connsiteX2" fmla="*/ 20123 w 43828"/>
                <a:gd name="connsiteY2" fmla="*/ 59055 h 59068"/>
                <a:gd name="connsiteX3" fmla="*/ 43829 w 43828"/>
                <a:gd name="connsiteY3" fmla="*/ 15130 h 59068"/>
                <a:gd name="connsiteX4" fmla="*/ 28699 w 43828"/>
                <a:gd name="connsiteY4" fmla="*/ 0 h 59068"/>
                <a:gd name="connsiteX5" fmla="*/ 28686 w 43828"/>
                <a:gd name="connsiteY5" fmla="*/ 0 h 59068"/>
                <a:gd name="connsiteX6" fmla="*/ 0 w 43828"/>
                <a:gd name="connsiteY6" fmla="*/ 38944 h 59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28" h="59068">
                  <a:moveTo>
                    <a:pt x="0" y="38946"/>
                  </a:moveTo>
                  <a:lnTo>
                    <a:pt x="20123" y="59069"/>
                  </a:lnTo>
                  <a:lnTo>
                    <a:pt x="20123" y="59055"/>
                  </a:lnTo>
                  <a:cubicBezTo>
                    <a:pt x="29500" y="45269"/>
                    <a:pt x="37452" y="30546"/>
                    <a:pt x="43829" y="15130"/>
                  </a:cubicBezTo>
                  <a:lnTo>
                    <a:pt x="28699" y="0"/>
                  </a:lnTo>
                  <a:lnTo>
                    <a:pt x="28686" y="0"/>
                  </a:lnTo>
                  <a:cubicBezTo>
                    <a:pt x="19838" y="13488"/>
                    <a:pt x="10258" y="26487"/>
                    <a:pt x="0" y="38944"/>
                  </a:cubicBezTo>
                  <a:close/>
                </a:path>
              </a:pathLst>
            </a:custGeom>
            <a:grpFill/>
            <a:ln w="3464" cap="flat">
              <a:noFill/>
              <a:prstDash val="solid"/>
              <a:miter/>
            </a:ln>
          </p:spPr>
          <p:txBody>
            <a:bodyPr rtlCol="0" anchor="ctr"/>
            <a:lstStyle/>
            <a:p>
              <a:endParaRPr lang="pt-BR" sz="1300">
                <a:latin typeface="+mj-lt"/>
              </a:endParaRPr>
            </a:p>
          </p:txBody>
        </p:sp>
        <p:sp>
          <p:nvSpPr>
            <p:cNvPr id="35" name="Forma libre: forma 34">
              <a:extLst>
                <a:ext uri="{FF2B5EF4-FFF2-40B4-BE49-F238E27FC236}">
                  <a16:creationId xmlns:a16="http://schemas.microsoft.com/office/drawing/2014/main" id="{A5C6BBE3-C3F3-3445-EE33-4465FBDB5FBB}"/>
                </a:ext>
              </a:extLst>
            </p:cNvPr>
            <p:cNvSpPr/>
            <p:nvPr/>
          </p:nvSpPr>
          <p:spPr>
            <a:xfrm>
              <a:off x="684384" y="2744069"/>
              <a:ext cx="53042" cy="57440"/>
            </a:xfrm>
            <a:custGeom>
              <a:avLst/>
              <a:gdLst>
                <a:gd name="connsiteX0" fmla="*/ 0 w 53042"/>
                <a:gd name="connsiteY0" fmla="*/ 35308 h 57440"/>
                <a:gd name="connsiteX1" fmla="*/ 22132 w 53042"/>
                <a:gd name="connsiteY1" fmla="*/ 57440 h 57440"/>
                <a:gd name="connsiteX2" fmla="*/ 53043 w 53042"/>
                <a:gd name="connsiteY2" fmla="*/ 20775 h 57440"/>
                <a:gd name="connsiteX3" fmla="*/ 32268 w 53042"/>
                <a:gd name="connsiteY3" fmla="*/ 0 h 57440"/>
                <a:gd name="connsiteX4" fmla="*/ 0 w 53042"/>
                <a:gd name="connsiteY4" fmla="*/ 35307 h 574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042" h="57440">
                  <a:moveTo>
                    <a:pt x="0" y="35308"/>
                  </a:moveTo>
                  <a:lnTo>
                    <a:pt x="22132" y="57440"/>
                  </a:lnTo>
                  <a:cubicBezTo>
                    <a:pt x="33272" y="45947"/>
                    <a:pt x="43599" y="33694"/>
                    <a:pt x="53043" y="20775"/>
                  </a:cubicBezTo>
                  <a:lnTo>
                    <a:pt x="32268" y="0"/>
                  </a:lnTo>
                  <a:cubicBezTo>
                    <a:pt x="22077" y="11982"/>
                    <a:pt x="11222" y="23923"/>
                    <a:pt x="0" y="35307"/>
                  </a:cubicBezTo>
                  <a:close/>
                </a:path>
              </a:pathLst>
            </a:custGeom>
            <a:grpFill/>
            <a:ln w="3464" cap="flat">
              <a:noFill/>
              <a:prstDash val="solid"/>
              <a:miter/>
            </a:ln>
          </p:spPr>
          <p:txBody>
            <a:bodyPr rtlCol="0" anchor="ctr"/>
            <a:lstStyle/>
            <a:p>
              <a:endParaRPr lang="pt-BR" sz="1300">
                <a:latin typeface="+mj-lt"/>
              </a:endParaRPr>
            </a:p>
          </p:txBody>
        </p:sp>
        <p:sp>
          <p:nvSpPr>
            <p:cNvPr id="36" name="Forma libre: forma 35">
              <a:extLst>
                <a:ext uri="{FF2B5EF4-FFF2-40B4-BE49-F238E27FC236}">
                  <a16:creationId xmlns:a16="http://schemas.microsoft.com/office/drawing/2014/main" id="{3F186E08-1AD1-65CB-305C-2105AC32FE27}"/>
                </a:ext>
              </a:extLst>
            </p:cNvPr>
            <p:cNvSpPr/>
            <p:nvPr/>
          </p:nvSpPr>
          <p:spPr>
            <a:xfrm>
              <a:off x="652007" y="2713158"/>
              <a:ext cx="57004" cy="58578"/>
            </a:xfrm>
            <a:custGeom>
              <a:avLst/>
              <a:gdLst>
                <a:gd name="connsiteX0" fmla="*/ 33788 w 57004"/>
                <a:gd name="connsiteY0" fmla="*/ 0 h 58578"/>
                <a:gd name="connsiteX1" fmla="*/ 0 w 57004"/>
                <a:gd name="connsiteY1" fmla="*/ 33842 h 58578"/>
                <a:gd name="connsiteX2" fmla="*/ 24737 w 57004"/>
                <a:gd name="connsiteY2" fmla="*/ 58579 h 58578"/>
                <a:gd name="connsiteX3" fmla="*/ 57005 w 57004"/>
                <a:gd name="connsiteY3" fmla="*/ 23272 h 58578"/>
              </a:gdLst>
              <a:ahLst/>
              <a:cxnLst>
                <a:cxn ang="0">
                  <a:pos x="connsiteX0" y="connsiteY0"/>
                </a:cxn>
                <a:cxn ang="0">
                  <a:pos x="connsiteX1" y="connsiteY1"/>
                </a:cxn>
                <a:cxn ang="0">
                  <a:pos x="connsiteX2" y="connsiteY2"/>
                </a:cxn>
                <a:cxn ang="0">
                  <a:pos x="connsiteX3" y="connsiteY3"/>
                </a:cxn>
              </a:cxnLst>
              <a:rect l="l" t="t" r="r" b="b"/>
              <a:pathLst>
                <a:path w="57004" h="58578">
                  <a:moveTo>
                    <a:pt x="33788" y="0"/>
                  </a:moveTo>
                  <a:lnTo>
                    <a:pt x="0" y="33842"/>
                  </a:lnTo>
                  <a:lnTo>
                    <a:pt x="24737" y="58579"/>
                  </a:lnTo>
                  <a:cubicBezTo>
                    <a:pt x="36719" y="46380"/>
                    <a:pt x="47466" y="34547"/>
                    <a:pt x="57005" y="23272"/>
                  </a:cubicBezTo>
                  <a:close/>
                </a:path>
              </a:pathLst>
            </a:custGeom>
            <a:grpFill/>
            <a:ln w="3464" cap="flat">
              <a:noFill/>
              <a:prstDash val="solid"/>
              <a:miter/>
            </a:ln>
          </p:spPr>
          <p:txBody>
            <a:bodyPr rtlCol="0" anchor="ctr"/>
            <a:lstStyle/>
            <a:p>
              <a:endParaRPr lang="pt-BR" sz="1300">
                <a:latin typeface="+mj-lt"/>
              </a:endParaRPr>
            </a:p>
          </p:txBody>
        </p:sp>
        <p:sp>
          <p:nvSpPr>
            <p:cNvPr id="37" name="Forma libre: forma 36">
              <a:extLst>
                <a:ext uri="{FF2B5EF4-FFF2-40B4-BE49-F238E27FC236}">
                  <a16:creationId xmlns:a16="http://schemas.microsoft.com/office/drawing/2014/main" id="{77B1A80A-C450-569C-90C4-3EDAA4ABF9A3}"/>
                </a:ext>
              </a:extLst>
            </p:cNvPr>
            <p:cNvSpPr/>
            <p:nvPr/>
          </p:nvSpPr>
          <p:spPr>
            <a:xfrm>
              <a:off x="619578" y="2682236"/>
              <a:ext cx="58565" cy="57113"/>
            </a:xfrm>
            <a:custGeom>
              <a:avLst/>
              <a:gdLst>
                <a:gd name="connsiteX0" fmla="*/ 0 w 58565"/>
                <a:gd name="connsiteY0" fmla="*/ 32336 h 57113"/>
                <a:gd name="connsiteX1" fmla="*/ 24778 w 58565"/>
                <a:gd name="connsiteY1" fmla="*/ 57113 h 57113"/>
                <a:gd name="connsiteX2" fmla="*/ 58565 w 58565"/>
                <a:gd name="connsiteY2" fmla="*/ 23271 h 57113"/>
                <a:gd name="connsiteX3" fmla="*/ 35308 w 58565"/>
                <a:gd name="connsiteY3" fmla="*/ 0 h 57113"/>
                <a:gd name="connsiteX4" fmla="*/ 0 w 58565"/>
                <a:gd name="connsiteY4" fmla="*/ 32336 h 571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565" h="57113">
                  <a:moveTo>
                    <a:pt x="0" y="32336"/>
                  </a:moveTo>
                  <a:lnTo>
                    <a:pt x="24778" y="57113"/>
                  </a:lnTo>
                  <a:lnTo>
                    <a:pt x="58565" y="23271"/>
                  </a:lnTo>
                  <a:lnTo>
                    <a:pt x="35308" y="0"/>
                  </a:lnTo>
                  <a:cubicBezTo>
                    <a:pt x="24018" y="9607"/>
                    <a:pt x="12199" y="20340"/>
                    <a:pt x="0" y="32336"/>
                  </a:cubicBezTo>
                  <a:close/>
                </a:path>
              </a:pathLst>
            </a:custGeom>
            <a:grpFill/>
            <a:ln w="3464" cap="flat">
              <a:noFill/>
              <a:prstDash val="solid"/>
              <a:miter/>
            </a:ln>
          </p:spPr>
          <p:txBody>
            <a:bodyPr rtlCol="0" anchor="ctr"/>
            <a:lstStyle/>
            <a:p>
              <a:endParaRPr lang="pt-BR" sz="1300">
                <a:latin typeface="+mj-lt"/>
              </a:endParaRPr>
            </a:p>
          </p:txBody>
        </p:sp>
        <p:sp>
          <p:nvSpPr>
            <p:cNvPr id="38" name="Forma libre: forma 37">
              <a:extLst>
                <a:ext uri="{FF2B5EF4-FFF2-40B4-BE49-F238E27FC236}">
                  <a16:creationId xmlns:a16="http://schemas.microsoft.com/office/drawing/2014/main" id="{23EF4ACA-32F5-45E2-2D97-62203B4EC53F}"/>
                </a:ext>
              </a:extLst>
            </p:cNvPr>
            <p:cNvSpPr/>
            <p:nvPr/>
          </p:nvSpPr>
          <p:spPr>
            <a:xfrm>
              <a:off x="589793" y="2653873"/>
              <a:ext cx="57494" cy="53042"/>
            </a:xfrm>
            <a:custGeom>
              <a:avLst/>
              <a:gdLst>
                <a:gd name="connsiteX0" fmla="*/ 57492 w 57494"/>
                <a:gd name="connsiteY0" fmla="*/ 20775 h 53042"/>
                <a:gd name="connsiteX1" fmla="*/ 36717 w 57494"/>
                <a:gd name="connsiteY1" fmla="*/ 0 h 53042"/>
                <a:gd name="connsiteX2" fmla="*/ 0 w 57494"/>
                <a:gd name="connsiteY2" fmla="*/ 30911 h 53042"/>
                <a:gd name="connsiteX3" fmla="*/ 22132 w 57494"/>
                <a:gd name="connsiteY3" fmla="*/ 53042 h 53042"/>
                <a:gd name="connsiteX4" fmla="*/ 57494 w 57494"/>
                <a:gd name="connsiteY4" fmla="*/ 20774 h 530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494" h="53042">
                  <a:moveTo>
                    <a:pt x="57492" y="20775"/>
                  </a:moveTo>
                  <a:lnTo>
                    <a:pt x="36717" y="0"/>
                  </a:lnTo>
                  <a:cubicBezTo>
                    <a:pt x="23772" y="9431"/>
                    <a:pt x="11506" y="19770"/>
                    <a:pt x="0" y="30911"/>
                  </a:cubicBezTo>
                  <a:lnTo>
                    <a:pt x="22132" y="53042"/>
                  </a:lnTo>
                  <a:cubicBezTo>
                    <a:pt x="33571" y="41820"/>
                    <a:pt x="45512" y="30911"/>
                    <a:pt x="57494" y="20774"/>
                  </a:cubicBezTo>
                  <a:close/>
                </a:path>
              </a:pathLst>
            </a:custGeom>
            <a:grpFill/>
            <a:ln w="3464" cap="flat">
              <a:noFill/>
              <a:prstDash val="solid"/>
              <a:miter/>
            </a:ln>
          </p:spPr>
          <p:txBody>
            <a:bodyPr rtlCol="0" anchor="ctr"/>
            <a:lstStyle/>
            <a:p>
              <a:endParaRPr lang="pt-BR" sz="1300">
                <a:latin typeface="+mj-lt"/>
              </a:endParaRPr>
            </a:p>
          </p:txBody>
        </p:sp>
        <p:sp>
          <p:nvSpPr>
            <p:cNvPr id="39" name="Forma libre: forma 38">
              <a:extLst>
                <a:ext uri="{FF2B5EF4-FFF2-40B4-BE49-F238E27FC236}">
                  <a16:creationId xmlns:a16="http://schemas.microsoft.com/office/drawing/2014/main" id="{16E411DD-F0CF-CD87-C4DF-C86BE270AE98}"/>
                </a:ext>
              </a:extLst>
            </p:cNvPr>
            <p:cNvSpPr/>
            <p:nvPr/>
          </p:nvSpPr>
          <p:spPr>
            <a:xfrm>
              <a:off x="577702" y="2777966"/>
              <a:ext cx="17463" cy="27993"/>
            </a:xfrm>
            <a:custGeom>
              <a:avLst/>
              <a:gdLst>
                <a:gd name="connsiteX0" fmla="*/ 0 w 17463"/>
                <a:gd name="connsiteY0" fmla="*/ 27993 h 27993"/>
                <a:gd name="connsiteX1" fmla="*/ 17464 w 17463"/>
                <a:gd name="connsiteY1" fmla="*/ 10530 h 27993"/>
                <a:gd name="connsiteX2" fmla="*/ 6934 w 17463"/>
                <a:gd name="connsiteY2" fmla="*/ 0 h 27993"/>
                <a:gd name="connsiteX3" fmla="*/ 0 w 17463"/>
                <a:gd name="connsiteY3" fmla="*/ 27993 h 27993"/>
              </a:gdLst>
              <a:ahLst/>
              <a:cxnLst>
                <a:cxn ang="0">
                  <a:pos x="connsiteX0" y="connsiteY0"/>
                </a:cxn>
                <a:cxn ang="0">
                  <a:pos x="connsiteX1" y="connsiteY1"/>
                </a:cxn>
                <a:cxn ang="0">
                  <a:pos x="connsiteX2" y="connsiteY2"/>
                </a:cxn>
                <a:cxn ang="0">
                  <a:pos x="connsiteX3" y="connsiteY3"/>
                </a:cxn>
              </a:cxnLst>
              <a:rect l="l" t="t" r="r" b="b"/>
              <a:pathLst>
                <a:path w="17463" h="27993">
                  <a:moveTo>
                    <a:pt x="0" y="27993"/>
                  </a:moveTo>
                  <a:lnTo>
                    <a:pt x="17464" y="10530"/>
                  </a:lnTo>
                  <a:lnTo>
                    <a:pt x="6934" y="0"/>
                  </a:lnTo>
                  <a:cubicBezTo>
                    <a:pt x="5740" y="9580"/>
                    <a:pt x="3406" y="18970"/>
                    <a:pt x="0" y="27993"/>
                  </a:cubicBezTo>
                  <a:close/>
                </a:path>
              </a:pathLst>
            </a:custGeom>
            <a:grpFill/>
            <a:ln w="3464" cap="flat">
              <a:noFill/>
              <a:prstDash val="solid"/>
              <a:miter/>
            </a:ln>
          </p:spPr>
          <p:txBody>
            <a:bodyPr rtlCol="0" anchor="ctr"/>
            <a:lstStyle/>
            <a:p>
              <a:endParaRPr lang="pt-BR" sz="1300">
                <a:latin typeface="+mj-lt"/>
              </a:endParaRPr>
            </a:p>
          </p:txBody>
        </p:sp>
        <p:sp>
          <p:nvSpPr>
            <p:cNvPr id="40" name="Forma libre: forma 39">
              <a:extLst>
                <a:ext uri="{FF2B5EF4-FFF2-40B4-BE49-F238E27FC236}">
                  <a16:creationId xmlns:a16="http://schemas.microsoft.com/office/drawing/2014/main" id="{7388B561-DF25-8F70-92A6-8609B4E459F7}"/>
                </a:ext>
              </a:extLst>
            </p:cNvPr>
            <p:cNvSpPr/>
            <p:nvPr/>
          </p:nvSpPr>
          <p:spPr>
            <a:xfrm>
              <a:off x="585070" y="2722265"/>
              <a:ext cx="51576" cy="58578"/>
            </a:xfrm>
            <a:custGeom>
              <a:avLst/>
              <a:gdLst>
                <a:gd name="connsiteX0" fmla="*/ 0 w 51576"/>
                <a:gd name="connsiteY0" fmla="*/ 29079 h 58578"/>
                <a:gd name="connsiteX1" fmla="*/ 543 w 51576"/>
                <a:gd name="connsiteY1" fmla="*/ 41332 h 58578"/>
                <a:gd name="connsiteX2" fmla="*/ 17789 w 51576"/>
                <a:gd name="connsiteY2" fmla="*/ 58579 h 58578"/>
                <a:gd name="connsiteX3" fmla="*/ 51577 w 51576"/>
                <a:gd name="connsiteY3" fmla="*/ 24737 h 58578"/>
                <a:gd name="connsiteX4" fmla="*/ 26840 w 51576"/>
                <a:gd name="connsiteY4" fmla="*/ 0 h 58578"/>
                <a:gd name="connsiteX5" fmla="*/ 0 w 51576"/>
                <a:gd name="connsiteY5" fmla="*/ 29079 h 58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576" h="58578">
                  <a:moveTo>
                    <a:pt x="0" y="29079"/>
                  </a:moveTo>
                  <a:cubicBezTo>
                    <a:pt x="407" y="33150"/>
                    <a:pt x="584" y="37235"/>
                    <a:pt x="543" y="41332"/>
                  </a:cubicBezTo>
                  <a:lnTo>
                    <a:pt x="17789" y="58579"/>
                  </a:lnTo>
                  <a:lnTo>
                    <a:pt x="51577" y="24737"/>
                  </a:lnTo>
                  <a:lnTo>
                    <a:pt x="26840" y="0"/>
                  </a:lnTo>
                  <a:cubicBezTo>
                    <a:pt x="17247" y="9770"/>
                    <a:pt x="8250" y="19526"/>
                    <a:pt x="0" y="29079"/>
                  </a:cubicBezTo>
                  <a:close/>
                </a:path>
              </a:pathLst>
            </a:custGeom>
            <a:grpFill/>
            <a:ln w="3464" cap="flat">
              <a:noFill/>
              <a:prstDash val="solid"/>
              <a:miter/>
            </a:ln>
          </p:spPr>
          <p:txBody>
            <a:bodyPr rtlCol="0" anchor="ctr"/>
            <a:lstStyle/>
            <a:p>
              <a:endParaRPr lang="pt-BR" sz="1300">
                <a:latin typeface="+mj-lt"/>
              </a:endParaRPr>
            </a:p>
          </p:txBody>
        </p:sp>
        <p:sp>
          <p:nvSpPr>
            <p:cNvPr id="41" name="Forma libre: forma 40">
              <a:extLst>
                <a:ext uri="{FF2B5EF4-FFF2-40B4-BE49-F238E27FC236}">
                  <a16:creationId xmlns:a16="http://schemas.microsoft.com/office/drawing/2014/main" id="{A7CDA154-9920-DC13-45F7-4334B39A855E}"/>
                </a:ext>
              </a:extLst>
            </p:cNvPr>
            <p:cNvSpPr/>
            <p:nvPr/>
          </p:nvSpPr>
          <p:spPr>
            <a:xfrm>
              <a:off x="570970" y="2692438"/>
              <a:ext cx="33298" cy="44846"/>
            </a:xfrm>
            <a:custGeom>
              <a:avLst/>
              <a:gdLst>
                <a:gd name="connsiteX0" fmla="*/ 33299 w 33298"/>
                <a:gd name="connsiteY0" fmla="*/ 22186 h 44846"/>
                <a:gd name="connsiteX1" fmla="*/ 11113 w 33298"/>
                <a:gd name="connsiteY1" fmla="*/ 0 h 44846"/>
                <a:gd name="connsiteX2" fmla="*/ 0 w 33298"/>
                <a:gd name="connsiteY2" fmla="*/ 12090 h 44846"/>
                <a:gd name="connsiteX3" fmla="*/ 11995 w 33298"/>
                <a:gd name="connsiteY3" fmla="*/ 44847 h 44846"/>
                <a:gd name="connsiteX4" fmla="*/ 33299 w 33298"/>
                <a:gd name="connsiteY4" fmla="*/ 22186 h 448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298" h="44846">
                  <a:moveTo>
                    <a:pt x="33299" y="22186"/>
                  </a:moveTo>
                  <a:lnTo>
                    <a:pt x="11113" y="0"/>
                  </a:lnTo>
                  <a:cubicBezTo>
                    <a:pt x="7151" y="4125"/>
                    <a:pt x="3406" y="8142"/>
                    <a:pt x="0" y="12090"/>
                  </a:cubicBezTo>
                  <a:cubicBezTo>
                    <a:pt x="5591" y="22362"/>
                    <a:pt x="9634" y="33394"/>
                    <a:pt x="11995" y="44847"/>
                  </a:cubicBezTo>
                  <a:cubicBezTo>
                    <a:pt x="18658" y="37424"/>
                    <a:pt x="25768" y="29771"/>
                    <a:pt x="33299" y="22186"/>
                  </a:cubicBezTo>
                  <a:close/>
                </a:path>
              </a:pathLst>
            </a:custGeom>
            <a:grpFill/>
            <a:ln w="3464" cap="flat">
              <a:noFill/>
              <a:prstDash val="solid"/>
              <a:miter/>
            </a:ln>
          </p:spPr>
          <p:txBody>
            <a:bodyPr rtlCol="0" anchor="ctr"/>
            <a:lstStyle/>
            <a:p>
              <a:endParaRPr lang="pt-BR" sz="1300">
                <a:latin typeface="+mj-lt"/>
              </a:endParaRPr>
            </a:p>
          </p:txBody>
        </p:sp>
        <p:sp>
          <p:nvSpPr>
            <p:cNvPr id="42" name="Forma libre: forma 41">
              <a:extLst>
                <a:ext uri="{FF2B5EF4-FFF2-40B4-BE49-F238E27FC236}">
                  <a16:creationId xmlns:a16="http://schemas.microsoft.com/office/drawing/2014/main" id="{014F8A66-41CE-6BD2-DB38-AE84859414C7}"/>
                </a:ext>
              </a:extLst>
            </p:cNvPr>
            <p:cNvSpPr/>
            <p:nvPr/>
          </p:nvSpPr>
          <p:spPr>
            <a:xfrm>
              <a:off x="610500" y="2754639"/>
              <a:ext cx="58524" cy="51590"/>
            </a:xfrm>
            <a:custGeom>
              <a:avLst/>
              <a:gdLst>
                <a:gd name="connsiteX0" fmla="*/ 29459 w 58524"/>
                <a:gd name="connsiteY0" fmla="*/ 51591 h 51590"/>
                <a:gd name="connsiteX1" fmla="*/ 58525 w 58524"/>
                <a:gd name="connsiteY1" fmla="*/ 24737 h 51590"/>
                <a:gd name="connsiteX2" fmla="*/ 33788 w 58524"/>
                <a:gd name="connsiteY2" fmla="*/ 0 h 51590"/>
                <a:gd name="connsiteX3" fmla="*/ 0 w 58524"/>
                <a:gd name="connsiteY3" fmla="*/ 33842 h 51590"/>
                <a:gd name="connsiteX4" fmla="*/ 17192 w 58524"/>
                <a:gd name="connsiteY4" fmla="*/ 51034 h 51590"/>
                <a:gd name="connsiteX5" fmla="*/ 29459 w 58524"/>
                <a:gd name="connsiteY5" fmla="*/ 51591 h 51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8524" h="51590">
                  <a:moveTo>
                    <a:pt x="29459" y="51591"/>
                  </a:moveTo>
                  <a:cubicBezTo>
                    <a:pt x="38998" y="43340"/>
                    <a:pt x="48768" y="34344"/>
                    <a:pt x="58525" y="24737"/>
                  </a:cubicBezTo>
                  <a:lnTo>
                    <a:pt x="33788" y="0"/>
                  </a:lnTo>
                  <a:lnTo>
                    <a:pt x="0" y="33842"/>
                  </a:lnTo>
                  <a:lnTo>
                    <a:pt x="17192" y="51034"/>
                  </a:lnTo>
                  <a:cubicBezTo>
                    <a:pt x="21344" y="51034"/>
                    <a:pt x="25483" y="51224"/>
                    <a:pt x="29459" y="51591"/>
                  </a:cubicBezTo>
                  <a:close/>
                </a:path>
              </a:pathLst>
            </a:custGeom>
            <a:grpFill/>
            <a:ln w="3464" cap="flat">
              <a:noFill/>
              <a:prstDash val="solid"/>
              <a:miter/>
            </a:ln>
          </p:spPr>
          <p:txBody>
            <a:bodyPr rtlCol="0" anchor="ctr"/>
            <a:lstStyle/>
            <a:p>
              <a:endParaRPr lang="pt-BR" sz="1300">
                <a:latin typeface="+mj-lt"/>
              </a:endParaRPr>
            </a:p>
          </p:txBody>
        </p:sp>
        <p:sp>
          <p:nvSpPr>
            <p:cNvPr id="51" name="Forma libre: forma 50">
              <a:extLst>
                <a:ext uri="{FF2B5EF4-FFF2-40B4-BE49-F238E27FC236}">
                  <a16:creationId xmlns:a16="http://schemas.microsoft.com/office/drawing/2014/main" id="{C485D6D2-1115-019B-4899-8E79E73E6027}"/>
                </a:ext>
              </a:extLst>
            </p:cNvPr>
            <p:cNvSpPr/>
            <p:nvPr/>
          </p:nvSpPr>
          <p:spPr>
            <a:xfrm>
              <a:off x="585340" y="2796135"/>
              <a:ext cx="27993" cy="17463"/>
            </a:xfrm>
            <a:custGeom>
              <a:avLst/>
              <a:gdLst>
                <a:gd name="connsiteX0" fmla="*/ 17464 w 27993"/>
                <a:gd name="connsiteY0" fmla="*/ 0 h 17463"/>
                <a:gd name="connsiteX1" fmla="*/ 0 w 27993"/>
                <a:gd name="connsiteY1" fmla="*/ 17464 h 17463"/>
                <a:gd name="connsiteX2" fmla="*/ 27994 w 27993"/>
                <a:gd name="connsiteY2" fmla="*/ 10530 h 17463"/>
              </a:gdLst>
              <a:ahLst/>
              <a:cxnLst>
                <a:cxn ang="0">
                  <a:pos x="connsiteX0" y="connsiteY0"/>
                </a:cxn>
                <a:cxn ang="0">
                  <a:pos x="connsiteX1" y="connsiteY1"/>
                </a:cxn>
                <a:cxn ang="0">
                  <a:pos x="connsiteX2" y="connsiteY2"/>
                </a:cxn>
              </a:cxnLst>
              <a:rect l="l" t="t" r="r" b="b"/>
              <a:pathLst>
                <a:path w="27993" h="17463">
                  <a:moveTo>
                    <a:pt x="17464" y="0"/>
                  </a:moveTo>
                  <a:lnTo>
                    <a:pt x="0" y="17464"/>
                  </a:lnTo>
                  <a:cubicBezTo>
                    <a:pt x="9024" y="14058"/>
                    <a:pt x="18427" y="11724"/>
                    <a:pt x="27994" y="10530"/>
                  </a:cubicBezTo>
                  <a:close/>
                </a:path>
              </a:pathLst>
            </a:custGeom>
            <a:grpFill/>
            <a:ln w="3464" cap="flat">
              <a:noFill/>
              <a:prstDash val="solid"/>
              <a:miter/>
            </a:ln>
          </p:spPr>
          <p:txBody>
            <a:bodyPr rtlCol="0" anchor="ctr"/>
            <a:lstStyle/>
            <a:p>
              <a:endParaRPr lang="pt-BR" sz="1300">
                <a:latin typeface="+mj-lt"/>
              </a:endParaRPr>
            </a:p>
          </p:txBody>
        </p:sp>
        <p:sp>
          <p:nvSpPr>
            <p:cNvPr id="52" name="Forma libre: forma 51">
              <a:extLst>
                <a:ext uri="{FF2B5EF4-FFF2-40B4-BE49-F238E27FC236}">
                  <a16:creationId xmlns:a16="http://schemas.microsoft.com/office/drawing/2014/main" id="{A232A6C7-0A62-1B7B-EF0F-E855F437A006}"/>
                </a:ext>
              </a:extLst>
            </p:cNvPr>
            <p:cNvSpPr/>
            <p:nvPr/>
          </p:nvSpPr>
          <p:spPr>
            <a:xfrm>
              <a:off x="654057" y="2787031"/>
              <a:ext cx="44806" cy="33298"/>
            </a:xfrm>
            <a:custGeom>
              <a:avLst/>
              <a:gdLst>
                <a:gd name="connsiteX0" fmla="*/ 44806 w 44806"/>
                <a:gd name="connsiteY0" fmla="*/ 22186 h 33298"/>
                <a:gd name="connsiteX1" fmla="*/ 22620 w 44806"/>
                <a:gd name="connsiteY1" fmla="*/ 0 h 33298"/>
                <a:gd name="connsiteX2" fmla="*/ 0 w 44806"/>
                <a:gd name="connsiteY2" fmla="*/ 21317 h 33298"/>
                <a:gd name="connsiteX3" fmla="*/ 14 w 44806"/>
                <a:gd name="connsiteY3" fmla="*/ 21317 h 33298"/>
                <a:gd name="connsiteX4" fmla="*/ 32716 w 44806"/>
                <a:gd name="connsiteY4" fmla="*/ 33299 h 33298"/>
                <a:gd name="connsiteX5" fmla="*/ 44806 w 44806"/>
                <a:gd name="connsiteY5" fmla="*/ 22186 h 33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806" h="33298">
                  <a:moveTo>
                    <a:pt x="44806" y="22186"/>
                  </a:moveTo>
                  <a:lnTo>
                    <a:pt x="22620" y="0"/>
                  </a:lnTo>
                  <a:cubicBezTo>
                    <a:pt x="15021" y="7490"/>
                    <a:pt x="7490" y="14587"/>
                    <a:pt x="0" y="21317"/>
                  </a:cubicBezTo>
                  <a:lnTo>
                    <a:pt x="14" y="21317"/>
                  </a:lnTo>
                  <a:cubicBezTo>
                    <a:pt x="11439" y="23692"/>
                    <a:pt x="22457" y="27722"/>
                    <a:pt x="32716" y="33299"/>
                  </a:cubicBezTo>
                  <a:cubicBezTo>
                    <a:pt x="36678" y="29879"/>
                    <a:pt x="40695" y="26134"/>
                    <a:pt x="44806" y="22186"/>
                  </a:cubicBezTo>
                  <a:close/>
                </a:path>
              </a:pathLst>
            </a:custGeom>
            <a:grpFill/>
            <a:ln w="3464" cap="flat">
              <a:noFill/>
              <a:prstDash val="solid"/>
              <a:miter/>
            </a:ln>
          </p:spPr>
          <p:txBody>
            <a:bodyPr rtlCol="0" anchor="ctr"/>
            <a:lstStyle/>
            <a:p>
              <a:endParaRPr lang="pt-BR" sz="1300">
                <a:latin typeface="+mj-lt"/>
              </a:endParaRPr>
            </a:p>
          </p:txBody>
        </p:sp>
        <p:sp>
          <p:nvSpPr>
            <p:cNvPr id="53" name="Forma libre: forma 52">
              <a:extLst>
                <a:ext uri="{FF2B5EF4-FFF2-40B4-BE49-F238E27FC236}">
                  <a16:creationId xmlns:a16="http://schemas.microsoft.com/office/drawing/2014/main" id="{AE937C2E-3E67-4613-C437-36593976F432}"/>
                </a:ext>
              </a:extLst>
            </p:cNvPr>
            <p:cNvSpPr/>
            <p:nvPr/>
          </p:nvSpPr>
          <p:spPr>
            <a:xfrm>
              <a:off x="482156" y="2668356"/>
              <a:ext cx="240846" cy="240347"/>
            </a:xfrm>
            <a:custGeom>
              <a:avLst/>
              <a:gdLst>
                <a:gd name="connsiteX0" fmla="*/ 67444 w 240846"/>
                <a:gd name="connsiteY0" fmla="*/ 180986 h 240347"/>
                <a:gd name="connsiteX1" fmla="*/ 59872 w 240846"/>
                <a:gd name="connsiteY1" fmla="*/ 180918 h 240347"/>
                <a:gd name="connsiteX2" fmla="*/ 59804 w 240846"/>
                <a:gd name="connsiteY2" fmla="*/ 173347 h 240347"/>
                <a:gd name="connsiteX3" fmla="*/ 41038 w 240846"/>
                <a:gd name="connsiteY3" fmla="*/ 0 h 240347"/>
                <a:gd name="connsiteX4" fmla="*/ 277 w 240846"/>
                <a:gd name="connsiteY4" fmla="*/ 90533 h 240347"/>
                <a:gd name="connsiteX5" fmla="*/ 29424 w 240846"/>
                <a:gd name="connsiteY5" fmla="*/ 185435 h 240347"/>
                <a:gd name="connsiteX6" fmla="*/ 240846 w 240846"/>
                <a:gd name="connsiteY6" fmla="*/ 199697 h 240347"/>
                <a:gd name="connsiteX7" fmla="*/ 67444 w 240846"/>
                <a:gd name="connsiteY7" fmla="*/ 180985 h 240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0846" h="240347">
                  <a:moveTo>
                    <a:pt x="67444" y="180986"/>
                  </a:moveTo>
                  <a:cubicBezTo>
                    <a:pt x="65327" y="183035"/>
                    <a:pt x="61962" y="182994"/>
                    <a:pt x="59872" y="180918"/>
                  </a:cubicBezTo>
                  <a:cubicBezTo>
                    <a:pt x="57796" y="178829"/>
                    <a:pt x="57755" y="175464"/>
                    <a:pt x="59804" y="173347"/>
                  </a:cubicBezTo>
                  <a:cubicBezTo>
                    <a:pt x="110215" y="124499"/>
                    <a:pt x="100648" y="36825"/>
                    <a:pt x="41038" y="0"/>
                  </a:cubicBezTo>
                  <a:cubicBezTo>
                    <a:pt x="16898" y="24221"/>
                    <a:pt x="2406" y="56407"/>
                    <a:pt x="277" y="90533"/>
                  </a:cubicBezTo>
                  <a:cubicBezTo>
                    <a:pt x="-1867" y="124659"/>
                    <a:pt x="8500" y="158392"/>
                    <a:pt x="29424" y="185435"/>
                  </a:cubicBezTo>
                  <a:cubicBezTo>
                    <a:pt x="79223" y="251777"/>
                    <a:pt x="181358" y="259794"/>
                    <a:pt x="240846" y="199697"/>
                  </a:cubicBezTo>
                  <a:cubicBezTo>
                    <a:pt x="203788" y="140251"/>
                    <a:pt x="116417" y="130521"/>
                    <a:pt x="67444" y="180985"/>
                  </a:cubicBezTo>
                  <a:close/>
                </a:path>
              </a:pathLst>
            </a:custGeom>
            <a:grpFill/>
            <a:ln w="3464" cap="flat">
              <a:noFill/>
              <a:prstDash val="solid"/>
              <a:miter/>
            </a:ln>
          </p:spPr>
          <p:txBody>
            <a:bodyPr rtlCol="0" anchor="ctr"/>
            <a:lstStyle/>
            <a:p>
              <a:endParaRPr lang="pt-BR" sz="1300">
                <a:latin typeface="+mj-lt"/>
              </a:endParaRPr>
            </a:p>
          </p:txBody>
        </p:sp>
        <p:sp>
          <p:nvSpPr>
            <p:cNvPr id="54" name="Forma libre: forma 53">
              <a:extLst>
                <a:ext uri="{FF2B5EF4-FFF2-40B4-BE49-F238E27FC236}">
                  <a16:creationId xmlns:a16="http://schemas.microsoft.com/office/drawing/2014/main" id="{5B976AEC-BDDD-97DA-B605-8BCE59744D24}"/>
                </a:ext>
              </a:extLst>
            </p:cNvPr>
            <p:cNvSpPr/>
            <p:nvPr/>
          </p:nvSpPr>
          <p:spPr>
            <a:xfrm>
              <a:off x="474345" y="2865731"/>
              <a:ext cx="51237" cy="51142"/>
            </a:xfrm>
            <a:custGeom>
              <a:avLst/>
              <a:gdLst>
                <a:gd name="connsiteX0" fmla="*/ 33014 w 51237"/>
                <a:gd name="connsiteY0" fmla="*/ 0 h 51142"/>
                <a:gd name="connsiteX1" fmla="*/ 2700 w 51237"/>
                <a:gd name="connsiteY1" fmla="*/ 30260 h 51142"/>
                <a:gd name="connsiteX2" fmla="*/ 2687 w 51237"/>
                <a:gd name="connsiteY2" fmla="*/ 30260 h 51142"/>
                <a:gd name="connsiteX3" fmla="*/ 2687 w 51237"/>
                <a:gd name="connsiteY3" fmla="*/ 43327 h 51142"/>
                <a:gd name="connsiteX4" fmla="*/ 7897 w 51237"/>
                <a:gd name="connsiteY4" fmla="*/ 48538 h 51142"/>
                <a:gd name="connsiteX5" fmla="*/ 20964 w 51237"/>
                <a:gd name="connsiteY5" fmla="*/ 48538 h 51142"/>
                <a:gd name="connsiteX6" fmla="*/ 51224 w 51237"/>
                <a:gd name="connsiteY6" fmla="*/ 18224 h 51142"/>
                <a:gd name="connsiteX7" fmla="*/ 51237 w 51237"/>
                <a:gd name="connsiteY7" fmla="*/ 18224 h 51142"/>
                <a:gd name="connsiteX8" fmla="*/ 33014 w 51237"/>
                <a:gd name="connsiteY8" fmla="*/ 0 h 51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237" h="51142">
                  <a:moveTo>
                    <a:pt x="33014" y="0"/>
                  </a:moveTo>
                  <a:lnTo>
                    <a:pt x="2700" y="30260"/>
                  </a:lnTo>
                  <a:lnTo>
                    <a:pt x="2687" y="30260"/>
                  </a:lnTo>
                  <a:cubicBezTo>
                    <a:pt x="-896" y="33883"/>
                    <a:pt x="-896" y="39704"/>
                    <a:pt x="2687" y="43327"/>
                  </a:cubicBezTo>
                  <a:lnTo>
                    <a:pt x="7897" y="48538"/>
                  </a:lnTo>
                  <a:cubicBezTo>
                    <a:pt x="11561" y="52011"/>
                    <a:pt x="17301" y="52011"/>
                    <a:pt x="20964" y="48538"/>
                  </a:cubicBezTo>
                  <a:lnTo>
                    <a:pt x="51224" y="18224"/>
                  </a:lnTo>
                  <a:lnTo>
                    <a:pt x="51237" y="18224"/>
                  </a:lnTo>
                  <a:cubicBezTo>
                    <a:pt x="44588" y="12742"/>
                    <a:pt x="38496" y="6636"/>
                    <a:pt x="33014" y="0"/>
                  </a:cubicBezTo>
                  <a:close/>
                </a:path>
              </a:pathLst>
            </a:custGeom>
            <a:grpFill/>
            <a:ln w="3464" cap="flat">
              <a:noFill/>
              <a:prstDash val="solid"/>
              <a:miter/>
            </a:ln>
          </p:spPr>
          <p:txBody>
            <a:bodyPr rtlCol="0" anchor="ctr"/>
            <a:lstStyle/>
            <a:p>
              <a:endParaRPr lang="pt-BR" sz="1300">
                <a:latin typeface="+mj-lt"/>
              </a:endParaRPr>
            </a:p>
          </p:txBody>
        </p:sp>
      </p:grpSp>
      <p:grpSp>
        <p:nvGrpSpPr>
          <p:cNvPr id="68" name="Grupo 67">
            <a:extLst>
              <a:ext uri="{FF2B5EF4-FFF2-40B4-BE49-F238E27FC236}">
                <a16:creationId xmlns:a16="http://schemas.microsoft.com/office/drawing/2014/main" id="{CAC8BB1F-19E5-CE35-DF6D-EF79C2538376}"/>
              </a:ext>
            </a:extLst>
          </p:cNvPr>
          <p:cNvGrpSpPr/>
          <p:nvPr/>
        </p:nvGrpSpPr>
        <p:grpSpPr>
          <a:xfrm>
            <a:off x="407994" y="2734977"/>
            <a:ext cx="201662" cy="205216"/>
            <a:chOff x="765630" y="2333101"/>
            <a:chExt cx="307134" cy="297782"/>
          </a:xfrm>
          <a:solidFill>
            <a:schemeClr val="accent5"/>
          </a:solidFill>
        </p:grpSpPr>
        <p:sp>
          <p:nvSpPr>
            <p:cNvPr id="58" name="Forma libre: forma 57">
              <a:extLst>
                <a:ext uri="{FF2B5EF4-FFF2-40B4-BE49-F238E27FC236}">
                  <a16:creationId xmlns:a16="http://schemas.microsoft.com/office/drawing/2014/main" id="{D46C0DC6-5A76-7307-A190-55E544759F2E}"/>
                </a:ext>
              </a:extLst>
            </p:cNvPr>
            <p:cNvSpPr/>
            <p:nvPr/>
          </p:nvSpPr>
          <p:spPr>
            <a:xfrm>
              <a:off x="765630" y="2333101"/>
              <a:ext cx="307134" cy="297782"/>
            </a:xfrm>
            <a:custGeom>
              <a:avLst/>
              <a:gdLst>
                <a:gd name="connsiteX0" fmla="*/ 306566 w 307134"/>
                <a:gd name="connsiteY0" fmla="*/ 10085 h 297782"/>
                <a:gd name="connsiteX1" fmla="*/ 293915 w 307134"/>
                <a:gd name="connsiteY1" fmla="*/ 15 h 297782"/>
                <a:gd name="connsiteX2" fmla="*/ 261051 w 307134"/>
                <a:gd name="connsiteY2" fmla="*/ 4132 h 297782"/>
                <a:gd name="connsiteX3" fmla="*/ 221801 w 307134"/>
                <a:gd name="connsiteY3" fmla="*/ 39995 h 297782"/>
                <a:gd name="connsiteX4" fmla="*/ 210583 w 307134"/>
                <a:gd name="connsiteY4" fmla="*/ 58159 h 297782"/>
                <a:gd name="connsiteX5" fmla="*/ 196686 w 307134"/>
                <a:gd name="connsiteY5" fmla="*/ 80481 h 297782"/>
                <a:gd name="connsiteX6" fmla="*/ 192248 w 307134"/>
                <a:gd name="connsiteY6" fmla="*/ 81574 h 297782"/>
                <a:gd name="connsiteX7" fmla="*/ 168012 w 307134"/>
                <a:gd name="connsiteY7" fmla="*/ 100586 h 297782"/>
                <a:gd name="connsiteX8" fmla="*/ 163752 w 307134"/>
                <a:gd name="connsiteY8" fmla="*/ 141662 h 297782"/>
                <a:gd name="connsiteX9" fmla="*/ 124146 w 307134"/>
                <a:gd name="connsiteY9" fmla="*/ 155440 h 297782"/>
                <a:gd name="connsiteX10" fmla="*/ 111481 w 307134"/>
                <a:gd name="connsiteY10" fmla="*/ 183517 h 297782"/>
                <a:gd name="connsiteX11" fmla="*/ 112718 w 307134"/>
                <a:gd name="connsiteY11" fmla="*/ 195686 h 297782"/>
                <a:gd name="connsiteX12" fmla="*/ 73370 w 307134"/>
                <a:gd name="connsiteY12" fmla="*/ 201545 h 297782"/>
                <a:gd name="connsiteX13" fmla="*/ 54948 w 307134"/>
                <a:gd name="connsiteY13" fmla="*/ 226220 h 297782"/>
                <a:gd name="connsiteX14" fmla="*/ 53959 w 307134"/>
                <a:gd name="connsiteY14" fmla="*/ 230669 h 297782"/>
                <a:gd name="connsiteX15" fmla="*/ 3414 w 307134"/>
                <a:gd name="connsiteY15" fmla="*/ 266375 h 297782"/>
                <a:gd name="connsiteX16" fmla="*/ 58 w 307134"/>
                <a:gd name="connsiteY16" fmla="*/ 272063 h 297782"/>
                <a:gd name="connsiteX17" fmla="*/ 4936 w 307134"/>
                <a:gd name="connsiteY17" fmla="*/ 276511 h 297782"/>
                <a:gd name="connsiteX18" fmla="*/ 40293 w 307134"/>
                <a:gd name="connsiteY18" fmla="*/ 283708 h 297782"/>
                <a:gd name="connsiteX19" fmla="*/ 95919 w 307134"/>
                <a:gd name="connsiteY19" fmla="*/ 297783 h 297782"/>
                <a:gd name="connsiteX20" fmla="*/ 212206 w 307134"/>
                <a:gd name="connsiteY20" fmla="*/ 225693 h 297782"/>
                <a:gd name="connsiteX21" fmla="*/ 266485 w 307134"/>
                <a:gd name="connsiteY21" fmla="*/ 46852 h 297782"/>
                <a:gd name="connsiteX22" fmla="*/ 275940 w 307134"/>
                <a:gd name="connsiteY22" fmla="*/ 31011 h 297782"/>
                <a:gd name="connsiteX23" fmla="*/ 289264 w 307134"/>
                <a:gd name="connsiteY23" fmla="*/ 27526 h 297782"/>
                <a:gd name="connsiteX24" fmla="*/ 299593 w 307134"/>
                <a:gd name="connsiteY24" fmla="*/ 25612 h 297782"/>
                <a:gd name="connsiteX25" fmla="*/ 306566 w 307134"/>
                <a:gd name="connsiteY25" fmla="*/ 10085 h 297782"/>
                <a:gd name="connsiteX26" fmla="*/ 218079 w 307134"/>
                <a:gd name="connsiteY26" fmla="*/ 66252 h 297782"/>
                <a:gd name="connsiteX27" fmla="*/ 213987 w 307134"/>
                <a:gd name="connsiteY27" fmla="*/ 81640 h 297782"/>
                <a:gd name="connsiteX28" fmla="*/ 209532 w 307134"/>
                <a:gd name="connsiteY28" fmla="*/ 80456 h 297782"/>
                <a:gd name="connsiteX29" fmla="*/ 218079 w 307134"/>
                <a:gd name="connsiteY29" fmla="*/ 66252 h 297782"/>
                <a:gd name="connsiteX30" fmla="*/ 176801 w 307134"/>
                <a:gd name="connsiteY30" fmla="*/ 106277 h 297782"/>
                <a:gd name="connsiteX31" fmla="*/ 195397 w 307134"/>
                <a:gd name="connsiteY31" fmla="*/ 91564 h 297782"/>
                <a:gd name="connsiteX32" fmla="*/ 200331 w 307134"/>
                <a:gd name="connsiteY32" fmla="*/ 90492 h 297782"/>
                <a:gd name="connsiteX33" fmla="*/ 201434 w 307134"/>
                <a:gd name="connsiteY33" fmla="*/ 91403 h 297782"/>
                <a:gd name="connsiteX34" fmla="*/ 202265 w 307134"/>
                <a:gd name="connsiteY34" fmla="*/ 90352 h 297782"/>
                <a:gd name="connsiteX35" fmla="*/ 210831 w 307134"/>
                <a:gd name="connsiteY35" fmla="*/ 91675 h 297782"/>
                <a:gd name="connsiteX36" fmla="*/ 184849 w 307134"/>
                <a:gd name="connsiteY36" fmla="*/ 147993 h 297782"/>
                <a:gd name="connsiteX37" fmla="*/ 180708 w 307134"/>
                <a:gd name="connsiteY37" fmla="*/ 146023 h 297782"/>
                <a:gd name="connsiteX38" fmla="*/ 176801 w 307134"/>
                <a:gd name="connsiteY38" fmla="*/ 106277 h 297782"/>
                <a:gd name="connsiteX39" fmla="*/ 121929 w 307134"/>
                <a:gd name="connsiteY39" fmla="*/ 184198 h 297782"/>
                <a:gd name="connsiteX40" fmla="*/ 131768 w 307134"/>
                <a:gd name="connsiteY40" fmla="*/ 162619 h 297782"/>
                <a:gd name="connsiteX41" fmla="*/ 171291 w 307134"/>
                <a:gd name="connsiteY41" fmla="*/ 156921 h 297782"/>
                <a:gd name="connsiteX42" fmla="*/ 175296 w 307134"/>
                <a:gd name="connsiteY42" fmla="*/ 162267 h 297782"/>
                <a:gd name="connsiteX43" fmla="*/ 157774 w 307134"/>
                <a:gd name="connsiteY43" fmla="*/ 183573 h 297782"/>
                <a:gd name="connsiteX44" fmla="*/ 133493 w 307134"/>
                <a:gd name="connsiteY44" fmla="*/ 205826 h 297782"/>
                <a:gd name="connsiteX45" fmla="*/ 128472 w 307134"/>
                <a:gd name="connsiteY45" fmla="*/ 202407 h 297782"/>
                <a:gd name="connsiteX46" fmla="*/ 121929 w 307134"/>
                <a:gd name="connsiteY46" fmla="*/ 184198 h 297782"/>
                <a:gd name="connsiteX47" fmla="*/ 65004 w 307134"/>
                <a:gd name="connsiteY47" fmla="*/ 229146 h 297782"/>
                <a:gd name="connsiteX48" fmla="*/ 79271 w 307134"/>
                <a:gd name="connsiteY48" fmla="*/ 210201 h 297782"/>
                <a:gd name="connsiteX49" fmla="*/ 119086 w 307134"/>
                <a:gd name="connsiteY49" fmla="*/ 213165 h 297782"/>
                <a:gd name="connsiteX50" fmla="*/ 120459 w 307134"/>
                <a:gd name="connsiteY50" fmla="*/ 215550 h 297782"/>
                <a:gd name="connsiteX51" fmla="*/ 65877 w 307134"/>
                <a:gd name="connsiteY51" fmla="*/ 245477 h 297782"/>
                <a:gd name="connsiteX52" fmla="*/ 65004 w 307134"/>
                <a:gd name="connsiteY52" fmla="*/ 229146 h 297782"/>
                <a:gd name="connsiteX53" fmla="*/ 56163 w 307134"/>
                <a:gd name="connsiteY53" fmla="*/ 249409 h 297782"/>
                <a:gd name="connsiteX54" fmla="*/ 41676 w 307134"/>
                <a:gd name="connsiteY54" fmla="*/ 254618 h 297782"/>
                <a:gd name="connsiteX55" fmla="*/ 54368 w 307134"/>
                <a:gd name="connsiteY55" fmla="*/ 244262 h 297782"/>
                <a:gd name="connsiteX56" fmla="*/ 56163 w 307134"/>
                <a:gd name="connsiteY56" fmla="*/ 249409 h 297782"/>
                <a:gd name="connsiteX57" fmla="*/ 296510 w 307134"/>
                <a:gd name="connsiteY57" fmla="*/ 15605 h 297782"/>
                <a:gd name="connsiteX58" fmla="*/ 287903 w 307134"/>
                <a:gd name="connsiteY58" fmla="*/ 17142 h 297782"/>
                <a:gd name="connsiteX59" fmla="*/ 269704 w 307134"/>
                <a:gd name="connsiteY59" fmla="*/ 22596 h 297782"/>
                <a:gd name="connsiteX60" fmla="*/ 255877 w 307134"/>
                <a:gd name="connsiteY60" fmla="*/ 44859 h 297782"/>
                <a:gd name="connsiteX61" fmla="*/ 256020 w 307134"/>
                <a:gd name="connsiteY61" fmla="*/ 49415 h 297782"/>
                <a:gd name="connsiteX62" fmla="*/ 204580 w 307134"/>
                <a:gd name="connsiteY62" fmla="*/ 218521 h 297782"/>
                <a:gd name="connsiteX63" fmla="*/ 44748 w 307134"/>
                <a:gd name="connsiteY63" fmla="*/ 274231 h 297782"/>
                <a:gd name="connsiteX64" fmla="*/ 29458 w 307134"/>
                <a:gd name="connsiteY64" fmla="*/ 269350 h 297782"/>
                <a:gd name="connsiteX65" fmla="*/ 165411 w 307134"/>
                <a:gd name="connsiteY65" fmla="*/ 190755 h 297782"/>
                <a:gd name="connsiteX66" fmla="*/ 233188 w 307134"/>
                <a:gd name="connsiteY66" fmla="*/ 42449 h 297782"/>
                <a:gd name="connsiteX67" fmla="*/ 264899 w 307134"/>
                <a:gd name="connsiteY67" fmla="*/ 13873 h 297782"/>
                <a:gd name="connsiteX68" fmla="*/ 294289 w 307134"/>
                <a:gd name="connsiteY68" fmla="*/ 10483 h 297782"/>
                <a:gd name="connsiteX69" fmla="*/ 296391 w 307134"/>
                <a:gd name="connsiteY69" fmla="*/ 12568 h 297782"/>
                <a:gd name="connsiteX70" fmla="*/ 296510 w 307134"/>
                <a:gd name="connsiteY70" fmla="*/ 15605 h 297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307134" h="297782">
                  <a:moveTo>
                    <a:pt x="306566" y="10085"/>
                  </a:moveTo>
                  <a:cubicBezTo>
                    <a:pt x="304495" y="1593"/>
                    <a:pt x="297292" y="-188"/>
                    <a:pt x="293915" y="15"/>
                  </a:cubicBezTo>
                  <a:cubicBezTo>
                    <a:pt x="291380" y="106"/>
                    <a:pt x="268925" y="1014"/>
                    <a:pt x="261051" y="4132"/>
                  </a:cubicBezTo>
                  <a:cubicBezTo>
                    <a:pt x="244735" y="10563"/>
                    <a:pt x="225489" y="35138"/>
                    <a:pt x="221801" y="39995"/>
                  </a:cubicBezTo>
                  <a:cubicBezTo>
                    <a:pt x="217510" y="45644"/>
                    <a:pt x="214148" y="51723"/>
                    <a:pt x="210583" y="58159"/>
                  </a:cubicBezTo>
                  <a:cubicBezTo>
                    <a:pt x="206620" y="65320"/>
                    <a:pt x="202520" y="72694"/>
                    <a:pt x="196686" y="80481"/>
                  </a:cubicBezTo>
                  <a:cubicBezTo>
                    <a:pt x="195209" y="80760"/>
                    <a:pt x="193725" y="81106"/>
                    <a:pt x="192248" y="81574"/>
                  </a:cubicBezTo>
                  <a:cubicBezTo>
                    <a:pt x="182572" y="84633"/>
                    <a:pt x="173965" y="91385"/>
                    <a:pt x="168012" y="100586"/>
                  </a:cubicBezTo>
                  <a:cubicBezTo>
                    <a:pt x="159363" y="113949"/>
                    <a:pt x="158218" y="129710"/>
                    <a:pt x="163752" y="141662"/>
                  </a:cubicBezTo>
                  <a:cubicBezTo>
                    <a:pt x="150655" y="138810"/>
                    <a:pt x="135263" y="143628"/>
                    <a:pt x="124146" y="155440"/>
                  </a:cubicBezTo>
                  <a:cubicBezTo>
                    <a:pt x="116639" y="163415"/>
                    <a:pt x="112141" y="173388"/>
                    <a:pt x="111481" y="183517"/>
                  </a:cubicBezTo>
                  <a:cubicBezTo>
                    <a:pt x="111202" y="187801"/>
                    <a:pt x="111653" y="191883"/>
                    <a:pt x="112718" y="195686"/>
                  </a:cubicBezTo>
                  <a:cubicBezTo>
                    <a:pt x="100870" y="191237"/>
                    <a:pt x="85950" y="192969"/>
                    <a:pt x="73370" y="201545"/>
                  </a:cubicBezTo>
                  <a:cubicBezTo>
                    <a:pt x="64319" y="207718"/>
                    <a:pt x="57776" y="216479"/>
                    <a:pt x="54948" y="226220"/>
                  </a:cubicBezTo>
                  <a:cubicBezTo>
                    <a:pt x="54515" y="227711"/>
                    <a:pt x="54204" y="229195"/>
                    <a:pt x="53959" y="230669"/>
                  </a:cubicBezTo>
                  <a:cubicBezTo>
                    <a:pt x="22674" y="258878"/>
                    <a:pt x="3592" y="266309"/>
                    <a:pt x="3414" y="266375"/>
                  </a:cubicBezTo>
                  <a:cubicBezTo>
                    <a:pt x="1088" y="267237"/>
                    <a:pt x="-308" y="269612"/>
                    <a:pt x="58" y="272063"/>
                  </a:cubicBezTo>
                  <a:cubicBezTo>
                    <a:pt x="425" y="274514"/>
                    <a:pt x="2460" y="276372"/>
                    <a:pt x="4936" y="276511"/>
                  </a:cubicBezTo>
                  <a:cubicBezTo>
                    <a:pt x="27943" y="277828"/>
                    <a:pt x="40003" y="283568"/>
                    <a:pt x="40293" y="283708"/>
                  </a:cubicBezTo>
                  <a:cubicBezTo>
                    <a:pt x="60845" y="292884"/>
                    <a:pt x="78768" y="297783"/>
                    <a:pt x="95919" y="297783"/>
                  </a:cubicBezTo>
                  <a:cubicBezTo>
                    <a:pt x="132288" y="297779"/>
                    <a:pt x="165173" y="275736"/>
                    <a:pt x="212206" y="225693"/>
                  </a:cubicBezTo>
                  <a:cubicBezTo>
                    <a:pt x="282326" y="151250"/>
                    <a:pt x="296283" y="105754"/>
                    <a:pt x="266485" y="46852"/>
                  </a:cubicBezTo>
                  <a:cubicBezTo>
                    <a:pt x="269739" y="39939"/>
                    <a:pt x="273992" y="32453"/>
                    <a:pt x="275940" y="31011"/>
                  </a:cubicBezTo>
                  <a:cubicBezTo>
                    <a:pt x="278796" y="28898"/>
                    <a:pt x="284121" y="28196"/>
                    <a:pt x="289264" y="27526"/>
                  </a:cubicBezTo>
                  <a:cubicBezTo>
                    <a:pt x="292781" y="27065"/>
                    <a:pt x="296412" y="26590"/>
                    <a:pt x="299593" y="25612"/>
                  </a:cubicBezTo>
                  <a:cubicBezTo>
                    <a:pt x="305675" y="23744"/>
                    <a:pt x="308413" y="17648"/>
                    <a:pt x="306566" y="10085"/>
                  </a:cubicBezTo>
                  <a:close/>
                  <a:moveTo>
                    <a:pt x="218079" y="66252"/>
                  </a:moveTo>
                  <a:cubicBezTo>
                    <a:pt x="216962" y="70963"/>
                    <a:pt x="215614" y="76120"/>
                    <a:pt x="213987" y="81640"/>
                  </a:cubicBezTo>
                  <a:cubicBezTo>
                    <a:pt x="212541" y="81123"/>
                    <a:pt x="211047" y="80753"/>
                    <a:pt x="209532" y="80456"/>
                  </a:cubicBezTo>
                  <a:cubicBezTo>
                    <a:pt x="212835" y="75495"/>
                    <a:pt x="215576" y="70732"/>
                    <a:pt x="218079" y="66252"/>
                  </a:cubicBezTo>
                  <a:close/>
                  <a:moveTo>
                    <a:pt x="176801" y="106277"/>
                  </a:moveTo>
                  <a:cubicBezTo>
                    <a:pt x="181434" y="99116"/>
                    <a:pt x="188040" y="93889"/>
                    <a:pt x="195397" y="91564"/>
                  </a:cubicBezTo>
                  <a:cubicBezTo>
                    <a:pt x="197059" y="91040"/>
                    <a:pt x="198707" y="90691"/>
                    <a:pt x="200331" y="90492"/>
                  </a:cubicBezTo>
                  <a:lnTo>
                    <a:pt x="201434" y="91403"/>
                  </a:lnTo>
                  <a:cubicBezTo>
                    <a:pt x="201728" y="91050"/>
                    <a:pt x="201986" y="90705"/>
                    <a:pt x="202265" y="90352"/>
                  </a:cubicBezTo>
                  <a:cubicBezTo>
                    <a:pt x="205272" y="90230"/>
                    <a:pt x="208163" y="90670"/>
                    <a:pt x="210831" y="91675"/>
                  </a:cubicBezTo>
                  <a:cubicBezTo>
                    <a:pt x="205097" y="108907"/>
                    <a:pt x="196804" y="128565"/>
                    <a:pt x="184849" y="147993"/>
                  </a:cubicBezTo>
                  <a:cubicBezTo>
                    <a:pt x="183396" y="147476"/>
                    <a:pt x="181993" y="146851"/>
                    <a:pt x="180708" y="146023"/>
                  </a:cubicBezTo>
                  <a:cubicBezTo>
                    <a:pt x="169203" y="138569"/>
                    <a:pt x="167446" y="120740"/>
                    <a:pt x="176801" y="106277"/>
                  </a:cubicBezTo>
                  <a:close/>
                  <a:moveTo>
                    <a:pt x="121929" y="184198"/>
                  </a:moveTo>
                  <a:cubicBezTo>
                    <a:pt x="122431" y="176492"/>
                    <a:pt x="125927" y="168831"/>
                    <a:pt x="131768" y="162619"/>
                  </a:cubicBezTo>
                  <a:cubicBezTo>
                    <a:pt x="143567" y="150081"/>
                    <a:pt x="161297" y="147521"/>
                    <a:pt x="171291" y="156921"/>
                  </a:cubicBezTo>
                  <a:cubicBezTo>
                    <a:pt x="172907" y="158436"/>
                    <a:pt x="174238" y="160245"/>
                    <a:pt x="175296" y="162267"/>
                  </a:cubicBezTo>
                  <a:cubicBezTo>
                    <a:pt x="170034" y="169550"/>
                    <a:pt x="164234" y="176708"/>
                    <a:pt x="157774" y="183573"/>
                  </a:cubicBezTo>
                  <a:cubicBezTo>
                    <a:pt x="150058" y="191771"/>
                    <a:pt x="141873" y="199149"/>
                    <a:pt x="133493" y="205826"/>
                  </a:cubicBezTo>
                  <a:cubicBezTo>
                    <a:pt x="131660" y="204925"/>
                    <a:pt x="129953" y="203804"/>
                    <a:pt x="128472" y="202407"/>
                  </a:cubicBezTo>
                  <a:cubicBezTo>
                    <a:pt x="123783" y="197997"/>
                    <a:pt x="121457" y="191527"/>
                    <a:pt x="121929" y="184198"/>
                  </a:cubicBezTo>
                  <a:close/>
                  <a:moveTo>
                    <a:pt x="65004" y="229146"/>
                  </a:moveTo>
                  <a:cubicBezTo>
                    <a:pt x="67158" y="221734"/>
                    <a:pt x="72221" y="215005"/>
                    <a:pt x="79271" y="210201"/>
                  </a:cubicBezTo>
                  <a:cubicBezTo>
                    <a:pt x="93503" y="200511"/>
                    <a:pt x="111366" y="201835"/>
                    <a:pt x="119086" y="213165"/>
                  </a:cubicBezTo>
                  <a:cubicBezTo>
                    <a:pt x="119603" y="213926"/>
                    <a:pt x="120050" y="214726"/>
                    <a:pt x="120459" y="215550"/>
                  </a:cubicBezTo>
                  <a:cubicBezTo>
                    <a:pt x="101638" y="228679"/>
                    <a:pt x="82507" y="238434"/>
                    <a:pt x="65877" y="245477"/>
                  </a:cubicBezTo>
                  <a:cubicBezTo>
                    <a:pt x="63645" y="240666"/>
                    <a:pt x="63303" y="234992"/>
                    <a:pt x="65004" y="229146"/>
                  </a:cubicBezTo>
                  <a:close/>
                  <a:moveTo>
                    <a:pt x="56163" y="249409"/>
                  </a:moveTo>
                  <a:cubicBezTo>
                    <a:pt x="50946" y="251423"/>
                    <a:pt x="46089" y="253148"/>
                    <a:pt x="41676" y="254618"/>
                  </a:cubicBezTo>
                  <a:cubicBezTo>
                    <a:pt x="45614" y="251577"/>
                    <a:pt x="49843" y="248145"/>
                    <a:pt x="54368" y="244262"/>
                  </a:cubicBezTo>
                  <a:cubicBezTo>
                    <a:pt x="54801" y="246036"/>
                    <a:pt x="55426" y="247747"/>
                    <a:pt x="56163" y="249409"/>
                  </a:cubicBezTo>
                  <a:close/>
                  <a:moveTo>
                    <a:pt x="296510" y="15605"/>
                  </a:moveTo>
                  <a:cubicBezTo>
                    <a:pt x="294177" y="16321"/>
                    <a:pt x="291129" y="16719"/>
                    <a:pt x="287903" y="17142"/>
                  </a:cubicBezTo>
                  <a:cubicBezTo>
                    <a:pt x="281736" y="17948"/>
                    <a:pt x="274746" y="18863"/>
                    <a:pt x="269704" y="22596"/>
                  </a:cubicBezTo>
                  <a:cubicBezTo>
                    <a:pt x="264285" y="26611"/>
                    <a:pt x="257752" y="40651"/>
                    <a:pt x="255877" y="44859"/>
                  </a:cubicBezTo>
                  <a:cubicBezTo>
                    <a:pt x="255227" y="46318"/>
                    <a:pt x="255280" y="47994"/>
                    <a:pt x="256020" y="49415"/>
                  </a:cubicBezTo>
                  <a:cubicBezTo>
                    <a:pt x="285127" y="105185"/>
                    <a:pt x="272626" y="146275"/>
                    <a:pt x="204580" y="218521"/>
                  </a:cubicBezTo>
                  <a:cubicBezTo>
                    <a:pt x="138532" y="288781"/>
                    <a:pt x="104138" y="300737"/>
                    <a:pt x="44748" y="274231"/>
                  </a:cubicBezTo>
                  <a:cubicBezTo>
                    <a:pt x="44413" y="274060"/>
                    <a:pt x="39210" y="271581"/>
                    <a:pt x="29458" y="269350"/>
                  </a:cubicBezTo>
                  <a:cubicBezTo>
                    <a:pt x="54420" y="262660"/>
                    <a:pt x="117515" y="241647"/>
                    <a:pt x="165411" y="190755"/>
                  </a:cubicBezTo>
                  <a:cubicBezTo>
                    <a:pt x="219476" y="133275"/>
                    <a:pt x="231205" y="58860"/>
                    <a:pt x="233188" y="42449"/>
                  </a:cubicBezTo>
                  <a:cubicBezTo>
                    <a:pt x="243052" y="30187"/>
                    <a:pt x="255894" y="17428"/>
                    <a:pt x="264899" y="13873"/>
                  </a:cubicBezTo>
                  <a:cubicBezTo>
                    <a:pt x="269585" y="12023"/>
                    <a:pt x="285420" y="10811"/>
                    <a:pt x="294289" y="10483"/>
                  </a:cubicBezTo>
                  <a:cubicBezTo>
                    <a:pt x="295885" y="10497"/>
                    <a:pt x="296255" y="12002"/>
                    <a:pt x="296391" y="12568"/>
                  </a:cubicBezTo>
                  <a:cubicBezTo>
                    <a:pt x="296866" y="14512"/>
                    <a:pt x="296597" y="15515"/>
                    <a:pt x="296510" y="15605"/>
                  </a:cubicBezTo>
                  <a:close/>
                </a:path>
              </a:pathLst>
            </a:custGeom>
            <a:grpFill/>
            <a:ln w="3429" cap="flat">
              <a:noFill/>
              <a:prstDash val="solid"/>
              <a:miter/>
            </a:ln>
          </p:spPr>
          <p:txBody>
            <a:bodyPr rtlCol="0" anchor="ctr"/>
            <a:lstStyle/>
            <a:p>
              <a:endParaRPr lang="pt-BR" sz="1300">
                <a:latin typeface="+mj-lt"/>
              </a:endParaRPr>
            </a:p>
          </p:txBody>
        </p:sp>
        <p:sp>
          <p:nvSpPr>
            <p:cNvPr id="60" name="Forma libre: forma 59">
              <a:extLst>
                <a:ext uri="{FF2B5EF4-FFF2-40B4-BE49-F238E27FC236}">
                  <a16:creationId xmlns:a16="http://schemas.microsoft.com/office/drawing/2014/main" id="{C2E400FF-D80C-9458-1A7C-E0D1BD082B55}"/>
                </a:ext>
              </a:extLst>
            </p:cNvPr>
            <p:cNvSpPr/>
            <p:nvPr/>
          </p:nvSpPr>
          <p:spPr>
            <a:xfrm>
              <a:off x="927347" y="2523095"/>
              <a:ext cx="39871" cy="38751"/>
            </a:xfrm>
            <a:custGeom>
              <a:avLst/>
              <a:gdLst>
                <a:gd name="connsiteX0" fmla="*/ 34246 w 39871"/>
                <a:gd name="connsiteY0" fmla="*/ 18 h 38751"/>
                <a:gd name="connsiteX1" fmla="*/ 29383 w 39871"/>
                <a:gd name="connsiteY1" fmla="*/ 5605 h 38751"/>
                <a:gd name="connsiteX2" fmla="*/ 20985 w 39871"/>
                <a:gd name="connsiteY2" fmla="*/ 20448 h 38751"/>
                <a:gd name="connsiteX3" fmla="*/ 5807 w 39871"/>
                <a:gd name="connsiteY3" fmla="*/ 28252 h 38751"/>
                <a:gd name="connsiteX4" fmla="*/ 31 w 39871"/>
                <a:gd name="connsiteY4" fmla="*/ 32889 h 38751"/>
                <a:gd name="connsiteX5" fmla="*/ 4672 w 39871"/>
                <a:gd name="connsiteY5" fmla="*/ 38664 h 38751"/>
                <a:gd name="connsiteX6" fmla="*/ 6348 w 39871"/>
                <a:gd name="connsiteY6" fmla="*/ 38752 h 38751"/>
                <a:gd name="connsiteX7" fmla="*/ 28244 w 39871"/>
                <a:gd name="connsiteY7" fmla="*/ 27994 h 38751"/>
                <a:gd name="connsiteX8" fmla="*/ 39837 w 39871"/>
                <a:gd name="connsiteY8" fmla="*/ 4879 h 38751"/>
                <a:gd name="connsiteX9" fmla="*/ 34246 w 39871"/>
                <a:gd name="connsiteY9" fmla="*/ 18 h 38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871" h="38751">
                  <a:moveTo>
                    <a:pt x="34246" y="18"/>
                  </a:moveTo>
                  <a:cubicBezTo>
                    <a:pt x="31362" y="217"/>
                    <a:pt x="29187" y="2717"/>
                    <a:pt x="29383" y="5605"/>
                  </a:cubicBezTo>
                  <a:cubicBezTo>
                    <a:pt x="29603" y="8762"/>
                    <a:pt x="26792" y="14872"/>
                    <a:pt x="20985" y="20448"/>
                  </a:cubicBezTo>
                  <a:cubicBezTo>
                    <a:pt x="15192" y="26028"/>
                    <a:pt x="8974" y="28584"/>
                    <a:pt x="5807" y="28252"/>
                  </a:cubicBezTo>
                  <a:cubicBezTo>
                    <a:pt x="2933" y="27948"/>
                    <a:pt x="346" y="30019"/>
                    <a:pt x="31" y="32889"/>
                  </a:cubicBezTo>
                  <a:cubicBezTo>
                    <a:pt x="-283" y="35766"/>
                    <a:pt x="1798" y="38350"/>
                    <a:pt x="4672" y="38664"/>
                  </a:cubicBezTo>
                  <a:cubicBezTo>
                    <a:pt x="5217" y="38724"/>
                    <a:pt x="5775" y="38752"/>
                    <a:pt x="6348" y="38752"/>
                  </a:cubicBezTo>
                  <a:cubicBezTo>
                    <a:pt x="13007" y="38752"/>
                    <a:pt x="21229" y="34750"/>
                    <a:pt x="28244" y="27994"/>
                  </a:cubicBezTo>
                  <a:cubicBezTo>
                    <a:pt x="35877" y="20668"/>
                    <a:pt x="40315" y="11810"/>
                    <a:pt x="39837" y="4879"/>
                  </a:cubicBezTo>
                  <a:cubicBezTo>
                    <a:pt x="39634" y="1998"/>
                    <a:pt x="37145" y="-226"/>
                    <a:pt x="34246" y="18"/>
                  </a:cubicBezTo>
                  <a:close/>
                </a:path>
              </a:pathLst>
            </a:custGeom>
            <a:grpFill/>
            <a:ln w="3429" cap="flat">
              <a:noFill/>
              <a:prstDash val="solid"/>
              <a:miter/>
            </a:ln>
          </p:spPr>
          <p:txBody>
            <a:bodyPr rtlCol="0" anchor="ctr"/>
            <a:lstStyle/>
            <a:p>
              <a:endParaRPr lang="pt-BR" sz="1300">
                <a:latin typeface="+mj-lt"/>
              </a:endParaRPr>
            </a:p>
          </p:txBody>
        </p:sp>
        <p:sp>
          <p:nvSpPr>
            <p:cNvPr id="61" name="Forma libre: forma 60">
              <a:extLst>
                <a:ext uri="{FF2B5EF4-FFF2-40B4-BE49-F238E27FC236}">
                  <a16:creationId xmlns:a16="http://schemas.microsoft.com/office/drawing/2014/main" id="{E12BAAD1-4CE9-2A83-C0D3-451ADE392A4D}"/>
                </a:ext>
              </a:extLst>
            </p:cNvPr>
            <p:cNvSpPr/>
            <p:nvPr/>
          </p:nvSpPr>
          <p:spPr>
            <a:xfrm>
              <a:off x="993027" y="2453173"/>
              <a:ext cx="25126" cy="36622"/>
            </a:xfrm>
            <a:custGeom>
              <a:avLst/>
              <a:gdLst>
                <a:gd name="connsiteX0" fmla="*/ 17300 w 25126"/>
                <a:gd name="connsiteY0" fmla="*/ 382 h 36622"/>
                <a:gd name="connsiteX1" fmla="*/ 14394 w 25126"/>
                <a:gd name="connsiteY1" fmla="*/ 7191 h 36622"/>
                <a:gd name="connsiteX2" fmla="*/ 11975 w 25126"/>
                <a:gd name="connsiteY2" fmla="*/ 18169 h 36622"/>
                <a:gd name="connsiteX3" fmla="*/ 4174 w 25126"/>
                <a:gd name="connsiteY3" fmla="*/ 26259 h 36622"/>
                <a:gd name="connsiteX4" fmla="*/ 110 w 25126"/>
                <a:gd name="connsiteY4" fmla="*/ 32450 h 36622"/>
                <a:gd name="connsiteX5" fmla="*/ 5232 w 25126"/>
                <a:gd name="connsiteY5" fmla="*/ 36622 h 36622"/>
                <a:gd name="connsiteX6" fmla="*/ 6304 w 25126"/>
                <a:gd name="connsiteY6" fmla="*/ 36514 h 36622"/>
                <a:gd name="connsiteX7" fmla="*/ 21210 w 25126"/>
                <a:gd name="connsiteY7" fmla="*/ 23120 h 36622"/>
                <a:gd name="connsiteX8" fmla="*/ 24119 w 25126"/>
                <a:gd name="connsiteY8" fmla="*/ 3287 h 36622"/>
                <a:gd name="connsiteX9" fmla="*/ 17300 w 25126"/>
                <a:gd name="connsiteY9" fmla="*/ 382 h 36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126" h="36622">
                  <a:moveTo>
                    <a:pt x="17300" y="382"/>
                  </a:moveTo>
                  <a:cubicBezTo>
                    <a:pt x="14618" y="1461"/>
                    <a:pt x="13316" y="4509"/>
                    <a:pt x="14394" y="7191"/>
                  </a:cubicBezTo>
                  <a:cubicBezTo>
                    <a:pt x="14967" y="8622"/>
                    <a:pt x="14817" y="12868"/>
                    <a:pt x="11975" y="18169"/>
                  </a:cubicBezTo>
                  <a:cubicBezTo>
                    <a:pt x="9132" y="23476"/>
                    <a:pt x="5679" y="25948"/>
                    <a:pt x="4174" y="26259"/>
                  </a:cubicBezTo>
                  <a:cubicBezTo>
                    <a:pt x="1342" y="26846"/>
                    <a:pt x="-477" y="29618"/>
                    <a:pt x="110" y="32450"/>
                  </a:cubicBezTo>
                  <a:cubicBezTo>
                    <a:pt x="620" y="34922"/>
                    <a:pt x="2802" y="36622"/>
                    <a:pt x="5232" y="36622"/>
                  </a:cubicBezTo>
                  <a:cubicBezTo>
                    <a:pt x="5588" y="36622"/>
                    <a:pt x="5945" y="36587"/>
                    <a:pt x="6304" y="36514"/>
                  </a:cubicBezTo>
                  <a:cubicBezTo>
                    <a:pt x="11664" y="35404"/>
                    <a:pt x="17376" y="30267"/>
                    <a:pt x="21210" y="23120"/>
                  </a:cubicBezTo>
                  <a:cubicBezTo>
                    <a:pt x="25048" y="15972"/>
                    <a:pt x="26165" y="8371"/>
                    <a:pt x="24119" y="3287"/>
                  </a:cubicBezTo>
                  <a:cubicBezTo>
                    <a:pt x="23033" y="606"/>
                    <a:pt x="19985" y="-704"/>
                    <a:pt x="17300" y="382"/>
                  </a:cubicBezTo>
                  <a:close/>
                </a:path>
              </a:pathLst>
            </a:custGeom>
            <a:grpFill/>
            <a:ln w="3429" cap="flat">
              <a:noFill/>
              <a:prstDash val="solid"/>
              <a:miter/>
            </a:ln>
          </p:spPr>
          <p:txBody>
            <a:bodyPr rtlCol="0" anchor="ctr"/>
            <a:lstStyle/>
            <a:p>
              <a:endParaRPr lang="pt-BR" sz="1300">
                <a:latin typeface="+mj-lt"/>
              </a:endParaRPr>
            </a:p>
          </p:txBody>
        </p:sp>
      </p:grpSp>
      <p:sp>
        <p:nvSpPr>
          <p:cNvPr id="2" name="Espaço Reservado para Texto 1">
            <a:extLst>
              <a:ext uri="{FF2B5EF4-FFF2-40B4-BE49-F238E27FC236}">
                <a16:creationId xmlns:a16="http://schemas.microsoft.com/office/drawing/2014/main" id="{3DE4210A-6DAF-7572-5820-ED45633183C9}"/>
              </a:ext>
            </a:extLst>
          </p:cNvPr>
          <p:cNvSpPr>
            <a:spLocks noGrp="1"/>
          </p:cNvSpPr>
          <p:nvPr>
            <p:ph type="body" sz="quarter" idx="14"/>
          </p:nvPr>
        </p:nvSpPr>
        <p:spPr>
          <a:xfrm>
            <a:off x="233362" y="6252003"/>
            <a:ext cx="9875489" cy="415498"/>
          </a:xfrm>
        </p:spPr>
        <p:txBody>
          <a:bodyPr/>
          <a:lstStyle/>
          <a:p>
            <a:r>
              <a:rPr lang="pt-BR" dirty="0"/>
              <a:t>1. Mesorregiões que tenham alguma cidade a pelo menos 300km de distância de Pratápolis. 2. Consumo potencial estimado com base na área plantada por tipo de cultura em cada uma das mesorregiões (ano de referência 2022), considerando 75kg/P2O5.ha para plantio de soja, 140kg/P2O5.ha para plantio de cana de açúcar, 25kg/P2O5.ha para plantio de café, 100kg/P2O5.ha para plantio de milho e 40kg/P2O5.ha para plantio de laranja. Fonte: IBGE (PAM - Produção Agrícola Municipal), EMBRAPA, Mirow &amp; Co.</a:t>
            </a:r>
          </a:p>
        </p:txBody>
      </p:sp>
      <p:graphicFrame>
        <p:nvGraphicFramePr>
          <p:cNvPr id="13" name="Chart 3">
            <a:extLst>
              <a:ext uri="{FF2B5EF4-FFF2-40B4-BE49-F238E27FC236}">
                <a16:creationId xmlns:a16="http://schemas.microsoft.com/office/drawing/2014/main" id="{7230DCE5-074F-33D7-64E0-042F17205E36}"/>
              </a:ext>
            </a:extLst>
          </p:cNvPr>
          <p:cNvGraphicFramePr/>
          <p:nvPr>
            <p:custDataLst>
              <p:tags r:id="rId2"/>
            </p:custDataLst>
            <p:extLst>
              <p:ext uri="{D42A27DB-BD31-4B8C-83A1-F6EECF244321}">
                <p14:modId xmlns:p14="http://schemas.microsoft.com/office/powerpoint/2010/main" val="3393801780"/>
              </p:ext>
            </p:extLst>
          </p:nvPr>
        </p:nvGraphicFramePr>
        <p:xfrm>
          <a:off x="2049463" y="2122488"/>
          <a:ext cx="2149475" cy="3836987"/>
        </p:xfrm>
        <a:graphic>
          <a:graphicData uri="http://schemas.openxmlformats.org/drawingml/2006/chart">
            <c:chart xmlns:c="http://schemas.openxmlformats.org/drawingml/2006/chart" xmlns:r="http://schemas.openxmlformats.org/officeDocument/2006/relationships" r:id="rId47"/>
          </a:graphicData>
        </a:graphic>
      </p:graphicFrame>
      <p:sp useBgFill="1">
        <p:nvSpPr>
          <p:cNvPr id="11" name="Forma Livre: Forma 10">
            <a:extLst>
              <a:ext uri="{FF2B5EF4-FFF2-40B4-BE49-F238E27FC236}">
                <a16:creationId xmlns:a16="http://schemas.microsoft.com/office/drawing/2014/main" id="{D9AB34EF-BEF5-3BDC-7F42-2C8B6DCA9258}"/>
              </a:ext>
            </a:extLst>
          </p:cNvPr>
          <p:cNvSpPr/>
          <p:nvPr>
            <p:custDataLst>
              <p:tags r:id="rId3"/>
            </p:custDataLst>
          </p:nvPr>
        </p:nvSpPr>
        <p:spPr bwMode="auto">
          <a:xfrm>
            <a:off x="3595688" y="2246313"/>
            <a:ext cx="144463" cy="325438"/>
          </a:xfrm>
          <a:custGeom>
            <a:avLst/>
            <a:gdLst/>
            <a:ahLst/>
            <a:cxnLst/>
            <a:rect l="0" t="0" r="0" b="0"/>
            <a:pathLst>
              <a:path w="144463" h="325438">
                <a:moveTo>
                  <a:pt x="144462" y="0"/>
                </a:moveTo>
                <a:lnTo>
                  <a:pt x="57150" y="325437"/>
                </a:lnTo>
                <a:lnTo>
                  <a:pt x="0" y="325437"/>
                </a:lnTo>
                <a:lnTo>
                  <a:pt x="87312" y="0"/>
                </a:lnTo>
                <a:close/>
              </a:path>
            </a:pathLst>
          </a:custGeom>
          <a:ln w="19050" cap="flat" cmpd="sng" algn="ctr">
            <a:noFill/>
            <a:prstDash val="solid"/>
            <a:miter lim="400000"/>
            <a:headEnd type="none" w="med" len="med"/>
            <a:tailEnd type="none" w="med" len="med"/>
          </a:ln>
          <a:effectLst/>
          <a:extLst>
            <a:ext uri="{91240B29-F687-4F45-9708-019B960494DF}">
              <a14:hiddenLine xmlns:a14="http://schemas.microsoft.com/office/drawing/2010/main" w="19050" cap="flat" cmpd="sng" algn="ctr">
                <a:solidFill>
                  <a:schemeClr val="accent2"/>
                </a:solidFill>
                <a:prstDash val="solid"/>
                <a:miter lim="400000"/>
                <a:headEnd type="none" w="med" len="med"/>
                <a:tailEnd type="none" w="med" len="med"/>
              </a14:hiddenLine>
            </a:ext>
          </a:extLst>
        </p:spPr>
        <p:txBody>
          <a:bodyPr lIns="108000" tIns="72000" rIns="108000" bIns="72000" rtlCol="0" anchor="ctr"/>
          <a:lstStyle/>
          <a:p>
            <a:pPr algn="l"/>
            <a:endParaRPr lang="pt-BR" sz="1400" dirty="0" err="1">
              <a:solidFill>
                <a:schemeClr val="bg1"/>
              </a:solidFill>
            </a:endParaRPr>
          </a:p>
        </p:txBody>
      </p:sp>
      <p:sp>
        <p:nvSpPr>
          <p:cNvPr id="6" name="Forma Livre: Forma 5">
            <a:extLst>
              <a:ext uri="{FF2B5EF4-FFF2-40B4-BE49-F238E27FC236}">
                <a16:creationId xmlns:a16="http://schemas.microsoft.com/office/drawing/2014/main" id="{21CF9D21-5DF3-E40B-9759-C2FC825E3B2E}"/>
              </a:ext>
            </a:extLst>
          </p:cNvPr>
          <p:cNvSpPr/>
          <p:nvPr>
            <p:custDataLst>
              <p:tags r:id="rId4"/>
            </p:custDataLst>
          </p:nvPr>
        </p:nvSpPr>
        <p:spPr bwMode="auto">
          <a:xfrm>
            <a:off x="3595688" y="2246313"/>
            <a:ext cx="87313" cy="325438"/>
          </a:xfrm>
          <a:custGeom>
            <a:avLst/>
            <a:gdLst/>
            <a:ahLst/>
            <a:cxnLst/>
            <a:rect l="0" t="0" r="0" b="0"/>
            <a:pathLst>
              <a:path w="87313" h="325438">
                <a:moveTo>
                  <a:pt x="87312" y="0"/>
                </a:moveTo>
                <a:lnTo>
                  <a:pt x="0" y="325437"/>
                </a:lnTo>
              </a:path>
            </a:pathLst>
          </a:custGeom>
          <a:ln w="9525" cap="flat" cmpd="sng" algn="ctr">
            <a:solidFill>
              <a:schemeClr val="tx1"/>
            </a:solidFill>
            <a:prstDash val="solid"/>
            <a:round/>
            <a:headEnd type="none" w="med" len="med"/>
            <a:tailEnd type="none" w="med" len="med"/>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
        <p:nvSpPr>
          <p:cNvPr id="7" name="Forma Livre: Forma 6">
            <a:extLst>
              <a:ext uri="{FF2B5EF4-FFF2-40B4-BE49-F238E27FC236}">
                <a16:creationId xmlns:a16="http://schemas.microsoft.com/office/drawing/2014/main" id="{ADD8D8B2-ABF8-DCB3-24D5-094A5E66E33C}"/>
              </a:ext>
            </a:extLst>
          </p:cNvPr>
          <p:cNvSpPr/>
          <p:nvPr>
            <p:custDataLst>
              <p:tags r:id="rId5"/>
            </p:custDataLst>
          </p:nvPr>
        </p:nvSpPr>
        <p:spPr bwMode="auto">
          <a:xfrm>
            <a:off x="3652838" y="2246313"/>
            <a:ext cx="87313" cy="325438"/>
          </a:xfrm>
          <a:custGeom>
            <a:avLst/>
            <a:gdLst/>
            <a:ahLst/>
            <a:cxnLst/>
            <a:rect l="0" t="0" r="0" b="0"/>
            <a:pathLst>
              <a:path w="87313" h="325438">
                <a:moveTo>
                  <a:pt x="87312" y="0"/>
                </a:moveTo>
                <a:lnTo>
                  <a:pt x="0" y="325437"/>
                </a:lnTo>
              </a:path>
            </a:pathLst>
          </a:custGeom>
          <a:ln w="9525" cap="flat" cmpd="sng" algn="ctr">
            <a:solidFill>
              <a:schemeClr val="tx1"/>
            </a:solidFill>
            <a:prstDash val="solid"/>
            <a:round/>
            <a:headEnd type="none" w="med" len="med"/>
            <a:tailEnd type="none" w="med" len="med"/>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
        <p:nvSpPr>
          <p:cNvPr id="236" name="Espaço Reservado para Texto 2">
            <a:extLst>
              <a:ext uri="{FF2B5EF4-FFF2-40B4-BE49-F238E27FC236}">
                <a16:creationId xmlns:a16="http://schemas.microsoft.com/office/drawing/2014/main" id="{4168AF8A-2E99-1C2B-3F5B-6C551BEA2D2D}"/>
              </a:ext>
            </a:extLst>
          </p:cNvPr>
          <p:cNvSpPr>
            <a:spLocks noGrp="1"/>
          </p:cNvSpPr>
          <p:nvPr>
            <p:custDataLst>
              <p:tags r:id="rId6"/>
            </p:custDataLst>
          </p:nvPr>
        </p:nvSpPr>
        <p:spPr bwMode="gray">
          <a:xfrm>
            <a:off x="2935288" y="2309813"/>
            <a:ext cx="377825" cy="1984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3813" tIns="0" rIns="23813" bIns="0" rtlCol="0" anchor="ctr">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lgn="ctr">
              <a:spcBef>
                <a:spcPct val="0"/>
              </a:spcBef>
              <a:spcAft>
                <a:spcPct val="0"/>
              </a:spcAft>
            </a:pPr>
            <a:fld id="{6DA507AA-784D-4165-AADB-4773F0402486}" type="datetime'''''''''''''''''4''''''''3''''''''''''%'''''''''''''''''">
              <a:rPr lang="pt-BR" altLang="en-US" sz="1300" smtClean="0">
                <a:solidFill>
                  <a:schemeClr val="bg1"/>
                </a:solidFill>
                <a:latin typeface="+mj-lt"/>
                <a:ea typeface="+mj-ea"/>
                <a:cs typeface="+mj-cs"/>
              </a:rPr>
              <a:pPr lvl="0" algn="ctr">
                <a:spcBef>
                  <a:spcPct val="0"/>
                </a:spcBef>
                <a:spcAft>
                  <a:spcPct val="0"/>
                </a:spcAft>
              </a:pPr>
              <a:t>43%</a:t>
            </a:fld>
            <a:endParaRPr lang="pt-BR" sz="1300" dirty="0">
              <a:solidFill>
                <a:schemeClr val="bg1"/>
              </a:solidFill>
              <a:latin typeface="+mj-lt"/>
              <a:ea typeface="+mj-ea"/>
              <a:cs typeface="+mj-cs"/>
            </a:endParaRPr>
          </a:p>
        </p:txBody>
      </p:sp>
      <p:sp>
        <p:nvSpPr>
          <p:cNvPr id="43" name="Espaço Reservado para Texto 2">
            <a:extLst>
              <a:ext uri="{FF2B5EF4-FFF2-40B4-BE49-F238E27FC236}">
                <a16:creationId xmlns:a16="http://schemas.microsoft.com/office/drawing/2014/main" id="{34AE2251-292E-BCC3-6B5B-8205E7ADDAE3}"/>
              </a:ext>
            </a:extLst>
          </p:cNvPr>
          <p:cNvSpPr>
            <a:spLocks noGrp="1"/>
          </p:cNvSpPr>
          <p:nvPr>
            <p:custDataLst>
              <p:tags r:id="rId7"/>
            </p:custDataLst>
          </p:nvPr>
        </p:nvSpPr>
        <p:spPr bwMode="auto">
          <a:xfrm>
            <a:off x="674688" y="2309813"/>
            <a:ext cx="1187450" cy="1984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spcBef>
                <a:spcPct val="0"/>
              </a:spcBef>
              <a:spcAft>
                <a:spcPct val="0"/>
              </a:spcAft>
            </a:pPr>
            <a:fld id="{105EC19C-56F4-4F1A-9CD6-E3826D141D10}" type="datetime'Can''''a''-d''e''-''''''''a''''ç''''ú''''ca''''''''''r'''">
              <a:rPr lang="pt-BR" altLang="en-US" sz="1300" smtClean="0">
                <a:latin typeface="+mj-lt"/>
                <a:ea typeface="+mj-ea"/>
                <a:cs typeface="+mj-cs"/>
              </a:rPr>
              <a:pPr lvl="0">
                <a:spcBef>
                  <a:spcPct val="0"/>
                </a:spcBef>
                <a:spcAft>
                  <a:spcPct val="0"/>
                </a:spcAft>
              </a:pPr>
              <a:t>Cana-de-açúcar</a:t>
            </a:fld>
            <a:endParaRPr lang="pt-BR" sz="1300">
              <a:latin typeface="+mj-lt"/>
              <a:ea typeface="+mj-ea"/>
              <a:cs typeface="+mj-cs"/>
            </a:endParaRPr>
          </a:p>
        </p:txBody>
      </p:sp>
      <p:sp>
        <p:nvSpPr>
          <p:cNvPr id="237" name="Espaço Reservado para Texto 2">
            <a:extLst>
              <a:ext uri="{FF2B5EF4-FFF2-40B4-BE49-F238E27FC236}">
                <a16:creationId xmlns:a16="http://schemas.microsoft.com/office/drawing/2014/main" id="{BE40A613-C6BE-BE16-7E2F-BE30BFF143A3}"/>
              </a:ext>
            </a:extLst>
          </p:cNvPr>
          <p:cNvSpPr>
            <a:spLocks noGrp="1"/>
          </p:cNvSpPr>
          <p:nvPr>
            <p:custDataLst>
              <p:tags r:id="rId8"/>
            </p:custDataLst>
          </p:nvPr>
        </p:nvSpPr>
        <p:spPr bwMode="gray">
          <a:xfrm>
            <a:off x="2484438" y="2717800"/>
            <a:ext cx="377825" cy="198438"/>
          </a:xfrm>
          <a:prstGeom prst="rect">
            <a:avLst/>
          </a:prstGeom>
          <a:noFill/>
          <a:ln>
            <a:noFill/>
          </a:ln>
          <a:effectLst/>
          <a:extLst>
            <a:ext uri="{909E8E84-426E-40DD-AFC4-6F175D3DCCD1}">
              <a14:hiddenFill xmlns:a14="http://schemas.microsoft.com/office/drawing/2010/main">
                <a:solidFill>
                  <a:schemeClr val="bg1"/>
                </a:solidFill>
              </a14:hiddenFill>
            </a:ext>
          </a:extLst>
        </p:spPr>
        <p:txBody>
          <a:bodyPr vert="horz" wrap="none" lIns="23813" tIns="0" rIns="23813" bIns="0" rtlCol="0" anchor="ctr">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lgn="ctr">
              <a:spcBef>
                <a:spcPct val="0"/>
              </a:spcBef>
              <a:spcAft>
                <a:spcPct val="0"/>
              </a:spcAft>
            </a:pPr>
            <a:fld id="{1B049186-AB19-40FA-896E-31E94AF38234}" type="datetime'''''''''''''''''1''''''''''''7%'''''''''''''">
              <a:rPr lang="pt-BR" altLang="en-US" sz="1300" smtClean="0">
                <a:solidFill>
                  <a:schemeClr val="bg1"/>
                </a:solidFill>
                <a:latin typeface="+mj-lt"/>
                <a:ea typeface="+mj-ea"/>
                <a:cs typeface="+mj-cs"/>
              </a:rPr>
              <a:pPr lvl="0" algn="ctr">
                <a:spcBef>
                  <a:spcPct val="0"/>
                </a:spcBef>
                <a:spcAft>
                  <a:spcPct val="0"/>
                </a:spcAft>
              </a:pPr>
              <a:t>17%</a:t>
            </a:fld>
            <a:endParaRPr lang="pt-BR" sz="1300">
              <a:solidFill>
                <a:schemeClr val="bg1"/>
              </a:solidFill>
              <a:latin typeface="+mj-lt"/>
              <a:ea typeface="+mj-ea"/>
              <a:cs typeface="+mj-cs"/>
            </a:endParaRPr>
          </a:p>
        </p:txBody>
      </p:sp>
      <p:sp>
        <p:nvSpPr>
          <p:cNvPr id="44" name="Espaço Reservado para Texto 2">
            <a:extLst>
              <a:ext uri="{FF2B5EF4-FFF2-40B4-BE49-F238E27FC236}">
                <a16:creationId xmlns:a16="http://schemas.microsoft.com/office/drawing/2014/main" id="{9FB714D2-BD20-6312-50DA-194FE5831FBC}"/>
              </a:ext>
            </a:extLst>
          </p:cNvPr>
          <p:cNvSpPr>
            <a:spLocks noGrp="1"/>
          </p:cNvSpPr>
          <p:nvPr>
            <p:custDataLst>
              <p:tags r:id="rId9"/>
            </p:custDataLst>
          </p:nvPr>
        </p:nvSpPr>
        <p:spPr bwMode="auto">
          <a:xfrm>
            <a:off x="674688" y="2717800"/>
            <a:ext cx="1095375" cy="1984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spcBef>
                <a:spcPct val="0"/>
              </a:spcBef>
              <a:spcAft>
                <a:spcPct val="0"/>
              </a:spcAft>
            </a:pPr>
            <a:fld id="{425D35E7-ADC9-44C8-A13D-B55084FDECAC}" type="datetime'''So''''''''''''''j''a ''(''''''''''''''e''m ''grã''o'')'">
              <a:rPr lang="pt-BR" altLang="en-US" sz="1300" smtClean="0">
                <a:latin typeface="+mj-lt"/>
                <a:ea typeface="+mj-ea"/>
                <a:cs typeface="+mj-cs"/>
              </a:rPr>
              <a:pPr lvl="0">
                <a:spcBef>
                  <a:spcPct val="0"/>
                </a:spcBef>
                <a:spcAft>
                  <a:spcPct val="0"/>
                </a:spcAft>
              </a:pPr>
              <a:t>Soja (em grão)</a:t>
            </a:fld>
            <a:endParaRPr lang="pt-BR" sz="1300">
              <a:latin typeface="+mj-lt"/>
              <a:ea typeface="+mj-ea"/>
              <a:cs typeface="+mj-cs"/>
            </a:endParaRPr>
          </a:p>
        </p:txBody>
      </p:sp>
      <p:sp>
        <p:nvSpPr>
          <p:cNvPr id="238" name="Espaço Reservado para Texto 2">
            <a:extLst>
              <a:ext uri="{FF2B5EF4-FFF2-40B4-BE49-F238E27FC236}">
                <a16:creationId xmlns:a16="http://schemas.microsoft.com/office/drawing/2014/main" id="{ADF606AC-4A98-3378-A3A9-74E0BBC8002F}"/>
              </a:ext>
            </a:extLst>
          </p:cNvPr>
          <p:cNvSpPr>
            <a:spLocks noGrp="1"/>
          </p:cNvSpPr>
          <p:nvPr>
            <p:custDataLst>
              <p:tags r:id="rId10"/>
            </p:custDataLst>
          </p:nvPr>
        </p:nvSpPr>
        <p:spPr bwMode="gray">
          <a:xfrm>
            <a:off x="2319338" y="3125788"/>
            <a:ext cx="377825" cy="198438"/>
          </a:xfrm>
          <a:prstGeom prst="rect">
            <a:avLst/>
          </a:prstGeom>
          <a:noFill/>
          <a:ln>
            <a:noFill/>
          </a:ln>
          <a:effectLst/>
          <a:extLst>
            <a:ext uri="{909E8E84-426E-40DD-AFC4-6F175D3DCCD1}">
              <a14:hiddenFill xmlns:a14="http://schemas.microsoft.com/office/drawing/2010/main">
                <a:solidFill>
                  <a:schemeClr val="bg1"/>
                </a:solidFill>
              </a14:hiddenFill>
            </a:ext>
          </a:extLst>
        </p:spPr>
        <p:txBody>
          <a:bodyPr vert="horz" wrap="none" lIns="23813" tIns="0" rIns="23813" bIns="0" rtlCol="0" anchor="ctr">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lgn="ctr">
              <a:spcBef>
                <a:spcPct val="0"/>
              </a:spcBef>
              <a:spcAft>
                <a:spcPct val="0"/>
              </a:spcAft>
            </a:pPr>
            <a:fld id="{39A01DC0-205A-4C11-A960-787EB1ABFC07}" type="datetime'''''''''''''''''''''''''''''''''1''''''''2''''''''''''%'''''">
              <a:rPr lang="pt-BR" altLang="en-US" sz="1300" smtClean="0">
                <a:solidFill>
                  <a:schemeClr val="bg1"/>
                </a:solidFill>
                <a:latin typeface="+mj-lt"/>
                <a:ea typeface="+mj-ea"/>
                <a:cs typeface="+mj-cs"/>
              </a:rPr>
              <a:pPr lvl="0" algn="ctr">
                <a:spcBef>
                  <a:spcPct val="0"/>
                </a:spcBef>
                <a:spcAft>
                  <a:spcPct val="0"/>
                </a:spcAft>
              </a:pPr>
              <a:t>12%</a:t>
            </a:fld>
            <a:endParaRPr lang="pt-BR" sz="1300">
              <a:solidFill>
                <a:schemeClr val="bg1"/>
              </a:solidFill>
              <a:latin typeface="+mj-lt"/>
              <a:ea typeface="+mj-ea"/>
              <a:cs typeface="+mj-cs"/>
            </a:endParaRPr>
          </a:p>
        </p:txBody>
      </p:sp>
      <p:sp>
        <p:nvSpPr>
          <p:cNvPr id="45" name="Espaço Reservado para Texto 2">
            <a:extLst>
              <a:ext uri="{FF2B5EF4-FFF2-40B4-BE49-F238E27FC236}">
                <a16:creationId xmlns:a16="http://schemas.microsoft.com/office/drawing/2014/main" id="{8866F7FD-7197-1F49-F9DC-2498AD056B4C}"/>
              </a:ext>
            </a:extLst>
          </p:cNvPr>
          <p:cNvSpPr>
            <a:spLocks noGrp="1"/>
          </p:cNvSpPr>
          <p:nvPr>
            <p:custDataLst>
              <p:tags r:id="rId11"/>
            </p:custDataLst>
          </p:nvPr>
        </p:nvSpPr>
        <p:spPr bwMode="auto">
          <a:xfrm>
            <a:off x="674688" y="3125788"/>
            <a:ext cx="1160463" cy="1984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spcBef>
                <a:spcPct val="0"/>
              </a:spcBef>
              <a:spcAft>
                <a:spcPct val="0"/>
              </a:spcAft>
            </a:pPr>
            <a:fld id="{3F16B527-D06C-4E70-B31C-80B8E24F5FD3}" type="datetime'M''i''l''''''''''ho ''''(e''m'' grã''''''''''''o'''''')'''''''">
              <a:rPr lang="pt-BR" altLang="en-US" sz="1300" smtClean="0">
                <a:latin typeface="+mj-lt"/>
                <a:ea typeface="+mj-ea"/>
                <a:cs typeface="+mj-cs"/>
              </a:rPr>
              <a:pPr lvl="0">
                <a:spcBef>
                  <a:spcPct val="0"/>
                </a:spcBef>
                <a:spcAft>
                  <a:spcPct val="0"/>
                </a:spcAft>
              </a:pPr>
              <a:t>Milho (em grão)</a:t>
            </a:fld>
            <a:endParaRPr lang="pt-BR" sz="1300">
              <a:latin typeface="+mj-lt"/>
              <a:ea typeface="+mj-ea"/>
              <a:cs typeface="+mj-cs"/>
            </a:endParaRPr>
          </a:p>
        </p:txBody>
      </p:sp>
      <p:sp>
        <p:nvSpPr>
          <p:cNvPr id="239" name="Espaço Reservado para Texto 2">
            <a:extLst>
              <a:ext uri="{FF2B5EF4-FFF2-40B4-BE49-F238E27FC236}">
                <a16:creationId xmlns:a16="http://schemas.microsoft.com/office/drawing/2014/main" id="{7142ECB7-3C3B-A084-33D8-0B2AAF8A4CE7}"/>
              </a:ext>
            </a:extLst>
          </p:cNvPr>
          <p:cNvSpPr>
            <a:spLocks noGrp="1"/>
          </p:cNvSpPr>
          <p:nvPr>
            <p:custDataLst>
              <p:tags r:id="rId12"/>
            </p:custDataLst>
          </p:nvPr>
        </p:nvSpPr>
        <p:spPr bwMode="gray">
          <a:xfrm>
            <a:off x="2287588" y="3533775"/>
            <a:ext cx="365125" cy="198438"/>
          </a:xfrm>
          <a:prstGeom prst="rect">
            <a:avLst/>
          </a:prstGeom>
          <a:noFill/>
          <a:ln>
            <a:noFill/>
          </a:ln>
          <a:effectLst/>
          <a:extLst>
            <a:ext uri="{909E8E84-426E-40DD-AFC4-6F175D3DCCD1}">
              <a14:hiddenFill xmlns:a14="http://schemas.microsoft.com/office/drawing/2010/main">
                <a:solidFill>
                  <a:schemeClr val="bg1"/>
                </a:solidFill>
              </a14:hiddenFill>
            </a:ext>
          </a:extLst>
        </p:spPr>
        <p:txBody>
          <a:bodyPr vert="horz" wrap="none" lIns="23813" tIns="0" rIns="23813" bIns="0" rtlCol="0" anchor="ctr">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lgn="ctr">
              <a:spcBef>
                <a:spcPct val="0"/>
              </a:spcBef>
              <a:spcAft>
                <a:spcPct val="0"/>
              </a:spcAft>
            </a:pPr>
            <a:fld id="{81B17574-6BC1-4E3F-8C53-884C8CE7F77A}" type="datetime'11''''''''''''''''''''''''''''''''%'''''">
              <a:rPr lang="pt-BR" altLang="en-US" sz="1300" smtClean="0">
                <a:solidFill>
                  <a:schemeClr val="bg1"/>
                </a:solidFill>
                <a:latin typeface="+mj-lt"/>
                <a:ea typeface="+mj-ea"/>
                <a:cs typeface="+mj-cs"/>
              </a:rPr>
              <a:pPr lvl="0" algn="ctr">
                <a:spcBef>
                  <a:spcPct val="0"/>
                </a:spcBef>
                <a:spcAft>
                  <a:spcPct val="0"/>
                </a:spcAft>
              </a:pPr>
              <a:t>11%</a:t>
            </a:fld>
            <a:endParaRPr lang="pt-BR" sz="1300">
              <a:solidFill>
                <a:schemeClr val="bg1"/>
              </a:solidFill>
              <a:latin typeface="+mj-lt"/>
              <a:ea typeface="+mj-ea"/>
              <a:cs typeface="+mj-cs"/>
            </a:endParaRPr>
          </a:p>
        </p:txBody>
      </p:sp>
      <p:sp>
        <p:nvSpPr>
          <p:cNvPr id="46" name="Espaço Reservado para Texto 2">
            <a:extLst>
              <a:ext uri="{FF2B5EF4-FFF2-40B4-BE49-F238E27FC236}">
                <a16:creationId xmlns:a16="http://schemas.microsoft.com/office/drawing/2014/main" id="{83AF6A5F-BBCD-3847-58BE-6FAA3F1E4A97}"/>
              </a:ext>
            </a:extLst>
          </p:cNvPr>
          <p:cNvSpPr>
            <a:spLocks noGrp="1"/>
          </p:cNvSpPr>
          <p:nvPr>
            <p:custDataLst>
              <p:tags r:id="rId13"/>
            </p:custDataLst>
          </p:nvPr>
        </p:nvSpPr>
        <p:spPr bwMode="auto">
          <a:xfrm>
            <a:off x="674688" y="3533775"/>
            <a:ext cx="1114425" cy="1984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spcBef>
                <a:spcPct val="0"/>
              </a:spcBef>
              <a:spcAft>
                <a:spcPct val="0"/>
              </a:spcAft>
            </a:pPr>
            <a:fld id="{EA78B958-CFE9-47A4-9180-CFBDCEEDEBAA}" type="datetime'''''Caf''''é ''''(''''''''em g''''''r''''ã''''''''o'''')'''">
              <a:rPr lang="pt-BR" altLang="en-US" sz="1300" smtClean="0">
                <a:ea typeface="+mj-ea"/>
                <a:cs typeface="+mj-cs"/>
              </a:rPr>
              <a:pPr lvl="0">
                <a:spcBef>
                  <a:spcPct val="0"/>
                </a:spcBef>
                <a:spcAft>
                  <a:spcPct val="0"/>
                </a:spcAft>
              </a:pPr>
              <a:t>Café (em grão)</a:t>
            </a:fld>
            <a:endParaRPr lang="pt-BR" sz="1300">
              <a:ea typeface="+mj-ea"/>
              <a:cs typeface="+mj-cs"/>
            </a:endParaRPr>
          </a:p>
        </p:txBody>
      </p:sp>
      <p:sp>
        <p:nvSpPr>
          <p:cNvPr id="240" name="Espaço Reservado para Texto 2">
            <a:extLst>
              <a:ext uri="{FF2B5EF4-FFF2-40B4-BE49-F238E27FC236}">
                <a16:creationId xmlns:a16="http://schemas.microsoft.com/office/drawing/2014/main" id="{64113B81-48C7-5B9B-173F-C8959DD671E4}"/>
              </a:ext>
            </a:extLst>
          </p:cNvPr>
          <p:cNvSpPr>
            <a:spLocks noGrp="1"/>
          </p:cNvSpPr>
          <p:nvPr>
            <p:custDataLst>
              <p:tags r:id="rId14"/>
            </p:custDataLst>
          </p:nvPr>
        </p:nvSpPr>
        <p:spPr bwMode="gray">
          <a:xfrm>
            <a:off x="2073275" y="3941763"/>
            <a:ext cx="285750" cy="198438"/>
          </a:xfrm>
          <a:prstGeom prst="rect">
            <a:avLst/>
          </a:prstGeom>
          <a:solidFill>
            <a:schemeClr val="tx2"/>
          </a:solidFill>
          <a:ln>
            <a:noFill/>
          </a:ln>
          <a:effectLst/>
        </p:spPr>
        <p:txBody>
          <a:bodyPr vert="horz" wrap="none" lIns="23813" tIns="0" rIns="23813" bIns="0" rtlCol="0" anchor="ctr">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lgn="ctr">
              <a:spcBef>
                <a:spcPct val="0"/>
              </a:spcBef>
              <a:spcAft>
                <a:spcPct val="0"/>
              </a:spcAft>
            </a:pPr>
            <a:fld id="{5F2D9505-6749-4DC6-AA05-16CE04BCA03E}" type="datetime'''''''3''%'''''''''''''''''''">
              <a:rPr lang="pt-BR" altLang="en-US" sz="1300" smtClean="0">
                <a:solidFill>
                  <a:schemeClr val="bg1"/>
                </a:solidFill>
                <a:effectLst/>
                <a:latin typeface="+mj-lt"/>
                <a:ea typeface="+mj-ea"/>
                <a:cs typeface="+mj-cs"/>
              </a:rPr>
              <a:pPr lvl="0" algn="ctr">
                <a:spcBef>
                  <a:spcPct val="0"/>
                </a:spcBef>
                <a:spcAft>
                  <a:spcPct val="0"/>
                </a:spcAft>
              </a:pPr>
              <a:t>3%</a:t>
            </a:fld>
            <a:endParaRPr lang="pt-BR" sz="1300">
              <a:solidFill>
                <a:schemeClr val="bg1"/>
              </a:solidFill>
              <a:latin typeface="+mj-lt"/>
              <a:ea typeface="+mj-ea"/>
              <a:cs typeface="+mj-cs"/>
            </a:endParaRPr>
          </a:p>
        </p:txBody>
      </p:sp>
      <p:sp>
        <p:nvSpPr>
          <p:cNvPr id="47" name="Espaço Reservado para Texto 2">
            <a:extLst>
              <a:ext uri="{FF2B5EF4-FFF2-40B4-BE49-F238E27FC236}">
                <a16:creationId xmlns:a16="http://schemas.microsoft.com/office/drawing/2014/main" id="{30D06E80-D7B1-F188-C5C3-FD104DA3107B}"/>
              </a:ext>
            </a:extLst>
          </p:cNvPr>
          <p:cNvSpPr>
            <a:spLocks noGrp="1"/>
          </p:cNvSpPr>
          <p:nvPr>
            <p:custDataLst>
              <p:tags r:id="rId15"/>
            </p:custDataLst>
          </p:nvPr>
        </p:nvSpPr>
        <p:spPr bwMode="auto">
          <a:xfrm>
            <a:off x="674688" y="3941763"/>
            <a:ext cx="552450" cy="1984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spcBef>
                <a:spcPct val="0"/>
              </a:spcBef>
              <a:spcAft>
                <a:spcPct val="0"/>
              </a:spcAft>
            </a:pPr>
            <a:fld id="{572D153D-D3C4-4980-859B-282BEA701681}" type="datetime'''''''''L''''''''a''''r''''''''a''n''''''ja'''''''">
              <a:rPr lang="pt-BR" altLang="en-US" sz="1300" smtClean="0">
                <a:latin typeface="+mj-lt"/>
                <a:ea typeface="+mj-ea"/>
                <a:cs typeface="+mj-cs"/>
              </a:rPr>
              <a:pPr lvl="0">
                <a:spcBef>
                  <a:spcPct val="0"/>
                </a:spcBef>
                <a:spcAft>
                  <a:spcPct val="0"/>
                </a:spcAft>
              </a:pPr>
              <a:t>Laranja</a:t>
            </a:fld>
            <a:endParaRPr lang="pt-BR" sz="1300">
              <a:latin typeface="+mj-lt"/>
              <a:ea typeface="+mj-ea"/>
              <a:cs typeface="+mj-cs"/>
            </a:endParaRPr>
          </a:p>
        </p:txBody>
      </p:sp>
      <p:sp>
        <p:nvSpPr>
          <p:cNvPr id="241" name="Espaço Reservado para Texto 2">
            <a:extLst>
              <a:ext uri="{FF2B5EF4-FFF2-40B4-BE49-F238E27FC236}">
                <a16:creationId xmlns:a16="http://schemas.microsoft.com/office/drawing/2014/main" id="{9A989D36-39EE-6CDC-8F6B-B6D821E90B94}"/>
              </a:ext>
            </a:extLst>
          </p:cNvPr>
          <p:cNvSpPr>
            <a:spLocks noGrp="1"/>
          </p:cNvSpPr>
          <p:nvPr>
            <p:custDataLst>
              <p:tags r:id="rId16"/>
            </p:custDataLst>
          </p:nvPr>
        </p:nvSpPr>
        <p:spPr bwMode="gray">
          <a:xfrm>
            <a:off x="2057400" y="4349750"/>
            <a:ext cx="285750" cy="198438"/>
          </a:xfrm>
          <a:prstGeom prst="rect">
            <a:avLst/>
          </a:prstGeom>
          <a:solidFill>
            <a:schemeClr val="tx2"/>
          </a:solidFill>
          <a:ln>
            <a:noFill/>
          </a:ln>
          <a:effectLst/>
        </p:spPr>
        <p:txBody>
          <a:bodyPr vert="horz" wrap="none" lIns="23813" tIns="0" rIns="23813" bIns="0" rtlCol="0" anchor="ctr">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lgn="ctr">
              <a:spcBef>
                <a:spcPct val="0"/>
              </a:spcBef>
              <a:spcAft>
                <a:spcPct val="0"/>
              </a:spcAft>
            </a:pPr>
            <a:fld id="{C18130E5-AAAC-45E6-807D-42AB35B51380}" type="datetime'''''''''''''''''''''''''2''%'''''''''''''''''''''''''''''">
              <a:rPr lang="pt-BR" altLang="en-US" sz="1300" smtClean="0">
                <a:solidFill>
                  <a:schemeClr val="bg1"/>
                </a:solidFill>
                <a:effectLst/>
                <a:latin typeface="+mj-lt"/>
                <a:ea typeface="+mj-ea"/>
                <a:cs typeface="+mj-cs"/>
              </a:rPr>
              <a:pPr lvl="0" algn="ctr">
                <a:spcBef>
                  <a:spcPct val="0"/>
                </a:spcBef>
                <a:spcAft>
                  <a:spcPct val="0"/>
                </a:spcAft>
              </a:pPr>
              <a:t>2%</a:t>
            </a:fld>
            <a:endParaRPr lang="pt-BR" sz="1300">
              <a:solidFill>
                <a:schemeClr val="bg1"/>
              </a:solidFill>
              <a:latin typeface="+mj-lt"/>
              <a:ea typeface="+mj-ea"/>
              <a:cs typeface="+mj-cs"/>
            </a:endParaRPr>
          </a:p>
        </p:txBody>
      </p:sp>
      <p:sp>
        <p:nvSpPr>
          <p:cNvPr id="48" name="Espaço Reservado para Texto 2">
            <a:extLst>
              <a:ext uri="{FF2B5EF4-FFF2-40B4-BE49-F238E27FC236}">
                <a16:creationId xmlns:a16="http://schemas.microsoft.com/office/drawing/2014/main" id="{9BB1B140-4FB2-3CCB-8B2D-FAE790131AE5}"/>
              </a:ext>
            </a:extLst>
          </p:cNvPr>
          <p:cNvSpPr>
            <a:spLocks noGrp="1"/>
          </p:cNvSpPr>
          <p:nvPr>
            <p:custDataLst>
              <p:tags r:id="rId17"/>
            </p:custDataLst>
          </p:nvPr>
        </p:nvSpPr>
        <p:spPr bwMode="auto">
          <a:xfrm>
            <a:off x="674688" y="4349750"/>
            <a:ext cx="1206500" cy="1984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spcBef>
                <a:spcPct val="0"/>
              </a:spcBef>
              <a:spcAft>
                <a:spcPct val="0"/>
              </a:spcAft>
            </a:pPr>
            <a:fld id="{86FDA473-6402-47E5-8471-3B79B8F44AED}" type="datetime'''Sor''''''go'' ''''(e''''''''m'' ''''''grã''o'')'''">
              <a:rPr lang="pt-BR" altLang="en-US" sz="1300" smtClean="0">
                <a:latin typeface="+mj-lt"/>
                <a:ea typeface="+mj-ea"/>
                <a:cs typeface="+mj-cs"/>
              </a:rPr>
              <a:pPr lvl="0">
                <a:spcBef>
                  <a:spcPct val="0"/>
                </a:spcBef>
                <a:spcAft>
                  <a:spcPct val="0"/>
                </a:spcAft>
              </a:pPr>
              <a:t>Sorgo (em grão)</a:t>
            </a:fld>
            <a:endParaRPr lang="pt-BR" sz="1300">
              <a:latin typeface="+mj-lt"/>
              <a:ea typeface="+mj-ea"/>
              <a:cs typeface="+mj-cs"/>
            </a:endParaRPr>
          </a:p>
        </p:txBody>
      </p:sp>
      <p:sp>
        <p:nvSpPr>
          <p:cNvPr id="242" name="Espaço Reservado para Texto 2">
            <a:extLst>
              <a:ext uri="{FF2B5EF4-FFF2-40B4-BE49-F238E27FC236}">
                <a16:creationId xmlns:a16="http://schemas.microsoft.com/office/drawing/2014/main" id="{DF840586-055B-C3EF-35AE-6371A820A678}"/>
              </a:ext>
            </a:extLst>
          </p:cNvPr>
          <p:cNvSpPr>
            <a:spLocks noGrp="1"/>
          </p:cNvSpPr>
          <p:nvPr>
            <p:custDataLst>
              <p:tags r:id="rId18"/>
            </p:custDataLst>
          </p:nvPr>
        </p:nvSpPr>
        <p:spPr bwMode="gray">
          <a:xfrm>
            <a:off x="2044700" y="4757738"/>
            <a:ext cx="285750" cy="198438"/>
          </a:xfrm>
          <a:prstGeom prst="rect">
            <a:avLst/>
          </a:prstGeom>
          <a:solidFill>
            <a:schemeClr val="tx2"/>
          </a:solidFill>
          <a:ln>
            <a:noFill/>
          </a:ln>
          <a:effectLst/>
        </p:spPr>
        <p:txBody>
          <a:bodyPr vert="horz" wrap="none" lIns="23813" tIns="0" rIns="23813" bIns="0" rtlCol="0" anchor="ctr">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lgn="ctr">
              <a:spcBef>
                <a:spcPct val="0"/>
              </a:spcBef>
              <a:spcAft>
                <a:spcPct val="0"/>
              </a:spcAft>
            </a:pPr>
            <a:fld id="{2D92172B-8D68-49DA-B004-E8569CBE99B1}" type="datetime'''''''2''''''''''''''%'''''''''''''''''''''''''''''''''">
              <a:rPr lang="pt-BR" altLang="en-US" sz="1300" smtClean="0">
                <a:solidFill>
                  <a:schemeClr val="bg1"/>
                </a:solidFill>
                <a:effectLst/>
                <a:latin typeface="+mj-lt"/>
                <a:ea typeface="+mj-ea"/>
                <a:cs typeface="+mj-cs"/>
              </a:rPr>
              <a:pPr lvl="0" algn="ctr">
                <a:spcBef>
                  <a:spcPct val="0"/>
                </a:spcBef>
                <a:spcAft>
                  <a:spcPct val="0"/>
                </a:spcAft>
              </a:pPr>
              <a:t>2%</a:t>
            </a:fld>
            <a:endParaRPr lang="pt-BR" sz="1300">
              <a:solidFill>
                <a:schemeClr val="bg1"/>
              </a:solidFill>
              <a:latin typeface="+mj-lt"/>
              <a:ea typeface="+mj-ea"/>
              <a:cs typeface="+mj-cs"/>
            </a:endParaRPr>
          </a:p>
        </p:txBody>
      </p:sp>
      <p:sp>
        <p:nvSpPr>
          <p:cNvPr id="49" name="Espaço Reservado para Texto 2">
            <a:extLst>
              <a:ext uri="{FF2B5EF4-FFF2-40B4-BE49-F238E27FC236}">
                <a16:creationId xmlns:a16="http://schemas.microsoft.com/office/drawing/2014/main" id="{12AC5E71-791F-A699-024B-954839ECDBEA}"/>
              </a:ext>
            </a:extLst>
          </p:cNvPr>
          <p:cNvSpPr>
            <a:spLocks noGrp="1"/>
          </p:cNvSpPr>
          <p:nvPr>
            <p:custDataLst>
              <p:tags r:id="rId19"/>
            </p:custDataLst>
          </p:nvPr>
        </p:nvSpPr>
        <p:spPr bwMode="auto">
          <a:xfrm>
            <a:off x="674688" y="4757738"/>
            <a:ext cx="1216025" cy="1984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spcBef>
                <a:spcPct val="0"/>
              </a:spcBef>
              <a:spcAft>
                <a:spcPct val="0"/>
              </a:spcAft>
            </a:pPr>
            <a:fld id="{EC57E273-2E19-4240-9E24-66851CDFC575}" type="datetime'''F''e''''''i''jão'''''' (''e''''m'' ''g''''r''ã''''''''o)'">
              <a:rPr lang="pt-BR" altLang="en-US" sz="1300" smtClean="0">
                <a:latin typeface="+mj-lt"/>
                <a:ea typeface="+mj-ea"/>
                <a:cs typeface="+mj-cs"/>
              </a:rPr>
              <a:pPr lvl="0">
                <a:spcBef>
                  <a:spcPct val="0"/>
                </a:spcBef>
                <a:spcAft>
                  <a:spcPct val="0"/>
                </a:spcAft>
              </a:pPr>
              <a:t>Feijão (em grão)</a:t>
            </a:fld>
            <a:endParaRPr lang="pt-BR" sz="1300">
              <a:latin typeface="+mj-lt"/>
              <a:ea typeface="+mj-ea"/>
              <a:cs typeface="+mj-cs"/>
            </a:endParaRPr>
          </a:p>
        </p:txBody>
      </p:sp>
      <p:sp>
        <p:nvSpPr>
          <p:cNvPr id="243" name="Espaço Reservado para Texto 2">
            <a:extLst>
              <a:ext uri="{FF2B5EF4-FFF2-40B4-BE49-F238E27FC236}">
                <a16:creationId xmlns:a16="http://schemas.microsoft.com/office/drawing/2014/main" id="{91770E2B-A3AB-B695-EA0D-C137B3ED362C}"/>
              </a:ext>
            </a:extLst>
          </p:cNvPr>
          <p:cNvSpPr>
            <a:spLocks noGrp="1"/>
          </p:cNvSpPr>
          <p:nvPr>
            <p:custDataLst>
              <p:tags r:id="rId20"/>
            </p:custDataLst>
          </p:nvPr>
        </p:nvSpPr>
        <p:spPr bwMode="gray">
          <a:xfrm>
            <a:off x="2020888" y="5165725"/>
            <a:ext cx="285750" cy="198438"/>
          </a:xfrm>
          <a:prstGeom prst="rect">
            <a:avLst/>
          </a:prstGeom>
          <a:solidFill>
            <a:schemeClr val="tx2"/>
          </a:solidFill>
          <a:ln>
            <a:noFill/>
          </a:ln>
          <a:effectLst/>
        </p:spPr>
        <p:txBody>
          <a:bodyPr vert="horz" wrap="none" lIns="23813" tIns="0" rIns="23813" bIns="0" rtlCol="0" anchor="ctr">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lgn="ctr">
              <a:spcBef>
                <a:spcPct val="0"/>
              </a:spcBef>
              <a:spcAft>
                <a:spcPct val="0"/>
              </a:spcAft>
            </a:pPr>
            <a:fld id="{BDDB4711-19E1-4855-9686-121CAB6FD5EA}" type="datetime'''''''''''''''''''''''''''''''''''''''1%'''''''''''''''''''">
              <a:rPr lang="pt-BR" altLang="en-US" sz="1300" smtClean="0">
                <a:solidFill>
                  <a:schemeClr val="bg1"/>
                </a:solidFill>
                <a:effectLst/>
                <a:latin typeface="+mj-lt"/>
                <a:ea typeface="+mj-ea"/>
                <a:cs typeface="+mj-cs"/>
              </a:rPr>
              <a:pPr lvl="0" algn="ctr">
                <a:spcBef>
                  <a:spcPct val="0"/>
                </a:spcBef>
                <a:spcAft>
                  <a:spcPct val="0"/>
                </a:spcAft>
              </a:pPr>
              <a:t>1%</a:t>
            </a:fld>
            <a:endParaRPr lang="pt-BR" sz="1300">
              <a:solidFill>
                <a:schemeClr val="bg1"/>
              </a:solidFill>
              <a:latin typeface="+mj-lt"/>
              <a:ea typeface="+mj-ea"/>
              <a:cs typeface="+mj-cs"/>
            </a:endParaRPr>
          </a:p>
        </p:txBody>
      </p:sp>
      <p:sp>
        <p:nvSpPr>
          <p:cNvPr id="50" name="Espaço Reservado para Texto 2">
            <a:extLst>
              <a:ext uri="{FF2B5EF4-FFF2-40B4-BE49-F238E27FC236}">
                <a16:creationId xmlns:a16="http://schemas.microsoft.com/office/drawing/2014/main" id="{504B4BCF-821B-5792-A586-96BD71D6769F}"/>
              </a:ext>
            </a:extLst>
          </p:cNvPr>
          <p:cNvSpPr>
            <a:spLocks noGrp="1"/>
          </p:cNvSpPr>
          <p:nvPr>
            <p:custDataLst>
              <p:tags r:id="rId21"/>
            </p:custDataLst>
          </p:nvPr>
        </p:nvSpPr>
        <p:spPr bwMode="auto">
          <a:xfrm>
            <a:off x="674688" y="5165725"/>
            <a:ext cx="1136650" cy="1984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spcBef>
                <a:spcPct val="0"/>
              </a:spcBef>
              <a:spcAft>
                <a:spcPct val="0"/>
              </a:spcAft>
            </a:pPr>
            <a:fld id="{F933D412-8A14-4CCD-95DB-F9B672141BE1}" type="datetime'''T''''''r''''i''g''''o ''''''''(em'''' ''g''rã''o'')'''''''''">
              <a:rPr lang="pt-BR" altLang="en-US" sz="1300" smtClean="0">
                <a:latin typeface="+mj-lt"/>
                <a:ea typeface="+mj-ea"/>
                <a:cs typeface="+mj-cs"/>
              </a:rPr>
              <a:pPr lvl="0">
                <a:spcBef>
                  <a:spcPct val="0"/>
                </a:spcBef>
                <a:spcAft>
                  <a:spcPct val="0"/>
                </a:spcAft>
              </a:pPr>
              <a:t>Trigo (em grão)</a:t>
            </a:fld>
            <a:endParaRPr lang="pt-BR" sz="1300">
              <a:latin typeface="+mj-lt"/>
              <a:ea typeface="+mj-ea"/>
              <a:cs typeface="+mj-cs"/>
            </a:endParaRPr>
          </a:p>
        </p:txBody>
      </p:sp>
      <p:sp>
        <p:nvSpPr>
          <p:cNvPr id="244" name="Espaço Reservado para Texto 2">
            <a:extLst>
              <a:ext uri="{FF2B5EF4-FFF2-40B4-BE49-F238E27FC236}">
                <a16:creationId xmlns:a16="http://schemas.microsoft.com/office/drawing/2014/main" id="{45C63EF6-9E4A-1143-0343-911AEB14DBCC}"/>
              </a:ext>
            </a:extLst>
          </p:cNvPr>
          <p:cNvSpPr>
            <a:spLocks noGrp="1"/>
          </p:cNvSpPr>
          <p:nvPr>
            <p:custDataLst>
              <p:tags r:id="rId22"/>
            </p:custDataLst>
          </p:nvPr>
        </p:nvSpPr>
        <p:spPr bwMode="gray">
          <a:xfrm>
            <a:off x="2133600" y="5573713"/>
            <a:ext cx="285750" cy="198438"/>
          </a:xfrm>
          <a:prstGeom prst="rect">
            <a:avLst/>
          </a:prstGeom>
          <a:noFill/>
          <a:ln>
            <a:noFill/>
          </a:ln>
          <a:effectLst/>
          <a:extLst>
            <a:ext uri="{909E8E84-426E-40DD-AFC4-6F175D3DCCD1}">
              <a14:hiddenFill xmlns:a14="http://schemas.microsoft.com/office/drawing/2010/main">
                <a:solidFill>
                  <a:schemeClr val="bg1"/>
                </a:solidFill>
              </a14:hiddenFill>
            </a:ext>
          </a:extLst>
        </p:spPr>
        <p:txBody>
          <a:bodyPr vert="horz" wrap="none" lIns="23813" tIns="0" rIns="23813" bIns="0" rtlCol="0" anchor="ctr">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lgn="ctr">
              <a:spcBef>
                <a:spcPct val="0"/>
              </a:spcBef>
              <a:spcAft>
                <a:spcPct val="0"/>
              </a:spcAft>
            </a:pPr>
            <a:fld id="{24DABFC5-E2AC-4EFF-88CD-064EEFA9E756}" type="datetime'''5''''''''''''''''''''''''''''''''''''''''''%'''">
              <a:rPr lang="pt-BR" altLang="en-US" sz="1300" smtClean="0">
                <a:solidFill>
                  <a:schemeClr val="bg1"/>
                </a:solidFill>
                <a:latin typeface="+mj-lt"/>
                <a:ea typeface="+mj-ea"/>
                <a:cs typeface="+mj-cs"/>
              </a:rPr>
              <a:pPr lvl="0" algn="ctr">
                <a:spcBef>
                  <a:spcPct val="0"/>
                </a:spcBef>
                <a:spcAft>
                  <a:spcPct val="0"/>
                </a:spcAft>
              </a:pPr>
              <a:t>5%</a:t>
            </a:fld>
            <a:endParaRPr lang="pt-BR" sz="1300">
              <a:solidFill>
                <a:schemeClr val="bg1"/>
              </a:solidFill>
              <a:latin typeface="+mj-lt"/>
              <a:ea typeface="+mj-ea"/>
              <a:cs typeface="+mj-cs"/>
            </a:endParaRPr>
          </a:p>
        </p:txBody>
      </p:sp>
      <p:sp>
        <p:nvSpPr>
          <p:cNvPr id="200" name="Espaço Reservado para Texto 2">
            <a:extLst>
              <a:ext uri="{FF2B5EF4-FFF2-40B4-BE49-F238E27FC236}">
                <a16:creationId xmlns:a16="http://schemas.microsoft.com/office/drawing/2014/main" id="{917DE910-028B-35BA-6556-A2894DF265DF}"/>
              </a:ext>
            </a:extLst>
          </p:cNvPr>
          <p:cNvSpPr>
            <a:spLocks noGrp="1"/>
          </p:cNvSpPr>
          <p:nvPr>
            <p:custDataLst>
              <p:tags r:id="rId23"/>
            </p:custDataLst>
          </p:nvPr>
        </p:nvSpPr>
        <p:spPr bwMode="auto">
          <a:xfrm>
            <a:off x="674688" y="5573713"/>
            <a:ext cx="496888" cy="1984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spcBef>
                <a:spcPct val="0"/>
              </a:spcBef>
              <a:spcAft>
                <a:spcPct val="0"/>
              </a:spcAft>
            </a:pPr>
            <a:fld id="{492A9C17-C3FD-4FEE-AF35-F0876E60CE57}" type="datetime'O''''ut''''''''''''''''''''r''''''''''''''''''''o''''''''s'">
              <a:rPr lang="pt-BR" altLang="en-US" sz="1300" smtClean="0">
                <a:latin typeface="+mj-lt"/>
                <a:ea typeface="+mj-ea"/>
                <a:cs typeface="+mj-cs"/>
              </a:rPr>
              <a:pPr lvl="0">
                <a:spcBef>
                  <a:spcPct val="0"/>
                </a:spcBef>
                <a:spcAft>
                  <a:spcPct val="0"/>
                </a:spcAft>
              </a:pPr>
              <a:t>Outros</a:t>
            </a:fld>
            <a:endParaRPr lang="pt-BR" sz="1300">
              <a:latin typeface="+mj-lt"/>
              <a:ea typeface="+mj-ea"/>
              <a:cs typeface="+mj-cs"/>
            </a:endParaRPr>
          </a:p>
        </p:txBody>
      </p:sp>
      <p:sp>
        <p:nvSpPr>
          <p:cNvPr id="97" name="Espaço Reservado para Texto 2">
            <a:extLst>
              <a:ext uri="{FF2B5EF4-FFF2-40B4-BE49-F238E27FC236}">
                <a16:creationId xmlns:a16="http://schemas.microsoft.com/office/drawing/2014/main" id="{5ADC692E-6106-601E-8785-4FF41A085D48}"/>
              </a:ext>
            </a:extLst>
          </p:cNvPr>
          <p:cNvSpPr>
            <a:spLocks noGrp="1"/>
          </p:cNvSpPr>
          <p:nvPr>
            <p:custDataLst>
              <p:tags r:id="rId24"/>
            </p:custDataLst>
          </p:nvPr>
        </p:nvSpPr>
        <p:spPr bwMode="gray">
          <a:xfrm>
            <a:off x="4141788" y="2309813"/>
            <a:ext cx="461963" cy="1984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3813" tIns="0" rIns="23813" bIns="0" rtlCol="0" anchor="ctr">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spcBef>
                <a:spcPct val="0"/>
              </a:spcBef>
              <a:spcAft>
                <a:spcPct val="0"/>
              </a:spcAft>
            </a:pPr>
            <a:fld id="{9936D86A-EA4A-4CF3-9A47-0F507FB02DE3}" type="datetime'''''4''''''''''''''''''''''''''''''''''''.''''1''''9''0'''''''">
              <a:rPr lang="pt-BR" altLang="en-US" sz="1300" smtClean="0">
                <a:latin typeface="+mj-lt"/>
                <a:ea typeface="+mj-ea"/>
                <a:cs typeface="+mj-cs"/>
              </a:rPr>
              <a:pPr lvl="0">
                <a:spcBef>
                  <a:spcPct val="0"/>
                </a:spcBef>
                <a:spcAft>
                  <a:spcPct val="0"/>
                </a:spcAft>
              </a:pPr>
              <a:t>4.190</a:t>
            </a:fld>
            <a:endParaRPr lang="pt-BR" sz="1300" dirty="0">
              <a:latin typeface="+mj-lt"/>
              <a:ea typeface="+mj-ea"/>
              <a:cs typeface="+mj-cs"/>
            </a:endParaRPr>
          </a:p>
        </p:txBody>
      </p:sp>
      <p:sp>
        <p:nvSpPr>
          <p:cNvPr id="98" name="Espaço Reservado para Texto 2">
            <a:extLst>
              <a:ext uri="{FF2B5EF4-FFF2-40B4-BE49-F238E27FC236}">
                <a16:creationId xmlns:a16="http://schemas.microsoft.com/office/drawing/2014/main" id="{23698FF2-9F9D-09C0-C668-7E9CD1108E25}"/>
              </a:ext>
            </a:extLst>
          </p:cNvPr>
          <p:cNvSpPr>
            <a:spLocks noGrp="1"/>
          </p:cNvSpPr>
          <p:nvPr>
            <p:custDataLst>
              <p:tags r:id="rId25"/>
            </p:custDataLst>
          </p:nvPr>
        </p:nvSpPr>
        <p:spPr bwMode="gray">
          <a:xfrm>
            <a:off x="3241675" y="2717800"/>
            <a:ext cx="461963" cy="198438"/>
          </a:xfrm>
          <a:prstGeom prst="rect">
            <a:avLst/>
          </a:prstGeom>
          <a:noFill/>
          <a:ln>
            <a:noFill/>
          </a:ln>
          <a:effectLst/>
          <a:extLst>
            <a:ext uri="{909E8E84-426E-40DD-AFC4-6F175D3DCCD1}">
              <a14:hiddenFill xmlns:a14="http://schemas.microsoft.com/office/drawing/2010/main">
                <a:solidFill>
                  <a:schemeClr val="bg1"/>
                </a:solidFill>
              </a14:hiddenFill>
            </a:ext>
          </a:extLst>
        </p:spPr>
        <p:txBody>
          <a:bodyPr vert="horz" wrap="none" lIns="23813" tIns="0" rIns="23813" bIns="0" rtlCol="0" anchor="ctr">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spcBef>
                <a:spcPct val="0"/>
              </a:spcBef>
              <a:spcAft>
                <a:spcPct val="0"/>
              </a:spcAft>
            </a:pPr>
            <a:fld id="{2049D728-B9F9-421D-BB59-5A44560111EA}" type="datetime'''1''''''''''''''''''''.''''68''''''''''''''''''''''''''''4'">
              <a:rPr lang="pt-BR" altLang="en-US" sz="1300" smtClean="0">
                <a:latin typeface="+mj-lt"/>
                <a:ea typeface="+mj-ea"/>
                <a:cs typeface="+mj-cs"/>
              </a:rPr>
              <a:pPr lvl="0">
                <a:spcBef>
                  <a:spcPct val="0"/>
                </a:spcBef>
                <a:spcAft>
                  <a:spcPct val="0"/>
                </a:spcAft>
              </a:pPr>
              <a:t>1.684</a:t>
            </a:fld>
            <a:endParaRPr lang="pt-BR" sz="1300">
              <a:latin typeface="+mj-lt"/>
              <a:ea typeface="+mj-ea"/>
              <a:cs typeface="+mj-cs"/>
            </a:endParaRPr>
          </a:p>
        </p:txBody>
      </p:sp>
      <p:sp>
        <p:nvSpPr>
          <p:cNvPr id="99" name="Espaço Reservado para Texto 2">
            <a:extLst>
              <a:ext uri="{FF2B5EF4-FFF2-40B4-BE49-F238E27FC236}">
                <a16:creationId xmlns:a16="http://schemas.microsoft.com/office/drawing/2014/main" id="{55EC7FCF-D7E7-4B8A-5432-81E52A95A413}"/>
              </a:ext>
            </a:extLst>
          </p:cNvPr>
          <p:cNvSpPr>
            <a:spLocks noGrp="1"/>
          </p:cNvSpPr>
          <p:nvPr>
            <p:custDataLst>
              <p:tags r:id="rId26"/>
            </p:custDataLst>
          </p:nvPr>
        </p:nvSpPr>
        <p:spPr bwMode="gray">
          <a:xfrm>
            <a:off x="2911475" y="3125788"/>
            <a:ext cx="461963" cy="198438"/>
          </a:xfrm>
          <a:prstGeom prst="rect">
            <a:avLst/>
          </a:prstGeom>
          <a:noFill/>
          <a:ln>
            <a:noFill/>
          </a:ln>
          <a:effectLst/>
          <a:extLst>
            <a:ext uri="{909E8E84-426E-40DD-AFC4-6F175D3DCCD1}">
              <a14:hiddenFill xmlns:a14="http://schemas.microsoft.com/office/drawing/2010/main">
                <a:solidFill>
                  <a:schemeClr val="bg1"/>
                </a:solidFill>
              </a14:hiddenFill>
            </a:ext>
          </a:extLst>
        </p:spPr>
        <p:txBody>
          <a:bodyPr vert="horz" wrap="none" lIns="23813" tIns="0" rIns="23813" bIns="0" rtlCol="0" anchor="ctr">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spcBef>
                <a:spcPct val="0"/>
              </a:spcBef>
              <a:spcAft>
                <a:spcPct val="0"/>
              </a:spcAft>
            </a:pPr>
            <a:fld id="{ACF74ABB-AB24-4B40-8C09-278E6C6B3254}" type="datetime'''''''1''''''''''''.1''''''''''''''''7''''''2'''''''''''">
              <a:rPr lang="pt-BR" altLang="en-US" sz="1300" smtClean="0">
                <a:latin typeface="+mj-lt"/>
                <a:ea typeface="+mj-ea"/>
                <a:cs typeface="+mj-cs"/>
              </a:rPr>
              <a:pPr lvl="0">
                <a:spcBef>
                  <a:spcPct val="0"/>
                </a:spcBef>
                <a:spcAft>
                  <a:spcPct val="0"/>
                </a:spcAft>
              </a:pPr>
              <a:t>1.172</a:t>
            </a:fld>
            <a:endParaRPr lang="pt-BR" sz="1300">
              <a:latin typeface="+mj-lt"/>
              <a:ea typeface="+mj-ea"/>
              <a:cs typeface="+mj-cs"/>
            </a:endParaRPr>
          </a:p>
        </p:txBody>
      </p:sp>
      <p:sp>
        <p:nvSpPr>
          <p:cNvPr id="100" name="Espaço Reservado para Texto 2">
            <a:extLst>
              <a:ext uri="{FF2B5EF4-FFF2-40B4-BE49-F238E27FC236}">
                <a16:creationId xmlns:a16="http://schemas.microsoft.com/office/drawing/2014/main" id="{D78D74F1-D391-4AEB-2F27-F6C374833E61}"/>
              </a:ext>
            </a:extLst>
          </p:cNvPr>
          <p:cNvSpPr>
            <a:spLocks noGrp="1"/>
          </p:cNvSpPr>
          <p:nvPr>
            <p:custDataLst>
              <p:tags r:id="rId27"/>
            </p:custDataLst>
          </p:nvPr>
        </p:nvSpPr>
        <p:spPr bwMode="gray">
          <a:xfrm>
            <a:off x="2833688" y="3533775"/>
            <a:ext cx="461963" cy="1984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3813" tIns="0" rIns="23813" bIns="0" rtlCol="0" anchor="ctr">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spcBef>
                <a:spcPct val="0"/>
              </a:spcBef>
              <a:spcAft>
                <a:spcPct val="0"/>
              </a:spcAft>
            </a:pPr>
            <a:fld id="{36EC7E37-F799-4838-A4B5-655B5713ACA0}" type="datetime'''''''''''''''''''''1''''''''.''''''''''0''5''''''''''''0'''">
              <a:rPr lang="pt-BR" altLang="en-US" sz="1300" smtClean="0">
                <a:latin typeface="+mj-lt"/>
                <a:ea typeface="+mj-ea"/>
                <a:cs typeface="+mj-cs"/>
              </a:rPr>
              <a:pPr lvl="0">
                <a:spcBef>
                  <a:spcPct val="0"/>
                </a:spcBef>
                <a:spcAft>
                  <a:spcPct val="0"/>
                </a:spcAft>
              </a:pPr>
              <a:t>1.050</a:t>
            </a:fld>
            <a:endParaRPr lang="pt-BR" sz="1300">
              <a:latin typeface="+mj-lt"/>
              <a:ea typeface="+mj-ea"/>
              <a:cs typeface="+mj-cs"/>
            </a:endParaRPr>
          </a:p>
        </p:txBody>
      </p:sp>
      <p:sp>
        <p:nvSpPr>
          <p:cNvPr id="101" name="Espaço Reservado para Texto 2">
            <a:extLst>
              <a:ext uri="{FF2B5EF4-FFF2-40B4-BE49-F238E27FC236}">
                <a16:creationId xmlns:a16="http://schemas.microsoft.com/office/drawing/2014/main" id="{D1E76A5E-E3A0-384A-8289-73A6009FD1E6}"/>
              </a:ext>
            </a:extLst>
          </p:cNvPr>
          <p:cNvSpPr>
            <a:spLocks noGrp="1"/>
          </p:cNvSpPr>
          <p:nvPr>
            <p:custDataLst>
              <p:tags r:id="rId28"/>
            </p:custDataLst>
          </p:nvPr>
        </p:nvSpPr>
        <p:spPr bwMode="gray">
          <a:xfrm>
            <a:off x="2378075" y="3941763"/>
            <a:ext cx="323850" cy="198438"/>
          </a:xfrm>
          <a:prstGeom prst="rect">
            <a:avLst/>
          </a:prstGeom>
          <a:noFill/>
          <a:ln>
            <a:noFill/>
          </a:ln>
          <a:effectLst/>
          <a:extLst>
            <a:ext uri="{909E8E84-426E-40DD-AFC4-6F175D3DCCD1}">
              <a14:hiddenFill xmlns:a14="http://schemas.microsoft.com/office/drawing/2010/main">
                <a:solidFill>
                  <a:schemeClr val="bg1"/>
                </a:solidFill>
              </a14:hiddenFill>
            </a:ext>
          </a:extLst>
        </p:spPr>
        <p:txBody>
          <a:bodyPr vert="horz" wrap="none" lIns="23813" tIns="0" rIns="23813" bIns="0" rtlCol="0" anchor="ctr">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spcBef>
                <a:spcPct val="0"/>
              </a:spcBef>
              <a:spcAft>
                <a:spcPct val="0"/>
              </a:spcAft>
            </a:pPr>
            <a:fld id="{54A9D108-7B60-4962-9099-D09E0748C9A9}" type="datetime'''''''''''''''''''26''''5'''''''''''''">
              <a:rPr lang="pt-BR" altLang="en-US" sz="1300" smtClean="0">
                <a:latin typeface="+mj-lt"/>
                <a:ea typeface="+mj-ea"/>
                <a:cs typeface="+mj-cs"/>
              </a:rPr>
              <a:pPr lvl="0">
                <a:spcBef>
                  <a:spcPct val="0"/>
                </a:spcBef>
                <a:spcAft>
                  <a:spcPct val="0"/>
                </a:spcAft>
              </a:pPr>
              <a:t>265</a:t>
            </a:fld>
            <a:endParaRPr lang="pt-BR" sz="1300">
              <a:latin typeface="+mj-lt"/>
              <a:ea typeface="+mj-ea"/>
              <a:cs typeface="+mj-cs"/>
            </a:endParaRPr>
          </a:p>
        </p:txBody>
      </p:sp>
      <p:sp>
        <p:nvSpPr>
          <p:cNvPr id="102" name="Espaço Reservado para Texto 2">
            <a:extLst>
              <a:ext uri="{FF2B5EF4-FFF2-40B4-BE49-F238E27FC236}">
                <a16:creationId xmlns:a16="http://schemas.microsoft.com/office/drawing/2014/main" id="{F28071A7-78B4-3F84-38F8-F463281F358C}"/>
              </a:ext>
            </a:extLst>
          </p:cNvPr>
          <p:cNvSpPr>
            <a:spLocks noGrp="1"/>
          </p:cNvSpPr>
          <p:nvPr>
            <p:custDataLst>
              <p:tags r:id="rId29"/>
            </p:custDataLst>
          </p:nvPr>
        </p:nvSpPr>
        <p:spPr bwMode="gray">
          <a:xfrm>
            <a:off x="2362200" y="4349750"/>
            <a:ext cx="323850" cy="1984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3813" tIns="0" rIns="23813" bIns="0" rtlCol="0" anchor="ctr">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spcBef>
                <a:spcPct val="0"/>
              </a:spcBef>
              <a:spcAft>
                <a:spcPct val="0"/>
              </a:spcAft>
            </a:pPr>
            <a:fld id="{8440B9EB-F398-41AE-8523-E34171709583}" type="datetime'''''''2''''''1''''3'''''''''''''">
              <a:rPr lang="pt-BR" altLang="en-US" sz="1300" smtClean="0">
                <a:latin typeface="+mj-lt"/>
                <a:ea typeface="+mj-ea"/>
                <a:cs typeface="+mj-cs"/>
              </a:rPr>
              <a:pPr lvl="0">
                <a:spcBef>
                  <a:spcPct val="0"/>
                </a:spcBef>
                <a:spcAft>
                  <a:spcPct val="0"/>
                </a:spcAft>
              </a:pPr>
              <a:t>213</a:t>
            </a:fld>
            <a:endParaRPr lang="pt-BR" sz="1300">
              <a:latin typeface="+mj-lt"/>
              <a:ea typeface="+mj-ea"/>
              <a:cs typeface="+mj-cs"/>
            </a:endParaRPr>
          </a:p>
        </p:txBody>
      </p:sp>
      <p:sp>
        <p:nvSpPr>
          <p:cNvPr id="103" name="Espaço Reservado para Texto 2">
            <a:extLst>
              <a:ext uri="{FF2B5EF4-FFF2-40B4-BE49-F238E27FC236}">
                <a16:creationId xmlns:a16="http://schemas.microsoft.com/office/drawing/2014/main" id="{5606BC4E-F9CF-CC57-1399-7C296A06B91C}"/>
              </a:ext>
            </a:extLst>
          </p:cNvPr>
          <p:cNvSpPr>
            <a:spLocks noGrp="1"/>
          </p:cNvSpPr>
          <p:nvPr>
            <p:custDataLst>
              <p:tags r:id="rId30"/>
            </p:custDataLst>
          </p:nvPr>
        </p:nvSpPr>
        <p:spPr bwMode="gray">
          <a:xfrm>
            <a:off x="2349500" y="4757738"/>
            <a:ext cx="323850" cy="1984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3813" tIns="0" rIns="23813" bIns="0" rtlCol="0" anchor="ctr">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spcBef>
                <a:spcPct val="0"/>
              </a:spcBef>
              <a:spcAft>
                <a:spcPct val="0"/>
              </a:spcAft>
            </a:pPr>
            <a:fld id="{A3BB26FB-508B-467A-B14B-1ACD9D352711}" type="datetime'''''''''''''''''''''1''7''2'''''''''''''''''''''''''''">
              <a:rPr lang="pt-BR" altLang="en-US" sz="1300" smtClean="0">
                <a:latin typeface="+mj-lt"/>
                <a:ea typeface="+mj-ea"/>
                <a:cs typeface="+mj-cs"/>
              </a:rPr>
              <a:pPr lvl="0">
                <a:spcBef>
                  <a:spcPct val="0"/>
                </a:spcBef>
                <a:spcAft>
                  <a:spcPct val="0"/>
                </a:spcAft>
              </a:pPr>
              <a:t>172</a:t>
            </a:fld>
            <a:endParaRPr lang="pt-BR" sz="1300">
              <a:latin typeface="+mj-lt"/>
              <a:ea typeface="+mj-ea"/>
              <a:cs typeface="+mj-cs"/>
            </a:endParaRPr>
          </a:p>
        </p:txBody>
      </p:sp>
      <p:sp>
        <p:nvSpPr>
          <p:cNvPr id="104" name="Espaço Reservado para Texto 2">
            <a:extLst>
              <a:ext uri="{FF2B5EF4-FFF2-40B4-BE49-F238E27FC236}">
                <a16:creationId xmlns:a16="http://schemas.microsoft.com/office/drawing/2014/main" id="{E3FBBCED-ACB4-C469-EDFB-4A1AB2BE3790}"/>
              </a:ext>
            </a:extLst>
          </p:cNvPr>
          <p:cNvSpPr>
            <a:spLocks noGrp="1"/>
          </p:cNvSpPr>
          <p:nvPr>
            <p:custDataLst>
              <p:tags r:id="rId31"/>
            </p:custDataLst>
          </p:nvPr>
        </p:nvSpPr>
        <p:spPr bwMode="gray">
          <a:xfrm>
            <a:off x="2325688" y="5165725"/>
            <a:ext cx="231775" cy="1984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3813" tIns="0" rIns="23813" bIns="0" rtlCol="0" anchor="ctr">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spcBef>
                <a:spcPct val="0"/>
              </a:spcBef>
              <a:spcAft>
                <a:spcPct val="0"/>
              </a:spcAft>
            </a:pPr>
            <a:fld id="{DDCDA6EB-A597-4C93-94E7-C33FFE81F894}" type="datetime'''''''''9''''''''''8'''''''">
              <a:rPr lang="pt-BR" altLang="en-US" sz="1300" smtClean="0">
                <a:latin typeface="+mj-lt"/>
                <a:ea typeface="+mj-ea"/>
                <a:cs typeface="+mj-cs"/>
              </a:rPr>
              <a:pPr lvl="0">
                <a:spcBef>
                  <a:spcPct val="0"/>
                </a:spcBef>
                <a:spcAft>
                  <a:spcPct val="0"/>
                </a:spcAft>
              </a:pPr>
              <a:t>98</a:t>
            </a:fld>
            <a:endParaRPr lang="pt-BR" sz="1300">
              <a:latin typeface="+mj-lt"/>
              <a:ea typeface="+mj-ea"/>
              <a:cs typeface="+mj-cs"/>
            </a:endParaRPr>
          </a:p>
        </p:txBody>
      </p:sp>
      <p:sp>
        <p:nvSpPr>
          <p:cNvPr id="203" name="Espaço Reservado para Texto 2">
            <a:extLst>
              <a:ext uri="{FF2B5EF4-FFF2-40B4-BE49-F238E27FC236}">
                <a16:creationId xmlns:a16="http://schemas.microsoft.com/office/drawing/2014/main" id="{0D86F38E-00D3-2FD9-0853-2C104467CF06}"/>
              </a:ext>
            </a:extLst>
          </p:cNvPr>
          <p:cNvSpPr>
            <a:spLocks noGrp="1"/>
          </p:cNvSpPr>
          <p:nvPr>
            <p:custDataLst>
              <p:tags r:id="rId32"/>
            </p:custDataLst>
          </p:nvPr>
        </p:nvSpPr>
        <p:spPr bwMode="gray">
          <a:xfrm>
            <a:off x="2447925" y="5573713"/>
            <a:ext cx="323850" cy="1984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3813" tIns="0" rIns="23813" bIns="0" rtlCol="0" anchor="ctr">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spcBef>
                <a:spcPct val="0"/>
              </a:spcBef>
              <a:spcAft>
                <a:spcPct val="0"/>
              </a:spcAft>
            </a:pPr>
            <a:fld id="{B41D63CD-55B4-488C-AF97-F56BFF387B2C}" type="datetime'''''''''''''''''4''5''''''''''1'''''">
              <a:rPr lang="pt-BR" altLang="en-US" sz="1300" smtClean="0">
                <a:latin typeface="+mj-lt"/>
                <a:ea typeface="+mj-ea"/>
                <a:cs typeface="+mj-cs"/>
              </a:rPr>
              <a:pPr lvl="0">
                <a:spcBef>
                  <a:spcPct val="0"/>
                </a:spcBef>
                <a:spcAft>
                  <a:spcPct val="0"/>
                </a:spcAft>
              </a:pPr>
              <a:t>451</a:t>
            </a:fld>
            <a:endParaRPr lang="pt-BR" sz="1300">
              <a:latin typeface="+mj-lt"/>
              <a:ea typeface="+mj-ea"/>
              <a:cs typeface="+mj-cs"/>
            </a:endParaRPr>
          </a:p>
        </p:txBody>
      </p:sp>
      <p:sp>
        <p:nvSpPr>
          <p:cNvPr id="20" name="Elipse 19">
            <a:extLst>
              <a:ext uri="{FF2B5EF4-FFF2-40B4-BE49-F238E27FC236}">
                <a16:creationId xmlns:a16="http://schemas.microsoft.com/office/drawing/2014/main" id="{2ABF22AC-AAF4-6409-363B-FC7AB560E13E}"/>
              </a:ext>
            </a:extLst>
          </p:cNvPr>
          <p:cNvSpPr/>
          <p:nvPr/>
        </p:nvSpPr>
        <p:spPr>
          <a:xfrm>
            <a:off x="4785938" y="2263431"/>
            <a:ext cx="703508" cy="340265"/>
          </a:xfrm>
          <a:prstGeom prst="ellipse">
            <a:avLst/>
          </a:prstGeom>
          <a:solidFill>
            <a:schemeClr val="accent2"/>
          </a:solidFill>
          <a:ln w="19050">
            <a:solidFill>
              <a:schemeClr val="accent2"/>
            </a:solidFill>
            <a:miter lim="400000"/>
          </a:ln>
          <a:effectLst/>
        </p:spPr>
        <p:txBody>
          <a:bodyPr vert="horz" lIns="0" tIns="0" rIns="0" bIns="0" rtlCol="0" anchor="ctr"/>
          <a:lstStyle/>
          <a:p>
            <a:pPr algn="ctr"/>
            <a:r>
              <a:rPr lang="pt-BR" sz="1300" dirty="0">
                <a:solidFill>
                  <a:schemeClr val="bg1"/>
                </a:solidFill>
              </a:rPr>
              <a:t>42,4%</a:t>
            </a:r>
          </a:p>
        </p:txBody>
      </p:sp>
      <p:sp>
        <p:nvSpPr>
          <p:cNvPr id="28" name="Elipse 27">
            <a:extLst>
              <a:ext uri="{FF2B5EF4-FFF2-40B4-BE49-F238E27FC236}">
                <a16:creationId xmlns:a16="http://schemas.microsoft.com/office/drawing/2014/main" id="{9499A998-D760-B33F-7E48-DEEE921C647C}"/>
              </a:ext>
            </a:extLst>
          </p:cNvPr>
          <p:cNvSpPr/>
          <p:nvPr/>
        </p:nvSpPr>
        <p:spPr>
          <a:xfrm>
            <a:off x="4785938" y="2668815"/>
            <a:ext cx="703508" cy="340265"/>
          </a:xfrm>
          <a:prstGeom prst="ellipse">
            <a:avLst/>
          </a:prstGeom>
          <a:solidFill>
            <a:schemeClr val="accent2"/>
          </a:solidFill>
          <a:ln w="19050">
            <a:solidFill>
              <a:schemeClr val="accent2"/>
            </a:solidFill>
            <a:miter lim="400000"/>
          </a:ln>
          <a:effectLst/>
        </p:spPr>
        <p:txBody>
          <a:bodyPr vert="horz" lIns="0" tIns="0" rIns="0" bIns="0" rtlCol="0" anchor="ctr"/>
          <a:lstStyle/>
          <a:p>
            <a:pPr algn="ctr"/>
            <a:r>
              <a:rPr lang="pt-BR" sz="1300" dirty="0">
                <a:solidFill>
                  <a:schemeClr val="bg1"/>
                </a:solidFill>
              </a:rPr>
              <a:t>4,1%</a:t>
            </a:r>
          </a:p>
        </p:txBody>
      </p:sp>
      <p:sp>
        <p:nvSpPr>
          <p:cNvPr id="59" name="Elipse 58">
            <a:extLst>
              <a:ext uri="{FF2B5EF4-FFF2-40B4-BE49-F238E27FC236}">
                <a16:creationId xmlns:a16="http://schemas.microsoft.com/office/drawing/2014/main" id="{97D38884-5EF4-0FCD-E68B-905732A7CE31}"/>
              </a:ext>
            </a:extLst>
          </p:cNvPr>
          <p:cNvSpPr/>
          <p:nvPr/>
        </p:nvSpPr>
        <p:spPr>
          <a:xfrm>
            <a:off x="4785938" y="3074199"/>
            <a:ext cx="703508" cy="340265"/>
          </a:xfrm>
          <a:prstGeom prst="ellipse">
            <a:avLst/>
          </a:prstGeom>
          <a:solidFill>
            <a:schemeClr val="accent2"/>
          </a:solidFill>
          <a:ln w="19050">
            <a:solidFill>
              <a:schemeClr val="accent2"/>
            </a:solidFill>
            <a:miter lim="400000"/>
          </a:ln>
          <a:effectLst/>
        </p:spPr>
        <p:txBody>
          <a:bodyPr vert="horz" lIns="0" tIns="0" rIns="0" bIns="0" rtlCol="0" anchor="ctr"/>
          <a:lstStyle/>
          <a:p>
            <a:pPr algn="ctr"/>
            <a:r>
              <a:rPr lang="pt-BR" sz="1300" dirty="0">
                <a:solidFill>
                  <a:schemeClr val="bg1"/>
                </a:solidFill>
              </a:rPr>
              <a:t>5,5%</a:t>
            </a:r>
          </a:p>
        </p:txBody>
      </p:sp>
      <p:sp>
        <p:nvSpPr>
          <p:cNvPr id="62" name="Elipse 61">
            <a:extLst>
              <a:ext uri="{FF2B5EF4-FFF2-40B4-BE49-F238E27FC236}">
                <a16:creationId xmlns:a16="http://schemas.microsoft.com/office/drawing/2014/main" id="{6163B7FA-8AD8-5063-E564-ACA143F65AD2}"/>
              </a:ext>
            </a:extLst>
          </p:cNvPr>
          <p:cNvSpPr/>
          <p:nvPr/>
        </p:nvSpPr>
        <p:spPr>
          <a:xfrm>
            <a:off x="4785938" y="3884967"/>
            <a:ext cx="703508" cy="340265"/>
          </a:xfrm>
          <a:prstGeom prst="ellipse">
            <a:avLst/>
          </a:prstGeom>
          <a:solidFill>
            <a:schemeClr val="accent2"/>
          </a:solidFill>
          <a:ln w="19050">
            <a:solidFill>
              <a:schemeClr val="accent2"/>
            </a:solidFill>
            <a:miter lim="400000"/>
          </a:ln>
          <a:effectLst/>
        </p:spPr>
        <p:txBody>
          <a:bodyPr vert="horz" lIns="0" tIns="0" rIns="0" bIns="0" rtlCol="0" anchor="ctr"/>
          <a:lstStyle/>
          <a:p>
            <a:pPr algn="ctr"/>
            <a:r>
              <a:rPr lang="pt-BR" sz="1300" dirty="0">
                <a:solidFill>
                  <a:schemeClr val="bg1"/>
                </a:solidFill>
              </a:rPr>
              <a:t>46,4%</a:t>
            </a:r>
          </a:p>
        </p:txBody>
      </p:sp>
      <p:sp>
        <p:nvSpPr>
          <p:cNvPr id="63" name="Elipse 62">
            <a:extLst>
              <a:ext uri="{FF2B5EF4-FFF2-40B4-BE49-F238E27FC236}">
                <a16:creationId xmlns:a16="http://schemas.microsoft.com/office/drawing/2014/main" id="{720424AC-14BB-B193-ED32-BF89AE8CAB39}"/>
              </a:ext>
            </a:extLst>
          </p:cNvPr>
          <p:cNvSpPr/>
          <p:nvPr/>
        </p:nvSpPr>
        <p:spPr>
          <a:xfrm>
            <a:off x="4785938" y="4290351"/>
            <a:ext cx="703508" cy="340265"/>
          </a:xfrm>
          <a:prstGeom prst="ellipse">
            <a:avLst/>
          </a:prstGeom>
          <a:solidFill>
            <a:schemeClr val="accent2"/>
          </a:solidFill>
          <a:ln w="19050">
            <a:solidFill>
              <a:schemeClr val="accent2"/>
            </a:solidFill>
            <a:miter lim="400000"/>
          </a:ln>
          <a:effectLst/>
        </p:spPr>
        <p:txBody>
          <a:bodyPr vert="horz" lIns="0" tIns="0" rIns="0" bIns="0" rtlCol="0" anchor="ctr"/>
          <a:lstStyle/>
          <a:p>
            <a:pPr algn="ctr"/>
            <a:r>
              <a:rPr lang="pt-BR" sz="1300" dirty="0">
                <a:solidFill>
                  <a:schemeClr val="bg1"/>
                </a:solidFill>
              </a:rPr>
              <a:t>20,3%</a:t>
            </a:r>
          </a:p>
        </p:txBody>
      </p:sp>
      <p:sp>
        <p:nvSpPr>
          <p:cNvPr id="64" name="Elipse 63">
            <a:extLst>
              <a:ext uri="{FF2B5EF4-FFF2-40B4-BE49-F238E27FC236}">
                <a16:creationId xmlns:a16="http://schemas.microsoft.com/office/drawing/2014/main" id="{C667934F-58D7-C25E-DED0-F19CFFC00B58}"/>
              </a:ext>
            </a:extLst>
          </p:cNvPr>
          <p:cNvSpPr/>
          <p:nvPr/>
        </p:nvSpPr>
        <p:spPr>
          <a:xfrm>
            <a:off x="4785938" y="4695735"/>
            <a:ext cx="703508" cy="340265"/>
          </a:xfrm>
          <a:prstGeom prst="ellipse">
            <a:avLst/>
          </a:prstGeom>
          <a:solidFill>
            <a:schemeClr val="accent2"/>
          </a:solidFill>
          <a:ln w="19050">
            <a:solidFill>
              <a:schemeClr val="accent2"/>
            </a:solidFill>
            <a:miter lim="400000"/>
          </a:ln>
          <a:effectLst/>
        </p:spPr>
        <p:txBody>
          <a:bodyPr vert="horz" lIns="0" tIns="0" rIns="0" bIns="0" rtlCol="0" anchor="ctr"/>
          <a:lstStyle/>
          <a:p>
            <a:pPr algn="ctr"/>
            <a:r>
              <a:rPr lang="pt-BR" sz="1300" dirty="0">
                <a:solidFill>
                  <a:schemeClr val="bg1"/>
                </a:solidFill>
              </a:rPr>
              <a:t>6,4%</a:t>
            </a:r>
          </a:p>
        </p:txBody>
      </p:sp>
      <p:sp>
        <p:nvSpPr>
          <p:cNvPr id="66" name="Elipse 65">
            <a:extLst>
              <a:ext uri="{FF2B5EF4-FFF2-40B4-BE49-F238E27FC236}">
                <a16:creationId xmlns:a16="http://schemas.microsoft.com/office/drawing/2014/main" id="{DAB0016A-E8A3-2EA7-4CE4-FBCB23A7EDBA}"/>
              </a:ext>
            </a:extLst>
          </p:cNvPr>
          <p:cNvSpPr/>
          <p:nvPr/>
        </p:nvSpPr>
        <p:spPr>
          <a:xfrm>
            <a:off x="4785938" y="5101122"/>
            <a:ext cx="703508" cy="340265"/>
          </a:xfrm>
          <a:prstGeom prst="ellipse">
            <a:avLst/>
          </a:prstGeom>
          <a:solidFill>
            <a:schemeClr val="accent2"/>
          </a:solidFill>
          <a:ln w="19050">
            <a:solidFill>
              <a:schemeClr val="accent2"/>
            </a:solidFill>
            <a:miter lim="400000"/>
          </a:ln>
          <a:effectLst/>
        </p:spPr>
        <p:txBody>
          <a:bodyPr vert="horz" lIns="0" tIns="0" rIns="0" bIns="0" rtlCol="0" anchor="ctr"/>
          <a:lstStyle/>
          <a:p>
            <a:pPr algn="ctr"/>
            <a:r>
              <a:rPr lang="pt-BR" sz="1300" dirty="0">
                <a:solidFill>
                  <a:schemeClr val="bg1"/>
                </a:solidFill>
              </a:rPr>
              <a:t>3,1%</a:t>
            </a:r>
          </a:p>
        </p:txBody>
      </p:sp>
      <p:sp>
        <p:nvSpPr>
          <p:cNvPr id="67" name="Elipse 66">
            <a:extLst>
              <a:ext uri="{FF2B5EF4-FFF2-40B4-BE49-F238E27FC236}">
                <a16:creationId xmlns:a16="http://schemas.microsoft.com/office/drawing/2014/main" id="{506AD8DE-5506-7771-9333-93A2C24F4EE6}"/>
              </a:ext>
            </a:extLst>
          </p:cNvPr>
          <p:cNvSpPr/>
          <p:nvPr/>
        </p:nvSpPr>
        <p:spPr>
          <a:xfrm>
            <a:off x="4785938" y="3479583"/>
            <a:ext cx="703508" cy="340265"/>
          </a:xfrm>
          <a:prstGeom prst="ellipse">
            <a:avLst/>
          </a:prstGeom>
          <a:solidFill>
            <a:schemeClr val="accent2"/>
          </a:solidFill>
          <a:ln w="19050">
            <a:solidFill>
              <a:schemeClr val="accent2"/>
            </a:solidFill>
            <a:miter lim="400000"/>
          </a:ln>
          <a:effectLst/>
        </p:spPr>
        <p:txBody>
          <a:bodyPr vert="horz" lIns="0" tIns="0" rIns="0" bIns="0" rtlCol="0" anchor="ctr"/>
          <a:lstStyle/>
          <a:p>
            <a:pPr algn="ctr"/>
            <a:r>
              <a:rPr lang="pt-BR" sz="1300" dirty="0">
                <a:solidFill>
                  <a:schemeClr val="bg1"/>
                </a:solidFill>
              </a:rPr>
              <a:t>56,0%</a:t>
            </a:r>
          </a:p>
        </p:txBody>
      </p:sp>
      <p:sp>
        <p:nvSpPr>
          <p:cNvPr id="69" name="Elipse 68">
            <a:extLst>
              <a:ext uri="{FF2B5EF4-FFF2-40B4-BE49-F238E27FC236}">
                <a16:creationId xmlns:a16="http://schemas.microsoft.com/office/drawing/2014/main" id="{05C4C2D8-2A71-2382-7057-A9179A889E73}"/>
              </a:ext>
            </a:extLst>
          </p:cNvPr>
          <p:cNvSpPr/>
          <p:nvPr/>
        </p:nvSpPr>
        <p:spPr>
          <a:xfrm>
            <a:off x="3085465" y="1861671"/>
            <a:ext cx="304044" cy="183101"/>
          </a:xfrm>
          <a:prstGeom prst="ellipse">
            <a:avLst/>
          </a:prstGeom>
          <a:solidFill>
            <a:schemeClr val="accent2"/>
          </a:solidFill>
          <a:ln w="19050">
            <a:solidFill>
              <a:schemeClr val="accent2"/>
            </a:solidFill>
            <a:miter lim="400000"/>
          </a:ln>
          <a:effectLst/>
        </p:spPr>
        <p:txBody>
          <a:bodyPr lIns="0" tIns="0" rIns="0" bIns="0" rtlCol="0" anchor="ctr"/>
          <a:lstStyle/>
          <a:p>
            <a:pPr algn="ctr"/>
            <a:endParaRPr lang="pt-BR" sz="1300" dirty="0">
              <a:solidFill>
                <a:schemeClr val="bg1"/>
              </a:solidFill>
            </a:endParaRPr>
          </a:p>
        </p:txBody>
      </p:sp>
      <p:sp>
        <p:nvSpPr>
          <p:cNvPr id="107" name="Rectángulo 3">
            <a:extLst>
              <a:ext uri="{FF2B5EF4-FFF2-40B4-BE49-F238E27FC236}">
                <a16:creationId xmlns:a16="http://schemas.microsoft.com/office/drawing/2014/main" id="{BBCDC36B-27D6-6FF5-F6F6-C0F5A01417D0}"/>
              </a:ext>
            </a:extLst>
          </p:cNvPr>
          <p:cNvSpPr/>
          <p:nvPr/>
        </p:nvSpPr>
        <p:spPr>
          <a:xfrm>
            <a:off x="5711367" y="985294"/>
            <a:ext cx="6480634" cy="5050781"/>
          </a:xfrm>
          <a:prstGeom prst="rect">
            <a:avLst/>
          </a:prstGeom>
          <a:noFill/>
          <a:ln w="12700">
            <a:solidFill>
              <a:schemeClr val="accent4"/>
            </a:solidFill>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500" b="0" i="0" u="none" strike="noStrike" kern="1200" cap="none" spc="0" normalizeH="0" baseline="0" noProof="0" err="1">
              <a:ln>
                <a:noFill/>
              </a:ln>
              <a:solidFill>
                <a:prstClr val="white"/>
              </a:solidFill>
              <a:effectLst/>
              <a:uLnTx/>
              <a:uFillTx/>
              <a:latin typeface="Arial"/>
              <a:ea typeface="+mn-ea"/>
              <a:cs typeface="+mn-cs"/>
            </a:endParaRPr>
          </a:p>
        </p:txBody>
      </p:sp>
      <p:sp>
        <p:nvSpPr>
          <p:cNvPr id="94" name="CaixaDeTexto 93">
            <a:extLst>
              <a:ext uri="{FF2B5EF4-FFF2-40B4-BE49-F238E27FC236}">
                <a16:creationId xmlns:a16="http://schemas.microsoft.com/office/drawing/2014/main" id="{03D67632-C75F-3478-9693-2D35E6DE56DC}"/>
              </a:ext>
            </a:extLst>
          </p:cNvPr>
          <p:cNvSpPr txBox="1"/>
          <p:nvPr/>
        </p:nvSpPr>
        <p:spPr bwMode="auto">
          <a:xfrm>
            <a:off x="3406082" y="1747405"/>
            <a:ext cx="2102155" cy="400110"/>
          </a:xfrm>
          <a:prstGeom prst="rect">
            <a:avLst/>
          </a:prstGeom>
          <a:noFill/>
          <a:ln w="9525">
            <a:noFill/>
            <a:miter lim="800000"/>
            <a:headEnd/>
            <a:tailEnd/>
          </a:ln>
        </p:spPr>
        <p:txBody>
          <a:bodyPr wrap="square">
            <a:spAutoFit/>
          </a:bodyPr>
          <a:lstStyle/>
          <a:p>
            <a:r>
              <a:rPr lang="pt-BR" sz="1000" dirty="0">
                <a:latin typeface="+mj-lt"/>
              </a:rPr>
              <a:t>Área plantada ao redor de Pratápolis/área total nacional (%)</a:t>
            </a:r>
            <a:endParaRPr lang="pt-BR" sz="1200" dirty="0"/>
          </a:p>
        </p:txBody>
      </p:sp>
      <p:grpSp>
        <p:nvGrpSpPr>
          <p:cNvPr id="57" name="Agrupar 56">
            <a:extLst>
              <a:ext uri="{FF2B5EF4-FFF2-40B4-BE49-F238E27FC236}">
                <a16:creationId xmlns:a16="http://schemas.microsoft.com/office/drawing/2014/main" id="{C248A71D-C006-CBD5-3837-78B068744B26}"/>
              </a:ext>
            </a:extLst>
          </p:cNvPr>
          <p:cNvGrpSpPr/>
          <p:nvPr/>
        </p:nvGrpSpPr>
        <p:grpSpPr>
          <a:xfrm>
            <a:off x="8823488" y="1830347"/>
            <a:ext cx="3141498" cy="297716"/>
            <a:chOff x="8823488" y="1768001"/>
            <a:chExt cx="3141498" cy="297716"/>
          </a:xfrm>
        </p:grpSpPr>
        <p:sp>
          <p:nvSpPr>
            <p:cNvPr id="214" name="CuadroTexto 213">
              <a:extLst>
                <a:ext uri="{FF2B5EF4-FFF2-40B4-BE49-F238E27FC236}">
                  <a16:creationId xmlns:a16="http://schemas.microsoft.com/office/drawing/2014/main" id="{B63DF220-9892-CE43-51D4-18E34AA771D6}"/>
                </a:ext>
              </a:extLst>
            </p:cNvPr>
            <p:cNvSpPr txBox="1"/>
            <p:nvPr/>
          </p:nvSpPr>
          <p:spPr bwMode="auto">
            <a:xfrm>
              <a:off x="8823488" y="1911829"/>
              <a:ext cx="70532" cy="153888"/>
            </a:xfrm>
            <a:prstGeom prst="rect">
              <a:avLst/>
            </a:prstGeom>
            <a:noFill/>
            <a:ln w="9525">
              <a:noFill/>
              <a:miter lim="800000"/>
              <a:headEnd/>
              <a:tailEnd/>
            </a:ln>
          </p:spPr>
          <p:txBody>
            <a:bodyPr vert="horz" wrap="none" lIns="0" tIns="0" rIns="0" bIns="0" numCol="1" rtlCol="0" anchor="ctr" anchorCtr="0" compatLnSpc="1">
              <a:prstTxWarp prst="textNoShape">
                <a:avLst/>
              </a:prstTxWarp>
              <a:spAutoFit/>
            </a:bodyPr>
            <a:lstStyle/>
            <a:p>
              <a:pPr algn="ctr">
                <a:spcBef>
                  <a:spcPts val="0"/>
                </a:spcBef>
                <a:spcAft>
                  <a:spcPts val="600"/>
                </a:spcAft>
              </a:pPr>
              <a:r>
                <a:rPr lang="pt-BR" sz="1000" kern="0"/>
                <a:t>0</a:t>
              </a:r>
            </a:p>
          </p:txBody>
        </p:sp>
        <p:sp>
          <p:nvSpPr>
            <p:cNvPr id="215" name="CuadroTexto 214">
              <a:extLst>
                <a:ext uri="{FF2B5EF4-FFF2-40B4-BE49-F238E27FC236}">
                  <a16:creationId xmlns:a16="http://schemas.microsoft.com/office/drawing/2014/main" id="{0D775821-C60D-E497-A42C-65D5C5FBD122}"/>
                </a:ext>
              </a:extLst>
            </p:cNvPr>
            <p:cNvSpPr txBox="1"/>
            <p:nvPr/>
          </p:nvSpPr>
          <p:spPr bwMode="auto">
            <a:xfrm>
              <a:off x="11753390" y="1911828"/>
              <a:ext cx="211596" cy="153888"/>
            </a:xfrm>
            <a:prstGeom prst="rect">
              <a:avLst/>
            </a:prstGeom>
            <a:noFill/>
            <a:ln w="9525">
              <a:noFill/>
              <a:miter lim="800000"/>
              <a:headEnd/>
              <a:tailEnd/>
            </a:ln>
          </p:spPr>
          <p:txBody>
            <a:bodyPr vert="horz" wrap="none" lIns="0" tIns="0" rIns="0" bIns="0" numCol="1" rtlCol="0" anchor="ctr" anchorCtr="0" compatLnSpc="1">
              <a:prstTxWarp prst="textNoShape">
                <a:avLst/>
              </a:prstTxWarp>
              <a:spAutoFit/>
            </a:bodyPr>
            <a:lstStyle/>
            <a:p>
              <a:pPr algn="r">
                <a:spcBef>
                  <a:spcPts val="0"/>
                </a:spcBef>
                <a:spcAft>
                  <a:spcPts val="600"/>
                </a:spcAft>
              </a:pPr>
              <a:r>
                <a:rPr lang="pt-BR" sz="1000" kern="0"/>
                <a:t>250</a:t>
              </a:r>
            </a:p>
          </p:txBody>
        </p:sp>
        <p:pic>
          <p:nvPicPr>
            <p:cNvPr id="55" name="Imagem 54" descr="Gráfico&#10;&#10;Descrição gerada automaticamente">
              <a:extLst>
                <a:ext uri="{FF2B5EF4-FFF2-40B4-BE49-F238E27FC236}">
                  <a16:creationId xmlns:a16="http://schemas.microsoft.com/office/drawing/2014/main" id="{65454E85-1C34-CE32-CFEA-454EC3304218}"/>
                </a:ext>
              </a:extLst>
            </p:cNvPr>
            <p:cNvPicPr>
              <a:picLocks noChangeAspect="1"/>
            </p:cNvPicPr>
            <p:nvPr/>
          </p:nvPicPr>
          <p:blipFill rotWithShape="1">
            <a:blip r:embed="rId48" cstate="screen">
              <a:extLst>
                <a:ext uri="{28A0092B-C50C-407E-A947-70E740481C1C}">
                  <a14:useLocalDpi xmlns:a14="http://schemas.microsoft.com/office/drawing/2010/main"/>
                </a:ext>
              </a:extLst>
            </a:blip>
            <a:srcRect/>
            <a:stretch/>
          </p:blipFill>
          <p:spPr>
            <a:xfrm rot="5400000">
              <a:off x="10337352" y="262056"/>
              <a:ext cx="121689" cy="3133579"/>
            </a:xfrm>
            <a:prstGeom prst="rect">
              <a:avLst/>
            </a:prstGeom>
            <a:ln>
              <a:solidFill>
                <a:srgbClr val="99C1DD"/>
              </a:solidFill>
            </a:ln>
          </p:spPr>
        </p:pic>
      </p:grpSp>
    </p:spTree>
    <p:extLst>
      <p:ext uri="{BB962C8B-B14F-4D97-AF65-F5344CB8AC3E}">
        <p14:creationId xmlns:p14="http://schemas.microsoft.com/office/powerpoint/2010/main" val="41729307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A93B9C9C-FA0F-E2D0-4999-DF389F3C5A68}"/>
              </a:ext>
            </a:extLst>
          </p:cNvPr>
          <p:cNvGraphicFramePr>
            <a:graphicFrameLocks noChangeAspect="1"/>
          </p:cNvGraphicFramePr>
          <p:nvPr>
            <p:custDataLst>
              <p:tags r:id="rId1"/>
            </p:custDataLst>
            <p:extLst>
              <p:ext uri="{D42A27DB-BD31-4B8C-83A1-F6EECF244321}">
                <p14:modId xmlns:p14="http://schemas.microsoft.com/office/powerpoint/2010/main" val="140352479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Slide do think-cell" r:id="rId38" imgW="425" imgH="424" progId="TCLayout.ActiveDocument.1">
                  <p:embed/>
                </p:oleObj>
              </mc:Choice>
              <mc:Fallback>
                <p:oleObj name="Slide do think-cell" r:id="rId38" imgW="425" imgH="424" progId="TCLayout.ActiveDocument.1">
                  <p:embed/>
                  <p:pic>
                    <p:nvPicPr>
                      <p:cNvPr id="5" name="think-cell data - do not delete" hidden="1">
                        <a:extLst>
                          <a:ext uri="{FF2B5EF4-FFF2-40B4-BE49-F238E27FC236}">
                            <a16:creationId xmlns:a16="http://schemas.microsoft.com/office/drawing/2014/main" id="{A93B9C9C-FA0F-E2D0-4999-DF389F3C5A68}"/>
                          </a:ext>
                        </a:extLst>
                      </p:cNvPr>
                      <p:cNvPicPr/>
                      <p:nvPr/>
                    </p:nvPicPr>
                    <p:blipFill>
                      <a:blip r:embed="rId39"/>
                      <a:stretch>
                        <a:fillRect/>
                      </a:stretch>
                    </p:blipFill>
                    <p:spPr>
                      <a:xfrm>
                        <a:off x="1588" y="1588"/>
                        <a:ext cx="1588" cy="1588"/>
                      </a:xfrm>
                      <a:prstGeom prst="rect">
                        <a:avLst/>
                      </a:prstGeom>
                    </p:spPr>
                  </p:pic>
                </p:oleObj>
              </mc:Fallback>
            </mc:AlternateContent>
          </a:graphicData>
        </a:graphic>
      </p:graphicFrame>
      <p:pic>
        <p:nvPicPr>
          <p:cNvPr id="458" name="Imagem 457" descr="Mapa&#10;&#10;Descrição gerada automaticamente">
            <a:extLst>
              <a:ext uri="{FF2B5EF4-FFF2-40B4-BE49-F238E27FC236}">
                <a16:creationId xmlns:a16="http://schemas.microsoft.com/office/drawing/2014/main" id="{A1DF2CCC-7AAE-A2AC-6F6D-580ABBE50A36}"/>
              </a:ext>
            </a:extLst>
          </p:cNvPr>
          <p:cNvPicPr>
            <a:picLocks noChangeAspect="1"/>
          </p:cNvPicPr>
          <p:nvPr/>
        </p:nvPicPr>
        <p:blipFill rotWithShape="1">
          <a:blip r:embed="rId40"/>
          <a:srcRect l="7462" t="16359" r="26016" b="16359"/>
          <a:stretch/>
        </p:blipFill>
        <p:spPr>
          <a:xfrm>
            <a:off x="6371788" y="821925"/>
            <a:ext cx="5015138" cy="5307552"/>
          </a:xfrm>
          <a:prstGeom prst="rect">
            <a:avLst/>
          </a:prstGeom>
        </p:spPr>
      </p:pic>
      <p:sp>
        <p:nvSpPr>
          <p:cNvPr id="29" name="Rectangle 1007">
            <a:extLst>
              <a:ext uri="{FF2B5EF4-FFF2-40B4-BE49-F238E27FC236}">
                <a16:creationId xmlns:a16="http://schemas.microsoft.com/office/drawing/2014/main" id="{2C276D34-C141-4E55-AFBB-D5815ACF9614}"/>
              </a:ext>
            </a:extLst>
          </p:cNvPr>
          <p:cNvSpPr/>
          <p:nvPr/>
        </p:nvSpPr>
        <p:spPr>
          <a:xfrm>
            <a:off x="-1" y="2009774"/>
            <a:ext cx="5753807" cy="3952876"/>
          </a:xfrm>
          <a:prstGeom prst="rect">
            <a:avLst/>
          </a:prstGeom>
          <a:solidFill>
            <a:schemeClr val="bg2">
              <a:lumMod val="95000"/>
            </a:schemeClr>
          </a:solidFill>
          <a:ln w="12700">
            <a:noFill/>
            <a:miter lim="400000"/>
          </a:ln>
          <a:effectLst/>
        </p:spPr>
        <p:txBody>
          <a:bodyPr lIns="108000" tIns="72000" rIns="108000" bIns="72000" rtlCol="0" anchor="ctr" anchorCtr="1"/>
          <a:lstStyle/>
          <a:p>
            <a:pPr marL="0" lvl="1">
              <a:spcBef>
                <a:spcPts val="600"/>
              </a:spcBef>
              <a:spcAft>
                <a:spcPts val="0"/>
              </a:spcAft>
              <a:buClrTx/>
            </a:pPr>
            <a:endParaRPr lang="pt-BR" sz="1300" dirty="0">
              <a:latin typeface="+mj-lt"/>
            </a:endParaRPr>
          </a:p>
        </p:txBody>
      </p:sp>
      <p:sp>
        <p:nvSpPr>
          <p:cNvPr id="3" name="Título 2">
            <a:extLst>
              <a:ext uri="{FF2B5EF4-FFF2-40B4-BE49-F238E27FC236}">
                <a16:creationId xmlns:a16="http://schemas.microsoft.com/office/drawing/2014/main" id="{5495184C-2FEC-134A-0EA2-79882024C713}"/>
              </a:ext>
            </a:extLst>
          </p:cNvPr>
          <p:cNvSpPr>
            <a:spLocks noGrp="1"/>
          </p:cNvSpPr>
          <p:nvPr>
            <p:ph type="title"/>
          </p:nvPr>
        </p:nvSpPr>
        <p:spPr>
          <a:xfrm>
            <a:off x="479425" y="225425"/>
            <a:ext cx="11485563" cy="615553"/>
          </a:xfrm>
        </p:spPr>
        <p:txBody>
          <a:bodyPr vert="horz"/>
          <a:lstStyle/>
          <a:p>
            <a:r>
              <a:rPr lang="pt-BR" dirty="0"/>
              <a:t>Mina de Pratápolis também poderia explorar mercados em mesorregiões de Goiás, Mato Grosso, Mato Grosso do Sul ou Paraná – principalmente no Sul Goiano</a:t>
            </a:r>
          </a:p>
        </p:txBody>
      </p:sp>
      <p:grpSp>
        <p:nvGrpSpPr>
          <p:cNvPr id="30" name="Group 17">
            <a:extLst>
              <a:ext uri="{FF2B5EF4-FFF2-40B4-BE49-F238E27FC236}">
                <a16:creationId xmlns:a16="http://schemas.microsoft.com/office/drawing/2014/main" id="{FF3D2E70-6566-483A-FBC6-41664B7C7828}"/>
              </a:ext>
            </a:extLst>
          </p:cNvPr>
          <p:cNvGrpSpPr/>
          <p:nvPr/>
        </p:nvGrpSpPr>
        <p:grpSpPr>
          <a:xfrm>
            <a:off x="293688" y="1298275"/>
            <a:ext cx="5000524" cy="436461"/>
            <a:chOff x="420586" y="1284186"/>
            <a:chExt cx="11351885" cy="436461"/>
          </a:xfrm>
        </p:grpSpPr>
        <p:cxnSp>
          <p:nvCxnSpPr>
            <p:cNvPr id="31" name="AutoShape 249">
              <a:extLst>
                <a:ext uri="{FF2B5EF4-FFF2-40B4-BE49-F238E27FC236}">
                  <a16:creationId xmlns:a16="http://schemas.microsoft.com/office/drawing/2014/main" id="{C21343CB-99A1-0D80-F7AB-4C0E0B660EE3}"/>
                </a:ext>
              </a:extLst>
            </p:cNvPr>
            <p:cNvCxnSpPr>
              <a:cxnSpLocks noChangeShapeType="1"/>
            </p:cNvCxnSpPr>
            <p:nvPr/>
          </p:nvCxnSpPr>
          <p:spPr bwMode="auto">
            <a:xfrm>
              <a:off x="420586" y="1720647"/>
              <a:ext cx="11351885" cy="0"/>
            </a:xfrm>
            <a:prstGeom prst="straightConnector1">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32" name="Rectangle 8">
              <a:extLst>
                <a:ext uri="{FF2B5EF4-FFF2-40B4-BE49-F238E27FC236}">
                  <a16:creationId xmlns:a16="http://schemas.microsoft.com/office/drawing/2014/main" id="{29D7AAE3-0C0D-758A-3219-C9B586932661}"/>
                </a:ext>
              </a:extLst>
            </p:cNvPr>
            <p:cNvSpPr>
              <a:spLocks noChangeArrowheads="1"/>
            </p:cNvSpPr>
            <p:nvPr/>
          </p:nvSpPr>
          <p:spPr bwMode="auto">
            <a:xfrm>
              <a:off x="420586" y="1284186"/>
              <a:ext cx="11351885" cy="43646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36000" anchor="b">
              <a:spAutoFit/>
            </a:bodyPr>
            <a:lstStyle>
              <a:lvl1pPr defTabSz="787400" eaLnBrk="0" hangingPunct="0">
                <a:defRPr sz="1600">
                  <a:solidFill>
                    <a:schemeClr val="tx1"/>
                  </a:solidFill>
                  <a:latin typeface="Arial" charset="0"/>
                  <a:ea typeface="-윤고딕130" pitchFamily="18" charset="-127"/>
                </a:defRPr>
              </a:lvl1pPr>
              <a:lvl2pPr marL="742950" indent="-285750" defTabSz="787400" eaLnBrk="0" hangingPunct="0">
                <a:defRPr sz="1600">
                  <a:solidFill>
                    <a:schemeClr val="tx1"/>
                  </a:solidFill>
                  <a:latin typeface="Arial" charset="0"/>
                  <a:ea typeface="-윤고딕130" pitchFamily="18" charset="-127"/>
                </a:defRPr>
              </a:lvl2pPr>
              <a:lvl3pPr marL="1143000" indent="-228600" defTabSz="787400" eaLnBrk="0" hangingPunct="0">
                <a:defRPr sz="1600">
                  <a:solidFill>
                    <a:schemeClr val="tx1"/>
                  </a:solidFill>
                  <a:latin typeface="Arial" charset="0"/>
                  <a:ea typeface="-윤고딕130" pitchFamily="18" charset="-127"/>
                </a:defRPr>
              </a:lvl3pPr>
              <a:lvl4pPr marL="1600200" indent="-228600" defTabSz="787400" eaLnBrk="0" hangingPunct="0">
                <a:defRPr sz="1600">
                  <a:solidFill>
                    <a:schemeClr val="tx1"/>
                  </a:solidFill>
                  <a:latin typeface="Arial" charset="0"/>
                  <a:ea typeface="-윤고딕130" pitchFamily="18" charset="-127"/>
                </a:defRPr>
              </a:lvl4pPr>
              <a:lvl5pPr marL="2057400" indent="-228600" defTabSz="787400" eaLnBrk="0" hangingPunct="0">
                <a:defRPr sz="1600">
                  <a:solidFill>
                    <a:schemeClr val="tx1"/>
                  </a:solidFill>
                  <a:latin typeface="Arial" charset="0"/>
                  <a:ea typeface="-윤고딕130" pitchFamily="18" charset="-127"/>
                </a:defRPr>
              </a:lvl5pPr>
              <a:lvl6pPr marL="2514600" indent="-228600" defTabSz="787400" eaLnBrk="0" fontAlgn="base" hangingPunct="0">
                <a:spcBef>
                  <a:spcPct val="0"/>
                </a:spcBef>
                <a:spcAft>
                  <a:spcPct val="0"/>
                </a:spcAft>
                <a:defRPr sz="1600">
                  <a:solidFill>
                    <a:schemeClr val="tx1"/>
                  </a:solidFill>
                  <a:latin typeface="Arial" charset="0"/>
                  <a:ea typeface="-윤고딕130" pitchFamily="18" charset="-127"/>
                </a:defRPr>
              </a:lvl6pPr>
              <a:lvl7pPr marL="2971800" indent="-228600" defTabSz="787400" eaLnBrk="0" fontAlgn="base" hangingPunct="0">
                <a:spcBef>
                  <a:spcPct val="0"/>
                </a:spcBef>
                <a:spcAft>
                  <a:spcPct val="0"/>
                </a:spcAft>
                <a:defRPr sz="1600">
                  <a:solidFill>
                    <a:schemeClr val="tx1"/>
                  </a:solidFill>
                  <a:latin typeface="Arial" charset="0"/>
                  <a:ea typeface="-윤고딕130" pitchFamily="18" charset="-127"/>
                </a:defRPr>
              </a:lvl7pPr>
              <a:lvl8pPr marL="3429000" indent="-228600" defTabSz="787400" eaLnBrk="0" fontAlgn="base" hangingPunct="0">
                <a:spcBef>
                  <a:spcPct val="0"/>
                </a:spcBef>
                <a:spcAft>
                  <a:spcPct val="0"/>
                </a:spcAft>
                <a:defRPr sz="1600">
                  <a:solidFill>
                    <a:schemeClr val="tx1"/>
                  </a:solidFill>
                  <a:latin typeface="Arial" charset="0"/>
                  <a:ea typeface="-윤고딕130" pitchFamily="18" charset="-127"/>
                </a:defRPr>
              </a:lvl8pPr>
              <a:lvl9pPr marL="3886200" indent="-228600" defTabSz="787400" eaLnBrk="0" fontAlgn="base" hangingPunct="0">
                <a:spcBef>
                  <a:spcPct val="0"/>
                </a:spcBef>
                <a:spcAft>
                  <a:spcPct val="0"/>
                </a:spcAft>
                <a:defRPr sz="1600">
                  <a:solidFill>
                    <a:schemeClr val="tx1"/>
                  </a:solidFill>
                  <a:latin typeface="Arial" charset="0"/>
                  <a:ea typeface="-윤고딕130" pitchFamily="18" charset="-127"/>
                </a:defRPr>
              </a:lvl9pPr>
            </a:lstStyle>
            <a:p>
              <a:pPr marL="0" marR="0" lvl="0" indent="0" algn="l" defTabSz="787400" rtl="0" eaLnBrk="1" fontAlgn="auto" latinLnBrk="0" hangingPunct="1">
                <a:lnSpc>
                  <a:spcPct val="100000"/>
                </a:lnSpc>
                <a:spcBef>
                  <a:spcPts val="0"/>
                </a:spcBef>
                <a:spcAft>
                  <a:spcPts val="0"/>
                </a:spcAft>
                <a:buClrTx/>
                <a:buSzPct val="120000"/>
                <a:buFontTx/>
                <a:buNone/>
                <a:tabLst/>
                <a:defRPr/>
              </a:pPr>
              <a:r>
                <a:rPr kumimoji="0" lang="pt-BR" altLang="zh-CN" sz="1300" b="1" i="1" u="none" strike="noStrike" kern="1200" cap="none" spc="0" normalizeH="0" baseline="0" noProof="0">
                  <a:ln>
                    <a:noFill/>
                  </a:ln>
                  <a:solidFill>
                    <a:srgbClr val="020E66"/>
                  </a:solidFill>
                  <a:effectLst/>
                  <a:uLnTx/>
                  <a:uFillTx/>
                  <a:latin typeface="+mj-lt"/>
                </a:rPr>
                <a:t>Top</a:t>
              </a:r>
              <a:r>
                <a:rPr kumimoji="0" lang="pt-BR" altLang="zh-CN" sz="1300" b="1" i="0" u="none" strike="noStrike" kern="1200" cap="none" spc="0" normalizeH="0" baseline="0" noProof="0">
                  <a:ln>
                    <a:noFill/>
                  </a:ln>
                  <a:solidFill>
                    <a:srgbClr val="020E66"/>
                  </a:solidFill>
                  <a:effectLst/>
                  <a:uLnTx/>
                  <a:uFillTx/>
                  <a:latin typeface="+mj-lt"/>
                </a:rPr>
                <a:t> 10 mesorregiões com maior consumo potencial estimado</a:t>
              </a:r>
            </a:p>
            <a:p>
              <a:pPr marL="0" marR="0" lvl="0" indent="0" algn="l" defTabSz="787400" rtl="0" eaLnBrk="1" fontAlgn="auto" latinLnBrk="0" hangingPunct="1">
                <a:lnSpc>
                  <a:spcPct val="100000"/>
                </a:lnSpc>
                <a:spcBef>
                  <a:spcPts val="0"/>
                </a:spcBef>
                <a:spcAft>
                  <a:spcPts val="0"/>
                </a:spcAft>
                <a:buClrTx/>
                <a:buSzPct val="120000"/>
                <a:buFontTx/>
                <a:buNone/>
                <a:tabLst/>
                <a:defRPr/>
              </a:pPr>
              <a:r>
                <a:rPr lang="pt-BR" altLang="zh-CN" sz="1300">
                  <a:solidFill>
                    <a:schemeClr val="accent6"/>
                  </a:solidFill>
                  <a:latin typeface="+mj-lt"/>
                </a:rPr>
                <a:t>Mil toneladas de P2O5 ano</a:t>
              </a:r>
              <a:endParaRPr kumimoji="0" lang="pt-BR" altLang="zh-CN" sz="1300" i="0" u="none" strike="noStrike" kern="1200" cap="none" spc="0" normalizeH="0" baseline="0" noProof="0">
                <a:ln>
                  <a:noFill/>
                </a:ln>
                <a:solidFill>
                  <a:schemeClr val="accent6"/>
                </a:solidFill>
                <a:effectLst/>
                <a:uLnTx/>
                <a:uFillTx/>
                <a:latin typeface="+mj-lt"/>
              </a:endParaRPr>
            </a:p>
          </p:txBody>
        </p:sp>
      </p:grpSp>
      <p:sp>
        <p:nvSpPr>
          <p:cNvPr id="2" name="Espaço Reservado para Texto 1">
            <a:extLst>
              <a:ext uri="{FF2B5EF4-FFF2-40B4-BE49-F238E27FC236}">
                <a16:creationId xmlns:a16="http://schemas.microsoft.com/office/drawing/2014/main" id="{3DE4210A-6DAF-7572-5820-ED45633183C9}"/>
              </a:ext>
            </a:extLst>
          </p:cNvPr>
          <p:cNvSpPr>
            <a:spLocks noGrp="1"/>
          </p:cNvSpPr>
          <p:nvPr>
            <p:ph type="body" sz="quarter" idx="14"/>
          </p:nvPr>
        </p:nvSpPr>
        <p:spPr>
          <a:xfrm>
            <a:off x="233362" y="6252003"/>
            <a:ext cx="9875489" cy="415498"/>
          </a:xfrm>
        </p:spPr>
        <p:txBody>
          <a:bodyPr/>
          <a:lstStyle/>
          <a:p>
            <a:r>
              <a:rPr lang="pt-BR" dirty="0"/>
              <a:t>1. Consumo potencial estimado com base na área plantada por tipo de cultura em cada uma das mesorregiões (ano de referência 2022), considerando 75kg/P2O5.ha para plantio de soja, 140kg/P2O5.ha para plantio de cana de açúcar, 25kg/P2O5.ha para plantio de café, 100kg/P2O5.ha para plantio de milho e 40kg/P2O5.ha para plantio de laranja. Fonte: IBGE (PAM - Produção Agrícola Municipal), EMBRAPA, Mirow &amp; Co.</a:t>
            </a:r>
          </a:p>
        </p:txBody>
      </p:sp>
      <p:graphicFrame>
        <p:nvGraphicFramePr>
          <p:cNvPr id="13" name="Chart 3">
            <a:extLst>
              <a:ext uri="{FF2B5EF4-FFF2-40B4-BE49-F238E27FC236}">
                <a16:creationId xmlns:a16="http://schemas.microsoft.com/office/drawing/2014/main" id="{A36AAE86-3B87-7EFD-88FC-9CA6D98F49DC}"/>
              </a:ext>
            </a:extLst>
          </p:cNvPr>
          <p:cNvGraphicFramePr/>
          <p:nvPr>
            <p:custDataLst>
              <p:tags r:id="rId2"/>
            </p:custDataLst>
            <p:extLst>
              <p:ext uri="{D42A27DB-BD31-4B8C-83A1-F6EECF244321}">
                <p14:modId xmlns:p14="http://schemas.microsoft.com/office/powerpoint/2010/main" val="2818034628"/>
              </p:ext>
            </p:extLst>
          </p:nvPr>
        </p:nvGraphicFramePr>
        <p:xfrm>
          <a:off x="2738438" y="2009775"/>
          <a:ext cx="1997075" cy="3952875"/>
        </p:xfrm>
        <a:graphic>
          <a:graphicData uri="http://schemas.openxmlformats.org/drawingml/2006/chart">
            <c:chart xmlns:c="http://schemas.openxmlformats.org/drawingml/2006/chart" xmlns:r="http://schemas.openxmlformats.org/officeDocument/2006/relationships" r:id="rId41"/>
          </a:graphicData>
        </a:graphic>
      </p:graphicFrame>
      <p:sp useBgFill="1">
        <p:nvSpPr>
          <p:cNvPr id="12" name="Forma Livre: Forma 11">
            <a:extLst>
              <a:ext uri="{FF2B5EF4-FFF2-40B4-BE49-F238E27FC236}">
                <a16:creationId xmlns:a16="http://schemas.microsoft.com/office/drawing/2014/main" id="{A5E28237-CEDE-A760-3DD6-087277B40E7B}"/>
              </a:ext>
            </a:extLst>
          </p:cNvPr>
          <p:cNvSpPr/>
          <p:nvPr>
            <p:custDataLst>
              <p:tags r:id="rId3"/>
            </p:custDataLst>
          </p:nvPr>
        </p:nvSpPr>
        <p:spPr bwMode="auto">
          <a:xfrm>
            <a:off x="4170363" y="2130425"/>
            <a:ext cx="138113" cy="303214"/>
          </a:xfrm>
          <a:custGeom>
            <a:avLst/>
            <a:gdLst/>
            <a:ahLst/>
            <a:cxnLst/>
            <a:rect l="0" t="0" r="0" b="0"/>
            <a:pathLst>
              <a:path w="138113" h="303214">
                <a:moveTo>
                  <a:pt x="138112" y="0"/>
                </a:moveTo>
                <a:lnTo>
                  <a:pt x="57150" y="303213"/>
                </a:lnTo>
                <a:lnTo>
                  <a:pt x="0" y="303213"/>
                </a:lnTo>
                <a:lnTo>
                  <a:pt x="80962" y="0"/>
                </a:lnTo>
                <a:close/>
              </a:path>
            </a:pathLst>
          </a:custGeom>
          <a:ln w="19050" cap="flat" cmpd="sng" algn="ctr">
            <a:noFill/>
            <a:prstDash val="solid"/>
            <a:miter lim="400000"/>
            <a:headEnd type="none" w="med" len="med"/>
            <a:tailEnd type="none" w="med" len="med"/>
          </a:ln>
          <a:effectLst/>
          <a:extLst>
            <a:ext uri="{91240B29-F687-4F45-9708-019B960494DF}">
              <a14:hiddenLine xmlns:a14="http://schemas.microsoft.com/office/drawing/2010/main" w="19050" cap="flat" cmpd="sng" algn="ctr">
                <a:solidFill>
                  <a:schemeClr val="accent2"/>
                </a:solidFill>
                <a:prstDash val="solid"/>
                <a:miter lim="400000"/>
                <a:headEnd type="none" w="med" len="med"/>
                <a:tailEnd type="none" w="med" len="med"/>
              </a14:hiddenLine>
            </a:ext>
          </a:extLst>
        </p:spPr>
        <p:txBody>
          <a:bodyPr lIns="108000" tIns="72000" rIns="108000" bIns="72000" rtlCol="0" anchor="ctr"/>
          <a:lstStyle/>
          <a:p>
            <a:pPr algn="l"/>
            <a:endParaRPr lang="pt-BR" sz="1400" dirty="0" err="1">
              <a:solidFill>
                <a:schemeClr val="bg1"/>
              </a:solidFill>
            </a:endParaRPr>
          </a:p>
        </p:txBody>
      </p:sp>
      <p:sp>
        <p:nvSpPr>
          <p:cNvPr id="10" name="Forma Livre: Forma 9">
            <a:extLst>
              <a:ext uri="{FF2B5EF4-FFF2-40B4-BE49-F238E27FC236}">
                <a16:creationId xmlns:a16="http://schemas.microsoft.com/office/drawing/2014/main" id="{088F15CD-47F7-8D7C-A772-739EA32B8E1E}"/>
              </a:ext>
            </a:extLst>
          </p:cNvPr>
          <p:cNvSpPr/>
          <p:nvPr>
            <p:custDataLst>
              <p:tags r:id="rId4"/>
            </p:custDataLst>
          </p:nvPr>
        </p:nvSpPr>
        <p:spPr bwMode="auto">
          <a:xfrm>
            <a:off x="4170363" y="2130425"/>
            <a:ext cx="80963" cy="303214"/>
          </a:xfrm>
          <a:custGeom>
            <a:avLst/>
            <a:gdLst/>
            <a:ahLst/>
            <a:cxnLst/>
            <a:rect l="0" t="0" r="0" b="0"/>
            <a:pathLst>
              <a:path w="80963" h="303214">
                <a:moveTo>
                  <a:pt x="80962" y="0"/>
                </a:moveTo>
                <a:lnTo>
                  <a:pt x="0" y="303213"/>
                </a:lnTo>
              </a:path>
            </a:pathLst>
          </a:custGeom>
          <a:ln w="9525" cap="flat" cmpd="sng" algn="ctr">
            <a:solidFill>
              <a:schemeClr val="tx1"/>
            </a:solidFill>
            <a:prstDash val="solid"/>
            <a:round/>
            <a:headEnd type="none" w="med" len="med"/>
            <a:tailEnd type="none" w="med" len="med"/>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
        <p:nvSpPr>
          <p:cNvPr id="11" name="Forma Livre: Forma 10">
            <a:extLst>
              <a:ext uri="{FF2B5EF4-FFF2-40B4-BE49-F238E27FC236}">
                <a16:creationId xmlns:a16="http://schemas.microsoft.com/office/drawing/2014/main" id="{8B406C49-F12A-033D-046A-181DACBE1230}"/>
              </a:ext>
            </a:extLst>
          </p:cNvPr>
          <p:cNvSpPr/>
          <p:nvPr>
            <p:custDataLst>
              <p:tags r:id="rId5"/>
            </p:custDataLst>
          </p:nvPr>
        </p:nvSpPr>
        <p:spPr bwMode="auto">
          <a:xfrm>
            <a:off x="4227513" y="2130425"/>
            <a:ext cx="80963" cy="303214"/>
          </a:xfrm>
          <a:custGeom>
            <a:avLst/>
            <a:gdLst/>
            <a:ahLst/>
            <a:cxnLst/>
            <a:rect l="0" t="0" r="0" b="0"/>
            <a:pathLst>
              <a:path w="80963" h="303214">
                <a:moveTo>
                  <a:pt x="80962" y="0"/>
                </a:moveTo>
                <a:lnTo>
                  <a:pt x="0" y="303213"/>
                </a:lnTo>
              </a:path>
            </a:pathLst>
          </a:custGeom>
          <a:ln w="9525" cap="flat" cmpd="sng" algn="ctr">
            <a:solidFill>
              <a:schemeClr val="tx1"/>
            </a:solidFill>
            <a:prstDash val="solid"/>
            <a:round/>
            <a:headEnd type="none" w="med" len="med"/>
            <a:tailEnd type="none" w="med" len="med"/>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
        <p:nvSpPr>
          <p:cNvPr id="25" name="Espaço Reservado para Texto 2">
            <a:extLst>
              <a:ext uri="{FF2B5EF4-FFF2-40B4-BE49-F238E27FC236}">
                <a16:creationId xmlns:a16="http://schemas.microsoft.com/office/drawing/2014/main" id="{C9C99439-707C-71AC-9EA9-9EEB4161025E}"/>
              </a:ext>
            </a:extLst>
          </p:cNvPr>
          <p:cNvSpPr>
            <a:spLocks noGrp="1"/>
          </p:cNvSpPr>
          <p:nvPr>
            <p:custDataLst>
              <p:tags r:id="rId6"/>
            </p:custDataLst>
          </p:nvPr>
        </p:nvSpPr>
        <p:spPr bwMode="gray">
          <a:xfrm>
            <a:off x="3044825" y="2947988"/>
            <a:ext cx="390525" cy="182563"/>
          </a:xfrm>
          <a:prstGeom prst="rect">
            <a:avLst/>
          </a:prstGeom>
          <a:noFill/>
          <a:ln>
            <a:noFill/>
          </a:ln>
          <a:effectLst/>
          <a:extLst>
            <a:ext uri="{909E8E84-426E-40DD-AFC4-6F175D3DCCD1}">
              <a14:hiddenFill xmlns:a14="http://schemas.microsoft.com/office/drawing/2010/main">
                <a:solidFill>
                  <a:schemeClr val="accent2"/>
                </a:solidFill>
              </a14:hiddenFill>
            </a:ext>
          </a:extLst>
        </p:spPr>
        <p:txBody>
          <a:bodyPr vert="horz" wrap="none" lIns="22225" tIns="0" rIns="22225" bIns="0" rtlCol="0" anchor="ctr">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lgn="ctr">
              <a:spcBef>
                <a:spcPct val="0"/>
              </a:spcBef>
              <a:spcAft>
                <a:spcPct val="0"/>
              </a:spcAft>
            </a:pPr>
            <a:fld id="{BBB367A0-4B70-44BB-80FE-44E32E6A7F76}" type="datetime'''''''''''''''''''''5'''''''''',''7%'''''''">
              <a:rPr lang="pt-BR" altLang="en-US" sz="1200" smtClean="0">
                <a:solidFill>
                  <a:schemeClr val="bg1"/>
                </a:solidFill>
                <a:effectLst/>
                <a:ea typeface="+mj-ea"/>
                <a:cs typeface="+mj-cs"/>
              </a:rPr>
              <a:pPr/>
              <a:t>5,7%</a:t>
            </a:fld>
            <a:endParaRPr lang="pt-BR" sz="1200" dirty="0">
              <a:solidFill>
                <a:schemeClr val="bg1"/>
              </a:solidFill>
              <a:ea typeface="+mj-ea"/>
              <a:cs typeface="+mj-cs"/>
            </a:endParaRPr>
          </a:p>
        </p:txBody>
      </p:sp>
      <p:sp>
        <p:nvSpPr>
          <p:cNvPr id="477" name="Espaço Reservado para Texto 2">
            <a:extLst>
              <a:ext uri="{FF2B5EF4-FFF2-40B4-BE49-F238E27FC236}">
                <a16:creationId xmlns:a16="http://schemas.microsoft.com/office/drawing/2014/main" id="{60EE762F-187E-6C87-99DA-A6CC41000506}"/>
              </a:ext>
            </a:extLst>
          </p:cNvPr>
          <p:cNvSpPr>
            <a:spLocks noGrp="1"/>
          </p:cNvSpPr>
          <p:nvPr>
            <p:custDataLst>
              <p:tags r:id="rId7"/>
            </p:custDataLst>
          </p:nvPr>
        </p:nvSpPr>
        <p:spPr bwMode="auto">
          <a:xfrm>
            <a:off x="625475" y="2954338"/>
            <a:ext cx="2054225" cy="1682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spcBef>
                <a:spcPct val="0"/>
              </a:spcBef>
              <a:spcAft>
                <a:spcPct val="0"/>
              </a:spcAft>
            </a:pPr>
            <a:fld id="{0B56B0AA-3CC0-4842-8826-CB56FABE6384}" type="datetime'Sudo''''este d''''e Mato ''''G''''''ross''''''o ''d''o S''ul'">
              <a:rPr lang="pt-BR" altLang="en-US" sz="1100" smtClean="0">
                <a:ea typeface="+mj-ea"/>
                <a:cs typeface="+mj-cs"/>
              </a:rPr>
              <a:pPr/>
              <a:t>Sudoeste de Mato Grosso do Sul</a:t>
            </a:fld>
            <a:endParaRPr lang="pt-BR" sz="1100">
              <a:ea typeface="+mj-ea"/>
              <a:cs typeface="+mj-cs"/>
            </a:endParaRPr>
          </a:p>
        </p:txBody>
      </p:sp>
      <p:sp>
        <p:nvSpPr>
          <p:cNvPr id="27" name="Espaço Reservado para Texto 2">
            <a:extLst>
              <a:ext uri="{FF2B5EF4-FFF2-40B4-BE49-F238E27FC236}">
                <a16:creationId xmlns:a16="http://schemas.microsoft.com/office/drawing/2014/main" id="{2D5383EB-C007-F5B6-9058-50ED15D9C2C8}"/>
              </a:ext>
            </a:extLst>
          </p:cNvPr>
          <p:cNvSpPr>
            <a:spLocks noGrp="1"/>
          </p:cNvSpPr>
          <p:nvPr>
            <p:custDataLst>
              <p:tags r:id="rId8"/>
            </p:custDataLst>
          </p:nvPr>
        </p:nvSpPr>
        <p:spPr bwMode="gray">
          <a:xfrm>
            <a:off x="2949575" y="3325813"/>
            <a:ext cx="390525" cy="182563"/>
          </a:xfrm>
          <a:prstGeom prst="rect">
            <a:avLst/>
          </a:prstGeom>
          <a:noFill/>
          <a:ln>
            <a:noFill/>
          </a:ln>
          <a:effectLst/>
          <a:extLst>
            <a:ext uri="{909E8E84-426E-40DD-AFC4-6F175D3DCCD1}">
              <a14:hiddenFill xmlns:a14="http://schemas.microsoft.com/office/drawing/2010/main">
                <a:solidFill>
                  <a:schemeClr val="accent2"/>
                </a:solidFill>
              </a14:hiddenFill>
            </a:ext>
          </a:extLst>
        </p:spPr>
        <p:txBody>
          <a:bodyPr vert="horz" wrap="none" lIns="22225" tIns="0" rIns="22225" bIns="0" rtlCol="0" anchor="ctr">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lgn="ctr">
              <a:spcBef>
                <a:spcPct val="0"/>
              </a:spcBef>
              <a:spcAft>
                <a:spcPct val="0"/>
              </a:spcAft>
            </a:pPr>
            <a:fld id="{95AEE19B-1B50-4369-88BB-A9ACB8F1DD50}" type="datetime'4'''''''',''''''''''''''''''''''4''%'">
              <a:rPr lang="pt-BR" altLang="en-US" sz="1200" smtClean="0">
                <a:solidFill>
                  <a:schemeClr val="bg1"/>
                </a:solidFill>
                <a:effectLst/>
                <a:ea typeface="+mj-ea"/>
                <a:cs typeface="+mj-cs"/>
              </a:rPr>
              <a:pPr/>
              <a:t>4,4%</a:t>
            </a:fld>
            <a:endParaRPr lang="pt-BR" sz="1200" dirty="0">
              <a:solidFill>
                <a:schemeClr val="bg1"/>
              </a:solidFill>
              <a:ea typeface="+mj-ea"/>
              <a:cs typeface="+mj-cs"/>
            </a:endParaRPr>
          </a:p>
        </p:txBody>
      </p:sp>
      <p:sp>
        <p:nvSpPr>
          <p:cNvPr id="489" name="Espaço Reservado para Texto 2">
            <a:extLst>
              <a:ext uri="{FF2B5EF4-FFF2-40B4-BE49-F238E27FC236}">
                <a16:creationId xmlns:a16="http://schemas.microsoft.com/office/drawing/2014/main" id="{BD72BC3D-EE82-6EA4-4165-ADDB5542A366}"/>
              </a:ext>
            </a:extLst>
          </p:cNvPr>
          <p:cNvSpPr>
            <a:spLocks noGrp="1"/>
          </p:cNvSpPr>
          <p:nvPr>
            <p:custDataLst>
              <p:tags r:id="rId9"/>
            </p:custDataLst>
          </p:nvPr>
        </p:nvSpPr>
        <p:spPr bwMode="auto">
          <a:xfrm>
            <a:off x="625475" y="3332163"/>
            <a:ext cx="1522413" cy="1682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spcBef>
                <a:spcPct val="0"/>
              </a:spcBef>
              <a:spcAft>
                <a:spcPct val="0"/>
              </a:spcAft>
            </a:pPr>
            <a:fld id="{630A12A6-E148-4017-848A-35F91B9D6FFE}" type="datetime'No''r''oe''st''''e ''''Ri''o-g''''ran''''d''e''''''ns''''''e'">
              <a:rPr lang="pt-BR" altLang="en-US" sz="1100" smtClean="0">
                <a:ea typeface="+mj-ea"/>
                <a:cs typeface="+mj-cs"/>
              </a:rPr>
              <a:pPr/>
              <a:t>Noroeste Rio-grandense</a:t>
            </a:fld>
            <a:endParaRPr lang="pt-BR" sz="1100">
              <a:ea typeface="+mj-ea"/>
              <a:cs typeface="+mj-cs"/>
            </a:endParaRPr>
          </a:p>
        </p:txBody>
      </p:sp>
      <p:sp>
        <p:nvSpPr>
          <p:cNvPr id="33" name="Espaço Reservado para Texto 2">
            <a:extLst>
              <a:ext uri="{FF2B5EF4-FFF2-40B4-BE49-F238E27FC236}">
                <a16:creationId xmlns:a16="http://schemas.microsoft.com/office/drawing/2014/main" id="{60EA66CF-6B83-08C6-C997-644880E74FAF}"/>
              </a:ext>
            </a:extLst>
          </p:cNvPr>
          <p:cNvSpPr>
            <a:spLocks noGrp="1"/>
          </p:cNvSpPr>
          <p:nvPr>
            <p:custDataLst>
              <p:tags r:id="rId10"/>
            </p:custDataLst>
          </p:nvPr>
        </p:nvSpPr>
        <p:spPr bwMode="gray">
          <a:xfrm>
            <a:off x="2884488" y="3705225"/>
            <a:ext cx="390525" cy="182563"/>
          </a:xfrm>
          <a:prstGeom prst="rect">
            <a:avLst/>
          </a:prstGeom>
          <a:noFill/>
          <a:ln>
            <a:noFill/>
          </a:ln>
          <a:effectLst/>
          <a:extLst>
            <a:ext uri="{909E8E84-426E-40DD-AFC4-6F175D3DCCD1}">
              <a14:hiddenFill xmlns:a14="http://schemas.microsoft.com/office/drawing/2010/main">
                <a:solidFill>
                  <a:schemeClr val="accent2"/>
                </a:solidFill>
              </a14:hiddenFill>
            </a:ext>
          </a:extLst>
        </p:spPr>
        <p:txBody>
          <a:bodyPr vert="horz" wrap="none" lIns="22225" tIns="0" rIns="22225" bIns="0" rtlCol="0" anchor="ctr">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lgn="ctr">
              <a:spcBef>
                <a:spcPct val="0"/>
              </a:spcBef>
              <a:spcAft>
                <a:spcPct val="0"/>
              </a:spcAft>
            </a:pPr>
            <a:fld id="{AD867475-D111-4088-8F5C-AA3F053E18C8}" type="datetime'''''''''''''3'''''''''''',''5%'''''''''''''''''">
              <a:rPr lang="pt-BR" altLang="en-US" sz="1200" smtClean="0">
                <a:solidFill>
                  <a:schemeClr val="bg1"/>
                </a:solidFill>
                <a:effectLst/>
                <a:ea typeface="+mj-ea"/>
                <a:cs typeface="+mj-cs"/>
              </a:rPr>
              <a:pPr/>
              <a:t>3,5%</a:t>
            </a:fld>
            <a:endParaRPr lang="pt-BR" sz="1200" dirty="0">
              <a:solidFill>
                <a:schemeClr val="bg1"/>
              </a:solidFill>
              <a:ea typeface="+mj-ea"/>
              <a:cs typeface="+mj-cs"/>
            </a:endParaRPr>
          </a:p>
        </p:txBody>
      </p:sp>
      <p:sp>
        <p:nvSpPr>
          <p:cNvPr id="490" name="Espaço Reservado para Texto 2">
            <a:extLst>
              <a:ext uri="{FF2B5EF4-FFF2-40B4-BE49-F238E27FC236}">
                <a16:creationId xmlns:a16="http://schemas.microsoft.com/office/drawing/2014/main" id="{78B94D6E-A5EA-5ED1-6C6F-0CE09BE7D7B2}"/>
              </a:ext>
            </a:extLst>
          </p:cNvPr>
          <p:cNvSpPr>
            <a:spLocks noGrp="1"/>
          </p:cNvSpPr>
          <p:nvPr>
            <p:custDataLst>
              <p:tags r:id="rId11"/>
            </p:custDataLst>
          </p:nvPr>
        </p:nvSpPr>
        <p:spPr bwMode="auto">
          <a:xfrm>
            <a:off x="625475" y="3711575"/>
            <a:ext cx="1604963" cy="1682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spcBef>
                <a:spcPct val="0"/>
              </a:spcBef>
              <a:spcAft>
                <a:spcPct val="0"/>
              </a:spcAft>
            </a:pPr>
            <a:fld id="{DD1100C2-D7FD-4AE7-862E-D553B2E21ACA}" type="datetime'''Norde''s''te'''''' Mato''-g''''r''o''''ss''e''''''''nse'''">
              <a:rPr lang="pt-BR" altLang="en-US" sz="1100" smtClean="0">
                <a:ea typeface="+mj-ea"/>
                <a:cs typeface="+mj-cs"/>
              </a:rPr>
              <a:pPr/>
              <a:t>Nordeste Mato-grossense</a:t>
            </a:fld>
            <a:endParaRPr lang="pt-BR" sz="1100">
              <a:ea typeface="+mj-ea"/>
              <a:cs typeface="+mj-cs"/>
            </a:endParaRPr>
          </a:p>
        </p:txBody>
      </p:sp>
      <p:sp>
        <p:nvSpPr>
          <p:cNvPr id="35" name="Espaço Reservado para Texto 2">
            <a:extLst>
              <a:ext uri="{FF2B5EF4-FFF2-40B4-BE49-F238E27FC236}">
                <a16:creationId xmlns:a16="http://schemas.microsoft.com/office/drawing/2014/main" id="{318B4DE3-6AD4-3E38-912F-372CB36EF6D8}"/>
              </a:ext>
            </a:extLst>
          </p:cNvPr>
          <p:cNvSpPr>
            <a:spLocks noGrp="1"/>
          </p:cNvSpPr>
          <p:nvPr>
            <p:custDataLst>
              <p:tags r:id="rId12"/>
            </p:custDataLst>
          </p:nvPr>
        </p:nvSpPr>
        <p:spPr bwMode="gray">
          <a:xfrm>
            <a:off x="2873375" y="4084638"/>
            <a:ext cx="390525" cy="182563"/>
          </a:xfrm>
          <a:prstGeom prst="rect">
            <a:avLst/>
          </a:prstGeom>
          <a:noFill/>
          <a:ln>
            <a:noFill/>
          </a:ln>
          <a:effectLst/>
          <a:extLst>
            <a:ext uri="{909E8E84-426E-40DD-AFC4-6F175D3DCCD1}">
              <a14:hiddenFill xmlns:a14="http://schemas.microsoft.com/office/drawing/2010/main">
                <a:solidFill>
                  <a:schemeClr val="accent2"/>
                </a:solidFill>
              </a14:hiddenFill>
            </a:ext>
          </a:extLst>
        </p:spPr>
        <p:txBody>
          <a:bodyPr vert="horz" wrap="none" lIns="22225" tIns="0" rIns="22225" bIns="0" rtlCol="0" anchor="ctr">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lgn="ctr">
              <a:spcBef>
                <a:spcPct val="0"/>
              </a:spcBef>
              <a:spcAft>
                <a:spcPct val="0"/>
              </a:spcAft>
            </a:pPr>
            <a:fld id="{5FA4BF66-FD3C-4011-881D-AD2CE4C5BC5D}" type="datetime'''''''3'''''''''''''',''''4''''''''''%'''''''''">
              <a:rPr lang="pt-BR" altLang="en-US" sz="1200" smtClean="0">
                <a:solidFill>
                  <a:schemeClr val="bg1"/>
                </a:solidFill>
                <a:ea typeface="+mj-ea"/>
                <a:cs typeface="+mj-cs"/>
              </a:rPr>
              <a:pPr lvl="0" algn="ctr">
                <a:spcBef>
                  <a:spcPct val="0"/>
                </a:spcBef>
                <a:spcAft>
                  <a:spcPct val="0"/>
                </a:spcAft>
              </a:pPr>
              <a:t>3,4%</a:t>
            </a:fld>
            <a:endParaRPr lang="pt-BR" sz="1200" dirty="0">
              <a:solidFill>
                <a:schemeClr val="bg1"/>
              </a:solidFill>
              <a:ea typeface="+mj-ea"/>
              <a:cs typeface="+mj-cs"/>
            </a:endParaRPr>
          </a:p>
        </p:txBody>
      </p:sp>
      <p:sp>
        <p:nvSpPr>
          <p:cNvPr id="491" name="Espaço Reservado para Texto 2">
            <a:extLst>
              <a:ext uri="{FF2B5EF4-FFF2-40B4-BE49-F238E27FC236}">
                <a16:creationId xmlns:a16="http://schemas.microsoft.com/office/drawing/2014/main" id="{CD620B9B-FF84-98C5-8FE0-141853825954}"/>
              </a:ext>
            </a:extLst>
          </p:cNvPr>
          <p:cNvSpPr>
            <a:spLocks noGrp="1"/>
          </p:cNvSpPr>
          <p:nvPr>
            <p:custDataLst>
              <p:tags r:id="rId13"/>
            </p:custDataLst>
          </p:nvPr>
        </p:nvSpPr>
        <p:spPr bwMode="auto">
          <a:xfrm>
            <a:off x="625475" y="4090988"/>
            <a:ext cx="2043113" cy="1682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spcBef>
                <a:spcPct val="0"/>
              </a:spcBef>
              <a:spcAft>
                <a:spcPct val="0"/>
              </a:spcAft>
            </a:pPr>
            <a:fld id="{8054AC1E-A33F-4B92-A563-D4A43F5AE9FD}" type="datetime'Tr''iân''gu''lo ''Mi''neiro/Alto P''ar''''anaí''''''''b''a'''">
              <a:rPr lang="pt-BR" altLang="en-US" sz="1100" smtClean="0">
                <a:ea typeface="+mj-ea"/>
                <a:cs typeface="+mj-cs"/>
              </a:rPr>
              <a:pPr/>
              <a:t>Triângulo Mineiro/Alto Paranaíba</a:t>
            </a:fld>
            <a:endParaRPr lang="pt-BR" sz="1100">
              <a:ea typeface="+mj-ea"/>
              <a:cs typeface="+mj-cs"/>
            </a:endParaRPr>
          </a:p>
        </p:txBody>
      </p:sp>
      <p:sp>
        <p:nvSpPr>
          <p:cNvPr id="37" name="Espaço Reservado para Texto 2">
            <a:extLst>
              <a:ext uri="{FF2B5EF4-FFF2-40B4-BE49-F238E27FC236}">
                <a16:creationId xmlns:a16="http://schemas.microsoft.com/office/drawing/2014/main" id="{65727AF1-CB02-4BF6-B2AC-FF9F597C2522}"/>
              </a:ext>
            </a:extLst>
          </p:cNvPr>
          <p:cNvSpPr>
            <a:spLocks noGrp="1"/>
          </p:cNvSpPr>
          <p:nvPr>
            <p:custDataLst>
              <p:tags r:id="rId14"/>
            </p:custDataLst>
          </p:nvPr>
        </p:nvSpPr>
        <p:spPr bwMode="gray">
          <a:xfrm>
            <a:off x="2852738" y="4462463"/>
            <a:ext cx="390525" cy="182563"/>
          </a:xfrm>
          <a:prstGeom prst="rect">
            <a:avLst/>
          </a:prstGeom>
          <a:noFill/>
          <a:ln>
            <a:noFill/>
          </a:ln>
          <a:effectLst/>
          <a:extLst>
            <a:ext uri="{909E8E84-426E-40DD-AFC4-6F175D3DCCD1}">
              <a14:hiddenFill xmlns:a14="http://schemas.microsoft.com/office/drawing/2010/main">
                <a:solidFill>
                  <a:schemeClr val="accent2"/>
                </a:solidFill>
              </a14:hiddenFill>
            </a:ext>
          </a:extLst>
        </p:spPr>
        <p:txBody>
          <a:bodyPr vert="horz" wrap="none" lIns="22225" tIns="0" rIns="22225" bIns="0" rtlCol="0" anchor="ctr">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lgn="ctr">
              <a:spcBef>
                <a:spcPct val="0"/>
              </a:spcBef>
              <a:spcAft>
                <a:spcPct val="0"/>
              </a:spcAft>
            </a:pPr>
            <a:fld id="{21F79078-F23F-410E-B3F3-4C22D8CDCBAF}" type="datetime'''''''''''''''3'''''',''''''1''''''''''''''''''''''''%'''">
              <a:rPr lang="pt-BR" altLang="en-US" sz="1200" smtClean="0">
                <a:solidFill>
                  <a:schemeClr val="bg1"/>
                </a:solidFill>
                <a:ea typeface="+mj-ea"/>
                <a:cs typeface="+mj-cs"/>
              </a:rPr>
              <a:pPr lvl="0" algn="ctr">
                <a:spcBef>
                  <a:spcPct val="0"/>
                </a:spcBef>
                <a:spcAft>
                  <a:spcPct val="0"/>
                </a:spcAft>
              </a:pPr>
              <a:t>3,1%</a:t>
            </a:fld>
            <a:endParaRPr lang="pt-BR" sz="1200" dirty="0">
              <a:solidFill>
                <a:schemeClr val="bg1"/>
              </a:solidFill>
              <a:ea typeface="+mj-ea"/>
              <a:cs typeface="+mj-cs"/>
            </a:endParaRPr>
          </a:p>
        </p:txBody>
      </p:sp>
      <p:sp>
        <p:nvSpPr>
          <p:cNvPr id="492" name="Espaço Reservado para Texto 2">
            <a:extLst>
              <a:ext uri="{FF2B5EF4-FFF2-40B4-BE49-F238E27FC236}">
                <a16:creationId xmlns:a16="http://schemas.microsoft.com/office/drawing/2014/main" id="{4EDA3D85-69D6-703F-2C08-3496A0757BC0}"/>
              </a:ext>
            </a:extLst>
          </p:cNvPr>
          <p:cNvSpPr>
            <a:spLocks noGrp="1"/>
          </p:cNvSpPr>
          <p:nvPr>
            <p:custDataLst>
              <p:tags r:id="rId15"/>
            </p:custDataLst>
          </p:nvPr>
        </p:nvSpPr>
        <p:spPr bwMode="auto">
          <a:xfrm>
            <a:off x="625475" y="4468813"/>
            <a:ext cx="893763" cy="1682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spcBef>
                <a:spcPct val="0"/>
              </a:spcBef>
              <a:spcAft>
                <a:spcPct val="0"/>
              </a:spcAft>
            </a:pPr>
            <a:fld id="{3F9F2CBB-E3B2-4A11-B5BB-6A4F00D7D6A8}" type="datetime'''''Ri''''b''''''eirã''o'''''' ''''''P''r''''e''t''o'''''''">
              <a:rPr lang="pt-BR" altLang="en-US" sz="1100" smtClean="0">
                <a:ea typeface="+mj-ea"/>
                <a:cs typeface="+mj-cs"/>
              </a:rPr>
              <a:pPr/>
              <a:t>Ribeirão Preto</a:t>
            </a:fld>
            <a:endParaRPr lang="pt-BR" sz="1100">
              <a:ea typeface="+mj-ea"/>
              <a:cs typeface="+mj-cs"/>
            </a:endParaRPr>
          </a:p>
        </p:txBody>
      </p:sp>
      <p:sp>
        <p:nvSpPr>
          <p:cNvPr id="39" name="Espaço Reservado para Texto 2">
            <a:extLst>
              <a:ext uri="{FF2B5EF4-FFF2-40B4-BE49-F238E27FC236}">
                <a16:creationId xmlns:a16="http://schemas.microsoft.com/office/drawing/2014/main" id="{5E47CCF5-2D8C-656E-1FC9-80CCC18C17A6}"/>
              </a:ext>
            </a:extLst>
          </p:cNvPr>
          <p:cNvSpPr>
            <a:spLocks noGrp="1"/>
          </p:cNvSpPr>
          <p:nvPr>
            <p:custDataLst>
              <p:tags r:id="rId16"/>
            </p:custDataLst>
          </p:nvPr>
        </p:nvSpPr>
        <p:spPr bwMode="gray">
          <a:xfrm>
            <a:off x="2836863" y="4841875"/>
            <a:ext cx="390525" cy="182563"/>
          </a:xfrm>
          <a:prstGeom prst="rect">
            <a:avLst/>
          </a:prstGeom>
          <a:noFill/>
          <a:ln>
            <a:noFill/>
          </a:ln>
          <a:effectLst/>
          <a:extLst>
            <a:ext uri="{909E8E84-426E-40DD-AFC4-6F175D3DCCD1}">
              <a14:hiddenFill xmlns:a14="http://schemas.microsoft.com/office/drawing/2010/main">
                <a:solidFill>
                  <a:schemeClr val="accent2"/>
                </a:solidFill>
              </a14:hiddenFill>
            </a:ext>
          </a:extLst>
        </p:spPr>
        <p:txBody>
          <a:bodyPr vert="horz" wrap="none" lIns="22225" tIns="0" rIns="22225" bIns="0" rtlCol="0" anchor="ctr">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lgn="ctr">
              <a:spcBef>
                <a:spcPct val="0"/>
              </a:spcBef>
              <a:spcAft>
                <a:spcPct val="0"/>
              </a:spcAft>
            </a:pPr>
            <a:fld id="{0C77D1AC-24E8-4B50-BE39-9ED1EB21E810}" type="datetime'''''''''''''''2'''''''''''''''''''''''',9%'''''''''">
              <a:rPr lang="pt-BR" altLang="en-US" sz="1200" smtClean="0">
                <a:solidFill>
                  <a:schemeClr val="bg1"/>
                </a:solidFill>
                <a:ea typeface="+mj-ea"/>
                <a:cs typeface="+mj-cs"/>
              </a:rPr>
              <a:pPr lvl="0" algn="ctr">
                <a:spcBef>
                  <a:spcPct val="0"/>
                </a:spcBef>
                <a:spcAft>
                  <a:spcPct val="0"/>
                </a:spcAft>
              </a:pPr>
              <a:t>2,9%</a:t>
            </a:fld>
            <a:endParaRPr lang="pt-BR" sz="1200" dirty="0">
              <a:solidFill>
                <a:schemeClr val="bg1"/>
              </a:solidFill>
              <a:ea typeface="+mj-ea"/>
              <a:cs typeface="+mj-cs"/>
            </a:endParaRPr>
          </a:p>
        </p:txBody>
      </p:sp>
      <p:sp>
        <p:nvSpPr>
          <p:cNvPr id="493" name="Espaço Reservado para Texto 2">
            <a:extLst>
              <a:ext uri="{FF2B5EF4-FFF2-40B4-BE49-F238E27FC236}">
                <a16:creationId xmlns:a16="http://schemas.microsoft.com/office/drawing/2014/main" id="{04257343-D1CE-F38D-19C1-CEAE4A396B3D}"/>
              </a:ext>
            </a:extLst>
          </p:cNvPr>
          <p:cNvSpPr>
            <a:spLocks noGrp="1"/>
          </p:cNvSpPr>
          <p:nvPr>
            <p:custDataLst>
              <p:tags r:id="rId17"/>
            </p:custDataLst>
          </p:nvPr>
        </p:nvSpPr>
        <p:spPr bwMode="auto">
          <a:xfrm>
            <a:off x="625475" y="4848225"/>
            <a:ext cx="1550988" cy="1682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spcBef>
                <a:spcPct val="0"/>
              </a:spcBef>
              <a:spcAft>
                <a:spcPct val="0"/>
              </a:spcAft>
            </a:pPr>
            <a:fld id="{B1F8D660-20D2-4FA3-B2A7-5CC3E94113FC}" type="datetime'S''u''deste M''ato-''g''ro''''''s''''''''''s''''e''n''''''se'">
              <a:rPr lang="pt-BR" altLang="en-US" sz="1100" smtClean="0">
                <a:ea typeface="+mj-ea"/>
                <a:cs typeface="+mj-cs"/>
              </a:rPr>
              <a:pPr/>
              <a:t>Sudeste Mato-grossense</a:t>
            </a:fld>
            <a:endParaRPr lang="pt-BR" sz="1100">
              <a:ea typeface="+mj-ea"/>
              <a:cs typeface="+mj-cs"/>
            </a:endParaRPr>
          </a:p>
        </p:txBody>
      </p:sp>
      <p:sp>
        <p:nvSpPr>
          <p:cNvPr id="41" name="Espaço Reservado para Texto 2">
            <a:extLst>
              <a:ext uri="{FF2B5EF4-FFF2-40B4-BE49-F238E27FC236}">
                <a16:creationId xmlns:a16="http://schemas.microsoft.com/office/drawing/2014/main" id="{CB8AAE14-D1A7-9FAA-E5BD-B4448FA5301A}"/>
              </a:ext>
            </a:extLst>
          </p:cNvPr>
          <p:cNvSpPr>
            <a:spLocks noGrp="1"/>
          </p:cNvSpPr>
          <p:nvPr>
            <p:custDataLst>
              <p:tags r:id="rId18"/>
            </p:custDataLst>
          </p:nvPr>
        </p:nvSpPr>
        <p:spPr bwMode="gray">
          <a:xfrm>
            <a:off x="2801938" y="5219700"/>
            <a:ext cx="390525" cy="182563"/>
          </a:xfrm>
          <a:prstGeom prst="rect">
            <a:avLst/>
          </a:prstGeom>
          <a:noFill/>
          <a:ln>
            <a:noFill/>
          </a:ln>
          <a:effectLst/>
          <a:extLst>
            <a:ext uri="{909E8E84-426E-40DD-AFC4-6F175D3DCCD1}">
              <a14:hiddenFill xmlns:a14="http://schemas.microsoft.com/office/drawing/2010/main">
                <a:solidFill>
                  <a:schemeClr val="accent2"/>
                </a:solidFill>
              </a14:hiddenFill>
            </a:ext>
          </a:extLst>
        </p:spPr>
        <p:txBody>
          <a:bodyPr vert="horz" wrap="none" lIns="22225" tIns="0" rIns="22225" bIns="0" rtlCol="0" anchor="ctr">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lgn="ctr">
              <a:spcBef>
                <a:spcPct val="0"/>
              </a:spcBef>
              <a:spcAft>
                <a:spcPct val="0"/>
              </a:spcAft>
            </a:pPr>
            <a:fld id="{43E1F957-0063-493E-8573-9C16427FA372}" type="datetime'2'''''',''''''''''''''''''''''''''''''''''4''''''''''''''%'">
              <a:rPr lang="pt-BR" altLang="en-US" sz="1200" smtClean="0">
                <a:solidFill>
                  <a:schemeClr val="bg1"/>
                </a:solidFill>
                <a:ea typeface="+mj-ea"/>
                <a:cs typeface="+mj-cs"/>
              </a:rPr>
              <a:pPr lvl="0" algn="ctr">
                <a:spcBef>
                  <a:spcPct val="0"/>
                </a:spcBef>
                <a:spcAft>
                  <a:spcPct val="0"/>
                </a:spcAft>
              </a:pPr>
              <a:t>2,4%</a:t>
            </a:fld>
            <a:endParaRPr lang="pt-BR" sz="1200" dirty="0">
              <a:solidFill>
                <a:schemeClr val="bg1"/>
              </a:solidFill>
              <a:ea typeface="+mj-ea"/>
              <a:cs typeface="+mj-cs"/>
            </a:endParaRPr>
          </a:p>
        </p:txBody>
      </p:sp>
      <p:sp>
        <p:nvSpPr>
          <p:cNvPr id="222" name="Espaço Reservado para Texto 2">
            <a:extLst>
              <a:ext uri="{FF2B5EF4-FFF2-40B4-BE49-F238E27FC236}">
                <a16:creationId xmlns:a16="http://schemas.microsoft.com/office/drawing/2014/main" id="{74592CEF-09D9-7B66-647C-C7394EAC148E}"/>
              </a:ext>
            </a:extLst>
          </p:cNvPr>
          <p:cNvSpPr>
            <a:spLocks noGrp="1"/>
          </p:cNvSpPr>
          <p:nvPr>
            <p:custDataLst>
              <p:tags r:id="rId19"/>
            </p:custDataLst>
          </p:nvPr>
        </p:nvSpPr>
        <p:spPr bwMode="gray">
          <a:xfrm>
            <a:off x="3500438" y="2190750"/>
            <a:ext cx="474663" cy="182563"/>
          </a:xfrm>
          <a:prstGeom prst="rect">
            <a:avLst/>
          </a:prstGeom>
          <a:noFill/>
          <a:ln>
            <a:noFill/>
          </a:ln>
          <a:effectLst/>
          <a:extLst>
            <a:ext uri="{909E8E84-426E-40DD-AFC4-6F175D3DCCD1}">
              <a14:hiddenFill xmlns:a14="http://schemas.microsoft.com/office/drawing/2010/main">
                <a:solidFill>
                  <a:schemeClr val="accent2"/>
                </a:solidFill>
              </a14:hiddenFill>
            </a:ext>
          </a:extLst>
        </p:spPr>
        <p:txBody>
          <a:bodyPr vert="horz" wrap="none" lIns="22225" tIns="0" rIns="22225" bIns="0" rtlCol="0" anchor="ctr">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lgn="ctr">
              <a:spcBef>
                <a:spcPct val="0"/>
              </a:spcBef>
              <a:spcAft>
                <a:spcPct val="0"/>
              </a:spcAft>
            </a:pPr>
            <a:fld id="{2D098CF2-C341-4FD3-A15E-3BB6E729C75D}" type="datetime'''''''''''1''4,''''''''''''''''1''''''''''%'''''''''">
              <a:rPr lang="pt-BR" altLang="en-US" sz="1200" smtClean="0">
                <a:solidFill>
                  <a:schemeClr val="bg1"/>
                </a:solidFill>
                <a:ea typeface="+mj-ea"/>
                <a:cs typeface="+mj-cs"/>
              </a:rPr>
              <a:pPr/>
              <a:t>14,1%</a:t>
            </a:fld>
            <a:endParaRPr lang="pt-BR" sz="1200" dirty="0">
              <a:solidFill>
                <a:schemeClr val="bg1"/>
              </a:solidFill>
              <a:ea typeface="+mj-ea"/>
              <a:cs typeface="+mj-cs"/>
            </a:endParaRPr>
          </a:p>
        </p:txBody>
      </p:sp>
      <p:sp>
        <p:nvSpPr>
          <p:cNvPr id="43" name="Espaço Reservado para Texto 2">
            <a:extLst>
              <a:ext uri="{FF2B5EF4-FFF2-40B4-BE49-F238E27FC236}">
                <a16:creationId xmlns:a16="http://schemas.microsoft.com/office/drawing/2014/main" id="{690593C6-9416-B8FD-47E3-BDCE9FFF5F9D}"/>
              </a:ext>
            </a:extLst>
          </p:cNvPr>
          <p:cNvSpPr>
            <a:spLocks noGrp="1"/>
          </p:cNvSpPr>
          <p:nvPr>
            <p:custDataLst>
              <p:tags r:id="rId20"/>
            </p:custDataLst>
          </p:nvPr>
        </p:nvSpPr>
        <p:spPr bwMode="gray">
          <a:xfrm>
            <a:off x="2790825" y="5599113"/>
            <a:ext cx="390525" cy="182563"/>
          </a:xfrm>
          <a:prstGeom prst="rect">
            <a:avLst/>
          </a:prstGeom>
          <a:solidFill>
            <a:schemeClr val="accent2"/>
          </a:solidFill>
          <a:ln>
            <a:noFill/>
          </a:ln>
          <a:effectLst/>
        </p:spPr>
        <p:txBody>
          <a:bodyPr vert="horz" wrap="none" lIns="22225" tIns="0" rIns="22225" bIns="0" rtlCol="0" anchor="ctr">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lgn="ctr">
              <a:spcBef>
                <a:spcPct val="0"/>
              </a:spcBef>
              <a:spcAft>
                <a:spcPct val="0"/>
              </a:spcAft>
            </a:pPr>
            <a:fld id="{0598A3CF-1E43-4FBF-8877-CBD334259267}" type="datetime'''''''''''''2'''''''''''''',''''''3''''''''''%'''''''''''">
              <a:rPr lang="pt-BR" altLang="en-US" sz="1200" smtClean="0">
                <a:solidFill>
                  <a:schemeClr val="bg1"/>
                </a:solidFill>
                <a:ea typeface="+mj-ea"/>
                <a:cs typeface="+mj-cs"/>
              </a:rPr>
              <a:pPr lvl="0" algn="ctr">
                <a:spcBef>
                  <a:spcPct val="0"/>
                </a:spcBef>
                <a:spcAft>
                  <a:spcPct val="0"/>
                </a:spcAft>
              </a:pPr>
              <a:t>2,3%</a:t>
            </a:fld>
            <a:endParaRPr lang="pt-BR" sz="1200" dirty="0">
              <a:solidFill>
                <a:schemeClr val="bg1"/>
              </a:solidFill>
              <a:ea typeface="+mj-ea"/>
              <a:cs typeface="+mj-cs"/>
            </a:endParaRPr>
          </a:p>
        </p:txBody>
      </p:sp>
      <p:sp>
        <p:nvSpPr>
          <p:cNvPr id="495" name="Espaço Reservado para Texto 2">
            <a:extLst>
              <a:ext uri="{FF2B5EF4-FFF2-40B4-BE49-F238E27FC236}">
                <a16:creationId xmlns:a16="http://schemas.microsoft.com/office/drawing/2014/main" id="{A734A48F-A14E-6DD9-FFFC-CBA72FCCD8BE}"/>
              </a:ext>
            </a:extLst>
          </p:cNvPr>
          <p:cNvSpPr>
            <a:spLocks noGrp="1"/>
          </p:cNvSpPr>
          <p:nvPr>
            <p:custDataLst>
              <p:tags r:id="rId21"/>
            </p:custDataLst>
          </p:nvPr>
        </p:nvSpPr>
        <p:spPr bwMode="auto">
          <a:xfrm>
            <a:off x="625475" y="5605463"/>
            <a:ext cx="1163638" cy="1682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spcBef>
                <a:spcPct val="0"/>
              </a:spcBef>
              <a:spcAft>
                <a:spcPct val="0"/>
              </a:spcAft>
            </a:pPr>
            <a:fld id="{BFE2483B-3706-4092-A1D5-AE32059A1BE9}" type="datetime'''Oe''s''t''''e ''P''''''''''''a''ran''''''ae''nse'''">
              <a:rPr lang="pt-BR" altLang="en-US" sz="1100" smtClean="0">
                <a:ea typeface="+mj-ea"/>
                <a:cs typeface="+mj-cs"/>
              </a:rPr>
              <a:pPr/>
              <a:t>Oeste Paranaense</a:t>
            </a:fld>
            <a:endParaRPr lang="pt-BR" sz="1100">
              <a:ea typeface="+mj-ea"/>
              <a:cs typeface="+mj-cs"/>
            </a:endParaRPr>
          </a:p>
        </p:txBody>
      </p:sp>
      <p:sp>
        <p:nvSpPr>
          <p:cNvPr id="221" name="Espaço Reservado para Texto 2">
            <a:extLst>
              <a:ext uri="{FF2B5EF4-FFF2-40B4-BE49-F238E27FC236}">
                <a16:creationId xmlns:a16="http://schemas.microsoft.com/office/drawing/2014/main" id="{298A2E00-6C21-97EA-465C-88CFE21D6F6C}"/>
              </a:ext>
            </a:extLst>
          </p:cNvPr>
          <p:cNvSpPr>
            <a:spLocks noGrp="1"/>
          </p:cNvSpPr>
          <p:nvPr>
            <p:custDataLst>
              <p:tags r:id="rId22"/>
            </p:custDataLst>
          </p:nvPr>
        </p:nvSpPr>
        <p:spPr bwMode="gray">
          <a:xfrm>
            <a:off x="4678363" y="2190750"/>
            <a:ext cx="423863" cy="182563"/>
          </a:xfrm>
          <a:prstGeom prst="rect">
            <a:avLst/>
          </a:prstGeom>
          <a:noFill/>
          <a:ln>
            <a:noFill/>
          </a:ln>
          <a:effectLst/>
          <a:extLst>
            <a:ext uri="{909E8E84-426E-40DD-AFC4-6F175D3DCCD1}">
              <a14:hiddenFill xmlns:a14="http://schemas.microsoft.com/office/drawing/2010/main">
                <a:solidFill>
                  <a:schemeClr val="bg1"/>
                </a:solidFill>
              </a14:hiddenFill>
            </a:ext>
          </a:extLst>
        </p:spPr>
        <p:txBody>
          <a:bodyPr vert="horz" wrap="none" lIns="22225" tIns="0" rIns="22225" bIns="0" rtlCol="0" anchor="ctr">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spcBef>
                <a:spcPct val="0"/>
              </a:spcBef>
              <a:spcAft>
                <a:spcPct val="0"/>
              </a:spcAft>
            </a:pPr>
            <a:fld id="{E22E880D-CC98-4036-9101-27E80340EC48}" type="datetime'''''''''1''''''''.0''0''''''''''''''''''''''''''''2'''''''">
              <a:rPr lang="pt-BR" altLang="en-US" sz="1200" smtClean="0">
                <a:ea typeface="+mj-ea"/>
                <a:cs typeface="+mj-cs"/>
              </a:rPr>
              <a:pPr/>
              <a:t>1.002</a:t>
            </a:fld>
            <a:endParaRPr lang="pt-BR" sz="1200">
              <a:ea typeface="+mj-ea"/>
              <a:cs typeface="+mj-cs"/>
            </a:endParaRPr>
          </a:p>
        </p:txBody>
      </p:sp>
      <p:sp>
        <p:nvSpPr>
          <p:cNvPr id="22" name="Espaço Reservado para Texto 2">
            <a:extLst>
              <a:ext uri="{FF2B5EF4-FFF2-40B4-BE49-F238E27FC236}">
                <a16:creationId xmlns:a16="http://schemas.microsoft.com/office/drawing/2014/main" id="{0C554943-4BD8-2741-B59D-FD33BC083663}"/>
              </a:ext>
            </a:extLst>
          </p:cNvPr>
          <p:cNvSpPr>
            <a:spLocks noGrp="1"/>
          </p:cNvSpPr>
          <p:nvPr>
            <p:custDataLst>
              <p:tags r:id="rId23"/>
            </p:custDataLst>
          </p:nvPr>
        </p:nvSpPr>
        <p:spPr bwMode="gray">
          <a:xfrm>
            <a:off x="3848100" y="2568575"/>
            <a:ext cx="296863" cy="182563"/>
          </a:xfrm>
          <a:prstGeom prst="rect">
            <a:avLst/>
          </a:prstGeom>
          <a:noFill/>
          <a:ln>
            <a:noFill/>
          </a:ln>
          <a:effectLst/>
          <a:extLst>
            <a:ext uri="{909E8E84-426E-40DD-AFC4-6F175D3DCCD1}">
              <a14:hiddenFill xmlns:a14="http://schemas.microsoft.com/office/drawing/2010/main">
                <a:solidFill>
                  <a:schemeClr val="bg1"/>
                </a:solidFill>
              </a14:hiddenFill>
            </a:ext>
          </a:extLst>
        </p:spPr>
        <p:txBody>
          <a:bodyPr vert="horz" wrap="none" lIns="22225" tIns="0" rIns="22225" bIns="0" rtlCol="0" anchor="ctr">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spcBef>
                <a:spcPct val="0"/>
              </a:spcBef>
              <a:spcAft>
                <a:spcPct val="0"/>
              </a:spcAft>
            </a:pPr>
            <a:fld id="{78244C39-70CF-4E7F-88AC-B4256064AF16}" type="datetime'''''''''''''''''''''''''4''''''''''''''''''82'">
              <a:rPr lang="pt-BR" altLang="en-US" sz="1200" smtClean="0">
                <a:ea typeface="+mj-ea"/>
                <a:cs typeface="+mj-cs"/>
              </a:rPr>
              <a:pPr/>
              <a:t>482</a:t>
            </a:fld>
            <a:endParaRPr lang="pt-BR" sz="1200">
              <a:ea typeface="+mj-ea"/>
              <a:cs typeface="+mj-cs"/>
            </a:endParaRPr>
          </a:p>
        </p:txBody>
      </p:sp>
      <p:sp>
        <p:nvSpPr>
          <p:cNvPr id="24" name="Espaço Reservado para Texto 2">
            <a:extLst>
              <a:ext uri="{FF2B5EF4-FFF2-40B4-BE49-F238E27FC236}">
                <a16:creationId xmlns:a16="http://schemas.microsoft.com/office/drawing/2014/main" id="{36B457CC-FE9D-B338-5B5A-33BCF213C94F}"/>
              </a:ext>
            </a:extLst>
          </p:cNvPr>
          <p:cNvSpPr>
            <a:spLocks noGrp="1"/>
          </p:cNvSpPr>
          <p:nvPr>
            <p:custDataLst>
              <p:tags r:id="rId24"/>
            </p:custDataLst>
          </p:nvPr>
        </p:nvSpPr>
        <p:spPr bwMode="gray">
          <a:xfrm>
            <a:off x="3684588" y="2947988"/>
            <a:ext cx="296863"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2225" tIns="0" rIns="22225" bIns="0" rtlCol="0" anchor="ctr">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spcBef>
                <a:spcPct val="0"/>
              </a:spcBef>
              <a:spcAft>
                <a:spcPct val="0"/>
              </a:spcAft>
            </a:pPr>
            <a:fld id="{13C384C9-E019-441E-8FE6-40F0524AC0E3}" type="datetime'''''''''''''''40''''3'''''''''''''">
              <a:rPr lang="pt-BR" altLang="en-US" sz="1200" smtClean="0">
                <a:ea typeface="+mj-ea"/>
                <a:cs typeface="+mj-cs"/>
              </a:rPr>
              <a:pPr/>
              <a:t>403</a:t>
            </a:fld>
            <a:endParaRPr lang="pt-BR" sz="1200">
              <a:ea typeface="+mj-ea"/>
              <a:cs typeface="+mj-cs"/>
            </a:endParaRPr>
          </a:p>
        </p:txBody>
      </p:sp>
      <p:sp>
        <p:nvSpPr>
          <p:cNvPr id="26" name="Espaço Reservado para Texto 2">
            <a:extLst>
              <a:ext uri="{FF2B5EF4-FFF2-40B4-BE49-F238E27FC236}">
                <a16:creationId xmlns:a16="http://schemas.microsoft.com/office/drawing/2014/main" id="{0885BB5C-180C-8DF2-6D7C-40CCCCB198EE}"/>
              </a:ext>
            </a:extLst>
          </p:cNvPr>
          <p:cNvSpPr>
            <a:spLocks noGrp="1"/>
          </p:cNvSpPr>
          <p:nvPr>
            <p:custDataLst>
              <p:tags r:id="rId25"/>
            </p:custDataLst>
          </p:nvPr>
        </p:nvSpPr>
        <p:spPr bwMode="gray">
          <a:xfrm>
            <a:off x="3494088" y="3325813"/>
            <a:ext cx="28575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2225" tIns="0" rIns="22225" bIns="0" rtlCol="0" anchor="ctr">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spcBef>
                <a:spcPct val="0"/>
              </a:spcBef>
              <a:spcAft>
                <a:spcPct val="0"/>
              </a:spcAft>
            </a:pPr>
            <a:fld id="{C0BDFEE7-BF85-4B24-9846-B7F07FFCB797}" type="datetime'''''''''''3''''''''''''''''''''''1''''''1'">
              <a:rPr lang="pt-BR" altLang="en-US" sz="1200" smtClean="0">
                <a:ea typeface="+mj-ea"/>
                <a:cs typeface="+mj-cs"/>
              </a:rPr>
              <a:pPr/>
              <a:t>311</a:t>
            </a:fld>
            <a:endParaRPr lang="pt-BR" sz="1200">
              <a:ea typeface="+mj-ea"/>
              <a:cs typeface="+mj-cs"/>
            </a:endParaRPr>
          </a:p>
        </p:txBody>
      </p:sp>
      <p:sp>
        <p:nvSpPr>
          <p:cNvPr id="28" name="Espaço Reservado para Texto 2">
            <a:extLst>
              <a:ext uri="{FF2B5EF4-FFF2-40B4-BE49-F238E27FC236}">
                <a16:creationId xmlns:a16="http://schemas.microsoft.com/office/drawing/2014/main" id="{03B7B221-0905-039D-432C-3530B1ECF033}"/>
              </a:ext>
            </a:extLst>
          </p:cNvPr>
          <p:cNvSpPr>
            <a:spLocks noGrp="1"/>
          </p:cNvSpPr>
          <p:nvPr>
            <p:custDataLst>
              <p:tags r:id="rId26"/>
            </p:custDataLst>
          </p:nvPr>
        </p:nvSpPr>
        <p:spPr bwMode="gray">
          <a:xfrm>
            <a:off x="3365500" y="3705225"/>
            <a:ext cx="296863"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2225" tIns="0" rIns="22225" bIns="0" rtlCol="0" anchor="ctr">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spcBef>
                <a:spcPct val="0"/>
              </a:spcBef>
              <a:spcAft>
                <a:spcPct val="0"/>
              </a:spcAft>
            </a:pPr>
            <a:fld id="{D6F45ED3-0F04-4D4F-8FFE-7FC6E44D21FB}" type="datetime'''''''2''''''''''''''''''''''4''''''9'''''''''''''">
              <a:rPr lang="pt-BR" altLang="en-US" sz="1200" smtClean="0">
                <a:ea typeface="+mj-ea"/>
                <a:cs typeface="+mj-cs"/>
              </a:rPr>
              <a:pPr/>
              <a:t>249</a:t>
            </a:fld>
            <a:endParaRPr lang="pt-BR" sz="1200">
              <a:ea typeface="+mj-ea"/>
              <a:cs typeface="+mj-cs"/>
            </a:endParaRPr>
          </a:p>
        </p:txBody>
      </p:sp>
      <p:sp>
        <p:nvSpPr>
          <p:cNvPr id="34" name="Espaço Reservado para Texto 2">
            <a:extLst>
              <a:ext uri="{FF2B5EF4-FFF2-40B4-BE49-F238E27FC236}">
                <a16:creationId xmlns:a16="http://schemas.microsoft.com/office/drawing/2014/main" id="{CEDB5111-9B3E-94C1-CC52-E7A6DA555777}"/>
              </a:ext>
            </a:extLst>
          </p:cNvPr>
          <p:cNvSpPr>
            <a:spLocks noGrp="1"/>
          </p:cNvSpPr>
          <p:nvPr>
            <p:custDataLst>
              <p:tags r:id="rId27"/>
            </p:custDataLst>
          </p:nvPr>
        </p:nvSpPr>
        <p:spPr bwMode="gray">
          <a:xfrm>
            <a:off x="3343275" y="4084638"/>
            <a:ext cx="296863"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2225" tIns="0" rIns="22225" bIns="0" rtlCol="0" anchor="ctr">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spcBef>
                <a:spcPct val="0"/>
              </a:spcBef>
              <a:spcAft>
                <a:spcPct val="0"/>
              </a:spcAft>
            </a:pPr>
            <a:fld id="{B0F32BFB-E3F6-4442-BDA0-F40E3B96A918}" type="datetime'''''''''2''''''''''''''''3''''''''''''''''''9'''''">
              <a:rPr lang="pt-BR" altLang="en-US" sz="1200" smtClean="0">
                <a:ea typeface="+mj-ea"/>
                <a:cs typeface="+mj-cs"/>
              </a:rPr>
              <a:pPr/>
              <a:t>239</a:t>
            </a:fld>
            <a:endParaRPr lang="pt-BR" sz="1200">
              <a:ea typeface="+mj-ea"/>
              <a:cs typeface="+mj-cs"/>
            </a:endParaRPr>
          </a:p>
        </p:txBody>
      </p:sp>
      <p:sp>
        <p:nvSpPr>
          <p:cNvPr id="36" name="Espaço Reservado para Texto 2">
            <a:extLst>
              <a:ext uri="{FF2B5EF4-FFF2-40B4-BE49-F238E27FC236}">
                <a16:creationId xmlns:a16="http://schemas.microsoft.com/office/drawing/2014/main" id="{2ACAB1DD-EAF5-E2E6-286B-0F59D96635D5}"/>
              </a:ext>
            </a:extLst>
          </p:cNvPr>
          <p:cNvSpPr>
            <a:spLocks noGrp="1"/>
          </p:cNvSpPr>
          <p:nvPr>
            <p:custDataLst>
              <p:tags r:id="rId28"/>
            </p:custDataLst>
          </p:nvPr>
        </p:nvSpPr>
        <p:spPr bwMode="gray">
          <a:xfrm>
            <a:off x="3300413" y="4462463"/>
            <a:ext cx="296863"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2225" tIns="0" rIns="22225" bIns="0" rtlCol="0" anchor="ctr">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spcBef>
                <a:spcPct val="0"/>
              </a:spcBef>
              <a:spcAft>
                <a:spcPct val="0"/>
              </a:spcAft>
            </a:pPr>
            <a:fld id="{AB8A17CF-A9AD-43E4-9D9A-25F03CF37921}" type="datetime'2''''1''''''''''''''''''''''''''''''''''''''''''''''9'''''''">
              <a:rPr lang="pt-BR" altLang="en-US" sz="1200" smtClean="0">
                <a:ea typeface="+mj-ea"/>
                <a:cs typeface="+mj-cs"/>
              </a:rPr>
              <a:pPr/>
              <a:t>219</a:t>
            </a:fld>
            <a:endParaRPr lang="pt-BR" sz="1200">
              <a:ea typeface="+mj-ea"/>
              <a:cs typeface="+mj-cs"/>
            </a:endParaRPr>
          </a:p>
        </p:txBody>
      </p:sp>
      <p:sp>
        <p:nvSpPr>
          <p:cNvPr id="38" name="Espaço Reservado para Texto 2">
            <a:extLst>
              <a:ext uri="{FF2B5EF4-FFF2-40B4-BE49-F238E27FC236}">
                <a16:creationId xmlns:a16="http://schemas.microsoft.com/office/drawing/2014/main" id="{1FCEB64A-BEC3-2011-1FE5-B46E1CB428D2}"/>
              </a:ext>
            </a:extLst>
          </p:cNvPr>
          <p:cNvSpPr>
            <a:spLocks noGrp="1"/>
          </p:cNvSpPr>
          <p:nvPr>
            <p:custDataLst>
              <p:tags r:id="rId29"/>
            </p:custDataLst>
          </p:nvPr>
        </p:nvSpPr>
        <p:spPr bwMode="gray">
          <a:xfrm>
            <a:off x="3268663" y="4841875"/>
            <a:ext cx="296863"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2225" tIns="0" rIns="22225" bIns="0" rtlCol="0" anchor="ctr">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spcBef>
                <a:spcPct val="0"/>
              </a:spcBef>
              <a:spcAft>
                <a:spcPct val="0"/>
              </a:spcAft>
            </a:pPr>
            <a:fld id="{DC29FC97-95D5-4B0E-A1D1-F0BFDB9778F8}" type="datetime'''''''''''''''''''''''''''''''''''''''''2''0''3'''''''''''''''">
              <a:rPr lang="pt-BR" altLang="en-US" sz="1200" smtClean="0">
                <a:ea typeface="+mj-ea"/>
                <a:cs typeface="+mj-cs"/>
              </a:rPr>
              <a:pPr/>
              <a:t>203</a:t>
            </a:fld>
            <a:endParaRPr lang="pt-BR" sz="1200">
              <a:ea typeface="+mj-ea"/>
              <a:cs typeface="+mj-cs"/>
            </a:endParaRPr>
          </a:p>
        </p:txBody>
      </p:sp>
      <p:sp>
        <p:nvSpPr>
          <p:cNvPr id="40" name="Espaço Reservado para Texto 2">
            <a:extLst>
              <a:ext uri="{FF2B5EF4-FFF2-40B4-BE49-F238E27FC236}">
                <a16:creationId xmlns:a16="http://schemas.microsoft.com/office/drawing/2014/main" id="{037EC5E6-A99D-31ED-B371-2578EEDC251E}"/>
              </a:ext>
            </a:extLst>
          </p:cNvPr>
          <p:cNvSpPr>
            <a:spLocks noGrp="1"/>
          </p:cNvSpPr>
          <p:nvPr>
            <p:custDataLst>
              <p:tags r:id="rId30"/>
            </p:custDataLst>
          </p:nvPr>
        </p:nvSpPr>
        <p:spPr bwMode="gray">
          <a:xfrm>
            <a:off x="3200400" y="5219700"/>
            <a:ext cx="296863"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2225" tIns="0" rIns="22225" bIns="0" rtlCol="0" anchor="ctr">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spcBef>
                <a:spcPct val="0"/>
              </a:spcBef>
              <a:spcAft>
                <a:spcPct val="0"/>
              </a:spcAft>
            </a:pPr>
            <a:fld id="{CDE28D78-1377-4851-813B-54557EA4E297}" type="datetime'1''''''''''''''''69'">
              <a:rPr lang="pt-BR" altLang="en-US" sz="1200" smtClean="0">
                <a:ea typeface="+mj-ea"/>
                <a:cs typeface="+mj-cs"/>
              </a:rPr>
              <a:pPr/>
              <a:t>169</a:t>
            </a:fld>
            <a:endParaRPr lang="pt-BR" sz="1200">
              <a:ea typeface="+mj-ea"/>
              <a:cs typeface="+mj-cs"/>
            </a:endParaRPr>
          </a:p>
        </p:txBody>
      </p:sp>
      <p:sp>
        <p:nvSpPr>
          <p:cNvPr id="42" name="Espaço Reservado para Texto 2">
            <a:extLst>
              <a:ext uri="{FF2B5EF4-FFF2-40B4-BE49-F238E27FC236}">
                <a16:creationId xmlns:a16="http://schemas.microsoft.com/office/drawing/2014/main" id="{1A5260BE-084C-C160-F578-B006BA033409}"/>
              </a:ext>
            </a:extLst>
          </p:cNvPr>
          <p:cNvSpPr>
            <a:spLocks noGrp="1"/>
          </p:cNvSpPr>
          <p:nvPr>
            <p:custDataLst>
              <p:tags r:id="rId31"/>
            </p:custDataLst>
          </p:nvPr>
        </p:nvSpPr>
        <p:spPr bwMode="gray">
          <a:xfrm>
            <a:off x="3200400" y="5599113"/>
            <a:ext cx="296863"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2225" tIns="0" rIns="22225" bIns="0" rtlCol="0" anchor="ctr">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spcBef>
                <a:spcPct val="0"/>
              </a:spcBef>
              <a:spcAft>
                <a:spcPct val="0"/>
              </a:spcAft>
            </a:pPr>
            <a:fld id="{0BADCFE6-0D3A-4630-A8BD-45487B4A41B0}" type="datetime'''''''''''''''''''''1''''''''''''''''''''6''''''0'''''''''">
              <a:rPr lang="pt-BR" altLang="en-US" sz="1200" smtClean="0">
                <a:ea typeface="+mj-ea"/>
                <a:cs typeface="+mj-cs"/>
              </a:rPr>
              <a:pPr/>
              <a:t>160</a:t>
            </a:fld>
            <a:endParaRPr lang="pt-BR" sz="1200">
              <a:ea typeface="+mj-ea"/>
              <a:cs typeface="+mj-cs"/>
            </a:endParaRPr>
          </a:p>
        </p:txBody>
      </p:sp>
      <p:sp>
        <p:nvSpPr>
          <p:cNvPr id="220" name="Espaço Reservado para Texto 2">
            <a:extLst>
              <a:ext uri="{FF2B5EF4-FFF2-40B4-BE49-F238E27FC236}">
                <a16:creationId xmlns:a16="http://schemas.microsoft.com/office/drawing/2014/main" id="{E1CA2219-FA95-DAF5-81E5-F9025F9B1427}"/>
              </a:ext>
            </a:extLst>
          </p:cNvPr>
          <p:cNvSpPr>
            <a:spLocks noGrp="1"/>
          </p:cNvSpPr>
          <p:nvPr>
            <p:custDataLst>
              <p:tags r:id="rId32"/>
            </p:custDataLst>
          </p:nvPr>
        </p:nvSpPr>
        <p:spPr bwMode="auto">
          <a:xfrm>
            <a:off x="625475" y="2197100"/>
            <a:ext cx="1379538" cy="1682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spcBef>
                <a:spcPct val="0"/>
              </a:spcBef>
              <a:spcAft>
                <a:spcPct val="0"/>
              </a:spcAft>
            </a:pPr>
            <a:fld id="{13BCC617-0F3E-44DA-8493-056222F99A07}" type="datetime'No''r''t''e ''M''''''''ato-g''''ro''''''sse''''n''s''''e'">
              <a:rPr lang="pt-BR" altLang="en-US" sz="1100" smtClean="0">
                <a:ea typeface="+mj-ea"/>
                <a:cs typeface="+mj-cs"/>
              </a:rPr>
              <a:pPr/>
              <a:t>Norte Mato-grossense</a:t>
            </a:fld>
            <a:endParaRPr lang="pt-BR" sz="1100">
              <a:ea typeface="+mj-ea"/>
              <a:cs typeface="+mj-cs"/>
            </a:endParaRPr>
          </a:p>
        </p:txBody>
      </p:sp>
      <p:sp>
        <p:nvSpPr>
          <p:cNvPr id="23" name="Espaço Reservado para Texto 2">
            <a:extLst>
              <a:ext uri="{FF2B5EF4-FFF2-40B4-BE49-F238E27FC236}">
                <a16:creationId xmlns:a16="http://schemas.microsoft.com/office/drawing/2014/main" id="{B1E39D5E-B130-7666-EB2F-1C6F7D5D660F}"/>
              </a:ext>
            </a:extLst>
          </p:cNvPr>
          <p:cNvSpPr>
            <a:spLocks noGrp="1"/>
          </p:cNvSpPr>
          <p:nvPr>
            <p:custDataLst>
              <p:tags r:id="rId33"/>
            </p:custDataLst>
          </p:nvPr>
        </p:nvSpPr>
        <p:spPr bwMode="gray">
          <a:xfrm>
            <a:off x="3125788" y="2568575"/>
            <a:ext cx="390525" cy="182563"/>
          </a:xfrm>
          <a:prstGeom prst="rect">
            <a:avLst/>
          </a:prstGeom>
          <a:noFill/>
          <a:ln>
            <a:noFill/>
          </a:ln>
          <a:effectLst/>
          <a:extLst>
            <a:ext uri="{909E8E84-426E-40DD-AFC4-6F175D3DCCD1}">
              <a14:hiddenFill xmlns:a14="http://schemas.microsoft.com/office/drawing/2010/main">
                <a:solidFill>
                  <a:schemeClr val="accent2"/>
                </a:solidFill>
              </a14:hiddenFill>
            </a:ext>
          </a:extLst>
        </p:spPr>
        <p:txBody>
          <a:bodyPr vert="horz" wrap="none" lIns="22225" tIns="0" rIns="22225" bIns="0" rtlCol="0" anchor="ctr">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lgn="ctr">
              <a:spcBef>
                <a:spcPct val="0"/>
              </a:spcBef>
              <a:spcAft>
                <a:spcPct val="0"/>
              </a:spcAft>
            </a:pPr>
            <a:fld id="{DD61C825-4E2F-4920-9E34-BB56C66CD667}" type="datetime'''''''''''''''''''''''''''6,''''''''''''''''8''''''''%'">
              <a:rPr lang="pt-BR" altLang="en-US" sz="1200" smtClean="0">
                <a:solidFill>
                  <a:schemeClr val="bg1"/>
                </a:solidFill>
                <a:effectLst/>
                <a:ea typeface="+mj-ea"/>
                <a:cs typeface="+mj-cs"/>
              </a:rPr>
              <a:pPr/>
              <a:t>6,8%</a:t>
            </a:fld>
            <a:endParaRPr lang="pt-BR" sz="1200" dirty="0">
              <a:solidFill>
                <a:schemeClr val="bg1"/>
              </a:solidFill>
              <a:ea typeface="+mj-ea"/>
              <a:cs typeface="+mj-cs"/>
            </a:endParaRPr>
          </a:p>
        </p:txBody>
      </p:sp>
      <p:sp>
        <p:nvSpPr>
          <p:cNvPr id="476" name="Espaço Reservado para Texto 2">
            <a:extLst>
              <a:ext uri="{FF2B5EF4-FFF2-40B4-BE49-F238E27FC236}">
                <a16:creationId xmlns:a16="http://schemas.microsoft.com/office/drawing/2014/main" id="{F7CBC291-8765-CBA9-A9ED-50CFFF7C0104}"/>
              </a:ext>
            </a:extLst>
          </p:cNvPr>
          <p:cNvSpPr>
            <a:spLocks noGrp="1"/>
          </p:cNvSpPr>
          <p:nvPr>
            <p:custDataLst>
              <p:tags r:id="rId34"/>
            </p:custDataLst>
          </p:nvPr>
        </p:nvSpPr>
        <p:spPr bwMode="auto">
          <a:xfrm>
            <a:off x="625475" y="2574925"/>
            <a:ext cx="692150" cy="1682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spcBef>
                <a:spcPct val="0"/>
              </a:spcBef>
              <a:spcAft>
                <a:spcPct val="0"/>
              </a:spcAft>
            </a:pPr>
            <a:fld id="{F52BC9C6-A5D0-4A84-B69C-BB303842FFC8}" type="datetime'''S''''''u''''''l'''''''' Go''''i''''''''a''''n''''''''''o'">
              <a:rPr lang="pt-BR" altLang="en-US" sz="1100" smtClean="0">
                <a:ea typeface="+mj-ea"/>
                <a:cs typeface="+mj-cs"/>
              </a:rPr>
              <a:pPr/>
              <a:t>Sul Goiano</a:t>
            </a:fld>
            <a:endParaRPr lang="pt-BR" sz="1100">
              <a:ea typeface="+mj-ea"/>
              <a:cs typeface="+mj-cs"/>
            </a:endParaRPr>
          </a:p>
        </p:txBody>
      </p:sp>
      <p:sp>
        <p:nvSpPr>
          <p:cNvPr id="494" name="Espaço Reservado para Texto 2">
            <a:extLst>
              <a:ext uri="{FF2B5EF4-FFF2-40B4-BE49-F238E27FC236}">
                <a16:creationId xmlns:a16="http://schemas.microsoft.com/office/drawing/2014/main" id="{5576D372-D09E-194F-ECA7-0E5E2C4916DA}"/>
              </a:ext>
            </a:extLst>
          </p:cNvPr>
          <p:cNvSpPr>
            <a:spLocks noGrp="1"/>
          </p:cNvSpPr>
          <p:nvPr>
            <p:custDataLst>
              <p:tags r:id="rId35"/>
            </p:custDataLst>
          </p:nvPr>
        </p:nvSpPr>
        <p:spPr bwMode="auto">
          <a:xfrm>
            <a:off x="625475" y="5226050"/>
            <a:ext cx="1622425" cy="1682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spcBef>
                <a:spcPct val="0"/>
              </a:spcBef>
              <a:spcAft>
                <a:spcPct val="0"/>
              </a:spcAft>
            </a:pPr>
            <a:fld id="{851E9BB8-D618-4460-A6C2-71C1149BBF41}" type="datetime'''''''Nor''t''e Ce''''n''''tr''al Pa''''r''an''a''ense'''">
              <a:rPr lang="pt-BR" altLang="en-US" sz="1100" smtClean="0">
                <a:ea typeface="+mj-ea"/>
                <a:cs typeface="+mj-cs"/>
              </a:rPr>
              <a:pPr/>
              <a:t>Norte Central Paranaense</a:t>
            </a:fld>
            <a:endParaRPr lang="pt-BR" sz="1100">
              <a:ea typeface="+mj-ea"/>
              <a:cs typeface="+mj-cs"/>
            </a:endParaRPr>
          </a:p>
        </p:txBody>
      </p:sp>
      <p:sp>
        <p:nvSpPr>
          <p:cNvPr id="107" name="Rectángulo 3">
            <a:extLst>
              <a:ext uri="{FF2B5EF4-FFF2-40B4-BE49-F238E27FC236}">
                <a16:creationId xmlns:a16="http://schemas.microsoft.com/office/drawing/2014/main" id="{BBCDC36B-27D6-6FF5-F6F6-C0F5A01417D0}"/>
              </a:ext>
            </a:extLst>
          </p:cNvPr>
          <p:cNvSpPr/>
          <p:nvPr/>
        </p:nvSpPr>
        <p:spPr>
          <a:xfrm>
            <a:off x="6156325" y="985294"/>
            <a:ext cx="6035675" cy="5050781"/>
          </a:xfrm>
          <a:prstGeom prst="rect">
            <a:avLst/>
          </a:prstGeom>
          <a:noFill/>
          <a:ln w="12700">
            <a:solidFill>
              <a:schemeClr val="accent4"/>
            </a:solidFill>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500" b="0" i="0" u="none" strike="noStrike" kern="1200" cap="none" spc="0" normalizeH="0" baseline="0" noProof="0" err="1">
              <a:ln>
                <a:noFill/>
              </a:ln>
              <a:solidFill>
                <a:prstClr val="white"/>
              </a:solidFill>
              <a:effectLst/>
              <a:uLnTx/>
              <a:uFillTx/>
              <a:latin typeface="Arial"/>
              <a:ea typeface="+mn-ea"/>
              <a:cs typeface="+mn-cs"/>
            </a:endParaRPr>
          </a:p>
        </p:txBody>
      </p:sp>
      <p:grpSp>
        <p:nvGrpSpPr>
          <p:cNvPr id="57" name="Agrupar 56">
            <a:extLst>
              <a:ext uri="{FF2B5EF4-FFF2-40B4-BE49-F238E27FC236}">
                <a16:creationId xmlns:a16="http://schemas.microsoft.com/office/drawing/2014/main" id="{C248A71D-C006-CBD5-3837-78B068744B26}"/>
              </a:ext>
            </a:extLst>
          </p:cNvPr>
          <p:cNvGrpSpPr/>
          <p:nvPr/>
        </p:nvGrpSpPr>
        <p:grpSpPr>
          <a:xfrm>
            <a:off x="10002520" y="1149417"/>
            <a:ext cx="1962466" cy="297716"/>
            <a:chOff x="8823488" y="1768001"/>
            <a:chExt cx="3141498" cy="297716"/>
          </a:xfrm>
        </p:grpSpPr>
        <p:sp>
          <p:nvSpPr>
            <p:cNvPr id="214" name="CuadroTexto 213">
              <a:extLst>
                <a:ext uri="{FF2B5EF4-FFF2-40B4-BE49-F238E27FC236}">
                  <a16:creationId xmlns:a16="http://schemas.microsoft.com/office/drawing/2014/main" id="{B63DF220-9892-CE43-51D4-18E34AA771D6}"/>
                </a:ext>
              </a:extLst>
            </p:cNvPr>
            <p:cNvSpPr txBox="1"/>
            <p:nvPr/>
          </p:nvSpPr>
          <p:spPr bwMode="auto">
            <a:xfrm>
              <a:off x="8823488" y="1911829"/>
              <a:ext cx="70532" cy="153888"/>
            </a:xfrm>
            <a:prstGeom prst="rect">
              <a:avLst/>
            </a:prstGeom>
            <a:noFill/>
            <a:ln w="9525">
              <a:noFill/>
              <a:miter lim="800000"/>
              <a:headEnd/>
              <a:tailEnd/>
            </a:ln>
          </p:spPr>
          <p:txBody>
            <a:bodyPr vert="horz" wrap="none" lIns="0" tIns="0" rIns="0" bIns="0" numCol="1" rtlCol="0" anchor="ctr" anchorCtr="0" compatLnSpc="1">
              <a:prstTxWarp prst="textNoShape">
                <a:avLst/>
              </a:prstTxWarp>
              <a:spAutoFit/>
            </a:bodyPr>
            <a:lstStyle/>
            <a:p>
              <a:pPr algn="ctr">
                <a:spcBef>
                  <a:spcPts val="0"/>
                </a:spcBef>
                <a:spcAft>
                  <a:spcPts val="600"/>
                </a:spcAft>
              </a:pPr>
              <a:r>
                <a:rPr lang="pt-BR" sz="1000" kern="0"/>
                <a:t>0</a:t>
              </a:r>
            </a:p>
          </p:txBody>
        </p:sp>
        <p:sp>
          <p:nvSpPr>
            <p:cNvPr id="215" name="CuadroTexto 214">
              <a:extLst>
                <a:ext uri="{FF2B5EF4-FFF2-40B4-BE49-F238E27FC236}">
                  <a16:creationId xmlns:a16="http://schemas.microsoft.com/office/drawing/2014/main" id="{0D775821-C60D-E497-A42C-65D5C5FBD122}"/>
                </a:ext>
              </a:extLst>
            </p:cNvPr>
            <p:cNvSpPr txBox="1"/>
            <p:nvPr/>
          </p:nvSpPr>
          <p:spPr bwMode="auto">
            <a:xfrm>
              <a:off x="11513355" y="1911828"/>
              <a:ext cx="451631" cy="153888"/>
            </a:xfrm>
            <a:prstGeom prst="rect">
              <a:avLst/>
            </a:prstGeom>
            <a:noFill/>
            <a:ln w="9525">
              <a:noFill/>
              <a:miter lim="800000"/>
              <a:headEnd/>
              <a:tailEnd/>
            </a:ln>
          </p:spPr>
          <p:txBody>
            <a:bodyPr vert="horz" wrap="none" lIns="0" tIns="0" rIns="0" bIns="0" numCol="1" rtlCol="0" anchor="ctr" anchorCtr="0" compatLnSpc="1">
              <a:prstTxWarp prst="textNoShape">
                <a:avLst/>
              </a:prstTxWarp>
              <a:spAutoFit/>
            </a:bodyPr>
            <a:lstStyle/>
            <a:p>
              <a:pPr algn="r">
                <a:spcBef>
                  <a:spcPts val="0"/>
                </a:spcBef>
                <a:spcAft>
                  <a:spcPts val="600"/>
                </a:spcAft>
              </a:pPr>
              <a:r>
                <a:rPr lang="pt-BR" sz="1000" kern="0" dirty="0"/>
                <a:t>1000</a:t>
              </a:r>
            </a:p>
          </p:txBody>
        </p:sp>
        <p:pic>
          <p:nvPicPr>
            <p:cNvPr id="55" name="Imagem 54" descr="Gráfico&#10;&#10;Descrição gerada automaticamente">
              <a:extLst>
                <a:ext uri="{FF2B5EF4-FFF2-40B4-BE49-F238E27FC236}">
                  <a16:creationId xmlns:a16="http://schemas.microsoft.com/office/drawing/2014/main" id="{65454E85-1C34-CE32-CFEA-454EC3304218}"/>
                </a:ext>
              </a:extLst>
            </p:cNvPr>
            <p:cNvPicPr>
              <a:picLocks noChangeAspect="1"/>
            </p:cNvPicPr>
            <p:nvPr/>
          </p:nvPicPr>
          <p:blipFill rotWithShape="1">
            <a:blip r:embed="rId42" cstate="screen">
              <a:extLst>
                <a:ext uri="{28A0092B-C50C-407E-A947-70E740481C1C}">
                  <a14:useLocalDpi xmlns:a14="http://schemas.microsoft.com/office/drawing/2010/main"/>
                </a:ext>
              </a:extLst>
            </a:blip>
            <a:srcRect/>
            <a:stretch/>
          </p:blipFill>
          <p:spPr>
            <a:xfrm rot="5400000">
              <a:off x="10337352" y="262056"/>
              <a:ext cx="121689" cy="3133579"/>
            </a:xfrm>
            <a:prstGeom prst="rect">
              <a:avLst/>
            </a:prstGeom>
            <a:ln>
              <a:solidFill>
                <a:srgbClr val="99C1DD"/>
              </a:solidFill>
            </a:ln>
          </p:spPr>
        </p:pic>
      </p:grpSp>
      <p:sp>
        <p:nvSpPr>
          <p:cNvPr id="385" name="CaixaDeTexto 384">
            <a:extLst>
              <a:ext uri="{FF2B5EF4-FFF2-40B4-BE49-F238E27FC236}">
                <a16:creationId xmlns:a16="http://schemas.microsoft.com/office/drawing/2014/main" id="{0D4A5E14-2778-C04D-A9FE-80CA9F9C683B}"/>
              </a:ext>
            </a:extLst>
          </p:cNvPr>
          <p:cNvSpPr txBox="1"/>
          <p:nvPr/>
        </p:nvSpPr>
        <p:spPr bwMode="auto">
          <a:xfrm>
            <a:off x="10284000" y="5389744"/>
            <a:ext cx="1908000" cy="646331"/>
          </a:xfrm>
          <a:prstGeom prst="rect">
            <a:avLst/>
          </a:prstGeom>
          <a:solidFill>
            <a:schemeClr val="accent1"/>
          </a:solidFill>
          <a:ln w="9525">
            <a:noFill/>
            <a:miter lim="800000"/>
            <a:headEnd/>
            <a:tailEnd/>
          </a:ln>
        </p:spPr>
        <p:txBody>
          <a:bodyPr wrap="square" anchor="ctr">
            <a:spAutoFit/>
          </a:bodyPr>
          <a:lstStyle/>
          <a:p>
            <a:r>
              <a:rPr lang="pt-BR" sz="1200" b="1" dirty="0">
                <a:solidFill>
                  <a:schemeClr val="tx2"/>
                </a:solidFill>
                <a:latin typeface="+mj-lt"/>
              </a:rPr>
              <a:t>Consumo potencial estimado: 7.086 mil ton.</a:t>
            </a:r>
          </a:p>
        </p:txBody>
      </p:sp>
      <p:pic>
        <p:nvPicPr>
          <p:cNvPr id="459" name="Picture 14" descr="Sobre nós | Morro Verde">
            <a:extLst>
              <a:ext uri="{FF2B5EF4-FFF2-40B4-BE49-F238E27FC236}">
                <a16:creationId xmlns:a16="http://schemas.microsoft.com/office/drawing/2014/main" id="{A422476E-410F-3C18-E33A-678E73193FF8}"/>
              </a:ext>
            </a:extLst>
          </p:cNvPr>
          <p:cNvPicPr>
            <a:picLocks noChangeAspect="1" noChangeArrowheads="1"/>
          </p:cNvPicPr>
          <p:nvPr/>
        </p:nvPicPr>
        <p:blipFill>
          <a:blip r:embed="rId43" cstate="screen">
            <a:extLst>
              <a:ext uri="{28A0092B-C50C-407E-A947-70E740481C1C}">
                <a14:useLocalDpi xmlns:a14="http://schemas.microsoft.com/office/drawing/2010/main"/>
              </a:ext>
            </a:extLst>
          </a:blip>
          <a:srcRect/>
          <a:stretch>
            <a:fillRect/>
          </a:stretch>
        </p:blipFill>
        <p:spPr bwMode="auto">
          <a:xfrm>
            <a:off x="9903413" y="4187732"/>
            <a:ext cx="390760" cy="199722"/>
          </a:xfrm>
          <a:prstGeom prst="rect">
            <a:avLst/>
          </a:prstGeom>
          <a:noFill/>
          <a:extLst>
            <a:ext uri="{909E8E84-426E-40DD-AFC4-6F175D3DCCD1}">
              <a14:hiddenFill xmlns:a14="http://schemas.microsoft.com/office/drawing/2010/main">
                <a:solidFill>
                  <a:srgbClr val="FFFFFF"/>
                </a:solidFill>
              </a14:hiddenFill>
            </a:ext>
          </a:extLst>
        </p:spPr>
      </p:pic>
      <p:pic>
        <p:nvPicPr>
          <p:cNvPr id="460" name="Gráfico 459" descr="Agua con relleno sólido">
            <a:extLst>
              <a:ext uri="{FF2B5EF4-FFF2-40B4-BE49-F238E27FC236}">
                <a16:creationId xmlns:a16="http://schemas.microsoft.com/office/drawing/2014/main" id="{5ED65B50-5156-1736-3257-0CB6D9D62574}"/>
              </a:ext>
            </a:extLst>
          </p:cNvPr>
          <p:cNvPicPr>
            <a:picLocks noChangeAspect="1"/>
          </p:cNvPicPr>
          <p:nvPr/>
        </p:nvPicPr>
        <p:blipFill>
          <a:blip r:embed="rId44" cstate="screen">
            <a:extLst>
              <a:ext uri="{28A0092B-C50C-407E-A947-70E740481C1C}">
                <a14:useLocalDpi xmlns:a14="http://schemas.microsoft.com/office/drawing/2010/main"/>
              </a:ext>
              <a:ext uri="{96DAC541-7B7A-43D3-8B79-37D633B846F1}">
                <asvg:svgBlip xmlns:asvg="http://schemas.microsoft.com/office/drawing/2016/SVG/main" r:embed="rId45"/>
              </a:ext>
            </a:extLst>
          </a:blip>
          <a:srcRect/>
          <a:stretch>
            <a:fillRect/>
          </a:stretch>
        </p:blipFill>
        <p:spPr>
          <a:xfrm rot="10800000">
            <a:off x="9671210" y="4161615"/>
            <a:ext cx="296511" cy="296511"/>
          </a:xfrm>
          <a:custGeom>
            <a:avLst/>
            <a:gdLst>
              <a:gd name="connsiteX0" fmla="*/ 457200 w 914400"/>
              <a:gd name="connsiteY0" fmla="*/ 705893 h 914400"/>
              <a:gd name="connsiteX1" fmla="*/ 570364 w 914400"/>
              <a:gd name="connsiteY1" fmla="*/ 592729 h 914400"/>
              <a:gd name="connsiteX2" fmla="*/ 457200 w 914400"/>
              <a:gd name="connsiteY2" fmla="*/ 479565 h 914400"/>
              <a:gd name="connsiteX3" fmla="*/ 344036 w 914400"/>
              <a:gd name="connsiteY3" fmla="*/ 592729 h 914400"/>
              <a:gd name="connsiteX4" fmla="*/ 457200 w 914400"/>
              <a:gd name="connsiteY4" fmla="*/ 705893 h 914400"/>
              <a:gd name="connsiteX5" fmla="*/ 914400 w 914400"/>
              <a:gd name="connsiteY5" fmla="*/ 914400 h 914400"/>
              <a:gd name="connsiteX6" fmla="*/ 0 w 914400"/>
              <a:gd name="connsiteY6" fmla="*/ 914400 h 914400"/>
              <a:gd name="connsiteX7" fmla="*/ 0 w 914400"/>
              <a:gd name="connsiteY7" fmla="*/ 0 h 914400"/>
              <a:gd name="connsiteX8" fmla="*/ 914400 w 914400"/>
              <a:gd name="connsiteY8" fmla="*/ 0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4400" h="914400">
                <a:moveTo>
                  <a:pt x="457200" y="705893"/>
                </a:moveTo>
                <a:cubicBezTo>
                  <a:pt x="519699" y="705893"/>
                  <a:pt x="570364" y="655228"/>
                  <a:pt x="570364" y="592729"/>
                </a:cubicBezTo>
                <a:cubicBezTo>
                  <a:pt x="570364" y="530230"/>
                  <a:pt x="519699" y="479565"/>
                  <a:pt x="457200" y="479565"/>
                </a:cubicBezTo>
                <a:cubicBezTo>
                  <a:pt x="394701" y="479565"/>
                  <a:pt x="344036" y="530230"/>
                  <a:pt x="344036" y="592729"/>
                </a:cubicBezTo>
                <a:cubicBezTo>
                  <a:pt x="344036" y="655228"/>
                  <a:pt x="394701" y="705893"/>
                  <a:pt x="457200" y="705893"/>
                </a:cubicBezTo>
                <a:close/>
                <a:moveTo>
                  <a:pt x="914400" y="914400"/>
                </a:moveTo>
                <a:lnTo>
                  <a:pt x="0" y="914400"/>
                </a:lnTo>
                <a:lnTo>
                  <a:pt x="0" y="0"/>
                </a:lnTo>
                <a:lnTo>
                  <a:pt x="914400" y="0"/>
                </a:lnTo>
                <a:close/>
              </a:path>
            </a:pathLst>
          </a:custGeom>
        </p:spPr>
      </p:pic>
      <p:sp>
        <p:nvSpPr>
          <p:cNvPr id="461" name="Pentagon 3">
            <a:extLst>
              <a:ext uri="{FF2B5EF4-FFF2-40B4-BE49-F238E27FC236}">
                <a16:creationId xmlns:a16="http://schemas.microsoft.com/office/drawing/2014/main" id="{2F40698B-5844-3E59-7AAE-F4E457702DB7}"/>
              </a:ext>
            </a:extLst>
          </p:cNvPr>
          <p:cNvSpPr/>
          <p:nvPr/>
        </p:nvSpPr>
        <p:spPr>
          <a:xfrm>
            <a:off x="9702144" y="4438153"/>
            <a:ext cx="905874" cy="15516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nchorCtr="0">
            <a:spAutoFit/>
          </a:bodyPr>
          <a:lstStyle/>
          <a:p>
            <a:pPr marL="0" marR="0" lvl="0" indent="0" algn="ctr" defTabSz="895350" eaLnBrk="1" fontAlgn="auto" latinLnBrk="0" hangingPunct="1">
              <a:lnSpc>
                <a:spcPct val="100000"/>
              </a:lnSpc>
              <a:spcBef>
                <a:spcPts val="300"/>
              </a:spcBef>
              <a:spcAft>
                <a:spcPts val="0"/>
              </a:spcAft>
              <a:buClr>
                <a:srgbClr val="020E66"/>
              </a:buClr>
              <a:buSzTx/>
              <a:buFontTx/>
              <a:buNone/>
              <a:tabLst/>
              <a:defRPr/>
            </a:pPr>
            <a:r>
              <a:rPr kumimoji="0" lang="pt-BR" sz="1050" b="1" u="none" strike="noStrike" kern="1200" cap="none" spc="0" normalizeH="0" baseline="0" noProof="0" dirty="0">
                <a:ln>
                  <a:noFill/>
                </a:ln>
                <a:solidFill>
                  <a:schemeClr val="tx1"/>
                </a:solidFill>
                <a:effectLst/>
                <a:uLnTx/>
                <a:uFillTx/>
                <a:latin typeface="+mj-lt"/>
                <a:ea typeface="ＭＳ Ｐゴシック" charset="0"/>
                <a:cs typeface="Arial" panose="020B0604020202020204" pitchFamily="34" charset="0"/>
              </a:rPr>
              <a:t>Pratápolis</a:t>
            </a:r>
          </a:p>
        </p:txBody>
      </p:sp>
      <p:sp>
        <p:nvSpPr>
          <p:cNvPr id="465" name="Rectangle 1007">
            <a:extLst>
              <a:ext uri="{FF2B5EF4-FFF2-40B4-BE49-F238E27FC236}">
                <a16:creationId xmlns:a16="http://schemas.microsoft.com/office/drawing/2014/main" id="{B5DBF1A2-27E3-3B33-C018-92F04C858007}"/>
              </a:ext>
            </a:extLst>
          </p:cNvPr>
          <p:cNvSpPr/>
          <p:nvPr/>
        </p:nvSpPr>
        <p:spPr>
          <a:xfrm rot="5400000">
            <a:off x="3435362" y="3319470"/>
            <a:ext cx="5050781" cy="382431"/>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 name="connsiteX0" fmla="*/ 0 w 10000"/>
              <a:gd name="connsiteY0" fmla="*/ 0 h 10000"/>
              <a:gd name="connsiteX1" fmla="*/ 10000 w 10000"/>
              <a:gd name="connsiteY1" fmla="*/ 0 h 10000"/>
              <a:gd name="connsiteX2" fmla="*/ 9891 w 10000"/>
              <a:gd name="connsiteY2" fmla="*/ 9867 h 10000"/>
              <a:gd name="connsiteX3" fmla="*/ 2000 w 10000"/>
              <a:gd name="connsiteY3" fmla="*/ 10000 h 10000"/>
              <a:gd name="connsiteX4" fmla="*/ 0 w 10000"/>
              <a:gd name="connsiteY4" fmla="*/ 0 h 10000"/>
              <a:gd name="connsiteX0" fmla="*/ 0 w 10000"/>
              <a:gd name="connsiteY0" fmla="*/ 0 h 10000"/>
              <a:gd name="connsiteX1" fmla="*/ 10000 w 10000"/>
              <a:gd name="connsiteY1" fmla="*/ 0 h 10000"/>
              <a:gd name="connsiteX2" fmla="*/ 9860 w 10000"/>
              <a:gd name="connsiteY2" fmla="*/ 9970 h 10000"/>
              <a:gd name="connsiteX3" fmla="*/ 2000 w 10000"/>
              <a:gd name="connsiteY3" fmla="*/ 10000 h 10000"/>
              <a:gd name="connsiteX4" fmla="*/ 0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0"/>
                </a:moveTo>
                <a:lnTo>
                  <a:pt x="10000" y="0"/>
                </a:lnTo>
                <a:cubicBezTo>
                  <a:pt x="9964" y="3289"/>
                  <a:pt x="9896" y="6681"/>
                  <a:pt x="9860" y="9970"/>
                </a:cubicBezTo>
                <a:lnTo>
                  <a:pt x="2000" y="10000"/>
                </a:lnTo>
                <a:lnTo>
                  <a:pt x="0" y="0"/>
                </a:lnTo>
                <a:close/>
              </a:path>
            </a:pathLst>
          </a:custGeom>
          <a:solidFill>
            <a:schemeClr val="bg2">
              <a:lumMod val="85000"/>
            </a:schemeClr>
          </a:solidFill>
          <a:ln w="12700">
            <a:noFill/>
            <a:miter lim="400000"/>
          </a:ln>
          <a:effectLst/>
        </p:spPr>
        <p:txBody>
          <a:bodyPr lIns="108000" tIns="72000" rIns="108000" bIns="72000" rtlCol="0" anchor="ctr" anchorCtr="1"/>
          <a:lstStyle/>
          <a:p>
            <a:pPr marL="0" lvl="1">
              <a:spcBef>
                <a:spcPts val="600"/>
              </a:spcBef>
              <a:spcAft>
                <a:spcPts val="0"/>
              </a:spcAft>
              <a:buClrTx/>
            </a:pPr>
            <a:endParaRPr lang="pt-BR" sz="1300" dirty="0">
              <a:latin typeface="+mj-lt"/>
            </a:endParaRPr>
          </a:p>
        </p:txBody>
      </p:sp>
      <p:sp>
        <p:nvSpPr>
          <p:cNvPr id="466" name="Elipse 465">
            <a:extLst>
              <a:ext uri="{FF2B5EF4-FFF2-40B4-BE49-F238E27FC236}">
                <a16:creationId xmlns:a16="http://schemas.microsoft.com/office/drawing/2014/main" id="{DFEFF3C8-5267-5EED-96C6-BEDDB4AB2BD1}"/>
              </a:ext>
            </a:extLst>
          </p:cNvPr>
          <p:cNvSpPr/>
          <p:nvPr/>
        </p:nvSpPr>
        <p:spPr>
          <a:xfrm>
            <a:off x="310222" y="2181993"/>
            <a:ext cx="252000" cy="252000"/>
          </a:xfrm>
          <a:prstGeom prst="ellipse">
            <a:avLst/>
          </a:prstGeom>
          <a:solidFill>
            <a:schemeClr val="accent5"/>
          </a:solidFill>
          <a:ln w="19050">
            <a:noFill/>
            <a:miter lim="400000"/>
          </a:ln>
          <a:effectLst/>
        </p:spPr>
        <p:txBody>
          <a:bodyPr lIns="108000" tIns="72000" rIns="108000" bIns="72000" rtlCol="0" anchor="ctr"/>
          <a:lstStyle/>
          <a:p>
            <a:pPr algn="ctr"/>
            <a:r>
              <a:rPr lang="pt-BR" sz="1050" b="1">
                <a:solidFill>
                  <a:schemeClr val="bg1"/>
                </a:solidFill>
              </a:rPr>
              <a:t>1</a:t>
            </a:r>
          </a:p>
        </p:txBody>
      </p:sp>
      <p:sp>
        <p:nvSpPr>
          <p:cNvPr id="467" name="Elipse 466">
            <a:extLst>
              <a:ext uri="{FF2B5EF4-FFF2-40B4-BE49-F238E27FC236}">
                <a16:creationId xmlns:a16="http://schemas.microsoft.com/office/drawing/2014/main" id="{4573696E-9AE8-227B-B6C2-7E372823BBA6}"/>
              </a:ext>
            </a:extLst>
          </p:cNvPr>
          <p:cNvSpPr/>
          <p:nvPr/>
        </p:nvSpPr>
        <p:spPr>
          <a:xfrm>
            <a:off x="310222" y="2558019"/>
            <a:ext cx="252000" cy="252000"/>
          </a:xfrm>
          <a:prstGeom prst="ellipse">
            <a:avLst/>
          </a:prstGeom>
          <a:solidFill>
            <a:schemeClr val="accent5"/>
          </a:solidFill>
          <a:ln w="19050">
            <a:noFill/>
            <a:miter lim="400000"/>
          </a:ln>
          <a:effectLst/>
        </p:spPr>
        <p:txBody>
          <a:bodyPr lIns="108000" tIns="72000" rIns="108000" bIns="72000" rtlCol="0" anchor="ctr"/>
          <a:lstStyle/>
          <a:p>
            <a:pPr algn="ctr"/>
            <a:r>
              <a:rPr lang="pt-BR" sz="1050" b="1">
                <a:solidFill>
                  <a:schemeClr val="bg1"/>
                </a:solidFill>
              </a:rPr>
              <a:t>2</a:t>
            </a:r>
          </a:p>
        </p:txBody>
      </p:sp>
      <p:sp>
        <p:nvSpPr>
          <p:cNvPr id="468" name="Elipse 467">
            <a:extLst>
              <a:ext uri="{FF2B5EF4-FFF2-40B4-BE49-F238E27FC236}">
                <a16:creationId xmlns:a16="http://schemas.microsoft.com/office/drawing/2014/main" id="{C7363313-45B4-AC17-BACE-DBABFE3B2476}"/>
              </a:ext>
            </a:extLst>
          </p:cNvPr>
          <p:cNvSpPr/>
          <p:nvPr/>
        </p:nvSpPr>
        <p:spPr>
          <a:xfrm>
            <a:off x="310222" y="2934045"/>
            <a:ext cx="252000" cy="252000"/>
          </a:xfrm>
          <a:prstGeom prst="ellipse">
            <a:avLst/>
          </a:prstGeom>
          <a:solidFill>
            <a:schemeClr val="accent5"/>
          </a:solidFill>
          <a:ln w="19050">
            <a:noFill/>
            <a:miter lim="400000"/>
          </a:ln>
          <a:effectLst/>
        </p:spPr>
        <p:txBody>
          <a:bodyPr lIns="108000" tIns="72000" rIns="108000" bIns="72000" rtlCol="0" anchor="ctr"/>
          <a:lstStyle/>
          <a:p>
            <a:pPr algn="ctr"/>
            <a:r>
              <a:rPr lang="pt-BR" sz="1050" b="1">
                <a:solidFill>
                  <a:schemeClr val="bg1"/>
                </a:solidFill>
              </a:rPr>
              <a:t>3</a:t>
            </a:r>
          </a:p>
        </p:txBody>
      </p:sp>
      <p:sp>
        <p:nvSpPr>
          <p:cNvPr id="469" name="Elipse 468">
            <a:extLst>
              <a:ext uri="{FF2B5EF4-FFF2-40B4-BE49-F238E27FC236}">
                <a16:creationId xmlns:a16="http://schemas.microsoft.com/office/drawing/2014/main" id="{043D4856-A3E0-E0D9-6690-2D11A8F6950B}"/>
              </a:ext>
            </a:extLst>
          </p:cNvPr>
          <p:cNvSpPr/>
          <p:nvPr/>
        </p:nvSpPr>
        <p:spPr>
          <a:xfrm>
            <a:off x="310222" y="3310071"/>
            <a:ext cx="252000" cy="252000"/>
          </a:xfrm>
          <a:prstGeom prst="ellipse">
            <a:avLst/>
          </a:prstGeom>
          <a:solidFill>
            <a:schemeClr val="accent5"/>
          </a:solidFill>
          <a:ln w="19050">
            <a:noFill/>
            <a:miter lim="400000"/>
          </a:ln>
          <a:effectLst/>
        </p:spPr>
        <p:txBody>
          <a:bodyPr lIns="108000" tIns="72000" rIns="108000" bIns="72000" rtlCol="0" anchor="ctr"/>
          <a:lstStyle/>
          <a:p>
            <a:pPr algn="ctr"/>
            <a:r>
              <a:rPr lang="pt-BR" sz="1050" b="1">
                <a:solidFill>
                  <a:schemeClr val="bg1"/>
                </a:solidFill>
              </a:rPr>
              <a:t>4</a:t>
            </a:r>
          </a:p>
        </p:txBody>
      </p:sp>
      <p:sp>
        <p:nvSpPr>
          <p:cNvPr id="470" name="Elipse 469">
            <a:extLst>
              <a:ext uri="{FF2B5EF4-FFF2-40B4-BE49-F238E27FC236}">
                <a16:creationId xmlns:a16="http://schemas.microsoft.com/office/drawing/2014/main" id="{EEFFA868-00D6-1BF9-3381-DF7526458182}"/>
              </a:ext>
            </a:extLst>
          </p:cNvPr>
          <p:cNvSpPr/>
          <p:nvPr/>
        </p:nvSpPr>
        <p:spPr>
          <a:xfrm>
            <a:off x="310222" y="4062123"/>
            <a:ext cx="252000" cy="252000"/>
          </a:xfrm>
          <a:prstGeom prst="ellipse">
            <a:avLst/>
          </a:prstGeom>
          <a:solidFill>
            <a:schemeClr val="accent5"/>
          </a:solidFill>
          <a:ln w="19050">
            <a:noFill/>
            <a:miter lim="400000"/>
          </a:ln>
          <a:effectLst/>
        </p:spPr>
        <p:txBody>
          <a:bodyPr lIns="108000" tIns="72000" rIns="108000" bIns="72000" rtlCol="0" anchor="ctr"/>
          <a:lstStyle/>
          <a:p>
            <a:pPr algn="ctr"/>
            <a:r>
              <a:rPr lang="pt-BR" sz="1050" b="1" dirty="0">
                <a:solidFill>
                  <a:schemeClr val="bg1"/>
                </a:solidFill>
              </a:rPr>
              <a:t>6</a:t>
            </a:r>
          </a:p>
        </p:txBody>
      </p:sp>
      <p:sp>
        <p:nvSpPr>
          <p:cNvPr id="471" name="Elipse 470">
            <a:extLst>
              <a:ext uri="{FF2B5EF4-FFF2-40B4-BE49-F238E27FC236}">
                <a16:creationId xmlns:a16="http://schemas.microsoft.com/office/drawing/2014/main" id="{C6F9695D-09BA-2294-1072-565B25F0661A}"/>
              </a:ext>
            </a:extLst>
          </p:cNvPr>
          <p:cNvSpPr/>
          <p:nvPr/>
        </p:nvSpPr>
        <p:spPr>
          <a:xfrm>
            <a:off x="310222" y="3686097"/>
            <a:ext cx="252000" cy="252000"/>
          </a:xfrm>
          <a:prstGeom prst="ellipse">
            <a:avLst/>
          </a:prstGeom>
          <a:solidFill>
            <a:schemeClr val="accent5"/>
          </a:solidFill>
          <a:ln w="19050">
            <a:noFill/>
            <a:miter lim="400000"/>
          </a:ln>
          <a:effectLst/>
        </p:spPr>
        <p:txBody>
          <a:bodyPr lIns="108000" tIns="72000" rIns="108000" bIns="72000" rtlCol="0" anchor="ctr"/>
          <a:lstStyle/>
          <a:p>
            <a:pPr algn="ctr"/>
            <a:r>
              <a:rPr lang="pt-BR" sz="1050" b="1" dirty="0">
                <a:solidFill>
                  <a:schemeClr val="bg1"/>
                </a:solidFill>
              </a:rPr>
              <a:t>5</a:t>
            </a:r>
          </a:p>
        </p:txBody>
      </p:sp>
      <p:sp>
        <p:nvSpPr>
          <p:cNvPr id="472" name="Elipse 471">
            <a:extLst>
              <a:ext uri="{FF2B5EF4-FFF2-40B4-BE49-F238E27FC236}">
                <a16:creationId xmlns:a16="http://schemas.microsoft.com/office/drawing/2014/main" id="{88E51455-6E1C-BB0A-5B91-7BF6A6A2F5FA}"/>
              </a:ext>
            </a:extLst>
          </p:cNvPr>
          <p:cNvSpPr/>
          <p:nvPr/>
        </p:nvSpPr>
        <p:spPr>
          <a:xfrm>
            <a:off x="310222" y="4438149"/>
            <a:ext cx="252000" cy="252000"/>
          </a:xfrm>
          <a:prstGeom prst="ellipse">
            <a:avLst/>
          </a:prstGeom>
          <a:solidFill>
            <a:schemeClr val="accent5"/>
          </a:solidFill>
          <a:ln w="19050">
            <a:noFill/>
            <a:miter lim="400000"/>
          </a:ln>
          <a:effectLst/>
        </p:spPr>
        <p:txBody>
          <a:bodyPr lIns="108000" tIns="72000" rIns="108000" bIns="72000" rtlCol="0" anchor="ctr"/>
          <a:lstStyle/>
          <a:p>
            <a:pPr algn="ctr"/>
            <a:r>
              <a:rPr lang="pt-BR" sz="1050" b="1" dirty="0">
                <a:solidFill>
                  <a:schemeClr val="bg1"/>
                </a:solidFill>
              </a:rPr>
              <a:t>7</a:t>
            </a:r>
          </a:p>
        </p:txBody>
      </p:sp>
      <p:sp>
        <p:nvSpPr>
          <p:cNvPr id="473" name="Elipse 472">
            <a:extLst>
              <a:ext uri="{FF2B5EF4-FFF2-40B4-BE49-F238E27FC236}">
                <a16:creationId xmlns:a16="http://schemas.microsoft.com/office/drawing/2014/main" id="{654B8EEA-A7F8-AC2C-6834-C5BDBF87ADBA}"/>
              </a:ext>
            </a:extLst>
          </p:cNvPr>
          <p:cNvSpPr/>
          <p:nvPr/>
        </p:nvSpPr>
        <p:spPr>
          <a:xfrm>
            <a:off x="310222" y="4814175"/>
            <a:ext cx="252000" cy="252000"/>
          </a:xfrm>
          <a:prstGeom prst="ellipse">
            <a:avLst/>
          </a:prstGeom>
          <a:solidFill>
            <a:schemeClr val="accent5"/>
          </a:solidFill>
          <a:ln w="19050">
            <a:noFill/>
            <a:miter lim="400000"/>
          </a:ln>
          <a:effectLst/>
        </p:spPr>
        <p:txBody>
          <a:bodyPr lIns="108000" tIns="72000" rIns="108000" bIns="72000" rtlCol="0" anchor="ctr"/>
          <a:lstStyle/>
          <a:p>
            <a:pPr algn="ctr"/>
            <a:r>
              <a:rPr lang="pt-BR" sz="1050" b="1" dirty="0">
                <a:solidFill>
                  <a:schemeClr val="bg1"/>
                </a:solidFill>
              </a:rPr>
              <a:t>8</a:t>
            </a:r>
          </a:p>
        </p:txBody>
      </p:sp>
      <p:sp>
        <p:nvSpPr>
          <p:cNvPr id="474" name="Elipse 473">
            <a:extLst>
              <a:ext uri="{FF2B5EF4-FFF2-40B4-BE49-F238E27FC236}">
                <a16:creationId xmlns:a16="http://schemas.microsoft.com/office/drawing/2014/main" id="{DCE95D97-5ED1-1713-B400-6BE127531BF1}"/>
              </a:ext>
            </a:extLst>
          </p:cNvPr>
          <p:cNvSpPr/>
          <p:nvPr/>
        </p:nvSpPr>
        <p:spPr>
          <a:xfrm>
            <a:off x="310222" y="5190201"/>
            <a:ext cx="252000" cy="252000"/>
          </a:xfrm>
          <a:prstGeom prst="ellipse">
            <a:avLst/>
          </a:prstGeom>
          <a:solidFill>
            <a:schemeClr val="accent5"/>
          </a:solidFill>
          <a:ln w="19050">
            <a:noFill/>
            <a:miter lim="400000"/>
          </a:ln>
          <a:effectLst/>
        </p:spPr>
        <p:txBody>
          <a:bodyPr lIns="108000" tIns="72000" rIns="108000" bIns="72000" rtlCol="0" anchor="ctr"/>
          <a:lstStyle/>
          <a:p>
            <a:pPr algn="ctr"/>
            <a:r>
              <a:rPr lang="pt-BR" sz="1050" b="1" dirty="0">
                <a:solidFill>
                  <a:schemeClr val="bg1"/>
                </a:solidFill>
              </a:rPr>
              <a:t>9</a:t>
            </a:r>
          </a:p>
        </p:txBody>
      </p:sp>
      <p:sp>
        <p:nvSpPr>
          <p:cNvPr id="475" name="Elipse 474">
            <a:extLst>
              <a:ext uri="{FF2B5EF4-FFF2-40B4-BE49-F238E27FC236}">
                <a16:creationId xmlns:a16="http://schemas.microsoft.com/office/drawing/2014/main" id="{5BC325C9-4D0B-88D9-2532-2FE2A0E2657F}"/>
              </a:ext>
            </a:extLst>
          </p:cNvPr>
          <p:cNvSpPr/>
          <p:nvPr/>
        </p:nvSpPr>
        <p:spPr>
          <a:xfrm>
            <a:off x="310222" y="5566224"/>
            <a:ext cx="252000" cy="252000"/>
          </a:xfrm>
          <a:prstGeom prst="ellipse">
            <a:avLst/>
          </a:prstGeom>
          <a:solidFill>
            <a:schemeClr val="accent5"/>
          </a:solidFill>
          <a:ln w="19050">
            <a:noFill/>
            <a:miter lim="400000"/>
          </a:ln>
          <a:effectLst/>
        </p:spPr>
        <p:txBody>
          <a:bodyPr lIns="0" tIns="72000" rIns="0" bIns="72000" rtlCol="0" anchor="ctr"/>
          <a:lstStyle/>
          <a:p>
            <a:pPr algn="ctr"/>
            <a:r>
              <a:rPr lang="pt-BR" sz="1050" b="1" dirty="0">
                <a:solidFill>
                  <a:schemeClr val="bg1"/>
                </a:solidFill>
              </a:rPr>
              <a:t>10</a:t>
            </a:r>
          </a:p>
        </p:txBody>
      </p:sp>
      <p:sp>
        <p:nvSpPr>
          <p:cNvPr id="479" name="Elipse 478">
            <a:extLst>
              <a:ext uri="{FF2B5EF4-FFF2-40B4-BE49-F238E27FC236}">
                <a16:creationId xmlns:a16="http://schemas.microsoft.com/office/drawing/2014/main" id="{8EBA5B46-1916-14D3-29F4-8B89B0E1A70A}"/>
              </a:ext>
            </a:extLst>
          </p:cNvPr>
          <p:cNvSpPr/>
          <p:nvPr/>
        </p:nvSpPr>
        <p:spPr>
          <a:xfrm>
            <a:off x="8403978" y="3062290"/>
            <a:ext cx="252000" cy="252000"/>
          </a:xfrm>
          <a:prstGeom prst="ellipse">
            <a:avLst/>
          </a:prstGeom>
          <a:solidFill>
            <a:schemeClr val="accent5"/>
          </a:solidFill>
          <a:ln w="19050">
            <a:noFill/>
            <a:miter lim="400000"/>
          </a:ln>
          <a:effectLst/>
        </p:spPr>
        <p:txBody>
          <a:bodyPr lIns="108000" tIns="72000" rIns="108000" bIns="72000" rtlCol="0" anchor="ctr"/>
          <a:lstStyle/>
          <a:p>
            <a:pPr algn="ctr"/>
            <a:r>
              <a:rPr lang="pt-BR" sz="1050" b="1">
                <a:solidFill>
                  <a:schemeClr val="bg1"/>
                </a:solidFill>
              </a:rPr>
              <a:t>1</a:t>
            </a:r>
          </a:p>
        </p:txBody>
      </p:sp>
      <p:sp>
        <p:nvSpPr>
          <p:cNvPr id="480" name="Elipse 479">
            <a:extLst>
              <a:ext uri="{FF2B5EF4-FFF2-40B4-BE49-F238E27FC236}">
                <a16:creationId xmlns:a16="http://schemas.microsoft.com/office/drawing/2014/main" id="{F974283B-DA7A-36A4-F68E-F8539C21D03E}"/>
              </a:ext>
            </a:extLst>
          </p:cNvPr>
          <p:cNvSpPr/>
          <p:nvPr/>
        </p:nvSpPr>
        <p:spPr>
          <a:xfrm>
            <a:off x="9067943" y="3686097"/>
            <a:ext cx="252000" cy="252000"/>
          </a:xfrm>
          <a:prstGeom prst="ellipse">
            <a:avLst/>
          </a:prstGeom>
          <a:solidFill>
            <a:schemeClr val="accent5"/>
          </a:solidFill>
          <a:ln w="19050">
            <a:noFill/>
            <a:miter lim="400000"/>
          </a:ln>
          <a:effectLst/>
        </p:spPr>
        <p:txBody>
          <a:bodyPr lIns="108000" tIns="72000" rIns="108000" bIns="72000" rtlCol="0" anchor="ctr"/>
          <a:lstStyle/>
          <a:p>
            <a:pPr algn="ctr"/>
            <a:r>
              <a:rPr lang="pt-BR" sz="1050" b="1">
                <a:solidFill>
                  <a:schemeClr val="bg1"/>
                </a:solidFill>
              </a:rPr>
              <a:t>2</a:t>
            </a:r>
          </a:p>
        </p:txBody>
      </p:sp>
      <p:sp>
        <p:nvSpPr>
          <p:cNvPr id="481" name="Elipse 480">
            <a:extLst>
              <a:ext uri="{FF2B5EF4-FFF2-40B4-BE49-F238E27FC236}">
                <a16:creationId xmlns:a16="http://schemas.microsoft.com/office/drawing/2014/main" id="{3F06596F-8D61-4EDA-9EF9-15843721CD8D}"/>
              </a:ext>
            </a:extLst>
          </p:cNvPr>
          <p:cNvSpPr/>
          <p:nvPr/>
        </p:nvSpPr>
        <p:spPr>
          <a:xfrm>
            <a:off x="8331319" y="4589875"/>
            <a:ext cx="252000" cy="252000"/>
          </a:xfrm>
          <a:prstGeom prst="ellipse">
            <a:avLst/>
          </a:prstGeom>
          <a:solidFill>
            <a:schemeClr val="accent5"/>
          </a:solidFill>
          <a:ln w="19050">
            <a:noFill/>
            <a:miter lim="400000"/>
          </a:ln>
          <a:effectLst/>
        </p:spPr>
        <p:txBody>
          <a:bodyPr lIns="108000" tIns="72000" rIns="108000" bIns="72000" rtlCol="0" anchor="ctr"/>
          <a:lstStyle/>
          <a:p>
            <a:pPr algn="ctr"/>
            <a:r>
              <a:rPr lang="pt-BR" sz="1050" b="1" dirty="0">
                <a:solidFill>
                  <a:schemeClr val="bg1"/>
                </a:solidFill>
              </a:rPr>
              <a:t>3</a:t>
            </a:r>
          </a:p>
        </p:txBody>
      </p:sp>
      <p:sp>
        <p:nvSpPr>
          <p:cNvPr id="482" name="Elipse 481">
            <a:extLst>
              <a:ext uri="{FF2B5EF4-FFF2-40B4-BE49-F238E27FC236}">
                <a16:creationId xmlns:a16="http://schemas.microsoft.com/office/drawing/2014/main" id="{A2CE4A26-CC45-2FA0-D6EB-8AA9EFFFDCF7}"/>
              </a:ext>
            </a:extLst>
          </p:cNvPr>
          <p:cNvSpPr/>
          <p:nvPr/>
        </p:nvSpPr>
        <p:spPr>
          <a:xfrm>
            <a:off x="8583319" y="5106244"/>
            <a:ext cx="252000" cy="252000"/>
          </a:xfrm>
          <a:prstGeom prst="ellipse">
            <a:avLst/>
          </a:prstGeom>
          <a:solidFill>
            <a:schemeClr val="accent5"/>
          </a:solidFill>
          <a:ln w="19050">
            <a:noFill/>
            <a:miter lim="400000"/>
          </a:ln>
          <a:effectLst/>
        </p:spPr>
        <p:txBody>
          <a:bodyPr lIns="108000" tIns="72000" rIns="108000" bIns="72000" rtlCol="0" anchor="ctr"/>
          <a:lstStyle/>
          <a:p>
            <a:pPr algn="ctr"/>
            <a:r>
              <a:rPr lang="pt-BR" sz="1050" b="1">
                <a:solidFill>
                  <a:schemeClr val="bg1"/>
                </a:solidFill>
              </a:rPr>
              <a:t>4</a:t>
            </a:r>
          </a:p>
        </p:txBody>
      </p:sp>
      <p:sp>
        <p:nvSpPr>
          <p:cNvPr id="483" name="Elipse 482">
            <a:extLst>
              <a:ext uri="{FF2B5EF4-FFF2-40B4-BE49-F238E27FC236}">
                <a16:creationId xmlns:a16="http://schemas.microsoft.com/office/drawing/2014/main" id="{736344D7-4462-7F77-08A3-0BE31FE84A24}"/>
              </a:ext>
            </a:extLst>
          </p:cNvPr>
          <p:cNvSpPr/>
          <p:nvPr/>
        </p:nvSpPr>
        <p:spPr>
          <a:xfrm>
            <a:off x="9734729" y="3838988"/>
            <a:ext cx="252000" cy="252000"/>
          </a:xfrm>
          <a:prstGeom prst="ellipse">
            <a:avLst/>
          </a:prstGeom>
          <a:solidFill>
            <a:schemeClr val="accent5"/>
          </a:solidFill>
          <a:ln w="19050">
            <a:noFill/>
            <a:miter lim="400000"/>
          </a:ln>
          <a:effectLst/>
        </p:spPr>
        <p:txBody>
          <a:bodyPr lIns="108000" tIns="72000" rIns="108000" bIns="72000" rtlCol="0" anchor="ctr"/>
          <a:lstStyle/>
          <a:p>
            <a:pPr algn="ctr"/>
            <a:r>
              <a:rPr lang="pt-BR" sz="1050" b="1" dirty="0">
                <a:solidFill>
                  <a:schemeClr val="bg1"/>
                </a:solidFill>
              </a:rPr>
              <a:t>6</a:t>
            </a:r>
          </a:p>
        </p:txBody>
      </p:sp>
      <p:sp>
        <p:nvSpPr>
          <p:cNvPr id="484" name="Elipse 483">
            <a:extLst>
              <a:ext uri="{FF2B5EF4-FFF2-40B4-BE49-F238E27FC236}">
                <a16:creationId xmlns:a16="http://schemas.microsoft.com/office/drawing/2014/main" id="{D353359C-AEEF-5B83-B2FD-57AF3DC053FD}"/>
              </a:ext>
            </a:extLst>
          </p:cNvPr>
          <p:cNvSpPr/>
          <p:nvPr/>
        </p:nvSpPr>
        <p:spPr>
          <a:xfrm>
            <a:off x="9193844" y="3004551"/>
            <a:ext cx="252000" cy="252000"/>
          </a:xfrm>
          <a:prstGeom prst="ellipse">
            <a:avLst/>
          </a:prstGeom>
          <a:solidFill>
            <a:schemeClr val="accent5"/>
          </a:solidFill>
          <a:ln w="19050">
            <a:noFill/>
            <a:miter lim="400000"/>
          </a:ln>
          <a:effectLst/>
        </p:spPr>
        <p:txBody>
          <a:bodyPr lIns="108000" tIns="72000" rIns="108000" bIns="72000" rtlCol="0" anchor="ctr"/>
          <a:lstStyle/>
          <a:p>
            <a:pPr algn="ctr"/>
            <a:r>
              <a:rPr lang="pt-BR" sz="1050" b="1" dirty="0">
                <a:solidFill>
                  <a:schemeClr val="bg1"/>
                </a:solidFill>
              </a:rPr>
              <a:t>5</a:t>
            </a:r>
          </a:p>
        </p:txBody>
      </p:sp>
      <p:sp>
        <p:nvSpPr>
          <p:cNvPr id="485" name="Elipse 484">
            <a:extLst>
              <a:ext uri="{FF2B5EF4-FFF2-40B4-BE49-F238E27FC236}">
                <a16:creationId xmlns:a16="http://schemas.microsoft.com/office/drawing/2014/main" id="{5AE024A0-E677-F074-89B1-B6C50B14C47B}"/>
              </a:ext>
            </a:extLst>
          </p:cNvPr>
          <p:cNvSpPr/>
          <p:nvPr/>
        </p:nvSpPr>
        <p:spPr>
          <a:xfrm>
            <a:off x="9445844" y="4468813"/>
            <a:ext cx="252000" cy="252000"/>
          </a:xfrm>
          <a:prstGeom prst="ellipse">
            <a:avLst/>
          </a:prstGeom>
          <a:solidFill>
            <a:schemeClr val="accent5"/>
          </a:solidFill>
          <a:ln w="19050">
            <a:noFill/>
            <a:miter lim="400000"/>
          </a:ln>
          <a:effectLst/>
        </p:spPr>
        <p:txBody>
          <a:bodyPr lIns="108000" tIns="72000" rIns="108000" bIns="72000" rtlCol="0" anchor="ctr"/>
          <a:lstStyle/>
          <a:p>
            <a:pPr algn="ctr"/>
            <a:r>
              <a:rPr lang="pt-BR" sz="1050" b="1" dirty="0">
                <a:solidFill>
                  <a:schemeClr val="bg1"/>
                </a:solidFill>
              </a:rPr>
              <a:t>7</a:t>
            </a:r>
          </a:p>
        </p:txBody>
      </p:sp>
      <p:sp>
        <p:nvSpPr>
          <p:cNvPr id="486" name="Elipse 485">
            <a:extLst>
              <a:ext uri="{FF2B5EF4-FFF2-40B4-BE49-F238E27FC236}">
                <a16:creationId xmlns:a16="http://schemas.microsoft.com/office/drawing/2014/main" id="{35B49C61-8DA6-D777-9924-35270084C137}"/>
              </a:ext>
            </a:extLst>
          </p:cNvPr>
          <p:cNvSpPr/>
          <p:nvPr/>
        </p:nvSpPr>
        <p:spPr>
          <a:xfrm>
            <a:off x="8601039" y="3701162"/>
            <a:ext cx="252000" cy="252000"/>
          </a:xfrm>
          <a:prstGeom prst="ellipse">
            <a:avLst/>
          </a:prstGeom>
          <a:solidFill>
            <a:schemeClr val="accent5"/>
          </a:solidFill>
          <a:ln w="19050">
            <a:noFill/>
            <a:miter lim="400000"/>
          </a:ln>
          <a:effectLst/>
        </p:spPr>
        <p:txBody>
          <a:bodyPr lIns="108000" tIns="72000" rIns="108000" bIns="72000" rtlCol="0" anchor="ctr"/>
          <a:lstStyle/>
          <a:p>
            <a:pPr algn="ctr"/>
            <a:r>
              <a:rPr lang="pt-BR" sz="1050" b="1" dirty="0">
                <a:solidFill>
                  <a:schemeClr val="bg1"/>
                </a:solidFill>
              </a:rPr>
              <a:t>8</a:t>
            </a:r>
          </a:p>
        </p:txBody>
      </p:sp>
      <p:sp>
        <p:nvSpPr>
          <p:cNvPr id="487" name="Elipse 486">
            <a:extLst>
              <a:ext uri="{FF2B5EF4-FFF2-40B4-BE49-F238E27FC236}">
                <a16:creationId xmlns:a16="http://schemas.microsoft.com/office/drawing/2014/main" id="{F7781CD1-A637-9F02-0E61-BB73FE3AAE26}"/>
              </a:ext>
            </a:extLst>
          </p:cNvPr>
          <p:cNvSpPr/>
          <p:nvPr/>
        </p:nvSpPr>
        <p:spPr>
          <a:xfrm>
            <a:off x="9119751" y="4854244"/>
            <a:ext cx="252000" cy="252000"/>
          </a:xfrm>
          <a:prstGeom prst="ellipse">
            <a:avLst/>
          </a:prstGeom>
          <a:solidFill>
            <a:schemeClr val="accent5"/>
          </a:solidFill>
          <a:ln w="19050">
            <a:noFill/>
            <a:miter lim="400000"/>
          </a:ln>
          <a:effectLst/>
        </p:spPr>
        <p:txBody>
          <a:bodyPr lIns="108000" tIns="72000" rIns="108000" bIns="72000" rtlCol="0" anchor="ctr"/>
          <a:lstStyle/>
          <a:p>
            <a:pPr algn="ctr"/>
            <a:r>
              <a:rPr lang="pt-BR" sz="1050" b="1" dirty="0">
                <a:solidFill>
                  <a:schemeClr val="bg1"/>
                </a:solidFill>
              </a:rPr>
              <a:t>9</a:t>
            </a:r>
          </a:p>
        </p:txBody>
      </p:sp>
      <p:sp>
        <p:nvSpPr>
          <p:cNvPr id="488" name="Elipse 487">
            <a:extLst>
              <a:ext uri="{FF2B5EF4-FFF2-40B4-BE49-F238E27FC236}">
                <a16:creationId xmlns:a16="http://schemas.microsoft.com/office/drawing/2014/main" id="{BFDD1D51-CB35-F655-06DD-ED13F25DB97E}"/>
              </a:ext>
            </a:extLst>
          </p:cNvPr>
          <p:cNvSpPr/>
          <p:nvPr/>
        </p:nvSpPr>
        <p:spPr>
          <a:xfrm>
            <a:off x="8615751" y="4806362"/>
            <a:ext cx="252000" cy="252000"/>
          </a:xfrm>
          <a:prstGeom prst="ellipse">
            <a:avLst/>
          </a:prstGeom>
          <a:solidFill>
            <a:schemeClr val="accent5"/>
          </a:solidFill>
          <a:ln w="19050">
            <a:noFill/>
            <a:miter lim="400000"/>
          </a:ln>
          <a:effectLst/>
        </p:spPr>
        <p:txBody>
          <a:bodyPr lIns="0" tIns="72000" rIns="0" bIns="72000" rtlCol="0" anchor="ctr"/>
          <a:lstStyle/>
          <a:p>
            <a:pPr algn="ctr"/>
            <a:r>
              <a:rPr lang="pt-BR" sz="1050" b="1" dirty="0">
                <a:solidFill>
                  <a:schemeClr val="bg1"/>
                </a:solidFill>
              </a:rPr>
              <a:t>10</a:t>
            </a:r>
          </a:p>
        </p:txBody>
      </p:sp>
      <p:grpSp>
        <p:nvGrpSpPr>
          <p:cNvPr id="6" name="Group 8">
            <a:extLst>
              <a:ext uri="{FF2B5EF4-FFF2-40B4-BE49-F238E27FC236}">
                <a16:creationId xmlns:a16="http://schemas.microsoft.com/office/drawing/2014/main" id="{C9CA628F-6A36-21A9-3744-9D983879A8EB}"/>
              </a:ext>
            </a:extLst>
          </p:cNvPr>
          <p:cNvGrpSpPr/>
          <p:nvPr/>
        </p:nvGrpSpPr>
        <p:grpSpPr>
          <a:xfrm>
            <a:off x="11305175" y="628612"/>
            <a:ext cx="659284" cy="212366"/>
            <a:chOff x="8295384" y="859795"/>
            <a:chExt cx="659284" cy="212366"/>
          </a:xfrm>
        </p:grpSpPr>
        <p:sp>
          <p:nvSpPr>
            <p:cNvPr id="7" name="StickerRectangle">
              <a:extLst>
                <a:ext uri="{FF2B5EF4-FFF2-40B4-BE49-F238E27FC236}">
                  <a16:creationId xmlns:a16="http://schemas.microsoft.com/office/drawing/2014/main" id="{693D9DAA-A990-8207-E676-625D48AD7F2A}"/>
                </a:ext>
              </a:extLst>
            </p:cNvPr>
            <p:cNvSpPr>
              <a:spLocks noChangeArrowheads="1"/>
            </p:cNvSpPr>
            <p:nvPr/>
          </p:nvSpPr>
          <p:spPr bwMode="auto">
            <a:xfrm>
              <a:off x="8295384" y="859795"/>
              <a:ext cx="659284" cy="212366"/>
            </a:xfrm>
            <a:prstGeom prst="leftRightArrow">
              <a:avLst>
                <a:gd name="adj1" fmla="val 100000"/>
                <a:gd name="adj2" fmla="val 0"/>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27432" tIns="0" rIns="0" bIns="27432">
              <a:spAutoFit/>
            </a:bodyPr>
            <a:lstStyle/>
            <a:p>
              <a:pPr marL="0" marR="0" lvl="0" indent="0" algn="r" defTabSz="895350" eaLnBrk="1" fontAlgn="auto" latinLnBrk="0" hangingPunct="1">
                <a:lnSpc>
                  <a:spcPct val="100000"/>
                </a:lnSpc>
                <a:spcBef>
                  <a:spcPts val="0"/>
                </a:spcBef>
                <a:spcAft>
                  <a:spcPts val="0"/>
                </a:spcAft>
                <a:buClr>
                  <a:srgbClr val="020E66"/>
                </a:buClr>
                <a:buSzTx/>
                <a:buFontTx/>
                <a:buNone/>
                <a:tabLst/>
                <a:defRPr/>
              </a:pPr>
              <a:r>
                <a:rPr kumimoji="0" lang="pt-BR" sz="1200" b="0" i="0" u="none" strike="noStrike" kern="1200" cap="none" spc="0" normalizeH="0" baseline="0" dirty="0">
                  <a:ln>
                    <a:noFill/>
                  </a:ln>
                  <a:solidFill>
                    <a:srgbClr val="7F7F7F"/>
                  </a:solidFill>
                  <a:effectLst/>
                  <a:uLnTx/>
                  <a:uFillTx/>
                  <a:latin typeface="Arial"/>
                  <a:ea typeface="+mn-ea"/>
                  <a:cs typeface="+mn-cs"/>
                </a:rPr>
                <a:t>BACKUP</a:t>
              </a:r>
            </a:p>
          </p:txBody>
        </p:sp>
        <p:cxnSp>
          <p:nvCxnSpPr>
            <p:cNvPr id="8" name="AutoShape 31">
              <a:extLst>
                <a:ext uri="{FF2B5EF4-FFF2-40B4-BE49-F238E27FC236}">
                  <a16:creationId xmlns:a16="http://schemas.microsoft.com/office/drawing/2014/main" id="{A4772CD2-0D3B-8313-51C5-47EB178052AF}"/>
                </a:ext>
              </a:extLst>
            </p:cNvPr>
            <p:cNvCxnSpPr>
              <a:cxnSpLocks noChangeShapeType="1"/>
              <a:stCxn id="7" idx="2"/>
              <a:endCxn id="7" idx="4"/>
            </p:cNvCxnSpPr>
            <p:nvPr/>
          </p:nvCxnSpPr>
          <p:spPr bwMode="auto">
            <a:xfrm>
              <a:off x="8295384" y="859795"/>
              <a:ext cx="0" cy="212366"/>
            </a:xfrm>
            <a:prstGeom prst="straightConnector1">
              <a:avLst/>
            </a:prstGeom>
            <a:noFill/>
            <a:ln w="9525">
              <a:solidFill>
                <a:schemeClr val="bg1">
                  <a:lumMod val="65000"/>
                </a:schemeClr>
              </a:solidFill>
              <a:round/>
              <a:headEnd/>
              <a:tailEnd/>
            </a:ln>
            <a:extLst>
              <a:ext uri="{909E8E84-426E-40dd-AFC4-6F175D3DCCD1}">
                <a14:hiddenFill xmlns:a14="http://schemas.microsoft.com/office/drawing/2010/main" xmlns="">
                  <a:noFill/>
                </a14:hiddenFill>
              </a:ext>
            </a:extLst>
          </p:spPr>
        </p:cxnSp>
        <p:cxnSp>
          <p:nvCxnSpPr>
            <p:cNvPr id="9" name="AutoShape 32">
              <a:extLst>
                <a:ext uri="{FF2B5EF4-FFF2-40B4-BE49-F238E27FC236}">
                  <a16:creationId xmlns:a16="http://schemas.microsoft.com/office/drawing/2014/main" id="{26C2B241-1A23-F454-38CD-644370CEB451}"/>
                </a:ext>
              </a:extLst>
            </p:cNvPr>
            <p:cNvCxnSpPr>
              <a:cxnSpLocks noChangeShapeType="1"/>
              <a:stCxn id="7" idx="4"/>
              <a:endCxn id="7" idx="6"/>
            </p:cNvCxnSpPr>
            <p:nvPr/>
          </p:nvCxnSpPr>
          <p:spPr bwMode="auto">
            <a:xfrm>
              <a:off x="8295384" y="1072161"/>
              <a:ext cx="659284" cy="0"/>
            </a:xfrm>
            <a:prstGeom prst="straightConnector1">
              <a:avLst/>
            </a:prstGeom>
            <a:noFill/>
            <a:ln w="25400">
              <a:solidFill>
                <a:schemeClr val="bg1">
                  <a:lumMod val="65000"/>
                </a:schemeClr>
              </a:solidFill>
              <a:round/>
              <a:headEnd/>
              <a:tailEnd/>
            </a:ln>
            <a:extLst>
              <a:ext uri="{909E8E84-426E-40dd-AFC4-6F175D3DCCD1}">
                <a14:hiddenFill xmlns:a14="http://schemas.microsoft.com/office/drawing/2010/main" xmlns="">
                  <a:noFill/>
                </a14:hiddenFill>
              </a:ext>
            </a:extLst>
          </p:spPr>
        </p:cxnSp>
      </p:grpSp>
    </p:spTree>
    <p:extLst>
      <p:ext uri="{BB962C8B-B14F-4D97-AF65-F5344CB8AC3E}">
        <p14:creationId xmlns:p14="http://schemas.microsoft.com/office/powerpoint/2010/main" val="195453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BB2251E6-7C35-4879-CD69-EE762BB9297E}"/>
              </a:ext>
            </a:extLst>
          </p:cNvPr>
          <p:cNvGraphicFramePr>
            <a:graphicFrameLocks noChangeAspect="1"/>
          </p:cNvGraphicFramePr>
          <p:nvPr>
            <p:custDataLst>
              <p:tags r:id="rId1"/>
            </p:custDataLst>
            <p:extLst>
              <p:ext uri="{D42A27DB-BD31-4B8C-83A1-F6EECF244321}">
                <p14:modId xmlns:p14="http://schemas.microsoft.com/office/powerpoint/2010/main" val="39010953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Slide do think-cell" r:id="rId3" imgW="421" imgH="423" progId="TCLayout.ActiveDocument.1">
                  <p:embed/>
                </p:oleObj>
              </mc:Choice>
              <mc:Fallback>
                <p:oleObj name="Slide do think-cell" r:id="rId3" imgW="421" imgH="423" progId="TCLayout.ActiveDocument.1">
                  <p:embed/>
                  <p:pic>
                    <p:nvPicPr>
                      <p:cNvPr id="5" name="think-cell data - do not delete" hidden="1">
                        <a:extLst>
                          <a:ext uri="{FF2B5EF4-FFF2-40B4-BE49-F238E27FC236}">
                            <a16:creationId xmlns:a16="http://schemas.microsoft.com/office/drawing/2014/main" id="{BB2251E6-7C35-4879-CD69-EE762BB9297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8" name="Espaço Reservado para Texto 17">
            <a:extLst>
              <a:ext uri="{FF2B5EF4-FFF2-40B4-BE49-F238E27FC236}">
                <a16:creationId xmlns:a16="http://schemas.microsoft.com/office/drawing/2014/main" id="{63C84C6F-035B-66A7-0654-8E08A18F078B}"/>
              </a:ext>
            </a:extLst>
          </p:cNvPr>
          <p:cNvSpPr>
            <a:spLocks noGrp="1"/>
          </p:cNvSpPr>
          <p:nvPr>
            <p:ph type="body" sz="quarter" idx="14"/>
          </p:nvPr>
        </p:nvSpPr>
        <p:spPr>
          <a:xfrm>
            <a:off x="233257" y="6528855"/>
            <a:ext cx="9696000" cy="138499"/>
          </a:xfrm>
        </p:spPr>
        <p:txBody>
          <a:bodyPr/>
          <a:lstStyle/>
          <a:p>
            <a:r>
              <a:rPr lang="en-US"/>
              <a:t>Fonte: Mirow &amp; Co.</a:t>
            </a:r>
          </a:p>
        </p:txBody>
      </p:sp>
      <p:sp>
        <p:nvSpPr>
          <p:cNvPr id="3" name="Título 2">
            <a:extLst>
              <a:ext uri="{FF2B5EF4-FFF2-40B4-BE49-F238E27FC236}">
                <a16:creationId xmlns:a16="http://schemas.microsoft.com/office/drawing/2014/main" id="{7CB589C2-5272-8099-C3F0-5106A1C5003B}"/>
              </a:ext>
            </a:extLst>
          </p:cNvPr>
          <p:cNvSpPr>
            <a:spLocks noGrp="1"/>
          </p:cNvSpPr>
          <p:nvPr>
            <p:ph type="title"/>
          </p:nvPr>
        </p:nvSpPr>
        <p:spPr/>
        <p:txBody>
          <a:bodyPr vert="horz"/>
          <a:lstStyle/>
          <a:p>
            <a:r>
              <a:rPr lang="pt-BR"/>
              <a:t>Perguntas-chave</a:t>
            </a:r>
          </a:p>
        </p:txBody>
      </p:sp>
      <p:grpSp>
        <p:nvGrpSpPr>
          <p:cNvPr id="2" name="Group 8">
            <a:extLst>
              <a:ext uri="{FF2B5EF4-FFF2-40B4-BE49-F238E27FC236}">
                <a16:creationId xmlns:a16="http://schemas.microsoft.com/office/drawing/2014/main" id="{89EFDFDA-C0BB-52F3-5C8B-B2E8A37BD6F7}"/>
              </a:ext>
            </a:extLst>
          </p:cNvPr>
          <p:cNvGrpSpPr/>
          <p:nvPr/>
        </p:nvGrpSpPr>
        <p:grpSpPr>
          <a:xfrm>
            <a:off x="10589274" y="320588"/>
            <a:ext cx="1375185" cy="212366"/>
            <a:chOff x="7579483" y="859795"/>
            <a:chExt cx="1375185" cy="212366"/>
          </a:xfrm>
        </p:grpSpPr>
        <p:sp>
          <p:nvSpPr>
            <p:cNvPr id="13" name="StickerRectangle">
              <a:extLst>
                <a:ext uri="{FF2B5EF4-FFF2-40B4-BE49-F238E27FC236}">
                  <a16:creationId xmlns:a16="http://schemas.microsoft.com/office/drawing/2014/main" id="{90469A6D-9739-3525-F441-00475CB14A9D}"/>
                </a:ext>
              </a:extLst>
            </p:cNvPr>
            <p:cNvSpPr>
              <a:spLocks noChangeArrowheads="1"/>
            </p:cNvSpPr>
            <p:nvPr/>
          </p:nvSpPr>
          <p:spPr bwMode="auto">
            <a:xfrm>
              <a:off x="7579483" y="859795"/>
              <a:ext cx="1375185" cy="212366"/>
            </a:xfrm>
            <a:prstGeom prst="leftRightArrow">
              <a:avLst>
                <a:gd name="adj1" fmla="val 100000"/>
                <a:gd name="adj2" fmla="val 0"/>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27432" tIns="0" rIns="0" bIns="27432">
              <a:spAutoFit/>
            </a:bodyPr>
            <a:lstStyle/>
            <a:p>
              <a:pPr marL="0" marR="0" lvl="0" indent="0" algn="r" defTabSz="895350" eaLnBrk="1" fontAlgn="auto" latinLnBrk="0" hangingPunct="1">
                <a:lnSpc>
                  <a:spcPct val="100000"/>
                </a:lnSpc>
                <a:spcBef>
                  <a:spcPts val="0"/>
                </a:spcBef>
                <a:spcAft>
                  <a:spcPts val="0"/>
                </a:spcAft>
                <a:buClr>
                  <a:srgbClr val="020E66"/>
                </a:buClr>
                <a:buSzTx/>
                <a:buFontTx/>
                <a:buNone/>
                <a:tabLst/>
                <a:defRPr/>
              </a:pPr>
              <a:r>
                <a:rPr kumimoji="0" lang="pt-BR" sz="1200" b="0" i="0" u="none" strike="noStrike" kern="1200" cap="none" spc="0" normalizeH="0" baseline="0">
                  <a:ln>
                    <a:noFill/>
                  </a:ln>
                  <a:solidFill>
                    <a:srgbClr val="7F7F7F"/>
                  </a:solidFill>
                  <a:effectLst/>
                  <a:uLnTx/>
                  <a:uFillTx/>
                  <a:latin typeface="Arial"/>
                  <a:ea typeface="+mn-ea"/>
                  <a:cs typeface="+mn-cs"/>
                </a:rPr>
                <a:t>PARA DISCUSSÃO</a:t>
              </a:r>
            </a:p>
          </p:txBody>
        </p:sp>
        <p:cxnSp>
          <p:nvCxnSpPr>
            <p:cNvPr id="14" name="AutoShape 31">
              <a:extLst>
                <a:ext uri="{FF2B5EF4-FFF2-40B4-BE49-F238E27FC236}">
                  <a16:creationId xmlns:a16="http://schemas.microsoft.com/office/drawing/2014/main" id="{3C76ABC3-8296-AA44-0B37-CE25AC738835}"/>
                </a:ext>
              </a:extLst>
            </p:cNvPr>
            <p:cNvCxnSpPr>
              <a:cxnSpLocks noChangeShapeType="1"/>
              <a:stCxn id="13" idx="2"/>
              <a:endCxn id="13" idx="4"/>
            </p:cNvCxnSpPr>
            <p:nvPr/>
          </p:nvCxnSpPr>
          <p:spPr bwMode="auto">
            <a:xfrm>
              <a:off x="7579483" y="859795"/>
              <a:ext cx="0" cy="212366"/>
            </a:xfrm>
            <a:prstGeom prst="straightConnector1">
              <a:avLst/>
            </a:prstGeom>
            <a:noFill/>
            <a:ln w="9525">
              <a:solidFill>
                <a:schemeClr val="bg1">
                  <a:lumMod val="65000"/>
                </a:schemeClr>
              </a:solidFill>
              <a:round/>
              <a:headEnd/>
              <a:tailEnd/>
            </a:ln>
            <a:extLst>
              <a:ext uri="{909E8E84-426E-40dd-AFC4-6F175D3DCCD1}">
                <a14:hiddenFill xmlns:a14="http://schemas.microsoft.com/office/drawing/2010/main" xmlns="">
                  <a:noFill/>
                </a14:hiddenFill>
              </a:ext>
            </a:extLst>
          </p:spPr>
        </p:cxnSp>
        <p:cxnSp>
          <p:nvCxnSpPr>
            <p:cNvPr id="17" name="AutoShape 32">
              <a:extLst>
                <a:ext uri="{FF2B5EF4-FFF2-40B4-BE49-F238E27FC236}">
                  <a16:creationId xmlns:a16="http://schemas.microsoft.com/office/drawing/2014/main" id="{CB262576-44E3-F5D1-AF76-39A9745D1FDF}"/>
                </a:ext>
              </a:extLst>
            </p:cNvPr>
            <p:cNvCxnSpPr>
              <a:cxnSpLocks noChangeShapeType="1"/>
              <a:stCxn id="13" idx="4"/>
              <a:endCxn id="13" idx="6"/>
            </p:cNvCxnSpPr>
            <p:nvPr/>
          </p:nvCxnSpPr>
          <p:spPr bwMode="auto">
            <a:xfrm>
              <a:off x="7579483" y="1072161"/>
              <a:ext cx="1375185" cy="0"/>
            </a:xfrm>
            <a:prstGeom prst="straightConnector1">
              <a:avLst/>
            </a:prstGeom>
            <a:noFill/>
            <a:ln w="25400">
              <a:solidFill>
                <a:schemeClr val="bg1">
                  <a:lumMod val="65000"/>
                </a:schemeClr>
              </a:solidFill>
              <a:round/>
              <a:headEnd/>
              <a:tailEnd/>
            </a:ln>
            <a:extLst>
              <a:ext uri="{909E8E84-426E-40dd-AFC4-6F175D3DCCD1}">
                <a14:hiddenFill xmlns:a14="http://schemas.microsoft.com/office/drawing/2010/main" xmlns="">
                  <a:noFill/>
                </a14:hiddenFill>
              </a:ext>
            </a:extLst>
          </p:spPr>
        </p:cxnSp>
      </p:grpSp>
      <p:sp>
        <p:nvSpPr>
          <p:cNvPr id="11" name="Rectangle 2">
            <a:extLst>
              <a:ext uri="{FF2B5EF4-FFF2-40B4-BE49-F238E27FC236}">
                <a16:creationId xmlns:a16="http://schemas.microsoft.com/office/drawing/2014/main" id="{0D2C9B02-E696-C4A3-B31E-ECD1B4A8950F}"/>
              </a:ext>
            </a:extLst>
          </p:cNvPr>
          <p:cNvSpPr>
            <a:spLocks noChangeArrowheads="1"/>
          </p:cNvSpPr>
          <p:nvPr/>
        </p:nvSpPr>
        <p:spPr bwMode="auto">
          <a:xfrm>
            <a:off x="233257" y="891179"/>
            <a:ext cx="11731199" cy="5346302"/>
          </a:xfrm>
          <a:prstGeom prst="rect">
            <a:avLst/>
          </a:prstGeom>
          <a:solidFill>
            <a:schemeClr val="bg1">
              <a:lumMod val="95000"/>
            </a:schemeClr>
          </a:solidFill>
          <a:ln w="9525">
            <a:noFill/>
            <a:miter lim="800000"/>
            <a:headEnd/>
            <a:tailEnd/>
          </a:ln>
          <a:effectLst/>
          <a:extLst>
            <a:ext uri="{909E8E84-426E-40dd-AFC4-6F175D3DCCD1}">
              <a14:hiddenFill xmlns:a14="http://schemas.microsoft.com/office/drawing/2010/main" xmlns="">
                <a:solidFill>
                  <a:srgbClr val="FFFFFF"/>
                </a:solidFill>
              </a14:hiddenFill>
            </a:ext>
          </a:extLst>
        </p:spPr>
        <p:txBody>
          <a:bodyPr wrap="none" anchor="ctr"/>
          <a:lstStyle/>
          <a:p>
            <a:pPr marL="0" marR="0" lvl="0" indent="0" algn="l" defTabSz="914400" eaLnBrk="1" fontAlgn="base" latinLnBrk="0" hangingPunct="1">
              <a:lnSpc>
                <a:spcPct val="100000"/>
              </a:lnSpc>
              <a:spcBef>
                <a:spcPct val="0"/>
              </a:spcBef>
              <a:spcAft>
                <a:spcPct val="0"/>
              </a:spcAft>
              <a:buClrTx/>
              <a:buSzTx/>
              <a:buFontTx/>
              <a:buNone/>
              <a:tabLst/>
              <a:defRPr/>
            </a:pPr>
            <a:endParaRPr kumimoji="0" lang="pt-BR" sz="1300" b="0" i="0" u="none" strike="noStrike" kern="1200" cap="none" spc="0" normalizeH="0" baseline="0">
              <a:ln>
                <a:noFill/>
              </a:ln>
              <a:solidFill>
                <a:srgbClr val="000000"/>
              </a:solidFill>
              <a:effectLst/>
              <a:uLnTx/>
              <a:uFillTx/>
              <a:latin typeface="Arial"/>
              <a:ea typeface="+mn-ea"/>
              <a:cs typeface="Arial" charset="0"/>
            </a:endParaRPr>
          </a:p>
        </p:txBody>
      </p:sp>
      <p:pic>
        <p:nvPicPr>
          <p:cNvPr id="19" name="Picture 22" descr="gold-key-question-mark">
            <a:extLst>
              <a:ext uri="{FF2B5EF4-FFF2-40B4-BE49-F238E27FC236}">
                <a16:creationId xmlns:a16="http://schemas.microsoft.com/office/drawing/2014/main" id="{32CBB463-683F-1384-E97D-48F13DDAF78E}"/>
              </a:ext>
            </a:extLst>
          </p:cNvPr>
          <p:cNvPicPr>
            <a:picLocks noChangeAspect="1" noChangeArrowheads="1"/>
          </p:cNvPicPr>
          <p:nvPr/>
        </p:nvPicPr>
        <p:blipFill>
          <a:blip r:embed="rId5"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gray">
          <a:xfrm>
            <a:off x="10418031" y="3801901"/>
            <a:ext cx="1776950" cy="2647950"/>
          </a:xfrm>
          <a:prstGeom prst="rect">
            <a:avLst/>
          </a:prstGeom>
          <a:noFill/>
          <a:extLst>
            <a:ext uri="{909E8E84-426E-40dd-AFC4-6F175D3DCCD1}">
              <a14:hiddenFill xmlns:a14="http://schemas.microsoft.com/office/drawing/2010/main" xmlns="">
                <a:solidFill>
                  <a:srgbClr val="FFFFFF"/>
                </a:solidFill>
              </a14:hiddenFill>
            </a:ext>
          </a:extLst>
        </p:spPr>
      </p:pic>
      <p:sp>
        <p:nvSpPr>
          <p:cNvPr id="30" name="Freeform 1669">
            <a:extLst>
              <a:ext uri="{FF2B5EF4-FFF2-40B4-BE49-F238E27FC236}">
                <a16:creationId xmlns:a16="http://schemas.microsoft.com/office/drawing/2014/main" id="{B0BFF3BF-5C9D-2309-F405-4CFD90D8F6B8}"/>
              </a:ext>
            </a:extLst>
          </p:cNvPr>
          <p:cNvSpPr>
            <a:spLocks noEditPoints="1"/>
          </p:cNvSpPr>
          <p:nvPr/>
        </p:nvSpPr>
        <p:spPr bwMode="auto">
          <a:xfrm>
            <a:off x="620544" y="4774755"/>
            <a:ext cx="396000" cy="396000"/>
          </a:xfrm>
          <a:custGeom>
            <a:avLst/>
            <a:gdLst>
              <a:gd name="T0" fmla="*/ 519 w 719"/>
              <a:gd name="T1" fmla="*/ 263 h 719"/>
              <a:gd name="T2" fmla="*/ 292 w 719"/>
              <a:gd name="T3" fmla="*/ 475 h 719"/>
              <a:gd name="T4" fmla="*/ 289 w 719"/>
              <a:gd name="T5" fmla="*/ 477 h 719"/>
              <a:gd name="T6" fmla="*/ 284 w 719"/>
              <a:gd name="T7" fmla="*/ 479 h 719"/>
              <a:gd name="T8" fmla="*/ 280 w 719"/>
              <a:gd name="T9" fmla="*/ 477 h 719"/>
              <a:gd name="T10" fmla="*/ 275 w 719"/>
              <a:gd name="T11" fmla="*/ 475 h 719"/>
              <a:gd name="T12" fmla="*/ 200 w 719"/>
              <a:gd name="T13" fmla="*/ 400 h 719"/>
              <a:gd name="T14" fmla="*/ 198 w 719"/>
              <a:gd name="T15" fmla="*/ 396 h 719"/>
              <a:gd name="T16" fmla="*/ 197 w 719"/>
              <a:gd name="T17" fmla="*/ 391 h 719"/>
              <a:gd name="T18" fmla="*/ 198 w 719"/>
              <a:gd name="T19" fmla="*/ 387 h 719"/>
              <a:gd name="T20" fmla="*/ 200 w 719"/>
              <a:gd name="T21" fmla="*/ 382 h 719"/>
              <a:gd name="T22" fmla="*/ 205 w 719"/>
              <a:gd name="T23" fmla="*/ 380 h 719"/>
              <a:gd name="T24" fmla="*/ 209 w 719"/>
              <a:gd name="T25" fmla="*/ 379 h 719"/>
              <a:gd name="T26" fmla="*/ 213 w 719"/>
              <a:gd name="T27" fmla="*/ 380 h 719"/>
              <a:gd name="T28" fmla="*/ 217 w 719"/>
              <a:gd name="T29" fmla="*/ 382 h 719"/>
              <a:gd name="T30" fmla="*/ 284 w 719"/>
              <a:gd name="T31" fmla="*/ 450 h 719"/>
              <a:gd name="T32" fmla="*/ 503 w 719"/>
              <a:gd name="T33" fmla="*/ 247 h 719"/>
              <a:gd name="T34" fmla="*/ 507 w 719"/>
              <a:gd name="T35" fmla="*/ 243 h 719"/>
              <a:gd name="T36" fmla="*/ 512 w 719"/>
              <a:gd name="T37" fmla="*/ 243 h 719"/>
              <a:gd name="T38" fmla="*/ 516 w 719"/>
              <a:gd name="T39" fmla="*/ 243 h 719"/>
              <a:gd name="T40" fmla="*/ 519 w 719"/>
              <a:gd name="T41" fmla="*/ 247 h 719"/>
              <a:gd name="T42" fmla="*/ 522 w 719"/>
              <a:gd name="T43" fmla="*/ 251 h 719"/>
              <a:gd name="T44" fmla="*/ 523 w 719"/>
              <a:gd name="T45" fmla="*/ 255 h 719"/>
              <a:gd name="T46" fmla="*/ 522 w 719"/>
              <a:gd name="T47" fmla="*/ 260 h 719"/>
              <a:gd name="T48" fmla="*/ 519 w 719"/>
              <a:gd name="T49" fmla="*/ 263 h 719"/>
              <a:gd name="T50" fmla="*/ 707 w 719"/>
              <a:gd name="T51" fmla="*/ 0 h 719"/>
              <a:gd name="T52" fmla="*/ 12 w 719"/>
              <a:gd name="T53" fmla="*/ 0 h 719"/>
              <a:gd name="T54" fmla="*/ 8 w 719"/>
              <a:gd name="T55" fmla="*/ 2 h 719"/>
              <a:gd name="T56" fmla="*/ 4 w 719"/>
              <a:gd name="T57" fmla="*/ 5 h 719"/>
              <a:gd name="T58" fmla="*/ 1 w 719"/>
              <a:gd name="T59" fmla="*/ 8 h 719"/>
              <a:gd name="T60" fmla="*/ 0 w 719"/>
              <a:gd name="T61" fmla="*/ 13 h 719"/>
              <a:gd name="T62" fmla="*/ 0 w 719"/>
              <a:gd name="T63" fmla="*/ 707 h 719"/>
              <a:gd name="T64" fmla="*/ 1 w 719"/>
              <a:gd name="T65" fmla="*/ 713 h 719"/>
              <a:gd name="T66" fmla="*/ 4 w 719"/>
              <a:gd name="T67" fmla="*/ 716 h 719"/>
              <a:gd name="T68" fmla="*/ 8 w 719"/>
              <a:gd name="T69" fmla="*/ 719 h 719"/>
              <a:gd name="T70" fmla="*/ 12 w 719"/>
              <a:gd name="T71" fmla="*/ 719 h 719"/>
              <a:gd name="T72" fmla="*/ 707 w 719"/>
              <a:gd name="T73" fmla="*/ 719 h 719"/>
              <a:gd name="T74" fmla="*/ 711 w 719"/>
              <a:gd name="T75" fmla="*/ 719 h 719"/>
              <a:gd name="T76" fmla="*/ 716 w 719"/>
              <a:gd name="T77" fmla="*/ 716 h 719"/>
              <a:gd name="T78" fmla="*/ 718 w 719"/>
              <a:gd name="T79" fmla="*/ 713 h 719"/>
              <a:gd name="T80" fmla="*/ 719 w 719"/>
              <a:gd name="T81" fmla="*/ 707 h 719"/>
              <a:gd name="T82" fmla="*/ 719 w 719"/>
              <a:gd name="T83" fmla="*/ 13 h 719"/>
              <a:gd name="T84" fmla="*/ 718 w 719"/>
              <a:gd name="T85" fmla="*/ 8 h 719"/>
              <a:gd name="T86" fmla="*/ 716 w 719"/>
              <a:gd name="T87" fmla="*/ 5 h 719"/>
              <a:gd name="T88" fmla="*/ 711 w 719"/>
              <a:gd name="T89" fmla="*/ 2 h 719"/>
              <a:gd name="T90" fmla="*/ 707 w 719"/>
              <a:gd name="T91" fmla="*/ 0 h 7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719" h="719">
                <a:moveTo>
                  <a:pt x="519" y="263"/>
                </a:moveTo>
                <a:lnTo>
                  <a:pt x="292" y="475"/>
                </a:lnTo>
                <a:lnTo>
                  <a:pt x="289" y="477"/>
                </a:lnTo>
                <a:lnTo>
                  <a:pt x="284" y="479"/>
                </a:lnTo>
                <a:lnTo>
                  <a:pt x="280" y="477"/>
                </a:lnTo>
                <a:lnTo>
                  <a:pt x="275" y="475"/>
                </a:lnTo>
                <a:lnTo>
                  <a:pt x="200" y="400"/>
                </a:lnTo>
                <a:lnTo>
                  <a:pt x="198" y="396"/>
                </a:lnTo>
                <a:lnTo>
                  <a:pt x="197" y="391"/>
                </a:lnTo>
                <a:lnTo>
                  <a:pt x="198" y="387"/>
                </a:lnTo>
                <a:lnTo>
                  <a:pt x="200" y="382"/>
                </a:lnTo>
                <a:lnTo>
                  <a:pt x="205" y="380"/>
                </a:lnTo>
                <a:lnTo>
                  <a:pt x="209" y="379"/>
                </a:lnTo>
                <a:lnTo>
                  <a:pt x="213" y="380"/>
                </a:lnTo>
                <a:lnTo>
                  <a:pt x="217" y="382"/>
                </a:lnTo>
                <a:lnTo>
                  <a:pt x="284" y="450"/>
                </a:lnTo>
                <a:lnTo>
                  <a:pt x="503" y="247"/>
                </a:lnTo>
                <a:lnTo>
                  <a:pt x="507" y="243"/>
                </a:lnTo>
                <a:lnTo>
                  <a:pt x="512" y="243"/>
                </a:lnTo>
                <a:lnTo>
                  <a:pt x="516" y="243"/>
                </a:lnTo>
                <a:lnTo>
                  <a:pt x="519" y="247"/>
                </a:lnTo>
                <a:lnTo>
                  <a:pt x="522" y="251"/>
                </a:lnTo>
                <a:lnTo>
                  <a:pt x="523" y="255"/>
                </a:lnTo>
                <a:lnTo>
                  <a:pt x="522" y="260"/>
                </a:lnTo>
                <a:lnTo>
                  <a:pt x="519" y="263"/>
                </a:lnTo>
                <a:close/>
                <a:moveTo>
                  <a:pt x="707" y="0"/>
                </a:moveTo>
                <a:lnTo>
                  <a:pt x="12" y="0"/>
                </a:lnTo>
                <a:lnTo>
                  <a:pt x="8" y="2"/>
                </a:lnTo>
                <a:lnTo>
                  <a:pt x="4" y="5"/>
                </a:lnTo>
                <a:lnTo>
                  <a:pt x="1" y="8"/>
                </a:lnTo>
                <a:lnTo>
                  <a:pt x="0" y="13"/>
                </a:lnTo>
                <a:lnTo>
                  <a:pt x="0" y="707"/>
                </a:lnTo>
                <a:lnTo>
                  <a:pt x="1" y="713"/>
                </a:lnTo>
                <a:lnTo>
                  <a:pt x="4" y="716"/>
                </a:lnTo>
                <a:lnTo>
                  <a:pt x="8" y="719"/>
                </a:lnTo>
                <a:lnTo>
                  <a:pt x="12" y="719"/>
                </a:lnTo>
                <a:lnTo>
                  <a:pt x="707" y="719"/>
                </a:lnTo>
                <a:lnTo>
                  <a:pt x="711" y="719"/>
                </a:lnTo>
                <a:lnTo>
                  <a:pt x="716" y="716"/>
                </a:lnTo>
                <a:lnTo>
                  <a:pt x="718" y="713"/>
                </a:lnTo>
                <a:lnTo>
                  <a:pt x="719" y="707"/>
                </a:lnTo>
                <a:lnTo>
                  <a:pt x="719" y="13"/>
                </a:lnTo>
                <a:lnTo>
                  <a:pt x="718" y="8"/>
                </a:lnTo>
                <a:lnTo>
                  <a:pt x="716" y="5"/>
                </a:lnTo>
                <a:lnTo>
                  <a:pt x="711" y="2"/>
                </a:lnTo>
                <a:lnTo>
                  <a:pt x="707" y="0"/>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a:ln>
                <a:noFill/>
              </a:ln>
              <a:solidFill>
                <a:srgbClr val="071C25"/>
              </a:solidFill>
              <a:effectLst/>
              <a:uLnTx/>
              <a:uFillTx/>
              <a:latin typeface="Arial"/>
              <a:ea typeface="+mn-ea"/>
              <a:cs typeface="+mn-cs"/>
            </a:endParaRPr>
          </a:p>
        </p:txBody>
      </p:sp>
      <p:sp>
        <p:nvSpPr>
          <p:cNvPr id="31" name="CaixaDeTexto 34">
            <a:extLst>
              <a:ext uri="{FF2B5EF4-FFF2-40B4-BE49-F238E27FC236}">
                <a16:creationId xmlns:a16="http://schemas.microsoft.com/office/drawing/2014/main" id="{6590407B-9E85-302E-DB8A-74DE9330855D}"/>
              </a:ext>
            </a:extLst>
          </p:cNvPr>
          <p:cNvSpPr txBox="1"/>
          <p:nvPr/>
        </p:nvSpPr>
        <p:spPr bwMode="auto">
          <a:xfrm>
            <a:off x="1220354" y="4774755"/>
            <a:ext cx="8984615" cy="492443"/>
          </a:xfrm>
          <a:prstGeom prst="rect">
            <a:avLst/>
          </a:prstGeom>
          <a:noFill/>
          <a:ln w="9525">
            <a:noFill/>
            <a:miter lim="800000"/>
            <a:headEnd/>
            <a:tailEnd/>
          </a:ln>
        </p:spPr>
        <p:txBody>
          <a:bodyPr wrap="square" lIns="0" tIns="0" rIns="0" bIns="0" anchor="t">
            <a:spAutoFit/>
          </a:bodyPr>
          <a:lstStyle/>
          <a:p>
            <a:pPr marL="0" marR="0" lvl="0" indent="0" algn="l" defTabSz="914400" eaLnBrk="1" fontAlgn="auto" latinLnBrk="0" hangingPunct="1">
              <a:lnSpc>
                <a:spcPct val="100000"/>
              </a:lnSpc>
              <a:spcBef>
                <a:spcPts val="1800"/>
              </a:spcBef>
              <a:spcAft>
                <a:spcPts val="0"/>
              </a:spcAft>
              <a:buClrTx/>
              <a:buSzTx/>
              <a:buFontTx/>
              <a:buNone/>
              <a:tabLst/>
              <a:defRPr/>
            </a:pPr>
            <a:r>
              <a:rPr kumimoji="0" lang="pt-BR" sz="1600" b="0" i="0" u="none" strike="noStrike" kern="1200" cap="none" spc="0" normalizeH="0" baseline="0" dirty="0">
                <a:ln>
                  <a:noFill/>
                </a:ln>
                <a:solidFill>
                  <a:srgbClr val="071C25"/>
                </a:solidFill>
                <a:effectLst/>
                <a:uLnTx/>
                <a:uFillTx/>
                <a:latin typeface="Arial"/>
                <a:ea typeface="+mn-ea"/>
                <a:cs typeface="+mn-cs"/>
              </a:rPr>
              <a:t>Os </a:t>
            </a:r>
            <a:r>
              <a:rPr kumimoji="0" lang="pt-BR" sz="1600" b="1" i="0" u="none" strike="noStrike" kern="1200" cap="none" spc="0" normalizeH="0" baseline="0" dirty="0">
                <a:ln>
                  <a:noFill/>
                </a:ln>
                <a:solidFill>
                  <a:srgbClr val="071C25"/>
                </a:solidFill>
                <a:effectLst/>
                <a:uLnTx/>
                <a:uFillTx/>
                <a:latin typeface="Arial"/>
                <a:ea typeface="+mn-ea"/>
                <a:cs typeface="+mn-cs"/>
              </a:rPr>
              <a:t>desafios de mercado </a:t>
            </a:r>
            <a:r>
              <a:rPr kumimoji="0" lang="pt-BR" sz="1600" b="0" i="0" u="none" strike="noStrike" kern="1200" cap="none" spc="0" normalizeH="0" baseline="0" dirty="0">
                <a:ln>
                  <a:noFill/>
                </a:ln>
                <a:solidFill>
                  <a:srgbClr val="071C25"/>
                </a:solidFill>
                <a:effectLst/>
                <a:uLnTx/>
                <a:uFillTx/>
                <a:latin typeface="Arial"/>
                <a:ea typeface="+mn-ea"/>
                <a:cs typeface="+mn-cs"/>
              </a:rPr>
              <a:t>hoje (ex. estoques elevados, aumento dos custos dos insumos etc.) são </a:t>
            </a:r>
            <a:r>
              <a:rPr kumimoji="0" lang="pt-BR" sz="1600" b="1" i="0" u="none" strike="noStrike" kern="1200" cap="none" spc="0" normalizeH="0" baseline="0" dirty="0">
                <a:ln>
                  <a:noFill/>
                </a:ln>
                <a:solidFill>
                  <a:srgbClr val="071C25"/>
                </a:solidFill>
                <a:effectLst/>
                <a:uLnTx/>
                <a:uFillTx/>
                <a:latin typeface="Arial"/>
                <a:ea typeface="+mn-ea"/>
                <a:cs typeface="+mn-cs"/>
              </a:rPr>
              <a:t>estruturais ou circunstanciais</a:t>
            </a:r>
            <a:r>
              <a:rPr kumimoji="0" lang="pt-BR" sz="1600" b="0" i="0" u="none" strike="noStrike" kern="1200" cap="none" spc="0" normalizeH="0" baseline="0" dirty="0">
                <a:ln>
                  <a:noFill/>
                </a:ln>
                <a:solidFill>
                  <a:srgbClr val="071C25"/>
                </a:solidFill>
                <a:effectLst/>
                <a:uLnTx/>
                <a:uFillTx/>
                <a:latin typeface="Arial"/>
                <a:ea typeface="+mn-ea"/>
                <a:cs typeface="+mn-cs"/>
              </a:rPr>
              <a:t>? Quais os cenários futuros e como impactam?</a:t>
            </a:r>
          </a:p>
        </p:txBody>
      </p:sp>
      <p:sp>
        <p:nvSpPr>
          <p:cNvPr id="22" name="Freeform 1669">
            <a:extLst>
              <a:ext uri="{FF2B5EF4-FFF2-40B4-BE49-F238E27FC236}">
                <a16:creationId xmlns:a16="http://schemas.microsoft.com/office/drawing/2014/main" id="{D1FF8F48-56BF-E75D-68A6-2F0F70FD9682}"/>
              </a:ext>
            </a:extLst>
          </p:cNvPr>
          <p:cNvSpPr>
            <a:spLocks noEditPoints="1"/>
          </p:cNvSpPr>
          <p:nvPr/>
        </p:nvSpPr>
        <p:spPr bwMode="auto">
          <a:xfrm>
            <a:off x="620544" y="5549559"/>
            <a:ext cx="396000" cy="396000"/>
          </a:xfrm>
          <a:custGeom>
            <a:avLst/>
            <a:gdLst>
              <a:gd name="T0" fmla="*/ 519 w 719"/>
              <a:gd name="T1" fmla="*/ 263 h 719"/>
              <a:gd name="T2" fmla="*/ 292 w 719"/>
              <a:gd name="T3" fmla="*/ 475 h 719"/>
              <a:gd name="T4" fmla="*/ 289 w 719"/>
              <a:gd name="T5" fmla="*/ 477 h 719"/>
              <a:gd name="T6" fmla="*/ 284 w 719"/>
              <a:gd name="T7" fmla="*/ 479 h 719"/>
              <a:gd name="T8" fmla="*/ 280 w 719"/>
              <a:gd name="T9" fmla="*/ 477 h 719"/>
              <a:gd name="T10" fmla="*/ 275 w 719"/>
              <a:gd name="T11" fmla="*/ 475 h 719"/>
              <a:gd name="T12" fmla="*/ 200 w 719"/>
              <a:gd name="T13" fmla="*/ 400 h 719"/>
              <a:gd name="T14" fmla="*/ 198 w 719"/>
              <a:gd name="T15" fmla="*/ 396 h 719"/>
              <a:gd name="T16" fmla="*/ 197 w 719"/>
              <a:gd name="T17" fmla="*/ 391 h 719"/>
              <a:gd name="T18" fmla="*/ 198 w 719"/>
              <a:gd name="T19" fmla="*/ 387 h 719"/>
              <a:gd name="T20" fmla="*/ 200 w 719"/>
              <a:gd name="T21" fmla="*/ 382 h 719"/>
              <a:gd name="T22" fmla="*/ 205 w 719"/>
              <a:gd name="T23" fmla="*/ 380 h 719"/>
              <a:gd name="T24" fmla="*/ 209 w 719"/>
              <a:gd name="T25" fmla="*/ 379 h 719"/>
              <a:gd name="T26" fmla="*/ 213 w 719"/>
              <a:gd name="T27" fmla="*/ 380 h 719"/>
              <a:gd name="T28" fmla="*/ 217 w 719"/>
              <a:gd name="T29" fmla="*/ 382 h 719"/>
              <a:gd name="T30" fmla="*/ 284 w 719"/>
              <a:gd name="T31" fmla="*/ 450 h 719"/>
              <a:gd name="T32" fmla="*/ 503 w 719"/>
              <a:gd name="T33" fmla="*/ 247 h 719"/>
              <a:gd name="T34" fmla="*/ 507 w 719"/>
              <a:gd name="T35" fmla="*/ 243 h 719"/>
              <a:gd name="T36" fmla="*/ 512 w 719"/>
              <a:gd name="T37" fmla="*/ 243 h 719"/>
              <a:gd name="T38" fmla="*/ 516 w 719"/>
              <a:gd name="T39" fmla="*/ 243 h 719"/>
              <a:gd name="T40" fmla="*/ 519 w 719"/>
              <a:gd name="T41" fmla="*/ 247 h 719"/>
              <a:gd name="T42" fmla="*/ 522 w 719"/>
              <a:gd name="T43" fmla="*/ 251 h 719"/>
              <a:gd name="T44" fmla="*/ 523 w 719"/>
              <a:gd name="T45" fmla="*/ 255 h 719"/>
              <a:gd name="T46" fmla="*/ 522 w 719"/>
              <a:gd name="T47" fmla="*/ 260 h 719"/>
              <a:gd name="T48" fmla="*/ 519 w 719"/>
              <a:gd name="T49" fmla="*/ 263 h 719"/>
              <a:gd name="T50" fmla="*/ 707 w 719"/>
              <a:gd name="T51" fmla="*/ 0 h 719"/>
              <a:gd name="T52" fmla="*/ 12 w 719"/>
              <a:gd name="T53" fmla="*/ 0 h 719"/>
              <a:gd name="T54" fmla="*/ 8 w 719"/>
              <a:gd name="T55" fmla="*/ 2 h 719"/>
              <a:gd name="T56" fmla="*/ 4 w 719"/>
              <a:gd name="T57" fmla="*/ 5 h 719"/>
              <a:gd name="T58" fmla="*/ 1 w 719"/>
              <a:gd name="T59" fmla="*/ 8 h 719"/>
              <a:gd name="T60" fmla="*/ 0 w 719"/>
              <a:gd name="T61" fmla="*/ 13 h 719"/>
              <a:gd name="T62" fmla="*/ 0 w 719"/>
              <a:gd name="T63" fmla="*/ 707 h 719"/>
              <a:gd name="T64" fmla="*/ 1 w 719"/>
              <a:gd name="T65" fmla="*/ 713 h 719"/>
              <a:gd name="T66" fmla="*/ 4 w 719"/>
              <a:gd name="T67" fmla="*/ 716 h 719"/>
              <a:gd name="T68" fmla="*/ 8 w 719"/>
              <a:gd name="T69" fmla="*/ 719 h 719"/>
              <a:gd name="T70" fmla="*/ 12 w 719"/>
              <a:gd name="T71" fmla="*/ 719 h 719"/>
              <a:gd name="T72" fmla="*/ 707 w 719"/>
              <a:gd name="T73" fmla="*/ 719 h 719"/>
              <a:gd name="T74" fmla="*/ 711 w 719"/>
              <a:gd name="T75" fmla="*/ 719 h 719"/>
              <a:gd name="T76" fmla="*/ 716 w 719"/>
              <a:gd name="T77" fmla="*/ 716 h 719"/>
              <a:gd name="T78" fmla="*/ 718 w 719"/>
              <a:gd name="T79" fmla="*/ 713 h 719"/>
              <a:gd name="T80" fmla="*/ 719 w 719"/>
              <a:gd name="T81" fmla="*/ 707 h 719"/>
              <a:gd name="T82" fmla="*/ 719 w 719"/>
              <a:gd name="T83" fmla="*/ 13 h 719"/>
              <a:gd name="T84" fmla="*/ 718 w 719"/>
              <a:gd name="T85" fmla="*/ 8 h 719"/>
              <a:gd name="T86" fmla="*/ 716 w 719"/>
              <a:gd name="T87" fmla="*/ 5 h 719"/>
              <a:gd name="T88" fmla="*/ 711 w 719"/>
              <a:gd name="T89" fmla="*/ 2 h 719"/>
              <a:gd name="T90" fmla="*/ 707 w 719"/>
              <a:gd name="T91" fmla="*/ 0 h 7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719" h="719">
                <a:moveTo>
                  <a:pt x="519" y="263"/>
                </a:moveTo>
                <a:lnTo>
                  <a:pt x="292" y="475"/>
                </a:lnTo>
                <a:lnTo>
                  <a:pt x="289" y="477"/>
                </a:lnTo>
                <a:lnTo>
                  <a:pt x="284" y="479"/>
                </a:lnTo>
                <a:lnTo>
                  <a:pt x="280" y="477"/>
                </a:lnTo>
                <a:lnTo>
                  <a:pt x="275" y="475"/>
                </a:lnTo>
                <a:lnTo>
                  <a:pt x="200" y="400"/>
                </a:lnTo>
                <a:lnTo>
                  <a:pt x="198" y="396"/>
                </a:lnTo>
                <a:lnTo>
                  <a:pt x="197" y="391"/>
                </a:lnTo>
                <a:lnTo>
                  <a:pt x="198" y="387"/>
                </a:lnTo>
                <a:lnTo>
                  <a:pt x="200" y="382"/>
                </a:lnTo>
                <a:lnTo>
                  <a:pt x="205" y="380"/>
                </a:lnTo>
                <a:lnTo>
                  <a:pt x="209" y="379"/>
                </a:lnTo>
                <a:lnTo>
                  <a:pt x="213" y="380"/>
                </a:lnTo>
                <a:lnTo>
                  <a:pt x="217" y="382"/>
                </a:lnTo>
                <a:lnTo>
                  <a:pt x="284" y="450"/>
                </a:lnTo>
                <a:lnTo>
                  <a:pt x="503" y="247"/>
                </a:lnTo>
                <a:lnTo>
                  <a:pt x="507" y="243"/>
                </a:lnTo>
                <a:lnTo>
                  <a:pt x="512" y="243"/>
                </a:lnTo>
                <a:lnTo>
                  <a:pt x="516" y="243"/>
                </a:lnTo>
                <a:lnTo>
                  <a:pt x="519" y="247"/>
                </a:lnTo>
                <a:lnTo>
                  <a:pt x="522" y="251"/>
                </a:lnTo>
                <a:lnTo>
                  <a:pt x="523" y="255"/>
                </a:lnTo>
                <a:lnTo>
                  <a:pt x="522" y="260"/>
                </a:lnTo>
                <a:lnTo>
                  <a:pt x="519" y="263"/>
                </a:lnTo>
                <a:close/>
                <a:moveTo>
                  <a:pt x="707" y="0"/>
                </a:moveTo>
                <a:lnTo>
                  <a:pt x="12" y="0"/>
                </a:lnTo>
                <a:lnTo>
                  <a:pt x="8" y="2"/>
                </a:lnTo>
                <a:lnTo>
                  <a:pt x="4" y="5"/>
                </a:lnTo>
                <a:lnTo>
                  <a:pt x="1" y="8"/>
                </a:lnTo>
                <a:lnTo>
                  <a:pt x="0" y="13"/>
                </a:lnTo>
                <a:lnTo>
                  <a:pt x="0" y="707"/>
                </a:lnTo>
                <a:lnTo>
                  <a:pt x="1" y="713"/>
                </a:lnTo>
                <a:lnTo>
                  <a:pt x="4" y="716"/>
                </a:lnTo>
                <a:lnTo>
                  <a:pt x="8" y="719"/>
                </a:lnTo>
                <a:lnTo>
                  <a:pt x="12" y="719"/>
                </a:lnTo>
                <a:lnTo>
                  <a:pt x="707" y="719"/>
                </a:lnTo>
                <a:lnTo>
                  <a:pt x="711" y="719"/>
                </a:lnTo>
                <a:lnTo>
                  <a:pt x="716" y="716"/>
                </a:lnTo>
                <a:lnTo>
                  <a:pt x="718" y="713"/>
                </a:lnTo>
                <a:lnTo>
                  <a:pt x="719" y="707"/>
                </a:lnTo>
                <a:lnTo>
                  <a:pt x="719" y="13"/>
                </a:lnTo>
                <a:lnTo>
                  <a:pt x="718" y="8"/>
                </a:lnTo>
                <a:lnTo>
                  <a:pt x="716" y="5"/>
                </a:lnTo>
                <a:lnTo>
                  <a:pt x="711" y="2"/>
                </a:lnTo>
                <a:lnTo>
                  <a:pt x="707" y="0"/>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a:ln>
                <a:noFill/>
              </a:ln>
              <a:solidFill>
                <a:srgbClr val="071C25"/>
              </a:solidFill>
              <a:effectLst/>
              <a:uLnTx/>
              <a:uFillTx/>
              <a:latin typeface="Arial"/>
              <a:ea typeface="+mn-ea"/>
              <a:cs typeface="+mn-cs"/>
            </a:endParaRPr>
          </a:p>
        </p:txBody>
      </p:sp>
      <p:sp>
        <p:nvSpPr>
          <p:cNvPr id="34" name="CaixaDeTexto 34">
            <a:extLst>
              <a:ext uri="{FF2B5EF4-FFF2-40B4-BE49-F238E27FC236}">
                <a16:creationId xmlns:a16="http://schemas.microsoft.com/office/drawing/2014/main" id="{4D2AD4B9-A94D-9876-4A60-F308D864BC75}"/>
              </a:ext>
            </a:extLst>
          </p:cNvPr>
          <p:cNvSpPr txBox="1"/>
          <p:nvPr/>
        </p:nvSpPr>
        <p:spPr bwMode="auto">
          <a:xfrm>
            <a:off x="1220354" y="5549559"/>
            <a:ext cx="10071735" cy="246221"/>
          </a:xfrm>
          <a:prstGeom prst="rect">
            <a:avLst/>
          </a:prstGeom>
          <a:noFill/>
          <a:ln w="9525">
            <a:noFill/>
            <a:miter lim="800000"/>
            <a:headEnd/>
            <a:tailEnd/>
          </a:ln>
        </p:spPr>
        <p:txBody>
          <a:bodyPr wrap="square" lIns="0" tIns="0" rIns="0" bIns="0" anchor="t">
            <a:spAutoFit/>
          </a:bodyPr>
          <a:lstStyle/>
          <a:p>
            <a:pPr marL="0" marR="0" lvl="0" indent="0" algn="l" defTabSz="914400" eaLnBrk="1" fontAlgn="auto" latinLnBrk="0" hangingPunct="1">
              <a:lnSpc>
                <a:spcPct val="100000"/>
              </a:lnSpc>
              <a:spcBef>
                <a:spcPts val="1800"/>
              </a:spcBef>
              <a:spcAft>
                <a:spcPts val="0"/>
              </a:spcAft>
              <a:buClrTx/>
              <a:buSzTx/>
              <a:buFontTx/>
              <a:buNone/>
              <a:tabLst/>
              <a:defRPr/>
            </a:pPr>
            <a:r>
              <a:rPr kumimoji="0" lang="pt-BR" sz="1600" b="0" i="0" u="none" strike="noStrike" kern="1200" cap="none" spc="0" normalizeH="0" baseline="0" dirty="0">
                <a:ln>
                  <a:noFill/>
                </a:ln>
                <a:solidFill>
                  <a:srgbClr val="071C25"/>
                </a:solidFill>
                <a:effectLst/>
                <a:uLnTx/>
                <a:uFillTx/>
                <a:latin typeface="Arial"/>
                <a:ea typeface="+mn-ea"/>
                <a:cs typeface="+mn-cs"/>
              </a:rPr>
              <a:t>A </a:t>
            </a:r>
            <a:r>
              <a:rPr kumimoji="0" lang="pt-BR" sz="1600" b="1" i="0" u="none" strike="noStrike" kern="1200" cap="none" spc="0" normalizeH="0" baseline="0" dirty="0">
                <a:ln>
                  <a:noFill/>
                </a:ln>
                <a:solidFill>
                  <a:srgbClr val="071C25"/>
                </a:solidFill>
                <a:effectLst/>
                <a:uLnTx/>
                <a:uFillTx/>
                <a:latin typeface="Arial"/>
                <a:ea typeface="+mn-ea"/>
                <a:cs typeface="+mn-cs"/>
              </a:rPr>
              <a:t>política de preços é consistente</a:t>
            </a:r>
            <a:r>
              <a:rPr kumimoji="0" lang="pt-BR" sz="1600" b="0" i="0" u="none" strike="noStrike" kern="1200" cap="none" spc="0" normalizeH="0" baseline="0" dirty="0">
                <a:ln>
                  <a:noFill/>
                </a:ln>
                <a:solidFill>
                  <a:srgbClr val="071C25"/>
                </a:solidFill>
                <a:effectLst/>
                <a:uLnTx/>
                <a:uFillTx/>
                <a:latin typeface="Arial"/>
                <a:ea typeface="+mn-ea"/>
                <a:cs typeface="+mn-cs"/>
              </a:rPr>
              <a:t>? Existem oportunidades de </a:t>
            </a:r>
            <a:r>
              <a:rPr kumimoji="0" lang="pt-BR" sz="1600" b="1" i="1" u="none" strike="noStrike" kern="1200" cap="none" spc="0" normalizeH="0" baseline="0" dirty="0" err="1">
                <a:ln>
                  <a:noFill/>
                </a:ln>
                <a:solidFill>
                  <a:srgbClr val="071C25"/>
                </a:solidFill>
                <a:effectLst/>
                <a:uLnTx/>
                <a:uFillTx/>
                <a:latin typeface="Arial"/>
                <a:ea typeface="+mn-ea"/>
                <a:cs typeface="+mn-cs"/>
              </a:rPr>
              <a:t>quick</a:t>
            </a:r>
            <a:r>
              <a:rPr kumimoji="0" lang="pt-BR" sz="1600" b="1" i="1" u="none" strike="noStrike" kern="1200" cap="none" spc="0" normalizeH="0" baseline="0" dirty="0">
                <a:ln>
                  <a:noFill/>
                </a:ln>
                <a:solidFill>
                  <a:srgbClr val="071C25"/>
                </a:solidFill>
                <a:effectLst/>
                <a:uLnTx/>
                <a:uFillTx/>
                <a:latin typeface="Arial"/>
                <a:ea typeface="+mn-ea"/>
                <a:cs typeface="+mn-cs"/>
              </a:rPr>
              <a:t> </a:t>
            </a:r>
            <a:r>
              <a:rPr kumimoji="0" lang="pt-BR" sz="1600" b="1" i="1" u="none" strike="noStrike" kern="1200" cap="none" spc="0" normalizeH="0" baseline="0" dirty="0" err="1">
                <a:ln>
                  <a:noFill/>
                </a:ln>
                <a:solidFill>
                  <a:srgbClr val="071C25"/>
                </a:solidFill>
                <a:effectLst/>
                <a:uLnTx/>
                <a:uFillTx/>
                <a:latin typeface="Arial"/>
                <a:ea typeface="+mn-ea"/>
                <a:cs typeface="+mn-cs"/>
              </a:rPr>
              <a:t>wins</a:t>
            </a:r>
            <a:r>
              <a:rPr kumimoji="0" lang="pt-BR" sz="1600" b="0" i="0" u="none" strike="noStrike" kern="1200" cap="none" spc="0" normalizeH="0" baseline="0" dirty="0">
                <a:ln>
                  <a:noFill/>
                </a:ln>
                <a:solidFill>
                  <a:srgbClr val="071C25"/>
                </a:solidFill>
                <a:effectLst/>
                <a:uLnTx/>
                <a:uFillTx/>
                <a:latin typeface="Arial"/>
                <a:ea typeface="+mn-ea"/>
                <a:cs typeface="+mn-cs"/>
              </a:rPr>
              <a:t>?</a:t>
            </a:r>
          </a:p>
        </p:txBody>
      </p:sp>
      <p:sp>
        <p:nvSpPr>
          <p:cNvPr id="25" name="CaixaDeTexto 34">
            <a:extLst>
              <a:ext uri="{FF2B5EF4-FFF2-40B4-BE49-F238E27FC236}">
                <a16:creationId xmlns:a16="http://schemas.microsoft.com/office/drawing/2014/main" id="{08014719-33E7-D57B-0E43-212DB8F68E32}"/>
              </a:ext>
            </a:extLst>
          </p:cNvPr>
          <p:cNvSpPr txBox="1"/>
          <p:nvPr/>
        </p:nvSpPr>
        <p:spPr bwMode="auto">
          <a:xfrm>
            <a:off x="1220354" y="2204125"/>
            <a:ext cx="10071735" cy="738664"/>
          </a:xfrm>
          <a:prstGeom prst="rect">
            <a:avLst/>
          </a:prstGeom>
          <a:noFill/>
          <a:ln w="9525">
            <a:noFill/>
            <a:miter lim="800000"/>
            <a:headEnd/>
            <a:tailEnd/>
          </a:ln>
        </p:spPr>
        <p:txBody>
          <a:bodyPr wrap="square" lIns="0" tIns="0" rIns="0" bIns="0" anchor="t">
            <a:spAutoFit/>
          </a:bodyPr>
          <a:lstStyle/>
          <a:p>
            <a:pPr marL="0" marR="0" lvl="0" indent="0" algn="l" defTabSz="914400" eaLnBrk="1" fontAlgn="auto" latinLnBrk="0" hangingPunct="1">
              <a:lnSpc>
                <a:spcPct val="100000"/>
              </a:lnSpc>
              <a:spcBef>
                <a:spcPts val="1800"/>
              </a:spcBef>
              <a:spcAft>
                <a:spcPts val="0"/>
              </a:spcAft>
              <a:buClrTx/>
              <a:buSzTx/>
              <a:buFontTx/>
              <a:buNone/>
              <a:tabLst/>
              <a:defRPr/>
            </a:pPr>
            <a:r>
              <a:rPr kumimoji="0" lang="pt-BR" sz="1600" b="0" i="0" u="none" strike="noStrike" kern="1200" cap="none" spc="0" normalizeH="0" baseline="0">
                <a:ln>
                  <a:noFill/>
                </a:ln>
                <a:solidFill>
                  <a:srgbClr val="071C25"/>
                </a:solidFill>
                <a:effectLst/>
                <a:uLnTx/>
                <a:uFillTx/>
                <a:latin typeface="Arial"/>
                <a:ea typeface="+mn-ea"/>
                <a:cs typeface="+mn-cs"/>
              </a:rPr>
              <a:t>Temos o </a:t>
            </a:r>
            <a:r>
              <a:rPr kumimoji="0" lang="pt-BR" sz="1600" b="1" i="0" u="none" strike="noStrike" kern="1200" cap="none" spc="0" normalizeH="0" baseline="0">
                <a:ln>
                  <a:noFill/>
                </a:ln>
                <a:solidFill>
                  <a:srgbClr val="071C25"/>
                </a:solidFill>
                <a:effectLst/>
                <a:uLnTx/>
                <a:uFillTx/>
                <a:latin typeface="Arial"/>
                <a:ea typeface="+mn-ea"/>
                <a:cs typeface="+mn-cs"/>
              </a:rPr>
              <a:t>modelo de acesso mais adequado para os mercados mais atrativos </a:t>
            </a:r>
            <a:r>
              <a:rPr kumimoji="0" lang="pt-BR" sz="1600" b="0" i="0" u="none" strike="noStrike" kern="1200" cap="none" spc="0" normalizeH="0" baseline="0">
                <a:ln>
                  <a:noFill/>
                </a:ln>
                <a:solidFill>
                  <a:srgbClr val="071C25"/>
                </a:solidFill>
                <a:effectLst/>
                <a:uLnTx/>
                <a:uFillTx/>
                <a:latin typeface="Arial"/>
                <a:ea typeface="+mn-ea"/>
                <a:cs typeface="+mn-cs"/>
              </a:rPr>
              <a:t>(ex. direto </a:t>
            </a:r>
            <a:r>
              <a:rPr kumimoji="0" lang="pt-BR" sz="1600" b="0" i="1" u="none" strike="noStrike" kern="1200" cap="none" spc="0" normalizeH="0" baseline="0">
                <a:ln>
                  <a:noFill/>
                </a:ln>
                <a:solidFill>
                  <a:srgbClr val="071C25"/>
                </a:solidFill>
                <a:effectLst/>
                <a:uLnTx/>
                <a:uFillTx/>
                <a:latin typeface="Arial"/>
                <a:ea typeface="+mn-ea"/>
                <a:cs typeface="+mn-cs"/>
              </a:rPr>
              <a:t>vs.</a:t>
            </a:r>
            <a:r>
              <a:rPr kumimoji="0" lang="pt-BR" sz="1600" b="0" i="0" u="none" strike="noStrike" kern="1200" cap="none" spc="0" normalizeH="0" baseline="0">
                <a:ln>
                  <a:noFill/>
                </a:ln>
                <a:solidFill>
                  <a:srgbClr val="071C25"/>
                </a:solidFill>
                <a:effectLst/>
                <a:uLnTx/>
                <a:uFillTx/>
                <a:latin typeface="Arial"/>
                <a:ea typeface="+mn-ea"/>
                <a:cs typeface="+mn-cs"/>
              </a:rPr>
              <a:t> indireto, distribuidores fidelizados, cooperativas etc.)? Nosso </a:t>
            </a:r>
            <a:r>
              <a:rPr kumimoji="0" lang="pt-BR" sz="1600" b="1" i="0" u="none" strike="noStrike" kern="1200" cap="none" spc="0" normalizeH="0" baseline="0">
                <a:ln>
                  <a:noFill/>
                </a:ln>
                <a:solidFill>
                  <a:srgbClr val="071C25"/>
                </a:solidFill>
                <a:effectLst/>
                <a:uLnTx/>
                <a:uFillTx/>
                <a:latin typeface="Arial"/>
                <a:ea typeface="+mn-ea"/>
                <a:cs typeface="+mn-cs"/>
              </a:rPr>
              <a:t>modelo é customizado </a:t>
            </a:r>
            <a:r>
              <a:rPr kumimoji="0" lang="pt-BR" sz="1600" b="0" i="0" u="none" strike="noStrike" kern="1200" cap="none" spc="0" normalizeH="0" baseline="0">
                <a:ln>
                  <a:noFill/>
                </a:ln>
                <a:solidFill>
                  <a:srgbClr val="071C25"/>
                </a:solidFill>
                <a:effectLst/>
                <a:uLnTx/>
                <a:uFillTx/>
                <a:latin typeface="Arial"/>
                <a:ea typeface="+mn-ea"/>
                <a:cs typeface="+mn-cs"/>
              </a:rPr>
              <a:t>para </a:t>
            </a:r>
            <a:r>
              <a:rPr kumimoji="0" lang="pt-BR" sz="1600" b="1" i="0" u="none" strike="noStrike" kern="1200" cap="none" spc="0" normalizeH="0" baseline="0">
                <a:ln>
                  <a:noFill/>
                </a:ln>
                <a:solidFill>
                  <a:srgbClr val="071C25"/>
                </a:solidFill>
                <a:effectLst/>
                <a:uLnTx/>
                <a:uFillTx/>
                <a:latin typeface="Arial"/>
                <a:ea typeface="+mn-ea"/>
                <a:cs typeface="+mn-cs"/>
              </a:rPr>
              <a:t>diferentes perfis de clientes/segmentos</a:t>
            </a:r>
            <a:r>
              <a:rPr kumimoji="0" lang="pt-BR" sz="1600" b="0" i="0" u="none" strike="noStrike" kern="1200" cap="none" spc="0" normalizeH="0" baseline="0">
                <a:ln>
                  <a:noFill/>
                </a:ln>
                <a:solidFill>
                  <a:srgbClr val="071C25"/>
                </a:solidFill>
                <a:effectLst/>
                <a:uLnTx/>
                <a:uFillTx/>
                <a:latin typeface="Arial"/>
                <a:ea typeface="+mn-ea"/>
                <a:cs typeface="+mn-cs"/>
              </a:rPr>
              <a:t> (ex</a:t>
            </a:r>
            <a:r>
              <a:rPr lang="pt-BR" sz="1600">
                <a:solidFill>
                  <a:srgbClr val="071C25"/>
                </a:solidFill>
                <a:latin typeface="Arial"/>
              </a:rPr>
              <a:t>.</a:t>
            </a:r>
            <a:r>
              <a:rPr kumimoji="0" lang="pt-BR" sz="1600" b="0" i="0" u="none" strike="noStrike" kern="1200" cap="none" spc="0" normalizeH="0" baseline="0">
                <a:ln>
                  <a:noFill/>
                </a:ln>
                <a:solidFill>
                  <a:srgbClr val="071C25"/>
                </a:solidFill>
                <a:effectLst/>
                <a:uLnTx/>
                <a:uFillTx/>
                <a:latin typeface="Arial"/>
                <a:ea typeface="+mn-ea"/>
                <a:cs typeface="+mn-cs"/>
              </a:rPr>
              <a:t> cooperativas no café, grandes produtores integrados </a:t>
            </a:r>
            <a:r>
              <a:rPr kumimoji="0" lang="pt-BR" sz="1600" b="0" i="1" u="none" strike="noStrike" kern="1200" cap="none" spc="0" normalizeH="0" baseline="0">
                <a:ln>
                  <a:noFill/>
                </a:ln>
                <a:solidFill>
                  <a:srgbClr val="071C25"/>
                </a:solidFill>
                <a:effectLst/>
                <a:uLnTx/>
                <a:uFillTx/>
                <a:latin typeface="Arial"/>
                <a:ea typeface="+mn-ea"/>
                <a:cs typeface="+mn-cs"/>
              </a:rPr>
              <a:t>vs.</a:t>
            </a:r>
            <a:r>
              <a:rPr kumimoji="0" lang="pt-BR" sz="1600" b="0" i="0" u="none" strike="noStrike" kern="1200" cap="none" spc="0" normalizeH="0" baseline="0">
                <a:ln>
                  <a:noFill/>
                </a:ln>
                <a:solidFill>
                  <a:srgbClr val="071C25"/>
                </a:solidFill>
                <a:effectLst/>
                <a:uLnTx/>
                <a:uFillTx/>
                <a:latin typeface="Arial"/>
                <a:ea typeface="+mn-ea"/>
                <a:cs typeface="+mn-cs"/>
              </a:rPr>
              <a:t> fornecedores </a:t>
            </a:r>
            <a:r>
              <a:rPr lang="pt-BR" sz="1600">
                <a:solidFill>
                  <a:srgbClr val="071C25"/>
                </a:solidFill>
                <a:latin typeface="Arial"/>
              </a:rPr>
              <a:t>em </a:t>
            </a:r>
            <a:r>
              <a:rPr kumimoji="0" lang="pt-BR" sz="1600" b="0" i="0" u="none" strike="noStrike" kern="1200" cap="none" spc="0" normalizeH="0" baseline="0">
                <a:ln>
                  <a:noFill/>
                </a:ln>
                <a:solidFill>
                  <a:srgbClr val="071C25"/>
                </a:solidFill>
                <a:effectLst/>
                <a:uLnTx/>
                <a:uFillTx/>
                <a:latin typeface="Arial"/>
                <a:ea typeface="+mn-ea"/>
                <a:cs typeface="+mn-cs"/>
              </a:rPr>
              <a:t>cana, etc.)</a:t>
            </a:r>
          </a:p>
        </p:txBody>
      </p:sp>
      <p:sp>
        <p:nvSpPr>
          <p:cNvPr id="36" name="Freeform 1669">
            <a:extLst>
              <a:ext uri="{FF2B5EF4-FFF2-40B4-BE49-F238E27FC236}">
                <a16:creationId xmlns:a16="http://schemas.microsoft.com/office/drawing/2014/main" id="{33398E8B-E266-9CF2-B5E5-52EEDF0934B9}"/>
              </a:ext>
            </a:extLst>
          </p:cNvPr>
          <p:cNvSpPr>
            <a:spLocks noEditPoints="1"/>
          </p:cNvSpPr>
          <p:nvPr/>
        </p:nvSpPr>
        <p:spPr bwMode="auto">
          <a:xfrm>
            <a:off x="620544" y="2204125"/>
            <a:ext cx="396000" cy="396000"/>
          </a:xfrm>
          <a:custGeom>
            <a:avLst/>
            <a:gdLst>
              <a:gd name="T0" fmla="*/ 519 w 719"/>
              <a:gd name="T1" fmla="*/ 263 h 719"/>
              <a:gd name="T2" fmla="*/ 292 w 719"/>
              <a:gd name="T3" fmla="*/ 475 h 719"/>
              <a:gd name="T4" fmla="*/ 289 w 719"/>
              <a:gd name="T5" fmla="*/ 477 h 719"/>
              <a:gd name="T6" fmla="*/ 284 w 719"/>
              <a:gd name="T7" fmla="*/ 479 h 719"/>
              <a:gd name="T8" fmla="*/ 280 w 719"/>
              <a:gd name="T9" fmla="*/ 477 h 719"/>
              <a:gd name="T10" fmla="*/ 275 w 719"/>
              <a:gd name="T11" fmla="*/ 475 h 719"/>
              <a:gd name="T12" fmla="*/ 200 w 719"/>
              <a:gd name="T13" fmla="*/ 400 h 719"/>
              <a:gd name="T14" fmla="*/ 198 w 719"/>
              <a:gd name="T15" fmla="*/ 396 h 719"/>
              <a:gd name="T16" fmla="*/ 197 w 719"/>
              <a:gd name="T17" fmla="*/ 391 h 719"/>
              <a:gd name="T18" fmla="*/ 198 w 719"/>
              <a:gd name="T19" fmla="*/ 387 h 719"/>
              <a:gd name="T20" fmla="*/ 200 w 719"/>
              <a:gd name="T21" fmla="*/ 382 h 719"/>
              <a:gd name="T22" fmla="*/ 205 w 719"/>
              <a:gd name="T23" fmla="*/ 380 h 719"/>
              <a:gd name="T24" fmla="*/ 209 w 719"/>
              <a:gd name="T25" fmla="*/ 379 h 719"/>
              <a:gd name="T26" fmla="*/ 213 w 719"/>
              <a:gd name="T27" fmla="*/ 380 h 719"/>
              <a:gd name="T28" fmla="*/ 217 w 719"/>
              <a:gd name="T29" fmla="*/ 382 h 719"/>
              <a:gd name="T30" fmla="*/ 284 w 719"/>
              <a:gd name="T31" fmla="*/ 450 h 719"/>
              <a:gd name="T32" fmla="*/ 503 w 719"/>
              <a:gd name="T33" fmla="*/ 247 h 719"/>
              <a:gd name="T34" fmla="*/ 507 w 719"/>
              <a:gd name="T35" fmla="*/ 243 h 719"/>
              <a:gd name="T36" fmla="*/ 512 w 719"/>
              <a:gd name="T37" fmla="*/ 243 h 719"/>
              <a:gd name="T38" fmla="*/ 516 w 719"/>
              <a:gd name="T39" fmla="*/ 243 h 719"/>
              <a:gd name="T40" fmla="*/ 519 w 719"/>
              <a:gd name="T41" fmla="*/ 247 h 719"/>
              <a:gd name="T42" fmla="*/ 522 w 719"/>
              <a:gd name="T43" fmla="*/ 251 h 719"/>
              <a:gd name="T44" fmla="*/ 523 w 719"/>
              <a:gd name="T45" fmla="*/ 255 h 719"/>
              <a:gd name="T46" fmla="*/ 522 w 719"/>
              <a:gd name="T47" fmla="*/ 260 h 719"/>
              <a:gd name="T48" fmla="*/ 519 w 719"/>
              <a:gd name="T49" fmla="*/ 263 h 719"/>
              <a:gd name="T50" fmla="*/ 707 w 719"/>
              <a:gd name="T51" fmla="*/ 0 h 719"/>
              <a:gd name="T52" fmla="*/ 12 w 719"/>
              <a:gd name="T53" fmla="*/ 0 h 719"/>
              <a:gd name="T54" fmla="*/ 8 w 719"/>
              <a:gd name="T55" fmla="*/ 2 h 719"/>
              <a:gd name="T56" fmla="*/ 4 w 719"/>
              <a:gd name="T57" fmla="*/ 5 h 719"/>
              <a:gd name="T58" fmla="*/ 1 w 719"/>
              <a:gd name="T59" fmla="*/ 8 h 719"/>
              <a:gd name="T60" fmla="*/ 0 w 719"/>
              <a:gd name="T61" fmla="*/ 13 h 719"/>
              <a:gd name="T62" fmla="*/ 0 w 719"/>
              <a:gd name="T63" fmla="*/ 707 h 719"/>
              <a:gd name="T64" fmla="*/ 1 w 719"/>
              <a:gd name="T65" fmla="*/ 713 h 719"/>
              <a:gd name="T66" fmla="*/ 4 w 719"/>
              <a:gd name="T67" fmla="*/ 716 h 719"/>
              <a:gd name="T68" fmla="*/ 8 w 719"/>
              <a:gd name="T69" fmla="*/ 719 h 719"/>
              <a:gd name="T70" fmla="*/ 12 w 719"/>
              <a:gd name="T71" fmla="*/ 719 h 719"/>
              <a:gd name="T72" fmla="*/ 707 w 719"/>
              <a:gd name="T73" fmla="*/ 719 h 719"/>
              <a:gd name="T74" fmla="*/ 711 w 719"/>
              <a:gd name="T75" fmla="*/ 719 h 719"/>
              <a:gd name="T76" fmla="*/ 716 w 719"/>
              <a:gd name="T77" fmla="*/ 716 h 719"/>
              <a:gd name="T78" fmla="*/ 718 w 719"/>
              <a:gd name="T79" fmla="*/ 713 h 719"/>
              <a:gd name="T80" fmla="*/ 719 w 719"/>
              <a:gd name="T81" fmla="*/ 707 h 719"/>
              <a:gd name="T82" fmla="*/ 719 w 719"/>
              <a:gd name="T83" fmla="*/ 13 h 719"/>
              <a:gd name="T84" fmla="*/ 718 w 719"/>
              <a:gd name="T85" fmla="*/ 8 h 719"/>
              <a:gd name="T86" fmla="*/ 716 w 719"/>
              <a:gd name="T87" fmla="*/ 5 h 719"/>
              <a:gd name="T88" fmla="*/ 711 w 719"/>
              <a:gd name="T89" fmla="*/ 2 h 719"/>
              <a:gd name="T90" fmla="*/ 707 w 719"/>
              <a:gd name="T91" fmla="*/ 0 h 7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719" h="719">
                <a:moveTo>
                  <a:pt x="519" y="263"/>
                </a:moveTo>
                <a:lnTo>
                  <a:pt x="292" y="475"/>
                </a:lnTo>
                <a:lnTo>
                  <a:pt x="289" y="477"/>
                </a:lnTo>
                <a:lnTo>
                  <a:pt x="284" y="479"/>
                </a:lnTo>
                <a:lnTo>
                  <a:pt x="280" y="477"/>
                </a:lnTo>
                <a:lnTo>
                  <a:pt x="275" y="475"/>
                </a:lnTo>
                <a:lnTo>
                  <a:pt x="200" y="400"/>
                </a:lnTo>
                <a:lnTo>
                  <a:pt x="198" y="396"/>
                </a:lnTo>
                <a:lnTo>
                  <a:pt x="197" y="391"/>
                </a:lnTo>
                <a:lnTo>
                  <a:pt x="198" y="387"/>
                </a:lnTo>
                <a:lnTo>
                  <a:pt x="200" y="382"/>
                </a:lnTo>
                <a:lnTo>
                  <a:pt x="205" y="380"/>
                </a:lnTo>
                <a:lnTo>
                  <a:pt x="209" y="379"/>
                </a:lnTo>
                <a:lnTo>
                  <a:pt x="213" y="380"/>
                </a:lnTo>
                <a:lnTo>
                  <a:pt x="217" y="382"/>
                </a:lnTo>
                <a:lnTo>
                  <a:pt x="284" y="450"/>
                </a:lnTo>
                <a:lnTo>
                  <a:pt x="503" y="247"/>
                </a:lnTo>
                <a:lnTo>
                  <a:pt x="507" y="243"/>
                </a:lnTo>
                <a:lnTo>
                  <a:pt x="512" y="243"/>
                </a:lnTo>
                <a:lnTo>
                  <a:pt x="516" y="243"/>
                </a:lnTo>
                <a:lnTo>
                  <a:pt x="519" y="247"/>
                </a:lnTo>
                <a:lnTo>
                  <a:pt x="522" y="251"/>
                </a:lnTo>
                <a:lnTo>
                  <a:pt x="523" y="255"/>
                </a:lnTo>
                <a:lnTo>
                  <a:pt x="522" y="260"/>
                </a:lnTo>
                <a:lnTo>
                  <a:pt x="519" y="263"/>
                </a:lnTo>
                <a:close/>
                <a:moveTo>
                  <a:pt x="707" y="0"/>
                </a:moveTo>
                <a:lnTo>
                  <a:pt x="12" y="0"/>
                </a:lnTo>
                <a:lnTo>
                  <a:pt x="8" y="2"/>
                </a:lnTo>
                <a:lnTo>
                  <a:pt x="4" y="5"/>
                </a:lnTo>
                <a:lnTo>
                  <a:pt x="1" y="8"/>
                </a:lnTo>
                <a:lnTo>
                  <a:pt x="0" y="13"/>
                </a:lnTo>
                <a:lnTo>
                  <a:pt x="0" y="707"/>
                </a:lnTo>
                <a:lnTo>
                  <a:pt x="1" y="713"/>
                </a:lnTo>
                <a:lnTo>
                  <a:pt x="4" y="716"/>
                </a:lnTo>
                <a:lnTo>
                  <a:pt x="8" y="719"/>
                </a:lnTo>
                <a:lnTo>
                  <a:pt x="12" y="719"/>
                </a:lnTo>
                <a:lnTo>
                  <a:pt x="707" y="719"/>
                </a:lnTo>
                <a:lnTo>
                  <a:pt x="711" y="719"/>
                </a:lnTo>
                <a:lnTo>
                  <a:pt x="716" y="716"/>
                </a:lnTo>
                <a:lnTo>
                  <a:pt x="718" y="713"/>
                </a:lnTo>
                <a:lnTo>
                  <a:pt x="719" y="707"/>
                </a:lnTo>
                <a:lnTo>
                  <a:pt x="719" y="13"/>
                </a:lnTo>
                <a:lnTo>
                  <a:pt x="718" y="8"/>
                </a:lnTo>
                <a:lnTo>
                  <a:pt x="716" y="5"/>
                </a:lnTo>
                <a:lnTo>
                  <a:pt x="711" y="2"/>
                </a:lnTo>
                <a:lnTo>
                  <a:pt x="707" y="0"/>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a:ln>
                <a:noFill/>
              </a:ln>
              <a:solidFill>
                <a:srgbClr val="071C25"/>
              </a:solidFill>
              <a:effectLst/>
              <a:uLnTx/>
              <a:uFillTx/>
              <a:latin typeface="Arial"/>
              <a:ea typeface="+mn-ea"/>
              <a:cs typeface="+mn-cs"/>
            </a:endParaRPr>
          </a:p>
        </p:txBody>
      </p:sp>
      <p:sp>
        <p:nvSpPr>
          <p:cNvPr id="24" name="Freeform 1669">
            <a:extLst>
              <a:ext uri="{FF2B5EF4-FFF2-40B4-BE49-F238E27FC236}">
                <a16:creationId xmlns:a16="http://schemas.microsoft.com/office/drawing/2014/main" id="{80BE8274-6E49-0F90-4AB8-22297855F596}"/>
              </a:ext>
            </a:extLst>
          </p:cNvPr>
          <p:cNvSpPr>
            <a:spLocks noEditPoints="1"/>
          </p:cNvSpPr>
          <p:nvPr/>
        </p:nvSpPr>
        <p:spPr bwMode="auto">
          <a:xfrm>
            <a:off x="620544" y="1183101"/>
            <a:ext cx="396000" cy="396000"/>
          </a:xfrm>
          <a:custGeom>
            <a:avLst/>
            <a:gdLst>
              <a:gd name="T0" fmla="*/ 519 w 719"/>
              <a:gd name="T1" fmla="*/ 263 h 719"/>
              <a:gd name="T2" fmla="*/ 292 w 719"/>
              <a:gd name="T3" fmla="*/ 475 h 719"/>
              <a:gd name="T4" fmla="*/ 289 w 719"/>
              <a:gd name="T5" fmla="*/ 477 h 719"/>
              <a:gd name="T6" fmla="*/ 284 w 719"/>
              <a:gd name="T7" fmla="*/ 479 h 719"/>
              <a:gd name="T8" fmla="*/ 280 w 719"/>
              <a:gd name="T9" fmla="*/ 477 h 719"/>
              <a:gd name="T10" fmla="*/ 275 w 719"/>
              <a:gd name="T11" fmla="*/ 475 h 719"/>
              <a:gd name="T12" fmla="*/ 200 w 719"/>
              <a:gd name="T13" fmla="*/ 400 h 719"/>
              <a:gd name="T14" fmla="*/ 198 w 719"/>
              <a:gd name="T15" fmla="*/ 396 h 719"/>
              <a:gd name="T16" fmla="*/ 197 w 719"/>
              <a:gd name="T17" fmla="*/ 391 h 719"/>
              <a:gd name="T18" fmla="*/ 198 w 719"/>
              <a:gd name="T19" fmla="*/ 387 h 719"/>
              <a:gd name="T20" fmla="*/ 200 w 719"/>
              <a:gd name="T21" fmla="*/ 382 h 719"/>
              <a:gd name="T22" fmla="*/ 205 w 719"/>
              <a:gd name="T23" fmla="*/ 380 h 719"/>
              <a:gd name="T24" fmla="*/ 209 w 719"/>
              <a:gd name="T25" fmla="*/ 379 h 719"/>
              <a:gd name="T26" fmla="*/ 213 w 719"/>
              <a:gd name="T27" fmla="*/ 380 h 719"/>
              <a:gd name="T28" fmla="*/ 217 w 719"/>
              <a:gd name="T29" fmla="*/ 382 h 719"/>
              <a:gd name="T30" fmla="*/ 284 w 719"/>
              <a:gd name="T31" fmla="*/ 450 h 719"/>
              <a:gd name="T32" fmla="*/ 503 w 719"/>
              <a:gd name="T33" fmla="*/ 247 h 719"/>
              <a:gd name="T34" fmla="*/ 507 w 719"/>
              <a:gd name="T35" fmla="*/ 243 h 719"/>
              <a:gd name="T36" fmla="*/ 512 w 719"/>
              <a:gd name="T37" fmla="*/ 243 h 719"/>
              <a:gd name="T38" fmla="*/ 516 w 719"/>
              <a:gd name="T39" fmla="*/ 243 h 719"/>
              <a:gd name="T40" fmla="*/ 519 w 719"/>
              <a:gd name="T41" fmla="*/ 247 h 719"/>
              <a:gd name="T42" fmla="*/ 522 w 719"/>
              <a:gd name="T43" fmla="*/ 251 h 719"/>
              <a:gd name="T44" fmla="*/ 523 w 719"/>
              <a:gd name="T45" fmla="*/ 255 h 719"/>
              <a:gd name="T46" fmla="*/ 522 w 719"/>
              <a:gd name="T47" fmla="*/ 260 h 719"/>
              <a:gd name="T48" fmla="*/ 519 w 719"/>
              <a:gd name="T49" fmla="*/ 263 h 719"/>
              <a:gd name="T50" fmla="*/ 707 w 719"/>
              <a:gd name="T51" fmla="*/ 0 h 719"/>
              <a:gd name="T52" fmla="*/ 12 w 719"/>
              <a:gd name="T53" fmla="*/ 0 h 719"/>
              <a:gd name="T54" fmla="*/ 8 w 719"/>
              <a:gd name="T55" fmla="*/ 2 h 719"/>
              <a:gd name="T56" fmla="*/ 4 w 719"/>
              <a:gd name="T57" fmla="*/ 5 h 719"/>
              <a:gd name="T58" fmla="*/ 1 w 719"/>
              <a:gd name="T59" fmla="*/ 8 h 719"/>
              <a:gd name="T60" fmla="*/ 0 w 719"/>
              <a:gd name="T61" fmla="*/ 13 h 719"/>
              <a:gd name="T62" fmla="*/ 0 w 719"/>
              <a:gd name="T63" fmla="*/ 707 h 719"/>
              <a:gd name="T64" fmla="*/ 1 w 719"/>
              <a:gd name="T65" fmla="*/ 713 h 719"/>
              <a:gd name="T66" fmla="*/ 4 w 719"/>
              <a:gd name="T67" fmla="*/ 716 h 719"/>
              <a:gd name="T68" fmla="*/ 8 w 719"/>
              <a:gd name="T69" fmla="*/ 719 h 719"/>
              <a:gd name="T70" fmla="*/ 12 w 719"/>
              <a:gd name="T71" fmla="*/ 719 h 719"/>
              <a:gd name="T72" fmla="*/ 707 w 719"/>
              <a:gd name="T73" fmla="*/ 719 h 719"/>
              <a:gd name="T74" fmla="*/ 711 w 719"/>
              <a:gd name="T75" fmla="*/ 719 h 719"/>
              <a:gd name="T76" fmla="*/ 716 w 719"/>
              <a:gd name="T77" fmla="*/ 716 h 719"/>
              <a:gd name="T78" fmla="*/ 718 w 719"/>
              <a:gd name="T79" fmla="*/ 713 h 719"/>
              <a:gd name="T80" fmla="*/ 719 w 719"/>
              <a:gd name="T81" fmla="*/ 707 h 719"/>
              <a:gd name="T82" fmla="*/ 719 w 719"/>
              <a:gd name="T83" fmla="*/ 13 h 719"/>
              <a:gd name="T84" fmla="*/ 718 w 719"/>
              <a:gd name="T85" fmla="*/ 8 h 719"/>
              <a:gd name="T86" fmla="*/ 716 w 719"/>
              <a:gd name="T87" fmla="*/ 5 h 719"/>
              <a:gd name="T88" fmla="*/ 711 w 719"/>
              <a:gd name="T89" fmla="*/ 2 h 719"/>
              <a:gd name="T90" fmla="*/ 707 w 719"/>
              <a:gd name="T91" fmla="*/ 0 h 7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719" h="719">
                <a:moveTo>
                  <a:pt x="519" y="263"/>
                </a:moveTo>
                <a:lnTo>
                  <a:pt x="292" y="475"/>
                </a:lnTo>
                <a:lnTo>
                  <a:pt x="289" y="477"/>
                </a:lnTo>
                <a:lnTo>
                  <a:pt x="284" y="479"/>
                </a:lnTo>
                <a:lnTo>
                  <a:pt x="280" y="477"/>
                </a:lnTo>
                <a:lnTo>
                  <a:pt x="275" y="475"/>
                </a:lnTo>
                <a:lnTo>
                  <a:pt x="200" y="400"/>
                </a:lnTo>
                <a:lnTo>
                  <a:pt x="198" y="396"/>
                </a:lnTo>
                <a:lnTo>
                  <a:pt x="197" y="391"/>
                </a:lnTo>
                <a:lnTo>
                  <a:pt x="198" y="387"/>
                </a:lnTo>
                <a:lnTo>
                  <a:pt x="200" y="382"/>
                </a:lnTo>
                <a:lnTo>
                  <a:pt x="205" y="380"/>
                </a:lnTo>
                <a:lnTo>
                  <a:pt x="209" y="379"/>
                </a:lnTo>
                <a:lnTo>
                  <a:pt x="213" y="380"/>
                </a:lnTo>
                <a:lnTo>
                  <a:pt x="217" y="382"/>
                </a:lnTo>
                <a:lnTo>
                  <a:pt x="284" y="450"/>
                </a:lnTo>
                <a:lnTo>
                  <a:pt x="503" y="247"/>
                </a:lnTo>
                <a:lnTo>
                  <a:pt x="507" y="243"/>
                </a:lnTo>
                <a:lnTo>
                  <a:pt x="512" y="243"/>
                </a:lnTo>
                <a:lnTo>
                  <a:pt x="516" y="243"/>
                </a:lnTo>
                <a:lnTo>
                  <a:pt x="519" y="247"/>
                </a:lnTo>
                <a:lnTo>
                  <a:pt x="522" y="251"/>
                </a:lnTo>
                <a:lnTo>
                  <a:pt x="523" y="255"/>
                </a:lnTo>
                <a:lnTo>
                  <a:pt x="522" y="260"/>
                </a:lnTo>
                <a:lnTo>
                  <a:pt x="519" y="263"/>
                </a:lnTo>
                <a:close/>
                <a:moveTo>
                  <a:pt x="707" y="0"/>
                </a:moveTo>
                <a:lnTo>
                  <a:pt x="12" y="0"/>
                </a:lnTo>
                <a:lnTo>
                  <a:pt x="8" y="2"/>
                </a:lnTo>
                <a:lnTo>
                  <a:pt x="4" y="5"/>
                </a:lnTo>
                <a:lnTo>
                  <a:pt x="1" y="8"/>
                </a:lnTo>
                <a:lnTo>
                  <a:pt x="0" y="13"/>
                </a:lnTo>
                <a:lnTo>
                  <a:pt x="0" y="707"/>
                </a:lnTo>
                <a:lnTo>
                  <a:pt x="1" y="713"/>
                </a:lnTo>
                <a:lnTo>
                  <a:pt x="4" y="716"/>
                </a:lnTo>
                <a:lnTo>
                  <a:pt x="8" y="719"/>
                </a:lnTo>
                <a:lnTo>
                  <a:pt x="12" y="719"/>
                </a:lnTo>
                <a:lnTo>
                  <a:pt x="707" y="719"/>
                </a:lnTo>
                <a:lnTo>
                  <a:pt x="711" y="719"/>
                </a:lnTo>
                <a:lnTo>
                  <a:pt x="716" y="716"/>
                </a:lnTo>
                <a:lnTo>
                  <a:pt x="718" y="713"/>
                </a:lnTo>
                <a:lnTo>
                  <a:pt x="719" y="707"/>
                </a:lnTo>
                <a:lnTo>
                  <a:pt x="719" y="13"/>
                </a:lnTo>
                <a:lnTo>
                  <a:pt x="718" y="8"/>
                </a:lnTo>
                <a:lnTo>
                  <a:pt x="716" y="5"/>
                </a:lnTo>
                <a:lnTo>
                  <a:pt x="711" y="2"/>
                </a:lnTo>
                <a:lnTo>
                  <a:pt x="707" y="0"/>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a:ln>
                <a:noFill/>
              </a:ln>
              <a:solidFill>
                <a:srgbClr val="071C25"/>
              </a:solidFill>
              <a:effectLst/>
              <a:uLnTx/>
              <a:uFillTx/>
              <a:latin typeface="Arial"/>
              <a:ea typeface="+mn-ea"/>
              <a:cs typeface="+mn-cs"/>
            </a:endParaRPr>
          </a:p>
        </p:txBody>
      </p:sp>
      <p:sp>
        <p:nvSpPr>
          <p:cNvPr id="37" name="CaixaDeTexto 34">
            <a:extLst>
              <a:ext uri="{FF2B5EF4-FFF2-40B4-BE49-F238E27FC236}">
                <a16:creationId xmlns:a16="http://schemas.microsoft.com/office/drawing/2014/main" id="{31A125D7-EE61-AD2F-0FAD-2374FAFA5BEB}"/>
              </a:ext>
            </a:extLst>
          </p:cNvPr>
          <p:cNvSpPr txBox="1"/>
          <p:nvPr/>
        </p:nvSpPr>
        <p:spPr bwMode="auto">
          <a:xfrm>
            <a:off x="1220354" y="1183101"/>
            <a:ext cx="10071735" cy="738664"/>
          </a:xfrm>
          <a:prstGeom prst="rect">
            <a:avLst/>
          </a:prstGeom>
          <a:noFill/>
          <a:ln w="9525">
            <a:noFill/>
            <a:miter lim="800000"/>
            <a:headEnd/>
            <a:tailEnd/>
          </a:ln>
        </p:spPr>
        <p:txBody>
          <a:bodyPr wrap="square" lIns="0" tIns="0" rIns="0" bIns="0" anchor="t">
            <a:spAutoFit/>
          </a:bodyPr>
          <a:lstStyle/>
          <a:p>
            <a:pPr marL="0" marR="0" lvl="0" indent="0" algn="l" defTabSz="914400" eaLnBrk="1" fontAlgn="auto" latinLnBrk="0" hangingPunct="1">
              <a:lnSpc>
                <a:spcPct val="100000"/>
              </a:lnSpc>
              <a:spcBef>
                <a:spcPts val="1800"/>
              </a:spcBef>
              <a:spcAft>
                <a:spcPts val="0"/>
              </a:spcAft>
              <a:buClrTx/>
              <a:buSzTx/>
              <a:buFontTx/>
              <a:buNone/>
              <a:tabLst/>
              <a:defRPr/>
            </a:pPr>
            <a:r>
              <a:rPr kumimoji="0" lang="pt-BR" sz="1600" b="0" i="0" u="none" strike="noStrike" kern="1200" cap="none" spc="0" normalizeH="0" baseline="0">
                <a:ln>
                  <a:noFill/>
                </a:ln>
                <a:solidFill>
                  <a:srgbClr val="071C25"/>
                </a:solidFill>
                <a:effectLst/>
                <a:uLnTx/>
                <a:uFillTx/>
                <a:latin typeface="Arial"/>
                <a:ea typeface="+mn-ea"/>
                <a:cs typeface="+mn-cs"/>
              </a:rPr>
              <a:t>Temos clareza de quais são as </a:t>
            </a:r>
            <a:r>
              <a:rPr kumimoji="0" lang="pt-BR" sz="1600" b="1" i="0" u="none" strike="noStrike" kern="1200" cap="none" spc="0" normalizeH="0" baseline="0">
                <a:ln>
                  <a:noFill/>
                </a:ln>
                <a:solidFill>
                  <a:srgbClr val="071C25"/>
                </a:solidFill>
                <a:effectLst/>
                <a:uLnTx/>
                <a:uFillTx/>
                <a:latin typeface="Arial"/>
                <a:ea typeface="+mn-ea"/>
                <a:cs typeface="+mn-cs"/>
              </a:rPr>
              <a:t>culturas prioritárias e mais atrativas </a:t>
            </a:r>
            <a:r>
              <a:rPr kumimoji="0" lang="pt-BR" sz="1600" b="0" i="0" u="none" strike="noStrike" kern="1200" cap="none" spc="0" normalizeH="0" baseline="0">
                <a:ln>
                  <a:noFill/>
                </a:ln>
                <a:solidFill>
                  <a:srgbClr val="071C25"/>
                </a:solidFill>
                <a:effectLst/>
                <a:uLnTx/>
                <a:uFillTx/>
                <a:latin typeface="Arial"/>
                <a:ea typeface="+mn-ea"/>
                <a:cs typeface="+mn-cs"/>
              </a:rPr>
              <a:t>em que devemos buscar maior penetração </a:t>
            </a:r>
            <a:r>
              <a:rPr kumimoji="0" lang="pt-BR" sz="1600" b="0" i="1" u="none" strike="noStrike" kern="1200" cap="none" spc="0" normalizeH="0" baseline="0">
                <a:ln>
                  <a:noFill/>
                </a:ln>
                <a:solidFill>
                  <a:srgbClr val="071C25"/>
                </a:solidFill>
                <a:effectLst/>
                <a:uLnTx/>
                <a:uFillTx/>
                <a:latin typeface="Arial"/>
                <a:ea typeface="+mn-ea"/>
                <a:cs typeface="+mn-cs"/>
              </a:rPr>
              <a:t>vs.</a:t>
            </a:r>
            <a:r>
              <a:rPr kumimoji="0" lang="pt-BR" sz="1600" b="0" i="0" u="none" strike="noStrike" kern="1200" cap="none" spc="0" normalizeH="0" baseline="0">
                <a:ln>
                  <a:noFill/>
                </a:ln>
                <a:solidFill>
                  <a:srgbClr val="071C25"/>
                </a:solidFill>
                <a:effectLst/>
                <a:uLnTx/>
                <a:uFillTx/>
                <a:latin typeface="Arial"/>
                <a:ea typeface="+mn-ea"/>
                <a:cs typeface="+mn-cs"/>
              </a:rPr>
              <a:t> oportunistas? Temos clareza de quais </a:t>
            </a:r>
            <a:r>
              <a:rPr kumimoji="0" lang="pt-BR" sz="1600" b="1" i="0" u="none" strike="noStrike" kern="1200" cap="none" spc="0" normalizeH="0" baseline="0">
                <a:ln>
                  <a:noFill/>
                </a:ln>
                <a:solidFill>
                  <a:srgbClr val="071C25"/>
                </a:solidFill>
                <a:effectLst/>
                <a:uLnTx/>
                <a:uFillTx/>
                <a:latin typeface="Arial"/>
                <a:ea typeface="+mn-ea"/>
                <a:cs typeface="+mn-cs"/>
              </a:rPr>
              <a:t>podem se beneficiar</a:t>
            </a:r>
            <a:r>
              <a:rPr kumimoji="0" lang="pt-BR" sz="1600" b="0" i="0" u="none" strike="noStrike" kern="1200" cap="none" spc="0" normalizeH="0" baseline="0">
                <a:ln>
                  <a:noFill/>
                </a:ln>
                <a:solidFill>
                  <a:srgbClr val="071C25"/>
                </a:solidFill>
                <a:effectLst/>
                <a:uLnTx/>
                <a:uFillTx/>
                <a:latin typeface="Arial"/>
                <a:ea typeface="+mn-ea"/>
                <a:cs typeface="+mn-cs"/>
              </a:rPr>
              <a:t> das </a:t>
            </a:r>
            <a:r>
              <a:rPr kumimoji="0" lang="pt-BR" sz="1600" b="1" i="0" u="none" strike="noStrike" kern="1200" cap="none" spc="0" normalizeH="0" baseline="0">
                <a:ln>
                  <a:noFill/>
                </a:ln>
                <a:solidFill>
                  <a:srgbClr val="071C25"/>
                </a:solidFill>
                <a:effectLst/>
                <a:uLnTx/>
                <a:uFillTx/>
                <a:latin typeface="Arial"/>
                <a:ea typeface="+mn-ea"/>
                <a:cs typeface="+mn-cs"/>
              </a:rPr>
              <a:t>características químicas do fosfato natural reativo</a:t>
            </a:r>
            <a:r>
              <a:rPr kumimoji="0" lang="pt-BR" sz="1600" b="0" i="0" u="none" strike="noStrike" kern="1200" cap="none" spc="0" normalizeH="0" baseline="0">
                <a:ln>
                  <a:noFill/>
                </a:ln>
                <a:solidFill>
                  <a:srgbClr val="071C25"/>
                </a:solidFill>
                <a:effectLst/>
                <a:uLnTx/>
                <a:uFillTx/>
                <a:latin typeface="Arial"/>
                <a:ea typeface="+mn-ea"/>
                <a:cs typeface="+mn-cs"/>
              </a:rPr>
              <a:t>?</a:t>
            </a:r>
          </a:p>
        </p:txBody>
      </p:sp>
      <p:sp>
        <p:nvSpPr>
          <p:cNvPr id="33" name="Freeform 1669">
            <a:extLst>
              <a:ext uri="{FF2B5EF4-FFF2-40B4-BE49-F238E27FC236}">
                <a16:creationId xmlns:a16="http://schemas.microsoft.com/office/drawing/2014/main" id="{8A40BB0A-8087-4BD2-E690-2D33BCF08B8E}"/>
              </a:ext>
            </a:extLst>
          </p:cNvPr>
          <p:cNvSpPr>
            <a:spLocks noEditPoints="1"/>
          </p:cNvSpPr>
          <p:nvPr/>
        </p:nvSpPr>
        <p:spPr bwMode="auto">
          <a:xfrm>
            <a:off x="620544" y="3999952"/>
            <a:ext cx="396000" cy="396000"/>
          </a:xfrm>
          <a:custGeom>
            <a:avLst/>
            <a:gdLst>
              <a:gd name="T0" fmla="*/ 519 w 719"/>
              <a:gd name="T1" fmla="*/ 263 h 719"/>
              <a:gd name="T2" fmla="*/ 292 w 719"/>
              <a:gd name="T3" fmla="*/ 475 h 719"/>
              <a:gd name="T4" fmla="*/ 289 w 719"/>
              <a:gd name="T5" fmla="*/ 477 h 719"/>
              <a:gd name="T6" fmla="*/ 284 w 719"/>
              <a:gd name="T7" fmla="*/ 479 h 719"/>
              <a:gd name="T8" fmla="*/ 280 w 719"/>
              <a:gd name="T9" fmla="*/ 477 h 719"/>
              <a:gd name="T10" fmla="*/ 275 w 719"/>
              <a:gd name="T11" fmla="*/ 475 h 719"/>
              <a:gd name="T12" fmla="*/ 200 w 719"/>
              <a:gd name="T13" fmla="*/ 400 h 719"/>
              <a:gd name="T14" fmla="*/ 198 w 719"/>
              <a:gd name="T15" fmla="*/ 396 h 719"/>
              <a:gd name="T16" fmla="*/ 197 w 719"/>
              <a:gd name="T17" fmla="*/ 391 h 719"/>
              <a:gd name="T18" fmla="*/ 198 w 719"/>
              <a:gd name="T19" fmla="*/ 387 h 719"/>
              <a:gd name="T20" fmla="*/ 200 w 719"/>
              <a:gd name="T21" fmla="*/ 382 h 719"/>
              <a:gd name="T22" fmla="*/ 205 w 719"/>
              <a:gd name="T23" fmla="*/ 380 h 719"/>
              <a:gd name="T24" fmla="*/ 209 w 719"/>
              <a:gd name="T25" fmla="*/ 379 h 719"/>
              <a:gd name="T26" fmla="*/ 213 w 719"/>
              <a:gd name="T27" fmla="*/ 380 h 719"/>
              <a:gd name="T28" fmla="*/ 217 w 719"/>
              <a:gd name="T29" fmla="*/ 382 h 719"/>
              <a:gd name="T30" fmla="*/ 284 w 719"/>
              <a:gd name="T31" fmla="*/ 450 h 719"/>
              <a:gd name="T32" fmla="*/ 503 w 719"/>
              <a:gd name="T33" fmla="*/ 247 h 719"/>
              <a:gd name="T34" fmla="*/ 507 w 719"/>
              <a:gd name="T35" fmla="*/ 243 h 719"/>
              <a:gd name="T36" fmla="*/ 512 w 719"/>
              <a:gd name="T37" fmla="*/ 243 h 719"/>
              <a:gd name="T38" fmla="*/ 516 w 719"/>
              <a:gd name="T39" fmla="*/ 243 h 719"/>
              <a:gd name="T40" fmla="*/ 519 w 719"/>
              <a:gd name="T41" fmla="*/ 247 h 719"/>
              <a:gd name="T42" fmla="*/ 522 w 719"/>
              <a:gd name="T43" fmla="*/ 251 h 719"/>
              <a:gd name="T44" fmla="*/ 523 w 719"/>
              <a:gd name="T45" fmla="*/ 255 h 719"/>
              <a:gd name="T46" fmla="*/ 522 w 719"/>
              <a:gd name="T47" fmla="*/ 260 h 719"/>
              <a:gd name="T48" fmla="*/ 519 w 719"/>
              <a:gd name="T49" fmla="*/ 263 h 719"/>
              <a:gd name="T50" fmla="*/ 707 w 719"/>
              <a:gd name="T51" fmla="*/ 0 h 719"/>
              <a:gd name="T52" fmla="*/ 12 w 719"/>
              <a:gd name="T53" fmla="*/ 0 h 719"/>
              <a:gd name="T54" fmla="*/ 8 w 719"/>
              <a:gd name="T55" fmla="*/ 2 h 719"/>
              <a:gd name="T56" fmla="*/ 4 w 719"/>
              <a:gd name="T57" fmla="*/ 5 h 719"/>
              <a:gd name="T58" fmla="*/ 1 w 719"/>
              <a:gd name="T59" fmla="*/ 8 h 719"/>
              <a:gd name="T60" fmla="*/ 0 w 719"/>
              <a:gd name="T61" fmla="*/ 13 h 719"/>
              <a:gd name="T62" fmla="*/ 0 w 719"/>
              <a:gd name="T63" fmla="*/ 707 h 719"/>
              <a:gd name="T64" fmla="*/ 1 w 719"/>
              <a:gd name="T65" fmla="*/ 713 h 719"/>
              <a:gd name="T66" fmla="*/ 4 w 719"/>
              <a:gd name="T67" fmla="*/ 716 h 719"/>
              <a:gd name="T68" fmla="*/ 8 w 719"/>
              <a:gd name="T69" fmla="*/ 719 h 719"/>
              <a:gd name="T70" fmla="*/ 12 w 719"/>
              <a:gd name="T71" fmla="*/ 719 h 719"/>
              <a:gd name="T72" fmla="*/ 707 w 719"/>
              <a:gd name="T73" fmla="*/ 719 h 719"/>
              <a:gd name="T74" fmla="*/ 711 w 719"/>
              <a:gd name="T75" fmla="*/ 719 h 719"/>
              <a:gd name="T76" fmla="*/ 716 w 719"/>
              <a:gd name="T77" fmla="*/ 716 h 719"/>
              <a:gd name="T78" fmla="*/ 718 w 719"/>
              <a:gd name="T79" fmla="*/ 713 h 719"/>
              <a:gd name="T80" fmla="*/ 719 w 719"/>
              <a:gd name="T81" fmla="*/ 707 h 719"/>
              <a:gd name="T82" fmla="*/ 719 w 719"/>
              <a:gd name="T83" fmla="*/ 13 h 719"/>
              <a:gd name="T84" fmla="*/ 718 w 719"/>
              <a:gd name="T85" fmla="*/ 8 h 719"/>
              <a:gd name="T86" fmla="*/ 716 w 719"/>
              <a:gd name="T87" fmla="*/ 5 h 719"/>
              <a:gd name="T88" fmla="*/ 711 w 719"/>
              <a:gd name="T89" fmla="*/ 2 h 719"/>
              <a:gd name="T90" fmla="*/ 707 w 719"/>
              <a:gd name="T91" fmla="*/ 0 h 7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719" h="719">
                <a:moveTo>
                  <a:pt x="519" y="263"/>
                </a:moveTo>
                <a:lnTo>
                  <a:pt x="292" y="475"/>
                </a:lnTo>
                <a:lnTo>
                  <a:pt x="289" y="477"/>
                </a:lnTo>
                <a:lnTo>
                  <a:pt x="284" y="479"/>
                </a:lnTo>
                <a:lnTo>
                  <a:pt x="280" y="477"/>
                </a:lnTo>
                <a:lnTo>
                  <a:pt x="275" y="475"/>
                </a:lnTo>
                <a:lnTo>
                  <a:pt x="200" y="400"/>
                </a:lnTo>
                <a:lnTo>
                  <a:pt x="198" y="396"/>
                </a:lnTo>
                <a:lnTo>
                  <a:pt x="197" y="391"/>
                </a:lnTo>
                <a:lnTo>
                  <a:pt x="198" y="387"/>
                </a:lnTo>
                <a:lnTo>
                  <a:pt x="200" y="382"/>
                </a:lnTo>
                <a:lnTo>
                  <a:pt x="205" y="380"/>
                </a:lnTo>
                <a:lnTo>
                  <a:pt x="209" y="379"/>
                </a:lnTo>
                <a:lnTo>
                  <a:pt x="213" y="380"/>
                </a:lnTo>
                <a:lnTo>
                  <a:pt x="217" y="382"/>
                </a:lnTo>
                <a:lnTo>
                  <a:pt x="284" y="450"/>
                </a:lnTo>
                <a:lnTo>
                  <a:pt x="503" y="247"/>
                </a:lnTo>
                <a:lnTo>
                  <a:pt x="507" y="243"/>
                </a:lnTo>
                <a:lnTo>
                  <a:pt x="512" y="243"/>
                </a:lnTo>
                <a:lnTo>
                  <a:pt x="516" y="243"/>
                </a:lnTo>
                <a:lnTo>
                  <a:pt x="519" y="247"/>
                </a:lnTo>
                <a:lnTo>
                  <a:pt x="522" y="251"/>
                </a:lnTo>
                <a:lnTo>
                  <a:pt x="523" y="255"/>
                </a:lnTo>
                <a:lnTo>
                  <a:pt x="522" y="260"/>
                </a:lnTo>
                <a:lnTo>
                  <a:pt x="519" y="263"/>
                </a:lnTo>
                <a:close/>
                <a:moveTo>
                  <a:pt x="707" y="0"/>
                </a:moveTo>
                <a:lnTo>
                  <a:pt x="12" y="0"/>
                </a:lnTo>
                <a:lnTo>
                  <a:pt x="8" y="2"/>
                </a:lnTo>
                <a:lnTo>
                  <a:pt x="4" y="5"/>
                </a:lnTo>
                <a:lnTo>
                  <a:pt x="1" y="8"/>
                </a:lnTo>
                <a:lnTo>
                  <a:pt x="0" y="13"/>
                </a:lnTo>
                <a:lnTo>
                  <a:pt x="0" y="707"/>
                </a:lnTo>
                <a:lnTo>
                  <a:pt x="1" y="713"/>
                </a:lnTo>
                <a:lnTo>
                  <a:pt x="4" y="716"/>
                </a:lnTo>
                <a:lnTo>
                  <a:pt x="8" y="719"/>
                </a:lnTo>
                <a:lnTo>
                  <a:pt x="12" y="719"/>
                </a:lnTo>
                <a:lnTo>
                  <a:pt x="707" y="719"/>
                </a:lnTo>
                <a:lnTo>
                  <a:pt x="711" y="719"/>
                </a:lnTo>
                <a:lnTo>
                  <a:pt x="716" y="716"/>
                </a:lnTo>
                <a:lnTo>
                  <a:pt x="718" y="713"/>
                </a:lnTo>
                <a:lnTo>
                  <a:pt x="719" y="707"/>
                </a:lnTo>
                <a:lnTo>
                  <a:pt x="719" y="13"/>
                </a:lnTo>
                <a:lnTo>
                  <a:pt x="718" y="8"/>
                </a:lnTo>
                <a:lnTo>
                  <a:pt x="716" y="5"/>
                </a:lnTo>
                <a:lnTo>
                  <a:pt x="711" y="2"/>
                </a:lnTo>
                <a:lnTo>
                  <a:pt x="707" y="0"/>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a:ln>
                <a:noFill/>
              </a:ln>
              <a:solidFill>
                <a:srgbClr val="071C25"/>
              </a:solidFill>
              <a:effectLst/>
              <a:uLnTx/>
              <a:uFillTx/>
              <a:latin typeface="Arial"/>
              <a:ea typeface="+mn-ea"/>
              <a:cs typeface="+mn-cs"/>
            </a:endParaRPr>
          </a:p>
        </p:txBody>
      </p:sp>
      <p:sp>
        <p:nvSpPr>
          <p:cNvPr id="6" name="CaixaDeTexto 34">
            <a:extLst>
              <a:ext uri="{FF2B5EF4-FFF2-40B4-BE49-F238E27FC236}">
                <a16:creationId xmlns:a16="http://schemas.microsoft.com/office/drawing/2014/main" id="{2EDBEAFD-91E5-9EFA-BF57-44D5EF65199E}"/>
              </a:ext>
            </a:extLst>
          </p:cNvPr>
          <p:cNvSpPr txBox="1"/>
          <p:nvPr/>
        </p:nvSpPr>
        <p:spPr bwMode="auto">
          <a:xfrm>
            <a:off x="1220354" y="3999952"/>
            <a:ext cx="9835573" cy="492443"/>
          </a:xfrm>
          <a:prstGeom prst="rect">
            <a:avLst/>
          </a:prstGeom>
          <a:noFill/>
          <a:ln w="9525">
            <a:noFill/>
            <a:miter lim="800000"/>
            <a:headEnd/>
            <a:tailEnd/>
          </a:ln>
        </p:spPr>
        <p:txBody>
          <a:bodyPr wrap="square" lIns="0" tIns="0" rIns="0" bIns="0" anchor="t">
            <a:spAutoFit/>
          </a:bodyPr>
          <a:lstStyle/>
          <a:p>
            <a:pPr marL="0" marR="0" lvl="0" indent="0" algn="l" defTabSz="914400" eaLnBrk="1" fontAlgn="auto" latinLnBrk="0" hangingPunct="1">
              <a:lnSpc>
                <a:spcPct val="100000"/>
              </a:lnSpc>
              <a:spcBef>
                <a:spcPts val="1800"/>
              </a:spcBef>
              <a:spcAft>
                <a:spcPts val="0"/>
              </a:spcAft>
              <a:buClrTx/>
              <a:buSzTx/>
              <a:buFontTx/>
              <a:buNone/>
              <a:tabLst/>
              <a:defRPr/>
            </a:pPr>
            <a:r>
              <a:rPr kumimoji="0" lang="pt-BR" sz="1600" b="0" i="0" u="none" strike="noStrike" kern="1200" cap="none" spc="0" normalizeH="0" baseline="0" dirty="0">
                <a:ln>
                  <a:noFill/>
                </a:ln>
                <a:solidFill>
                  <a:srgbClr val="071C25"/>
                </a:solidFill>
                <a:effectLst/>
                <a:uLnTx/>
                <a:uFillTx/>
                <a:latin typeface="Arial"/>
                <a:ea typeface="+mn-ea"/>
                <a:cs typeface="+mn-cs"/>
              </a:rPr>
              <a:t>Qual o </a:t>
            </a:r>
            <a:r>
              <a:rPr kumimoji="0" lang="pt-BR" sz="1600" b="1" i="0" u="none" strike="noStrike" kern="1200" cap="none" spc="0" normalizeH="0" baseline="0" dirty="0">
                <a:ln>
                  <a:noFill/>
                </a:ln>
                <a:solidFill>
                  <a:srgbClr val="071C25"/>
                </a:solidFill>
                <a:effectLst/>
                <a:uLnTx/>
                <a:uFillTx/>
                <a:latin typeface="Arial"/>
                <a:ea typeface="+mn-ea"/>
                <a:cs typeface="+mn-cs"/>
              </a:rPr>
              <a:t>modelo futuro de </a:t>
            </a:r>
            <a:r>
              <a:rPr kumimoji="0" lang="pt-BR" sz="1600" b="1" i="1" u="none" strike="noStrike" kern="1200" cap="none" spc="0" normalizeH="0" baseline="0" dirty="0">
                <a:ln>
                  <a:noFill/>
                </a:ln>
                <a:solidFill>
                  <a:srgbClr val="071C25"/>
                </a:solidFill>
                <a:effectLst/>
                <a:uLnTx/>
                <a:uFillTx/>
                <a:latin typeface="Arial"/>
                <a:ea typeface="+mn-ea"/>
                <a:cs typeface="+mn-cs"/>
              </a:rPr>
              <a:t>go-</a:t>
            </a:r>
            <a:r>
              <a:rPr kumimoji="0" lang="pt-BR" sz="1600" b="1" i="1" u="none" strike="noStrike" kern="1200" cap="none" spc="0" normalizeH="0" baseline="0" dirty="0" err="1">
                <a:ln>
                  <a:noFill/>
                </a:ln>
                <a:solidFill>
                  <a:srgbClr val="071C25"/>
                </a:solidFill>
                <a:effectLst/>
                <a:uLnTx/>
                <a:uFillTx/>
                <a:latin typeface="Arial"/>
                <a:ea typeface="+mn-ea"/>
                <a:cs typeface="+mn-cs"/>
              </a:rPr>
              <a:t>to</a:t>
            </a:r>
            <a:r>
              <a:rPr kumimoji="0" lang="pt-BR" sz="1600" b="1" i="1" u="none" strike="noStrike" kern="1200" cap="none" spc="0" normalizeH="0" baseline="0" dirty="0">
                <a:ln>
                  <a:noFill/>
                </a:ln>
                <a:solidFill>
                  <a:srgbClr val="071C25"/>
                </a:solidFill>
                <a:effectLst/>
                <a:uLnTx/>
                <a:uFillTx/>
                <a:latin typeface="Arial"/>
                <a:ea typeface="+mn-ea"/>
                <a:cs typeface="+mn-cs"/>
              </a:rPr>
              <a:t>-</a:t>
            </a:r>
            <a:r>
              <a:rPr kumimoji="0" lang="pt-BR" sz="1600" b="1" i="1" u="none" strike="noStrike" kern="1200" cap="none" spc="0" normalizeH="0" baseline="0" dirty="0" err="1">
                <a:ln>
                  <a:noFill/>
                </a:ln>
                <a:solidFill>
                  <a:srgbClr val="071C25"/>
                </a:solidFill>
                <a:effectLst/>
                <a:uLnTx/>
                <a:uFillTx/>
                <a:latin typeface="Arial"/>
                <a:ea typeface="+mn-ea"/>
                <a:cs typeface="+mn-cs"/>
              </a:rPr>
              <a:t>market</a:t>
            </a:r>
            <a:r>
              <a:rPr kumimoji="0" lang="pt-BR" sz="1600" b="1" u="none" strike="noStrike" kern="1200" cap="none" spc="0" normalizeH="0" baseline="0" dirty="0">
                <a:ln>
                  <a:noFill/>
                </a:ln>
                <a:solidFill>
                  <a:srgbClr val="071C25"/>
                </a:solidFill>
                <a:effectLst/>
                <a:uLnTx/>
                <a:uFillTx/>
                <a:latin typeface="Arial"/>
                <a:ea typeface="+mn-ea"/>
                <a:cs typeface="+mn-cs"/>
              </a:rPr>
              <a:t> </a:t>
            </a:r>
            <a:r>
              <a:rPr kumimoji="0" lang="pt-BR" sz="1600" b="0" u="none" strike="noStrike" kern="1200" cap="none" spc="0" normalizeH="0" baseline="0" dirty="0">
                <a:ln>
                  <a:noFill/>
                </a:ln>
                <a:solidFill>
                  <a:srgbClr val="071C25"/>
                </a:solidFill>
                <a:effectLst/>
                <a:uLnTx/>
                <a:uFillTx/>
                <a:latin typeface="Arial"/>
                <a:ea typeface="+mn-ea"/>
                <a:cs typeface="+mn-cs"/>
              </a:rPr>
              <a:t>para endereçar o potencial pleno da Morro Verde? Como </a:t>
            </a:r>
            <a:r>
              <a:rPr kumimoji="0" lang="pt-BR" sz="1600" b="1" u="none" strike="noStrike" kern="1200" cap="none" spc="0" normalizeH="0" baseline="0" dirty="0">
                <a:ln>
                  <a:noFill/>
                </a:ln>
                <a:solidFill>
                  <a:srgbClr val="071C25"/>
                </a:solidFill>
                <a:effectLst/>
                <a:uLnTx/>
                <a:uFillTx/>
                <a:latin typeface="Arial"/>
                <a:ea typeface="+mn-ea"/>
                <a:cs typeface="+mn-cs"/>
              </a:rPr>
              <a:t>organizar este ecossistema minimizando conflitos entre canais </a:t>
            </a:r>
            <a:r>
              <a:rPr kumimoji="0" lang="pt-BR" sz="1600" b="0" u="none" strike="noStrike" kern="1200" cap="none" spc="0" normalizeH="0" baseline="0" dirty="0">
                <a:ln>
                  <a:noFill/>
                </a:ln>
                <a:solidFill>
                  <a:srgbClr val="071C25"/>
                </a:solidFill>
                <a:effectLst/>
                <a:uLnTx/>
                <a:uFillTx/>
                <a:latin typeface="Arial"/>
                <a:ea typeface="+mn-ea"/>
                <a:cs typeface="+mn-cs"/>
              </a:rPr>
              <a:t>de venda?</a:t>
            </a:r>
            <a:endParaRPr kumimoji="0" lang="pt-BR" sz="1600" b="0" i="0" u="none" strike="noStrike" kern="1200" cap="none" spc="0" normalizeH="0" baseline="0" dirty="0">
              <a:ln>
                <a:noFill/>
              </a:ln>
              <a:solidFill>
                <a:srgbClr val="071C25"/>
              </a:solidFill>
              <a:effectLst/>
              <a:uLnTx/>
              <a:uFillTx/>
              <a:latin typeface="Arial"/>
              <a:ea typeface="+mn-ea"/>
              <a:cs typeface="+mn-cs"/>
            </a:endParaRPr>
          </a:p>
        </p:txBody>
      </p:sp>
      <p:sp>
        <p:nvSpPr>
          <p:cNvPr id="7" name="Freeform 1669">
            <a:extLst>
              <a:ext uri="{FF2B5EF4-FFF2-40B4-BE49-F238E27FC236}">
                <a16:creationId xmlns:a16="http://schemas.microsoft.com/office/drawing/2014/main" id="{650F273F-0419-F0A3-CA8D-035F1105728A}"/>
              </a:ext>
            </a:extLst>
          </p:cNvPr>
          <p:cNvSpPr>
            <a:spLocks noEditPoints="1"/>
          </p:cNvSpPr>
          <p:nvPr/>
        </p:nvSpPr>
        <p:spPr bwMode="auto">
          <a:xfrm>
            <a:off x="620544" y="3225149"/>
            <a:ext cx="396000" cy="396000"/>
          </a:xfrm>
          <a:custGeom>
            <a:avLst/>
            <a:gdLst>
              <a:gd name="T0" fmla="*/ 519 w 719"/>
              <a:gd name="T1" fmla="*/ 263 h 719"/>
              <a:gd name="T2" fmla="*/ 292 w 719"/>
              <a:gd name="T3" fmla="*/ 475 h 719"/>
              <a:gd name="T4" fmla="*/ 289 w 719"/>
              <a:gd name="T5" fmla="*/ 477 h 719"/>
              <a:gd name="T6" fmla="*/ 284 w 719"/>
              <a:gd name="T7" fmla="*/ 479 h 719"/>
              <a:gd name="T8" fmla="*/ 280 w 719"/>
              <a:gd name="T9" fmla="*/ 477 h 719"/>
              <a:gd name="T10" fmla="*/ 275 w 719"/>
              <a:gd name="T11" fmla="*/ 475 h 719"/>
              <a:gd name="T12" fmla="*/ 200 w 719"/>
              <a:gd name="T13" fmla="*/ 400 h 719"/>
              <a:gd name="T14" fmla="*/ 198 w 719"/>
              <a:gd name="T15" fmla="*/ 396 h 719"/>
              <a:gd name="T16" fmla="*/ 197 w 719"/>
              <a:gd name="T17" fmla="*/ 391 h 719"/>
              <a:gd name="T18" fmla="*/ 198 w 719"/>
              <a:gd name="T19" fmla="*/ 387 h 719"/>
              <a:gd name="T20" fmla="*/ 200 w 719"/>
              <a:gd name="T21" fmla="*/ 382 h 719"/>
              <a:gd name="T22" fmla="*/ 205 w 719"/>
              <a:gd name="T23" fmla="*/ 380 h 719"/>
              <a:gd name="T24" fmla="*/ 209 w 719"/>
              <a:gd name="T25" fmla="*/ 379 h 719"/>
              <a:gd name="T26" fmla="*/ 213 w 719"/>
              <a:gd name="T27" fmla="*/ 380 h 719"/>
              <a:gd name="T28" fmla="*/ 217 w 719"/>
              <a:gd name="T29" fmla="*/ 382 h 719"/>
              <a:gd name="T30" fmla="*/ 284 w 719"/>
              <a:gd name="T31" fmla="*/ 450 h 719"/>
              <a:gd name="T32" fmla="*/ 503 w 719"/>
              <a:gd name="T33" fmla="*/ 247 h 719"/>
              <a:gd name="T34" fmla="*/ 507 w 719"/>
              <a:gd name="T35" fmla="*/ 243 h 719"/>
              <a:gd name="T36" fmla="*/ 512 w 719"/>
              <a:gd name="T37" fmla="*/ 243 h 719"/>
              <a:gd name="T38" fmla="*/ 516 w 719"/>
              <a:gd name="T39" fmla="*/ 243 h 719"/>
              <a:gd name="T40" fmla="*/ 519 w 719"/>
              <a:gd name="T41" fmla="*/ 247 h 719"/>
              <a:gd name="T42" fmla="*/ 522 w 719"/>
              <a:gd name="T43" fmla="*/ 251 h 719"/>
              <a:gd name="T44" fmla="*/ 523 w 719"/>
              <a:gd name="T45" fmla="*/ 255 h 719"/>
              <a:gd name="T46" fmla="*/ 522 w 719"/>
              <a:gd name="T47" fmla="*/ 260 h 719"/>
              <a:gd name="T48" fmla="*/ 519 w 719"/>
              <a:gd name="T49" fmla="*/ 263 h 719"/>
              <a:gd name="T50" fmla="*/ 707 w 719"/>
              <a:gd name="T51" fmla="*/ 0 h 719"/>
              <a:gd name="T52" fmla="*/ 12 w 719"/>
              <a:gd name="T53" fmla="*/ 0 h 719"/>
              <a:gd name="T54" fmla="*/ 8 w 719"/>
              <a:gd name="T55" fmla="*/ 2 h 719"/>
              <a:gd name="T56" fmla="*/ 4 w 719"/>
              <a:gd name="T57" fmla="*/ 5 h 719"/>
              <a:gd name="T58" fmla="*/ 1 w 719"/>
              <a:gd name="T59" fmla="*/ 8 h 719"/>
              <a:gd name="T60" fmla="*/ 0 w 719"/>
              <a:gd name="T61" fmla="*/ 13 h 719"/>
              <a:gd name="T62" fmla="*/ 0 w 719"/>
              <a:gd name="T63" fmla="*/ 707 h 719"/>
              <a:gd name="T64" fmla="*/ 1 w 719"/>
              <a:gd name="T65" fmla="*/ 713 h 719"/>
              <a:gd name="T66" fmla="*/ 4 w 719"/>
              <a:gd name="T67" fmla="*/ 716 h 719"/>
              <a:gd name="T68" fmla="*/ 8 w 719"/>
              <a:gd name="T69" fmla="*/ 719 h 719"/>
              <a:gd name="T70" fmla="*/ 12 w 719"/>
              <a:gd name="T71" fmla="*/ 719 h 719"/>
              <a:gd name="T72" fmla="*/ 707 w 719"/>
              <a:gd name="T73" fmla="*/ 719 h 719"/>
              <a:gd name="T74" fmla="*/ 711 w 719"/>
              <a:gd name="T75" fmla="*/ 719 h 719"/>
              <a:gd name="T76" fmla="*/ 716 w 719"/>
              <a:gd name="T77" fmla="*/ 716 h 719"/>
              <a:gd name="T78" fmla="*/ 718 w 719"/>
              <a:gd name="T79" fmla="*/ 713 h 719"/>
              <a:gd name="T80" fmla="*/ 719 w 719"/>
              <a:gd name="T81" fmla="*/ 707 h 719"/>
              <a:gd name="T82" fmla="*/ 719 w 719"/>
              <a:gd name="T83" fmla="*/ 13 h 719"/>
              <a:gd name="T84" fmla="*/ 718 w 719"/>
              <a:gd name="T85" fmla="*/ 8 h 719"/>
              <a:gd name="T86" fmla="*/ 716 w 719"/>
              <a:gd name="T87" fmla="*/ 5 h 719"/>
              <a:gd name="T88" fmla="*/ 711 w 719"/>
              <a:gd name="T89" fmla="*/ 2 h 719"/>
              <a:gd name="T90" fmla="*/ 707 w 719"/>
              <a:gd name="T91" fmla="*/ 0 h 7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719" h="719">
                <a:moveTo>
                  <a:pt x="519" y="263"/>
                </a:moveTo>
                <a:lnTo>
                  <a:pt x="292" y="475"/>
                </a:lnTo>
                <a:lnTo>
                  <a:pt x="289" y="477"/>
                </a:lnTo>
                <a:lnTo>
                  <a:pt x="284" y="479"/>
                </a:lnTo>
                <a:lnTo>
                  <a:pt x="280" y="477"/>
                </a:lnTo>
                <a:lnTo>
                  <a:pt x="275" y="475"/>
                </a:lnTo>
                <a:lnTo>
                  <a:pt x="200" y="400"/>
                </a:lnTo>
                <a:lnTo>
                  <a:pt x="198" y="396"/>
                </a:lnTo>
                <a:lnTo>
                  <a:pt x="197" y="391"/>
                </a:lnTo>
                <a:lnTo>
                  <a:pt x="198" y="387"/>
                </a:lnTo>
                <a:lnTo>
                  <a:pt x="200" y="382"/>
                </a:lnTo>
                <a:lnTo>
                  <a:pt x="205" y="380"/>
                </a:lnTo>
                <a:lnTo>
                  <a:pt x="209" y="379"/>
                </a:lnTo>
                <a:lnTo>
                  <a:pt x="213" y="380"/>
                </a:lnTo>
                <a:lnTo>
                  <a:pt x="217" y="382"/>
                </a:lnTo>
                <a:lnTo>
                  <a:pt x="284" y="450"/>
                </a:lnTo>
                <a:lnTo>
                  <a:pt x="503" y="247"/>
                </a:lnTo>
                <a:lnTo>
                  <a:pt x="507" y="243"/>
                </a:lnTo>
                <a:lnTo>
                  <a:pt x="512" y="243"/>
                </a:lnTo>
                <a:lnTo>
                  <a:pt x="516" y="243"/>
                </a:lnTo>
                <a:lnTo>
                  <a:pt x="519" y="247"/>
                </a:lnTo>
                <a:lnTo>
                  <a:pt x="522" y="251"/>
                </a:lnTo>
                <a:lnTo>
                  <a:pt x="523" y="255"/>
                </a:lnTo>
                <a:lnTo>
                  <a:pt x="522" y="260"/>
                </a:lnTo>
                <a:lnTo>
                  <a:pt x="519" y="263"/>
                </a:lnTo>
                <a:close/>
                <a:moveTo>
                  <a:pt x="707" y="0"/>
                </a:moveTo>
                <a:lnTo>
                  <a:pt x="12" y="0"/>
                </a:lnTo>
                <a:lnTo>
                  <a:pt x="8" y="2"/>
                </a:lnTo>
                <a:lnTo>
                  <a:pt x="4" y="5"/>
                </a:lnTo>
                <a:lnTo>
                  <a:pt x="1" y="8"/>
                </a:lnTo>
                <a:lnTo>
                  <a:pt x="0" y="13"/>
                </a:lnTo>
                <a:lnTo>
                  <a:pt x="0" y="707"/>
                </a:lnTo>
                <a:lnTo>
                  <a:pt x="1" y="713"/>
                </a:lnTo>
                <a:lnTo>
                  <a:pt x="4" y="716"/>
                </a:lnTo>
                <a:lnTo>
                  <a:pt x="8" y="719"/>
                </a:lnTo>
                <a:lnTo>
                  <a:pt x="12" y="719"/>
                </a:lnTo>
                <a:lnTo>
                  <a:pt x="707" y="719"/>
                </a:lnTo>
                <a:lnTo>
                  <a:pt x="711" y="719"/>
                </a:lnTo>
                <a:lnTo>
                  <a:pt x="716" y="716"/>
                </a:lnTo>
                <a:lnTo>
                  <a:pt x="718" y="713"/>
                </a:lnTo>
                <a:lnTo>
                  <a:pt x="719" y="707"/>
                </a:lnTo>
                <a:lnTo>
                  <a:pt x="719" y="13"/>
                </a:lnTo>
                <a:lnTo>
                  <a:pt x="718" y="8"/>
                </a:lnTo>
                <a:lnTo>
                  <a:pt x="716" y="5"/>
                </a:lnTo>
                <a:lnTo>
                  <a:pt x="711" y="2"/>
                </a:lnTo>
                <a:lnTo>
                  <a:pt x="707" y="0"/>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a:ln>
                <a:noFill/>
              </a:ln>
              <a:solidFill>
                <a:srgbClr val="071C25"/>
              </a:solidFill>
              <a:effectLst/>
              <a:uLnTx/>
              <a:uFillTx/>
              <a:latin typeface="Arial"/>
              <a:ea typeface="+mn-ea"/>
              <a:cs typeface="+mn-cs"/>
            </a:endParaRPr>
          </a:p>
        </p:txBody>
      </p:sp>
      <p:sp>
        <p:nvSpPr>
          <p:cNvPr id="26" name="CaixaDeTexto 34">
            <a:extLst>
              <a:ext uri="{FF2B5EF4-FFF2-40B4-BE49-F238E27FC236}">
                <a16:creationId xmlns:a16="http://schemas.microsoft.com/office/drawing/2014/main" id="{C68B7981-A3A6-79C1-9E08-E0A421C61FEE}"/>
              </a:ext>
            </a:extLst>
          </p:cNvPr>
          <p:cNvSpPr txBox="1"/>
          <p:nvPr/>
        </p:nvSpPr>
        <p:spPr bwMode="auto">
          <a:xfrm>
            <a:off x="1220354" y="3225149"/>
            <a:ext cx="10071735" cy="492443"/>
          </a:xfrm>
          <a:prstGeom prst="rect">
            <a:avLst/>
          </a:prstGeom>
          <a:noFill/>
          <a:ln w="9525">
            <a:noFill/>
            <a:miter lim="800000"/>
            <a:headEnd/>
            <a:tailEnd/>
          </a:ln>
        </p:spPr>
        <p:txBody>
          <a:bodyPr wrap="square" lIns="0" tIns="0" rIns="0" bIns="0" anchor="t">
            <a:spAutoFit/>
          </a:bodyPr>
          <a:lstStyle/>
          <a:p>
            <a:pPr marL="0" marR="0" lvl="0" indent="0" algn="l" defTabSz="914400" eaLnBrk="1" fontAlgn="auto" latinLnBrk="0" hangingPunct="1">
              <a:lnSpc>
                <a:spcPct val="100000"/>
              </a:lnSpc>
              <a:spcBef>
                <a:spcPts val="1800"/>
              </a:spcBef>
              <a:spcAft>
                <a:spcPts val="0"/>
              </a:spcAft>
              <a:buClrTx/>
              <a:buSzTx/>
              <a:buFontTx/>
              <a:buNone/>
              <a:tabLst/>
              <a:defRPr/>
            </a:pPr>
            <a:r>
              <a:rPr kumimoji="0" lang="pt-BR" sz="1600" b="0" i="0" u="none" strike="noStrike" kern="1200" cap="none" spc="0" normalizeH="0" baseline="0">
                <a:ln>
                  <a:noFill/>
                </a:ln>
                <a:solidFill>
                  <a:srgbClr val="071C25"/>
                </a:solidFill>
                <a:effectLst/>
                <a:uLnTx/>
                <a:uFillTx/>
                <a:latin typeface="Arial"/>
                <a:ea typeface="+mn-ea"/>
                <a:cs typeface="+mn-cs"/>
              </a:rPr>
              <a:t>Qual o </a:t>
            </a:r>
            <a:r>
              <a:rPr kumimoji="0" lang="pt-BR" sz="1600" b="1" i="1" u="none" strike="noStrike" kern="1200" cap="none" spc="0" normalizeH="0" baseline="0">
                <a:ln>
                  <a:noFill/>
                </a:ln>
                <a:solidFill>
                  <a:srgbClr val="071C25"/>
                </a:solidFill>
                <a:effectLst/>
                <a:uLnTx/>
                <a:uFillTx/>
                <a:latin typeface="Arial"/>
                <a:ea typeface="+mn-ea"/>
                <a:cs typeface="+mn-cs"/>
              </a:rPr>
              <a:t>trade-off </a:t>
            </a:r>
            <a:r>
              <a:rPr kumimoji="0" lang="pt-BR" sz="1600" b="0" u="none" strike="noStrike" kern="1200" cap="none" spc="0" normalizeH="0" baseline="0">
                <a:ln>
                  <a:noFill/>
                </a:ln>
                <a:solidFill>
                  <a:srgbClr val="071C25"/>
                </a:solidFill>
                <a:effectLst/>
                <a:uLnTx/>
                <a:uFillTx/>
                <a:latin typeface="Arial"/>
                <a:ea typeface="+mn-ea"/>
                <a:cs typeface="+mn-cs"/>
              </a:rPr>
              <a:t>entre aumentar </a:t>
            </a:r>
            <a:r>
              <a:rPr kumimoji="0" lang="pt-BR" sz="1600" b="1" u="none" strike="noStrike" kern="1200" cap="none" spc="0" normalizeH="0" baseline="0">
                <a:ln>
                  <a:noFill/>
                </a:ln>
                <a:solidFill>
                  <a:srgbClr val="071C25"/>
                </a:solidFill>
                <a:effectLst/>
                <a:uLnTx/>
                <a:uFillTx/>
                <a:latin typeface="Arial"/>
                <a:ea typeface="+mn-ea"/>
                <a:cs typeface="+mn-cs"/>
              </a:rPr>
              <a:t>penetração em soja </a:t>
            </a:r>
            <a:r>
              <a:rPr kumimoji="0" lang="pt-BR" sz="1600" b="0" u="none" strike="noStrike" kern="1200" cap="none" spc="0" normalizeH="0" baseline="0">
                <a:ln>
                  <a:noFill/>
                </a:ln>
                <a:solidFill>
                  <a:srgbClr val="071C25"/>
                </a:solidFill>
                <a:effectLst/>
                <a:uLnTx/>
                <a:uFillTx/>
                <a:latin typeface="Arial"/>
                <a:ea typeface="+mn-ea"/>
                <a:cs typeface="+mn-cs"/>
              </a:rPr>
              <a:t>(onde as distâncias são maiores) </a:t>
            </a:r>
            <a:r>
              <a:rPr kumimoji="0" lang="pt-BR" sz="1600" b="0" i="1" u="none" strike="noStrike" kern="1200" cap="none" spc="0" normalizeH="0" baseline="0">
                <a:ln>
                  <a:noFill/>
                </a:ln>
                <a:solidFill>
                  <a:srgbClr val="071C25"/>
                </a:solidFill>
                <a:effectLst/>
                <a:uLnTx/>
                <a:uFillTx/>
                <a:latin typeface="Arial"/>
                <a:ea typeface="+mn-ea"/>
                <a:cs typeface="+mn-cs"/>
              </a:rPr>
              <a:t>vs. </a:t>
            </a:r>
            <a:r>
              <a:rPr kumimoji="0" lang="pt-BR" sz="1600" b="1" u="none" strike="noStrike" kern="1200" cap="none" spc="0" normalizeH="0" baseline="0">
                <a:ln>
                  <a:noFill/>
                </a:ln>
                <a:solidFill>
                  <a:srgbClr val="071C25"/>
                </a:solidFill>
                <a:effectLst/>
                <a:uLnTx/>
                <a:uFillTx/>
                <a:latin typeface="Arial"/>
                <a:ea typeface="+mn-ea"/>
                <a:cs typeface="+mn-cs"/>
              </a:rPr>
              <a:t>atuar nas culturas mais próximas</a:t>
            </a:r>
            <a:r>
              <a:rPr kumimoji="0" lang="pt-BR" sz="1600" b="0" u="none" strike="noStrike" kern="1200" cap="none" spc="0" normalizeH="0" baseline="0">
                <a:ln>
                  <a:noFill/>
                </a:ln>
                <a:solidFill>
                  <a:srgbClr val="071C25"/>
                </a:solidFill>
                <a:effectLst/>
                <a:uLnTx/>
                <a:uFillTx/>
                <a:latin typeface="Arial"/>
                <a:ea typeface="+mn-ea"/>
                <a:cs typeface="+mn-cs"/>
              </a:rPr>
              <a:t> à mina para entregar o </a:t>
            </a:r>
            <a:r>
              <a:rPr kumimoji="0" lang="pt-BR" sz="1600" b="0" i="1" u="none" strike="noStrike" kern="1200" cap="none" spc="0" normalizeH="0" baseline="0">
                <a:ln>
                  <a:noFill/>
                </a:ln>
                <a:solidFill>
                  <a:srgbClr val="071C25"/>
                </a:solidFill>
                <a:effectLst/>
                <a:uLnTx/>
                <a:uFillTx/>
                <a:latin typeface="Arial"/>
                <a:ea typeface="+mn-ea"/>
                <a:cs typeface="+mn-cs"/>
              </a:rPr>
              <a:t>business </a:t>
            </a:r>
            <a:r>
              <a:rPr kumimoji="0" lang="pt-BR" sz="1600" b="0" i="1" u="none" strike="noStrike" kern="1200" cap="none" spc="0" normalizeH="0" baseline="0" err="1">
                <a:ln>
                  <a:noFill/>
                </a:ln>
                <a:solidFill>
                  <a:srgbClr val="071C25"/>
                </a:solidFill>
                <a:effectLst/>
                <a:uLnTx/>
                <a:uFillTx/>
                <a:latin typeface="Arial"/>
                <a:ea typeface="+mn-ea"/>
                <a:cs typeface="+mn-cs"/>
              </a:rPr>
              <a:t>plan</a:t>
            </a:r>
            <a:r>
              <a:rPr kumimoji="0" lang="pt-BR" sz="1600" b="0" u="none" strike="noStrike" kern="1200" cap="none" spc="0" normalizeH="0" baseline="0">
                <a:ln>
                  <a:noFill/>
                </a:ln>
                <a:solidFill>
                  <a:srgbClr val="071C25"/>
                </a:solidFill>
                <a:effectLst/>
                <a:uLnTx/>
                <a:uFillTx/>
                <a:latin typeface="Arial"/>
                <a:ea typeface="+mn-ea"/>
                <a:cs typeface="+mn-cs"/>
              </a:rPr>
              <a:t>?</a:t>
            </a:r>
            <a:endParaRPr kumimoji="0" lang="pt-BR" sz="1600" b="0" i="1" u="none" strike="noStrike" kern="1200" cap="none" spc="0" normalizeH="0" baseline="0">
              <a:ln>
                <a:noFill/>
              </a:ln>
              <a:solidFill>
                <a:srgbClr val="071C25"/>
              </a:solidFill>
              <a:effectLst/>
              <a:uLnTx/>
              <a:uFillTx/>
              <a:latin typeface="Arial"/>
              <a:ea typeface="+mn-ea"/>
              <a:cs typeface="+mn-cs"/>
            </a:endParaRPr>
          </a:p>
        </p:txBody>
      </p:sp>
    </p:spTree>
    <p:extLst>
      <p:ext uri="{BB962C8B-B14F-4D97-AF65-F5344CB8AC3E}">
        <p14:creationId xmlns:p14="http://schemas.microsoft.com/office/powerpoint/2010/main" val="40801262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3B56177-346F-FB44-80A2-02B5AEAE49B0}"/>
              </a:ext>
            </a:extLst>
          </p:cNvPr>
          <p:cNvGraphicFramePr>
            <a:graphicFrameLocks noChangeAspect="1"/>
          </p:cNvGraphicFramePr>
          <p:nvPr>
            <p:custDataLst>
              <p:tags r:id="rId1"/>
            </p:custDataLst>
            <p:extLst>
              <p:ext uri="{D42A27DB-BD31-4B8C-83A1-F6EECF244321}">
                <p14:modId xmlns:p14="http://schemas.microsoft.com/office/powerpoint/2010/main" val="1588733623"/>
              </p:ext>
            </p:extLst>
          </p:nvPr>
        </p:nvGraphicFramePr>
        <p:xfrm>
          <a:off x="2668192" y="858442"/>
          <a:ext cx="1190" cy="1190"/>
        </p:xfrm>
        <a:graphic>
          <a:graphicData uri="http://schemas.openxmlformats.org/presentationml/2006/ole">
            <mc:AlternateContent xmlns:mc="http://schemas.openxmlformats.org/markup-compatibility/2006">
              <mc:Choice xmlns:v="urn:schemas-microsoft-com:vml" Requires="v">
                <p:oleObj name="Slide do think-cell" r:id="rId10" imgW="7772400" imgH="10058400" progId="TCLayout.ActiveDocument.1">
                  <p:embed/>
                </p:oleObj>
              </mc:Choice>
              <mc:Fallback>
                <p:oleObj name="Slide do think-cell" r:id="rId10" imgW="7772400" imgH="10058400" progId="TCLayout.ActiveDocument.1">
                  <p:embed/>
                  <p:pic>
                    <p:nvPicPr>
                      <p:cNvPr id="6" name="Object 5" hidden="1">
                        <a:extLst>
                          <a:ext uri="{FF2B5EF4-FFF2-40B4-BE49-F238E27FC236}">
                            <a16:creationId xmlns:a16="http://schemas.microsoft.com/office/drawing/2014/main" id="{43B56177-346F-FB44-80A2-02B5AEAE49B0}"/>
                          </a:ext>
                        </a:extLst>
                      </p:cNvPr>
                      <p:cNvPicPr/>
                      <p:nvPr/>
                    </p:nvPicPr>
                    <p:blipFill>
                      <a:blip r:embed="rId11"/>
                      <a:stretch>
                        <a:fillRect/>
                      </a:stretch>
                    </p:blipFill>
                    <p:spPr>
                      <a:xfrm>
                        <a:off x="2668192" y="858442"/>
                        <a:ext cx="1190" cy="1190"/>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9F2EBF85-1C20-284D-BDDE-1A2D6D1524F9}"/>
              </a:ext>
            </a:extLst>
          </p:cNvPr>
          <p:cNvSpPr/>
          <p:nvPr>
            <p:custDataLst>
              <p:tags r:id="rId2"/>
            </p:custDataLst>
          </p:nvPr>
        </p:nvSpPr>
        <p:spPr>
          <a:xfrm>
            <a:off x="2667001" y="857251"/>
            <a:ext cx="119063" cy="119063"/>
          </a:xfrm>
          <a:prstGeom prst="rect">
            <a:avLst/>
          </a:prstGeom>
          <a:solidFill>
            <a:schemeClr val="accent2"/>
          </a:solidFill>
          <a:ln w="19050">
            <a:solidFill>
              <a:schemeClr val="accent2"/>
            </a:solidFill>
            <a:miter lim="400000"/>
          </a:ln>
          <a:effectLst/>
        </p:spPr>
        <p:txBody>
          <a:bodyPr vert="horz" wrap="none" lIns="0" tIns="0" rIns="0" bIns="0" numCol="1" spcCol="0" rtlCol="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tabLst/>
              <a:defRPr/>
            </a:pPr>
            <a:endParaRPr kumimoji="0" lang="pt-BR" sz="1600" b="0" i="0" u="none" strike="noStrike" kern="1200" cap="none" spc="0" normalizeH="0" baseline="0" noProof="0">
              <a:ln>
                <a:noFill/>
              </a:ln>
              <a:solidFill>
                <a:prstClr val="white"/>
              </a:solidFill>
              <a:effectLst/>
              <a:uLnTx/>
              <a:uFillTx/>
              <a:latin typeface="Arial" panose="020B0604020202020204" pitchFamily="34" charset="0"/>
              <a:ea typeface="+mn-ea"/>
              <a:cs typeface="+mn-cs"/>
              <a:sym typeface="Arial" panose="020B0604020202020204" pitchFamily="34" charset="0"/>
            </a:endParaRPr>
          </a:p>
        </p:txBody>
      </p:sp>
      <p:sp>
        <p:nvSpPr>
          <p:cNvPr id="3" name="Text Placeholder 2">
            <a:extLst>
              <a:ext uri="{FF2B5EF4-FFF2-40B4-BE49-F238E27FC236}">
                <a16:creationId xmlns:a16="http://schemas.microsoft.com/office/drawing/2014/main" id="{1C48DBD0-AE9E-41A7-91AB-D46EA3DB4687}"/>
              </a:ext>
            </a:extLst>
          </p:cNvPr>
          <p:cNvSpPr>
            <a:spLocks noGrp="1"/>
          </p:cNvSpPr>
          <p:nvPr>
            <p:ph type="body" sz="quarter" idx="17"/>
          </p:nvPr>
        </p:nvSpPr>
        <p:spPr/>
        <p:txBody>
          <a:bodyPr/>
          <a:lstStyle/>
          <a:p>
            <a:fld id="{562DD639-DDC9-4FFA-80B9-F82DF9179033}" type="datetime'Agenda'">
              <a:rPr lang="en-US" altLang="en-US" smtClean="0"/>
              <a:pPr/>
              <a:t>Agenda</a:t>
            </a:fld>
            <a:endParaRPr lang="pt-BR"/>
          </a:p>
        </p:txBody>
      </p:sp>
      <p:sp>
        <p:nvSpPr>
          <p:cNvPr id="55" name="Espaço Reservado para Texto 2">
            <a:hlinkClick r:id="rId12" action="ppaction://hlinksldjump"/>
            <a:extLst>
              <a:ext uri="{FF2B5EF4-FFF2-40B4-BE49-F238E27FC236}">
                <a16:creationId xmlns:a16="http://schemas.microsoft.com/office/drawing/2014/main" id="{E36E9B5E-74A3-34A4-4001-5243C2018B5C}"/>
              </a:ext>
            </a:extLst>
          </p:cNvPr>
          <p:cNvSpPr txBox="1">
            <a:spLocks/>
          </p:cNvSpPr>
          <p:nvPr>
            <p:custDataLst>
              <p:tags r:id="rId3"/>
            </p:custDataLst>
          </p:nvPr>
        </p:nvSpPr>
        <p:spPr bwMode="auto">
          <a:xfrm>
            <a:off x="3062288" y="2573338"/>
            <a:ext cx="9129713" cy="541338"/>
          </a:xfrm>
          <a:prstGeom prst="rect">
            <a:avLst/>
          </a:prstGeom>
          <a:noFill/>
          <a:ln w="6350">
            <a:noFill/>
          </a:ln>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xmlns="" w="6350">
                <a:solidFill>
                  <a:schemeClr val="tx1"/>
                </a:solidFill>
              </a14:hiddenLine>
            </a:ext>
          </a:extLst>
        </p:spPr>
        <p:txBody>
          <a:bodyPr vert="horz" wrap="none" lIns="92075" tIns="133350" rIns="0" bIns="133350" numCol="1" spcCol="0" rtlCol="0" anchor="ctr" anchorCtr="0">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4625"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pt-BR" sz="1800" i="0" u="none" strike="noStrike" kern="1200" cap="none" spc="0" normalizeH="0" baseline="0" noProof="0">
                <a:ln>
                  <a:noFill/>
                </a:ln>
                <a:solidFill>
                  <a:schemeClr val="bg1"/>
                </a:solidFill>
                <a:effectLst/>
                <a:uLnTx/>
                <a:uFillTx/>
                <a:latin typeface="Arial"/>
                <a:ea typeface="+mn-ea"/>
                <a:cs typeface="+mn-cs"/>
              </a:rPr>
              <a:t>Nosso entendimento do contexto</a:t>
            </a:r>
          </a:p>
        </p:txBody>
      </p:sp>
      <p:sp>
        <p:nvSpPr>
          <p:cNvPr id="21" name="Espaço Reservado para Texto 2">
            <a:extLst>
              <a:ext uri="{FF2B5EF4-FFF2-40B4-BE49-F238E27FC236}">
                <a16:creationId xmlns:a16="http://schemas.microsoft.com/office/drawing/2014/main" id="{29A52A01-AECE-7023-259F-FEAA6A5FC9D2}"/>
              </a:ext>
            </a:extLst>
          </p:cNvPr>
          <p:cNvSpPr txBox="1">
            <a:spLocks/>
          </p:cNvSpPr>
          <p:nvPr>
            <p:custDataLst>
              <p:tags r:id="rId4"/>
            </p:custDataLst>
          </p:nvPr>
        </p:nvSpPr>
        <p:spPr bwMode="auto">
          <a:xfrm>
            <a:off x="3062288" y="3114675"/>
            <a:ext cx="9129713" cy="509588"/>
          </a:xfrm>
          <a:prstGeom prst="rect">
            <a:avLst/>
          </a:prstGeom>
          <a:solidFill>
            <a:schemeClr val="accent2"/>
          </a:solidFill>
          <a:ln w="6350">
            <a:noFill/>
          </a:ln>
          <a:extLst>
            <a:ext uri="{91240B29-F687-4f45-9708-019B960494DF}">
              <a14:hiddenLine xmlns:a14="http://schemas.microsoft.com/office/drawing/2010/main" xmlns="" w="6350">
                <a:solidFill>
                  <a:schemeClr val="tx1"/>
                </a:solidFill>
              </a14:hiddenLine>
            </a:ext>
          </a:extLst>
        </p:spPr>
        <p:txBody>
          <a:bodyPr vert="horz" wrap="none" lIns="92075" tIns="131763" rIns="0" bIns="133350" numCol="1" spcCol="0" rtlCol="0" anchor="ctr" anchorCtr="0">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4625"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pt-BR" sz="1600" b="1" i="0" u="none" strike="noStrike" kern="1200" cap="none" spc="0" normalizeH="0" baseline="0" noProof="0">
                <a:ln>
                  <a:noFill/>
                </a:ln>
                <a:solidFill>
                  <a:schemeClr val="bg1"/>
                </a:solidFill>
                <a:effectLst/>
                <a:uLnTx/>
                <a:uFillTx/>
                <a:latin typeface="Arial"/>
                <a:ea typeface="+mn-ea"/>
                <a:cs typeface="+mn-cs"/>
              </a:rPr>
              <a:t>Objetivos e produtos finais</a:t>
            </a:r>
          </a:p>
        </p:txBody>
      </p:sp>
      <p:sp>
        <p:nvSpPr>
          <p:cNvPr id="34" name="Espaço Reservado para Texto 2">
            <a:hlinkClick r:id="rId13" action="ppaction://hlinksldjump"/>
            <a:extLst>
              <a:ext uri="{FF2B5EF4-FFF2-40B4-BE49-F238E27FC236}">
                <a16:creationId xmlns:a16="http://schemas.microsoft.com/office/drawing/2014/main" id="{3397D9CC-38B9-EF2E-3790-47B66D19A9CF}"/>
              </a:ext>
            </a:extLst>
          </p:cNvPr>
          <p:cNvSpPr txBox="1">
            <a:spLocks/>
          </p:cNvSpPr>
          <p:nvPr>
            <p:custDataLst>
              <p:tags r:id="rId5"/>
            </p:custDataLst>
          </p:nvPr>
        </p:nvSpPr>
        <p:spPr bwMode="auto">
          <a:xfrm>
            <a:off x="3062288" y="3624264"/>
            <a:ext cx="9129713" cy="511175"/>
          </a:xfrm>
          <a:prstGeom prst="rect">
            <a:avLst/>
          </a:prstGeom>
          <a:noFill/>
          <a:ln w="6350">
            <a:noFill/>
          </a:ln>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xmlns="" w="6350">
                <a:solidFill>
                  <a:schemeClr val="tx1"/>
                </a:solidFill>
              </a14:hiddenLine>
            </a:ext>
          </a:extLst>
        </p:spPr>
        <p:txBody>
          <a:bodyPr vert="horz" wrap="none" lIns="92075" tIns="133350" rIns="0" bIns="133350" numCol="1" spcCol="0" rtlCol="0" anchor="ctr" anchorCtr="0">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4625"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pt-BR" altLang="en-US" sz="1600" i="0" u="none" strike="noStrike" kern="1200" cap="none" spc="0" normalizeH="0" baseline="0" noProof="0">
                <a:ln>
                  <a:noFill/>
                </a:ln>
                <a:solidFill>
                  <a:schemeClr val="bg1"/>
                </a:solidFill>
                <a:effectLst/>
                <a:uLnTx/>
                <a:uFillTx/>
                <a:latin typeface="Arial"/>
                <a:ea typeface="+mn-ea"/>
                <a:cs typeface="+mn-cs"/>
              </a:rPr>
              <a:t>Abordagem metodológica</a:t>
            </a:r>
            <a:endParaRPr kumimoji="0" lang="pt-BR" sz="1600" i="0" u="none" strike="noStrike" kern="1200" cap="none" spc="0" normalizeH="0" baseline="0" noProof="0">
              <a:ln>
                <a:noFill/>
              </a:ln>
              <a:solidFill>
                <a:schemeClr val="bg1"/>
              </a:solidFill>
              <a:effectLst/>
              <a:uLnTx/>
              <a:uFillTx/>
              <a:latin typeface="Arial"/>
              <a:ea typeface="+mn-ea"/>
              <a:cs typeface="+mn-cs"/>
            </a:endParaRPr>
          </a:p>
        </p:txBody>
      </p:sp>
      <p:sp>
        <p:nvSpPr>
          <p:cNvPr id="57" name="Espaço Reservado para Texto 2">
            <a:hlinkClick r:id="rId14" action="ppaction://hlinksldjump"/>
            <a:extLst>
              <a:ext uri="{FF2B5EF4-FFF2-40B4-BE49-F238E27FC236}">
                <a16:creationId xmlns:a16="http://schemas.microsoft.com/office/drawing/2014/main" id="{A3E280DF-0E46-8272-48E1-7F00AA88A184}"/>
              </a:ext>
            </a:extLst>
          </p:cNvPr>
          <p:cNvSpPr txBox="1">
            <a:spLocks/>
          </p:cNvSpPr>
          <p:nvPr>
            <p:custDataLst>
              <p:tags r:id="rId6"/>
            </p:custDataLst>
          </p:nvPr>
        </p:nvSpPr>
        <p:spPr bwMode="auto">
          <a:xfrm>
            <a:off x="3062288" y="4135438"/>
            <a:ext cx="9129713" cy="509588"/>
          </a:xfrm>
          <a:prstGeom prst="rect">
            <a:avLst/>
          </a:prstGeom>
          <a:noFill/>
          <a:ln w="6350">
            <a:noFill/>
          </a:ln>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xmlns="" w="6350">
                <a:solidFill>
                  <a:schemeClr val="tx1"/>
                </a:solidFill>
              </a14:hiddenLine>
            </a:ext>
          </a:extLst>
        </p:spPr>
        <p:txBody>
          <a:bodyPr vert="horz" wrap="none" lIns="92075" tIns="131763" rIns="0" bIns="133350" numCol="1" spcCol="0" rtlCol="0" anchor="ctr" anchorCtr="0">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4625"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pt-BR" altLang="en-US" sz="1600" i="0" u="none" strike="noStrike" kern="1200" cap="none" spc="0" normalizeH="0" baseline="0" noProof="0">
                <a:ln>
                  <a:noFill/>
                </a:ln>
                <a:solidFill>
                  <a:schemeClr val="bg1"/>
                </a:solidFill>
                <a:effectLst/>
                <a:uLnTx/>
                <a:uFillTx/>
                <a:latin typeface="Arial"/>
                <a:ea typeface="+mn-ea"/>
                <a:cs typeface="+mn-cs"/>
              </a:rPr>
              <a:t>Organização do projeto</a:t>
            </a:r>
            <a:endParaRPr kumimoji="0" lang="pt-BR" sz="1600" i="0" u="none" strike="noStrike" kern="1200" cap="none" spc="0" normalizeH="0" baseline="0" noProof="0">
              <a:ln>
                <a:noFill/>
              </a:ln>
              <a:solidFill>
                <a:schemeClr val="bg1"/>
              </a:solidFill>
              <a:effectLst/>
              <a:uLnTx/>
              <a:uFillTx/>
              <a:latin typeface="Arial"/>
              <a:ea typeface="+mn-ea"/>
              <a:cs typeface="+mn-cs"/>
            </a:endParaRPr>
          </a:p>
        </p:txBody>
      </p:sp>
      <p:sp>
        <p:nvSpPr>
          <p:cNvPr id="19" name="Espaço Reservado para Texto 2">
            <a:hlinkClick r:id="rId15" action="ppaction://hlinksldjump"/>
            <a:extLst>
              <a:ext uri="{FF2B5EF4-FFF2-40B4-BE49-F238E27FC236}">
                <a16:creationId xmlns:a16="http://schemas.microsoft.com/office/drawing/2014/main" id="{4739A347-8629-09FA-6903-1440608A943D}"/>
              </a:ext>
            </a:extLst>
          </p:cNvPr>
          <p:cNvSpPr txBox="1">
            <a:spLocks/>
          </p:cNvSpPr>
          <p:nvPr>
            <p:custDataLst>
              <p:tags r:id="rId7"/>
            </p:custDataLst>
          </p:nvPr>
        </p:nvSpPr>
        <p:spPr bwMode="auto">
          <a:xfrm>
            <a:off x="3062288" y="4645025"/>
            <a:ext cx="9129713" cy="511175"/>
          </a:xfrm>
          <a:prstGeom prst="rect">
            <a:avLst/>
          </a:prstGeom>
          <a:noFill/>
          <a:ln w="6350">
            <a:noFill/>
          </a:ln>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xmlns="" w="6350">
                <a:solidFill>
                  <a:schemeClr val="tx1"/>
                </a:solidFill>
              </a14:hiddenLine>
            </a:ext>
          </a:extLst>
        </p:spPr>
        <p:txBody>
          <a:bodyPr vert="horz" wrap="none" lIns="92075" tIns="133350" rIns="0" bIns="133350" numCol="1" spcCol="0" rtlCol="0" anchor="ctr" anchorCtr="0">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4625"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pt-BR" altLang="en-US" sz="1600" i="0" u="none" strike="noStrike" kern="1200" cap="none" spc="0" normalizeH="0" baseline="0" noProof="0">
                <a:ln>
                  <a:noFill/>
                </a:ln>
                <a:solidFill>
                  <a:schemeClr val="bg1"/>
                </a:solidFill>
                <a:effectLst/>
                <a:uLnTx/>
                <a:uFillTx/>
                <a:latin typeface="Arial"/>
                <a:ea typeface="+mn-ea"/>
                <a:cs typeface="+mn-cs"/>
              </a:rPr>
              <a:t>Estudos de caso em agronegócio</a:t>
            </a:r>
            <a:endParaRPr kumimoji="0" lang="pt-BR" sz="1600" i="0" u="none" strike="noStrike" kern="1200" cap="none" spc="0" normalizeH="0" baseline="0" noProof="0">
              <a:ln>
                <a:noFill/>
              </a:ln>
              <a:solidFill>
                <a:schemeClr val="bg1"/>
              </a:solidFill>
              <a:effectLst/>
              <a:uLnTx/>
              <a:uFillTx/>
              <a:latin typeface="Arial"/>
              <a:ea typeface="+mn-ea"/>
              <a:cs typeface="+mn-cs"/>
            </a:endParaRPr>
          </a:p>
        </p:txBody>
      </p:sp>
      <p:sp>
        <p:nvSpPr>
          <p:cNvPr id="50" name="Espaço Reservado para Texto 2">
            <a:hlinkClick r:id="rId16" action="ppaction://hlinksldjump"/>
            <a:extLst>
              <a:ext uri="{FF2B5EF4-FFF2-40B4-BE49-F238E27FC236}">
                <a16:creationId xmlns:a16="http://schemas.microsoft.com/office/drawing/2014/main" id="{679E740C-C4E4-A66F-8E7C-F8F7F5794136}"/>
              </a:ext>
            </a:extLst>
          </p:cNvPr>
          <p:cNvSpPr txBox="1">
            <a:spLocks/>
          </p:cNvSpPr>
          <p:nvPr>
            <p:custDataLst>
              <p:tags r:id="rId8"/>
            </p:custDataLst>
          </p:nvPr>
        </p:nvSpPr>
        <p:spPr bwMode="auto">
          <a:xfrm>
            <a:off x="3062288" y="5156200"/>
            <a:ext cx="9129713" cy="509588"/>
          </a:xfrm>
          <a:prstGeom prst="rect">
            <a:avLst/>
          </a:prstGeom>
          <a:noFill/>
          <a:ln w="6350">
            <a:noFill/>
          </a:ln>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xmlns="" w="6350">
                <a:solidFill>
                  <a:schemeClr val="tx1"/>
                </a:solidFill>
              </a14:hiddenLine>
            </a:ext>
          </a:extLst>
        </p:spPr>
        <p:txBody>
          <a:bodyPr vert="horz" wrap="none" lIns="92075" tIns="131763" rIns="0" bIns="133350" numCol="1" spcCol="0" rtlCol="0" anchor="ctr" anchorCtr="0">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4625"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pt-BR" altLang="en-US" sz="1600" i="0" u="none" strike="noStrike" kern="1200" cap="none" spc="0" normalizeH="0" baseline="0" noProof="0">
                <a:ln>
                  <a:noFill/>
                </a:ln>
                <a:solidFill>
                  <a:schemeClr val="bg1"/>
                </a:solidFill>
                <a:effectLst/>
                <a:uLnTx/>
                <a:uFillTx/>
                <a:latin typeface="Arial"/>
                <a:ea typeface="+mn-ea"/>
                <a:cs typeface="+mn-cs"/>
              </a:rPr>
              <a:t>Qualificações Mirow &amp; Co.</a:t>
            </a:r>
            <a:endParaRPr kumimoji="0" lang="pt-BR" sz="1600" i="0" u="none" strike="noStrike" kern="1200" cap="none" spc="0" normalizeH="0" baseline="0" noProof="0">
              <a:ln>
                <a:noFill/>
              </a:ln>
              <a:solidFill>
                <a:schemeClr val="bg1"/>
              </a:solidFill>
              <a:effectLst/>
              <a:uLnTx/>
              <a:uFillTx/>
              <a:latin typeface="Arial"/>
              <a:ea typeface="+mn-ea"/>
              <a:cs typeface="+mn-cs"/>
            </a:endParaRPr>
          </a:p>
        </p:txBody>
      </p:sp>
    </p:spTree>
    <p:extLst>
      <p:ext uri="{BB962C8B-B14F-4D97-AF65-F5344CB8AC3E}">
        <p14:creationId xmlns:p14="http://schemas.microsoft.com/office/powerpoint/2010/main" val="40416694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to 4" hidden="1">
            <a:extLst>
              <a:ext uri="{FF2B5EF4-FFF2-40B4-BE49-F238E27FC236}">
                <a16:creationId xmlns:a16="http://schemas.microsoft.com/office/drawing/2014/main" id="{89A17516-2CE6-49FD-8AF8-7D51E17883F6}"/>
              </a:ext>
            </a:extLst>
          </p:cNvPr>
          <p:cNvGraphicFramePr>
            <a:graphicFrameLocks noChangeAspect="1"/>
          </p:cNvGraphicFramePr>
          <p:nvPr>
            <p:custDataLst>
              <p:tags r:id="rId1"/>
            </p:custDataLst>
            <p:extLst>
              <p:ext uri="{D42A27DB-BD31-4B8C-83A1-F6EECF244321}">
                <p14:modId xmlns:p14="http://schemas.microsoft.com/office/powerpoint/2010/main" val="96947054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Slide do think-cell" r:id="rId4" imgW="378" imgH="379" progId="TCLayout.ActiveDocument.1">
                  <p:embed/>
                </p:oleObj>
              </mc:Choice>
              <mc:Fallback>
                <p:oleObj name="Slide do think-cell" r:id="rId4" imgW="378" imgH="379" progId="TCLayout.ActiveDocument.1">
                  <p:embed/>
                  <p:pic>
                    <p:nvPicPr>
                      <p:cNvPr id="5" name="Objeto 4" hidden="1">
                        <a:extLst>
                          <a:ext uri="{FF2B5EF4-FFF2-40B4-BE49-F238E27FC236}">
                            <a16:creationId xmlns:a16="http://schemas.microsoft.com/office/drawing/2014/main" id="{89A17516-2CE6-49FD-8AF8-7D51E17883F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Pentagon 17">
            <a:extLst>
              <a:ext uri="{FF2B5EF4-FFF2-40B4-BE49-F238E27FC236}">
                <a16:creationId xmlns:a16="http://schemas.microsoft.com/office/drawing/2014/main" id="{766C5809-58AC-7E8D-E100-B50125B4D787}"/>
              </a:ext>
            </a:extLst>
          </p:cNvPr>
          <p:cNvSpPr>
            <a:spLocks/>
          </p:cNvSpPr>
          <p:nvPr/>
        </p:nvSpPr>
        <p:spPr bwMode="auto">
          <a:xfrm>
            <a:off x="0" y="1257312"/>
            <a:ext cx="2790497" cy="4968000"/>
          </a:xfrm>
          <a:prstGeom prst="homePlate">
            <a:avLst>
              <a:gd name="adj" fmla="val 16270"/>
            </a:avLst>
          </a:prstGeom>
          <a:solidFill>
            <a:schemeClr val="accent2"/>
          </a:solidFill>
          <a:ln w="9525">
            <a:noFill/>
          </a:ln>
          <a:effectLst/>
        </p:spPr>
        <p:style>
          <a:lnRef idx="1">
            <a:schemeClr val="accent1"/>
          </a:lnRef>
          <a:fillRef idx="3">
            <a:schemeClr val="accent1"/>
          </a:fillRef>
          <a:effectRef idx="2">
            <a:schemeClr val="accent1"/>
          </a:effectRef>
          <a:fontRef idx="minor">
            <a:schemeClr val="lt1"/>
          </a:fontRef>
        </p:style>
        <p:txBody>
          <a:bodyPr wrap="square" lIns="36000" tIns="452438" rIns="36000" bIns="452438" anchor="ctr">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pt-BR" sz="1600" b="1" i="0" u="none" strike="noStrike" kern="1200" cap="none" spc="0" normalizeH="0" baseline="0" noProof="0">
              <a:ln>
                <a:noFill/>
              </a:ln>
              <a:solidFill>
                <a:srgbClr val="073E87"/>
              </a:solidFill>
              <a:effectLst/>
              <a:uLnTx/>
              <a:uFillTx/>
              <a:latin typeface="Arial"/>
              <a:ea typeface="ＭＳ Ｐゴシック"/>
              <a:cs typeface="+mn-cs"/>
              <a:sym typeface="Calibri"/>
            </a:endParaRPr>
          </a:p>
        </p:txBody>
      </p:sp>
      <p:sp>
        <p:nvSpPr>
          <p:cNvPr id="2" name="Espaço Reservado para Texto 1">
            <a:extLst>
              <a:ext uri="{FF2B5EF4-FFF2-40B4-BE49-F238E27FC236}">
                <a16:creationId xmlns:a16="http://schemas.microsoft.com/office/drawing/2014/main" id="{583DC272-F99C-4331-8DFA-58340C0F6188}"/>
              </a:ext>
            </a:extLst>
          </p:cNvPr>
          <p:cNvSpPr>
            <a:spLocks noGrp="1"/>
          </p:cNvSpPr>
          <p:nvPr>
            <p:ph type="body" sz="quarter" idx="14"/>
          </p:nvPr>
        </p:nvSpPr>
        <p:spPr/>
        <p:txBody>
          <a:bodyPr/>
          <a:lstStyle/>
          <a:p>
            <a:r>
              <a:rPr lang="pt-BR"/>
              <a:t>Fonte: Mirow &amp; Co.</a:t>
            </a:r>
          </a:p>
        </p:txBody>
      </p:sp>
      <p:sp>
        <p:nvSpPr>
          <p:cNvPr id="3" name="Título 2">
            <a:extLst>
              <a:ext uri="{FF2B5EF4-FFF2-40B4-BE49-F238E27FC236}">
                <a16:creationId xmlns:a16="http://schemas.microsoft.com/office/drawing/2014/main" id="{AC1F2C23-66E6-4AF3-A492-9453EFEF7B15}"/>
              </a:ext>
            </a:extLst>
          </p:cNvPr>
          <p:cNvSpPr>
            <a:spLocks noGrp="1"/>
          </p:cNvSpPr>
          <p:nvPr>
            <p:ph type="title"/>
          </p:nvPr>
        </p:nvSpPr>
        <p:spPr>
          <a:xfrm>
            <a:off x="478971" y="225177"/>
            <a:ext cx="11485488" cy="615553"/>
          </a:xfrm>
        </p:spPr>
        <p:txBody>
          <a:bodyPr vert="horz"/>
          <a:lstStyle/>
          <a:p>
            <a:r>
              <a:rPr lang="pt-BR"/>
              <a:t>O objetivo deste projeto é transformar o modelo de acesso à mercado da Morro Verde, endereçando a nova perspectiva do mercado de fertilizantes fosfatados</a:t>
            </a:r>
          </a:p>
        </p:txBody>
      </p:sp>
      <p:sp>
        <p:nvSpPr>
          <p:cNvPr id="104" name="Freeform: Shape 10">
            <a:extLst>
              <a:ext uri="{FF2B5EF4-FFF2-40B4-BE49-F238E27FC236}">
                <a16:creationId xmlns:a16="http://schemas.microsoft.com/office/drawing/2014/main" id="{64D3680C-3BE1-06E1-1164-78263D488151}"/>
              </a:ext>
            </a:extLst>
          </p:cNvPr>
          <p:cNvSpPr>
            <a:spLocks/>
          </p:cNvSpPr>
          <p:nvPr/>
        </p:nvSpPr>
        <p:spPr>
          <a:xfrm>
            <a:off x="2445375" y="1257312"/>
            <a:ext cx="9511815" cy="4968000"/>
          </a:xfrm>
          <a:custGeom>
            <a:avLst/>
            <a:gdLst>
              <a:gd name="connsiteX0" fmla="*/ 0 w 6046239"/>
              <a:gd name="connsiteY0" fmla="*/ 0 h 5753617"/>
              <a:gd name="connsiteX1" fmla="*/ 6046239 w 6046239"/>
              <a:gd name="connsiteY1" fmla="*/ 0 h 5753617"/>
              <a:gd name="connsiteX2" fmla="*/ 6046239 w 6046239"/>
              <a:gd name="connsiteY2" fmla="*/ 5753617 h 5753617"/>
              <a:gd name="connsiteX3" fmla="*/ 0 w 6046239"/>
              <a:gd name="connsiteY3" fmla="*/ 5753617 h 5753617"/>
              <a:gd name="connsiteX4" fmla="*/ 345037 w 6046239"/>
              <a:gd name="connsiteY4" fmla="*/ 2876809 h 5753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6239" h="5753617">
                <a:moveTo>
                  <a:pt x="0" y="0"/>
                </a:moveTo>
                <a:lnTo>
                  <a:pt x="6046239" y="0"/>
                </a:lnTo>
                <a:lnTo>
                  <a:pt x="6046239" y="5753617"/>
                </a:lnTo>
                <a:lnTo>
                  <a:pt x="0" y="5753617"/>
                </a:lnTo>
                <a:lnTo>
                  <a:pt x="345037" y="2876809"/>
                </a:lnTo>
                <a:close/>
              </a:path>
            </a:pathLst>
          </a:custGeom>
          <a:solidFill>
            <a:schemeClr val="bg1">
              <a:lumMod val="95000"/>
            </a:schemeClr>
          </a:solidFill>
          <a:ln w="19050" algn="ctr">
            <a:noFill/>
            <a:round/>
            <a:headEnd/>
            <a:tailEnd/>
          </a:ln>
          <a:effectLst/>
        </p:spPr>
        <p:txBody>
          <a:bodyPr wrap="square" anchor="t" anchorCtr="0">
            <a:noAutofit/>
          </a:bodyPr>
          <a:lstStyle/>
          <a:p>
            <a:pPr marL="273050" marR="0" lvl="0" indent="-273050" algn="l" defTabSz="914400" rtl="0" eaLnBrk="1" fontAlgn="auto" latinLnBrk="0" hangingPunct="1">
              <a:lnSpc>
                <a:spcPct val="100000"/>
              </a:lnSpc>
              <a:spcBef>
                <a:spcPts val="0"/>
              </a:spcBef>
              <a:spcAft>
                <a:spcPts val="600"/>
              </a:spcAft>
              <a:buClr>
                <a:srgbClr val="073E87"/>
              </a:buClr>
              <a:buSzTx/>
              <a:buFont typeface="Wingdings" panose="05000000000000000000" pitchFamily="2" charset="2"/>
              <a:buChar char="§"/>
              <a:tabLst/>
              <a:defRPr/>
            </a:pPr>
            <a:endParaRPr kumimoji="0" lang="pt-BR" sz="1600" b="0" i="0" u="none" strike="noStrike" kern="1200" cap="none" spc="0" normalizeH="0" baseline="0" noProof="0">
              <a:ln>
                <a:noFill/>
              </a:ln>
              <a:solidFill>
                <a:srgbClr val="000000"/>
              </a:solidFill>
              <a:effectLst/>
              <a:uLnTx/>
              <a:uFillTx/>
              <a:latin typeface="Arial"/>
              <a:ea typeface="+mn-ea"/>
              <a:cs typeface="+mn-cs"/>
            </a:endParaRPr>
          </a:p>
        </p:txBody>
      </p:sp>
      <p:sp>
        <p:nvSpPr>
          <p:cNvPr id="106" name="TextBox 21">
            <a:extLst>
              <a:ext uri="{FF2B5EF4-FFF2-40B4-BE49-F238E27FC236}">
                <a16:creationId xmlns:a16="http://schemas.microsoft.com/office/drawing/2014/main" id="{0ADFC0C1-C4ED-10AD-5910-27191A0303A7}"/>
              </a:ext>
            </a:extLst>
          </p:cNvPr>
          <p:cNvSpPr txBox="1">
            <a:spLocks/>
          </p:cNvSpPr>
          <p:nvPr/>
        </p:nvSpPr>
        <p:spPr>
          <a:xfrm>
            <a:off x="184072" y="1809854"/>
            <a:ext cx="2088311" cy="196977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defPPr>
              <a:defRPr lang="en-GB"/>
            </a:defPPr>
            <a:lvl1pPr marL="195263" lvl="0" indent="-195263" eaLnBrk="1" hangingPunct="1">
              <a:spcBef>
                <a:spcPct val="20000"/>
              </a:spcBef>
              <a:buClr>
                <a:schemeClr val="tx2"/>
              </a:buClr>
              <a:buFont typeface="Wingdings" panose="05000000000000000000" pitchFamily="2" charset="2"/>
              <a:buChar char="§"/>
              <a:defRPr>
                <a:latin typeface="+mn-lt"/>
                <a:cs typeface="+mn-cs"/>
              </a:defRPr>
            </a:lvl1pPr>
            <a:lvl2pPr marL="404813" lvl="1" indent="-207963" eaLnBrk="1" hangingPunct="1">
              <a:spcBef>
                <a:spcPct val="20000"/>
              </a:spcBef>
              <a:buClr>
                <a:schemeClr val="tx2"/>
              </a:buClr>
              <a:buChar char="–"/>
              <a:defRPr>
                <a:latin typeface="+mn-lt"/>
              </a:defRPr>
            </a:lvl2pPr>
            <a:lvl3pPr marL="587375" lvl="2" indent="-180975" eaLnBrk="1" hangingPunct="1">
              <a:spcBef>
                <a:spcPct val="20000"/>
              </a:spcBef>
              <a:buClr>
                <a:schemeClr val="tx2"/>
              </a:buClr>
              <a:buChar char="•"/>
              <a:defRPr>
                <a:latin typeface="+mn-lt"/>
              </a:defRPr>
            </a:lvl3pPr>
            <a:lvl4pPr marL="815975" lvl="3" indent="-227013" eaLnBrk="1" hangingPunct="1">
              <a:spcBef>
                <a:spcPct val="20000"/>
              </a:spcBef>
              <a:buClr>
                <a:schemeClr val="tx2"/>
              </a:buClr>
              <a:buChar char="–"/>
              <a:defRPr>
                <a:latin typeface="+mn-lt"/>
              </a:defRPr>
            </a:lvl4pPr>
            <a:lvl5pPr marL="968375" lvl="4" indent="-150813" eaLnBrk="1" hangingPunct="1">
              <a:spcBef>
                <a:spcPct val="20000"/>
              </a:spcBef>
              <a:buClr>
                <a:schemeClr val="tx2"/>
              </a:buClr>
              <a:buChar char="»"/>
              <a:defRPr>
                <a:latin typeface="+mn-lt"/>
              </a:defRPr>
            </a:lvl5pPr>
            <a:lvl6pPr marL="1425575" indent="-150813" fontAlgn="base">
              <a:spcBef>
                <a:spcPct val="20000"/>
              </a:spcBef>
              <a:spcAft>
                <a:spcPct val="0"/>
              </a:spcAft>
              <a:buChar char="»"/>
              <a:defRPr sz="1000">
                <a:latin typeface="+mn-lt"/>
              </a:defRPr>
            </a:lvl6pPr>
            <a:lvl7pPr marL="1882775" indent="-150813" fontAlgn="base">
              <a:spcBef>
                <a:spcPct val="20000"/>
              </a:spcBef>
              <a:spcAft>
                <a:spcPct val="0"/>
              </a:spcAft>
              <a:buChar char="»"/>
              <a:defRPr sz="1000">
                <a:latin typeface="+mn-lt"/>
              </a:defRPr>
            </a:lvl7pPr>
            <a:lvl8pPr marL="2339975" indent="-150813" fontAlgn="base">
              <a:spcBef>
                <a:spcPct val="20000"/>
              </a:spcBef>
              <a:spcAft>
                <a:spcPct val="0"/>
              </a:spcAft>
              <a:buChar char="»"/>
              <a:defRPr sz="1000">
                <a:latin typeface="+mn-lt"/>
              </a:defRPr>
            </a:lvl8pPr>
            <a:lvl9pPr marL="2797175" indent="-150813" fontAlgn="base">
              <a:spcBef>
                <a:spcPct val="20000"/>
              </a:spcBef>
              <a:spcAft>
                <a:spcPct val="0"/>
              </a:spcAft>
              <a:buChar char="»"/>
              <a:defRPr sz="1000">
                <a:latin typeface="+mn-lt"/>
              </a:defRPr>
            </a:lvl9pPr>
          </a:lstStyle>
          <a:p>
            <a:pPr marL="195263" marR="0" lvl="0" indent="-195263" algn="l" defTabSz="914400" rtl="0" eaLnBrk="1" fontAlgn="base" latinLnBrk="0" hangingPunct="1">
              <a:lnSpc>
                <a:spcPct val="100000"/>
              </a:lnSpc>
              <a:spcBef>
                <a:spcPts val="600"/>
              </a:spcBef>
              <a:spcAft>
                <a:spcPct val="0"/>
              </a:spcAft>
              <a:buClr>
                <a:prstClr val="white"/>
              </a:buClr>
              <a:buSzTx/>
              <a:buFont typeface="Wingdings" panose="05000000000000000000" pitchFamily="2" charset="2"/>
              <a:buChar char="§"/>
              <a:tabLst/>
              <a:defRPr/>
            </a:pPr>
            <a:r>
              <a:rPr kumimoji="0" lang="pt-BR" sz="1600" b="1" i="0" u="none" strike="noStrike" kern="1200" cap="none" spc="0" normalizeH="0" baseline="0" noProof="0">
                <a:ln>
                  <a:noFill/>
                </a:ln>
                <a:solidFill>
                  <a:prstClr val="white"/>
                </a:solidFill>
                <a:effectLst/>
                <a:uLnTx/>
                <a:uFillTx/>
                <a:latin typeface="Arial"/>
                <a:ea typeface="+mn-ea"/>
                <a:cs typeface="+mn-cs"/>
              </a:rPr>
              <a:t>Criar modelo de acesso à mercado vencedor para a Morro Verde que suporte as ambições de crescimento de forma rentável</a:t>
            </a:r>
          </a:p>
        </p:txBody>
      </p:sp>
      <p:cxnSp>
        <p:nvCxnSpPr>
          <p:cNvPr id="107" name="Straight Connector 22">
            <a:extLst>
              <a:ext uri="{FF2B5EF4-FFF2-40B4-BE49-F238E27FC236}">
                <a16:creationId xmlns:a16="http://schemas.microsoft.com/office/drawing/2014/main" id="{FE7BD8D2-81F9-54A8-2549-7CBB7BCF6CEE}"/>
              </a:ext>
            </a:extLst>
          </p:cNvPr>
          <p:cNvCxnSpPr>
            <a:cxnSpLocks/>
          </p:cNvCxnSpPr>
          <p:nvPr/>
        </p:nvCxnSpPr>
        <p:spPr>
          <a:xfrm>
            <a:off x="184071" y="1706565"/>
            <a:ext cx="2088311" cy="0"/>
          </a:xfrm>
          <a:prstGeom prst="line">
            <a:avLst/>
          </a:prstGeom>
          <a:ln w="9525" cmpd="sng">
            <a:solidFill>
              <a:schemeClr val="bg1"/>
            </a:solidFill>
            <a:prstDash val="solid"/>
          </a:ln>
          <a:effectLst/>
        </p:spPr>
        <p:style>
          <a:lnRef idx="2">
            <a:schemeClr val="accent1"/>
          </a:lnRef>
          <a:fillRef idx="0">
            <a:schemeClr val="accent1"/>
          </a:fillRef>
          <a:effectRef idx="1">
            <a:schemeClr val="accent1"/>
          </a:effectRef>
          <a:fontRef idx="minor">
            <a:schemeClr val="tx1"/>
          </a:fontRef>
        </p:style>
      </p:cxnSp>
      <p:sp>
        <p:nvSpPr>
          <p:cNvPr id="108" name="TextBox 23">
            <a:extLst>
              <a:ext uri="{FF2B5EF4-FFF2-40B4-BE49-F238E27FC236}">
                <a16:creationId xmlns:a16="http://schemas.microsoft.com/office/drawing/2014/main" id="{945064B3-0BE3-F977-F5C9-DF27079E9A2C}"/>
              </a:ext>
            </a:extLst>
          </p:cNvPr>
          <p:cNvSpPr txBox="1">
            <a:spLocks/>
          </p:cNvSpPr>
          <p:nvPr/>
        </p:nvSpPr>
        <p:spPr>
          <a:xfrm>
            <a:off x="184072" y="1387641"/>
            <a:ext cx="2088311" cy="318924"/>
          </a:xfrm>
          <a:prstGeom prst="rect">
            <a:avLst/>
          </a:prstGeom>
          <a:noFill/>
        </p:spPr>
        <p:txBody>
          <a:bodyPr wrap="square" lIns="0" tIns="0" rIns="0" bIns="7200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600" b="1" i="0" u="none" strike="noStrike" kern="1200" cap="none" spc="0" normalizeH="0" baseline="0" noProof="0">
                <a:ln>
                  <a:noFill/>
                </a:ln>
                <a:solidFill>
                  <a:prstClr val="white"/>
                </a:solidFill>
                <a:effectLst/>
                <a:uLnTx/>
                <a:uFillTx/>
                <a:latin typeface="Arial"/>
                <a:ea typeface="+mn-ea"/>
                <a:cs typeface="Arial" charset="0"/>
              </a:rPr>
              <a:t>Objetivo</a:t>
            </a:r>
          </a:p>
        </p:txBody>
      </p:sp>
      <p:cxnSp>
        <p:nvCxnSpPr>
          <p:cNvPr id="109" name="AutoShape 249">
            <a:extLst>
              <a:ext uri="{FF2B5EF4-FFF2-40B4-BE49-F238E27FC236}">
                <a16:creationId xmlns:a16="http://schemas.microsoft.com/office/drawing/2014/main" id="{1E9B546F-FFEC-B7E0-74C1-7BB572821EA7}"/>
              </a:ext>
            </a:extLst>
          </p:cNvPr>
          <p:cNvCxnSpPr>
            <a:cxnSpLocks noChangeShapeType="1"/>
          </p:cNvCxnSpPr>
          <p:nvPr/>
        </p:nvCxnSpPr>
        <p:spPr bwMode="auto">
          <a:xfrm>
            <a:off x="3106622" y="1706565"/>
            <a:ext cx="8703931" cy="0"/>
          </a:xfrm>
          <a:prstGeom prst="straightConnector1">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110" name="Rectangle 8">
            <a:extLst>
              <a:ext uri="{FF2B5EF4-FFF2-40B4-BE49-F238E27FC236}">
                <a16:creationId xmlns:a16="http://schemas.microsoft.com/office/drawing/2014/main" id="{F35804C7-110E-BC1E-B08B-9852D7A3143D}"/>
              </a:ext>
            </a:extLst>
          </p:cNvPr>
          <p:cNvSpPr>
            <a:spLocks noChangeArrowheads="1"/>
          </p:cNvSpPr>
          <p:nvPr/>
        </p:nvSpPr>
        <p:spPr bwMode="auto">
          <a:xfrm>
            <a:off x="3106621" y="1387641"/>
            <a:ext cx="8703931" cy="3189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72000" anchor="b">
            <a:spAutoFit/>
          </a:bodyPr>
          <a:lstStyle>
            <a:lvl1pPr defTabSz="787400" eaLnBrk="0" hangingPunct="0">
              <a:defRPr sz="1600">
                <a:solidFill>
                  <a:schemeClr val="tx1"/>
                </a:solidFill>
                <a:latin typeface="Arial" charset="0"/>
                <a:ea typeface="-윤고딕130" pitchFamily="18" charset="-127"/>
              </a:defRPr>
            </a:lvl1pPr>
            <a:lvl2pPr marL="742950" indent="-285750" defTabSz="787400" eaLnBrk="0" hangingPunct="0">
              <a:defRPr sz="1600">
                <a:solidFill>
                  <a:schemeClr val="tx1"/>
                </a:solidFill>
                <a:latin typeface="Arial" charset="0"/>
                <a:ea typeface="-윤고딕130" pitchFamily="18" charset="-127"/>
              </a:defRPr>
            </a:lvl2pPr>
            <a:lvl3pPr marL="1143000" indent="-228600" defTabSz="787400" eaLnBrk="0" hangingPunct="0">
              <a:defRPr sz="1600">
                <a:solidFill>
                  <a:schemeClr val="tx1"/>
                </a:solidFill>
                <a:latin typeface="Arial" charset="0"/>
                <a:ea typeface="-윤고딕130" pitchFamily="18" charset="-127"/>
              </a:defRPr>
            </a:lvl3pPr>
            <a:lvl4pPr marL="1600200" indent="-228600" defTabSz="787400" eaLnBrk="0" hangingPunct="0">
              <a:defRPr sz="1600">
                <a:solidFill>
                  <a:schemeClr val="tx1"/>
                </a:solidFill>
                <a:latin typeface="Arial" charset="0"/>
                <a:ea typeface="-윤고딕130" pitchFamily="18" charset="-127"/>
              </a:defRPr>
            </a:lvl4pPr>
            <a:lvl5pPr marL="2057400" indent="-228600" defTabSz="787400" eaLnBrk="0" hangingPunct="0">
              <a:defRPr sz="1600">
                <a:solidFill>
                  <a:schemeClr val="tx1"/>
                </a:solidFill>
                <a:latin typeface="Arial" charset="0"/>
                <a:ea typeface="-윤고딕130" pitchFamily="18" charset="-127"/>
              </a:defRPr>
            </a:lvl5pPr>
            <a:lvl6pPr marL="2514600" indent="-228600" defTabSz="787400" eaLnBrk="0" fontAlgn="base" hangingPunct="0">
              <a:spcBef>
                <a:spcPct val="0"/>
              </a:spcBef>
              <a:spcAft>
                <a:spcPct val="0"/>
              </a:spcAft>
              <a:defRPr sz="1600">
                <a:solidFill>
                  <a:schemeClr val="tx1"/>
                </a:solidFill>
                <a:latin typeface="Arial" charset="0"/>
                <a:ea typeface="-윤고딕130" pitchFamily="18" charset="-127"/>
              </a:defRPr>
            </a:lvl6pPr>
            <a:lvl7pPr marL="2971800" indent="-228600" defTabSz="787400" eaLnBrk="0" fontAlgn="base" hangingPunct="0">
              <a:spcBef>
                <a:spcPct val="0"/>
              </a:spcBef>
              <a:spcAft>
                <a:spcPct val="0"/>
              </a:spcAft>
              <a:defRPr sz="1600">
                <a:solidFill>
                  <a:schemeClr val="tx1"/>
                </a:solidFill>
                <a:latin typeface="Arial" charset="0"/>
                <a:ea typeface="-윤고딕130" pitchFamily="18" charset="-127"/>
              </a:defRPr>
            </a:lvl7pPr>
            <a:lvl8pPr marL="3429000" indent="-228600" defTabSz="787400" eaLnBrk="0" fontAlgn="base" hangingPunct="0">
              <a:spcBef>
                <a:spcPct val="0"/>
              </a:spcBef>
              <a:spcAft>
                <a:spcPct val="0"/>
              </a:spcAft>
              <a:defRPr sz="1600">
                <a:solidFill>
                  <a:schemeClr val="tx1"/>
                </a:solidFill>
                <a:latin typeface="Arial" charset="0"/>
                <a:ea typeface="-윤고딕130" pitchFamily="18" charset="-127"/>
              </a:defRPr>
            </a:lvl8pPr>
            <a:lvl9pPr marL="3886200" indent="-228600" defTabSz="787400" eaLnBrk="0" fontAlgn="base" hangingPunct="0">
              <a:spcBef>
                <a:spcPct val="0"/>
              </a:spcBef>
              <a:spcAft>
                <a:spcPct val="0"/>
              </a:spcAft>
              <a:defRPr sz="1600">
                <a:solidFill>
                  <a:schemeClr val="tx1"/>
                </a:solidFill>
                <a:latin typeface="Arial" charset="0"/>
                <a:ea typeface="-윤고딕130" pitchFamily="18" charset="-127"/>
              </a:defRPr>
            </a:lvl9pPr>
          </a:lstStyle>
          <a:p>
            <a:pPr marL="0" marR="0" lvl="0" indent="0" algn="l" defTabSz="787400" rtl="0" eaLnBrk="1" fontAlgn="auto" latinLnBrk="0" hangingPunct="1">
              <a:lnSpc>
                <a:spcPct val="100000"/>
              </a:lnSpc>
              <a:spcBef>
                <a:spcPts val="0"/>
              </a:spcBef>
              <a:spcAft>
                <a:spcPts val="0"/>
              </a:spcAft>
              <a:buClrTx/>
              <a:buSzPct val="120000"/>
              <a:buFontTx/>
              <a:buNone/>
              <a:tabLst/>
              <a:defRPr/>
            </a:pPr>
            <a:r>
              <a:rPr kumimoji="0" lang="pt-BR" altLang="zh-CN" sz="1600" b="1" i="0" u="none" strike="noStrike" kern="1200" cap="none" spc="0" normalizeH="0" baseline="0" noProof="0">
                <a:ln>
                  <a:noFill/>
                </a:ln>
                <a:solidFill>
                  <a:srgbClr val="020E66"/>
                </a:solidFill>
                <a:effectLst/>
                <a:uLnTx/>
                <a:uFillTx/>
                <a:latin typeface="Arial"/>
                <a:ea typeface="-윤고딕130" pitchFamily="18" charset="-127"/>
                <a:cs typeface="+mn-cs"/>
              </a:rPr>
              <a:t>Principais entregas</a:t>
            </a:r>
          </a:p>
        </p:txBody>
      </p:sp>
      <p:pic>
        <p:nvPicPr>
          <p:cNvPr id="17" name="Picture 15" descr="Target Icon 159602">
            <a:extLst>
              <a:ext uri="{FF2B5EF4-FFF2-40B4-BE49-F238E27FC236}">
                <a16:creationId xmlns:a16="http://schemas.microsoft.com/office/drawing/2014/main" id="{01228DD0-DEF2-C04D-80F2-71649BA51DBE}"/>
              </a:ext>
            </a:extLst>
          </p:cNvPr>
          <p:cNvPicPr>
            <a:picLocks noChangeAspect="1" noChangeArrowheads="1"/>
          </p:cNvPicPr>
          <p:nvPr/>
        </p:nvPicPr>
        <p:blipFill>
          <a:blip r:embed="rId6" cstate="email">
            <a:lum bright="70000" contrast="-70000"/>
            <a:alphaModFix amt="35000"/>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a:ext>
            </a:extLst>
          </a:blip>
          <a:srcRect/>
          <a:stretch>
            <a:fillRect/>
          </a:stretch>
        </p:blipFill>
        <p:spPr bwMode="auto">
          <a:xfrm>
            <a:off x="535001" y="3969816"/>
            <a:ext cx="2255496" cy="2255496"/>
          </a:xfrm>
          <a:prstGeom prst="rect">
            <a:avLst/>
          </a:prstGeom>
          <a:noFill/>
          <a:extLst>
            <a:ext uri="{909E8E84-426E-40DD-AFC4-6F175D3DCCD1}">
              <a14:hiddenFill xmlns:a14="http://schemas.microsoft.com/office/drawing/2010/main">
                <a:solidFill>
                  <a:srgbClr val="FFFFFF"/>
                </a:solidFill>
              </a14:hiddenFill>
            </a:ext>
          </a:extLst>
        </p:spPr>
      </p:pic>
      <p:grpSp>
        <p:nvGrpSpPr>
          <p:cNvPr id="23" name="Agrupar 22">
            <a:extLst>
              <a:ext uri="{FF2B5EF4-FFF2-40B4-BE49-F238E27FC236}">
                <a16:creationId xmlns:a16="http://schemas.microsoft.com/office/drawing/2014/main" id="{A212AA6D-EF2C-66D1-371F-E276896E9686}"/>
              </a:ext>
            </a:extLst>
          </p:cNvPr>
          <p:cNvGrpSpPr/>
          <p:nvPr/>
        </p:nvGrpSpPr>
        <p:grpSpPr>
          <a:xfrm>
            <a:off x="10589274" y="628364"/>
            <a:ext cx="1375185" cy="212366"/>
            <a:chOff x="10573232" y="379397"/>
            <a:chExt cx="1375185" cy="212366"/>
          </a:xfrm>
        </p:grpSpPr>
        <p:sp>
          <p:nvSpPr>
            <p:cNvPr id="19" name="StickerRectangle">
              <a:extLst>
                <a:ext uri="{FF2B5EF4-FFF2-40B4-BE49-F238E27FC236}">
                  <a16:creationId xmlns:a16="http://schemas.microsoft.com/office/drawing/2014/main" id="{E9F50936-35BC-CCC4-A013-D1123EC2088A}"/>
                </a:ext>
              </a:extLst>
            </p:cNvPr>
            <p:cNvSpPr>
              <a:spLocks noChangeArrowheads="1"/>
            </p:cNvSpPr>
            <p:nvPr/>
          </p:nvSpPr>
          <p:spPr bwMode="auto">
            <a:xfrm>
              <a:off x="10573232" y="379397"/>
              <a:ext cx="1375185" cy="212366"/>
            </a:xfrm>
            <a:prstGeom prst="leftRightArrow">
              <a:avLst>
                <a:gd name="adj1" fmla="val 100000"/>
                <a:gd name="adj2"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 tIns="0" rIns="0" bIns="27432">
              <a:spAutoFit/>
            </a:bodyPr>
            <a:lstStyle/>
            <a:p>
              <a:pPr marL="0" marR="0" lvl="0" indent="0" algn="r" defTabSz="895350" rtl="0" eaLnBrk="1" fontAlgn="auto" latinLnBrk="0" hangingPunct="1">
                <a:lnSpc>
                  <a:spcPct val="100000"/>
                </a:lnSpc>
                <a:spcBef>
                  <a:spcPts val="0"/>
                </a:spcBef>
                <a:spcAft>
                  <a:spcPts val="0"/>
                </a:spcAft>
                <a:buClr>
                  <a:srgbClr val="020E66"/>
                </a:buClr>
                <a:buSzTx/>
                <a:buFontTx/>
                <a:buNone/>
                <a:tabLst/>
                <a:defRPr/>
              </a:pPr>
              <a:r>
                <a:rPr kumimoji="0" lang="pt-BR" sz="1200" b="0" i="0" u="none" strike="noStrike" kern="1200" cap="none" spc="0" normalizeH="0" baseline="0" noProof="0">
                  <a:ln>
                    <a:noFill/>
                  </a:ln>
                  <a:solidFill>
                    <a:srgbClr val="808080"/>
                  </a:solidFill>
                  <a:effectLst/>
                  <a:uLnTx/>
                  <a:uFillTx/>
                  <a:latin typeface="Arial"/>
                  <a:ea typeface="+mn-ea"/>
                  <a:cs typeface="+mn-cs"/>
                </a:rPr>
                <a:t>PARA DISCUSSÃO</a:t>
              </a:r>
            </a:p>
          </p:txBody>
        </p:sp>
        <p:cxnSp>
          <p:nvCxnSpPr>
            <p:cNvPr id="20" name="AutoShape 31">
              <a:extLst>
                <a:ext uri="{FF2B5EF4-FFF2-40B4-BE49-F238E27FC236}">
                  <a16:creationId xmlns:a16="http://schemas.microsoft.com/office/drawing/2014/main" id="{17E151B8-F458-9D75-60D1-05955A3FAD57}"/>
                </a:ext>
              </a:extLst>
            </p:cNvPr>
            <p:cNvCxnSpPr>
              <a:cxnSpLocks noChangeShapeType="1"/>
              <a:stCxn id="19" idx="2"/>
              <a:endCxn id="19" idx="4"/>
            </p:cNvCxnSpPr>
            <p:nvPr/>
          </p:nvCxnSpPr>
          <p:spPr bwMode="auto">
            <a:xfrm>
              <a:off x="10573232" y="379397"/>
              <a:ext cx="0" cy="212366"/>
            </a:xfrm>
            <a:prstGeom prst="straightConnector1">
              <a:avLst/>
            </a:prstGeom>
            <a:noFill/>
            <a:ln w="9525">
              <a:solidFill>
                <a:srgbClr val="808080"/>
              </a:solidFill>
              <a:round/>
              <a:headEnd/>
              <a:tailEnd/>
            </a:ln>
            <a:extLst>
              <a:ext uri="{909E8E84-426E-40DD-AFC4-6F175D3DCCD1}">
                <a14:hiddenFill xmlns:a14="http://schemas.microsoft.com/office/drawing/2010/main">
                  <a:noFill/>
                </a14:hiddenFill>
              </a:ext>
            </a:extLst>
          </p:spPr>
        </p:cxnSp>
        <p:cxnSp>
          <p:nvCxnSpPr>
            <p:cNvPr id="21" name="AutoShape 32">
              <a:extLst>
                <a:ext uri="{FF2B5EF4-FFF2-40B4-BE49-F238E27FC236}">
                  <a16:creationId xmlns:a16="http://schemas.microsoft.com/office/drawing/2014/main" id="{47ABE207-8F49-4EDC-9BB2-15353662D0CD}"/>
                </a:ext>
              </a:extLst>
            </p:cNvPr>
            <p:cNvCxnSpPr>
              <a:cxnSpLocks noChangeShapeType="1"/>
              <a:stCxn id="19" idx="4"/>
              <a:endCxn id="19" idx="6"/>
            </p:cNvCxnSpPr>
            <p:nvPr/>
          </p:nvCxnSpPr>
          <p:spPr bwMode="auto">
            <a:xfrm>
              <a:off x="10573232" y="591763"/>
              <a:ext cx="1375185" cy="0"/>
            </a:xfrm>
            <a:prstGeom prst="straightConnector1">
              <a:avLst/>
            </a:prstGeom>
            <a:noFill/>
            <a:ln w="25400">
              <a:solidFill>
                <a:srgbClr val="808080"/>
              </a:solidFill>
              <a:round/>
              <a:headEnd/>
              <a:tailEnd/>
            </a:ln>
            <a:extLst>
              <a:ext uri="{909E8E84-426E-40DD-AFC4-6F175D3DCCD1}">
                <a14:hiddenFill xmlns:a14="http://schemas.microsoft.com/office/drawing/2010/main">
                  <a:noFill/>
                </a14:hiddenFill>
              </a:ext>
            </a:extLst>
          </p:spPr>
        </p:cxnSp>
      </p:grpSp>
      <p:sp>
        <p:nvSpPr>
          <p:cNvPr id="53" name="Oval 41">
            <a:extLst>
              <a:ext uri="{FF2B5EF4-FFF2-40B4-BE49-F238E27FC236}">
                <a16:creationId xmlns:a16="http://schemas.microsoft.com/office/drawing/2014/main" id="{60D664CF-AB33-F57C-E2B3-DBC2C97A9422}"/>
              </a:ext>
            </a:extLst>
          </p:cNvPr>
          <p:cNvSpPr/>
          <p:nvPr/>
        </p:nvSpPr>
        <p:spPr>
          <a:xfrm>
            <a:off x="3106621" y="4057819"/>
            <a:ext cx="312590" cy="312590"/>
          </a:xfrm>
          <a:prstGeom prst="ellipse">
            <a:avLst/>
          </a:prstGeom>
          <a:solidFill>
            <a:schemeClr val="tx2"/>
          </a:solidFill>
          <a:ln w="9525">
            <a:noFill/>
            <a:round/>
            <a:headEnd/>
            <a:tailEnd/>
          </a:ln>
          <a:effec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600" b="1" i="0" u="none" strike="noStrike" kern="1200" cap="none" spc="0" normalizeH="0" baseline="0" noProof="0">
                <a:ln>
                  <a:noFill/>
                </a:ln>
                <a:solidFill>
                  <a:prstClr val="white"/>
                </a:solidFill>
                <a:effectLst/>
                <a:uLnTx/>
                <a:uFillTx/>
                <a:latin typeface="Arial"/>
                <a:ea typeface="+mn-ea"/>
                <a:cs typeface="+mn-cs"/>
              </a:rPr>
              <a:t>4</a:t>
            </a:r>
          </a:p>
        </p:txBody>
      </p:sp>
      <p:sp>
        <p:nvSpPr>
          <p:cNvPr id="54" name="TextBox 40">
            <a:extLst>
              <a:ext uri="{FF2B5EF4-FFF2-40B4-BE49-F238E27FC236}">
                <a16:creationId xmlns:a16="http://schemas.microsoft.com/office/drawing/2014/main" id="{561F4CF0-1E44-51C0-E85A-2CD7F93FCF28}"/>
              </a:ext>
            </a:extLst>
          </p:cNvPr>
          <p:cNvSpPr txBox="1"/>
          <p:nvPr/>
        </p:nvSpPr>
        <p:spPr>
          <a:xfrm>
            <a:off x="3552586" y="4057819"/>
            <a:ext cx="8257966" cy="246221"/>
          </a:xfrm>
          <a:prstGeom prst="rect">
            <a:avLst/>
          </a:prstGeom>
        </p:spPr>
        <p:txBody>
          <a:bodyPr wrap="square" lIns="0" tIns="0" rIns="0" bIns="0">
            <a:spAutoFit/>
          </a:bodyPr>
          <a:lstStyle>
            <a:defPPr>
              <a:defRPr lang="pt-BR"/>
            </a:defPPr>
            <a:lvl2pPr marL="0" lvl="1" indent="0" defTabSz="913235">
              <a:spcBef>
                <a:spcPts val="600"/>
              </a:spcBef>
              <a:spcAft>
                <a:spcPts val="0"/>
              </a:spcAft>
              <a:buClr>
                <a:srgbClr val="073E87"/>
              </a:buClr>
              <a:buSzPct val="100000"/>
              <a:buNone/>
              <a:defRPr sz="1400" b="1" kern="0">
                <a:cs typeface="Arial"/>
              </a:defRPr>
            </a:lvl2pPr>
          </a:lstStyle>
          <a:p>
            <a:pPr marL="0" marR="0" lvl="1" indent="0" algn="l" defTabSz="895350" rtl="0" eaLnBrk="1" fontAlgn="auto" latinLnBrk="0" hangingPunct="1">
              <a:lnSpc>
                <a:spcPct val="100000"/>
              </a:lnSpc>
              <a:spcBef>
                <a:spcPts val="400"/>
              </a:spcBef>
              <a:spcAft>
                <a:spcPts val="0"/>
              </a:spcAft>
              <a:buClrTx/>
              <a:buSzPct val="125000"/>
              <a:buFont typeface="Arial" charset="0"/>
              <a:buNone/>
              <a:tabLst/>
              <a:defRPr/>
            </a:pPr>
            <a:r>
              <a:rPr kumimoji="0" lang="pt-BR" sz="1600" b="0" i="0" u="none" strike="noStrike" kern="1200" cap="none" spc="0" normalizeH="0" baseline="0" noProof="0">
                <a:ln>
                  <a:noFill/>
                </a:ln>
                <a:solidFill>
                  <a:srgbClr val="071C25"/>
                </a:solidFill>
                <a:effectLst/>
                <a:uLnTx/>
                <a:uFillTx/>
                <a:latin typeface="Arial"/>
                <a:ea typeface="+mn-ea"/>
                <a:cs typeface="Arial"/>
              </a:rPr>
              <a:t>Avaliação da </a:t>
            </a:r>
            <a:r>
              <a:rPr kumimoji="0" lang="pt-BR" sz="1600" b="1" i="0" u="none" strike="noStrike" kern="1200" cap="none" spc="0" normalizeH="0" baseline="0" noProof="0">
                <a:ln>
                  <a:noFill/>
                </a:ln>
                <a:solidFill>
                  <a:srgbClr val="071C25"/>
                </a:solidFill>
                <a:effectLst/>
                <a:uLnTx/>
                <a:uFillTx/>
                <a:latin typeface="Arial"/>
                <a:ea typeface="+mn-ea"/>
                <a:cs typeface="Arial"/>
              </a:rPr>
              <a:t>perspectiva </a:t>
            </a:r>
            <a:r>
              <a:rPr lang="pt-BR" sz="1600" kern="1200">
                <a:solidFill>
                  <a:srgbClr val="071C25"/>
                </a:solidFill>
                <a:latin typeface="Arial"/>
              </a:rPr>
              <a:t>futura </a:t>
            </a:r>
            <a:r>
              <a:rPr kumimoji="0" lang="pt-BR" sz="1600" b="1" i="0" u="none" strike="noStrike" kern="1200" cap="none" spc="0" normalizeH="0" baseline="0" noProof="0">
                <a:ln>
                  <a:noFill/>
                </a:ln>
                <a:solidFill>
                  <a:srgbClr val="071C25"/>
                </a:solidFill>
                <a:effectLst/>
                <a:uLnTx/>
                <a:uFillTx/>
                <a:latin typeface="Arial"/>
                <a:ea typeface="+mn-ea"/>
                <a:cs typeface="Arial"/>
              </a:rPr>
              <a:t>do mercado de fertilizantes fosfatados</a:t>
            </a:r>
            <a:endParaRPr kumimoji="0" lang="pt-BR" sz="1600" b="0" i="0" u="none" strike="noStrike" kern="1200" cap="none" spc="0" normalizeH="0" baseline="0" noProof="0">
              <a:ln>
                <a:noFill/>
              </a:ln>
              <a:solidFill>
                <a:srgbClr val="071C25"/>
              </a:solidFill>
              <a:effectLst/>
              <a:uLnTx/>
              <a:uFillTx/>
              <a:latin typeface="Arial"/>
              <a:ea typeface="+mn-ea"/>
              <a:cs typeface="Arial"/>
            </a:endParaRPr>
          </a:p>
        </p:txBody>
      </p:sp>
      <p:sp>
        <p:nvSpPr>
          <p:cNvPr id="55" name="Oval 41">
            <a:extLst>
              <a:ext uri="{FF2B5EF4-FFF2-40B4-BE49-F238E27FC236}">
                <a16:creationId xmlns:a16="http://schemas.microsoft.com/office/drawing/2014/main" id="{7AAFAF73-B485-1958-D018-65966A9574AB}"/>
              </a:ext>
            </a:extLst>
          </p:cNvPr>
          <p:cNvSpPr/>
          <p:nvPr/>
        </p:nvSpPr>
        <p:spPr>
          <a:xfrm>
            <a:off x="3106621" y="5212462"/>
            <a:ext cx="312590" cy="312590"/>
          </a:xfrm>
          <a:prstGeom prst="ellipse">
            <a:avLst/>
          </a:prstGeom>
          <a:solidFill>
            <a:schemeClr val="tx2"/>
          </a:solidFill>
          <a:ln w="9525">
            <a:noFill/>
            <a:round/>
            <a:headEnd/>
            <a:tailEnd/>
          </a:ln>
          <a:effec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600" b="1" i="0" u="none" strike="noStrike" kern="1200" cap="none" spc="0" normalizeH="0" baseline="0" noProof="0">
                <a:ln>
                  <a:noFill/>
                </a:ln>
                <a:solidFill>
                  <a:prstClr val="white"/>
                </a:solidFill>
                <a:effectLst/>
                <a:uLnTx/>
                <a:uFillTx/>
                <a:latin typeface="Arial"/>
                <a:ea typeface="+mn-ea"/>
                <a:cs typeface="+mn-cs"/>
              </a:rPr>
              <a:t>6</a:t>
            </a:r>
          </a:p>
        </p:txBody>
      </p:sp>
      <p:sp>
        <p:nvSpPr>
          <p:cNvPr id="56" name="TextBox 40">
            <a:extLst>
              <a:ext uri="{FF2B5EF4-FFF2-40B4-BE49-F238E27FC236}">
                <a16:creationId xmlns:a16="http://schemas.microsoft.com/office/drawing/2014/main" id="{4AEB78B3-8B46-514A-1F4E-3FA0BD92C958}"/>
              </a:ext>
            </a:extLst>
          </p:cNvPr>
          <p:cNvSpPr txBox="1"/>
          <p:nvPr/>
        </p:nvSpPr>
        <p:spPr>
          <a:xfrm>
            <a:off x="3552586" y="5212462"/>
            <a:ext cx="8257966" cy="246221"/>
          </a:xfrm>
          <a:prstGeom prst="rect">
            <a:avLst/>
          </a:prstGeom>
        </p:spPr>
        <p:txBody>
          <a:bodyPr wrap="square" lIns="0" tIns="0" rIns="0" bIns="0">
            <a:spAutoFit/>
          </a:bodyPr>
          <a:lstStyle>
            <a:defPPr>
              <a:defRPr lang="pt-BR"/>
            </a:defPPr>
            <a:lvl2pPr marL="0" lvl="1" indent="0" defTabSz="913235">
              <a:spcBef>
                <a:spcPts val="600"/>
              </a:spcBef>
              <a:spcAft>
                <a:spcPts val="0"/>
              </a:spcAft>
              <a:buClr>
                <a:srgbClr val="073E87"/>
              </a:buClr>
              <a:buSzPct val="100000"/>
              <a:buNone/>
              <a:defRPr sz="1400" b="1" kern="0">
                <a:cs typeface="Arial"/>
              </a:defRPr>
            </a:lvl2pPr>
          </a:lstStyle>
          <a:p>
            <a:pPr marL="0" marR="0" lvl="1" indent="0" algn="l" defTabSz="895350" rtl="0" eaLnBrk="1" fontAlgn="auto" latinLnBrk="0" hangingPunct="1">
              <a:lnSpc>
                <a:spcPct val="100000"/>
              </a:lnSpc>
              <a:spcBef>
                <a:spcPts val="400"/>
              </a:spcBef>
              <a:spcAft>
                <a:spcPts val="0"/>
              </a:spcAft>
              <a:buClrTx/>
              <a:buSzPct val="125000"/>
              <a:buFont typeface="Arial" charset="0"/>
              <a:buNone/>
              <a:tabLst/>
              <a:defRPr/>
            </a:pPr>
            <a:r>
              <a:rPr kumimoji="0" lang="pt-BR" sz="1600" b="0" i="0" u="none" strike="noStrike" kern="1200" cap="none" spc="0" normalizeH="0" baseline="0" noProof="0">
                <a:ln>
                  <a:noFill/>
                </a:ln>
                <a:solidFill>
                  <a:srgbClr val="071C25"/>
                </a:solidFill>
                <a:effectLst/>
                <a:uLnTx/>
                <a:uFillTx/>
                <a:latin typeface="Arial"/>
                <a:ea typeface="+mn-ea"/>
                <a:cs typeface="Arial"/>
              </a:rPr>
              <a:t>Quantificação de </a:t>
            </a:r>
            <a:r>
              <a:rPr kumimoji="0" lang="pt-BR" sz="1600" i="0" u="none" strike="noStrike" kern="1200" cap="none" spc="0" normalizeH="0" baseline="0" noProof="0">
                <a:ln>
                  <a:noFill/>
                </a:ln>
                <a:solidFill>
                  <a:srgbClr val="071C25"/>
                </a:solidFill>
                <a:effectLst/>
                <a:uLnTx/>
                <a:uFillTx/>
                <a:latin typeface="Arial"/>
                <a:ea typeface="+mn-ea"/>
                <a:cs typeface="Arial"/>
              </a:rPr>
              <a:t>impactos financeiros do </a:t>
            </a:r>
            <a:r>
              <a:rPr kumimoji="0" lang="pt-BR" sz="1600" i="0" u="none" strike="noStrike" kern="1200" cap="none" spc="0" normalizeH="0" baseline="0" noProof="0" err="1">
                <a:ln>
                  <a:noFill/>
                </a:ln>
                <a:solidFill>
                  <a:srgbClr val="071C25"/>
                </a:solidFill>
                <a:effectLst/>
                <a:uLnTx/>
                <a:uFillTx/>
                <a:latin typeface="Arial"/>
                <a:ea typeface="+mn-ea"/>
                <a:cs typeface="Arial"/>
              </a:rPr>
              <a:t>nov</a:t>
            </a:r>
            <a:r>
              <a:rPr lang="pt-BR" sz="1600" kern="1200">
                <a:solidFill>
                  <a:srgbClr val="071C25"/>
                </a:solidFill>
                <a:latin typeface="Arial"/>
              </a:rPr>
              <a:t>o modelo comercial</a:t>
            </a:r>
            <a:endParaRPr kumimoji="0" lang="pt-BR" sz="1600" b="0" i="0" u="none" strike="noStrike" kern="1200" cap="none" spc="0" normalizeH="0" baseline="0" noProof="0">
              <a:ln>
                <a:noFill/>
              </a:ln>
              <a:solidFill>
                <a:srgbClr val="071C25"/>
              </a:solidFill>
              <a:effectLst/>
              <a:uLnTx/>
              <a:uFillTx/>
              <a:latin typeface="Arial"/>
              <a:ea typeface="+mn-ea"/>
              <a:cs typeface="Arial"/>
            </a:endParaRPr>
          </a:p>
        </p:txBody>
      </p:sp>
      <p:sp>
        <p:nvSpPr>
          <p:cNvPr id="49" name="Oval 41">
            <a:extLst>
              <a:ext uri="{FF2B5EF4-FFF2-40B4-BE49-F238E27FC236}">
                <a16:creationId xmlns:a16="http://schemas.microsoft.com/office/drawing/2014/main" id="{928F42CD-47F2-9199-E1EB-7BB055C13FBB}"/>
              </a:ext>
            </a:extLst>
          </p:cNvPr>
          <p:cNvSpPr/>
          <p:nvPr/>
        </p:nvSpPr>
        <p:spPr>
          <a:xfrm>
            <a:off x="3106621" y="4545214"/>
            <a:ext cx="312590" cy="312590"/>
          </a:xfrm>
          <a:prstGeom prst="ellipse">
            <a:avLst/>
          </a:prstGeom>
          <a:solidFill>
            <a:schemeClr val="tx2"/>
          </a:solidFill>
          <a:ln w="9525">
            <a:noFill/>
            <a:round/>
            <a:headEnd/>
            <a:tailEnd/>
          </a:ln>
          <a:effec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600" b="1" i="0" u="none" strike="noStrike" kern="1200" cap="none" spc="0" normalizeH="0" baseline="0" noProof="0">
                <a:ln>
                  <a:noFill/>
                </a:ln>
                <a:solidFill>
                  <a:prstClr val="white"/>
                </a:solidFill>
                <a:effectLst/>
                <a:uLnTx/>
                <a:uFillTx/>
                <a:latin typeface="Arial"/>
                <a:ea typeface="+mn-ea"/>
                <a:cs typeface="+mn-cs"/>
              </a:rPr>
              <a:t>5</a:t>
            </a:r>
          </a:p>
        </p:txBody>
      </p:sp>
      <p:sp>
        <p:nvSpPr>
          <p:cNvPr id="50" name="TextBox 40">
            <a:extLst>
              <a:ext uri="{FF2B5EF4-FFF2-40B4-BE49-F238E27FC236}">
                <a16:creationId xmlns:a16="http://schemas.microsoft.com/office/drawing/2014/main" id="{ADF2A765-42AB-E999-BD3B-D7B1EEDC7B8A}"/>
              </a:ext>
            </a:extLst>
          </p:cNvPr>
          <p:cNvSpPr txBox="1"/>
          <p:nvPr/>
        </p:nvSpPr>
        <p:spPr>
          <a:xfrm>
            <a:off x="3552586" y="4545214"/>
            <a:ext cx="8257966" cy="492443"/>
          </a:xfrm>
          <a:prstGeom prst="rect">
            <a:avLst/>
          </a:prstGeom>
        </p:spPr>
        <p:txBody>
          <a:bodyPr wrap="square" lIns="0" tIns="0" rIns="0" bIns="0">
            <a:spAutoFit/>
          </a:bodyPr>
          <a:lstStyle>
            <a:defPPr>
              <a:defRPr lang="pt-BR"/>
            </a:defPPr>
            <a:lvl2pPr marL="0" lvl="1" indent="0" defTabSz="913235">
              <a:spcBef>
                <a:spcPts val="600"/>
              </a:spcBef>
              <a:spcAft>
                <a:spcPts val="0"/>
              </a:spcAft>
              <a:buClr>
                <a:srgbClr val="073E87"/>
              </a:buClr>
              <a:buSzPct val="100000"/>
              <a:buNone/>
              <a:defRPr sz="1400" b="1" kern="0">
                <a:cs typeface="Arial"/>
              </a:defRPr>
            </a:lvl2pPr>
          </a:lstStyle>
          <a:p>
            <a:pPr marL="0" marR="0" lvl="1" indent="0" algn="l" defTabSz="895350" rtl="0" eaLnBrk="1" fontAlgn="auto" latinLnBrk="0" hangingPunct="1">
              <a:lnSpc>
                <a:spcPct val="100000"/>
              </a:lnSpc>
              <a:spcBef>
                <a:spcPts val="400"/>
              </a:spcBef>
              <a:spcAft>
                <a:spcPts val="0"/>
              </a:spcAft>
              <a:buClrTx/>
              <a:buSzPct val="125000"/>
              <a:buFont typeface="Arial" charset="0"/>
              <a:buNone/>
              <a:tabLst/>
              <a:defRPr/>
            </a:pPr>
            <a:r>
              <a:rPr kumimoji="0" lang="pt-BR" sz="1600" b="1" i="0" u="none" strike="noStrike" kern="1200" cap="none" spc="0" normalizeH="0" baseline="0" noProof="0">
                <a:ln>
                  <a:noFill/>
                </a:ln>
                <a:solidFill>
                  <a:srgbClr val="071C25"/>
                </a:solidFill>
                <a:effectLst/>
                <a:uLnTx/>
                <a:uFillTx/>
                <a:latin typeface="Arial"/>
                <a:ea typeface="+mn-ea"/>
                <a:cs typeface="Arial"/>
              </a:rPr>
              <a:t>Desenho do novo modelo de acesso à mercado</a:t>
            </a:r>
            <a:r>
              <a:rPr kumimoji="0" lang="pt-BR" sz="1600" b="0" i="0" u="none" strike="noStrike" kern="1200" cap="none" spc="0" normalizeH="0" baseline="0" noProof="0">
                <a:ln>
                  <a:noFill/>
                </a:ln>
                <a:solidFill>
                  <a:srgbClr val="071C25"/>
                </a:solidFill>
                <a:effectLst/>
                <a:uLnTx/>
                <a:uFillTx/>
                <a:latin typeface="Arial"/>
                <a:ea typeface="+mn-ea"/>
                <a:cs typeface="Arial"/>
              </a:rPr>
              <a:t>, com definição de canais e redesenho de estrutura comercial e governança</a:t>
            </a:r>
          </a:p>
        </p:txBody>
      </p:sp>
      <p:sp>
        <p:nvSpPr>
          <p:cNvPr id="45" name="TextBox 27">
            <a:extLst>
              <a:ext uri="{FF2B5EF4-FFF2-40B4-BE49-F238E27FC236}">
                <a16:creationId xmlns:a16="http://schemas.microsoft.com/office/drawing/2014/main" id="{8911ACC6-3055-9018-AA0F-E130D294A65B}"/>
              </a:ext>
            </a:extLst>
          </p:cNvPr>
          <p:cNvSpPr txBox="1"/>
          <p:nvPr/>
        </p:nvSpPr>
        <p:spPr>
          <a:xfrm>
            <a:off x="3552586" y="2477102"/>
            <a:ext cx="8257966" cy="738664"/>
          </a:xfrm>
          <a:prstGeom prst="rect">
            <a:avLst/>
          </a:prstGeom>
        </p:spPr>
        <p:txBody>
          <a:bodyPr wrap="square" lIns="0" tIns="0" rIns="0" bIns="0">
            <a:spAutoFit/>
          </a:bodyPr>
          <a:lstStyle>
            <a:defPPr>
              <a:defRPr lang="pt-BR"/>
            </a:defPPr>
            <a:lvl2pPr marL="0" lvl="1" indent="0" defTabSz="913235">
              <a:spcBef>
                <a:spcPts val="600"/>
              </a:spcBef>
              <a:spcAft>
                <a:spcPts val="0"/>
              </a:spcAft>
              <a:buClr>
                <a:srgbClr val="073E87"/>
              </a:buClr>
              <a:buSzPct val="100000"/>
              <a:buNone/>
              <a:defRPr sz="1400" b="1" kern="0">
                <a:cs typeface="Arial"/>
              </a:defRPr>
            </a:lvl2pPr>
          </a:lstStyle>
          <a:p>
            <a:pPr marL="0" marR="0" lvl="1" indent="0" algn="l" defTabSz="895350" rtl="0" eaLnBrk="1" fontAlgn="auto" latinLnBrk="0" hangingPunct="1">
              <a:lnSpc>
                <a:spcPct val="100000"/>
              </a:lnSpc>
              <a:spcBef>
                <a:spcPts val="400"/>
              </a:spcBef>
              <a:spcAft>
                <a:spcPts val="0"/>
              </a:spcAft>
              <a:buClrTx/>
              <a:buSzPct val="125000"/>
              <a:buFont typeface="Arial" charset="0"/>
              <a:buNone/>
              <a:tabLst/>
              <a:defRPr/>
            </a:pPr>
            <a:r>
              <a:rPr kumimoji="0" lang="pt-BR" sz="1600" b="1" i="0" u="none" strike="noStrike" kern="1200" cap="none" spc="0" normalizeH="0" baseline="0" noProof="0">
                <a:ln>
                  <a:noFill/>
                </a:ln>
                <a:solidFill>
                  <a:srgbClr val="071C25"/>
                </a:solidFill>
                <a:effectLst/>
                <a:uLnTx/>
                <a:uFillTx/>
                <a:latin typeface="Arial"/>
                <a:ea typeface="+mn-ea"/>
                <a:cs typeface="Arial"/>
              </a:rPr>
              <a:t>Baseline da situação da Morro </a:t>
            </a:r>
            <a:r>
              <a:rPr kumimoji="0" lang="pt-BR" sz="1600" b="0" i="0" u="none" strike="noStrike" kern="1200" cap="none" spc="0" normalizeH="0" baseline="0" noProof="0">
                <a:ln>
                  <a:noFill/>
                </a:ln>
                <a:solidFill>
                  <a:srgbClr val="071C25"/>
                </a:solidFill>
                <a:effectLst/>
                <a:uLnTx/>
                <a:uFillTx/>
                <a:latin typeface="Arial"/>
                <a:ea typeface="+mn-ea"/>
                <a:cs typeface="Arial"/>
              </a:rPr>
              <a:t>verde, incluindo visão atual do </a:t>
            </a:r>
            <a:r>
              <a:rPr kumimoji="0" lang="pt-BR" sz="1600" i="0" u="none" strike="noStrike" kern="1200" cap="none" spc="0" normalizeH="0" baseline="0" noProof="0">
                <a:ln>
                  <a:noFill/>
                </a:ln>
                <a:solidFill>
                  <a:srgbClr val="071C25"/>
                </a:solidFill>
                <a:effectLst/>
                <a:uLnTx/>
                <a:uFillTx/>
                <a:latin typeface="Arial"/>
                <a:ea typeface="+mn-ea"/>
                <a:cs typeface="Arial"/>
              </a:rPr>
              <a:t>desempenho financeiro </a:t>
            </a:r>
            <a:r>
              <a:rPr lang="pt-BR" sz="1600" kern="1200">
                <a:solidFill>
                  <a:srgbClr val="071C25"/>
                </a:solidFill>
                <a:latin typeface="Arial"/>
              </a:rPr>
              <a:t>e comercial </a:t>
            </a:r>
            <a:r>
              <a:rPr lang="pt-BR" sz="1600" b="0" kern="1200">
                <a:solidFill>
                  <a:srgbClr val="071C25"/>
                </a:solidFill>
                <a:latin typeface="Arial"/>
              </a:rPr>
              <a:t>da empresa, bem como </a:t>
            </a:r>
            <a:r>
              <a:rPr lang="pt-BR" sz="1600" kern="1200">
                <a:solidFill>
                  <a:srgbClr val="071C25"/>
                </a:solidFill>
                <a:latin typeface="Arial"/>
              </a:rPr>
              <a:t>diagnóstico do modelo de acesso </a:t>
            </a:r>
            <a:r>
              <a:rPr lang="pt-BR" sz="1600" b="0" kern="1200">
                <a:solidFill>
                  <a:srgbClr val="071C25"/>
                </a:solidFill>
                <a:latin typeface="Arial"/>
              </a:rPr>
              <a:t>à mercado e </a:t>
            </a:r>
            <a:r>
              <a:rPr lang="pt-BR" sz="1600" kern="1200">
                <a:solidFill>
                  <a:srgbClr val="071C25"/>
                </a:solidFill>
                <a:latin typeface="Arial"/>
              </a:rPr>
              <a:t>segmentação</a:t>
            </a:r>
            <a:r>
              <a:rPr lang="pt-BR" sz="1600" b="0" kern="1200">
                <a:solidFill>
                  <a:srgbClr val="071C25"/>
                </a:solidFill>
                <a:latin typeface="Arial"/>
              </a:rPr>
              <a:t> vigentes</a:t>
            </a:r>
            <a:endParaRPr kumimoji="0" lang="pt-BR" sz="1600" b="0" i="1" u="none" strike="noStrike" kern="1200" cap="none" spc="0" normalizeH="0" baseline="0" noProof="0">
              <a:ln>
                <a:noFill/>
              </a:ln>
              <a:solidFill>
                <a:srgbClr val="071C25"/>
              </a:solidFill>
              <a:effectLst/>
              <a:uLnTx/>
              <a:uFillTx/>
              <a:latin typeface="Arial"/>
              <a:ea typeface="+mn-ea"/>
              <a:cs typeface="Arial"/>
            </a:endParaRPr>
          </a:p>
        </p:txBody>
      </p:sp>
      <p:sp>
        <p:nvSpPr>
          <p:cNvPr id="46" name="Oval 35">
            <a:extLst>
              <a:ext uri="{FF2B5EF4-FFF2-40B4-BE49-F238E27FC236}">
                <a16:creationId xmlns:a16="http://schemas.microsoft.com/office/drawing/2014/main" id="{CA6877B0-183D-FA4E-5ACE-5D096D4E741D}"/>
              </a:ext>
            </a:extLst>
          </p:cNvPr>
          <p:cNvSpPr/>
          <p:nvPr/>
        </p:nvSpPr>
        <p:spPr>
          <a:xfrm>
            <a:off x="3106621" y="2477102"/>
            <a:ext cx="312590" cy="312590"/>
          </a:xfrm>
          <a:prstGeom prst="ellipse">
            <a:avLst/>
          </a:prstGeom>
          <a:solidFill>
            <a:schemeClr val="tx2"/>
          </a:solidFill>
          <a:ln w="9525">
            <a:noFill/>
            <a:round/>
            <a:headEnd/>
            <a:tailEnd/>
          </a:ln>
          <a:effec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600" b="1" i="0" u="none" strike="noStrike" kern="1200" cap="none" spc="0" normalizeH="0" baseline="0" noProof="0">
                <a:ln>
                  <a:noFill/>
                </a:ln>
                <a:solidFill>
                  <a:prstClr val="white"/>
                </a:solidFill>
                <a:effectLst/>
                <a:uLnTx/>
                <a:uFillTx/>
                <a:latin typeface="Arial"/>
                <a:ea typeface="+mn-ea"/>
                <a:cs typeface="+mn-cs"/>
              </a:rPr>
              <a:t>2</a:t>
            </a:r>
          </a:p>
        </p:txBody>
      </p:sp>
      <p:sp>
        <p:nvSpPr>
          <p:cNvPr id="47" name="Oval 41">
            <a:extLst>
              <a:ext uri="{FF2B5EF4-FFF2-40B4-BE49-F238E27FC236}">
                <a16:creationId xmlns:a16="http://schemas.microsoft.com/office/drawing/2014/main" id="{C1AC78D8-00F5-557C-72FB-01467AAF6460}"/>
              </a:ext>
            </a:extLst>
          </p:cNvPr>
          <p:cNvSpPr/>
          <p:nvPr/>
        </p:nvSpPr>
        <p:spPr>
          <a:xfrm>
            <a:off x="3106621" y="3390571"/>
            <a:ext cx="312590" cy="312590"/>
          </a:xfrm>
          <a:prstGeom prst="ellipse">
            <a:avLst/>
          </a:prstGeom>
          <a:solidFill>
            <a:schemeClr val="tx2"/>
          </a:solidFill>
          <a:ln w="9525">
            <a:noFill/>
            <a:round/>
            <a:headEnd/>
            <a:tailEnd/>
          </a:ln>
          <a:effec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600" b="1" i="0" u="none" strike="noStrike" kern="1200" cap="none" spc="0" normalizeH="0" baseline="0" noProof="0">
                <a:ln>
                  <a:noFill/>
                </a:ln>
                <a:solidFill>
                  <a:prstClr val="white"/>
                </a:solidFill>
                <a:effectLst/>
                <a:uLnTx/>
                <a:uFillTx/>
                <a:latin typeface="Arial"/>
                <a:ea typeface="+mn-ea"/>
                <a:cs typeface="+mn-cs"/>
              </a:rPr>
              <a:t>3</a:t>
            </a:r>
          </a:p>
        </p:txBody>
      </p:sp>
      <p:sp>
        <p:nvSpPr>
          <p:cNvPr id="48" name="TextBox 40">
            <a:extLst>
              <a:ext uri="{FF2B5EF4-FFF2-40B4-BE49-F238E27FC236}">
                <a16:creationId xmlns:a16="http://schemas.microsoft.com/office/drawing/2014/main" id="{734C672C-CE80-6309-64F6-A1B9FBE7946F}"/>
              </a:ext>
            </a:extLst>
          </p:cNvPr>
          <p:cNvSpPr txBox="1"/>
          <p:nvPr/>
        </p:nvSpPr>
        <p:spPr>
          <a:xfrm>
            <a:off x="3552586" y="3390571"/>
            <a:ext cx="8257966" cy="492443"/>
          </a:xfrm>
          <a:prstGeom prst="rect">
            <a:avLst/>
          </a:prstGeom>
        </p:spPr>
        <p:txBody>
          <a:bodyPr wrap="square" lIns="0" tIns="0" rIns="0" bIns="0">
            <a:spAutoFit/>
          </a:bodyPr>
          <a:lstStyle>
            <a:defPPr>
              <a:defRPr lang="pt-BR"/>
            </a:defPPr>
            <a:lvl2pPr marL="0" lvl="1" indent="0" defTabSz="913235">
              <a:spcBef>
                <a:spcPts val="600"/>
              </a:spcBef>
              <a:spcAft>
                <a:spcPts val="0"/>
              </a:spcAft>
              <a:buClr>
                <a:srgbClr val="073E87"/>
              </a:buClr>
              <a:buSzPct val="100000"/>
              <a:buNone/>
              <a:defRPr sz="1400" b="1" kern="0">
                <a:cs typeface="Arial"/>
              </a:defRPr>
            </a:lvl2pPr>
          </a:lstStyle>
          <a:p>
            <a:pPr marL="0" marR="0" lvl="1" indent="0" algn="l" defTabSz="895350" rtl="0" eaLnBrk="1" fontAlgn="auto" latinLnBrk="0" hangingPunct="1">
              <a:lnSpc>
                <a:spcPct val="100000"/>
              </a:lnSpc>
              <a:spcBef>
                <a:spcPts val="400"/>
              </a:spcBef>
              <a:spcAft>
                <a:spcPts val="0"/>
              </a:spcAft>
              <a:buClrTx/>
              <a:buSzPct val="125000"/>
              <a:buFont typeface="Arial" charset="0"/>
              <a:buNone/>
              <a:tabLst/>
              <a:defRPr/>
            </a:pPr>
            <a:r>
              <a:rPr lang="pt-BR" sz="1600" kern="1200">
                <a:solidFill>
                  <a:srgbClr val="071C25"/>
                </a:solidFill>
                <a:latin typeface="Arial"/>
              </a:rPr>
              <a:t>Diagnóstico rápido de precificação </a:t>
            </a:r>
            <a:r>
              <a:rPr kumimoji="0" lang="pt-BR" sz="1600" b="0" u="none" strike="noStrike" kern="1200" cap="none" spc="0" normalizeH="0" baseline="0" noProof="0">
                <a:ln>
                  <a:noFill/>
                </a:ln>
                <a:solidFill>
                  <a:srgbClr val="071C25"/>
                </a:solidFill>
                <a:effectLst/>
                <a:uLnTx/>
                <a:uFillTx/>
                <a:latin typeface="Arial"/>
                <a:ea typeface="+mn-ea"/>
                <a:cs typeface="Arial"/>
              </a:rPr>
              <a:t>para identificação de melhorias nos processos, bem como </a:t>
            </a:r>
            <a:r>
              <a:rPr kumimoji="0" lang="pt-BR" sz="1600" b="0" i="1" u="none" strike="noStrike" kern="1200" cap="none" spc="0" normalizeH="0" baseline="0" noProof="0" err="1">
                <a:ln>
                  <a:noFill/>
                </a:ln>
                <a:solidFill>
                  <a:srgbClr val="071C25"/>
                </a:solidFill>
                <a:effectLst/>
                <a:uLnTx/>
                <a:uFillTx/>
                <a:latin typeface="Arial"/>
                <a:ea typeface="+mn-ea"/>
                <a:cs typeface="Arial"/>
              </a:rPr>
              <a:t>quick</a:t>
            </a:r>
            <a:r>
              <a:rPr kumimoji="0" lang="pt-BR" sz="1600" b="0" i="1" u="none" strike="noStrike" kern="1200" cap="none" spc="0" normalizeH="0" baseline="0" noProof="0">
                <a:ln>
                  <a:noFill/>
                </a:ln>
                <a:solidFill>
                  <a:srgbClr val="071C25"/>
                </a:solidFill>
                <a:effectLst/>
                <a:uLnTx/>
                <a:uFillTx/>
                <a:latin typeface="Arial"/>
                <a:ea typeface="+mn-ea"/>
                <a:cs typeface="Arial"/>
              </a:rPr>
              <a:t> </a:t>
            </a:r>
            <a:r>
              <a:rPr kumimoji="0" lang="pt-BR" sz="1600" b="0" i="1" u="none" strike="noStrike" kern="1200" cap="none" spc="0" normalizeH="0" baseline="0" noProof="0" err="1">
                <a:ln>
                  <a:noFill/>
                </a:ln>
                <a:solidFill>
                  <a:srgbClr val="071C25"/>
                </a:solidFill>
                <a:effectLst/>
                <a:uLnTx/>
                <a:uFillTx/>
                <a:latin typeface="Arial"/>
                <a:ea typeface="+mn-ea"/>
                <a:cs typeface="Arial"/>
              </a:rPr>
              <a:t>wins</a:t>
            </a:r>
            <a:endParaRPr kumimoji="0" lang="pt-BR" sz="1600" b="0" i="1" u="none" strike="noStrike" kern="1200" cap="none" spc="0" normalizeH="0" baseline="0" noProof="0">
              <a:ln>
                <a:noFill/>
              </a:ln>
              <a:solidFill>
                <a:srgbClr val="071C25"/>
              </a:solidFill>
              <a:effectLst/>
              <a:uLnTx/>
              <a:uFillTx/>
              <a:latin typeface="Arial"/>
              <a:ea typeface="+mn-ea"/>
              <a:cs typeface="Arial"/>
            </a:endParaRPr>
          </a:p>
        </p:txBody>
      </p:sp>
      <p:sp>
        <p:nvSpPr>
          <p:cNvPr id="51" name="Oval 41">
            <a:extLst>
              <a:ext uri="{FF2B5EF4-FFF2-40B4-BE49-F238E27FC236}">
                <a16:creationId xmlns:a16="http://schemas.microsoft.com/office/drawing/2014/main" id="{9F772114-E9B9-C47E-D88E-C9DDBC6E4CDF}"/>
              </a:ext>
            </a:extLst>
          </p:cNvPr>
          <p:cNvSpPr/>
          <p:nvPr/>
        </p:nvSpPr>
        <p:spPr>
          <a:xfrm>
            <a:off x="3106621" y="5699858"/>
            <a:ext cx="312590" cy="312590"/>
          </a:xfrm>
          <a:prstGeom prst="ellipse">
            <a:avLst/>
          </a:prstGeom>
          <a:solidFill>
            <a:schemeClr val="tx2"/>
          </a:solidFill>
          <a:ln w="9525">
            <a:noFill/>
            <a:round/>
            <a:headEnd/>
            <a:tailEnd/>
          </a:ln>
          <a:effec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600" b="1" i="0" u="none" strike="noStrike" kern="1200" cap="none" spc="0" normalizeH="0" baseline="0" noProof="0">
                <a:ln>
                  <a:noFill/>
                </a:ln>
                <a:solidFill>
                  <a:prstClr val="white"/>
                </a:solidFill>
                <a:effectLst/>
                <a:uLnTx/>
                <a:uFillTx/>
                <a:latin typeface="Arial"/>
                <a:ea typeface="+mn-ea"/>
                <a:cs typeface="+mn-cs"/>
              </a:rPr>
              <a:t>7</a:t>
            </a:r>
          </a:p>
        </p:txBody>
      </p:sp>
      <p:sp>
        <p:nvSpPr>
          <p:cNvPr id="52" name="TextBox 40">
            <a:extLst>
              <a:ext uri="{FF2B5EF4-FFF2-40B4-BE49-F238E27FC236}">
                <a16:creationId xmlns:a16="http://schemas.microsoft.com/office/drawing/2014/main" id="{43D50E50-F5B5-81CE-9991-C3B231591822}"/>
              </a:ext>
            </a:extLst>
          </p:cNvPr>
          <p:cNvSpPr txBox="1"/>
          <p:nvPr/>
        </p:nvSpPr>
        <p:spPr>
          <a:xfrm>
            <a:off x="3552586" y="5699858"/>
            <a:ext cx="8257966" cy="246221"/>
          </a:xfrm>
          <a:prstGeom prst="rect">
            <a:avLst/>
          </a:prstGeom>
        </p:spPr>
        <p:txBody>
          <a:bodyPr wrap="square" lIns="0" tIns="0" rIns="0" bIns="0">
            <a:spAutoFit/>
          </a:bodyPr>
          <a:lstStyle>
            <a:defPPr>
              <a:defRPr lang="pt-BR"/>
            </a:defPPr>
            <a:lvl2pPr marL="0" lvl="1" indent="0" defTabSz="913235">
              <a:spcBef>
                <a:spcPts val="600"/>
              </a:spcBef>
              <a:spcAft>
                <a:spcPts val="0"/>
              </a:spcAft>
              <a:buClr>
                <a:srgbClr val="073E87"/>
              </a:buClr>
              <a:buSzPct val="100000"/>
              <a:buNone/>
              <a:defRPr sz="1400" b="1" kern="0">
                <a:cs typeface="Arial"/>
              </a:defRPr>
            </a:lvl2pPr>
          </a:lstStyle>
          <a:p>
            <a:pPr marL="0" marR="0" lvl="1" indent="0" algn="l" defTabSz="895350" rtl="0" eaLnBrk="1" fontAlgn="auto" latinLnBrk="0" hangingPunct="1">
              <a:lnSpc>
                <a:spcPct val="100000"/>
              </a:lnSpc>
              <a:spcBef>
                <a:spcPts val="400"/>
              </a:spcBef>
              <a:spcAft>
                <a:spcPts val="0"/>
              </a:spcAft>
              <a:buClrTx/>
              <a:buSzPct val="125000"/>
              <a:buFont typeface="Arial" charset="0"/>
              <a:buNone/>
              <a:tabLst/>
              <a:defRPr/>
            </a:pPr>
            <a:r>
              <a:rPr kumimoji="0" lang="pt-BR" sz="1600" b="0" i="0" u="none" strike="noStrike" kern="1200" cap="none" spc="0" normalizeH="0" baseline="0" noProof="0">
                <a:ln>
                  <a:noFill/>
                </a:ln>
                <a:solidFill>
                  <a:srgbClr val="071C25"/>
                </a:solidFill>
                <a:effectLst/>
                <a:uLnTx/>
                <a:uFillTx/>
                <a:latin typeface="Arial"/>
                <a:ea typeface="+mn-ea"/>
                <a:cs typeface="Arial"/>
              </a:rPr>
              <a:t>Desenvolvimento do </a:t>
            </a:r>
            <a:r>
              <a:rPr kumimoji="0" lang="pt-BR" sz="1600" b="1" i="0" u="none" strike="noStrike" kern="1200" cap="none" spc="0" normalizeH="0" baseline="0" noProof="0" err="1">
                <a:ln>
                  <a:noFill/>
                </a:ln>
                <a:solidFill>
                  <a:srgbClr val="071C25"/>
                </a:solidFill>
                <a:effectLst/>
                <a:uLnTx/>
                <a:uFillTx/>
                <a:latin typeface="Arial"/>
                <a:ea typeface="+mn-ea"/>
                <a:cs typeface="Arial"/>
              </a:rPr>
              <a:t>macroplano</a:t>
            </a:r>
            <a:r>
              <a:rPr kumimoji="0" lang="pt-BR" sz="1600" b="1" i="0" u="none" strike="noStrike" kern="1200" cap="none" spc="0" normalizeH="0" baseline="0" noProof="0">
                <a:ln>
                  <a:noFill/>
                </a:ln>
                <a:solidFill>
                  <a:srgbClr val="071C25"/>
                </a:solidFill>
                <a:effectLst/>
                <a:uLnTx/>
                <a:uFillTx/>
                <a:latin typeface="Arial"/>
                <a:ea typeface="+mn-ea"/>
                <a:cs typeface="Arial"/>
              </a:rPr>
              <a:t> de implementação</a:t>
            </a:r>
            <a:endParaRPr kumimoji="0" lang="pt-BR" sz="1600" b="0" i="0" u="none" strike="noStrike" kern="1200" cap="none" spc="0" normalizeH="0" baseline="0" noProof="0">
              <a:ln>
                <a:noFill/>
              </a:ln>
              <a:solidFill>
                <a:srgbClr val="071C25"/>
              </a:solidFill>
              <a:effectLst/>
              <a:uLnTx/>
              <a:uFillTx/>
              <a:latin typeface="Arial"/>
              <a:ea typeface="+mn-ea"/>
              <a:cs typeface="Arial"/>
            </a:endParaRPr>
          </a:p>
        </p:txBody>
      </p:sp>
      <p:sp>
        <p:nvSpPr>
          <p:cNvPr id="15" name="TextBox 27">
            <a:extLst>
              <a:ext uri="{FF2B5EF4-FFF2-40B4-BE49-F238E27FC236}">
                <a16:creationId xmlns:a16="http://schemas.microsoft.com/office/drawing/2014/main" id="{971AC1FC-5362-2E0B-F121-C0E9F609F1BE}"/>
              </a:ext>
            </a:extLst>
          </p:cNvPr>
          <p:cNvSpPr txBox="1"/>
          <p:nvPr/>
        </p:nvSpPr>
        <p:spPr>
          <a:xfrm>
            <a:off x="3552586" y="1809854"/>
            <a:ext cx="8257966" cy="492443"/>
          </a:xfrm>
          <a:prstGeom prst="rect">
            <a:avLst/>
          </a:prstGeom>
        </p:spPr>
        <p:txBody>
          <a:bodyPr wrap="square" lIns="0" tIns="0" rIns="0" bIns="0">
            <a:spAutoFit/>
          </a:bodyPr>
          <a:lstStyle>
            <a:defPPr>
              <a:defRPr lang="pt-BR"/>
            </a:defPPr>
            <a:lvl2pPr marL="0" lvl="1" indent="0" defTabSz="913235">
              <a:spcBef>
                <a:spcPts val="600"/>
              </a:spcBef>
              <a:spcAft>
                <a:spcPts val="0"/>
              </a:spcAft>
              <a:buClr>
                <a:srgbClr val="073E87"/>
              </a:buClr>
              <a:buSzPct val="100000"/>
              <a:buNone/>
              <a:defRPr sz="1400" b="1" kern="0">
                <a:cs typeface="Arial"/>
              </a:defRPr>
            </a:lvl2pPr>
          </a:lstStyle>
          <a:p>
            <a:pPr marL="0" marR="0" lvl="1" indent="0" algn="l" defTabSz="895350" rtl="0" eaLnBrk="1" fontAlgn="auto" latinLnBrk="0" hangingPunct="1">
              <a:lnSpc>
                <a:spcPct val="100000"/>
              </a:lnSpc>
              <a:spcBef>
                <a:spcPts val="400"/>
              </a:spcBef>
              <a:spcAft>
                <a:spcPts val="0"/>
              </a:spcAft>
              <a:buClrTx/>
              <a:buSzPct val="125000"/>
              <a:buFont typeface="Arial" charset="0"/>
              <a:buNone/>
              <a:tabLst/>
              <a:defRPr/>
            </a:pPr>
            <a:r>
              <a:rPr lang="pt-BR" sz="1600" kern="1200">
                <a:solidFill>
                  <a:srgbClr val="071C25"/>
                </a:solidFill>
                <a:latin typeface="Arial"/>
              </a:rPr>
              <a:t>Definição</a:t>
            </a:r>
            <a:r>
              <a:rPr lang="pt-BR" sz="1600" b="0" kern="1200">
                <a:solidFill>
                  <a:srgbClr val="071C25"/>
                </a:solidFill>
                <a:latin typeface="Arial"/>
              </a:rPr>
              <a:t> </a:t>
            </a:r>
            <a:r>
              <a:rPr lang="pt-BR" sz="1600" kern="1200">
                <a:solidFill>
                  <a:srgbClr val="071C25"/>
                </a:solidFill>
                <a:latin typeface="Arial"/>
              </a:rPr>
              <a:t>de mercados </a:t>
            </a:r>
            <a:r>
              <a:rPr lang="pt-BR" sz="1600" b="0" kern="1200">
                <a:solidFill>
                  <a:srgbClr val="071C25"/>
                </a:solidFill>
                <a:latin typeface="Arial"/>
              </a:rPr>
              <a:t>prioritários </a:t>
            </a:r>
            <a:r>
              <a:rPr lang="pt-BR" sz="1600" b="0" i="1" kern="1200">
                <a:solidFill>
                  <a:srgbClr val="071C25"/>
                </a:solidFill>
                <a:latin typeface="Arial"/>
              </a:rPr>
              <a:t>vs.</a:t>
            </a:r>
            <a:r>
              <a:rPr lang="pt-BR" sz="1600" b="0" kern="1200">
                <a:solidFill>
                  <a:srgbClr val="071C25"/>
                </a:solidFill>
                <a:latin typeface="Arial"/>
              </a:rPr>
              <a:t> oportunísticos </a:t>
            </a:r>
            <a:r>
              <a:rPr lang="pt-BR" sz="1600" kern="1200">
                <a:solidFill>
                  <a:srgbClr val="071C25"/>
                </a:solidFill>
                <a:latin typeface="Arial"/>
              </a:rPr>
              <a:t>para crescimento </a:t>
            </a:r>
            <a:r>
              <a:rPr lang="pt-BR" sz="1600" b="0" kern="1200">
                <a:solidFill>
                  <a:srgbClr val="071C25"/>
                </a:solidFill>
                <a:latin typeface="Arial"/>
              </a:rPr>
              <a:t>para atingir os volumes ambicionados</a:t>
            </a:r>
            <a:endParaRPr kumimoji="0" lang="pt-BR" sz="1600" b="0" i="1" u="none" strike="noStrike" kern="1200" cap="none" spc="0" normalizeH="0" baseline="0" noProof="0">
              <a:ln>
                <a:noFill/>
              </a:ln>
              <a:solidFill>
                <a:srgbClr val="071C25"/>
              </a:solidFill>
              <a:effectLst/>
              <a:uLnTx/>
              <a:uFillTx/>
              <a:latin typeface="Arial"/>
              <a:ea typeface="+mn-ea"/>
              <a:cs typeface="Arial"/>
            </a:endParaRPr>
          </a:p>
        </p:txBody>
      </p:sp>
      <p:sp>
        <p:nvSpPr>
          <p:cNvPr id="18" name="Oval 35">
            <a:extLst>
              <a:ext uri="{FF2B5EF4-FFF2-40B4-BE49-F238E27FC236}">
                <a16:creationId xmlns:a16="http://schemas.microsoft.com/office/drawing/2014/main" id="{FFDA4BDC-EFA2-98AE-32A6-4D7E80D5A773}"/>
              </a:ext>
            </a:extLst>
          </p:cNvPr>
          <p:cNvSpPr/>
          <p:nvPr/>
        </p:nvSpPr>
        <p:spPr>
          <a:xfrm>
            <a:off x="3106621" y="1809854"/>
            <a:ext cx="312590" cy="312590"/>
          </a:xfrm>
          <a:prstGeom prst="ellipse">
            <a:avLst/>
          </a:prstGeom>
          <a:solidFill>
            <a:schemeClr val="tx2"/>
          </a:solidFill>
          <a:ln w="9525">
            <a:noFill/>
            <a:round/>
            <a:headEnd/>
            <a:tailEnd/>
          </a:ln>
          <a:effec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600" b="1" i="0" u="none" strike="noStrike" kern="1200" cap="none" spc="0" normalizeH="0" baseline="0" noProof="0">
                <a:ln>
                  <a:noFill/>
                </a:ln>
                <a:solidFill>
                  <a:prstClr val="white"/>
                </a:solidFill>
                <a:effectLst/>
                <a:uLnTx/>
                <a:uFillTx/>
                <a:latin typeface="Arial"/>
                <a:ea typeface="+mn-ea"/>
                <a:cs typeface="+mn-cs"/>
              </a:rPr>
              <a:t>1</a:t>
            </a:r>
          </a:p>
        </p:txBody>
      </p:sp>
    </p:spTree>
    <p:extLst>
      <p:ext uri="{BB962C8B-B14F-4D97-AF65-F5344CB8AC3E}">
        <p14:creationId xmlns:p14="http://schemas.microsoft.com/office/powerpoint/2010/main" val="25288072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3B56177-346F-FB44-80A2-02B5AEAE49B0}"/>
              </a:ext>
            </a:extLst>
          </p:cNvPr>
          <p:cNvGraphicFramePr>
            <a:graphicFrameLocks noChangeAspect="1"/>
          </p:cNvGraphicFramePr>
          <p:nvPr>
            <p:custDataLst>
              <p:tags r:id="rId1"/>
            </p:custDataLst>
            <p:extLst>
              <p:ext uri="{D42A27DB-BD31-4B8C-83A1-F6EECF244321}">
                <p14:modId xmlns:p14="http://schemas.microsoft.com/office/powerpoint/2010/main" val="3213440020"/>
              </p:ext>
            </p:extLst>
          </p:nvPr>
        </p:nvGraphicFramePr>
        <p:xfrm>
          <a:off x="2668192" y="858442"/>
          <a:ext cx="1190" cy="1190"/>
        </p:xfrm>
        <a:graphic>
          <a:graphicData uri="http://schemas.openxmlformats.org/presentationml/2006/ole">
            <mc:AlternateContent xmlns:mc="http://schemas.openxmlformats.org/markup-compatibility/2006">
              <mc:Choice xmlns:v="urn:schemas-microsoft-com:vml" Requires="v">
                <p:oleObj name="Slide do think-cell" r:id="rId10" imgW="7772400" imgH="10058400" progId="TCLayout.ActiveDocument.1">
                  <p:embed/>
                </p:oleObj>
              </mc:Choice>
              <mc:Fallback>
                <p:oleObj name="Slide do think-cell" r:id="rId10" imgW="7772400" imgH="10058400" progId="TCLayout.ActiveDocument.1">
                  <p:embed/>
                  <p:pic>
                    <p:nvPicPr>
                      <p:cNvPr id="6" name="Object 5" hidden="1">
                        <a:extLst>
                          <a:ext uri="{FF2B5EF4-FFF2-40B4-BE49-F238E27FC236}">
                            <a16:creationId xmlns:a16="http://schemas.microsoft.com/office/drawing/2014/main" id="{43B56177-346F-FB44-80A2-02B5AEAE49B0}"/>
                          </a:ext>
                        </a:extLst>
                      </p:cNvPr>
                      <p:cNvPicPr/>
                      <p:nvPr/>
                    </p:nvPicPr>
                    <p:blipFill>
                      <a:blip r:embed="rId11"/>
                      <a:stretch>
                        <a:fillRect/>
                      </a:stretch>
                    </p:blipFill>
                    <p:spPr>
                      <a:xfrm>
                        <a:off x="2668192" y="858442"/>
                        <a:ext cx="1190" cy="1190"/>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9F2EBF85-1C20-284D-BDDE-1A2D6D1524F9}"/>
              </a:ext>
            </a:extLst>
          </p:cNvPr>
          <p:cNvSpPr/>
          <p:nvPr>
            <p:custDataLst>
              <p:tags r:id="rId2"/>
            </p:custDataLst>
          </p:nvPr>
        </p:nvSpPr>
        <p:spPr>
          <a:xfrm>
            <a:off x="2667001" y="857251"/>
            <a:ext cx="119063" cy="119063"/>
          </a:xfrm>
          <a:prstGeom prst="rect">
            <a:avLst/>
          </a:prstGeom>
          <a:solidFill>
            <a:schemeClr val="accent2"/>
          </a:solidFill>
          <a:ln w="19050">
            <a:solidFill>
              <a:schemeClr val="accent2"/>
            </a:solidFill>
            <a:miter lim="400000"/>
          </a:ln>
          <a:effectLst/>
        </p:spPr>
        <p:txBody>
          <a:bodyPr vert="horz" wrap="none" lIns="0" tIns="0" rIns="0" bIns="0" numCol="1" spcCol="0" rtlCol="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tabLst/>
              <a:defRPr/>
            </a:pPr>
            <a:endParaRPr kumimoji="0" lang="pt-BR" sz="1600" b="0" i="0" u="none" strike="noStrike" kern="1200" cap="none" spc="0" normalizeH="0" baseline="0" noProof="0">
              <a:ln>
                <a:noFill/>
              </a:ln>
              <a:solidFill>
                <a:prstClr val="white"/>
              </a:solidFill>
              <a:effectLst/>
              <a:uLnTx/>
              <a:uFillTx/>
              <a:latin typeface="Arial" panose="020B0604020202020204" pitchFamily="34" charset="0"/>
              <a:ea typeface="+mn-ea"/>
              <a:cs typeface="+mn-cs"/>
              <a:sym typeface="Arial" panose="020B0604020202020204" pitchFamily="34" charset="0"/>
            </a:endParaRPr>
          </a:p>
        </p:txBody>
      </p:sp>
      <p:sp>
        <p:nvSpPr>
          <p:cNvPr id="3" name="Text Placeholder 2">
            <a:extLst>
              <a:ext uri="{FF2B5EF4-FFF2-40B4-BE49-F238E27FC236}">
                <a16:creationId xmlns:a16="http://schemas.microsoft.com/office/drawing/2014/main" id="{1C48DBD0-AE9E-41A7-91AB-D46EA3DB4687}"/>
              </a:ext>
            </a:extLst>
          </p:cNvPr>
          <p:cNvSpPr>
            <a:spLocks noGrp="1"/>
          </p:cNvSpPr>
          <p:nvPr>
            <p:ph type="body" sz="quarter" idx="17"/>
          </p:nvPr>
        </p:nvSpPr>
        <p:spPr/>
        <p:txBody>
          <a:bodyPr/>
          <a:lstStyle/>
          <a:p>
            <a:fld id="{562DD639-DDC9-4FFA-80B9-F82DF9179033}" type="datetime'Agenda'">
              <a:rPr lang="en-US" altLang="en-US" smtClean="0"/>
              <a:pPr/>
              <a:t>Agenda</a:t>
            </a:fld>
            <a:endParaRPr lang="pt-BR"/>
          </a:p>
        </p:txBody>
      </p:sp>
      <p:sp>
        <p:nvSpPr>
          <p:cNvPr id="56" name="Espaço Reservado para Texto 2">
            <a:hlinkClick r:id="rId12" action="ppaction://hlinksldjump"/>
            <a:extLst>
              <a:ext uri="{FF2B5EF4-FFF2-40B4-BE49-F238E27FC236}">
                <a16:creationId xmlns:a16="http://schemas.microsoft.com/office/drawing/2014/main" id="{9AAE48DD-479E-907A-3D4E-9B49E5B40D7C}"/>
              </a:ext>
            </a:extLst>
          </p:cNvPr>
          <p:cNvSpPr txBox="1">
            <a:spLocks/>
          </p:cNvSpPr>
          <p:nvPr>
            <p:custDataLst>
              <p:tags r:id="rId3"/>
            </p:custDataLst>
          </p:nvPr>
        </p:nvSpPr>
        <p:spPr bwMode="auto">
          <a:xfrm>
            <a:off x="3062288" y="2573338"/>
            <a:ext cx="9129713" cy="541338"/>
          </a:xfrm>
          <a:prstGeom prst="rect">
            <a:avLst/>
          </a:prstGeom>
          <a:noFill/>
          <a:ln w="6350">
            <a:noFill/>
          </a:ln>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xmlns="" w="6350">
                <a:solidFill>
                  <a:schemeClr val="tx1"/>
                </a:solidFill>
              </a14:hiddenLine>
            </a:ext>
          </a:extLst>
        </p:spPr>
        <p:txBody>
          <a:bodyPr vert="horz" wrap="none" lIns="92075" tIns="133350" rIns="0" bIns="133350" numCol="1" spcCol="0" rtlCol="0" anchor="ctr" anchorCtr="0">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4625"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pt-BR" sz="1800" i="0" u="none" strike="noStrike" kern="1200" cap="none" spc="0" normalizeH="0" baseline="0" noProof="0">
                <a:ln>
                  <a:noFill/>
                </a:ln>
                <a:solidFill>
                  <a:schemeClr val="bg1"/>
                </a:solidFill>
                <a:effectLst/>
                <a:uLnTx/>
                <a:uFillTx/>
                <a:latin typeface="Arial"/>
                <a:ea typeface="+mn-ea"/>
                <a:cs typeface="+mn-cs"/>
              </a:rPr>
              <a:t>Nosso entendimento do contexto</a:t>
            </a:r>
          </a:p>
        </p:txBody>
      </p:sp>
      <p:sp>
        <p:nvSpPr>
          <p:cNvPr id="21" name="Espaço Reservado para Texto 2">
            <a:hlinkClick r:id="rId13" action="ppaction://hlinksldjump"/>
            <a:extLst>
              <a:ext uri="{FF2B5EF4-FFF2-40B4-BE49-F238E27FC236}">
                <a16:creationId xmlns:a16="http://schemas.microsoft.com/office/drawing/2014/main" id="{7B4929DD-3BFA-D49B-0017-0AB3AE88517A}"/>
              </a:ext>
            </a:extLst>
          </p:cNvPr>
          <p:cNvSpPr txBox="1">
            <a:spLocks/>
          </p:cNvSpPr>
          <p:nvPr>
            <p:custDataLst>
              <p:tags r:id="rId4"/>
            </p:custDataLst>
          </p:nvPr>
        </p:nvSpPr>
        <p:spPr bwMode="auto">
          <a:xfrm>
            <a:off x="3062288" y="3114675"/>
            <a:ext cx="9129713" cy="509588"/>
          </a:xfrm>
          <a:prstGeom prst="rect">
            <a:avLst/>
          </a:prstGeom>
          <a:noFill/>
          <a:ln w="6350">
            <a:noFill/>
          </a:ln>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xmlns="" w="6350">
                <a:solidFill>
                  <a:schemeClr val="tx1"/>
                </a:solidFill>
              </a14:hiddenLine>
            </a:ext>
          </a:extLst>
        </p:spPr>
        <p:txBody>
          <a:bodyPr vert="horz" wrap="none" lIns="92075" tIns="131763" rIns="0" bIns="133350" numCol="1" spcCol="0" rtlCol="0" anchor="ctr" anchorCtr="0">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4625"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pt-BR" sz="1600" i="0" u="none" strike="noStrike" kern="1200" cap="none" spc="0" normalizeH="0" baseline="0" noProof="0">
                <a:ln>
                  <a:noFill/>
                </a:ln>
                <a:solidFill>
                  <a:schemeClr val="bg1"/>
                </a:solidFill>
                <a:effectLst/>
                <a:uLnTx/>
                <a:uFillTx/>
                <a:latin typeface="Arial"/>
                <a:ea typeface="+mn-ea"/>
                <a:cs typeface="+mn-cs"/>
              </a:rPr>
              <a:t>Objetivos e produtos finais</a:t>
            </a:r>
          </a:p>
        </p:txBody>
      </p:sp>
      <p:sp>
        <p:nvSpPr>
          <p:cNvPr id="34" name="Espaço Reservado para Texto 2">
            <a:extLst>
              <a:ext uri="{FF2B5EF4-FFF2-40B4-BE49-F238E27FC236}">
                <a16:creationId xmlns:a16="http://schemas.microsoft.com/office/drawing/2014/main" id="{6C05E7BA-71E9-2A0D-6704-7DD293FB0A35}"/>
              </a:ext>
            </a:extLst>
          </p:cNvPr>
          <p:cNvSpPr txBox="1">
            <a:spLocks/>
          </p:cNvSpPr>
          <p:nvPr>
            <p:custDataLst>
              <p:tags r:id="rId5"/>
            </p:custDataLst>
          </p:nvPr>
        </p:nvSpPr>
        <p:spPr bwMode="auto">
          <a:xfrm>
            <a:off x="3062288" y="3624264"/>
            <a:ext cx="9129713" cy="511175"/>
          </a:xfrm>
          <a:prstGeom prst="rect">
            <a:avLst/>
          </a:prstGeom>
          <a:solidFill>
            <a:schemeClr val="accent2"/>
          </a:solidFill>
          <a:ln w="6350">
            <a:noFill/>
          </a:ln>
          <a:extLst>
            <a:ext uri="{91240B29-F687-4f45-9708-019B960494DF}">
              <a14:hiddenLine xmlns:a14="http://schemas.microsoft.com/office/drawing/2010/main" xmlns="" w="6350">
                <a:solidFill>
                  <a:schemeClr val="tx1"/>
                </a:solidFill>
              </a14:hiddenLine>
            </a:ext>
          </a:extLst>
        </p:spPr>
        <p:txBody>
          <a:bodyPr vert="horz" wrap="none" lIns="92075" tIns="133350" rIns="0" bIns="133350" numCol="1" spcCol="0" rtlCol="0" anchor="ctr" anchorCtr="0">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4625"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pt-BR" altLang="en-US" sz="1600" b="1" i="0" u="none" strike="noStrike" kern="1200" cap="none" spc="0" normalizeH="0" baseline="0" noProof="0">
                <a:ln>
                  <a:noFill/>
                </a:ln>
                <a:solidFill>
                  <a:schemeClr val="bg1"/>
                </a:solidFill>
                <a:effectLst/>
                <a:uLnTx/>
                <a:uFillTx/>
                <a:latin typeface="Arial"/>
                <a:ea typeface="+mn-ea"/>
                <a:cs typeface="+mn-cs"/>
              </a:rPr>
              <a:t>Abordagem metodológica</a:t>
            </a:r>
            <a:endParaRPr kumimoji="0" lang="pt-BR" sz="1600" b="1" i="0" u="none" strike="noStrike" kern="1200" cap="none" spc="0" normalizeH="0" baseline="0" noProof="0">
              <a:ln>
                <a:noFill/>
              </a:ln>
              <a:solidFill>
                <a:schemeClr val="bg1"/>
              </a:solidFill>
              <a:effectLst/>
              <a:uLnTx/>
              <a:uFillTx/>
              <a:latin typeface="Arial"/>
              <a:ea typeface="+mn-ea"/>
              <a:cs typeface="+mn-cs"/>
            </a:endParaRPr>
          </a:p>
        </p:txBody>
      </p:sp>
      <p:sp>
        <p:nvSpPr>
          <p:cNvPr id="58" name="Espaço Reservado para Texto 2">
            <a:hlinkClick r:id="rId14" action="ppaction://hlinksldjump"/>
            <a:extLst>
              <a:ext uri="{FF2B5EF4-FFF2-40B4-BE49-F238E27FC236}">
                <a16:creationId xmlns:a16="http://schemas.microsoft.com/office/drawing/2014/main" id="{9C432696-A96E-32C2-1029-1A104283B6A8}"/>
              </a:ext>
            </a:extLst>
          </p:cNvPr>
          <p:cNvSpPr txBox="1">
            <a:spLocks/>
          </p:cNvSpPr>
          <p:nvPr>
            <p:custDataLst>
              <p:tags r:id="rId6"/>
            </p:custDataLst>
          </p:nvPr>
        </p:nvSpPr>
        <p:spPr bwMode="auto">
          <a:xfrm>
            <a:off x="3062288" y="4135438"/>
            <a:ext cx="9129713" cy="509588"/>
          </a:xfrm>
          <a:prstGeom prst="rect">
            <a:avLst/>
          </a:prstGeom>
          <a:noFill/>
          <a:ln w="6350">
            <a:noFill/>
          </a:ln>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xmlns="" w="6350">
                <a:solidFill>
                  <a:schemeClr val="tx1"/>
                </a:solidFill>
              </a14:hiddenLine>
            </a:ext>
          </a:extLst>
        </p:spPr>
        <p:txBody>
          <a:bodyPr vert="horz" wrap="none" lIns="92075" tIns="131763" rIns="0" bIns="133350" numCol="1" spcCol="0" rtlCol="0" anchor="ctr" anchorCtr="0">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4625"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pt-BR" altLang="en-US" sz="1600" i="0" u="none" strike="noStrike" kern="1200" cap="none" spc="0" normalizeH="0" baseline="0" noProof="0">
                <a:ln>
                  <a:noFill/>
                </a:ln>
                <a:solidFill>
                  <a:schemeClr val="bg1"/>
                </a:solidFill>
                <a:effectLst/>
                <a:uLnTx/>
                <a:uFillTx/>
                <a:latin typeface="Arial"/>
                <a:ea typeface="+mn-ea"/>
                <a:cs typeface="+mn-cs"/>
              </a:rPr>
              <a:t>Organização do projeto</a:t>
            </a:r>
            <a:endParaRPr kumimoji="0" lang="pt-BR" sz="1600" i="0" u="none" strike="noStrike" kern="1200" cap="none" spc="0" normalizeH="0" baseline="0" noProof="0">
              <a:ln>
                <a:noFill/>
              </a:ln>
              <a:solidFill>
                <a:schemeClr val="bg1"/>
              </a:solidFill>
              <a:effectLst/>
              <a:uLnTx/>
              <a:uFillTx/>
              <a:latin typeface="Arial"/>
              <a:ea typeface="+mn-ea"/>
              <a:cs typeface="+mn-cs"/>
            </a:endParaRPr>
          </a:p>
        </p:txBody>
      </p:sp>
      <p:sp>
        <p:nvSpPr>
          <p:cNvPr id="19" name="Espaço Reservado para Texto 2">
            <a:hlinkClick r:id="rId15" action="ppaction://hlinksldjump"/>
            <a:extLst>
              <a:ext uri="{FF2B5EF4-FFF2-40B4-BE49-F238E27FC236}">
                <a16:creationId xmlns:a16="http://schemas.microsoft.com/office/drawing/2014/main" id="{7A2CF117-BF2F-32DD-6BDD-32691704973A}"/>
              </a:ext>
            </a:extLst>
          </p:cNvPr>
          <p:cNvSpPr txBox="1">
            <a:spLocks/>
          </p:cNvSpPr>
          <p:nvPr>
            <p:custDataLst>
              <p:tags r:id="rId7"/>
            </p:custDataLst>
          </p:nvPr>
        </p:nvSpPr>
        <p:spPr bwMode="auto">
          <a:xfrm>
            <a:off x="3062288" y="4645025"/>
            <a:ext cx="9129713" cy="511175"/>
          </a:xfrm>
          <a:prstGeom prst="rect">
            <a:avLst/>
          </a:prstGeom>
          <a:noFill/>
          <a:ln w="6350">
            <a:noFill/>
          </a:ln>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xmlns="" w="6350">
                <a:solidFill>
                  <a:schemeClr val="tx1"/>
                </a:solidFill>
              </a14:hiddenLine>
            </a:ext>
          </a:extLst>
        </p:spPr>
        <p:txBody>
          <a:bodyPr vert="horz" wrap="none" lIns="92075" tIns="133350" rIns="0" bIns="133350" numCol="1" spcCol="0" rtlCol="0" anchor="ctr" anchorCtr="0">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4625"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pt-BR" altLang="en-US" sz="1600" i="0" u="none" strike="noStrike" kern="1200" cap="none" spc="0" normalizeH="0" baseline="0" noProof="0">
                <a:ln>
                  <a:noFill/>
                </a:ln>
                <a:solidFill>
                  <a:schemeClr val="bg1"/>
                </a:solidFill>
                <a:effectLst/>
                <a:uLnTx/>
                <a:uFillTx/>
                <a:latin typeface="Arial"/>
                <a:ea typeface="+mn-ea"/>
                <a:cs typeface="+mn-cs"/>
              </a:rPr>
              <a:t>Estudos de caso em agronegócio</a:t>
            </a:r>
            <a:endParaRPr kumimoji="0" lang="pt-BR" sz="1600" i="0" u="none" strike="noStrike" kern="1200" cap="none" spc="0" normalizeH="0" baseline="0" noProof="0">
              <a:ln>
                <a:noFill/>
              </a:ln>
              <a:solidFill>
                <a:schemeClr val="bg1"/>
              </a:solidFill>
              <a:effectLst/>
              <a:uLnTx/>
              <a:uFillTx/>
              <a:latin typeface="Arial"/>
              <a:ea typeface="+mn-ea"/>
              <a:cs typeface="+mn-cs"/>
            </a:endParaRPr>
          </a:p>
        </p:txBody>
      </p:sp>
      <p:sp>
        <p:nvSpPr>
          <p:cNvPr id="50" name="Espaço Reservado para Texto 2">
            <a:hlinkClick r:id="rId16" action="ppaction://hlinksldjump"/>
            <a:extLst>
              <a:ext uri="{FF2B5EF4-FFF2-40B4-BE49-F238E27FC236}">
                <a16:creationId xmlns:a16="http://schemas.microsoft.com/office/drawing/2014/main" id="{0C74E11E-6F9F-9174-A53F-4CBC3E42CFCE}"/>
              </a:ext>
            </a:extLst>
          </p:cNvPr>
          <p:cNvSpPr txBox="1">
            <a:spLocks/>
          </p:cNvSpPr>
          <p:nvPr>
            <p:custDataLst>
              <p:tags r:id="rId8"/>
            </p:custDataLst>
          </p:nvPr>
        </p:nvSpPr>
        <p:spPr bwMode="auto">
          <a:xfrm>
            <a:off x="3062288" y="5156200"/>
            <a:ext cx="9129713" cy="509588"/>
          </a:xfrm>
          <a:prstGeom prst="rect">
            <a:avLst/>
          </a:prstGeom>
          <a:noFill/>
          <a:ln w="6350">
            <a:noFill/>
          </a:ln>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xmlns="" w="6350">
                <a:solidFill>
                  <a:schemeClr val="tx1"/>
                </a:solidFill>
              </a14:hiddenLine>
            </a:ext>
          </a:extLst>
        </p:spPr>
        <p:txBody>
          <a:bodyPr vert="horz" wrap="none" lIns="92075" tIns="131763" rIns="0" bIns="133350" numCol="1" spcCol="0" rtlCol="0" anchor="ctr" anchorCtr="0">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4625"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pt-BR" altLang="en-US" sz="1600" i="0" u="none" strike="noStrike" kern="1200" cap="none" spc="0" normalizeH="0" baseline="0" noProof="0">
                <a:ln>
                  <a:noFill/>
                </a:ln>
                <a:solidFill>
                  <a:schemeClr val="bg1"/>
                </a:solidFill>
                <a:effectLst/>
                <a:uLnTx/>
                <a:uFillTx/>
                <a:latin typeface="Arial"/>
                <a:ea typeface="+mn-ea"/>
                <a:cs typeface="+mn-cs"/>
              </a:rPr>
              <a:t>Qualificações Mirow &amp; Co.</a:t>
            </a:r>
            <a:endParaRPr kumimoji="0" lang="pt-BR" sz="1600" i="0" u="none" strike="noStrike" kern="1200" cap="none" spc="0" normalizeH="0" baseline="0" noProof="0">
              <a:ln>
                <a:noFill/>
              </a:ln>
              <a:solidFill>
                <a:schemeClr val="bg1"/>
              </a:solidFill>
              <a:effectLst/>
              <a:uLnTx/>
              <a:uFillTx/>
              <a:latin typeface="Arial"/>
              <a:ea typeface="+mn-ea"/>
              <a:cs typeface="+mn-cs"/>
            </a:endParaRPr>
          </a:p>
        </p:txBody>
      </p:sp>
    </p:spTree>
    <p:extLst>
      <p:ext uri="{BB962C8B-B14F-4D97-AF65-F5344CB8AC3E}">
        <p14:creationId xmlns:p14="http://schemas.microsoft.com/office/powerpoint/2010/main" val="6488571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to 4" hidden="1">
            <a:extLst>
              <a:ext uri="{FF2B5EF4-FFF2-40B4-BE49-F238E27FC236}">
                <a16:creationId xmlns:a16="http://schemas.microsoft.com/office/drawing/2014/main" id="{D4A188E8-8C11-73CA-C6CA-ADC0BB4CAD29}"/>
              </a:ext>
            </a:extLst>
          </p:cNvPr>
          <p:cNvGraphicFramePr>
            <a:graphicFrameLocks noChangeAspect="1"/>
          </p:cNvGraphicFramePr>
          <p:nvPr>
            <p:custDataLst>
              <p:tags r:id="rId1"/>
            </p:custDataLst>
            <p:extLst>
              <p:ext uri="{D42A27DB-BD31-4B8C-83A1-F6EECF244321}">
                <p14:modId xmlns:p14="http://schemas.microsoft.com/office/powerpoint/2010/main" val="41868654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Slide do think-cell" r:id="rId4" imgW="395" imgH="396" progId="TCLayout.ActiveDocument.1">
                  <p:embed/>
                </p:oleObj>
              </mc:Choice>
              <mc:Fallback>
                <p:oleObj name="Slide do think-cell" r:id="rId4" imgW="395" imgH="396" progId="TCLayout.ActiveDocument.1">
                  <p:embed/>
                  <p:pic>
                    <p:nvPicPr>
                      <p:cNvPr id="5" name="Objeto 4" hidden="1">
                        <a:extLst>
                          <a:ext uri="{FF2B5EF4-FFF2-40B4-BE49-F238E27FC236}">
                            <a16:creationId xmlns:a16="http://schemas.microsoft.com/office/drawing/2014/main" id="{D4A188E8-8C11-73CA-C6CA-ADC0BB4CAD2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Espaço Reservado para Texto 1">
            <a:extLst>
              <a:ext uri="{FF2B5EF4-FFF2-40B4-BE49-F238E27FC236}">
                <a16:creationId xmlns:a16="http://schemas.microsoft.com/office/drawing/2014/main" id="{F41A965C-A252-297C-C052-2BC361C8BDA8}"/>
              </a:ext>
            </a:extLst>
          </p:cNvPr>
          <p:cNvSpPr>
            <a:spLocks noGrp="1"/>
          </p:cNvSpPr>
          <p:nvPr>
            <p:ph type="body" sz="quarter" idx="14"/>
          </p:nvPr>
        </p:nvSpPr>
        <p:spPr/>
        <p:txBody>
          <a:bodyPr/>
          <a:lstStyle/>
          <a:p>
            <a:r>
              <a:rPr lang="pt-BR"/>
              <a:t>Fonte: Mirow &amp; Co.</a:t>
            </a:r>
          </a:p>
        </p:txBody>
      </p:sp>
      <p:sp>
        <p:nvSpPr>
          <p:cNvPr id="3" name="Título 2">
            <a:extLst>
              <a:ext uri="{FF2B5EF4-FFF2-40B4-BE49-F238E27FC236}">
                <a16:creationId xmlns:a16="http://schemas.microsoft.com/office/drawing/2014/main" id="{77CBEC07-AC6F-0526-80DB-FC1FE15877B6}"/>
              </a:ext>
            </a:extLst>
          </p:cNvPr>
          <p:cNvSpPr>
            <a:spLocks noGrp="1"/>
          </p:cNvSpPr>
          <p:nvPr>
            <p:ph type="title"/>
          </p:nvPr>
        </p:nvSpPr>
        <p:spPr>
          <a:xfrm>
            <a:off x="478971" y="225177"/>
            <a:ext cx="11485488" cy="307777"/>
          </a:xfrm>
        </p:spPr>
        <p:txBody>
          <a:bodyPr vert="horz"/>
          <a:lstStyle/>
          <a:p>
            <a:r>
              <a:rPr lang="pt-BR"/>
              <a:t>Propomos realizar o trabalho em 9 semanas</a:t>
            </a:r>
          </a:p>
        </p:txBody>
      </p:sp>
      <p:grpSp>
        <p:nvGrpSpPr>
          <p:cNvPr id="19" name="Group 37">
            <a:extLst>
              <a:ext uri="{FF2B5EF4-FFF2-40B4-BE49-F238E27FC236}">
                <a16:creationId xmlns:a16="http://schemas.microsoft.com/office/drawing/2014/main" id="{B57F6217-ADEC-B877-C60D-0AB75ABAE7C0}"/>
              </a:ext>
            </a:extLst>
          </p:cNvPr>
          <p:cNvGrpSpPr/>
          <p:nvPr/>
        </p:nvGrpSpPr>
        <p:grpSpPr>
          <a:xfrm>
            <a:off x="10589274" y="320588"/>
            <a:ext cx="1375185" cy="212366"/>
            <a:chOff x="7365590" y="285750"/>
            <a:chExt cx="1375185" cy="212366"/>
          </a:xfrm>
        </p:grpSpPr>
        <p:sp>
          <p:nvSpPr>
            <p:cNvPr id="20" name="StickerRectangle">
              <a:extLst>
                <a:ext uri="{FF2B5EF4-FFF2-40B4-BE49-F238E27FC236}">
                  <a16:creationId xmlns:a16="http://schemas.microsoft.com/office/drawing/2014/main" id="{3CDCE1CD-D2D3-95BC-0FE6-794994A171A9}"/>
                </a:ext>
              </a:extLst>
            </p:cNvPr>
            <p:cNvSpPr>
              <a:spLocks noChangeArrowheads="1"/>
            </p:cNvSpPr>
            <p:nvPr/>
          </p:nvSpPr>
          <p:spPr bwMode="auto">
            <a:xfrm>
              <a:off x="7365590" y="285750"/>
              <a:ext cx="1375185" cy="212366"/>
            </a:xfrm>
            <a:prstGeom prst="leftRightArrow">
              <a:avLst>
                <a:gd name="adj1" fmla="val 100000"/>
                <a:gd name="adj2"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 tIns="0" rIns="0" bIns="27432">
              <a:spAutoFit/>
            </a:bodyPr>
            <a:lstStyle/>
            <a:p>
              <a:pPr marL="0" marR="0" lvl="0" indent="0" algn="r" defTabSz="895350" rtl="0" eaLnBrk="1" fontAlgn="auto" latinLnBrk="0" hangingPunct="1">
                <a:lnSpc>
                  <a:spcPct val="100000"/>
                </a:lnSpc>
                <a:spcBef>
                  <a:spcPts val="0"/>
                </a:spcBef>
                <a:spcAft>
                  <a:spcPts val="0"/>
                </a:spcAft>
                <a:buClr>
                  <a:srgbClr val="020E66"/>
                </a:buClr>
                <a:buSzTx/>
                <a:buFontTx/>
                <a:buNone/>
                <a:tabLst/>
                <a:defRPr/>
              </a:pPr>
              <a:r>
                <a:rPr kumimoji="0" lang="pt-BR" sz="1200" b="0" i="0" u="none" strike="noStrike" kern="1200" cap="none" spc="0" normalizeH="0" baseline="0" noProof="0">
                  <a:ln>
                    <a:noFill/>
                  </a:ln>
                  <a:solidFill>
                    <a:srgbClr val="7F7F7F"/>
                  </a:solidFill>
                  <a:effectLst/>
                  <a:uLnTx/>
                  <a:uFillTx/>
                  <a:latin typeface="Arial"/>
                  <a:ea typeface="+mn-ea"/>
                  <a:cs typeface="+mn-cs"/>
                </a:rPr>
                <a:t>PARA DISCUSSÃO</a:t>
              </a:r>
            </a:p>
          </p:txBody>
        </p:sp>
        <p:cxnSp>
          <p:nvCxnSpPr>
            <p:cNvPr id="21" name="AutoShape 31">
              <a:extLst>
                <a:ext uri="{FF2B5EF4-FFF2-40B4-BE49-F238E27FC236}">
                  <a16:creationId xmlns:a16="http://schemas.microsoft.com/office/drawing/2014/main" id="{9B2ED8D6-AF8F-68B4-0407-FD727C5C990E}"/>
                </a:ext>
              </a:extLst>
            </p:cNvPr>
            <p:cNvCxnSpPr>
              <a:cxnSpLocks noChangeShapeType="1"/>
              <a:stCxn id="20" idx="2"/>
              <a:endCxn id="20" idx="4"/>
            </p:cNvCxnSpPr>
            <p:nvPr/>
          </p:nvCxnSpPr>
          <p:spPr bwMode="auto">
            <a:xfrm>
              <a:off x="7365590" y="285750"/>
              <a:ext cx="0" cy="212366"/>
            </a:xfrm>
            <a:prstGeom prst="straightConnector1">
              <a:avLst/>
            </a:prstGeom>
            <a:noFill/>
            <a:ln w="9525">
              <a:solidFill>
                <a:srgbClr val="808080"/>
              </a:solidFill>
              <a:round/>
              <a:headEnd/>
              <a:tailEnd/>
            </a:ln>
            <a:extLst>
              <a:ext uri="{909E8E84-426E-40DD-AFC4-6F175D3DCCD1}">
                <a14:hiddenFill xmlns:a14="http://schemas.microsoft.com/office/drawing/2010/main">
                  <a:noFill/>
                </a14:hiddenFill>
              </a:ext>
            </a:extLst>
          </p:spPr>
        </p:cxnSp>
        <p:cxnSp>
          <p:nvCxnSpPr>
            <p:cNvPr id="23" name="AutoShape 32">
              <a:extLst>
                <a:ext uri="{FF2B5EF4-FFF2-40B4-BE49-F238E27FC236}">
                  <a16:creationId xmlns:a16="http://schemas.microsoft.com/office/drawing/2014/main" id="{16D67CAD-8B78-D242-AA74-E8032822AB24}"/>
                </a:ext>
              </a:extLst>
            </p:cNvPr>
            <p:cNvCxnSpPr>
              <a:cxnSpLocks noChangeShapeType="1"/>
              <a:stCxn id="20" idx="4"/>
              <a:endCxn id="20" idx="6"/>
            </p:cNvCxnSpPr>
            <p:nvPr/>
          </p:nvCxnSpPr>
          <p:spPr bwMode="auto">
            <a:xfrm>
              <a:off x="7365590" y="498116"/>
              <a:ext cx="1375185" cy="0"/>
            </a:xfrm>
            <a:prstGeom prst="straightConnector1">
              <a:avLst/>
            </a:prstGeom>
            <a:noFill/>
            <a:ln w="25400">
              <a:solidFill>
                <a:srgbClr val="808080"/>
              </a:solidFill>
              <a:round/>
              <a:headEnd/>
              <a:tailEnd/>
            </a:ln>
            <a:extLst>
              <a:ext uri="{909E8E84-426E-40DD-AFC4-6F175D3DCCD1}">
                <a14:hiddenFill xmlns:a14="http://schemas.microsoft.com/office/drawing/2010/main">
                  <a:noFill/>
                </a14:hiddenFill>
              </a:ext>
            </a:extLst>
          </p:spPr>
        </p:cxnSp>
      </p:grpSp>
      <p:cxnSp>
        <p:nvCxnSpPr>
          <p:cNvPr id="30" name="Conector de Seta Reta 39">
            <a:extLst>
              <a:ext uri="{FF2B5EF4-FFF2-40B4-BE49-F238E27FC236}">
                <a16:creationId xmlns:a16="http://schemas.microsoft.com/office/drawing/2014/main" id="{721BD446-5B8D-8E8C-3B0F-7D32B62D5E1E}"/>
              </a:ext>
            </a:extLst>
          </p:cNvPr>
          <p:cNvCxnSpPr>
            <a:cxnSpLocks/>
          </p:cNvCxnSpPr>
          <p:nvPr/>
        </p:nvCxnSpPr>
        <p:spPr>
          <a:xfrm>
            <a:off x="4672859" y="843731"/>
            <a:ext cx="4932000" cy="0"/>
          </a:xfrm>
          <a:prstGeom prst="straightConnector1">
            <a:avLst/>
          </a:prstGeom>
          <a:ln w="19050">
            <a:solidFill>
              <a:schemeClr val="bg1">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2" name="CaixaDeTexto 40">
            <a:extLst>
              <a:ext uri="{FF2B5EF4-FFF2-40B4-BE49-F238E27FC236}">
                <a16:creationId xmlns:a16="http://schemas.microsoft.com/office/drawing/2014/main" id="{5F0AB521-927F-A46C-EEAC-7E4CF762533F}"/>
              </a:ext>
            </a:extLst>
          </p:cNvPr>
          <p:cNvSpPr txBox="1"/>
          <p:nvPr/>
        </p:nvSpPr>
        <p:spPr bwMode="auto">
          <a:xfrm>
            <a:off x="6653099" y="755246"/>
            <a:ext cx="971521" cy="176972"/>
          </a:xfrm>
          <a:prstGeom prst="rect">
            <a:avLst/>
          </a:prstGeom>
          <a:solidFill>
            <a:schemeClr val="bg1"/>
          </a:solidFill>
          <a:ln w="9525">
            <a:noFill/>
            <a:miter lim="800000"/>
            <a:headEnd/>
            <a:tailEnd/>
          </a:ln>
        </p:spPr>
        <p:txBody>
          <a:bodyPr vert="horz" wrap="none" lIns="108000" tIns="0" rIns="108000" bIns="0" numCol="1" rtlCol="0" anchor="ctr" anchorCtr="0" compatLnSpc="1">
            <a:prstTxWarp prst="textNoShape">
              <a:avLst/>
            </a:prstTxWarp>
            <a:spAutoFit/>
          </a:bodyPr>
          <a:lstStyle>
            <a:defPPr>
              <a:defRPr lang="pt-BR"/>
            </a:defPPr>
            <a:lvl1pPr algn="ctr">
              <a:spcBef>
                <a:spcPts val="0"/>
              </a:spcBef>
              <a:spcAft>
                <a:spcPts val="600"/>
              </a:spcAft>
              <a:defRPr sz="1200" kern="0"/>
            </a:lvl1p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pt-BR" sz="1150" b="1" i="0" u="none" strike="noStrike" kern="0" cap="none" spc="0" normalizeH="0" baseline="0" noProof="0">
                <a:ln>
                  <a:noFill/>
                </a:ln>
                <a:solidFill>
                  <a:srgbClr val="071C25"/>
                </a:solidFill>
                <a:effectLst/>
                <a:uLnTx/>
                <a:uFillTx/>
                <a:latin typeface="Arial"/>
                <a:ea typeface="+mn-ea"/>
                <a:cs typeface="+mn-cs"/>
              </a:rPr>
              <a:t>4 semanas</a:t>
            </a:r>
          </a:p>
        </p:txBody>
      </p:sp>
      <p:sp>
        <p:nvSpPr>
          <p:cNvPr id="12" name="Arrow: Chevron 70">
            <a:extLst>
              <a:ext uri="{FF2B5EF4-FFF2-40B4-BE49-F238E27FC236}">
                <a16:creationId xmlns:a16="http://schemas.microsoft.com/office/drawing/2014/main" id="{C815964E-00B4-8430-C1EB-4972D8EB0BEC}"/>
              </a:ext>
            </a:extLst>
          </p:cNvPr>
          <p:cNvSpPr>
            <a:spLocks/>
          </p:cNvSpPr>
          <p:nvPr/>
        </p:nvSpPr>
        <p:spPr>
          <a:xfrm>
            <a:off x="4696609" y="994451"/>
            <a:ext cx="2845430" cy="526787"/>
          </a:xfrm>
          <a:prstGeom prst="chevron">
            <a:avLst>
              <a:gd name="adj" fmla="val 16392"/>
            </a:avLst>
          </a:prstGeom>
          <a:solidFill>
            <a:schemeClr val="accent2"/>
          </a:solidFill>
          <a:ln w="38100">
            <a:noFill/>
          </a:ln>
          <a:effectLst/>
        </p:spPr>
        <p:style>
          <a:lnRef idx="1">
            <a:schemeClr val="accent1"/>
          </a:lnRef>
          <a:fillRef idx="3">
            <a:schemeClr val="accent1"/>
          </a:fillRef>
          <a:effectRef idx="2">
            <a:schemeClr val="accent1"/>
          </a:effectRef>
          <a:fontRef idx="minor">
            <a:schemeClr val="lt1"/>
          </a:fontRef>
        </p:style>
        <p:txBody>
          <a:bodyPr lIns="108000" tIns="0" rIns="108000" bIns="0" rtlCol="0" anchor="ctr" anchorCtr="1"/>
          <a:lstStyle/>
          <a:p>
            <a:pPr marL="0" marR="0" lvl="1" indent="0" algn="l" defTabSz="914400" rtl="0" eaLnBrk="1" fontAlgn="auto" latinLnBrk="0" hangingPunct="1">
              <a:lnSpc>
                <a:spcPct val="100000"/>
              </a:lnSpc>
              <a:spcBef>
                <a:spcPts val="0"/>
              </a:spcBef>
              <a:spcAft>
                <a:spcPts val="0"/>
              </a:spcAft>
              <a:buClrTx/>
              <a:buSzTx/>
              <a:buFontTx/>
              <a:buNone/>
              <a:tabLst/>
              <a:defRPr/>
            </a:pPr>
            <a:r>
              <a:rPr kumimoji="0" lang="pt-BR" sz="1150" b="1" i="0" u="none" strike="noStrike" kern="1200" cap="none" spc="0" normalizeH="0" baseline="0" noProof="0">
                <a:ln>
                  <a:noFill/>
                </a:ln>
                <a:solidFill>
                  <a:prstClr val="white"/>
                </a:solidFill>
                <a:effectLst/>
                <a:uLnTx/>
                <a:uFillTx/>
                <a:latin typeface="Arial"/>
                <a:ea typeface="+mn-ea"/>
                <a:cs typeface="+mn-cs"/>
              </a:rPr>
              <a:t>Desenho do novo modelo de acesso à mercado</a:t>
            </a:r>
          </a:p>
        </p:txBody>
      </p:sp>
      <p:cxnSp>
        <p:nvCxnSpPr>
          <p:cNvPr id="27" name="Conector de Seta Reta 39">
            <a:extLst>
              <a:ext uri="{FF2B5EF4-FFF2-40B4-BE49-F238E27FC236}">
                <a16:creationId xmlns:a16="http://schemas.microsoft.com/office/drawing/2014/main" id="{8719459D-EFB1-9EE7-5B20-CA6C7CE888EC}"/>
              </a:ext>
            </a:extLst>
          </p:cNvPr>
          <p:cNvCxnSpPr>
            <a:cxnSpLocks/>
          </p:cNvCxnSpPr>
          <p:nvPr/>
        </p:nvCxnSpPr>
        <p:spPr>
          <a:xfrm>
            <a:off x="965714" y="843733"/>
            <a:ext cx="3456000" cy="0"/>
          </a:xfrm>
          <a:prstGeom prst="straightConnector1">
            <a:avLst/>
          </a:prstGeom>
          <a:ln w="19050">
            <a:solidFill>
              <a:schemeClr val="bg1">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8" name="CaixaDeTexto 40">
            <a:extLst>
              <a:ext uri="{FF2B5EF4-FFF2-40B4-BE49-F238E27FC236}">
                <a16:creationId xmlns:a16="http://schemas.microsoft.com/office/drawing/2014/main" id="{74D287C3-C04C-A58E-C4AA-9951FDB2CE9A}"/>
              </a:ext>
            </a:extLst>
          </p:cNvPr>
          <p:cNvSpPr txBox="1"/>
          <p:nvPr/>
        </p:nvSpPr>
        <p:spPr bwMode="auto">
          <a:xfrm>
            <a:off x="2207953" y="755248"/>
            <a:ext cx="971521" cy="176972"/>
          </a:xfrm>
          <a:prstGeom prst="rect">
            <a:avLst/>
          </a:prstGeom>
          <a:solidFill>
            <a:schemeClr val="bg1"/>
          </a:solidFill>
          <a:ln w="9525">
            <a:noFill/>
            <a:miter lim="800000"/>
            <a:headEnd/>
            <a:tailEnd/>
          </a:ln>
        </p:spPr>
        <p:txBody>
          <a:bodyPr vert="horz" wrap="none" lIns="108000" tIns="0" rIns="108000" bIns="0" numCol="1" rtlCol="0" anchor="ctr" anchorCtr="0" compatLnSpc="1">
            <a:prstTxWarp prst="textNoShape">
              <a:avLst/>
            </a:prstTxWarp>
            <a:spAutoFit/>
          </a:bodyPr>
          <a:lstStyle>
            <a:defPPr>
              <a:defRPr lang="pt-BR"/>
            </a:defPPr>
            <a:lvl1pPr algn="ctr">
              <a:spcBef>
                <a:spcPts val="0"/>
              </a:spcBef>
              <a:spcAft>
                <a:spcPts val="600"/>
              </a:spcAft>
              <a:defRPr sz="1200" kern="0"/>
            </a:lvl1p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pt-BR" sz="1150" b="1" i="0" u="none" strike="noStrike" kern="0" cap="none" spc="0" normalizeH="0" baseline="0" noProof="0">
                <a:ln>
                  <a:noFill/>
                </a:ln>
                <a:solidFill>
                  <a:srgbClr val="071C25"/>
                </a:solidFill>
                <a:effectLst/>
                <a:uLnTx/>
                <a:uFillTx/>
                <a:latin typeface="Arial"/>
                <a:ea typeface="+mn-ea"/>
                <a:cs typeface="+mn-cs"/>
              </a:rPr>
              <a:t>5 semanas</a:t>
            </a:r>
          </a:p>
        </p:txBody>
      </p:sp>
      <p:sp>
        <p:nvSpPr>
          <p:cNvPr id="14" name="Arrow: Chevron 70">
            <a:extLst>
              <a:ext uri="{FF2B5EF4-FFF2-40B4-BE49-F238E27FC236}">
                <a16:creationId xmlns:a16="http://schemas.microsoft.com/office/drawing/2014/main" id="{95DA9894-740F-0C42-A9D0-69C3C5F865CC}"/>
              </a:ext>
            </a:extLst>
          </p:cNvPr>
          <p:cNvSpPr>
            <a:spLocks/>
          </p:cNvSpPr>
          <p:nvPr/>
        </p:nvSpPr>
        <p:spPr>
          <a:xfrm>
            <a:off x="965713" y="994451"/>
            <a:ext cx="3708000" cy="525600"/>
          </a:xfrm>
          <a:prstGeom prst="homePlate">
            <a:avLst>
              <a:gd name="adj" fmla="val 17254"/>
            </a:avLst>
          </a:prstGeom>
          <a:solidFill>
            <a:schemeClr val="accent2"/>
          </a:solidFill>
          <a:ln w="38100">
            <a:noFill/>
          </a:ln>
          <a:effectLst/>
        </p:spPr>
        <p:style>
          <a:lnRef idx="1">
            <a:schemeClr val="accent1"/>
          </a:lnRef>
          <a:fillRef idx="3">
            <a:schemeClr val="accent1"/>
          </a:fillRef>
          <a:effectRef idx="2">
            <a:schemeClr val="accent1"/>
          </a:effectRef>
          <a:fontRef idx="minor">
            <a:schemeClr val="lt1"/>
          </a:fontRef>
        </p:style>
        <p:txBody>
          <a:bodyPr lIns="108000" tIns="0" rIns="108000" bIns="0" rtlCol="0" anchor="ctr" anchorCtr="1"/>
          <a:lstStyle/>
          <a:p>
            <a:pPr marL="0" marR="0" lvl="1" indent="0" algn="l" defTabSz="914400" rtl="0" eaLnBrk="1" fontAlgn="auto" latinLnBrk="0" hangingPunct="1">
              <a:lnSpc>
                <a:spcPts val="1400"/>
              </a:lnSpc>
              <a:spcBef>
                <a:spcPts val="0"/>
              </a:spcBef>
              <a:spcAft>
                <a:spcPts val="0"/>
              </a:spcAft>
              <a:buClrTx/>
              <a:buSzTx/>
              <a:buFontTx/>
              <a:buNone/>
              <a:tabLst/>
              <a:defRPr/>
            </a:pPr>
            <a:r>
              <a:rPr kumimoji="0" lang="pt-BR" sz="1150" b="1" i="0" u="none" strike="noStrike" kern="1200" cap="none" spc="0" normalizeH="0" baseline="0" noProof="0">
                <a:ln>
                  <a:noFill/>
                </a:ln>
                <a:solidFill>
                  <a:prstClr val="white"/>
                </a:solidFill>
                <a:effectLst/>
                <a:uLnTx/>
                <a:uFillTx/>
                <a:latin typeface="Arial"/>
                <a:ea typeface="+mn-ea"/>
                <a:cs typeface="+mn-cs"/>
              </a:rPr>
              <a:t>Visão do Mercado &amp; Diagnóstico comercial</a:t>
            </a:r>
          </a:p>
        </p:txBody>
      </p:sp>
      <p:sp>
        <p:nvSpPr>
          <p:cNvPr id="7" name="Rectangle 8">
            <a:extLst>
              <a:ext uri="{FF2B5EF4-FFF2-40B4-BE49-F238E27FC236}">
                <a16:creationId xmlns:a16="http://schemas.microsoft.com/office/drawing/2014/main" id="{E2295AF7-9D45-BE11-8B04-45D6E95D8BEE}"/>
              </a:ext>
            </a:extLst>
          </p:cNvPr>
          <p:cNvSpPr>
            <a:spLocks noChangeArrowheads="1"/>
          </p:cNvSpPr>
          <p:nvPr/>
        </p:nvSpPr>
        <p:spPr bwMode="auto">
          <a:xfrm>
            <a:off x="107291" y="1582541"/>
            <a:ext cx="742577" cy="17697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0" tIns="0" rIns="0" bIns="0" anchor="t" anchorCtr="0">
            <a:spAutoFit/>
          </a:bodyPr>
          <a:lstStyle>
            <a:lvl1pPr defTabSz="787400" eaLnBrk="0" hangingPunct="0">
              <a:defRPr sz="1600">
                <a:solidFill>
                  <a:schemeClr val="tx1"/>
                </a:solidFill>
                <a:latin typeface="Arial" charset="0"/>
                <a:ea typeface="-윤고딕130" pitchFamily="18" charset="-127"/>
              </a:defRPr>
            </a:lvl1pPr>
            <a:lvl2pPr marL="742950" indent="-285750" defTabSz="787400" eaLnBrk="0" hangingPunct="0">
              <a:defRPr sz="1600">
                <a:solidFill>
                  <a:schemeClr val="tx1"/>
                </a:solidFill>
                <a:latin typeface="Arial" charset="0"/>
                <a:ea typeface="-윤고딕130" pitchFamily="18" charset="-127"/>
              </a:defRPr>
            </a:lvl2pPr>
            <a:lvl3pPr marL="1143000" indent="-228600" defTabSz="787400" eaLnBrk="0" hangingPunct="0">
              <a:defRPr sz="1600">
                <a:solidFill>
                  <a:schemeClr val="tx1"/>
                </a:solidFill>
                <a:latin typeface="Arial" charset="0"/>
                <a:ea typeface="-윤고딕130" pitchFamily="18" charset="-127"/>
              </a:defRPr>
            </a:lvl3pPr>
            <a:lvl4pPr marL="1600200" indent="-228600" defTabSz="787400" eaLnBrk="0" hangingPunct="0">
              <a:defRPr sz="1600">
                <a:solidFill>
                  <a:schemeClr val="tx1"/>
                </a:solidFill>
                <a:latin typeface="Arial" charset="0"/>
                <a:ea typeface="-윤고딕130" pitchFamily="18" charset="-127"/>
              </a:defRPr>
            </a:lvl4pPr>
            <a:lvl5pPr marL="2057400" indent="-228600" defTabSz="787400" eaLnBrk="0" hangingPunct="0">
              <a:defRPr sz="1600">
                <a:solidFill>
                  <a:schemeClr val="tx1"/>
                </a:solidFill>
                <a:latin typeface="Arial" charset="0"/>
                <a:ea typeface="-윤고딕130" pitchFamily="18" charset="-127"/>
              </a:defRPr>
            </a:lvl5pPr>
            <a:lvl6pPr marL="2514600" indent="-228600" defTabSz="787400" eaLnBrk="0" fontAlgn="base" hangingPunct="0">
              <a:spcBef>
                <a:spcPct val="0"/>
              </a:spcBef>
              <a:spcAft>
                <a:spcPct val="0"/>
              </a:spcAft>
              <a:defRPr sz="1600">
                <a:solidFill>
                  <a:schemeClr val="tx1"/>
                </a:solidFill>
                <a:latin typeface="Arial" charset="0"/>
                <a:ea typeface="-윤고딕130" pitchFamily="18" charset="-127"/>
              </a:defRPr>
            </a:lvl6pPr>
            <a:lvl7pPr marL="2971800" indent="-228600" defTabSz="787400" eaLnBrk="0" fontAlgn="base" hangingPunct="0">
              <a:spcBef>
                <a:spcPct val="0"/>
              </a:spcBef>
              <a:spcAft>
                <a:spcPct val="0"/>
              </a:spcAft>
              <a:defRPr sz="1600">
                <a:solidFill>
                  <a:schemeClr val="tx1"/>
                </a:solidFill>
                <a:latin typeface="Arial" charset="0"/>
                <a:ea typeface="-윤고딕130" pitchFamily="18" charset="-127"/>
              </a:defRPr>
            </a:lvl7pPr>
            <a:lvl8pPr marL="3429000" indent="-228600" defTabSz="787400" eaLnBrk="0" fontAlgn="base" hangingPunct="0">
              <a:spcBef>
                <a:spcPct val="0"/>
              </a:spcBef>
              <a:spcAft>
                <a:spcPct val="0"/>
              </a:spcAft>
              <a:defRPr sz="1600">
                <a:solidFill>
                  <a:schemeClr val="tx1"/>
                </a:solidFill>
                <a:latin typeface="Arial" charset="0"/>
                <a:ea typeface="-윤고딕130" pitchFamily="18" charset="-127"/>
              </a:defRPr>
            </a:lvl8pPr>
            <a:lvl9pPr marL="3886200" indent="-228600" defTabSz="787400" eaLnBrk="0" fontAlgn="base" hangingPunct="0">
              <a:spcBef>
                <a:spcPct val="0"/>
              </a:spcBef>
              <a:spcAft>
                <a:spcPct val="0"/>
              </a:spcAft>
              <a:defRPr sz="1600">
                <a:solidFill>
                  <a:schemeClr val="tx1"/>
                </a:solidFill>
                <a:latin typeface="Arial" charset="0"/>
                <a:ea typeface="-윤고딕130" pitchFamily="18" charset="-127"/>
              </a:defRPr>
            </a:lvl9pPr>
          </a:lstStyle>
          <a:p>
            <a:pPr marL="0" marR="0" lvl="0" indent="0" algn="l" defTabSz="787400" rtl="0" eaLnBrk="1" fontAlgn="auto" latinLnBrk="0" hangingPunct="1">
              <a:lnSpc>
                <a:spcPct val="100000"/>
              </a:lnSpc>
              <a:spcBef>
                <a:spcPts val="0"/>
              </a:spcBef>
              <a:spcAft>
                <a:spcPts val="0"/>
              </a:spcAft>
              <a:buClrTx/>
              <a:buSzPct val="120000"/>
              <a:buFontTx/>
              <a:buNone/>
              <a:tabLst/>
              <a:defRPr/>
            </a:pPr>
            <a:r>
              <a:rPr kumimoji="0" lang="pt-BR" altLang="zh-CN" sz="1150" b="1" i="0" u="none" strike="noStrike" kern="0" cap="none" spc="0" normalizeH="0" baseline="0" noProof="0">
                <a:ln>
                  <a:noFill/>
                </a:ln>
                <a:solidFill>
                  <a:srgbClr val="020E66"/>
                </a:solidFill>
                <a:effectLst/>
                <a:uLnTx/>
                <a:uFillTx/>
                <a:latin typeface="Arial"/>
                <a:ea typeface="-윤고딕130" pitchFamily="18" charset="-127"/>
                <a:cs typeface="+mn-cs"/>
              </a:rPr>
              <a:t>Atividades</a:t>
            </a:r>
          </a:p>
        </p:txBody>
      </p:sp>
      <p:sp>
        <p:nvSpPr>
          <p:cNvPr id="47" name="Rectangle 53">
            <a:extLst>
              <a:ext uri="{FF2B5EF4-FFF2-40B4-BE49-F238E27FC236}">
                <a16:creationId xmlns:a16="http://schemas.microsoft.com/office/drawing/2014/main" id="{C9008702-C141-B8D6-0442-AB67800D6AB4}"/>
              </a:ext>
            </a:extLst>
          </p:cNvPr>
          <p:cNvSpPr txBox="1"/>
          <p:nvPr/>
        </p:nvSpPr>
        <p:spPr>
          <a:xfrm>
            <a:off x="7564935" y="1582541"/>
            <a:ext cx="2080800" cy="707886"/>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marL="0" lvl="0" indent="0" defTabSz="895350" eaLnBrk="1" hangingPunct="1">
              <a:buClr>
                <a:schemeClr val="tx2"/>
              </a:buClr>
              <a:defRPr baseline="0">
                <a:latin typeface="+mn-lt"/>
              </a:defRPr>
            </a:lvl1pPr>
            <a:lvl2pPr marL="193675" lvl="1" indent="-192088" defTabSz="895350" eaLnBrk="1" hangingPunct="1">
              <a:buClr>
                <a:schemeClr val="tx2"/>
              </a:buClr>
              <a:buSzPct val="125000"/>
              <a:buFont typeface="Arial" charset="0"/>
              <a:buChar char="▪"/>
              <a:defRPr baseline="0">
                <a:latin typeface="+mn-lt"/>
              </a:defRPr>
            </a:lvl2pPr>
            <a:lvl3pPr marL="457200" lvl="2" indent="-261938" defTabSz="895350" eaLnBrk="1" hangingPunct="1">
              <a:buClr>
                <a:schemeClr val="tx2"/>
              </a:buClr>
              <a:buSzPct val="120000"/>
              <a:buFont typeface="Arial" charset="0"/>
              <a:buChar char="–"/>
              <a:defRPr baseline="0">
                <a:latin typeface="+mn-lt"/>
              </a:defRPr>
            </a:lvl3pPr>
            <a:lvl4pPr marL="614363" lvl="3" indent="-155575" defTabSz="895350" eaLnBrk="1" hangingPunct="1">
              <a:buClr>
                <a:schemeClr val="tx2"/>
              </a:buClr>
              <a:buSzPct val="120000"/>
              <a:buFont typeface="Arial" charset="0"/>
              <a:buChar char="▫"/>
              <a:defRPr baseline="0">
                <a:latin typeface="+mn-lt"/>
              </a:defRPr>
            </a:lvl4pPr>
            <a:lvl5pPr marL="749808" lvl="4" indent="-130175" defTabSz="895350" eaLnBrk="1" hangingPunct="1">
              <a:buClr>
                <a:schemeClr val="tx2"/>
              </a:buClr>
              <a:buSzPct val="89000"/>
              <a:buFont typeface="Arial" charset="0"/>
              <a:buChar char="-"/>
              <a:defRPr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marL="193675" marR="0" lvl="1" indent="-192088" algn="l" defTabSz="895350" rtl="0" eaLnBrk="1" fontAlgn="auto" latinLnBrk="0" hangingPunct="1">
              <a:lnSpc>
                <a:spcPct val="100000"/>
              </a:lnSpc>
              <a:spcAft>
                <a:spcPts val="0"/>
              </a:spcAft>
              <a:buClrTx/>
              <a:buSzPct val="125000"/>
              <a:buFont typeface="Arial" charset="0"/>
              <a:buChar char="▪"/>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Construir um macro plano de implementação, incluindo:</a:t>
            </a:r>
          </a:p>
          <a:p>
            <a:pPr marL="358775" marR="0" lvl="2" indent="-163513" algn="l" defTabSz="895350" rtl="0" eaLnBrk="1" fontAlgn="auto" latinLnBrk="0" hangingPunct="1">
              <a:lnSpc>
                <a:spcPct val="100000"/>
              </a:lnSpc>
              <a:spcAft>
                <a:spcPts val="0"/>
              </a:spcAft>
              <a:buClrTx/>
              <a:buSzPct val="120000"/>
              <a:buFont typeface="Arial" charset="0"/>
              <a:buChar char="–"/>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Atividades, responsáveis e prazos</a:t>
            </a:r>
          </a:p>
          <a:p>
            <a:pPr marL="358775" marR="0" lvl="2" indent="-163513" algn="l" defTabSz="895350" rtl="0" eaLnBrk="1" fontAlgn="auto" latinLnBrk="0" hangingPunct="1">
              <a:lnSpc>
                <a:spcPct val="100000"/>
              </a:lnSpc>
              <a:spcAft>
                <a:spcPts val="0"/>
              </a:spcAft>
              <a:buClrTx/>
              <a:buSzPct val="120000"/>
              <a:buFont typeface="Arial" charset="0"/>
              <a:buChar char="–"/>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Recursos necessários </a:t>
            </a:r>
          </a:p>
        </p:txBody>
      </p:sp>
      <p:sp>
        <p:nvSpPr>
          <p:cNvPr id="45" name="Rectangle 53">
            <a:extLst>
              <a:ext uri="{FF2B5EF4-FFF2-40B4-BE49-F238E27FC236}">
                <a16:creationId xmlns:a16="http://schemas.microsoft.com/office/drawing/2014/main" id="{B3DAC3CF-AB2E-B135-9067-745034BBEF3C}"/>
              </a:ext>
            </a:extLst>
          </p:cNvPr>
          <p:cNvSpPr txBox="1"/>
          <p:nvPr/>
        </p:nvSpPr>
        <p:spPr>
          <a:xfrm>
            <a:off x="965714" y="1582541"/>
            <a:ext cx="3528000" cy="3716402"/>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marL="0" lvl="0" indent="0" defTabSz="895350" eaLnBrk="1" hangingPunct="1">
              <a:buClr>
                <a:schemeClr val="tx2"/>
              </a:buClr>
              <a:defRPr baseline="0">
                <a:latin typeface="+mn-lt"/>
              </a:defRPr>
            </a:lvl1pPr>
            <a:lvl2pPr marL="193675" lvl="1" indent="-192088" defTabSz="895350" eaLnBrk="1" hangingPunct="1">
              <a:buClr>
                <a:schemeClr val="tx2"/>
              </a:buClr>
              <a:buSzPct val="125000"/>
              <a:buFont typeface="Arial" charset="0"/>
              <a:buChar char="▪"/>
              <a:defRPr baseline="0">
                <a:latin typeface="+mn-lt"/>
              </a:defRPr>
            </a:lvl2pPr>
            <a:lvl3pPr marL="457200" lvl="2" indent="-261938" defTabSz="895350" eaLnBrk="1" hangingPunct="1">
              <a:buClr>
                <a:schemeClr val="tx2"/>
              </a:buClr>
              <a:buSzPct val="120000"/>
              <a:buFont typeface="Arial" charset="0"/>
              <a:buChar char="–"/>
              <a:defRPr baseline="0">
                <a:latin typeface="+mn-lt"/>
              </a:defRPr>
            </a:lvl3pPr>
            <a:lvl4pPr marL="614363" lvl="3" indent="-155575" defTabSz="895350" eaLnBrk="1" hangingPunct="1">
              <a:buClr>
                <a:schemeClr val="tx2"/>
              </a:buClr>
              <a:buSzPct val="120000"/>
              <a:buFont typeface="Arial" charset="0"/>
              <a:buChar char="▫"/>
              <a:defRPr baseline="0">
                <a:latin typeface="+mn-lt"/>
              </a:defRPr>
            </a:lvl4pPr>
            <a:lvl5pPr marL="749808" lvl="4" indent="-130175" defTabSz="895350" eaLnBrk="1" hangingPunct="1">
              <a:buClr>
                <a:schemeClr val="tx2"/>
              </a:buClr>
              <a:buSzPct val="89000"/>
              <a:buFont typeface="Arial" charset="0"/>
              <a:buChar char="-"/>
              <a:defRPr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lvl="1">
              <a:buClrTx/>
              <a:defRPr/>
            </a:pPr>
            <a:r>
              <a:rPr lang="pt-BR" sz="1150">
                <a:solidFill>
                  <a:srgbClr val="071C25"/>
                </a:solidFill>
                <a:latin typeface="Arial"/>
              </a:rPr>
              <a:t>Entrevistar executivos e gestores (incluindo área comercial) para mapear visão, estratégia e ambição para a Morro Verde</a:t>
            </a:r>
          </a:p>
          <a:p>
            <a:pPr lvl="1">
              <a:buClrTx/>
              <a:defRPr/>
            </a:pPr>
            <a:r>
              <a:rPr lang="pt-BR" sz="1150">
                <a:solidFill>
                  <a:srgbClr val="071C25"/>
                </a:solidFill>
                <a:latin typeface="Arial"/>
              </a:rPr>
              <a:t>Analisar potencial de demanda por fertilizantes fosfatados em raios de distância das minas atuais (300 ~ 600 km)</a:t>
            </a:r>
          </a:p>
          <a:p>
            <a:pPr marL="193675" marR="0" lvl="1" indent="-192088" algn="l" defTabSz="895350" rtl="0" eaLnBrk="1" fontAlgn="auto" latinLnBrk="0" hangingPunct="1">
              <a:lnSpc>
                <a:spcPct val="100000"/>
              </a:lnSpc>
              <a:spcAft>
                <a:spcPts val="0"/>
              </a:spcAft>
              <a:buClrTx/>
              <a:buSzPct val="125000"/>
              <a:buFont typeface="Arial" charset="0"/>
              <a:buChar char="▪"/>
              <a:tabLst/>
              <a:defRPr/>
            </a:pPr>
            <a:r>
              <a:rPr kumimoji="0" lang="pt-BR" sz="1150" b="0" i="0" u="none" strike="noStrike" kern="1200" cap="none" spc="0" normalizeH="0" baseline="0" noProof="0">
                <a:ln>
                  <a:noFill/>
                </a:ln>
                <a:solidFill>
                  <a:srgbClr val="071C25"/>
                </a:solidFill>
                <a:effectLst/>
                <a:uLnTx/>
                <a:uFillTx/>
                <a:latin typeface="Arial"/>
              </a:rPr>
              <a:t>Ajustar proposta de valor e segmentação (ex. culturas, tamanho do cliente e distância da fábrica)</a:t>
            </a:r>
          </a:p>
          <a:p>
            <a:pPr lvl="1">
              <a:buClrTx/>
              <a:defRPr/>
            </a:pPr>
            <a:r>
              <a:rPr lang="pt-BR" sz="1150">
                <a:solidFill>
                  <a:srgbClr val="071C25"/>
                </a:solidFill>
                <a:latin typeface="Arial"/>
              </a:rPr>
              <a:t>Mapear e identificar dores, desafios e lacunas atuais na atuação comercial (ex. canais usados, segmentos, preços)</a:t>
            </a:r>
          </a:p>
          <a:p>
            <a:pPr lvl="1">
              <a:buClrTx/>
              <a:defRPr/>
            </a:pPr>
            <a:r>
              <a:rPr lang="pt-BR" sz="1150">
                <a:solidFill>
                  <a:srgbClr val="071C25"/>
                </a:solidFill>
                <a:latin typeface="Arial"/>
              </a:rPr>
              <a:t>Realizar diagnóstico abrangente do desempenho comercial da Morro Verde (ex. evolução de vendas e rentabilidade por região/cliente/canal, margens, </a:t>
            </a:r>
            <a:r>
              <a:rPr lang="pt-BR" sz="1150" i="1" err="1">
                <a:solidFill>
                  <a:srgbClr val="071C25"/>
                </a:solidFill>
                <a:latin typeface="Arial"/>
              </a:rPr>
              <a:t>market</a:t>
            </a:r>
            <a:r>
              <a:rPr lang="pt-BR" sz="1150" i="1">
                <a:solidFill>
                  <a:srgbClr val="071C25"/>
                </a:solidFill>
                <a:latin typeface="Arial"/>
              </a:rPr>
              <a:t> </a:t>
            </a:r>
            <a:r>
              <a:rPr lang="pt-BR" sz="1150" i="1" err="1">
                <a:solidFill>
                  <a:srgbClr val="071C25"/>
                </a:solidFill>
                <a:latin typeface="Arial"/>
              </a:rPr>
              <a:t>share</a:t>
            </a:r>
            <a:r>
              <a:rPr lang="pt-BR" sz="1150">
                <a:solidFill>
                  <a:srgbClr val="071C25"/>
                </a:solidFill>
                <a:latin typeface="Arial"/>
              </a:rPr>
              <a:t>, distribuição da força comercial etc.)</a:t>
            </a:r>
          </a:p>
          <a:p>
            <a:pPr lvl="1">
              <a:buClrTx/>
              <a:defRPr/>
            </a:pPr>
            <a:r>
              <a:rPr lang="pt-BR" sz="1150">
                <a:solidFill>
                  <a:srgbClr val="071C25"/>
                </a:solidFill>
                <a:latin typeface="Arial"/>
              </a:rPr>
              <a:t>Conduzir diagnóstico rápido em </a:t>
            </a:r>
            <a:r>
              <a:rPr lang="pt-BR" sz="1150" i="1" err="1">
                <a:solidFill>
                  <a:srgbClr val="071C25"/>
                </a:solidFill>
                <a:latin typeface="Arial"/>
              </a:rPr>
              <a:t>pricing</a:t>
            </a:r>
            <a:r>
              <a:rPr lang="pt-BR" sz="1150" i="1">
                <a:solidFill>
                  <a:srgbClr val="071C25"/>
                </a:solidFill>
                <a:latin typeface="Arial"/>
              </a:rPr>
              <a:t> </a:t>
            </a:r>
            <a:r>
              <a:rPr lang="pt-BR" sz="1150">
                <a:solidFill>
                  <a:srgbClr val="071C25"/>
                </a:solidFill>
                <a:latin typeface="Arial"/>
              </a:rPr>
              <a:t>para identificar principais dores e desafios do processo de precificação atual, bem como oportunidades de melhoria </a:t>
            </a:r>
          </a:p>
          <a:p>
            <a:pPr lvl="1">
              <a:buClrTx/>
              <a:defRPr/>
            </a:pPr>
            <a:r>
              <a:rPr lang="pt-BR" sz="1150">
                <a:solidFill>
                  <a:srgbClr val="071C25"/>
                </a:solidFill>
                <a:latin typeface="Arial"/>
              </a:rPr>
              <a:t>Avaliar perspectiva futura do mercado de fosfato, incluindo estimativa de preços e estoques</a:t>
            </a:r>
          </a:p>
        </p:txBody>
      </p:sp>
      <p:sp>
        <p:nvSpPr>
          <p:cNvPr id="8" name="Rectangle 8">
            <a:extLst>
              <a:ext uri="{FF2B5EF4-FFF2-40B4-BE49-F238E27FC236}">
                <a16:creationId xmlns:a16="http://schemas.microsoft.com/office/drawing/2014/main" id="{1FBE7481-2948-78C8-DDF4-261F077B417D}"/>
              </a:ext>
            </a:extLst>
          </p:cNvPr>
          <p:cNvSpPr>
            <a:spLocks noChangeArrowheads="1"/>
          </p:cNvSpPr>
          <p:nvPr/>
        </p:nvSpPr>
        <p:spPr bwMode="auto">
          <a:xfrm>
            <a:off x="107291" y="5381087"/>
            <a:ext cx="742577" cy="35394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0" tIns="0" rIns="0" bIns="0" anchor="t" anchorCtr="0">
            <a:spAutoFit/>
          </a:bodyPr>
          <a:lstStyle>
            <a:lvl1pPr defTabSz="787400" eaLnBrk="0" hangingPunct="0">
              <a:defRPr sz="1600">
                <a:solidFill>
                  <a:schemeClr val="tx1"/>
                </a:solidFill>
                <a:latin typeface="Arial" charset="0"/>
                <a:ea typeface="-윤고딕130" pitchFamily="18" charset="-127"/>
              </a:defRPr>
            </a:lvl1pPr>
            <a:lvl2pPr marL="742950" indent="-285750" defTabSz="787400" eaLnBrk="0" hangingPunct="0">
              <a:defRPr sz="1600">
                <a:solidFill>
                  <a:schemeClr val="tx1"/>
                </a:solidFill>
                <a:latin typeface="Arial" charset="0"/>
                <a:ea typeface="-윤고딕130" pitchFamily="18" charset="-127"/>
              </a:defRPr>
            </a:lvl2pPr>
            <a:lvl3pPr marL="1143000" indent="-228600" defTabSz="787400" eaLnBrk="0" hangingPunct="0">
              <a:defRPr sz="1600">
                <a:solidFill>
                  <a:schemeClr val="tx1"/>
                </a:solidFill>
                <a:latin typeface="Arial" charset="0"/>
                <a:ea typeface="-윤고딕130" pitchFamily="18" charset="-127"/>
              </a:defRPr>
            </a:lvl3pPr>
            <a:lvl4pPr marL="1600200" indent="-228600" defTabSz="787400" eaLnBrk="0" hangingPunct="0">
              <a:defRPr sz="1600">
                <a:solidFill>
                  <a:schemeClr val="tx1"/>
                </a:solidFill>
                <a:latin typeface="Arial" charset="0"/>
                <a:ea typeface="-윤고딕130" pitchFamily="18" charset="-127"/>
              </a:defRPr>
            </a:lvl4pPr>
            <a:lvl5pPr marL="2057400" indent="-228600" defTabSz="787400" eaLnBrk="0" hangingPunct="0">
              <a:defRPr sz="1600">
                <a:solidFill>
                  <a:schemeClr val="tx1"/>
                </a:solidFill>
                <a:latin typeface="Arial" charset="0"/>
                <a:ea typeface="-윤고딕130" pitchFamily="18" charset="-127"/>
              </a:defRPr>
            </a:lvl5pPr>
            <a:lvl6pPr marL="2514600" indent="-228600" defTabSz="787400" eaLnBrk="0" fontAlgn="base" hangingPunct="0">
              <a:spcBef>
                <a:spcPct val="0"/>
              </a:spcBef>
              <a:spcAft>
                <a:spcPct val="0"/>
              </a:spcAft>
              <a:defRPr sz="1600">
                <a:solidFill>
                  <a:schemeClr val="tx1"/>
                </a:solidFill>
                <a:latin typeface="Arial" charset="0"/>
                <a:ea typeface="-윤고딕130" pitchFamily="18" charset="-127"/>
              </a:defRPr>
            </a:lvl6pPr>
            <a:lvl7pPr marL="2971800" indent="-228600" defTabSz="787400" eaLnBrk="0" fontAlgn="base" hangingPunct="0">
              <a:spcBef>
                <a:spcPct val="0"/>
              </a:spcBef>
              <a:spcAft>
                <a:spcPct val="0"/>
              </a:spcAft>
              <a:defRPr sz="1600">
                <a:solidFill>
                  <a:schemeClr val="tx1"/>
                </a:solidFill>
                <a:latin typeface="Arial" charset="0"/>
                <a:ea typeface="-윤고딕130" pitchFamily="18" charset="-127"/>
              </a:defRPr>
            </a:lvl7pPr>
            <a:lvl8pPr marL="3429000" indent="-228600" defTabSz="787400" eaLnBrk="0" fontAlgn="base" hangingPunct="0">
              <a:spcBef>
                <a:spcPct val="0"/>
              </a:spcBef>
              <a:spcAft>
                <a:spcPct val="0"/>
              </a:spcAft>
              <a:defRPr sz="1600">
                <a:solidFill>
                  <a:schemeClr val="tx1"/>
                </a:solidFill>
                <a:latin typeface="Arial" charset="0"/>
                <a:ea typeface="-윤고딕130" pitchFamily="18" charset="-127"/>
              </a:defRPr>
            </a:lvl8pPr>
            <a:lvl9pPr marL="3886200" indent="-228600" defTabSz="787400" eaLnBrk="0" fontAlgn="base" hangingPunct="0">
              <a:spcBef>
                <a:spcPct val="0"/>
              </a:spcBef>
              <a:spcAft>
                <a:spcPct val="0"/>
              </a:spcAft>
              <a:defRPr sz="1600">
                <a:solidFill>
                  <a:schemeClr val="tx1"/>
                </a:solidFill>
                <a:latin typeface="Arial" charset="0"/>
                <a:ea typeface="-윤고딕130" pitchFamily="18" charset="-127"/>
              </a:defRPr>
            </a:lvl9pPr>
          </a:lstStyle>
          <a:p>
            <a:pPr marL="0" marR="0" lvl="0" indent="0" algn="l" defTabSz="787400" rtl="0" eaLnBrk="1" fontAlgn="auto" latinLnBrk="0" hangingPunct="1">
              <a:lnSpc>
                <a:spcPct val="100000"/>
              </a:lnSpc>
              <a:spcBef>
                <a:spcPts val="0"/>
              </a:spcBef>
              <a:spcAft>
                <a:spcPts val="0"/>
              </a:spcAft>
              <a:buClrTx/>
              <a:buSzPct val="120000"/>
              <a:buFontTx/>
              <a:buNone/>
              <a:tabLst/>
              <a:defRPr/>
            </a:pPr>
            <a:r>
              <a:rPr kumimoji="0" lang="pt-BR" altLang="zh-CN" sz="1150" b="1" i="0" u="none" strike="noStrike" kern="0" cap="none" spc="0" normalizeH="0" baseline="0" noProof="0">
                <a:ln>
                  <a:noFill/>
                </a:ln>
                <a:solidFill>
                  <a:srgbClr val="020E66"/>
                </a:solidFill>
                <a:effectLst/>
                <a:uLnTx/>
                <a:uFillTx/>
                <a:latin typeface="Arial"/>
                <a:ea typeface="-윤고딕130" pitchFamily="18" charset="-127"/>
                <a:cs typeface="+mn-cs"/>
              </a:rPr>
              <a:t>Produtos</a:t>
            </a:r>
            <a:br>
              <a:rPr kumimoji="0" lang="pt-BR" altLang="zh-CN" sz="1150" b="1" i="0" u="none" strike="noStrike" kern="0" cap="none" spc="0" normalizeH="0" baseline="0" noProof="0">
                <a:ln>
                  <a:noFill/>
                </a:ln>
                <a:solidFill>
                  <a:srgbClr val="020E66"/>
                </a:solidFill>
                <a:effectLst/>
                <a:uLnTx/>
                <a:uFillTx/>
                <a:latin typeface="Arial"/>
                <a:ea typeface="-윤고딕130" pitchFamily="18" charset="-127"/>
                <a:cs typeface="+mn-cs"/>
              </a:rPr>
            </a:br>
            <a:r>
              <a:rPr kumimoji="0" lang="pt-BR" altLang="zh-CN" sz="1150" b="1" i="0" u="none" strike="noStrike" kern="0" cap="none" spc="0" normalizeH="0" baseline="0" noProof="0">
                <a:ln>
                  <a:noFill/>
                </a:ln>
                <a:solidFill>
                  <a:srgbClr val="020E66"/>
                </a:solidFill>
                <a:effectLst/>
                <a:uLnTx/>
                <a:uFillTx/>
                <a:latin typeface="Arial"/>
                <a:ea typeface="-윤고딕130" pitchFamily="18" charset="-127"/>
                <a:cs typeface="+mn-cs"/>
              </a:rPr>
              <a:t>finais</a:t>
            </a:r>
          </a:p>
        </p:txBody>
      </p:sp>
      <p:sp>
        <p:nvSpPr>
          <p:cNvPr id="65" name="Rectangle 53">
            <a:extLst>
              <a:ext uri="{FF2B5EF4-FFF2-40B4-BE49-F238E27FC236}">
                <a16:creationId xmlns:a16="http://schemas.microsoft.com/office/drawing/2014/main" id="{87068C71-6404-8D77-F3DE-83D3E8334B19}"/>
              </a:ext>
            </a:extLst>
          </p:cNvPr>
          <p:cNvSpPr txBox="1"/>
          <p:nvPr/>
        </p:nvSpPr>
        <p:spPr>
          <a:xfrm>
            <a:off x="4996859" y="5381087"/>
            <a:ext cx="2376000" cy="1061829"/>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marL="0" lvl="0" indent="0" defTabSz="895350" eaLnBrk="1" hangingPunct="1">
              <a:buClr>
                <a:schemeClr val="tx2"/>
              </a:buClr>
              <a:defRPr baseline="0">
                <a:latin typeface="+mn-lt"/>
              </a:defRPr>
            </a:lvl1pPr>
            <a:lvl2pPr marL="193675" lvl="1" indent="-192088" defTabSz="895350" eaLnBrk="1" hangingPunct="1">
              <a:buClr>
                <a:schemeClr val="tx2"/>
              </a:buClr>
              <a:buSzPct val="125000"/>
              <a:buFont typeface="Arial" charset="0"/>
              <a:buChar char="▪"/>
              <a:defRPr baseline="0">
                <a:latin typeface="+mn-lt"/>
              </a:defRPr>
            </a:lvl2pPr>
            <a:lvl3pPr marL="457200" lvl="2" indent="-261938" defTabSz="895350" eaLnBrk="1" hangingPunct="1">
              <a:buClr>
                <a:schemeClr val="tx2"/>
              </a:buClr>
              <a:buSzPct val="120000"/>
              <a:buFont typeface="Arial" charset="0"/>
              <a:buChar char="–"/>
              <a:defRPr baseline="0">
                <a:latin typeface="+mn-lt"/>
              </a:defRPr>
            </a:lvl3pPr>
            <a:lvl4pPr marL="614363" lvl="3" indent="-155575" defTabSz="895350" eaLnBrk="1" hangingPunct="1">
              <a:buClr>
                <a:schemeClr val="tx2"/>
              </a:buClr>
              <a:buSzPct val="120000"/>
              <a:buFont typeface="Arial" charset="0"/>
              <a:buChar char="▫"/>
              <a:defRPr baseline="0">
                <a:latin typeface="+mn-lt"/>
              </a:defRPr>
            </a:lvl4pPr>
            <a:lvl5pPr marL="749808" lvl="4" indent="-130175" defTabSz="895350" eaLnBrk="1" hangingPunct="1">
              <a:buClr>
                <a:schemeClr val="tx2"/>
              </a:buClr>
              <a:buSzPct val="89000"/>
              <a:buFont typeface="Arial" charset="0"/>
              <a:buChar char="-"/>
              <a:defRPr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marL="0" marR="0" lvl="0" indent="0" algn="l" defTabSz="895350" rtl="0" eaLnBrk="1" fontAlgn="auto" latinLnBrk="0" hangingPunct="1">
              <a:lnSpc>
                <a:spcPct val="100000"/>
              </a:lnSpc>
              <a:spcBef>
                <a:spcPts val="0"/>
              </a:spcBef>
              <a:spcAft>
                <a:spcPts val="0"/>
              </a:spcAft>
              <a:buClrTx/>
              <a:buSzTx/>
              <a:buFontTx/>
              <a:buNone/>
              <a:tabLst/>
              <a:defRPr/>
            </a:pPr>
            <a:r>
              <a:rPr kumimoji="0" lang="pt-BR" sz="1150" b="0" i="0" u="none" strike="noStrike" kern="1200" cap="none" spc="0" normalizeH="0" baseline="0" noProof="0">
                <a:ln>
                  <a:noFill/>
                </a:ln>
                <a:solidFill>
                  <a:srgbClr val="071C25"/>
                </a:solidFill>
                <a:effectLst/>
                <a:uLnTx/>
                <a:uFillTx/>
                <a:latin typeface="Arial"/>
              </a:rPr>
              <a:t>Novo modelo comercial</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150" b="0" i="0" u="none" strike="noStrike" kern="1200" cap="none" spc="0" normalizeH="0" baseline="0" noProof="0">
                <a:ln>
                  <a:noFill/>
                </a:ln>
                <a:solidFill>
                  <a:srgbClr val="071C25"/>
                </a:solidFill>
                <a:effectLst/>
                <a:uLnTx/>
                <a:uFillTx/>
                <a:latin typeface="Arial"/>
              </a:rPr>
              <a:t>Proposta de valor </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lang="pt-BR" sz="1150">
                <a:solidFill>
                  <a:srgbClr val="071C25"/>
                </a:solidFill>
                <a:latin typeface="Arial"/>
              </a:rPr>
              <a:t>Novo modelo de acesso à mercado</a:t>
            </a:r>
            <a:endParaRPr kumimoji="0" lang="pt-BR" sz="1150" b="0" i="0" u="none" strike="noStrike" kern="1200" cap="none" spc="0" normalizeH="0" baseline="0" noProof="0">
              <a:ln>
                <a:noFill/>
              </a:ln>
              <a:solidFill>
                <a:srgbClr val="071C25"/>
              </a:solidFill>
              <a:effectLst/>
              <a:uLnTx/>
              <a:uFillTx/>
              <a:latin typeface="Arial"/>
            </a:endParaRP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150" b="0" i="0" u="none" strike="noStrike" kern="1200" cap="none" spc="0" normalizeH="0" baseline="0" noProof="0">
                <a:ln>
                  <a:noFill/>
                </a:ln>
                <a:solidFill>
                  <a:srgbClr val="071C25"/>
                </a:solidFill>
                <a:effectLst/>
                <a:uLnTx/>
                <a:uFillTx/>
                <a:latin typeface="Arial"/>
              </a:rPr>
              <a:t>Modelo de governança</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150" b="0" i="0" u="none" strike="noStrike" kern="1200" cap="none" spc="0" normalizeH="0" baseline="0" noProof="0">
                <a:ln>
                  <a:noFill/>
                </a:ln>
                <a:solidFill>
                  <a:srgbClr val="071C25"/>
                </a:solidFill>
                <a:effectLst/>
                <a:uLnTx/>
                <a:uFillTx/>
                <a:latin typeface="Arial"/>
              </a:rPr>
              <a:t>Impactos financeiros</a:t>
            </a:r>
          </a:p>
        </p:txBody>
      </p:sp>
      <p:sp>
        <p:nvSpPr>
          <p:cNvPr id="66" name="Oval 43">
            <a:extLst>
              <a:ext uri="{FF2B5EF4-FFF2-40B4-BE49-F238E27FC236}">
                <a16:creationId xmlns:a16="http://schemas.microsoft.com/office/drawing/2014/main" id="{FDB2096B-D8B7-A923-858F-DF3374A76207}"/>
              </a:ext>
            </a:extLst>
          </p:cNvPr>
          <p:cNvSpPr/>
          <p:nvPr/>
        </p:nvSpPr>
        <p:spPr>
          <a:xfrm>
            <a:off x="4672859" y="5381087"/>
            <a:ext cx="216000" cy="216000"/>
          </a:xfrm>
          <a:prstGeom prst="ellipse">
            <a:avLst/>
          </a:prstGeom>
          <a:solidFill>
            <a:schemeClr val="accent5"/>
          </a:solidFill>
          <a:ln w="9525">
            <a:noFill/>
            <a:round/>
            <a:headEnd/>
            <a:tailEnd/>
          </a:ln>
          <a:effec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150" b="1" i="0" u="none" strike="noStrike" kern="0" cap="none" spc="0" normalizeH="0" baseline="0" noProof="0">
                <a:ln>
                  <a:noFill/>
                </a:ln>
                <a:solidFill>
                  <a:prstClr val="white"/>
                </a:solidFill>
                <a:effectLst/>
                <a:uLnTx/>
                <a:uFillTx/>
                <a:latin typeface="Arial"/>
                <a:ea typeface="+mn-ea"/>
                <a:cs typeface="Calibri" panose="020F0502020204030204" pitchFamily="34" charset="0"/>
              </a:rPr>
              <a:t>5</a:t>
            </a:r>
          </a:p>
        </p:txBody>
      </p:sp>
      <p:sp>
        <p:nvSpPr>
          <p:cNvPr id="68" name="Rectangle 53">
            <a:extLst>
              <a:ext uri="{FF2B5EF4-FFF2-40B4-BE49-F238E27FC236}">
                <a16:creationId xmlns:a16="http://schemas.microsoft.com/office/drawing/2014/main" id="{693103EC-7D2A-3DB8-CBFF-2C3189678E33}"/>
              </a:ext>
            </a:extLst>
          </p:cNvPr>
          <p:cNvSpPr txBox="1"/>
          <p:nvPr/>
        </p:nvSpPr>
        <p:spPr>
          <a:xfrm>
            <a:off x="7888935" y="5381087"/>
            <a:ext cx="1756800" cy="707886"/>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marL="0" lvl="0" indent="0" defTabSz="895350" eaLnBrk="1" hangingPunct="1">
              <a:buClr>
                <a:schemeClr val="tx2"/>
              </a:buClr>
              <a:defRPr baseline="0">
                <a:latin typeface="+mn-lt"/>
              </a:defRPr>
            </a:lvl1pPr>
            <a:lvl2pPr marL="193675" lvl="1" indent="-192088" defTabSz="895350" eaLnBrk="1" hangingPunct="1">
              <a:buClr>
                <a:schemeClr val="tx2"/>
              </a:buClr>
              <a:buSzPct val="125000"/>
              <a:buFont typeface="Arial" charset="0"/>
              <a:buChar char="▪"/>
              <a:defRPr baseline="0">
                <a:latin typeface="+mn-lt"/>
              </a:defRPr>
            </a:lvl2pPr>
            <a:lvl3pPr marL="457200" lvl="2" indent="-261938" defTabSz="895350" eaLnBrk="1" hangingPunct="1">
              <a:buClr>
                <a:schemeClr val="tx2"/>
              </a:buClr>
              <a:buSzPct val="120000"/>
              <a:buFont typeface="Arial" charset="0"/>
              <a:buChar char="–"/>
              <a:defRPr baseline="0">
                <a:latin typeface="+mn-lt"/>
              </a:defRPr>
            </a:lvl3pPr>
            <a:lvl4pPr marL="614363" lvl="3" indent="-155575" defTabSz="895350" eaLnBrk="1" hangingPunct="1">
              <a:buClr>
                <a:schemeClr val="tx2"/>
              </a:buClr>
              <a:buSzPct val="120000"/>
              <a:buFont typeface="Arial" charset="0"/>
              <a:buChar char="▫"/>
              <a:defRPr baseline="0">
                <a:latin typeface="+mn-lt"/>
              </a:defRPr>
            </a:lvl4pPr>
            <a:lvl5pPr marL="749808" lvl="4" indent="-130175" defTabSz="895350" eaLnBrk="1" hangingPunct="1">
              <a:buClr>
                <a:schemeClr val="tx2"/>
              </a:buClr>
              <a:buSzPct val="89000"/>
              <a:buFont typeface="Arial" charset="0"/>
              <a:buChar char="-"/>
              <a:defRPr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marL="0" marR="0" lvl="0" indent="0" algn="l" defTabSz="895350" rtl="0" eaLnBrk="1" fontAlgn="auto" latinLnBrk="0" hangingPunct="1">
              <a:lnSpc>
                <a:spcPct val="100000"/>
              </a:lnSpc>
              <a:spcBef>
                <a:spcPts val="0"/>
              </a:spcBef>
              <a:spcAft>
                <a:spcPts val="0"/>
              </a:spcAft>
              <a:buClrTx/>
              <a:buSzTx/>
              <a:buFontTx/>
              <a:buNone/>
              <a:tabLst/>
              <a:defRPr/>
            </a:pPr>
            <a:r>
              <a:rPr kumimoji="0" lang="pt-BR" sz="1150" b="0" i="0" u="none" strike="noStrike" kern="1200" cap="none" spc="0" normalizeH="0" baseline="0" noProof="0" err="1">
                <a:ln>
                  <a:noFill/>
                </a:ln>
                <a:solidFill>
                  <a:srgbClr val="071C25"/>
                </a:solidFill>
                <a:effectLst/>
                <a:uLnTx/>
                <a:uFillTx/>
                <a:latin typeface="Arial"/>
                <a:ea typeface="+mn-ea"/>
                <a:cs typeface="+mn-cs"/>
              </a:rPr>
              <a:t>Macroplano</a:t>
            </a:r>
            <a:r>
              <a:rPr kumimoji="0" lang="pt-BR" sz="1150" b="0" i="0" u="none" strike="noStrike" kern="1200" cap="none" spc="0" normalizeH="0" baseline="0" noProof="0">
                <a:ln>
                  <a:noFill/>
                </a:ln>
                <a:solidFill>
                  <a:srgbClr val="071C25"/>
                </a:solidFill>
                <a:effectLst/>
                <a:uLnTx/>
                <a:uFillTx/>
                <a:latin typeface="Arial"/>
                <a:ea typeface="+mn-ea"/>
                <a:cs typeface="+mn-cs"/>
              </a:rPr>
              <a:t> de implementação</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Faseamento das iniciativas</a:t>
            </a:r>
          </a:p>
        </p:txBody>
      </p:sp>
      <p:sp>
        <p:nvSpPr>
          <p:cNvPr id="69" name="Oval 43">
            <a:extLst>
              <a:ext uri="{FF2B5EF4-FFF2-40B4-BE49-F238E27FC236}">
                <a16:creationId xmlns:a16="http://schemas.microsoft.com/office/drawing/2014/main" id="{287611C1-24AB-1665-D299-5DC7296C525F}"/>
              </a:ext>
            </a:extLst>
          </p:cNvPr>
          <p:cNvSpPr/>
          <p:nvPr/>
        </p:nvSpPr>
        <p:spPr>
          <a:xfrm>
            <a:off x="7564935" y="5381087"/>
            <a:ext cx="216000" cy="216000"/>
          </a:xfrm>
          <a:prstGeom prst="ellipse">
            <a:avLst/>
          </a:prstGeom>
          <a:solidFill>
            <a:schemeClr val="accent5"/>
          </a:solidFill>
          <a:ln w="9525">
            <a:noFill/>
            <a:round/>
            <a:headEnd/>
            <a:tailEnd/>
          </a:ln>
          <a:effec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150" b="1" i="0" u="none" strike="noStrike" kern="0" cap="none" spc="0" normalizeH="0" baseline="0" noProof="0">
                <a:ln>
                  <a:noFill/>
                </a:ln>
                <a:solidFill>
                  <a:prstClr val="white"/>
                </a:solidFill>
                <a:effectLst/>
                <a:uLnTx/>
                <a:uFillTx/>
                <a:latin typeface="Arial"/>
                <a:ea typeface="+mn-ea"/>
                <a:cs typeface="Calibri" panose="020F0502020204030204" pitchFamily="34" charset="0"/>
              </a:rPr>
              <a:t>6</a:t>
            </a:r>
          </a:p>
        </p:txBody>
      </p:sp>
      <p:sp>
        <p:nvSpPr>
          <p:cNvPr id="49" name="Rectangle 53">
            <a:extLst>
              <a:ext uri="{FF2B5EF4-FFF2-40B4-BE49-F238E27FC236}">
                <a16:creationId xmlns:a16="http://schemas.microsoft.com/office/drawing/2014/main" id="{055A0BBA-99C0-7FD9-C3FC-698DB37CE77B}"/>
              </a:ext>
            </a:extLst>
          </p:cNvPr>
          <p:cNvSpPr txBox="1"/>
          <p:nvPr/>
        </p:nvSpPr>
        <p:spPr>
          <a:xfrm>
            <a:off x="1289714" y="5644971"/>
            <a:ext cx="3132000" cy="176972"/>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marL="0" lvl="0" indent="0" defTabSz="895350" eaLnBrk="1" hangingPunct="1">
              <a:buClr>
                <a:schemeClr val="tx2"/>
              </a:buClr>
              <a:defRPr baseline="0">
                <a:latin typeface="+mn-lt"/>
              </a:defRPr>
            </a:lvl1pPr>
            <a:lvl2pPr marL="193675" lvl="1" indent="-192088" defTabSz="895350" eaLnBrk="1" hangingPunct="1">
              <a:buClr>
                <a:schemeClr val="tx2"/>
              </a:buClr>
              <a:buSzPct val="125000"/>
              <a:buFont typeface="Arial" charset="0"/>
              <a:buChar char="▪"/>
              <a:defRPr baseline="0">
                <a:latin typeface="+mn-lt"/>
              </a:defRPr>
            </a:lvl2pPr>
            <a:lvl3pPr marL="457200" lvl="2" indent="-261938" defTabSz="895350" eaLnBrk="1" hangingPunct="1">
              <a:buClr>
                <a:schemeClr val="tx2"/>
              </a:buClr>
              <a:buSzPct val="120000"/>
              <a:buFont typeface="Arial" charset="0"/>
              <a:buChar char="–"/>
              <a:defRPr baseline="0">
                <a:latin typeface="+mn-lt"/>
              </a:defRPr>
            </a:lvl3pPr>
            <a:lvl4pPr marL="614363" lvl="3" indent="-155575" defTabSz="895350" eaLnBrk="1" hangingPunct="1">
              <a:buClr>
                <a:schemeClr val="tx2"/>
              </a:buClr>
              <a:buSzPct val="120000"/>
              <a:buFont typeface="Arial" charset="0"/>
              <a:buChar char="▫"/>
              <a:defRPr baseline="0">
                <a:latin typeface="+mn-lt"/>
              </a:defRPr>
            </a:lvl4pPr>
            <a:lvl5pPr marL="749808" lvl="4" indent="-130175" defTabSz="895350" eaLnBrk="1" hangingPunct="1">
              <a:buClr>
                <a:schemeClr val="tx2"/>
              </a:buClr>
              <a:buSzPct val="89000"/>
              <a:buFont typeface="Arial" charset="0"/>
              <a:buChar char="-"/>
              <a:defRPr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marL="0" marR="0" lvl="1" indent="0" algn="l" defTabSz="895350" rtl="0" eaLnBrk="1" fontAlgn="auto" latinLnBrk="0" hangingPunct="1">
              <a:lnSpc>
                <a:spcPct val="100000"/>
              </a:lnSpc>
              <a:spcBef>
                <a:spcPts val="0"/>
              </a:spcBef>
              <a:spcAft>
                <a:spcPts val="0"/>
              </a:spcAft>
              <a:buClr>
                <a:srgbClr val="020E66"/>
              </a:buClr>
              <a:buSzPct val="125000"/>
              <a:buFont typeface="Arial" charset="0"/>
              <a:buNone/>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Diagnóstico do desempenho comercial atual</a:t>
            </a:r>
          </a:p>
        </p:txBody>
      </p:sp>
      <p:sp>
        <p:nvSpPr>
          <p:cNvPr id="56" name="Oval 43">
            <a:extLst>
              <a:ext uri="{FF2B5EF4-FFF2-40B4-BE49-F238E27FC236}">
                <a16:creationId xmlns:a16="http://schemas.microsoft.com/office/drawing/2014/main" id="{8E702B63-91F6-C983-FDB5-05B34CF5FA5D}"/>
              </a:ext>
            </a:extLst>
          </p:cNvPr>
          <p:cNvSpPr/>
          <p:nvPr/>
        </p:nvSpPr>
        <p:spPr>
          <a:xfrm>
            <a:off x="965714" y="5381087"/>
            <a:ext cx="216000" cy="216000"/>
          </a:xfrm>
          <a:prstGeom prst="ellipse">
            <a:avLst/>
          </a:prstGeom>
          <a:solidFill>
            <a:schemeClr val="accent5"/>
          </a:solidFill>
          <a:ln w="9525">
            <a:noFill/>
            <a:round/>
            <a:headEnd/>
            <a:tailEnd/>
          </a:ln>
          <a:effec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150" b="1" i="0" u="none" strike="noStrike" kern="0" cap="none" spc="0" normalizeH="0" baseline="0" noProof="0">
                <a:ln>
                  <a:noFill/>
                </a:ln>
                <a:solidFill>
                  <a:prstClr val="white"/>
                </a:solidFill>
                <a:effectLst/>
                <a:uLnTx/>
                <a:uFillTx/>
                <a:latin typeface="Arial"/>
                <a:ea typeface="+mn-ea"/>
                <a:cs typeface="Calibri" panose="020F0502020204030204" pitchFamily="34" charset="0"/>
              </a:rPr>
              <a:t>1</a:t>
            </a:r>
          </a:p>
        </p:txBody>
      </p:sp>
      <p:sp>
        <p:nvSpPr>
          <p:cNvPr id="110" name="Oval 43">
            <a:extLst>
              <a:ext uri="{FF2B5EF4-FFF2-40B4-BE49-F238E27FC236}">
                <a16:creationId xmlns:a16="http://schemas.microsoft.com/office/drawing/2014/main" id="{BA9A75C6-AA35-0871-715D-A511DC5238BD}"/>
              </a:ext>
            </a:extLst>
          </p:cNvPr>
          <p:cNvSpPr/>
          <p:nvPr/>
        </p:nvSpPr>
        <p:spPr>
          <a:xfrm>
            <a:off x="965714" y="5644971"/>
            <a:ext cx="216000" cy="216000"/>
          </a:xfrm>
          <a:prstGeom prst="ellipse">
            <a:avLst/>
          </a:prstGeom>
          <a:solidFill>
            <a:schemeClr val="accent5"/>
          </a:solidFill>
          <a:ln w="9525">
            <a:noFill/>
            <a:round/>
            <a:headEnd/>
            <a:tailEnd/>
          </a:ln>
          <a:effec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150" b="1" i="0" u="none" strike="noStrike" kern="0" cap="none" spc="0" normalizeH="0" baseline="0" noProof="0">
                <a:ln>
                  <a:noFill/>
                </a:ln>
                <a:solidFill>
                  <a:prstClr val="white"/>
                </a:solidFill>
                <a:effectLst/>
                <a:uLnTx/>
                <a:uFillTx/>
                <a:latin typeface="Arial"/>
                <a:ea typeface="+mn-ea"/>
                <a:cs typeface="Calibri" panose="020F0502020204030204" pitchFamily="34" charset="0"/>
              </a:rPr>
              <a:t>2</a:t>
            </a:r>
          </a:p>
        </p:txBody>
      </p:sp>
      <p:cxnSp>
        <p:nvCxnSpPr>
          <p:cNvPr id="143" name="Straight Connector 142">
            <a:extLst>
              <a:ext uri="{FF2B5EF4-FFF2-40B4-BE49-F238E27FC236}">
                <a16:creationId xmlns:a16="http://schemas.microsoft.com/office/drawing/2014/main" id="{A08CADA1-129F-C2C7-A40C-B93C5519A6D6}"/>
              </a:ext>
            </a:extLst>
          </p:cNvPr>
          <p:cNvCxnSpPr>
            <a:cxnSpLocks/>
          </p:cNvCxnSpPr>
          <p:nvPr/>
        </p:nvCxnSpPr>
        <p:spPr>
          <a:xfrm>
            <a:off x="965714" y="5335814"/>
            <a:ext cx="11016000" cy="0"/>
          </a:xfrm>
          <a:prstGeom prst="line">
            <a:avLst/>
          </a:prstGeom>
          <a:ln w="9525">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sp>
        <p:nvSpPr>
          <p:cNvPr id="6" name="Rectangle 53">
            <a:extLst>
              <a:ext uri="{FF2B5EF4-FFF2-40B4-BE49-F238E27FC236}">
                <a16:creationId xmlns:a16="http://schemas.microsoft.com/office/drawing/2014/main" id="{E1362351-8E3B-348B-F225-8B9EC0F4C020}"/>
              </a:ext>
            </a:extLst>
          </p:cNvPr>
          <p:cNvSpPr txBox="1"/>
          <p:nvPr/>
        </p:nvSpPr>
        <p:spPr>
          <a:xfrm>
            <a:off x="4672859" y="1582541"/>
            <a:ext cx="2700000" cy="1946687"/>
          </a:xfrm>
          <a:prstGeom prst="rect">
            <a:avLst/>
          </a:prstGeom>
          <a:noFill/>
          <a:ln w="9525">
            <a:noFill/>
            <a:miter lim="800000"/>
            <a:headEnd/>
            <a:tailEnd/>
          </a:ln>
          <a:effectLst/>
        </p:spPr>
        <p:txBody>
          <a:bodyPr vert="horz" wrap="square" lIns="0" tIns="0" rIns="0" bIns="0" numCol="1" anchor="t" anchorCtr="0" compatLnSpc="1">
            <a:prstTxWarp prst="textNoShape">
              <a:avLst/>
            </a:prstTxWarp>
            <a:spAutoFit/>
          </a:bodyPr>
          <a:lstStyle>
            <a:lvl1pPr marL="0" lvl="0" indent="0" defTabSz="895350" eaLnBrk="1" hangingPunct="1">
              <a:buClr>
                <a:schemeClr val="tx2"/>
              </a:buClr>
              <a:defRPr baseline="0">
                <a:latin typeface="+mn-lt"/>
              </a:defRPr>
            </a:lvl1pPr>
            <a:lvl2pPr marL="193675" lvl="1" indent="-192088" defTabSz="895350" eaLnBrk="1" hangingPunct="1">
              <a:buClr>
                <a:schemeClr val="tx2"/>
              </a:buClr>
              <a:buSzPct val="125000"/>
              <a:buFont typeface="Arial" charset="0"/>
              <a:buChar char="▪"/>
              <a:defRPr baseline="0">
                <a:latin typeface="+mn-lt"/>
              </a:defRPr>
            </a:lvl2pPr>
            <a:lvl3pPr marL="457200" lvl="2" indent="-261938" defTabSz="895350" eaLnBrk="1" hangingPunct="1">
              <a:buClr>
                <a:schemeClr val="tx2"/>
              </a:buClr>
              <a:buSzPct val="120000"/>
              <a:buFont typeface="Arial" charset="0"/>
              <a:buChar char="–"/>
              <a:defRPr baseline="0">
                <a:latin typeface="+mn-lt"/>
              </a:defRPr>
            </a:lvl3pPr>
            <a:lvl4pPr marL="614363" lvl="3" indent="-155575" defTabSz="895350" eaLnBrk="1" hangingPunct="1">
              <a:buClr>
                <a:schemeClr val="tx2"/>
              </a:buClr>
              <a:buSzPct val="120000"/>
              <a:buFont typeface="Arial" charset="0"/>
              <a:buChar char="▫"/>
              <a:defRPr baseline="0">
                <a:latin typeface="+mn-lt"/>
              </a:defRPr>
            </a:lvl4pPr>
            <a:lvl5pPr marL="749808" lvl="4" indent="-130175" defTabSz="895350" eaLnBrk="1" hangingPunct="1">
              <a:buClr>
                <a:schemeClr val="tx2"/>
              </a:buClr>
              <a:buSzPct val="89000"/>
              <a:buFont typeface="Arial" charset="0"/>
              <a:buChar char="-"/>
              <a:defRPr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marL="193675" marR="0" lvl="1" indent="-192088" algn="l" defTabSz="895350" rtl="0" eaLnBrk="1" fontAlgn="auto" latinLnBrk="0" hangingPunct="1">
              <a:lnSpc>
                <a:spcPct val="100000"/>
              </a:lnSpc>
              <a:spcAft>
                <a:spcPts val="0"/>
              </a:spcAft>
              <a:buClrTx/>
              <a:buSzPct val="125000"/>
              <a:buFont typeface="Arial" charset="0"/>
              <a:buChar char="▪"/>
              <a:tabLst/>
              <a:defRPr/>
            </a:pPr>
            <a:r>
              <a:rPr lang="pt-BR" sz="1150">
                <a:solidFill>
                  <a:srgbClr val="071C25"/>
                </a:solidFill>
                <a:latin typeface="Arial"/>
              </a:rPr>
              <a:t>Definir canais de vendas (ex. venda direta, grandes revendas, revendas de especialidade, cooperativas etc.) com base na proposta de valor e segmentação </a:t>
            </a:r>
            <a:endParaRPr kumimoji="0" lang="pt-BR" sz="1150" b="0" i="0" u="none" strike="noStrike" kern="1200" cap="none" spc="0" normalizeH="0" baseline="0" noProof="0">
              <a:ln>
                <a:noFill/>
              </a:ln>
              <a:solidFill>
                <a:srgbClr val="071C25"/>
              </a:solidFill>
              <a:effectLst/>
              <a:uLnTx/>
              <a:uFillTx/>
              <a:latin typeface="Arial"/>
            </a:endParaRPr>
          </a:p>
          <a:p>
            <a:pPr marL="193675" marR="0" lvl="1" indent="-192088" algn="l" defTabSz="895350" rtl="0" eaLnBrk="1" fontAlgn="auto" latinLnBrk="0" hangingPunct="1">
              <a:lnSpc>
                <a:spcPct val="100000"/>
              </a:lnSpc>
              <a:spcAft>
                <a:spcPts val="0"/>
              </a:spcAft>
              <a:buClrTx/>
              <a:buSzPct val="125000"/>
              <a:buFont typeface="Arial" charset="0"/>
              <a:buChar char="▪"/>
              <a:tabLst/>
              <a:defRPr/>
            </a:pPr>
            <a:r>
              <a:rPr kumimoji="0" lang="pt-BR" sz="1150" b="0" i="0" u="none" strike="noStrike" kern="1200" cap="none" spc="0" normalizeH="0" baseline="0" noProof="0">
                <a:ln>
                  <a:noFill/>
                </a:ln>
                <a:solidFill>
                  <a:srgbClr val="071C25"/>
                </a:solidFill>
                <a:effectLst/>
                <a:uLnTx/>
                <a:uFillTx/>
                <a:latin typeface="Arial"/>
              </a:rPr>
              <a:t>Desenhar modelo de organização comercial da Morro Verde</a:t>
            </a:r>
          </a:p>
          <a:p>
            <a:pPr marL="358775" marR="0" lvl="2" indent="-163513" algn="l" defTabSz="895350" rtl="0" eaLnBrk="1" fontAlgn="auto" latinLnBrk="0" hangingPunct="1">
              <a:lnSpc>
                <a:spcPct val="100000"/>
              </a:lnSpc>
              <a:spcAft>
                <a:spcPts val="0"/>
              </a:spcAft>
              <a:buClrTx/>
              <a:buSzPct val="120000"/>
              <a:buFont typeface="Arial" charset="0"/>
              <a:buChar char="–"/>
              <a:tabLst/>
              <a:defRPr/>
            </a:pPr>
            <a:r>
              <a:rPr kumimoji="0" lang="pt-BR" sz="1150" b="0" i="0" u="none" strike="noStrike" kern="1200" cap="none" spc="0" normalizeH="0" baseline="0" noProof="0">
                <a:ln>
                  <a:noFill/>
                </a:ln>
                <a:solidFill>
                  <a:srgbClr val="071C25"/>
                </a:solidFill>
                <a:effectLst/>
                <a:uLnTx/>
                <a:uFillTx/>
                <a:latin typeface="Arial"/>
              </a:rPr>
              <a:t>Estrutura, reportes, papeis e responsabilidades</a:t>
            </a:r>
          </a:p>
          <a:p>
            <a:pPr marL="358775" marR="0" lvl="2" indent="-163513" algn="l" defTabSz="895350" rtl="0" eaLnBrk="1" fontAlgn="auto" latinLnBrk="0" hangingPunct="1">
              <a:lnSpc>
                <a:spcPct val="100000"/>
              </a:lnSpc>
              <a:spcAft>
                <a:spcPts val="0"/>
              </a:spcAft>
              <a:buClrTx/>
              <a:buSzPct val="120000"/>
              <a:buFont typeface="Arial" charset="0"/>
              <a:buChar char="–"/>
              <a:tabLst/>
              <a:defRPr/>
            </a:pPr>
            <a:r>
              <a:rPr kumimoji="0" lang="pt-BR" sz="1150" b="0" i="0" u="none" strike="noStrike" kern="1200" cap="none" spc="0" normalizeH="0" baseline="0" noProof="0">
                <a:ln>
                  <a:noFill/>
                </a:ln>
                <a:solidFill>
                  <a:srgbClr val="071C25"/>
                </a:solidFill>
                <a:effectLst/>
                <a:uLnTx/>
                <a:uFillTx/>
                <a:latin typeface="Arial"/>
              </a:rPr>
              <a:t>Quantitativo de </a:t>
            </a:r>
            <a:r>
              <a:rPr kumimoji="0" lang="pt-BR" sz="1150" b="0" i="0" u="none" strike="noStrike" kern="1200" cap="none" spc="0" normalizeH="0" baseline="0" noProof="0" err="1">
                <a:ln>
                  <a:noFill/>
                </a:ln>
                <a:solidFill>
                  <a:srgbClr val="071C25"/>
                </a:solidFill>
                <a:effectLst/>
                <a:uLnTx/>
                <a:uFillTx/>
                <a:latin typeface="Arial"/>
              </a:rPr>
              <a:t>FTEs</a:t>
            </a:r>
            <a:endParaRPr kumimoji="0" lang="pt-BR" sz="1150" b="0" i="0" u="none" strike="noStrike" kern="1200" cap="none" spc="0" normalizeH="0" baseline="0" noProof="0">
              <a:ln>
                <a:noFill/>
              </a:ln>
              <a:solidFill>
                <a:srgbClr val="071C25"/>
              </a:solidFill>
              <a:effectLst/>
              <a:uLnTx/>
              <a:uFillTx/>
              <a:latin typeface="Arial"/>
            </a:endParaRPr>
          </a:p>
          <a:p>
            <a:pPr marL="358775" marR="0" lvl="2" indent="-163513" algn="l" defTabSz="895350" rtl="0" eaLnBrk="1" fontAlgn="auto" latinLnBrk="0" hangingPunct="1">
              <a:lnSpc>
                <a:spcPct val="100000"/>
              </a:lnSpc>
              <a:spcAft>
                <a:spcPts val="0"/>
              </a:spcAft>
              <a:buClrTx/>
              <a:buSzPct val="120000"/>
              <a:buFont typeface="Arial" charset="0"/>
              <a:buChar char="–"/>
              <a:tabLst/>
              <a:defRPr/>
            </a:pPr>
            <a:r>
              <a:rPr kumimoji="0" lang="pt-BR" sz="1150" b="0" i="0" u="none" strike="noStrike" kern="1200" cap="none" spc="0" normalizeH="0" baseline="0" noProof="0">
                <a:ln>
                  <a:noFill/>
                </a:ln>
                <a:solidFill>
                  <a:srgbClr val="071C25"/>
                </a:solidFill>
                <a:effectLst/>
                <a:uLnTx/>
                <a:uFillTx/>
                <a:latin typeface="Arial"/>
              </a:rPr>
              <a:t>Competências desejadas</a:t>
            </a:r>
          </a:p>
          <a:p>
            <a:pPr marL="193675" marR="0" lvl="1" indent="-192088" algn="l" defTabSz="895350" rtl="0" eaLnBrk="1" fontAlgn="auto" latinLnBrk="0" hangingPunct="1">
              <a:lnSpc>
                <a:spcPct val="100000"/>
              </a:lnSpc>
              <a:spcAft>
                <a:spcPts val="0"/>
              </a:spcAft>
              <a:buClrTx/>
              <a:buSzPct val="125000"/>
              <a:buFont typeface="Arial" charset="0"/>
              <a:buChar char="▪"/>
              <a:tabLst/>
              <a:defRPr/>
            </a:pPr>
            <a:r>
              <a:rPr kumimoji="0" lang="pt-BR" sz="1150" b="0" i="0" u="none" strike="noStrike" kern="1200" cap="none" spc="0" normalizeH="0" baseline="0" noProof="0">
                <a:ln>
                  <a:noFill/>
                </a:ln>
                <a:solidFill>
                  <a:srgbClr val="071C25"/>
                </a:solidFill>
                <a:effectLst/>
                <a:uLnTx/>
                <a:uFillTx/>
                <a:latin typeface="Arial"/>
              </a:rPr>
              <a:t>Quantificar impacto financeiro esperado do novo modelo de GTM (idealmente por segmento/canal)</a:t>
            </a:r>
          </a:p>
        </p:txBody>
      </p:sp>
      <p:sp>
        <p:nvSpPr>
          <p:cNvPr id="9" name="Arrow: Chevron 70">
            <a:extLst>
              <a:ext uri="{FF2B5EF4-FFF2-40B4-BE49-F238E27FC236}">
                <a16:creationId xmlns:a16="http://schemas.microsoft.com/office/drawing/2014/main" id="{F2FE4820-45AD-C6CB-47EB-6500884D1043}"/>
              </a:ext>
            </a:extLst>
          </p:cNvPr>
          <p:cNvSpPr>
            <a:spLocks/>
          </p:cNvSpPr>
          <p:nvPr/>
        </p:nvSpPr>
        <p:spPr>
          <a:xfrm>
            <a:off x="7564935" y="994451"/>
            <a:ext cx="2188314" cy="526787"/>
          </a:xfrm>
          <a:prstGeom prst="chevron">
            <a:avLst>
              <a:gd name="adj" fmla="val 16392"/>
            </a:avLst>
          </a:prstGeom>
          <a:solidFill>
            <a:schemeClr val="accent2"/>
          </a:solidFill>
          <a:ln w="38100">
            <a:noFill/>
          </a:ln>
          <a:effectLst/>
        </p:spPr>
        <p:style>
          <a:lnRef idx="1">
            <a:schemeClr val="accent1"/>
          </a:lnRef>
          <a:fillRef idx="3">
            <a:schemeClr val="accent1"/>
          </a:fillRef>
          <a:effectRef idx="2">
            <a:schemeClr val="accent1"/>
          </a:effectRef>
          <a:fontRef idx="minor">
            <a:schemeClr val="lt1"/>
          </a:fontRef>
        </p:style>
        <p:txBody>
          <a:bodyPr lIns="108000" tIns="0" rIns="108000" bIns="0" rtlCol="0" anchor="ctr" anchorCtr="1"/>
          <a:lstStyle/>
          <a:p>
            <a:pPr marL="0" lvl="1"/>
            <a:r>
              <a:rPr lang="pt-BR" sz="1150" b="1">
                <a:solidFill>
                  <a:prstClr val="white"/>
                </a:solidFill>
                <a:latin typeface="Arial"/>
              </a:rPr>
              <a:t>Planejamento da implementação</a:t>
            </a:r>
          </a:p>
        </p:txBody>
      </p:sp>
      <p:sp>
        <p:nvSpPr>
          <p:cNvPr id="38" name="Rectangle 53">
            <a:extLst>
              <a:ext uri="{FF2B5EF4-FFF2-40B4-BE49-F238E27FC236}">
                <a16:creationId xmlns:a16="http://schemas.microsoft.com/office/drawing/2014/main" id="{71AF2B9D-7952-B2C1-0187-CBC34AADF296}"/>
              </a:ext>
            </a:extLst>
          </p:cNvPr>
          <p:cNvSpPr txBox="1"/>
          <p:nvPr/>
        </p:nvSpPr>
        <p:spPr>
          <a:xfrm>
            <a:off x="1289714" y="5908855"/>
            <a:ext cx="3132000" cy="176972"/>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marL="0" lvl="0" indent="0" defTabSz="895350" eaLnBrk="1" hangingPunct="1">
              <a:buClr>
                <a:schemeClr val="tx2"/>
              </a:buClr>
              <a:defRPr baseline="0">
                <a:latin typeface="+mn-lt"/>
              </a:defRPr>
            </a:lvl1pPr>
            <a:lvl2pPr marL="193675" lvl="1" indent="-192088" defTabSz="895350" eaLnBrk="1" hangingPunct="1">
              <a:buClr>
                <a:schemeClr val="tx2"/>
              </a:buClr>
              <a:buSzPct val="125000"/>
              <a:buFont typeface="Arial" charset="0"/>
              <a:buChar char="▪"/>
              <a:defRPr baseline="0">
                <a:latin typeface="+mn-lt"/>
              </a:defRPr>
            </a:lvl2pPr>
            <a:lvl3pPr marL="457200" lvl="2" indent="-261938" defTabSz="895350" eaLnBrk="1" hangingPunct="1">
              <a:buClr>
                <a:schemeClr val="tx2"/>
              </a:buClr>
              <a:buSzPct val="120000"/>
              <a:buFont typeface="Arial" charset="0"/>
              <a:buChar char="–"/>
              <a:defRPr baseline="0">
                <a:latin typeface="+mn-lt"/>
              </a:defRPr>
            </a:lvl3pPr>
            <a:lvl4pPr marL="614363" lvl="3" indent="-155575" defTabSz="895350" eaLnBrk="1" hangingPunct="1">
              <a:buClr>
                <a:schemeClr val="tx2"/>
              </a:buClr>
              <a:buSzPct val="120000"/>
              <a:buFont typeface="Arial" charset="0"/>
              <a:buChar char="▫"/>
              <a:defRPr baseline="0">
                <a:latin typeface="+mn-lt"/>
              </a:defRPr>
            </a:lvl4pPr>
            <a:lvl5pPr marL="749808" lvl="4" indent="-130175" defTabSz="895350" eaLnBrk="1" hangingPunct="1">
              <a:buClr>
                <a:schemeClr val="tx2"/>
              </a:buClr>
              <a:buSzPct val="89000"/>
              <a:buFont typeface="Arial" charset="0"/>
              <a:buChar char="-"/>
              <a:defRPr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marL="0" marR="0" lvl="0" indent="0" algn="l" defTabSz="895350" rtl="0" eaLnBrk="1" fontAlgn="auto" latinLnBrk="0" hangingPunct="1">
              <a:lnSpc>
                <a:spcPct val="100000"/>
              </a:lnSpc>
              <a:spcBef>
                <a:spcPts val="0"/>
              </a:spcBef>
              <a:spcAft>
                <a:spcPts val="0"/>
              </a:spcAft>
              <a:buClrTx/>
              <a:buSzTx/>
              <a:buFontTx/>
              <a:buNone/>
              <a:tabLst/>
              <a:defRPr/>
            </a:pPr>
            <a:r>
              <a:rPr kumimoji="0" lang="pt-BR" sz="1150" b="0" i="0" u="none" strike="noStrike" kern="1200" cap="none" spc="0" normalizeH="0" baseline="0" noProof="0">
                <a:ln>
                  <a:noFill/>
                </a:ln>
                <a:solidFill>
                  <a:srgbClr val="071C25"/>
                </a:solidFill>
                <a:effectLst/>
                <a:uLnTx/>
                <a:uFillTx/>
                <a:latin typeface="Arial"/>
              </a:rPr>
              <a:t>Diagnóstico </a:t>
            </a:r>
            <a:r>
              <a:rPr lang="pt-BR" sz="1150">
                <a:solidFill>
                  <a:srgbClr val="071C25"/>
                </a:solidFill>
                <a:latin typeface="Arial"/>
              </a:rPr>
              <a:t>focado</a:t>
            </a:r>
            <a:r>
              <a:rPr kumimoji="0" lang="pt-BR" sz="1150" b="0" i="0" u="none" strike="noStrike" kern="1200" cap="none" spc="0" normalizeH="0" baseline="0" noProof="0">
                <a:ln>
                  <a:noFill/>
                </a:ln>
                <a:solidFill>
                  <a:srgbClr val="071C25"/>
                </a:solidFill>
                <a:effectLst/>
                <a:uLnTx/>
                <a:uFillTx/>
                <a:latin typeface="Arial"/>
              </a:rPr>
              <a:t> em </a:t>
            </a:r>
            <a:r>
              <a:rPr kumimoji="0" lang="pt-BR" sz="1150" b="0" i="1" u="none" strike="noStrike" kern="1200" cap="none" spc="0" normalizeH="0" baseline="0" noProof="0" err="1">
                <a:ln>
                  <a:noFill/>
                </a:ln>
                <a:solidFill>
                  <a:srgbClr val="071C25"/>
                </a:solidFill>
                <a:effectLst/>
                <a:uLnTx/>
                <a:uFillTx/>
                <a:latin typeface="Arial"/>
              </a:rPr>
              <a:t>pricing</a:t>
            </a:r>
            <a:endParaRPr kumimoji="0" lang="pt-BR" sz="1150" b="0" i="0" u="none" strike="noStrike" kern="1200" cap="none" spc="0" normalizeH="0" baseline="0" noProof="0">
              <a:ln>
                <a:noFill/>
              </a:ln>
              <a:solidFill>
                <a:srgbClr val="071C25"/>
              </a:solidFill>
              <a:effectLst/>
              <a:uLnTx/>
              <a:uFillTx/>
              <a:latin typeface="Arial"/>
            </a:endParaRPr>
          </a:p>
        </p:txBody>
      </p:sp>
      <p:sp>
        <p:nvSpPr>
          <p:cNvPr id="39" name="Oval 43">
            <a:extLst>
              <a:ext uri="{FF2B5EF4-FFF2-40B4-BE49-F238E27FC236}">
                <a16:creationId xmlns:a16="http://schemas.microsoft.com/office/drawing/2014/main" id="{C7E17575-A0E3-3C51-737B-E7C6F2BAB8B5}"/>
              </a:ext>
            </a:extLst>
          </p:cNvPr>
          <p:cNvSpPr/>
          <p:nvPr/>
        </p:nvSpPr>
        <p:spPr>
          <a:xfrm>
            <a:off x="965714" y="5908855"/>
            <a:ext cx="216000" cy="216000"/>
          </a:xfrm>
          <a:prstGeom prst="ellipse">
            <a:avLst/>
          </a:prstGeom>
          <a:solidFill>
            <a:schemeClr val="accent5"/>
          </a:solidFill>
          <a:ln w="9525">
            <a:noFill/>
            <a:round/>
            <a:headEnd/>
            <a:tailEnd/>
          </a:ln>
          <a:effec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150" b="1" i="0" u="none" strike="noStrike" kern="0" cap="none" spc="0" normalizeH="0" baseline="0" noProof="0">
                <a:ln>
                  <a:noFill/>
                </a:ln>
                <a:solidFill>
                  <a:prstClr val="white"/>
                </a:solidFill>
                <a:effectLst/>
                <a:uLnTx/>
                <a:uFillTx/>
                <a:latin typeface="Arial"/>
                <a:ea typeface="+mn-ea"/>
                <a:cs typeface="Calibri" panose="020F0502020204030204" pitchFamily="34" charset="0"/>
              </a:rPr>
              <a:t>3</a:t>
            </a:r>
          </a:p>
        </p:txBody>
      </p:sp>
      <p:sp>
        <p:nvSpPr>
          <p:cNvPr id="10" name="Rectangle 53">
            <a:extLst>
              <a:ext uri="{FF2B5EF4-FFF2-40B4-BE49-F238E27FC236}">
                <a16:creationId xmlns:a16="http://schemas.microsoft.com/office/drawing/2014/main" id="{012B78C5-17EB-EEAC-BBC1-C8888809F539}"/>
              </a:ext>
            </a:extLst>
          </p:cNvPr>
          <p:cNvSpPr txBox="1"/>
          <p:nvPr/>
        </p:nvSpPr>
        <p:spPr>
          <a:xfrm>
            <a:off x="1289714" y="5381087"/>
            <a:ext cx="3132000" cy="176972"/>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marL="0" lvl="0" indent="0" defTabSz="895350" eaLnBrk="1" hangingPunct="1">
              <a:buClr>
                <a:schemeClr val="tx2"/>
              </a:buClr>
              <a:defRPr baseline="0">
                <a:latin typeface="+mn-lt"/>
              </a:defRPr>
            </a:lvl1pPr>
            <a:lvl2pPr marL="193675" lvl="1" indent="-192088" defTabSz="895350" eaLnBrk="1" hangingPunct="1">
              <a:buClr>
                <a:schemeClr val="tx2"/>
              </a:buClr>
              <a:buSzPct val="125000"/>
              <a:buFont typeface="Arial" charset="0"/>
              <a:buChar char="▪"/>
              <a:defRPr baseline="0">
                <a:latin typeface="+mn-lt"/>
              </a:defRPr>
            </a:lvl2pPr>
            <a:lvl3pPr marL="457200" lvl="2" indent="-261938" defTabSz="895350" eaLnBrk="1" hangingPunct="1">
              <a:buClr>
                <a:schemeClr val="tx2"/>
              </a:buClr>
              <a:buSzPct val="120000"/>
              <a:buFont typeface="Arial" charset="0"/>
              <a:buChar char="–"/>
              <a:defRPr baseline="0">
                <a:latin typeface="+mn-lt"/>
              </a:defRPr>
            </a:lvl3pPr>
            <a:lvl4pPr marL="614363" lvl="3" indent="-155575" defTabSz="895350" eaLnBrk="1" hangingPunct="1">
              <a:buClr>
                <a:schemeClr val="tx2"/>
              </a:buClr>
              <a:buSzPct val="120000"/>
              <a:buFont typeface="Arial" charset="0"/>
              <a:buChar char="▫"/>
              <a:defRPr baseline="0">
                <a:latin typeface="+mn-lt"/>
              </a:defRPr>
            </a:lvl4pPr>
            <a:lvl5pPr marL="749808" lvl="4" indent="-130175" defTabSz="895350" eaLnBrk="1" hangingPunct="1">
              <a:buClr>
                <a:schemeClr val="tx2"/>
              </a:buClr>
              <a:buSzPct val="89000"/>
              <a:buFont typeface="Arial" charset="0"/>
              <a:buChar char="-"/>
              <a:defRPr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marL="0" marR="0" lvl="1" indent="0" algn="l" defTabSz="895350" rtl="0" eaLnBrk="1" fontAlgn="auto" latinLnBrk="0" hangingPunct="1">
              <a:lnSpc>
                <a:spcPct val="100000"/>
              </a:lnSpc>
              <a:spcBef>
                <a:spcPts val="0"/>
              </a:spcBef>
              <a:spcAft>
                <a:spcPts val="0"/>
              </a:spcAft>
              <a:buClr>
                <a:srgbClr val="020E66"/>
              </a:buClr>
              <a:buSzPct val="125000"/>
              <a:buFont typeface="Arial" charset="0"/>
              <a:buNone/>
              <a:tabLst/>
              <a:defRPr/>
            </a:pPr>
            <a:r>
              <a:rPr kumimoji="0" lang="pt-BR" sz="1150" b="0" i="0" u="none" strike="noStrike" kern="1200" cap="none" spc="0" normalizeH="0" baseline="0" noProof="0" err="1">
                <a:ln>
                  <a:noFill/>
                </a:ln>
                <a:solidFill>
                  <a:srgbClr val="071C25"/>
                </a:solidFill>
                <a:effectLst/>
                <a:uLnTx/>
                <a:uFillTx/>
                <a:latin typeface="Arial"/>
              </a:rPr>
              <a:t>Mapeament</a:t>
            </a:r>
            <a:r>
              <a:rPr lang="pt-BR" sz="1150">
                <a:solidFill>
                  <a:srgbClr val="071C25"/>
                </a:solidFill>
                <a:latin typeface="Arial"/>
              </a:rPr>
              <a:t>o do mercado potencial</a:t>
            </a:r>
            <a:endParaRPr kumimoji="0" lang="pt-BR" sz="1150" b="0" i="0" u="none" strike="noStrike" kern="1200" cap="none" spc="0" normalizeH="0" baseline="0" noProof="0">
              <a:ln>
                <a:noFill/>
              </a:ln>
              <a:solidFill>
                <a:srgbClr val="071C25"/>
              </a:solidFill>
              <a:effectLst/>
              <a:uLnTx/>
              <a:uFillTx/>
              <a:latin typeface="Arial"/>
            </a:endParaRPr>
          </a:p>
        </p:txBody>
      </p:sp>
      <p:sp>
        <p:nvSpPr>
          <p:cNvPr id="13" name="Rectangle 53">
            <a:extLst>
              <a:ext uri="{FF2B5EF4-FFF2-40B4-BE49-F238E27FC236}">
                <a16:creationId xmlns:a16="http://schemas.microsoft.com/office/drawing/2014/main" id="{EBA43932-02C1-B4DC-A2D9-C1AD67205440}"/>
              </a:ext>
            </a:extLst>
          </p:cNvPr>
          <p:cNvSpPr txBox="1"/>
          <p:nvPr/>
        </p:nvSpPr>
        <p:spPr>
          <a:xfrm>
            <a:off x="1289714" y="6172739"/>
            <a:ext cx="3132000" cy="176972"/>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marL="0" lvl="0" indent="0" defTabSz="895350" eaLnBrk="1" hangingPunct="1">
              <a:buClr>
                <a:schemeClr val="tx2"/>
              </a:buClr>
              <a:defRPr baseline="0">
                <a:latin typeface="+mn-lt"/>
              </a:defRPr>
            </a:lvl1pPr>
            <a:lvl2pPr marL="193675" lvl="1" indent="-192088" defTabSz="895350" eaLnBrk="1" hangingPunct="1">
              <a:buClr>
                <a:schemeClr val="tx2"/>
              </a:buClr>
              <a:buSzPct val="125000"/>
              <a:buFont typeface="Arial" charset="0"/>
              <a:buChar char="▪"/>
              <a:defRPr baseline="0">
                <a:latin typeface="+mn-lt"/>
              </a:defRPr>
            </a:lvl2pPr>
            <a:lvl3pPr marL="457200" lvl="2" indent="-261938" defTabSz="895350" eaLnBrk="1" hangingPunct="1">
              <a:buClr>
                <a:schemeClr val="tx2"/>
              </a:buClr>
              <a:buSzPct val="120000"/>
              <a:buFont typeface="Arial" charset="0"/>
              <a:buChar char="–"/>
              <a:defRPr baseline="0">
                <a:latin typeface="+mn-lt"/>
              </a:defRPr>
            </a:lvl3pPr>
            <a:lvl4pPr marL="614363" lvl="3" indent="-155575" defTabSz="895350" eaLnBrk="1" hangingPunct="1">
              <a:buClr>
                <a:schemeClr val="tx2"/>
              </a:buClr>
              <a:buSzPct val="120000"/>
              <a:buFont typeface="Arial" charset="0"/>
              <a:buChar char="▫"/>
              <a:defRPr baseline="0">
                <a:latin typeface="+mn-lt"/>
              </a:defRPr>
            </a:lvl4pPr>
            <a:lvl5pPr marL="749808" lvl="4" indent="-130175" defTabSz="895350" eaLnBrk="1" hangingPunct="1">
              <a:buClr>
                <a:schemeClr val="tx2"/>
              </a:buClr>
              <a:buSzPct val="89000"/>
              <a:buFont typeface="Arial" charset="0"/>
              <a:buChar char="-"/>
              <a:defRPr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marL="0" marR="0" lvl="0" indent="0" algn="l" defTabSz="895350" rtl="0" eaLnBrk="1" fontAlgn="auto" latinLnBrk="0" hangingPunct="1">
              <a:lnSpc>
                <a:spcPct val="100000"/>
              </a:lnSpc>
              <a:spcBef>
                <a:spcPts val="0"/>
              </a:spcBef>
              <a:spcAft>
                <a:spcPts val="0"/>
              </a:spcAft>
              <a:buClrTx/>
              <a:buSzTx/>
              <a:buFontTx/>
              <a:buNone/>
              <a:tabLst/>
              <a:defRPr/>
            </a:pPr>
            <a:r>
              <a:rPr kumimoji="0" lang="pt-BR" sz="1150" b="0" i="0" u="none" strike="noStrike" kern="1200" cap="none" spc="0" normalizeH="0" baseline="0" noProof="0">
                <a:ln>
                  <a:noFill/>
                </a:ln>
                <a:solidFill>
                  <a:srgbClr val="071C25"/>
                </a:solidFill>
                <a:effectLst/>
                <a:uLnTx/>
                <a:uFillTx/>
                <a:latin typeface="Arial"/>
              </a:rPr>
              <a:t>Perspectiva futura do mercado</a:t>
            </a:r>
          </a:p>
        </p:txBody>
      </p:sp>
      <p:sp>
        <p:nvSpPr>
          <p:cNvPr id="15" name="Oval 43">
            <a:extLst>
              <a:ext uri="{FF2B5EF4-FFF2-40B4-BE49-F238E27FC236}">
                <a16:creationId xmlns:a16="http://schemas.microsoft.com/office/drawing/2014/main" id="{FD38B3C0-17B2-9175-03E4-47C6FD99FE44}"/>
              </a:ext>
            </a:extLst>
          </p:cNvPr>
          <p:cNvSpPr/>
          <p:nvPr/>
        </p:nvSpPr>
        <p:spPr>
          <a:xfrm>
            <a:off x="965714" y="6172739"/>
            <a:ext cx="216000" cy="216000"/>
          </a:xfrm>
          <a:prstGeom prst="ellipse">
            <a:avLst/>
          </a:prstGeom>
          <a:solidFill>
            <a:schemeClr val="accent5"/>
          </a:solidFill>
          <a:ln w="9525">
            <a:noFill/>
            <a:round/>
            <a:headEnd/>
            <a:tailEnd/>
          </a:ln>
          <a:effec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150" b="1" i="0" u="none" strike="noStrike" kern="0" cap="none" spc="0" normalizeH="0" baseline="0" noProof="0">
                <a:ln>
                  <a:noFill/>
                </a:ln>
                <a:solidFill>
                  <a:prstClr val="white"/>
                </a:solidFill>
                <a:effectLst/>
                <a:uLnTx/>
                <a:uFillTx/>
                <a:latin typeface="Arial"/>
                <a:ea typeface="+mn-ea"/>
                <a:cs typeface="Calibri" panose="020F0502020204030204" pitchFamily="34" charset="0"/>
              </a:rPr>
              <a:t>4</a:t>
            </a:r>
          </a:p>
        </p:txBody>
      </p:sp>
      <p:sp>
        <p:nvSpPr>
          <p:cNvPr id="4" name="Rectangle 53">
            <a:extLst>
              <a:ext uri="{FF2B5EF4-FFF2-40B4-BE49-F238E27FC236}">
                <a16:creationId xmlns:a16="http://schemas.microsoft.com/office/drawing/2014/main" id="{DDCC58B4-F8C6-A4F6-B87C-B7D5AA254772}"/>
              </a:ext>
            </a:extLst>
          </p:cNvPr>
          <p:cNvSpPr txBox="1"/>
          <p:nvPr/>
        </p:nvSpPr>
        <p:spPr>
          <a:xfrm>
            <a:off x="9776145" y="1582541"/>
            <a:ext cx="2080800" cy="2300630"/>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marL="0" lvl="0" indent="0" defTabSz="895350" eaLnBrk="1" hangingPunct="1">
              <a:buClr>
                <a:schemeClr val="tx2"/>
              </a:buClr>
              <a:defRPr baseline="0">
                <a:latin typeface="+mn-lt"/>
              </a:defRPr>
            </a:lvl1pPr>
            <a:lvl2pPr marL="193675" lvl="1" indent="-192088" defTabSz="895350" eaLnBrk="1" hangingPunct="1">
              <a:buClr>
                <a:schemeClr val="tx2"/>
              </a:buClr>
              <a:buSzPct val="125000"/>
              <a:buFont typeface="Arial" charset="0"/>
              <a:buChar char="▪"/>
              <a:defRPr baseline="0">
                <a:latin typeface="+mn-lt"/>
              </a:defRPr>
            </a:lvl2pPr>
            <a:lvl3pPr marL="457200" lvl="2" indent="-261938" defTabSz="895350" eaLnBrk="1" hangingPunct="1">
              <a:buClr>
                <a:schemeClr val="tx2"/>
              </a:buClr>
              <a:buSzPct val="120000"/>
              <a:buFont typeface="Arial" charset="0"/>
              <a:buChar char="–"/>
              <a:defRPr baseline="0">
                <a:latin typeface="+mn-lt"/>
              </a:defRPr>
            </a:lvl3pPr>
            <a:lvl4pPr marL="614363" lvl="3" indent="-155575" defTabSz="895350" eaLnBrk="1" hangingPunct="1">
              <a:buClr>
                <a:schemeClr val="tx2"/>
              </a:buClr>
              <a:buSzPct val="120000"/>
              <a:buFont typeface="Arial" charset="0"/>
              <a:buChar char="▫"/>
              <a:defRPr baseline="0">
                <a:latin typeface="+mn-lt"/>
              </a:defRPr>
            </a:lvl4pPr>
            <a:lvl5pPr marL="749808" lvl="4" indent="-130175" defTabSz="895350" eaLnBrk="1" hangingPunct="1">
              <a:buClr>
                <a:schemeClr val="tx2"/>
              </a:buClr>
              <a:buSzPct val="89000"/>
              <a:buFont typeface="Arial" charset="0"/>
              <a:buChar char="-"/>
              <a:defRPr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marL="193675" marR="0" lvl="1" indent="-192088" algn="l" defTabSz="895350" rtl="0" eaLnBrk="1" fontAlgn="auto" latinLnBrk="0" hangingPunct="1">
              <a:lnSpc>
                <a:spcPct val="100000"/>
              </a:lnSpc>
              <a:spcAft>
                <a:spcPts val="0"/>
              </a:spcAft>
              <a:buClrTx/>
              <a:buSzPct val="125000"/>
              <a:buFont typeface="Arial" charset="0"/>
              <a:buChar char="▪"/>
              <a:tabLst/>
              <a:defRPr/>
            </a:pPr>
            <a:r>
              <a:rPr kumimoji="0" lang="pt-BR" sz="1150" b="0" i="0" u="none" strike="noStrike" kern="1200" cap="none" spc="0" normalizeH="0" baseline="0" noProof="0" dirty="0">
                <a:ln>
                  <a:noFill/>
                </a:ln>
                <a:solidFill>
                  <a:srgbClr val="071C25"/>
                </a:solidFill>
                <a:effectLst/>
                <a:uLnTx/>
                <a:uFillTx/>
                <a:latin typeface="Arial"/>
                <a:ea typeface="+mn-ea"/>
                <a:cs typeface="+mn-cs"/>
              </a:rPr>
              <a:t>Mapear riscos potenciais do novo modelo e especificar estratégia de mitigação</a:t>
            </a:r>
          </a:p>
          <a:p>
            <a:pPr marL="193675" marR="0" lvl="1" indent="-192088" algn="l" defTabSz="895350" rtl="0" eaLnBrk="1" fontAlgn="auto" latinLnBrk="0" hangingPunct="1">
              <a:lnSpc>
                <a:spcPct val="100000"/>
              </a:lnSpc>
              <a:spcAft>
                <a:spcPts val="0"/>
              </a:spcAft>
              <a:buClrTx/>
              <a:buSzPct val="125000"/>
              <a:buFont typeface="Arial" charset="0"/>
              <a:buChar char="▪"/>
              <a:tabLst/>
              <a:defRPr/>
            </a:pPr>
            <a:r>
              <a:rPr kumimoji="0" lang="pt-BR" sz="1150" b="0" i="0" u="none" strike="noStrike" kern="1200" cap="none" spc="0" normalizeH="0" baseline="0" noProof="0" dirty="0">
                <a:ln>
                  <a:noFill/>
                </a:ln>
                <a:solidFill>
                  <a:srgbClr val="071C25"/>
                </a:solidFill>
                <a:effectLst/>
                <a:uLnTx/>
                <a:uFillTx/>
                <a:latin typeface="Arial"/>
                <a:ea typeface="+mn-ea"/>
                <a:cs typeface="+mn-cs"/>
              </a:rPr>
              <a:t>Estruturar PMO para apoiar implementação</a:t>
            </a:r>
          </a:p>
          <a:p>
            <a:pPr marL="193675" marR="0" lvl="1" indent="-192088" algn="l" defTabSz="895350" rtl="0" eaLnBrk="1" fontAlgn="auto" latinLnBrk="0" hangingPunct="1">
              <a:lnSpc>
                <a:spcPct val="100000"/>
              </a:lnSpc>
              <a:spcAft>
                <a:spcPts val="0"/>
              </a:spcAft>
              <a:buClrTx/>
              <a:buSzPct val="125000"/>
              <a:buFont typeface="Arial" charset="0"/>
              <a:buChar char="▪"/>
              <a:tabLst/>
              <a:defRPr/>
            </a:pPr>
            <a:r>
              <a:rPr kumimoji="0" lang="pt-BR" sz="1150" b="0" i="0" u="none" strike="noStrike" kern="1200" cap="none" spc="0" normalizeH="0" baseline="0" noProof="0" dirty="0">
                <a:ln>
                  <a:noFill/>
                </a:ln>
                <a:solidFill>
                  <a:srgbClr val="071C25"/>
                </a:solidFill>
                <a:effectLst/>
                <a:uLnTx/>
                <a:uFillTx/>
                <a:latin typeface="Arial"/>
                <a:ea typeface="+mn-ea"/>
                <a:cs typeface="+mn-cs"/>
              </a:rPr>
              <a:t>Definir governança para monitorar progresso da implementação</a:t>
            </a:r>
          </a:p>
          <a:p>
            <a:pPr marL="193675" marR="0" lvl="1" indent="-192088" algn="l" defTabSz="895350" rtl="0" eaLnBrk="1" fontAlgn="auto" latinLnBrk="0" hangingPunct="1">
              <a:lnSpc>
                <a:spcPct val="100000"/>
              </a:lnSpc>
              <a:spcAft>
                <a:spcPts val="0"/>
              </a:spcAft>
              <a:buClrTx/>
              <a:buSzPct val="125000"/>
              <a:buFont typeface="Arial" charset="0"/>
              <a:buChar char="▪"/>
              <a:tabLst/>
              <a:defRPr/>
            </a:pPr>
            <a:r>
              <a:rPr lang="pt-BR" sz="1150" dirty="0">
                <a:solidFill>
                  <a:srgbClr val="071C25"/>
                </a:solidFill>
                <a:latin typeface="Arial"/>
              </a:rPr>
              <a:t>Detalhar precificação por canal/segmento</a:t>
            </a:r>
          </a:p>
          <a:p>
            <a:pPr marL="193675" marR="0" lvl="1" indent="-192088" algn="l" defTabSz="895350" rtl="0" eaLnBrk="1" fontAlgn="auto" latinLnBrk="0" hangingPunct="1">
              <a:lnSpc>
                <a:spcPct val="100000"/>
              </a:lnSpc>
              <a:spcAft>
                <a:spcPts val="0"/>
              </a:spcAft>
              <a:buClrTx/>
              <a:buSzPct val="125000"/>
              <a:buFont typeface="Arial" charset="0"/>
              <a:buChar char="▪"/>
              <a:tabLst/>
              <a:defRPr/>
            </a:pPr>
            <a:r>
              <a:rPr kumimoji="0" lang="pt-BR" sz="1150" b="0" i="0" u="none" strike="noStrike" kern="1200" cap="none" spc="0" normalizeH="0" baseline="0" noProof="0" dirty="0">
                <a:ln>
                  <a:noFill/>
                </a:ln>
                <a:solidFill>
                  <a:srgbClr val="071C25"/>
                </a:solidFill>
                <a:effectLst/>
                <a:uLnTx/>
                <a:uFillTx/>
                <a:latin typeface="Arial"/>
                <a:ea typeface="+mn-ea"/>
                <a:cs typeface="+mn-cs"/>
              </a:rPr>
              <a:t>Detalhar serviços a serem prestados em cada canal/segmento</a:t>
            </a:r>
          </a:p>
        </p:txBody>
      </p:sp>
      <p:sp>
        <p:nvSpPr>
          <p:cNvPr id="16" name="Arrow: Chevron 70">
            <a:extLst>
              <a:ext uri="{FF2B5EF4-FFF2-40B4-BE49-F238E27FC236}">
                <a16:creationId xmlns:a16="http://schemas.microsoft.com/office/drawing/2014/main" id="{A8E8B826-32C9-C7A8-7F8F-4AAEFAB58F2B}"/>
              </a:ext>
            </a:extLst>
          </p:cNvPr>
          <p:cNvSpPr>
            <a:spLocks/>
          </p:cNvSpPr>
          <p:nvPr/>
        </p:nvSpPr>
        <p:spPr>
          <a:xfrm>
            <a:off x="9776145" y="994451"/>
            <a:ext cx="2188314" cy="526787"/>
          </a:xfrm>
          <a:prstGeom prst="chevron">
            <a:avLst>
              <a:gd name="adj" fmla="val 16392"/>
            </a:avLst>
          </a:prstGeom>
          <a:solidFill>
            <a:schemeClr val="accent1"/>
          </a:solidFill>
          <a:ln w="38100">
            <a:noFill/>
          </a:ln>
          <a:effectLst/>
        </p:spPr>
        <p:style>
          <a:lnRef idx="1">
            <a:schemeClr val="accent1"/>
          </a:lnRef>
          <a:fillRef idx="3">
            <a:schemeClr val="accent1"/>
          </a:fillRef>
          <a:effectRef idx="2">
            <a:schemeClr val="accent1"/>
          </a:effectRef>
          <a:fontRef idx="minor">
            <a:schemeClr val="lt1"/>
          </a:fontRef>
        </p:style>
        <p:txBody>
          <a:bodyPr lIns="108000" tIns="0" rIns="108000" bIns="0" rtlCol="0" anchor="ctr" anchorCtr="1"/>
          <a:lstStyle/>
          <a:p>
            <a:pPr marL="0" marR="0" lvl="1" indent="0" algn="l" defTabSz="914400" rtl="0" eaLnBrk="1" fontAlgn="auto" latinLnBrk="0" hangingPunct="1">
              <a:lnSpc>
                <a:spcPct val="100000"/>
              </a:lnSpc>
              <a:spcBef>
                <a:spcPts val="0"/>
              </a:spcBef>
              <a:spcAft>
                <a:spcPts val="0"/>
              </a:spcAft>
              <a:buClrTx/>
              <a:buSzTx/>
              <a:buFontTx/>
              <a:buNone/>
              <a:tabLst/>
              <a:defRPr/>
            </a:pPr>
            <a:r>
              <a:rPr kumimoji="0" lang="pt-BR" sz="1150" b="1" i="0" u="none" strike="noStrike" kern="1200" cap="none" spc="0" normalizeH="0" baseline="0" noProof="0">
                <a:ln>
                  <a:noFill/>
                </a:ln>
                <a:solidFill>
                  <a:prstClr val="white"/>
                </a:solidFill>
                <a:effectLst/>
                <a:uLnTx/>
                <a:uFillTx/>
                <a:latin typeface="Arial"/>
                <a:ea typeface="+mn-ea"/>
                <a:cs typeface="+mn-cs"/>
              </a:rPr>
              <a:t>Detalhamento da implementação</a:t>
            </a:r>
          </a:p>
        </p:txBody>
      </p:sp>
      <p:cxnSp>
        <p:nvCxnSpPr>
          <p:cNvPr id="26" name="Conector de Seta Reta 39">
            <a:extLst>
              <a:ext uri="{FF2B5EF4-FFF2-40B4-BE49-F238E27FC236}">
                <a16:creationId xmlns:a16="http://schemas.microsoft.com/office/drawing/2014/main" id="{2DBA033E-E5A6-F00D-1BA0-D34DFFD67275}"/>
              </a:ext>
            </a:extLst>
          </p:cNvPr>
          <p:cNvCxnSpPr>
            <a:cxnSpLocks/>
          </p:cNvCxnSpPr>
          <p:nvPr/>
        </p:nvCxnSpPr>
        <p:spPr>
          <a:xfrm>
            <a:off x="9776145" y="843731"/>
            <a:ext cx="2080800" cy="0"/>
          </a:xfrm>
          <a:prstGeom prst="straightConnector1">
            <a:avLst/>
          </a:prstGeom>
          <a:ln w="19050">
            <a:solidFill>
              <a:schemeClr val="bg1">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9" name="CaixaDeTexto 40">
            <a:extLst>
              <a:ext uri="{FF2B5EF4-FFF2-40B4-BE49-F238E27FC236}">
                <a16:creationId xmlns:a16="http://schemas.microsoft.com/office/drawing/2014/main" id="{3E3904CB-14D4-3369-16AA-9ECF95A7ABB1}"/>
              </a:ext>
            </a:extLst>
          </p:cNvPr>
          <p:cNvSpPr txBox="1"/>
          <p:nvPr/>
        </p:nvSpPr>
        <p:spPr bwMode="auto">
          <a:xfrm>
            <a:off x="10170488" y="755246"/>
            <a:ext cx="1292121" cy="176972"/>
          </a:xfrm>
          <a:prstGeom prst="rect">
            <a:avLst/>
          </a:prstGeom>
          <a:solidFill>
            <a:schemeClr val="bg1"/>
          </a:solidFill>
          <a:ln w="9525">
            <a:noFill/>
            <a:miter lim="800000"/>
            <a:headEnd/>
            <a:tailEnd/>
          </a:ln>
        </p:spPr>
        <p:txBody>
          <a:bodyPr vert="horz" wrap="none" lIns="108000" tIns="0" rIns="108000" bIns="0" numCol="1" rtlCol="0" anchor="ctr" anchorCtr="0" compatLnSpc="1">
            <a:prstTxWarp prst="textNoShape">
              <a:avLst/>
            </a:prstTxWarp>
            <a:spAutoFit/>
          </a:bodyPr>
          <a:lstStyle>
            <a:defPPr>
              <a:defRPr lang="pt-BR"/>
            </a:defPPr>
            <a:lvl1pPr algn="ctr">
              <a:spcBef>
                <a:spcPts val="0"/>
              </a:spcBef>
              <a:spcAft>
                <a:spcPts val="600"/>
              </a:spcAft>
              <a:defRPr sz="1200" kern="0"/>
            </a:lvl1p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pt-BR" sz="1150" b="1" i="0" u="none" strike="noStrike" kern="0" cap="none" spc="0" normalizeH="0" baseline="0" noProof="0">
                <a:ln>
                  <a:noFill/>
                </a:ln>
                <a:solidFill>
                  <a:srgbClr val="071C25"/>
                </a:solidFill>
                <a:effectLst/>
                <a:uLnTx/>
                <a:uFillTx/>
                <a:latin typeface="Arial"/>
                <a:ea typeface="+mn-ea"/>
                <a:cs typeface="+mn-cs"/>
              </a:rPr>
              <a:t>Opcional (TBD)</a:t>
            </a:r>
          </a:p>
        </p:txBody>
      </p:sp>
    </p:spTree>
    <p:extLst>
      <p:ext uri="{BB962C8B-B14F-4D97-AF65-F5344CB8AC3E}">
        <p14:creationId xmlns:p14="http://schemas.microsoft.com/office/powerpoint/2010/main" val="24188709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to 4" hidden="1">
            <a:extLst>
              <a:ext uri="{FF2B5EF4-FFF2-40B4-BE49-F238E27FC236}">
                <a16:creationId xmlns:a16="http://schemas.microsoft.com/office/drawing/2014/main" id="{D4A188E8-8C11-73CA-C6CA-ADC0BB4CAD29}"/>
              </a:ext>
            </a:extLst>
          </p:cNvPr>
          <p:cNvGraphicFramePr>
            <a:graphicFrameLocks noChangeAspect="1"/>
          </p:cNvGraphicFramePr>
          <p:nvPr>
            <p:custDataLst>
              <p:tags r:id="rId1"/>
            </p:custDataLst>
            <p:extLst>
              <p:ext uri="{D42A27DB-BD31-4B8C-83A1-F6EECF244321}">
                <p14:modId xmlns:p14="http://schemas.microsoft.com/office/powerpoint/2010/main" val="86300975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Slide do think-cell" r:id="rId4" imgW="395" imgH="396" progId="TCLayout.ActiveDocument.1">
                  <p:embed/>
                </p:oleObj>
              </mc:Choice>
              <mc:Fallback>
                <p:oleObj name="Slide do think-cell" r:id="rId4" imgW="395" imgH="396" progId="TCLayout.ActiveDocument.1">
                  <p:embed/>
                  <p:pic>
                    <p:nvPicPr>
                      <p:cNvPr id="5" name="Objeto 4" hidden="1">
                        <a:extLst>
                          <a:ext uri="{FF2B5EF4-FFF2-40B4-BE49-F238E27FC236}">
                            <a16:creationId xmlns:a16="http://schemas.microsoft.com/office/drawing/2014/main" id="{D4A188E8-8C11-73CA-C6CA-ADC0BB4CAD2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cxnSp>
        <p:nvCxnSpPr>
          <p:cNvPr id="31" name="Conector de Seta Reta 39">
            <a:extLst>
              <a:ext uri="{FF2B5EF4-FFF2-40B4-BE49-F238E27FC236}">
                <a16:creationId xmlns:a16="http://schemas.microsoft.com/office/drawing/2014/main" id="{0860D734-757A-D0BD-AB01-CDAFEBCAF55C}"/>
              </a:ext>
            </a:extLst>
          </p:cNvPr>
          <p:cNvCxnSpPr>
            <a:cxnSpLocks/>
          </p:cNvCxnSpPr>
          <p:nvPr/>
        </p:nvCxnSpPr>
        <p:spPr>
          <a:xfrm>
            <a:off x="4672859" y="843731"/>
            <a:ext cx="4932000" cy="0"/>
          </a:xfrm>
          <a:prstGeom prst="straightConnector1">
            <a:avLst/>
          </a:prstGeom>
          <a:ln w="19050">
            <a:solidFill>
              <a:schemeClr val="bg1">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3" name="CaixaDeTexto 40">
            <a:extLst>
              <a:ext uri="{FF2B5EF4-FFF2-40B4-BE49-F238E27FC236}">
                <a16:creationId xmlns:a16="http://schemas.microsoft.com/office/drawing/2014/main" id="{81D3EF00-1623-E274-933C-604652216413}"/>
              </a:ext>
            </a:extLst>
          </p:cNvPr>
          <p:cNvSpPr txBox="1"/>
          <p:nvPr/>
        </p:nvSpPr>
        <p:spPr bwMode="auto">
          <a:xfrm>
            <a:off x="6653099" y="755246"/>
            <a:ext cx="971521" cy="176972"/>
          </a:xfrm>
          <a:prstGeom prst="rect">
            <a:avLst/>
          </a:prstGeom>
          <a:solidFill>
            <a:schemeClr val="bg1"/>
          </a:solidFill>
          <a:ln w="9525">
            <a:noFill/>
            <a:miter lim="800000"/>
            <a:headEnd/>
            <a:tailEnd/>
          </a:ln>
        </p:spPr>
        <p:txBody>
          <a:bodyPr vert="horz" wrap="none" lIns="108000" tIns="0" rIns="108000" bIns="0" numCol="1" rtlCol="0" anchor="ctr" anchorCtr="0" compatLnSpc="1">
            <a:prstTxWarp prst="textNoShape">
              <a:avLst/>
            </a:prstTxWarp>
            <a:spAutoFit/>
          </a:bodyPr>
          <a:lstStyle>
            <a:defPPr>
              <a:defRPr lang="pt-BR"/>
            </a:defPPr>
            <a:lvl1pPr algn="ctr">
              <a:spcBef>
                <a:spcPts val="0"/>
              </a:spcBef>
              <a:spcAft>
                <a:spcPts val="600"/>
              </a:spcAft>
              <a:defRPr sz="1200" kern="0"/>
            </a:lvl1p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pt-BR" sz="1150" b="1" i="0" u="none" strike="noStrike" kern="0" cap="none" spc="0" normalizeH="0" baseline="0" noProof="0">
                <a:ln>
                  <a:noFill/>
                </a:ln>
                <a:solidFill>
                  <a:srgbClr val="071C25"/>
                </a:solidFill>
                <a:effectLst/>
                <a:uLnTx/>
                <a:uFillTx/>
                <a:latin typeface="Arial"/>
                <a:ea typeface="+mn-ea"/>
                <a:cs typeface="+mn-cs"/>
              </a:rPr>
              <a:t>4 semanas</a:t>
            </a:r>
          </a:p>
        </p:txBody>
      </p:sp>
      <p:sp>
        <p:nvSpPr>
          <p:cNvPr id="2" name="Espaço Reservado para Texto 1">
            <a:extLst>
              <a:ext uri="{FF2B5EF4-FFF2-40B4-BE49-F238E27FC236}">
                <a16:creationId xmlns:a16="http://schemas.microsoft.com/office/drawing/2014/main" id="{F41A965C-A252-297C-C052-2BC361C8BDA8}"/>
              </a:ext>
            </a:extLst>
          </p:cNvPr>
          <p:cNvSpPr>
            <a:spLocks noGrp="1"/>
          </p:cNvSpPr>
          <p:nvPr>
            <p:ph type="body" sz="quarter" idx="14"/>
          </p:nvPr>
        </p:nvSpPr>
        <p:spPr/>
        <p:txBody>
          <a:bodyPr/>
          <a:lstStyle/>
          <a:p>
            <a:r>
              <a:rPr lang="pt-BR"/>
              <a:t>Fonte: Mirow &amp; Co.</a:t>
            </a:r>
          </a:p>
        </p:txBody>
      </p:sp>
      <p:sp>
        <p:nvSpPr>
          <p:cNvPr id="3" name="Título 2">
            <a:extLst>
              <a:ext uri="{FF2B5EF4-FFF2-40B4-BE49-F238E27FC236}">
                <a16:creationId xmlns:a16="http://schemas.microsoft.com/office/drawing/2014/main" id="{77CBEC07-AC6F-0526-80DB-FC1FE15877B6}"/>
              </a:ext>
            </a:extLst>
          </p:cNvPr>
          <p:cNvSpPr>
            <a:spLocks noGrp="1"/>
          </p:cNvSpPr>
          <p:nvPr>
            <p:ph type="title"/>
          </p:nvPr>
        </p:nvSpPr>
        <p:spPr>
          <a:xfrm>
            <a:off x="478971" y="225177"/>
            <a:ext cx="11485488" cy="307777"/>
          </a:xfrm>
        </p:spPr>
        <p:txBody>
          <a:bodyPr vert="horz"/>
          <a:lstStyle/>
          <a:p>
            <a:r>
              <a:rPr lang="pt-BR"/>
              <a:t>Propomos realizar o trabalho em 9 semanas</a:t>
            </a:r>
          </a:p>
        </p:txBody>
      </p:sp>
      <p:grpSp>
        <p:nvGrpSpPr>
          <p:cNvPr id="19" name="Group 37">
            <a:extLst>
              <a:ext uri="{FF2B5EF4-FFF2-40B4-BE49-F238E27FC236}">
                <a16:creationId xmlns:a16="http://schemas.microsoft.com/office/drawing/2014/main" id="{B57F6217-ADEC-B877-C60D-0AB75ABAE7C0}"/>
              </a:ext>
            </a:extLst>
          </p:cNvPr>
          <p:cNvGrpSpPr/>
          <p:nvPr/>
        </p:nvGrpSpPr>
        <p:grpSpPr>
          <a:xfrm>
            <a:off x="10589274" y="320588"/>
            <a:ext cx="1375185" cy="212366"/>
            <a:chOff x="7365590" y="285750"/>
            <a:chExt cx="1375185" cy="212366"/>
          </a:xfrm>
        </p:grpSpPr>
        <p:sp>
          <p:nvSpPr>
            <p:cNvPr id="20" name="StickerRectangle">
              <a:extLst>
                <a:ext uri="{FF2B5EF4-FFF2-40B4-BE49-F238E27FC236}">
                  <a16:creationId xmlns:a16="http://schemas.microsoft.com/office/drawing/2014/main" id="{3CDCE1CD-D2D3-95BC-0FE6-794994A171A9}"/>
                </a:ext>
              </a:extLst>
            </p:cNvPr>
            <p:cNvSpPr>
              <a:spLocks noChangeArrowheads="1"/>
            </p:cNvSpPr>
            <p:nvPr/>
          </p:nvSpPr>
          <p:spPr bwMode="auto">
            <a:xfrm>
              <a:off x="7365590" y="285750"/>
              <a:ext cx="1375185" cy="212366"/>
            </a:xfrm>
            <a:prstGeom prst="leftRightArrow">
              <a:avLst>
                <a:gd name="adj1" fmla="val 100000"/>
                <a:gd name="adj2"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 tIns="0" rIns="0" bIns="27432">
              <a:spAutoFit/>
            </a:bodyPr>
            <a:lstStyle/>
            <a:p>
              <a:pPr marL="0" marR="0" lvl="0" indent="0" algn="r" defTabSz="895350" rtl="0" eaLnBrk="1" fontAlgn="auto" latinLnBrk="0" hangingPunct="1">
                <a:lnSpc>
                  <a:spcPct val="100000"/>
                </a:lnSpc>
                <a:spcBef>
                  <a:spcPts val="0"/>
                </a:spcBef>
                <a:spcAft>
                  <a:spcPts val="0"/>
                </a:spcAft>
                <a:buClr>
                  <a:srgbClr val="020E66"/>
                </a:buClr>
                <a:buSzTx/>
                <a:buFontTx/>
                <a:buNone/>
                <a:tabLst/>
                <a:defRPr/>
              </a:pPr>
              <a:r>
                <a:rPr kumimoji="0" lang="pt-BR" sz="1200" b="0" i="0" u="none" strike="noStrike" kern="1200" cap="none" spc="0" normalizeH="0" baseline="0" noProof="0">
                  <a:ln>
                    <a:noFill/>
                  </a:ln>
                  <a:solidFill>
                    <a:srgbClr val="7F7F7F"/>
                  </a:solidFill>
                  <a:effectLst/>
                  <a:uLnTx/>
                  <a:uFillTx/>
                  <a:latin typeface="Arial"/>
                  <a:ea typeface="+mn-ea"/>
                  <a:cs typeface="+mn-cs"/>
                </a:rPr>
                <a:t>PARA DISCUSSÃO</a:t>
              </a:r>
            </a:p>
          </p:txBody>
        </p:sp>
        <p:cxnSp>
          <p:nvCxnSpPr>
            <p:cNvPr id="21" name="AutoShape 31">
              <a:extLst>
                <a:ext uri="{FF2B5EF4-FFF2-40B4-BE49-F238E27FC236}">
                  <a16:creationId xmlns:a16="http://schemas.microsoft.com/office/drawing/2014/main" id="{9B2ED8D6-AF8F-68B4-0407-FD727C5C990E}"/>
                </a:ext>
              </a:extLst>
            </p:cNvPr>
            <p:cNvCxnSpPr>
              <a:cxnSpLocks noChangeShapeType="1"/>
              <a:stCxn id="20" idx="2"/>
              <a:endCxn id="20" idx="4"/>
            </p:cNvCxnSpPr>
            <p:nvPr/>
          </p:nvCxnSpPr>
          <p:spPr bwMode="auto">
            <a:xfrm>
              <a:off x="7365590" y="285750"/>
              <a:ext cx="0" cy="212366"/>
            </a:xfrm>
            <a:prstGeom prst="straightConnector1">
              <a:avLst/>
            </a:prstGeom>
            <a:noFill/>
            <a:ln w="9525">
              <a:solidFill>
                <a:srgbClr val="808080"/>
              </a:solidFill>
              <a:round/>
              <a:headEnd/>
              <a:tailEnd/>
            </a:ln>
            <a:extLst>
              <a:ext uri="{909E8E84-426E-40DD-AFC4-6F175D3DCCD1}">
                <a14:hiddenFill xmlns:a14="http://schemas.microsoft.com/office/drawing/2010/main">
                  <a:noFill/>
                </a14:hiddenFill>
              </a:ext>
            </a:extLst>
          </p:spPr>
        </p:cxnSp>
        <p:cxnSp>
          <p:nvCxnSpPr>
            <p:cNvPr id="23" name="AutoShape 32">
              <a:extLst>
                <a:ext uri="{FF2B5EF4-FFF2-40B4-BE49-F238E27FC236}">
                  <a16:creationId xmlns:a16="http://schemas.microsoft.com/office/drawing/2014/main" id="{16D67CAD-8B78-D242-AA74-E8032822AB24}"/>
                </a:ext>
              </a:extLst>
            </p:cNvPr>
            <p:cNvCxnSpPr>
              <a:cxnSpLocks noChangeShapeType="1"/>
              <a:stCxn id="20" idx="4"/>
              <a:endCxn id="20" idx="6"/>
            </p:cNvCxnSpPr>
            <p:nvPr/>
          </p:nvCxnSpPr>
          <p:spPr bwMode="auto">
            <a:xfrm>
              <a:off x="7365590" y="498116"/>
              <a:ext cx="1375185" cy="0"/>
            </a:xfrm>
            <a:prstGeom prst="straightConnector1">
              <a:avLst/>
            </a:prstGeom>
            <a:noFill/>
            <a:ln w="25400">
              <a:solidFill>
                <a:srgbClr val="808080"/>
              </a:solidFill>
              <a:round/>
              <a:headEnd/>
              <a:tailEnd/>
            </a:ln>
            <a:extLst>
              <a:ext uri="{909E8E84-426E-40DD-AFC4-6F175D3DCCD1}">
                <a14:hiddenFill xmlns:a14="http://schemas.microsoft.com/office/drawing/2010/main">
                  <a:noFill/>
                </a14:hiddenFill>
              </a:ext>
            </a:extLst>
          </p:spPr>
        </p:cxnSp>
      </p:grpSp>
      <p:sp>
        <p:nvSpPr>
          <p:cNvPr id="12" name="Arrow: Chevron 70">
            <a:extLst>
              <a:ext uri="{FF2B5EF4-FFF2-40B4-BE49-F238E27FC236}">
                <a16:creationId xmlns:a16="http://schemas.microsoft.com/office/drawing/2014/main" id="{C815964E-00B4-8430-C1EB-4972D8EB0BEC}"/>
              </a:ext>
            </a:extLst>
          </p:cNvPr>
          <p:cNvSpPr>
            <a:spLocks/>
          </p:cNvSpPr>
          <p:nvPr/>
        </p:nvSpPr>
        <p:spPr>
          <a:xfrm>
            <a:off x="4696609" y="994451"/>
            <a:ext cx="2845430" cy="526787"/>
          </a:xfrm>
          <a:prstGeom prst="chevron">
            <a:avLst>
              <a:gd name="adj" fmla="val 16392"/>
            </a:avLst>
          </a:prstGeom>
          <a:solidFill>
            <a:schemeClr val="accent2"/>
          </a:solidFill>
          <a:ln w="38100">
            <a:noFill/>
          </a:ln>
          <a:effectLst/>
        </p:spPr>
        <p:style>
          <a:lnRef idx="1">
            <a:schemeClr val="accent1"/>
          </a:lnRef>
          <a:fillRef idx="3">
            <a:schemeClr val="accent1"/>
          </a:fillRef>
          <a:effectRef idx="2">
            <a:schemeClr val="accent1"/>
          </a:effectRef>
          <a:fontRef idx="minor">
            <a:schemeClr val="lt1"/>
          </a:fontRef>
        </p:style>
        <p:txBody>
          <a:bodyPr lIns="108000" tIns="0" rIns="108000" bIns="0" rtlCol="0" anchor="ctr" anchorCtr="1"/>
          <a:lstStyle/>
          <a:p>
            <a:pPr marL="0" marR="0" lvl="1" indent="0" algn="l" defTabSz="914400" rtl="0" eaLnBrk="1" fontAlgn="auto" latinLnBrk="0" hangingPunct="1">
              <a:lnSpc>
                <a:spcPct val="100000"/>
              </a:lnSpc>
              <a:spcBef>
                <a:spcPts val="0"/>
              </a:spcBef>
              <a:spcAft>
                <a:spcPts val="0"/>
              </a:spcAft>
              <a:buClrTx/>
              <a:buSzTx/>
              <a:buFontTx/>
              <a:buNone/>
              <a:tabLst/>
              <a:defRPr/>
            </a:pPr>
            <a:r>
              <a:rPr kumimoji="0" lang="pt-BR" sz="1150" b="1" i="0" u="none" strike="noStrike" kern="1200" cap="none" spc="0" normalizeH="0" baseline="0" noProof="0">
                <a:ln>
                  <a:noFill/>
                </a:ln>
                <a:solidFill>
                  <a:prstClr val="white"/>
                </a:solidFill>
                <a:effectLst/>
                <a:uLnTx/>
                <a:uFillTx/>
                <a:latin typeface="Arial"/>
                <a:ea typeface="+mn-ea"/>
                <a:cs typeface="+mn-cs"/>
              </a:rPr>
              <a:t>Desenho do novo modelo de acesso à mercado</a:t>
            </a:r>
          </a:p>
        </p:txBody>
      </p:sp>
      <p:sp>
        <p:nvSpPr>
          <p:cNvPr id="47" name="Rectangle 53">
            <a:extLst>
              <a:ext uri="{FF2B5EF4-FFF2-40B4-BE49-F238E27FC236}">
                <a16:creationId xmlns:a16="http://schemas.microsoft.com/office/drawing/2014/main" id="{C9008702-C141-B8D6-0442-AB67800D6AB4}"/>
              </a:ext>
            </a:extLst>
          </p:cNvPr>
          <p:cNvSpPr txBox="1"/>
          <p:nvPr/>
        </p:nvSpPr>
        <p:spPr>
          <a:xfrm>
            <a:off x="7564935" y="1582541"/>
            <a:ext cx="2080800" cy="707886"/>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marL="0" lvl="0" indent="0" defTabSz="895350" eaLnBrk="1" hangingPunct="1">
              <a:buClr>
                <a:schemeClr val="tx2"/>
              </a:buClr>
              <a:defRPr baseline="0">
                <a:latin typeface="+mn-lt"/>
              </a:defRPr>
            </a:lvl1pPr>
            <a:lvl2pPr marL="193675" lvl="1" indent="-192088" defTabSz="895350" eaLnBrk="1" hangingPunct="1">
              <a:buClr>
                <a:schemeClr val="tx2"/>
              </a:buClr>
              <a:buSzPct val="125000"/>
              <a:buFont typeface="Arial" charset="0"/>
              <a:buChar char="▪"/>
              <a:defRPr baseline="0">
                <a:latin typeface="+mn-lt"/>
              </a:defRPr>
            </a:lvl2pPr>
            <a:lvl3pPr marL="457200" lvl="2" indent="-261938" defTabSz="895350" eaLnBrk="1" hangingPunct="1">
              <a:buClr>
                <a:schemeClr val="tx2"/>
              </a:buClr>
              <a:buSzPct val="120000"/>
              <a:buFont typeface="Arial" charset="0"/>
              <a:buChar char="–"/>
              <a:defRPr baseline="0">
                <a:latin typeface="+mn-lt"/>
              </a:defRPr>
            </a:lvl3pPr>
            <a:lvl4pPr marL="614363" lvl="3" indent="-155575" defTabSz="895350" eaLnBrk="1" hangingPunct="1">
              <a:buClr>
                <a:schemeClr val="tx2"/>
              </a:buClr>
              <a:buSzPct val="120000"/>
              <a:buFont typeface="Arial" charset="0"/>
              <a:buChar char="▫"/>
              <a:defRPr baseline="0">
                <a:latin typeface="+mn-lt"/>
              </a:defRPr>
            </a:lvl4pPr>
            <a:lvl5pPr marL="749808" lvl="4" indent="-130175" defTabSz="895350" eaLnBrk="1" hangingPunct="1">
              <a:buClr>
                <a:schemeClr val="tx2"/>
              </a:buClr>
              <a:buSzPct val="89000"/>
              <a:buFont typeface="Arial" charset="0"/>
              <a:buChar char="-"/>
              <a:defRPr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Construir um macro plano de implementação, incluindo:</a:t>
            </a:r>
          </a:p>
          <a:p>
            <a:pPr marL="358775" marR="0" lvl="2" indent="-163513" algn="l" defTabSz="895350" rtl="0" eaLnBrk="1" fontAlgn="auto" latinLnBrk="0" hangingPunct="1">
              <a:lnSpc>
                <a:spcPct val="100000"/>
              </a:lnSpc>
              <a:spcBef>
                <a:spcPts val="0"/>
              </a:spcBef>
              <a:spcAft>
                <a:spcPts val="0"/>
              </a:spcAft>
              <a:buClrTx/>
              <a:buSzPct val="120000"/>
              <a:buFont typeface="Arial" charset="0"/>
              <a:buChar char="–"/>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Atividades, responsáveis e prazos</a:t>
            </a:r>
          </a:p>
          <a:p>
            <a:pPr marL="358775" marR="0" lvl="2" indent="-163513" algn="l" defTabSz="895350" rtl="0" eaLnBrk="1" fontAlgn="auto" latinLnBrk="0" hangingPunct="1">
              <a:lnSpc>
                <a:spcPct val="100000"/>
              </a:lnSpc>
              <a:spcBef>
                <a:spcPts val="0"/>
              </a:spcBef>
              <a:spcAft>
                <a:spcPts val="0"/>
              </a:spcAft>
              <a:buClrTx/>
              <a:buSzPct val="120000"/>
              <a:buFont typeface="Arial" charset="0"/>
              <a:buChar char="–"/>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Recursos necessários </a:t>
            </a:r>
          </a:p>
        </p:txBody>
      </p:sp>
      <p:sp>
        <p:nvSpPr>
          <p:cNvPr id="65" name="Rectangle 53">
            <a:extLst>
              <a:ext uri="{FF2B5EF4-FFF2-40B4-BE49-F238E27FC236}">
                <a16:creationId xmlns:a16="http://schemas.microsoft.com/office/drawing/2014/main" id="{87068C71-6404-8D77-F3DE-83D3E8334B19}"/>
              </a:ext>
            </a:extLst>
          </p:cNvPr>
          <p:cNvSpPr txBox="1"/>
          <p:nvPr/>
        </p:nvSpPr>
        <p:spPr>
          <a:xfrm>
            <a:off x="4996859" y="5381087"/>
            <a:ext cx="2376000" cy="1061829"/>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marL="0" lvl="0" indent="0" defTabSz="895350" eaLnBrk="1" hangingPunct="1">
              <a:buClr>
                <a:schemeClr val="tx2"/>
              </a:buClr>
              <a:defRPr baseline="0">
                <a:latin typeface="+mn-lt"/>
              </a:defRPr>
            </a:lvl1pPr>
            <a:lvl2pPr marL="193675" lvl="1" indent="-192088" defTabSz="895350" eaLnBrk="1" hangingPunct="1">
              <a:buClr>
                <a:schemeClr val="tx2"/>
              </a:buClr>
              <a:buSzPct val="125000"/>
              <a:buFont typeface="Arial" charset="0"/>
              <a:buChar char="▪"/>
              <a:defRPr baseline="0">
                <a:latin typeface="+mn-lt"/>
              </a:defRPr>
            </a:lvl2pPr>
            <a:lvl3pPr marL="457200" lvl="2" indent="-261938" defTabSz="895350" eaLnBrk="1" hangingPunct="1">
              <a:buClr>
                <a:schemeClr val="tx2"/>
              </a:buClr>
              <a:buSzPct val="120000"/>
              <a:buFont typeface="Arial" charset="0"/>
              <a:buChar char="–"/>
              <a:defRPr baseline="0">
                <a:latin typeface="+mn-lt"/>
              </a:defRPr>
            </a:lvl3pPr>
            <a:lvl4pPr marL="614363" lvl="3" indent="-155575" defTabSz="895350" eaLnBrk="1" hangingPunct="1">
              <a:buClr>
                <a:schemeClr val="tx2"/>
              </a:buClr>
              <a:buSzPct val="120000"/>
              <a:buFont typeface="Arial" charset="0"/>
              <a:buChar char="▫"/>
              <a:defRPr baseline="0">
                <a:latin typeface="+mn-lt"/>
              </a:defRPr>
            </a:lvl4pPr>
            <a:lvl5pPr marL="749808" lvl="4" indent="-130175" defTabSz="895350" eaLnBrk="1" hangingPunct="1">
              <a:buClr>
                <a:schemeClr val="tx2"/>
              </a:buClr>
              <a:buSzPct val="89000"/>
              <a:buFont typeface="Arial" charset="0"/>
              <a:buChar char="-"/>
              <a:defRPr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marL="0" marR="0" lvl="0" indent="0" algn="l" defTabSz="895350" rtl="0" eaLnBrk="1" fontAlgn="auto" latinLnBrk="0" hangingPunct="1">
              <a:lnSpc>
                <a:spcPct val="100000"/>
              </a:lnSpc>
              <a:spcBef>
                <a:spcPts val="0"/>
              </a:spcBef>
              <a:spcAft>
                <a:spcPts val="0"/>
              </a:spcAft>
              <a:buClrTx/>
              <a:buSzTx/>
              <a:buFontTx/>
              <a:buNone/>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Novo modelo comercial</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Proposta de valor </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Novo modelo de acesso à mercado</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Modelo de governança</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lang="pt-BR" sz="1150">
                <a:solidFill>
                  <a:srgbClr val="071C25"/>
                </a:solidFill>
                <a:latin typeface="Arial"/>
              </a:rPr>
              <a:t>I</a:t>
            </a:r>
            <a:r>
              <a:rPr kumimoji="0" lang="pt-BR" sz="1150" b="0" i="0" u="none" strike="noStrike" kern="1200" cap="none" spc="0" normalizeH="0" baseline="0" noProof="0" err="1">
                <a:ln>
                  <a:noFill/>
                </a:ln>
                <a:solidFill>
                  <a:srgbClr val="071C25"/>
                </a:solidFill>
                <a:effectLst/>
                <a:uLnTx/>
                <a:uFillTx/>
                <a:latin typeface="Arial"/>
                <a:ea typeface="+mn-ea"/>
                <a:cs typeface="+mn-cs"/>
              </a:rPr>
              <a:t>mpactos</a:t>
            </a:r>
            <a:r>
              <a:rPr kumimoji="0" lang="pt-BR" sz="1150" b="0" i="0" u="none" strike="noStrike" kern="1200" cap="none" spc="0" normalizeH="0" baseline="0" noProof="0">
                <a:ln>
                  <a:noFill/>
                </a:ln>
                <a:solidFill>
                  <a:srgbClr val="071C25"/>
                </a:solidFill>
                <a:effectLst/>
                <a:uLnTx/>
                <a:uFillTx/>
                <a:latin typeface="Arial"/>
                <a:ea typeface="+mn-ea"/>
                <a:cs typeface="+mn-cs"/>
              </a:rPr>
              <a:t> financeiros</a:t>
            </a:r>
          </a:p>
        </p:txBody>
      </p:sp>
      <p:sp>
        <p:nvSpPr>
          <p:cNvPr id="66" name="Oval 43">
            <a:extLst>
              <a:ext uri="{FF2B5EF4-FFF2-40B4-BE49-F238E27FC236}">
                <a16:creationId xmlns:a16="http://schemas.microsoft.com/office/drawing/2014/main" id="{FDB2096B-D8B7-A923-858F-DF3374A76207}"/>
              </a:ext>
            </a:extLst>
          </p:cNvPr>
          <p:cNvSpPr/>
          <p:nvPr/>
        </p:nvSpPr>
        <p:spPr>
          <a:xfrm>
            <a:off x="4672859" y="5381087"/>
            <a:ext cx="216000" cy="216000"/>
          </a:xfrm>
          <a:prstGeom prst="ellipse">
            <a:avLst/>
          </a:prstGeom>
          <a:solidFill>
            <a:schemeClr val="accent5"/>
          </a:solidFill>
          <a:ln w="9525">
            <a:noFill/>
            <a:round/>
            <a:headEnd/>
            <a:tailEnd/>
          </a:ln>
          <a:effec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150" b="1" i="0" u="none" strike="noStrike" kern="0" cap="none" spc="0" normalizeH="0" baseline="0" noProof="0">
                <a:ln>
                  <a:noFill/>
                </a:ln>
                <a:solidFill>
                  <a:prstClr val="white"/>
                </a:solidFill>
                <a:effectLst/>
                <a:uLnTx/>
                <a:uFillTx/>
                <a:latin typeface="Arial"/>
                <a:ea typeface="+mn-ea"/>
                <a:cs typeface="Calibri" panose="020F0502020204030204" pitchFamily="34" charset="0"/>
              </a:rPr>
              <a:t>5</a:t>
            </a:r>
          </a:p>
        </p:txBody>
      </p:sp>
      <p:sp>
        <p:nvSpPr>
          <p:cNvPr id="68" name="Rectangle 53">
            <a:extLst>
              <a:ext uri="{FF2B5EF4-FFF2-40B4-BE49-F238E27FC236}">
                <a16:creationId xmlns:a16="http://schemas.microsoft.com/office/drawing/2014/main" id="{693103EC-7D2A-3DB8-CBFF-2C3189678E33}"/>
              </a:ext>
            </a:extLst>
          </p:cNvPr>
          <p:cNvSpPr txBox="1"/>
          <p:nvPr/>
        </p:nvSpPr>
        <p:spPr>
          <a:xfrm>
            <a:off x="7888935" y="5381087"/>
            <a:ext cx="1756800" cy="707886"/>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marL="0" lvl="0" indent="0" defTabSz="895350" eaLnBrk="1" hangingPunct="1">
              <a:buClr>
                <a:schemeClr val="tx2"/>
              </a:buClr>
              <a:defRPr baseline="0">
                <a:latin typeface="+mn-lt"/>
              </a:defRPr>
            </a:lvl1pPr>
            <a:lvl2pPr marL="193675" lvl="1" indent="-192088" defTabSz="895350" eaLnBrk="1" hangingPunct="1">
              <a:buClr>
                <a:schemeClr val="tx2"/>
              </a:buClr>
              <a:buSzPct val="125000"/>
              <a:buFont typeface="Arial" charset="0"/>
              <a:buChar char="▪"/>
              <a:defRPr baseline="0">
                <a:latin typeface="+mn-lt"/>
              </a:defRPr>
            </a:lvl2pPr>
            <a:lvl3pPr marL="457200" lvl="2" indent="-261938" defTabSz="895350" eaLnBrk="1" hangingPunct="1">
              <a:buClr>
                <a:schemeClr val="tx2"/>
              </a:buClr>
              <a:buSzPct val="120000"/>
              <a:buFont typeface="Arial" charset="0"/>
              <a:buChar char="–"/>
              <a:defRPr baseline="0">
                <a:latin typeface="+mn-lt"/>
              </a:defRPr>
            </a:lvl3pPr>
            <a:lvl4pPr marL="614363" lvl="3" indent="-155575" defTabSz="895350" eaLnBrk="1" hangingPunct="1">
              <a:buClr>
                <a:schemeClr val="tx2"/>
              </a:buClr>
              <a:buSzPct val="120000"/>
              <a:buFont typeface="Arial" charset="0"/>
              <a:buChar char="▫"/>
              <a:defRPr baseline="0">
                <a:latin typeface="+mn-lt"/>
              </a:defRPr>
            </a:lvl4pPr>
            <a:lvl5pPr marL="749808" lvl="4" indent="-130175" defTabSz="895350" eaLnBrk="1" hangingPunct="1">
              <a:buClr>
                <a:schemeClr val="tx2"/>
              </a:buClr>
              <a:buSzPct val="89000"/>
              <a:buFont typeface="Arial" charset="0"/>
              <a:buChar char="-"/>
              <a:defRPr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marL="0" marR="0" lvl="0" indent="0" algn="l" defTabSz="895350" rtl="0" eaLnBrk="1" fontAlgn="auto" latinLnBrk="0" hangingPunct="1">
              <a:lnSpc>
                <a:spcPct val="100000"/>
              </a:lnSpc>
              <a:spcBef>
                <a:spcPts val="0"/>
              </a:spcBef>
              <a:spcAft>
                <a:spcPts val="0"/>
              </a:spcAft>
              <a:buClrTx/>
              <a:buSzTx/>
              <a:buFontTx/>
              <a:buNone/>
              <a:tabLst/>
              <a:defRPr/>
            </a:pPr>
            <a:r>
              <a:rPr kumimoji="0" lang="pt-BR" sz="1150" b="0" i="0" u="none" strike="noStrike" kern="1200" cap="none" spc="0" normalizeH="0" baseline="0" noProof="0" err="1">
                <a:ln>
                  <a:noFill/>
                </a:ln>
                <a:solidFill>
                  <a:srgbClr val="071C25"/>
                </a:solidFill>
                <a:effectLst/>
                <a:uLnTx/>
                <a:uFillTx/>
                <a:latin typeface="Arial"/>
                <a:ea typeface="+mn-ea"/>
                <a:cs typeface="+mn-cs"/>
              </a:rPr>
              <a:t>Macroplano</a:t>
            </a:r>
            <a:r>
              <a:rPr kumimoji="0" lang="pt-BR" sz="1150" b="0" i="0" u="none" strike="noStrike" kern="1200" cap="none" spc="0" normalizeH="0" baseline="0" noProof="0">
                <a:ln>
                  <a:noFill/>
                </a:ln>
                <a:solidFill>
                  <a:srgbClr val="071C25"/>
                </a:solidFill>
                <a:effectLst/>
                <a:uLnTx/>
                <a:uFillTx/>
                <a:latin typeface="Arial"/>
                <a:ea typeface="+mn-ea"/>
                <a:cs typeface="+mn-cs"/>
              </a:rPr>
              <a:t> de implementação</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Faseamento das iniciativas</a:t>
            </a:r>
          </a:p>
        </p:txBody>
      </p:sp>
      <p:sp>
        <p:nvSpPr>
          <p:cNvPr id="69" name="Oval 43">
            <a:extLst>
              <a:ext uri="{FF2B5EF4-FFF2-40B4-BE49-F238E27FC236}">
                <a16:creationId xmlns:a16="http://schemas.microsoft.com/office/drawing/2014/main" id="{287611C1-24AB-1665-D299-5DC7296C525F}"/>
              </a:ext>
            </a:extLst>
          </p:cNvPr>
          <p:cNvSpPr/>
          <p:nvPr/>
        </p:nvSpPr>
        <p:spPr>
          <a:xfrm>
            <a:off x="7564935" y="5381087"/>
            <a:ext cx="216000" cy="216000"/>
          </a:xfrm>
          <a:prstGeom prst="ellipse">
            <a:avLst/>
          </a:prstGeom>
          <a:solidFill>
            <a:schemeClr val="accent5"/>
          </a:solidFill>
          <a:ln w="9525">
            <a:noFill/>
            <a:round/>
            <a:headEnd/>
            <a:tailEnd/>
          </a:ln>
          <a:effec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150" b="1" i="0" u="none" strike="noStrike" kern="0" cap="none" spc="0" normalizeH="0" baseline="0" noProof="0">
                <a:ln>
                  <a:noFill/>
                </a:ln>
                <a:solidFill>
                  <a:prstClr val="white"/>
                </a:solidFill>
                <a:effectLst/>
                <a:uLnTx/>
                <a:uFillTx/>
                <a:latin typeface="Arial"/>
                <a:ea typeface="+mn-ea"/>
                <a:cs typeface="Calibri" panose="020F0502020204030204" pitchFamily="34" charset="0"/>
              </a:rPr>
              <a:t>6</a:t>
            </a:r>
          </a:p>
        </p:txBody>
      </p:sp>
      <p:sp>
        <p:nvSpPr>
          <p:cNvPr id="6" name="Rectangle 53">
            <a:extLst>
              <a:ext uri="{FF2B5EF4-FFF2-40B4-BE49-F238E27FC236}">
                <a16:creationId xmlns:a16="http://schemas.microsoft.com/office/drawing/2014/main" id="{E1362351-8E3B-348B-F225-8B9EC0F4C020}"/>
              </a:ext>
            </a:extLst>
          </p:cNvPr>
          <p:cNvSpPr txBox="1"/>
          <p:nvPr/>
        </p:nvSpPr>
        <p:spPr>
          <a:xfrm>
            <a:off x="4672859" y="1582541"/>
            <a:ext cx="2700000" cy="1946687"/>
          </a:xfrm>
          <a:prstGeom prst="rect">
            <a:avLst/>
          </a:prstGeom>
          <a:noFill/>
          <a:ln w="9525">
            <a:noFill/>
            <a:miter lim="800000"/>
            <a:headEnd/>
            <a:tailEnd/>
          </a:ln>
          <a:effectLst/>
        </p:spPr>
        <p:txBody>
          <a:bodyPr vert="horz" wrap="square" lIns="0" tIns="0" rIns="0" bIns="0" numCol="1" anchor="t" anchorCtr="0" compatLnSpc="1">
            <a:prstTxWarp prst="textNoShape">
              <a:avLst/>
            </a:prstTxWarp>
            <a:spAutoFit/>
          </a:bodyPr>
          <a:lstStyle>
            <a:lvl1pPr marL="0" lvl="0" indent="0" defTabSz="895350" eaLnBrk="1" hangingPunct="1">
              <a:buClr>
                <a:schemeClr val="tx2"/>
              </a:buClr>
              <a:defRPr baseline="0">
                <a:latin typeface="+mn-lt"/>
              </a:defRPr>
            </a:lvl1pPr>
            <a:lvl2pPr marL="193675" lvl="1" indent="-192088" defTabSz="895350" eaLnBrk="1" hangingPunct="1">
              <a:buClr>
                <a:schemeClr val="tx2"/>
              </a:buClr>
              <a:buSzPct val="125000"/>
              <a:buFont typeface="Arial" charset="0"/>
              <a:buChar char="▪"/>
              <a:defRPr baseline="0">
                <a:latin typeface="+mn-lt"/>
              </a:defRPr>
            </a:lvl2pPr>
            <a:lvl3pPr marL="457200" lvl="2" indent="-261938" defTabSz="895350" eaLnBrk="1" hangingPunct="1">
              <a:buClr>
                <a:schemeClr val="tx2"/>
              </a:buClr>
              <a:buSzPct val="120000"/>
              <a:buFont typeface="Arial" charset="0"/>
              <a:buChar char="–"/>
              <a:defRPr baseline="0">
                <a:latin typeface="+mn-lt"/>
              </a:defRPr>
            </a:lvl3pPr>
            <a:lvl4pPr marL="614363" lvl="3" indent="-155575" defTabSz="895350" eaLnBrk="1" hangingPunct="1">
              <a:buClr>
                <a:schemeClr val="tx2"/>
              </a:buClr>
              <a:buSzPct val="120000"/>
              <a:buFont typeface="Arial" charset="0"/>
              <a:buChar char="▫"/>
              <a:defRPr baseline="0">
                <a:latin typeface="+mn-lt"/>
              </a:defRPr>
            </a:lvl4pPr>
            <a:lvl5pPr marL="749808" lvl="4" indent="-130175" defTabSz="895350" eaLnBrk="1" hangingPunct="1">
              <a:buClr>
                <a:schemeClr val="tx2"/>
              </a:buClr>
              <a:buSzPct val="89000"/>
              <a:buFont typeface="Arial" charset="0"/>
              <a:buChar char="-"/>
              <a:defRPr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Definir canais de vendas (ex. venda direta, grandes revendas, revendas de especialidade, cooperativas etc.) com base na proposta de valor e segmentação </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Desenhar modelo de organização comercial da Morro Verde</a:t>
            </a:r>
          </a:p>
          <a:p>
            <a:pPr marL="358775" marR="0" lvl="2" indent="-163513" algn="l" defTabSz="895350" rtl="0" eaLnBrk="1" fontAlgn="auto" latinLnBrk="0" hangingPunct="1">
              <a:lnSpc>
                <a:spcPct val="100000"/>
              </a:lnSpc>
              <a:spcBef>
                <a:spcPts val="0"/>
              </a:spcBef>
              <a:spcAft>
                <a:spcPts val="0"/>
              </a:spcAft>
              <a:buClrTx/>
              <a:buSzPct val="120000"/>
              <a:buFont typeface="Arial" charset="0"/>
              <a:buChar char="–"/>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Estrutura, reportes, papeis e responsabilidades</a:t>
            </a:r>
          </a:p>
          <a:p>
            <a:pPr marL="358775" marR="0" lvl="2" indent="-163513" algn="l" defTabSz="895350" rtl="0" eaLnBrk="1" fontAlgn="auto" latinLnBrk="0" hangingPunct="1">
              <a:lnSpc>
                <a:spcPct val="100000"/>
              </a:lnSpc>
              <a:spcBef>
                <a:spcPts val="0"/>
              </a:spcBef>
              <a:spcAft>
                <a:spcPts val="0"/>
              </a:spcAft>
              <a:buClrTx/>
              <a:buSzPct val="120000"/>
              <a:buFont typeface="Arial" charset="0"/>
              <a:buChar char="–"/>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Quantitativo de </a:t>
            </a:r>
            <a:r>
              <a:rPr kumimoji="0" lang="pt-BR" sz="1150" b="0" i="0" u="none" strike="noStrike" kern="1200" cap="none" spc="0" normalizeH="0" baseline="0" noProof="0" err="1">
                <a:ln>
                  <a:noFill/>
                </a:ln>
                <a:solidFill>
                  <a:srgbClr val="071C25"/>
                </a:solidFill>
                <a:effectLst/>
                <a:uLnTx/>
                <a:uFillTx/>
                <a:latin typeface="Arial"/>
                <a:ea typeface="+mn-ea"/>
                <a:cs typeface="+mn-cs"/>
              </a:rPr>
              <a:t>FTEs</a:t>
            </a:r>
            <a:endParaRPr kumimoji="0" lang="pt-BR" sz="1150" b="0" i="0" u="none" strike="noStrike" kern="1200" cap="none" spc="0" normalizeH="0" baseline="0" noProof="0">
              <a:ln>
                <a:noFill/>
              </a:ln>
              <a:solidFill>
                <a:srgbClr val="071C25"/>
              </a:solidFill>
              <a:effectLst/>
              <a:uLnTx/>
              <a:uFillTx/>
              <a:latin typeface="Arial"/>
              <a:ea typeface="+mn-ea"/>
              <a:cs typeface="+mn-cs"/>
            </a:endParaRPr>
          </a:p>
          <a:p>
            <a:pPr marL="358775" marR="0" lvl="2" indent="-163513" algn="l" defTabSz="895350" rtl="0" eaLnBrk="1" fontAlgn="auto" latinLnBrk="0" hangingPunct="1">
              <a:lnSpc>
                <a:spcPct val="100000"/>
              </a:lnSpc>
              <a:spcBef>
                <a:spcPts val="0"/>
              </a:spcBef>
              <a:spcAft>
                <a:spcPts val="0"/>
              </a:spcAft>
              <a:buClrTx/>
              <a:buSzPct val="120000"/>
              <a:buFont typeface="Arial" charset="0"/>
              <a:buChar char="–"/>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Competências desejadas</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Quantificar impacto financeiro esperado do novo modelo de GTM (idealmente por segmento/canal)</a:t>
            </a:r>
          </a:p>
        </p:txBody>
      </p:sp>
      <p:sp>
        <p:nvSpPr>
          <p:cNvPr id="9" name="Arrow: Chevron 70">
            <a:extLst>
              <a:ext uri="{FF2B5EF4-FFF2-40B4-BE49-F238E27FC236}">
                <a16:creationId xmlns:a16="http://schemas.microsoft.com/office/drawing/2014/main" id="{F2FE4820-45AD-C6CB-47EB-6500884D1043}"/>
              </a:ext>
            </a:extLst>
          </p:cNvPr>
          <p:cNvSpPr>
            <a:spLocks/>
          </p:cNvSpPr>
          <p:nvPr/>
        </p:nvSpPr>
        <p:spPr>
          <a:xfrm>
            <a:off x="7564935" y="994451"/>
            <a:ext cx="2188314" cy="526787"/>
          </a:xfrm>
          <a:prstGeom prst="chevron">
            <a:avLst>
              <a:gd name="adj" fmla="val 16392"/>
            </a:avLst>
          </a:prstGeom>
          <a:solidFill>
            <a:schemeClr val="accent2"/>
          </a:solidFill>
          <a:ln w="38100">
            <a:noFill/>
          </a:ln>
          <a:effectLst/>
        </p:spPr>
        <p:style>
          <a:lnRef idx="1">
            <a:schemeClr val="accent1"/>
          </a:lnRef>
          <a:fillRef idx="3">
            <a:schemeClr val="accent1"/>
          </a:fillRef>
          <a:effectRef idx="2">
            <a:schemeClr val="accent1"/>
          </a:effectRef>
          <a:fontRef idx="minor">
            <a:schemeClr val="lt1"/>
          </a:fontRef>
        </p:style>
        <p:txBody>
          <a:bodyPr lIns="108000" tIns="0" rIns="108000" bIns="0" rtlCol="0" anchor="ctr" anchorCtr="1"/>
          <a:lstStyle/>
          <a:p>
            <a:pPr marL="0" marR="0" lvl="1" indent="0" algn="l" defTabSz="914400" rtl="0" eaLnBrk="1" fontAlgn="auto" latinLnBrk="0" hangingPunct="1">
              <a:lnSpc>
                <a:spcPct val="100000"/>
              </a:lnSpc>
              <a:spcBef>
                <a:spcPts val="0"/>
              </a:spcBef>
              <a:spcAft>
                <a:spcPts val="0"/>
              </a:spcAft>
              <a:buClrTx/>
              <a:buSzTx/>
              <a:buFontTx/>
              <a:buNone/>
              <a:tabLst/>
              <a:defRPr/>
            </a:pPr>
            <a:r>
              <a:rPr kumimoji="0" lang="pt-BR" sz="1150" b="1" i="0" u="none" strike="noStrike" kern="1200" cap="none" spc="0" normalizeH="0" baseline="0" noProof="0">
                <a:ln>
                  <a:noFill/>
                </a:ln>
                <a:solidFill>
                  <a:prstClr val="white"/>
                </a:solidFill>
                <a:effectLst/>
                <a:uLnTx/>
                <a:uFillTx/>
                <a:latin typeface="Arial"/>
                <a:ea typeface="+mn-ea"/>
                <a:cs typeface="+mn-cs"/>
              </a:rPr>
              <a:t>Planejamento da implementação</a:t>
            </a:r>
          </a:p>
        </p:txBody>
      </p:sp>
      <p:sp>
        <p:nvSpPr>
          <p:cNvPr id="4" name="Rectangle 53">
            <a:extLst>
              <a:ext uri="{FF2B5EF4-FFF2-40B4-BE49-F238E27FC236}">
                <a16:creationId xmlns:a16="http://schemas.microsoft.com/office/drawing/2014/main" id="{DDCC58B4-F8C6-A4F6-B87C-B7D5AA254772}"/>
              </a:ext>
            </a:extLst>
          </p:cNvPr>
          <p:cNvSpPr txBox="1"/>
          <p:nvPr/>
        </p:nvSpPr>
        <p:spPr>
          <a:xfrm>
            <a:off x="9776145" y="1582541"/>
            <a:ext cx="2080800" cy="884858"/>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marL="0" lvl="0" indent="0" defTabSz="895350" eaLnBrk="1" hangingPunct="1">
              <a:buClr>
                <a:schemeClr val="tx2"/>
              </a:buClr>
              <a:defRPr baseline="0">
                <a:latin typeface="+mn-lt"/>
              </a:defRPr>
            </a:lvl1pPr>
            <a:lvl2pPr marL="193675" lvl="1" indent="-192088" defTabSz="895350" eaLnBrk="1" hangingPunct="1">
              <a:buClr>
                <a:schemeClr val="tx2"/>
              </a:buClr>
              <a:buSzPct val="125000"/>
              <a:buFont typeface="Arial" charset="0"/>
              <a:buChar char="▪"/>
              <a:defRPr baseline="0">
                <a:latin typeface="+mn-lt"/>
              </a:defRPr>
            </a:lvl2pPr>
            <a:lvl3pPr marL="457200" lvl="2" indent="-261938" defTabSz="895350" eaLnBrk="1" hangingPunct="1">
              <a:buClr>
                <a:schemeClr val="tx2"/>
              </a:buClr>
              <a:buSzPct val="120000"/>
              <a:buFont typeface="Arial" charset="0"/>
              <a:buChar char="–"/>
              <a:defRPr baseline="0">
                <a:latin typeface="+mn-lt"/>
              </a:defRPr>
            </a:lvl3pPr>
            <a:lvl4pPr marL="614363" lvl="3" indent="-155575" defTabSz="895350" eaLnBrk="1" hangingPunct="1">
              <a:buClr>
                <a:schemeClr val="tx2"/>
              </a:buClr>
              <a:buSzPct val="120000"/>
              <a:buFont typeface="Arial" charset="0"/>
              <a:buChar char="▫"/>
              <a:defRPr baseline="0">
                <a:latin typeface="+mn-lt"/>
              </a:defRPr>
            </a:lvl4pPr>
            <a:lvl5pPr marL="749808" lvl="4" indent="-130175" defTabSz="895350" eaLnBrk="1" hangingPunct="1">
              <a:buClr>
                <a:schemeClr val="tx2"/>
              </a:buClr>
              <a:buSzPct val="89000"/>
              <a:buFont typeface="Arial" charset="0"/>
              <a:buChar char="-"/>
              <a:defRPr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Mapear riscos potenciais do novo modelo e especificar estratégia de mitigação</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Estruturar PMO para apoiar implementação</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Definir governança para monitorar progresso da implementação</a:t>
            </a:r>
          </a:p>
        </p:txBody>
      </p:sp>
      <p:sp>
        <p:nvSpPr>
          <p:cNvPr id="16" name="Arrow: Chevron 70">
            <a:extLst>
              <a:ext uri="{FF2B5EF4-FFF2-40B4-BE49-F238E27FC236}">
                <a16:creationId xmlns:a16="http://schemas.microsoft.com/office/drawing/2014/main" id="{A8E8B826-32C9-C7A8-7F8F-4AAEFAB58F2B}"/>
              </a:ext>
            </a:extLst>
          </p:cNvPr>
          <p:cNvSpPr>
            <a:spLocks/>
          </p:cNvSpPr>
          <p:nvPr/>
        </p:nvSpPr>
        <p:spPr>
          <a:xfrm>
            <a:off x="9776145" y="994451"/>
            <a:ext cx="2188314" cy="526787"/>
          </a:xfrm>
          <a:prstGeom prst="chevron">
            <a:avLst>
              <a:gd name="adj" fmla="val 16392"/>
            </a:avLst>
          </a:prstGeom>
          <a:solidFill>
            <a:schemeClr val="accent1"/>
          </a:solidFill>
          <a:ln w="38100">
            <a:noFill/>
          </a:ln>
          <a:effectLst/>
        </p:spPr>
        <p:style>
          <a:lnRef idx="1">
            <a:schemeClr val="accent1"/>
          </a:lnRef>
          <a:fillRef idx="3">
            <a:schemeClr val="accent1"/>
          </a:fillRef>
          <a:effectRef idx="2">
            <a:schemeClr val="accent1"/>
          </a:effectRef>
          <a:fontRef idx="minor">
            <a:schemeClr val="lt1"/>
          </a:fontRef>
        </p:style>
        <p:txBody>
          <a:bodyPr lIns="108000" tIns="0" rIns="108000" bIns="0" rtlCol="0" anchor="ctr" anchorCtr="1"/>
          <a:lstStyle/>
          <a:p>
            <a:pPr marL="0" marR="0" lvl="1" indent="0" algn="l" defTabSz="914400" rtl="0" eaLnBrk="1" fontAlgn="auto" latinLnBrk="0" hangingPunct="1">
              <a:lnSpc>
                <a:spcPct val="100000"/>
              </a:lnSpc>
              <a:spcBef>
                <a:spcPts val="0"/>
              </a:spcBef>
              <a:spcAft>
                <a:spcPts val="0"/>
              </a:spcAft>
              <a:buClrTx/>
              <a:buSzTx/>
              <a:buFontTx/>
              <a:buNone/>
              <a:tabLst/>
              <a:defRPr/>
            </a:pPr>
            <a:r>
              <a:rPr kumimoji="0" lang="pt-BR" sz="1150" b="1" i="0" u="none" strike="noStrike" kern="1200" cap="none" spc="0" normalizeH="0" baseline="0" noProof="0">
                <a:ln>
                  <a:noFill/>
                </a:ln>
                <a:solidFill>
                  <a:prstClr val="white"/>
                </a:solidFill>
                <a:effectLst/>
                <a:uLnTx/>
                <a:uFillTx/>
                <a:latin typeface="Arial"/>
                <a:ea typeface="+mn-ea"/>
                <a:cs typeface="+mn-cs"/>
              </a:rPr>
              <a:t>Detalhamento da implementação</a:t>
            </a:r>
          </a:p>
        </p:txBody>
      </p:sp>
      <p:cxnSp>
        <p:nvCxnSpPr>
          <p:cNvPr id="26" name="Conector de Seta Reta 39">
            <a:extLst>
              <a:ext uri="{FF2B5EF4-FFF2-40B4-BE49-F238E27FC236}">
                <a16:creationId xmlns:a16="http://schemas.microsoft.com/office/drawing/2014/main" id="{2DBA033E-E5A6-F00D-1BA0-D34DFFD67275}"/>
              </a:ext>
            </a:extLst>
          </p:cNvPr>
          <p:cNvCxnSpPr>
            <a:cxnSpLocks/>
          </p:cNvCxnSpPr>
          <p:nvPr/>
        </p:nvCxnSpPr>
        <p:spPr>
          <a:xfrm>
            <a:off x="9776145" y="843731"/>
            <a:ext cx="2080800" cy="0"/>
          </a:xfrm>
          <a:prstGeom prst="straightConnector1">
            <a:avLst/>
          </a:prstGeom>
          <a:ln w="19050">
            <a:solidFill>
              <a:schemeClr val="bg1">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9" name="CaixaDeTexto 40">
            <a:extLst>
              <a:ext uri="{FF2B5EF4-FFF2-40B4-BE49-F238E27FC236}">
                <a16:creationId xmlns:a16="http://schemas.microsoft.com/office/drawing/2014/main" id="{3E3904CB-14D4-3369-16AA-9ECF95A7ABB1}"/>
              </a:ext>
            </a:extLst>
          </p:cNvPr>
          <p:cNvSpPr txBox="1"/>
          <p:nvPr/>
        </p:nvSpPr>
        <p:spPr bwMode="auto">
          <a:xfrm>
            <a:off x="10170488" y="755246"/>
            <a:ext cx="1292121" cy="176972"/>
          </a:xfrm>
          <a:prstGeom prst="rect">
            <a:avLst/>
          </a:prstGeom>
          <a:solidFill>
            <a:schemeClr val="bg1"/>
          </a:solidFill>
          <a:ln w="9525">
            <a:noFill/>
            <a:miter lim="800000"/>
            <a:headEnd/>
            <a:tailEnd/>
          </a:ln>
        </p:spPr>
        <p:txBody>
          <a:bodyPr vert="horz" wrap="none" lIns="108000" tIns="0" rIns="108000" bIns="0" numCol="1" rtlCol="0" anchor="ctr" anchorCtr="0" compatLnSpc="1">
            <a:prstTxWarp prst="textNoShape">
              <a:avLst/>
            </a:prstTxWarp>
            <a:spAutoFit/>
          </a:bodyPr>
          <a:lstStyle>
            <a:defPPr>
              <a:defRPr lang="pt-BR"/>
            </a:defPPr>
            <a:lvl1pPr algn="ctr">
              <a:spcBef>
                <a:spcPts val="0"/>
              </a:spcBef>
              <a:spcAft>
                <a:spcPts val="600"/>
              </a:spcAft>
              <a:defRPr sz="1200" kern="0"/>
            </a:lvl1p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pt-BR" sz="1150" b="1" i="0" u="none" strike="noStrike" kern="0" cap="none" spc="0" normalizeH="0" baseline="0" noProof="0">
                <a:ln>
                  <a:noFill/>
                </a:ln>
                <a:solidFill>
                  <a:srgbClr val="071C25"/>
                </a:solidFill>
                <a:effectLst/>
                <a:uLnTx/>
                <a:uFillTx/>
                <a:latin typeface="Arial"/>
                <a:ea typeface="+mn-ea"/>
                <a:cs typeface="+mn-cs"/>
              </a:rPr>
              <a:t>Opcional (TBD)</a:t>
            </a:r>
          </a:p>
        </p:txBody>
      </p:sp>
      <p:sp>
        <p:nvSpPr>
          <p:cNvPr id="18" name="Retângulo 17">
            <a:extLst>
              <a:ext uri="{FF2B5EF4-FFF2-40B4-BE49-F238E27FC236}">
                <a16:creationId xmlns:a16="http://schemas.microsoft.com/office/drawing/2014/main" id="{D81BBE26-475C-6475-4AA1-4DA2DC5EA268}"/>
              </a:ext>
            </a:extLst>
          </p:cNvPr>
          <p:cNvSpPr/>
          <p:nvPr/>
        </p:nvSpPr>
        <p:spPr>
          <a:xfrm>
            <a:off x="0" y="745994"/>
            <a:ext cx="12192000" cy="5692203"/>
          </a:xfrm>
          <a:prstGeom prst="rect">
            <a:avLst/>
          </a:prstGeom>
          <a:solidFill>
            <a:schemeClr val="bg1">
              <a:alpha val="75000"/>
            </a:schemeClr>
          </a:solidFill>
          <a:ln w="19050">
            <a:noFill/>
            <a:miter lim="400000"/>
          </a:ln>
          <a:effectLst/>
        </p:spPr>
        <p:txBody>
          <a:bodyPr wrap="square" lIns="108000" tIns="72000" rIns="108000" bIns="7200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400" b="0" i="0" u="none" strike="noStrike" kern="1200" cap="none" spc="0" normalizeH="0" baseline="0" noProof="0" err="1">
              <a:ln>
                <a:noFill/>
              </a:ln>
              <a:solidFill>
                <a:prstClr val="white"/>
              </a:solidFill>
              <a:effectLst/>
              <a:uLnTx/>
              <a:uFillTx/>
              <a:latin typeface="Arial"/>
              <a:ea typeface="+mn-ea"/>
              <a:cs typeface="+mn-cs"/>
            </a:endParaRPr>
          </a:p>
        </p:txBody>
      </p:sp>
      <p:cxnSp>
        <p:nvCxnSpPr>
          <p:cNvPr id="27" name="Conector de Seta Reta 39">
            <a:extLst>
              <a:ext uri="{FF2B5EF4-FFF2-40B4-BE49-F238E27FC236}">
                <a16:creationId xmlns:a16="http://schemas.microsoft.com/office/drawing/2014/main" id="{8719459D-EFB1-9EE7-5B20-CA6C7CE888EC}"/>
              </a:ext>
            </a:extLst>
          </p:cNvPr>
          <p:cNvCxnSpPr>
            <a:cxnSpLocks/>
          </p:cNvCxnSpPr>
          <p:nvPr/>
        </p:nvCxnSpPr>
        <p:spPr>
          <a:xfrm>
            <a:off x="965714" y="843733"/>
            <a:ext cx="3456000" cy="0"/>
          </a:xfrm>
          <a:prstGeom prst="straightConnector1">
            <a:avLst/>
          </a:prstGeom>
          <a:ln w="19050">
            <a:solidFill>
              <a:schemeClr val="bg1">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8" name="CaixaDeTexto 40">
            <a:extLst>
              <a:ext uri="{FF2B5EF4-FFF2-40B4-BE49-F238E27FC236}">
                <a16:creationId xmlns:a16="http://schemas.microsoft.com/office/drawing/2014/main" id="{74D287C3-C04C-A58E-C4AA-9951FDB2CE9A}"/>
              </a:ext>
            </a:extLst>
          </p:cNvPr>
          <p:cNvSpPr txBox="1"/>
          <p:nvPr/>
        </p:nvSpPr>
        <p:spPr bwMode="auto">
          <a:xfrm>
            <a:off x="2207953" y="755248"/>
            <a:ext cx="971521" cy="176972"/>
          </a:xfrm>
          <a:prstGeom prst="rect">
            <a:avLst/>
          </a:prstGeom>
          <a:solidFill>
            <a:schemeClr val="bg1"/>
          </a:solidFill>
          <a:ln w="9525">
            <a:noFill/>
            <a:miter lim="800000"/>
            <a:headEnd/>
            <a:tailEnd/>
          </a:ln>
        </p:spPr>
        <p:txBody>
          <a:bodyPr vert="horz" wrap="none" lIns="108000" tIns="0" rIns="108000" bIns="0" numCol="1" rtlCol="0" anchor="ctr" anchorCtr="0" compatLnSpc="1">
            <a:prstTxWarp prst="textNoShape">
              <a:avLst/>
            </a:prstTxWarp>
            <a:spAutoFit/>
          </a:bodyPr>
          <a:lstStyle>
            <a:defPPr>
              <a:defRPr lang="pt-BR"/>
            </a:defPPr>
            <a:lvl1pPr algn="ctr">
              <a:spcBef>
                <a:spcPts val="0"/>
              </a:spcBef>
              <a:spcAft>
                <a:spcPts val="600"/>
              </a:spcAft>
              <a:defRPr sz="1200" kern="0"/>
            </a:lvl1p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pt-BR" sz="1150" b="1" i="0" u="none" strike="noStrike" kern="0" cap="none" spc="0" normalizeH="0" baseline="0" noProof="0">
                <a:ln>
                  <a:noFill/>
                </a:ln>
                <a:solidFill>
                  <a:srgbClr val="071C25"/>
                </a:solidFill>
                <a:effectLst/>
                <a:uLnTx/>
                <a:uFillTx/>
                <a:latin typeface="Arial"/>
                <a:ea typeface="+mn-ea"/>
                <a:cs typeface="+mn-cs"/>
              </a:rPr>
              <a:t>5 semanas</a:t>
            </a:r>
          </a:p>
        </p:txBody>
      </p:sp>
      <p:sp>
        <p:nvSpPr>
          <p:cNvPr id="14" name="Arrow: Chevron 70">
            <a:extLst>
              <a:ext uri="{FF2B5EF4-FFF2-40B4-BE49-F238E27FC236}">
                <a16:creationId xmlns:a16="http://schemas.microsoft.com/office/drawing/2014/main" id="{95DA9894-740F-0C42-A9D0-69C3C5F865CC}"/>
              </a:ext>
            </a:extLst>
          </p:cNvPr>
          <p:cNvSpPr>
            <a:spLocks/>
          </p:cNvSpPr>
          <p:nvPr/>
        </p:nvSpPr>
        <p:spPr>
          <a:xfrm>
            <a:off x="965713" y="994451"/>
            <a:ext cx="3708000" cy="525600"/>
          </a:xfrm>
          <a:prstGeom prst="homePlate">
            <a:avLst>
              <a:gd name="adj" fmla="val 17254"/>
            </a:avLst>
          </a:prstGeom>
          <a:solidFill>
            <a:schemeClr val="accent2"/>
          </a:solidFill>
          <a:ln w="38100">
            <a:noFill/>
          </a:ln>
          <a:effectLst/>
        </p:spPr>
        <p:style>
          <a:lnRef idx="1">
            <a:schemeClr val="accent1"/>
          </a:lnRef>
          <a:fillRef idx="3">
            <a:schemeClr val="accent1"/>
          </a:fillRef>
          <a:effectRef idx="2">
            <a:schemeClr val="accent1"/>
          </a:effectRef>
          <a:fontRef idx="minor">
            <a:schemeClr val="lt1"/>
          </a:fontRef>
        </p:style>
        <p:txBody>
          <a:bodyPr lIns="108000" tIns="0" rIns="108000" bIns="0" rtlCol="0" anchor="ctr" anchorCtr="1"/>
          <a:lstStyle/>
          <a:p>
            <a:pPr marL="0" marR="0" lvl="1" indent="0" algn="l" defTabSz="914400" rtl="0" eaLnBrk="1" fontAlgn="auto" latinLnBrk="0" hangingPunct="1">
              <a:lnSpc>
                <a:spcPts val="1400"/>
              </a:lnSpc>
              <a:spcBef>
                <a:spcPts val="0"/>
              </a:spcBef>
              <a:spcAft>
                <a:spcPts val="0"/>
              </a:spcAft>
              <a:buClrTx/>
              <a:buSzTx/>
              <a:buFontTx/>
              <a:buNone/>
              <a:tabLst/>
              <a:defRPr/>
            </a:pPr>
            <a:r>
              <a:rPr kumimoji="0" lang="pt-BR" sz="1150" b="1" i="0" u="none" strike="noStrike" kern="1200" cap="none" spc="0" normalizeH="0" baseline="0" noProof="0">
                <a:ln>
                  <a:noFill/>
                </a:ln>
                <a:solidFill>
                  <a:prstClr val="white"/>
                </a:solidFill>
                <a:effectLst/>
                <a:uLnTx/>
                <a:uFillTx/>
                <a:latin typeface="Arial"/>
                <a:ea typeface="+mn-ea"/>
                <a:cs typeface="+mn-cs"/>
              </a:rPr>
              <a:t>Visão do Mercado &amp; Diagnóstico comercial</a:t>
            </a:r>
          </a:p>
        </p:txBody>
      </p:sp>
      <p:sp>
        <p:nvSpPr>
          <p:cNvPr id="7" name="Rectangle 8">
            <a:extLst>
              <a:ext uri="{FF2B5EF4-FFF2-40B4-BE49-F238E27FC236}">
                <a16:creationId xmlns:a16="http://schemas.microsoft.com/office/drawing/2014/main" id="{E2295AF7-9D45-BE11-8B04-45D6E95D8BEE}"/>
              </a:ext>
            </a:extLst>
          </p:cNvPr>
          <p:cNvSpPr>
            <a:spLocks noChangeArrowheads="1"/>
          </p:cNvSpPr>
          <p:nvPr/>
        </p:nvSpPr>
        <p:spPr bwMode="auto">
          <a:xfrm>
            <a:off x="107291" y="1582541"/>
            <a:ext cx="742577" cy="17697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0" tIns="0" rIns="0" bIns="0" anchor="t" anchorCtr="0">
            <a:spAutoFit/>
          </a:bodyPr>
          <a:lstStyle>
            <a:lvl1pPr defTabSz="787400" eaLnBrk="0" hangingPunct="0">
              <a:defRPr sz="1600">
                <a:solidFill>
                  <a:schemeClr val="tx1"/>
                </a:solidFill>
                <a:latin typeface="Arial" charset="0"/>
                <a:ea typeface="-윤고딕130" pitchFamily="18" charset="-127"/>
              </a:defRPr>
            </a:lvl1pPr>
            <a:lvl2pPr marL="742950" indent="-285750" defTabSz="787400" eaLnBrk="0" hangingPunct="0">
              <a:defRPr sz="1600">
                <a:solidFill>
                  <a:schemeClr val="tx1"/>
                </a:solidFill>
                <a:latin typeface="Arial" charset="0"/>
                <a:ea typeface="-윤고딕130" pitchFamily="18" charset="-127"/>
              </a:defRPr>
            </a:lvl2pPr>
            <a:lvl3pPr marL="1143000" indent="-228600" defTabSz="787400" eaLnBrk="0" hangingPunct="0">
              <a:defRPr sz="1600">
                <a:solidFill>
                  <a:schemeClr val="tx1"/>
                </a:solidFill>
                <a:latin typeface="Arial" charset="0"/>
                <a:ea typeface="-윤고딕130" pitchFamily="18" charset="-127"/>
              </a:defRPr>
            </a:lvl3pPr>
            <a:lvl4pPr marL="1600200" indent="-228600" defTabSz="787400" eaLnBrk="0" hangingPunct="0">
              <a:defRPr sz="1600">
                <a:solidFill>
                  <a:schemeClr val="tx1"/>
                </a:solidFill>
                <a:latin typeface="Arial" charset="0"/>
                <a:ea typeface="-윤고딕130" pitchFamily="18" charset="-127"/>
              </a:defRPr>
            </a:lvl4pPr>
            <a:lvl5pPr marL="2057400" indent="-228600" defTabSz="787400" eaLnBrk="0" hangingPunct="0">
              <a:defRPr sz="1600">
                <a:solidFill>
                  <a:schemeClr val="tx1"/>
                </a:solidFill>
                <a:latin typeface="Arial" charset="0"/>
                <a:ea typeface="-윤고딕130" pitchFamily="18" charset="-127"/>
              </a:defRPr>
            </a:lvl5pPr>
            <a:lvl6pPr marL="2514600" indent="-228600" defTabSz="787400" eaLnBrk="0" fontAlgn="base" hangingPunct="0">
              <a:spcBef>
                <a:spcPct val="0"/>
              </a:spcBef>
              <a:spcAft>
                <a:spcPct val="0"/>
              </a:spcAft>
              <a:defRPr sz="1600">
                <a:solidFill>
                  <a:schemeClr val="tx1"/>
                </a:solidFill>
                <a:latin typeface="Arial" charset="0"/>
                <a:ea typeface="-윤고딕130" pitchFamily="18" charset="-127"/>
              </a:defRPr>
            </a:lvl6pPr>
            <a:lvl7pPr marL="2971800" indent="-228600" defTabSz="787400" eaLnBrk="0" fontAlgn="base" hangingPunct="0">
              <a:spcBef>
                <a:spcPct val="0"/>
              </a:spcBef>
              <a:spcAft>
                <a:spcPct val="0"/>
              </a:spcAft>
              <a:defRPr sz="1600">
                <a:solidFill>
                  <a:schemeClr val="tx1"/>
                </a:solidFill>
                <a:latin typeface="Arial" charset="0"/>
                <a:ea typeface="-윤고딕130" pitchFamily="18" charset="-127"/>
              </a:defRPr>
            </a:lvl7pPr>
            <a:lvl8pPr marL="3429000" indent="-228600" defTabSz="787400" eaLnBrk="0" fontAlgn="base" hangingPunct="0">
              <a:spcBef>
                <a:spcPct val="0"/>
              </a:spcBef>
              <a:spcAft>
                <a:spcPct val="0"/>
              </a:spcAft>
              <a:defRPr sz="1600">
                <a:solidFill>
                  <a:schemeClr val="tx1"/>
                </a:solidFill>
                <a:latin typeface="Arial" charset="0"/>
                <a:ea typeface="-윤고딕130" pitchFamily="18" charset="-127"/>
              </a:defRPr>
            </a:lvl8pPr>
            <a:lvl9pPr marL="3886200" indent="-228600" defTabSz="787400" eaLnBrk="0" fontAlgn="base" hangingPunct="0">
              <a:spcBef>
                <a:spcPct val="0"/>
              </a:spcBef>
              <a:spcAft>
                <a:spcPct val="0"/>
              </a:spcAft>
              <a:defRPr sz="1600">
                <a:solidFill>
                  <a:schemeClr val="tx1"/>
                </a:solidFill>
                <a:latin typeface="Arial" charset="0"/>
                <a:ea typeface="-윤고딕130" pitchFamily="18" charset="-127"/>
              </a:defRPr>
            </a:lvl9pPr>
          </a:lstStyle>
          <a:p>
            <a:pPr marL="0" marR="0" lvl="0" indent="0" algn="l" defTabSz="787400" rtl="0" eaLnBrk="1" fontAlgn="auto" latinLnBrk="0" hangingPunct="1">
              <a:lnSpc>
                <a:spcPct val="100000"/>
              </a:lnSpc>
              <a:spcBef>
                <a:spcPts val="0"/>
              </a:spcBef>
              <a:spcAft>
                <a:spcPts val="0"/>
              </a:spcAft>
              <a:buClrTx/>
              <a:buSzPct val="120000"/>
              <a:buFontTx/>
              <a:buNone/>
              <a:tabLst/>
              <a:defRPr/>
            </a:pPr>
            <a:r>
              <a:rPr kumimoji="0" lang="pt-BR" altLang="zh-CN" sz="1150" b="1" i="0" u="none" strike="noStrike" kern="0" cap="none" spc="0" normalizeH="0" baseline="0" noProof="0">
                <a:ln>
                  <a:noFill/>
                </a:ln>
                <a:solidFill>
                  <a:srgbClr val="020E66"/>
                </a:solidFill>
                <a:effectLst/>
                <a:uLnTx/>
                <a:uFillTx/>
                <a:latin typeface="Arial"/>
                <a:ea typeface="-윤고딕130" pitchFamily="18" charset="-127"/>
                <a:cs typeface="+mn-cs"/>
              </a:rPr>
              <a:t>Atividades</a:t>
            </a:r>
          </a:p>
        </p:txBody>
      </p:sp>
      <p:sp>
        <p:nvSpPr>
          <p:cNvPr id="45" name="Rectangle 53">
            <a:extLst>
              <a:ext uri="{FF2B5EF4-FFF2-40B4-BE49-F238E27FC236}">
                <a16:creationId xmlns:a16="http://schemas.microsoft.com/office/drawing/2014/main" id="{B3DAC3CF-AB2E-B135-9067-745034BBEF3C}"/>
              </a:ext>
            </a:extLst>
          </p:cNvPr>
          <p:cNvSpPr txBox="1"/>
          <p:nvPr/>
        </p:nvSpPr>
        <p:spPr>
          <a:xfrm>
            <a:off x="965714" y="1582541"/>
            <a:ext cx="3528000" cy="3716402"/>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marL="0" lvl="0" indent="0" defTabSz="895350" eaLnBrk="1" hangingPunct="1">
              <a:buClr>
                <a:schemeClr val="tx2"/>
              </a:buClr>
              <a:defRPr baseline="0">
                <a:latin typeface="+mn-lt"/>
              </a:defRPr>
            </a:lvl1pPr>
            <a:lvl2pPr marL="193675" lvl="1" indent="-192088" defTabSz="895350" eaLnBrk="1" hangingPunct="1">
              <a:buClr>
                <a:schemeClr val="tx2"/>
              </a:buClr>
              <a:buSzPct val="125000"/>
              <a:buFont typeface="Arial" charset="0"/>
              <a:buChar char="▪"/>
              <a:defRPr baseline="0">
                <a:latin typeface="+mn-lt"/>
              </a:defRPr>
            </a:lvl2pPr>
            <a:lvl3pPr marL="457200" lvl="2" indent="-261938" defTabSz="895350" eaLnBrk="1" hangingPunct="1">
              <a:buClr>
                <a:schemeClr val="tx2"/>
              </a:buClr>
              <a:buSzPct val="120000"/>
              <a:buFont typeface="Arial" charset="0"/>
              <a:buChar char="–"/>
              <a:defRPr baseline="0">
                <a:latin typeface="+mn-lt"/>
              </a:defRPr>
            </a:lvl3pPr>
            <a:lvl4pPr marL="614363" lvl="3" indent="-155575" defTabSz="895350" eaLnBrk="1" hangingPunct="1">
              <a:buClr>
                <a:schemeClr val="tx2"/>
              </a:buClr>
              <a:buSzPct val="120000"/>
              <a:buFont typeface="Arial" charset="0"/>
              <a:buChar char="▫"/>
              <a:defRPr baseline="0">
                <a:latin typeface="+mn-lt"/>
              </a:defRPr>
            </a:lvl4pPr>
            <a:lvl5pPr marL="749808" lvl="4" indent="-130175" defTabSz="895350" eaLnBrk="1" hangingPunct="1">
              <a:buClr>
                <a:schemeClr val="tx2"/>
              </a:buClr>
              <a:buSzPct val="89000"/>
              <a:buFont typeface="Arial" charset="0"/>
              <a:buChar char="-"/>
              <a:defRPr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Entrevistar executivos e gestores (incluindo área comercial) para mapear visão, estratégia e ambição para a Morro Verde</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Analisar potencial de demanda por fertilizantes fosfatados em raios de distância das minas atuais (300 ~ 600 km)</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Ajustar proposta de valor e segmentação (ex. culturas, tamanho do cliente e distância da fábrica)</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Mapear e identificar dores, desafios e lacunas atuais na atuação comercial (ex. canais usados, segmentos, preços)</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Realizar diagnóstico abrangente do desempenho comercial da Morro Verde (ex. evolução de vendas e rentabilidade por região/cliente/canal, margens, </a:t>
            </a:r>
            <a:r>
              <a:rPr kumimoji="0" lang="pt-BR" sz="1150" b="0" i="1" u="none" strike="noStrike" kern="1200" cap="none" spc="0" normalizeH="0" baseline="0" noProof="0" err="1">
                <a:ln>
                  <a:noFill/>
                </a:ln>
                <a:solidFill>
                  <a:srgbClr val="071C25"/>
                </a:solidFill>
                <a:effectLst/>
                <a:uLnTx/>
                <a:uFillTx/>
                <a:latin typeface="Arial"/>
                <a:ea typeface="+mn-ea"/>
                <a:cs typeface="+mn-cs"/>
              </a:rPr>
              <a:t>market</a:t>
            </a:r>
            <a:r>
              <a:rPr kumimoji="0" lang="pt-BR" sz="1150" b="0" i="1" u="none" strike="noStrike" kern="1200" cap="none" spc="0" normalizeH="0" baseline="0" noProof="0">
                <a:ln>
                  <a:noFill/>
                </a:ln>
                <a:solidFill>
                  <a:srgbClr val="071C25"/>
                </a:solidFill>
                <a:effectLst/>
                <a:uLnTx/>
                <a:uFillTx/>
                <a:latin typeface="Arial"/>
                <a:ea typeface="+mn-ea"/>
                <a:cs typeface="+mn-cs"/>
              </a:rPr>
              <a:t> </a:t>
            </a:r>
            <a:r>
              <a:rPr kumimoji="0" lang="pt-BR" sz="1150" b="0" i="1" u="none" strike="noStrike" kern="1200" cap="none" spc="0" normalizeH="0" baseline="0" noProof="0" err="1">
                <a:ln>
                  <a:noFill/>
                </a:ln>
                <a:solidFill>
                  <a:srgbClr val="071C25"/>
                </a:solidFill>
                <a:effectLst/>
                <a:uLnTx/>
                <a:uFillTx/>
                <a:latin typeface="Arial"/>
                <a:ea typeface="+mn-ea"/>
                <a:cs typeface="+mn-cs"/>
              </a:rPr>
              <a:t>share</a:t>
            </a:r>
            <a:r>
              <a:rPr kumimoji="0" lang="pt-BR" sz="1150" b="0" i="0" u="none" strike="noStrike" kern="1200" cap="none" spc="0" normalizeH="0" baseline="0" noProof="0">
                <a:ln>
                  <a:noFill/>
                </a:ln>
                <a:solidFill>
                  <a:srgbClr val="071C25"/>
                </a:solidFill>
                <a:effectLst/>
                <a:uLnTx/>
                <a:uFillTx/>
                <a:latin typeface="Arial"/>
                <a:ea typeface="+mn-ea"/>
                <a:cs typeface="+mn-cs"/>
              </a:rPr>
              <a:t>, distribuição da força comercial etc.)</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Conduzir diagnóstico rápido em </a:t>
            </a:r>
            <a:r>
              <a:rPr kumimoji="0" lang="pt-BR" sz="1150" b="0" i="1" u="none" strike="noStrike" kern="1200" cap="none" spc="0" normalizeH="0" baseline="0" noProof="0" err="1">
                <a:ln>
                  <a:noFill/>
                </a:ln>
                <a:solidFill>
                  <a:srgbClr val="071C25"/>
                </a:solidFill>
                <a:effectLst/>
                <a:uLnTx/>
                <a:uFillTx/>
                <a:latin typeface="Arial"/>
                <a:ea typeface="+mn-ea"/>
                <a:cs typeface="+mn-cs"/>
              </a:rPr>
              <a:t>pricing</a:t>
            </a:r>
            <a:r>
              <a:rPr kumimoji="0" lang="pt-BR" sz="1150" b="0" i="1" u="none" strike="noStrike" kern="1200" cap="none" spc="0" normalizeH="0" baseline="0" noProof="0">
                <a:ln>
                  <a:noFill/>
                </a:ln>
                <a:solidFill>
                  <a:srgbClr val="071C25"/>
                </a:solidFill>
                <a:effectLst/>
                <a:uLnTx/>
                <a:uFillTx/>
                <a:latin typeface="Arial"/>
                <a:ea typeface="+mn-ea"/>
                <a:cs typeface="+mn-cs"/>
              </a:rPr>
              <a:t> </a:t>
            </a:r>
            <a:r>
              <a:rPr kumimoji="0" lang="pt-BR" sz="1150" b="0" i="0" u="none" strike="noStrike" kern="1200" cap="none" spc="0" normalizeH="0" baseline="0" noProof="0">
                <a:ln>
                  <a:noFill/>
                </a:ln>
                <a:solidFill>
                  <a:srgbClr val="071C25"/>
                </a:solidFill>
                <a:effectLst/>
                <a:uLnTx/>
                <a:uFillTx/>
                <a:latin typeface="Arial"/>
                <a:ea typeface="+mn-ea"/>
                <a:cs typeface="+mn-cs"/>
              </a:rPr>
              <a:t>para identificar principais dores e desafios do processo de precificação atual, bem como oportunidades de melhoria</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Avaliar perspectiva futura do mercado de fosfato, incluindo estimativa de preços e estoques</a:t>
            </a:r>
          </a:p>
        </p:txBody>
      </p:sp>
      <p:sp>
        <p:nvSpPr>
          <p:cNvPr id="8" name="Rectangle 8">
            <a:extLst>
              <a:ext uri="{FF2B5EF4-FFF2-40B4-BE49-F238E27FC236}">
                <a16:creationId xmlns:a16="http://schemas.microsoft.com/office/drawing/2014/main" id="{1FBE7481-2948-78C8-DDF4-261F077B417D}"/>
              </a:ext>
            </a:extLst>
          </p:cNvPr>
          <p:cNvSpPr>
            <a:spLocks noChangeArrowheads="1"/>
          </p:cNvSpPr>
          <p:nvPr/>
        </p:nvSpPr>
        <p:spPr bwMode="auto">
          <a:xfrm>
            <a:off x="107291" y="5381087"/>
            <a:ext cx="742577" cy="35394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0" tIns="0" rIns="0" bIns="0" anchor="t" anchorCtr="0">
            <a:spAutoFit/>
          </a:bodyPr>
          <a:lstStyle>
            <a:lvl1pPr defTabSz="787400" eaLnBrk="0" hangingPunct="0">
              <a:defRPr sz="1600">
                <a:solidFill>
                  <a:schemeClr val="tx1"/>
                </a:solidFill>
                <a:latin typeface="Arial" charset="0"/>
                <a:ea typeface="-윤고딕130" pitchFamily="18" charset="-127"/>
              </a:defRPr>
            </a:lvl1pPr>
            <a:lvl2pPr marL="742950" indent="-285750" defTabSz="787400" eaLnBrk="0" hangingPunct="0">
              <a:defRPr sz="1600">
                <a:solidFill>
                  <a:schemeClr val="tx1"/>
                </a:solidFill>
                <a:latin typeface="Arial" charset="0"/>
                <a:ea typeface="-윤고딕130" pitchFamily="18" charset="-127"/>
              </a:defRPr>
            </a:lvl2pPr>
            <a:lvl3pPr marL="1143000" indent="-228600" defTabSz="787400" eaLnBrk="0" hangingPunct="0">
              <a:defRPr sz="1600">
                <a:solidFill>
                  <a:schemeClr val="tx1"/>
                </a:solidFill>
                <a:latin typeface="Arial" charset="0"/>
                <a:ea typeface="-윤고딕130" pitchFamily="18" charset="-127"/>
              </a:defRPr>
            </a:lvl3pPr>
            <a:lvl4pPr marL="1600200" indent="-228600" defTabSz="787400" eaLnBrk="0" hangingPunct="0">
              <a:defRPr sz="1600">
                <a:solidFill>
                  <a:schemeClr val="tx1"/>
                </a:solidFill>
                <a:latin typeface="Arial" charset="0"/>
                <a:ea typeface="-윤고딕130" pitchFamily="18" charset="-127"/>
              </a:defRPr>
            </a:lvl4pPr>
            <a:lvl5pPr marL="2057400" indent="-228600" defTabSz="787400" eaLnBrk="0" hangingPunct="0">
              <a:defRPr sz="1600">
                <a:solidFill>
                  <a:schemeClr val="tx1"/>
                </a:solidFill>
                <a:latin typeface="Arial" charset="0"/>
                <a:ea typeface="-윤고딕130" pitchFamily="18" charset="-127"/>
              </a:defRPr>
            </a:lvl5pPr>
            <a:lvl6pPr marL="2514600" indent="-228600" defTabSz="787400" eaLnBrk="0" fontAlgn="base" hangingPunct="0">
              <a:spcBef>
                <a:spcPct val="0"/>
              </a:spcBef>
              <a:spcAft>
                <a:spcPct val="0"/>
              </a:spcAft>
              <a:defRPr sz="1600">
                <a:solidFill>
                  <a:schemeClr val="tx1"/>
                </a:solidFill>
                <a:latin typeface="Arial" charset="0"/>
                <a:ea typeface="-윤고딕130" pitchFamily="18" charset="-127"/>
              </a:defRPr>
            </a:lvl6pPr>
            <a:lvl7pPr marL="2971800" indent="-228600" defTabSz="787400" eaLnBrk="0" fontAlgn="base" hangingPunct="0">
              <a:spcBef>
                <a:spcPct val="0"/>
              </a:spcBef>
              <a:spcAft>
                <a:spcPct val="0"/>
              </a:spcAft>
              <a:defRPr sz="1600">
                <a:solidFill>
                  <a:schemeClr val="tx1"/>
                </a:solidFill>
                <a:latin typeface="Arial" charset="0"/>
                <a:ea typeface="-윤고딕130" pitchFamily="18" charset="-127"/>
              </a:defRPr>
            </a:lvl7pPr>
            <a:lvl8pPr marL="3429000" indent="-228600" defTabSz="787400" eaLnBrk="0" fontAlgn="base" hangingPunct="0">
              <a:spcBef>
                <a:spcPct val="0"/>
              </a:spcBef>
              <a:spcAft>
                <a:spcPct val="0"/>
              </a:spcAft>
              <a:defRPr sz="1600">
                <a:solidFill>
                  <a:schemeClr val="tx1"/>
                </a:solidFill>
                <a:latin typeface="Arial" charset="0"/>
                <a:ea typeface="-윤고딕130" pitchFamily="18" charset="-127"/>
              </a:defRPr>
            </a:lvl8pPr>
            <a:lvl9pPr marL="3886200" indent="-228600" defTabSz="787400" eaLnBrk="0" fontAlgn="base" hangingPunct="0">
              <a:spcBef>
                <a:spcPct val="0"/>
              </a:spcBef>
              <a:spcAft>
                <a:spcPct val="0"/>
              </a:spcAft>
              <a:defRPr sz="1600">
                <a:solidFill>
                  <a:schemeClr val="tx1"/>
                </a:solidFill>
                <a:latin typeface="Arial" charset="0"/>
                <a:ea typeface="-윤고딕130" pitchFamily="18" charset="-127"/>
              </a:defRPr>
            </a:lvl9pPr>
          </a:lstStyle>
          <a:p>
            <a:pPr marL="0" marR="0" lvl="0" indent="0" algn="l" defTabSz="787400" rtl="0" eaLnBrk="1" fontAlgn="auto" latinLnBrk="0" hangingPunct="1">
              <a:lnSpc>
                <a:spcPct val="100000"/>
              </a:lnSpc>
              <a:spcBef>
                <a:spcPts val="0"/>
              </a:spcBef>
              <a:spcAft>
                <a:spcPts val="0"/>
              </a:spcAft>
              <a:buClrTx/>
              <a:buSzPct val="120000"/>
              <a:buFontTx/>
              <a:buNone/>
              <a:tabLst/>
              <a:defRPr/>
            </a:pPr>
            <a:r>
              <a:rPr kumimoji="0" lang="pt-BR" altLang="zh-CN" sz="1150" b="1" i="0" u="none" strike="noStrike" kern="0" cap="none" spc="0" normalizeH="0" baseline="0" noProof="0">
                <a:ln>
                  <a:noFill/>
                </a:ln>
                <a:solidFill>
                  <a:srgbClr val="020E66"/>
                </a:solidFill>
                <a:effectLst/>
                <a:uLnTx/>
                <a:uFillTx/>
                <a:latin typeface="Arial"/>
                <a:ea typeface="-윤고딕130" pitchFamily="18" charset="-127"/>
                <a:cs typeface="+mn-cs"/>
              </a:rPr>
              <a:t>Produtos</a:t>
            </a:r>
            <a:br>
              <a:rPr kumimoji="0" lang="pt-BR" altLang="zh-CN" sz="1150" b="1" i="0" u="none" strike="noStrike" kern="0" cap="none" spc="0" normalizeH="0" baseline="0" noProof="0">
                <a:ln>
                  <a:noFill/>
                </a:ln>
                <a:solidFill>
                  <a:srgbClr val="020E66"/>
                </a:solidFill>
                <a:effectLst/>
                <a:uLnTx/>
                <a:uFillTx/>
                <a:latin typeface="Arial"/>
                <a:ea typeface="-윤고딕130" pitchFamily="18" charset="-127"/>
                <a:cs typeface="+mn-cs"/>
              </a:rPr>
            </a:br>
            <a:r>
              <a:rPr kumimoji="0" lang="pt-BR" altLang="zh-CN" sz="1150" b="1" i="0" u="none" strike="noStrike" kern="0" cap="none" spc="0" normalizeH="0" baseline="0" noProof="0">
                <a:ln>
                  <a:noFill/>
                </a:ln>
                <a:solidFill>
                  <a:srgbClr val="020E66"/>
                </a:solidFill>
                <a:effectLst/>
                <a:uLnTx/>
                <a:uFillTx/>
                <a:latin typeface="Arial"/>
                <a:ea typeface="-윤고딕130" pitchFamily="18" charset="-127"/>
                <a:cs typeface="+mn-cs"/>
              </a:rPr>
              <a:t>finais</a:t>
            </a:r>
          </a:p>
        </p:txBody>
      </p:sp>
      <p:sp>
        <p:nvSpPr>
          <p:cNvPr id="49" name="Rectangle 53">
            <a:extLst>
              <a:ext uri="{FF2B5EF4-FFF2-40B4-BE49-F238E27FC236}">
                <a16:creationId xmlns:a16="http://schemas.microsoft.com/office/drawing/2014/main" id="{055A0BBA-99C0-7FD9-C3FC-698DB37CE77B}"/>
              </a:ext>
            </a:extLst>
          </p:cNvPr>
          <p:cNvSpPr txBox="1"/>
          <p:nvPr/>
        </p:nvSpPr>
        <p:spPr>
          <a:xfrm>
            <a:off x="1289714" y="5644971"/>
            <a:ext cx="3132000" cy="176972"/>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marL="0" lvl="0" indent="0" defTabSz="895350" eaLnBrk="1" hangingPunct="1">
              <a:buClr>
                <a:schemeClr val="tx2"/>
              </a:buClr>
              <a:defRPr baseline="0">
                <a:latin typeface="+mn-lt"/>
              </a:defRPr>
            </a:lvl1pPr>
            <a:lvl2pPr marL="193675" lvl="1" indent="-192088" defTabSz="895350" eaLnBrk="1" hangingPunct="1">
              <a:buClr>
                <a:schemeClr val="tx2"/>
              </a:buClr>
              <a:buSzPct val="125000"/>
              <a:buFont typeface="Arial" charset="0"/>
              <a:buChar char="▪"/>
              <a:defRPr baseline="0">
                <a:latin typeface="+mn-lt"/>
              </a:defRPr>
            </a:lvl2pPr>
            <a:lvl3pPr marL="457200" lvl="2" indent="-261938" defTabSz="895350" eaLnBrk="1" hangingPunct="1">
              <a:buClr>
                <a:schemeClr val="tx2"/>
              </a:buClr>
              <a:buSzPct val="120000"/>
              <a:buFont typeface="Arial" charset="0"/>
              <a:buChar char="–"/>
              <a:defRPr baseline="0">
                <a:latin typeface="+mn-lt"/>
              </a:defRPr>
            </a:lvl3pPr>
            <a:lvl4pPr marL="614363" lvl="3" indent="-155575" defTabSz="895350" eaLnBrk="1" hangingPunct="1">
              <a:buClr>
                <a:schemeClr val="tx2"/>
              </a:buClr>
              <a:buSzPct val="120000"/>
              <a:buFont typeface="Arial" charset="0"/>
              <a:buChar char="▫"/>
              <a:defRPr baseline="0">
                <a:latin typeface="+mn-lt"/>
              </a:defRPr>
            </a:lvl4pPr>
            <a:lvl5pPr marL="749808" lvl="4" indent="-130175" defTabSz="895350" eaLnBrk="1" hangingPunct="1">
              <a:buClr>
                <a:schemeClr val="tx2"/>
              </a:buClr>
              <a:buSzPct val="89000"/>
              <a:buFont typeface="Arial" charset="0"/>
              <a:buChar char="-"/>
              <a:defRPr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marL="0" marR="0" lvl="1" indent="0" algn="l" defTabSz="895350" rtl="0" eaLnBrk="1" fontAlgn="auto" latinLnBrk="0" hangingPunct="1">
              <a:lnSpc>
                <a:spcPct val="100000"/>
              </a:lnSpc>
              <a:spcBef>
                <a:spcPts val="0"/>
              </a:spcBef>
              <a:spcAft>
                <a:spcPts val="0"/>
              </a:spcAft>
              <a:buClr>
                <a:srgbClr val="020E66"/>
              </a:buClr>
              <a:buSzPct val="125000"/>
              <a:buFont typeface="Arial" charset="0"/>
              <a:buNone/>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Diagnóstico do desempenho comercial atual</a:t>
            </a:r>
          </a:p>
        </p:txBody>
      </p:sp>
      <p:sp>
        <p:nvSpPr>
          <p:cNvPr id="56" name="Oval 43">
            <a:extLst>
              <a:ext uri="{FF2B5EF4-FFF2-40B4-BE49-F238E27FC236}">
                <a16:creationId xmlns:a16="http://schemas.microsoft.com/office/drawing/2014/main" id="{8E702B63-91F6-C983-FDB5-05B34CF5FA5D}"/>
              </a:ext>
            </a:extLst>
          </p:cNvPr>
          <p:cNvSpPr/>
          <p:nvPr/>
        </p:nvSpPr>
        <p:spPr>
          <a:xfrm>
            <a:off x="965714" y="5381087"/>
            <a:ext cx="216000" cy="216000"/>
          </a:xfrm>
          <a:prstGeom prst="ellipse">
            <a:avLst/>
          </a:prstGeom>
          <a:solidFill>
            <a:schemeClr val="accent5"/>
          </a:solidFill>
          <a:ln w="9525">
            <a:noFill/>
            <a:round/>
            <a:headEnd/>
            <a:tailEnd/>
          </a:ln>
          <a:effec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150" b="1" i="0" u="none" strike="noStrike" kern="0" cap="none" spc="0" normalizeH="0" baseline="0" noProof="0">
                <a:ln>
                  <a:noFill/>
                </a:ln>
                <a:solidFill>
                  <a:prstClr val="white"/>
                </a:solidFill>
                <a:effectLst/>
                <a:uLnTx/>
                <a:uFillTx/>
                <a:latin typeface="Arial"/>
                <a:ea typeface="+mn-ea"/>
                <a:cs typeface="Calibri" panose="020F0502020204030204" pitchFamily="34" charset="0"/>
              </a:rPr>
              <a:t>1</a:t>
            </a:r>
          </a:p>
        </p:txBody>
      </p:sp>
      <p:sp>
        <p:nvSpPr>
          <p:cNvPr id="110" name="Oval 43">
            <a:extLst>
              <a:ext uri="{FF2B5EF4-FFF2-40B4-BE49-F238E27FC236}">
                <a16:creationId xmlns:a16="http://schemas.microsoft.com/office/drawing/2014/main" id="{BA9A75C6-AA35-0871-715D-A511DC5238BD}"/>
              </a:ext>
            </a:extLst>
          </p:cNvPr>
          <p:cNvSpPr/>
          <p:nvPr/>
        </p:nvSpPr>
        <p:spPr>
          <a:xfrm>
            <a:off x="965714" y="5644971"/>
            <a:ext cx="216000" cy="216000"/>
          </a:xfrm>
          <a:prstGeom prst="ellipse">
            <a:avLst/>
          </a:prstGeom>
          <a:solidFill>
            <a:schemeClr val="accent5"/>
          </a:solidFill>
          <a:ln w="9525">
            <a:noFill/>
            <a:round/>
            <a:headEnd/>
            <a:tailEnd/>
          </a:ln>
          <a:effec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150" b="1" i="0" u="none" strike="noStrike" kern="0" cap="none" spc="0" normalizeH="0" baseline="0" noProof="0">
                <a:ln>
                  <a:noFill/>
                </a:ln>
                <a:solidFill>
                  <a:prstClr val="white"/>
                </a:solidFill>
                <a:effectLst/>
                <a:uLnTx/>
                <a:uFillTx/>
                <a:latin typeface="Arial"/>
                <a:ea typeface="+mn-ea"/>
                <a:cs typeface="Calibri" panose="020F0502020204030204" pitchFamily="34" charset="0"/>
              </a:rPr>
              <a:t>2</a:t>
            </a:r>
          </a:p>
        </p:txBody>
      </p:sp>
      <p:sp>
        <p:nvSpPr>
          <p:cNvPr id="38" name="Rectangle 53">
            <a:extLst>
              <a:ext uri="{FF2B5EF4-FFF2-40B4-BE49-F238E27FC236}">
                <a16:creationId xmlns:a16="http://schemas.microsoft.com/office/drawing/2014/main" id="{71AF2B9D-7952-B2C1-0187-CBC34AADF296}"/>
              </a:ext>
            </a:extLst>
          </p:cNvPr>
          <p:cNvSpPr txBox="1"/>
          <p:nvPr/>
        </p:nvSpPr>
        <p:spPr>
          <a:xfrm>
            <a:off x="1289714" y="5908855"/>
            <a:ext cx="3132000" cy="176972"/>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marL="0" lvl="0" indent="0" defTabSz="895350" eaLnBrk="1" hangingPunct="1">
              <a:buClr>
                <a:schemeClr val="tx2"/>
              </a:buClr>
              <a:defRPr baseline="0">
                <a:latin typeface="+mn-lt"/>
              </a:defRPr>
            </a:lvl1pPr>
            <a:lvl2pPr marL="193675" lvl="1" indent="-192088" defTabSz="895350" eaLnBrk="1" hangingPunct="1">
              <a:buClr>
                <a:schemeClr val="tx2"/>
              </a:buClr>
              <a:buSzPct val="125000"/>
              <a:buFont typeface="Arial" charset="0"/>
              <a:buChar char="▪"/>
              <a:defRPr baseline="0">
                <a:latin typeface="+mn-lt"/>
              </a:defRPr>
            </a:lvl2pPr>
            <a:lvl3pPr marL="457200" lvl="2" indent="-261938" defTabSz="895350" eaLnBrk="1" hangingPunct="1">
              <a:buClr>
                <a:schemeClr val="tx2"/>
              </a:buClr>
              <a:buSzPct val="120000"/>
              <a:buFont typeface="Arial" charset="0"/>
              <a:buChar char="–"/>
              <a:defRPr baseline="0">
                <a:latin typeface="+mn-lt"/>
              </a:defRPr>
            </a:lvl3pPr>
            <a:lvl4pPr marL="614363" lvl="3" indent="-155575" defTabSz="895350" eaLnBrk="1" hangingPunct="1">
              <a:buClr>
                <a:schemeClr val="tx2"/>
              </a:buClr>
              <a:buSzPct val="120000"/>
              <a:buFont typeface="Arial" charset="0"/>
              <a:buChar char="▫"/>
              <a:defRPr baseline="0">
                <a:latin typeface="+mn-lt"/>
              </a:defRPr>
            </a:lvl4pPr>
            <a:lvl5pPr marL="749808" lvl="4" indent="-130175" defTabSz="895350" eaLnBrk="1" hangingPunct="1">
              <a:buClr>
                <a:schemeClr val="tx2"/>
              </a:buClr>
              <a:buSzPct val="89000"/>
              <a:buFont typeface="Arial" charset="0"/>
              <a:buChar char="-"/>
              <a:defRPr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marL="0" marR="0" lvl="0" indent="0" algn="l" defTabSz="895350" rtl="0" eaLnBrk="1" fontAlgn="auto" latinLnBrk="0" hangingPunct="1">
              <a:lnSpc>
                <a:spcPct val="100000"/>
              </a:lnSpc>
              <a:spcBef>
                <a:spcPts val="0"/>
              </a:spcBef>
              <a:spcAft>
                <a:spcPts val="0"/>
              </a:spcAft>
              <a:buClrTx/>
              <a:buSzTx/>
              <a:buFontTx/>
              <a:buNone/>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Diagnóstico focado em </a:t>
            </a:r>
            <a:r>
              <a:rPr kumimoji="0" lang="pt-BR" sz="1150" b="0" i="1" u="none" strike="noStrike" kern="1200" cap="none" spc="0" normalizeH="0" baseline="0" noProof="0" err="1">
                <a:ln>
                  <a:noFill/>
                </a:ln>
                <a:solidFill>
                  <a:srgbClr val="071C25"/>
                </a:solidFill>
                <a:effectLst/>
                <a:uLnTx/>
                <a:uFillTx/>
                <a:latin typeface="Arial"/>
                <a:ea typeface="+mn-ea"/>
                <a:cs typeface="+mn-cs"/>
              </a:rPr>
              <a:t>pricing</a:t>
            </a:r>
            <a:endParaRPr kumimoji="0" lang="pt-BR" sz="1150" b="0" i="0" u="none" strike="noStrike" kern="1200" cap="none" spc="0" normalizeH="0" baseline="0" noProof="0">
              <a:ln>
                <a:noFill/>
              </a:ln>
              <a:solidFill>
                <a:srgbClr val="071C25"/>
              </a:solidFill>
              <a:effectLst/>
              <a:uLnTx/>
              <a:uFillTx/>
              <a:latin typeface="Arial"/>
              <a:ea typeface="+mn-ea"/>
              <a:cs typeface="+mn-cs"/>
            </a:endParaRPr>
          </a:p>
        </p:txBody>
      </p:sp>
      <p:sp>
        <p:nvSpPr>
          <p:cNvPr id="39" name="Oval 43">
            <a:extLst>
              <a:ext uri="{FF2B5EF4-FFF2-40B4-BE49-F238E27FC236}">
                <a16:creationId xmlns:a16="http://schemas.microsoft.com/office/drawing/2014/main" id="{C7E17575-A0E3-3C51-737B-E7C6F2BAB8B5}"/>
              </a:ext>
            </a:extLst>
          </p:cNvPr>
          <p:cNvSpPr/>
          <p:nvPr/>
        </p:nvSpPr>
        <p:spPr>
          <a:xfrm>
            <a:off x="965714" y="5908855"/>
            <a:ext cx="216000" cy="216000"/>
          </a:xfrm>
          <a:prstGeom prst="ellipse">
            <a:avLst/>
          </a:prstGeom>
          <a:solidFill>
            <a:schemeClr val="accent5"/>
          </a:solidFill>
          <a:ln w="9525">
            <a:noFill/>
            <a:round/>
            <a:headEnd/>
            <a:tailEnd/>
          </a:ln>
          <a:effec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150" b="1" i="0" u="none" strike="noStrike" kern="0" cap="none" spc="0" normalizeH="0" baseline="0" noProof="0">
                <a:ln>
                  <a:noFill/>
                </a:ln>
                <a:solidFill>
                  <a:prstClr val="white"/>
                </a:solidFill>
                <a:effectLst/>
                <a:uLnTx/>
                <a:uFillTx/>
                <a:latin typeface="Arial"/>
                <a:ea typeface="+mn-ea"/>
                <a:cs typeface="Calibri" panose="020F0502020204030204" pitchFamily="34" charset="0"/>
              </a:rPr>
              <a:t>3</a:t>
            </a:r>
          </a:p>
        </p:txBody>
      </p:sp>
      <p:sp>
        <p:nvSpPr>
          <p:cNvPr id="10" name="Rectangle 53">
            <a:extLst>
              <a:ext uri="{FF2B5EF4-FFF2-40B4-BE49-F238E27FC236}">
                <a16:creationId xmlns:a16="http://schemas.microsoft.com/office/drawing/2014/main" id="{012B78C5-17EB-EEAC-BBC1-C8888809F539}"/>
              </a:ext>
            </a:extLst>
          </p:cNvPr>
          <p:cNvSpPr txBox="1"/>
          <p:nvPr/>
        </p:nvSpPr>
        <p:spPr>
          <a:xfrm>
            <a:off x="1289714" y="5381087"/>
            <a:ext cx="3132000" cy="176972"/>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marL="0" lvl="0" indent="0" defTabSz="895350" eaLnBrk="1" hangingPunct="1">
              <a:buClr>
                <a:schemeClr val="tx2"/>
              </a:buClr>
              <a:defRPr baseline="0">
                <a:latin typeface="+mn-lt"/>
              </a:defRPr>
            </a:lvl1pPr>
            <a:lvl2pPr marL="193675" lvl="1" indent="-192088" defTabSz="895350" eaLnBrk="1" hangingPunct="1">
              <a:buClr>
                <a:schemeClr val="tx2"/>
              </a:buClr>
              <a:buSzPct val="125000"/>
              <a:buFont typeface="Arial" charset="0"/>
              <a:buChar char="▪"/>
              <a:defRPr baseline="0">
                <a:latin typeface="+mn-lt"/>
              </a:defRPr>
            </a:lvl2pPr>
            <a:lvl3pPr marL="457200" lvl="2" indent="-261938" defTabSz="895350" eaLnBrk="1" hangingPunct="1">
              <a:buClr>
                <a:schemeClr val="tx2"/>
              </a:buClr>
              <a:buSzPct val="120000"/>
              <a:buFont typeface="Arial" charset="0"/>
              <a:buChar char="–"/>
              <a:defRPr baseline="0">
                <a:latin typeface="+mn-lt"/>
              </a:defRPr>
            </a:lvl3pPr>
            <a:lvl4pPr marL="614363" lvl="3" indent="-155575" defTabSz="895350" eaLnBrk="1" hangingPunct="1">
              <a:buClr>
                <a:schemeClr val="tx2"/>
              </a:buClr>
              <a:buSzPct val="120000"/>
              <a:buFont typeface="Arial" charset="0"/>
              <a:buChar char="▫"/>
              <a:defRPr baseline="0">
                <a:latin typeface="+mn-lt"/>
              </a:defRPr>
            </a:lvl4pPr>
            <a:lvl5pPr marL="749808" lvl="4" indent="-130175" defTabSz="895350" eaLnBrk="1" hangingPunct="1">
              <a:buClr>
                <a:schemeClr val="tx2"/>
              </a:buClr>
              <a:buSzPct val="89000"/>
              <a:buFont typeface="Arial" charset="0"/>
              <a:buChar char="-"/>
              <a:defRPr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marL="0" marR="0" lvl="1" indent="0" algn="l" defTabSz="895350" rtl="0" eaLnBrk="1" fontAlgn="auto" latinLnBrk="0" hangingPunct="1">
              <a:lnSpc>
                <a:spcPct val="100000"/>
              </a:lnSpc>
              <a:spcBef>
                <a:spcPts val="0"/>
              </a:spcBef>
              <a:spcAft>
                <a:spcPts val="0"/>
              </a:spcAft>
              <a:buClr>
                <a:srgbClr val="020E66"/>
              </a:buClr>
              <a:buSzPct val="125000"/>
              <a:buFont typeface="Arial" charset="0"/>
              <a:buNone/>
              <a:tabLst/>
              <a:defRPr/>
            </a:pPr>
            <a:r>
              <a:rPr kumimoji="0" lang="pt-BR" sz="1150" b="0" i="0" u="none" strike="noStrike" kern="1200" cap="none" spc="0" normalizeH="0" baseline="0" noProof="0" err="1">
                <a:ln>
                  <a:noFill/>
                </a:ln>
                <a:solidFill>
                  <a:srgbClr val="071C25"/>
                </a:solidFill>
                <a:effectLst/>
                <a:uLnTx/>
                <a:uFillTx/>
                <a:latin typeface="Arial"/>
                <a:ea typeface="+mn-ea"/>
                <a:cs typeface="+mn-cs"/>
              </a:rPr>
              <a:t>Mapeament</a:t>
            </a:r>
            <a:r>
              <a:rPr kumimoji="0" lang="pt-BR" sz="1150" b="0" i="0" u="none" strike="noStrike" kern="1200" cap="none" spc="0" normalizeH="0" baseline="0" noProof="0">
                <a:ln>
                  <a:noFill/>
                </a:ln>
                <a:solidFill>
                  <a:srgbClr val="071C25"/>
                </a:solidFill>
                <a:effectLst/>
                <a:uLnTx/>
                <a:uFillTx/>
                <a:latin typeface="Arial"/>
                <a:ea typeface="+mn-ea"/>
                <a:cs typeface="+mn-cs"/>
              </a:rPr>
              <a:t>o do mercado potencial</a:t>
            </a:r>
          </a:p>
        </p:txBody>
      </p:sp>
      <p:sp>
        <p:nvSpPr>
          <p:cNvPr id="13" name="Rectangle 53">
            <a:extLst>
              <a:ext uri="{FF2B5EF4-FFF2-40B4-BE49-F238E27FC236}">
                <a16:creationId xmlns:a16="http://schemas.microsoft.com/office/drawing/2014/main" id="{EBA43932-02C1-B4DC-A2D9-C1AD67205440}"/>
              </a:ext>
            </a:extLst>
          </p:cNvPr>
          <p:cNvSpPr txBox="1"/>
          <p:nvPr/>
        </p:nvSpPr>
        <p:spPr>
          <a:xfrm>
            <a:off x="1289714" y="6172739"/>
            <a:ext cx="3132000" cy="176972"/>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marL="0" lvl="0" indent="0" defTabSz="895350" eaLnBrk="1" hangingPunct="1">
              <a:buClr>
                <a:schemeClr val="tx2"/>
              </a:buClr>
              <a:defRPr baseline="0">
                <a:latin typeface="+mn-lt"/>
              </a:defRPr>
            </a:lvl1pPr>
            <a:lvl2pPr marL="193675" lvl="1" indent="-192088" defTabSz="895350" eaLnBrk="1" hangingPunct="1">
              <a:buClr>
                <a:schemeClr val="tx2"/>
              </a:buClr>
              <a:buSzPct val="125000"/>
              <a:buFont typeface="Arial" charset="0"/>
              <a:buChar char="▪"/>
              <a:defRPr baseline="0">
                <a:latin typeface="+mn-lt"/>
              </a:defRPr>
            </a:lvl2pPr>
            <a:lvl3pPr marL="457200" lvl="2" indent="-261938" defTabSz="895350" eaLnBrk="1" hangingPunct="1">
              <a:buClr>
                <a:schemeClr val="tx2"/>
              </a:buClr>
              <a:buSzPct val="120000"/>
              <a:buFont typeface="Arial" charset="0"/>
              <a:buChar char="–"/>
              <a:defRPr baseline="0">
                <a:latin typeface="+mn-lt"/>
              </a:defRPr>
            </a:lvl3pPr>
            <a:lvl4pPr marL="614363" lvl="3" indent="-155575" defTabSz="895350" eaLnBrk="1" hangingPunct="1">
              <a:buClr>
                <a:schemeClr val="tx2"/>
              </a:buClr>
              <a:buSzPct val="120000"/>
              <a:buFont typeface="Arial" charset="0"/>
              <a:buChar char="▫"/>
              <a:defRPr baseline="0">
                <a:latin typeface="+mn-lt"/>
              </a:defRPr>
            </a:lvl4pPr>
            <a:lvl5pPr marL="749808" lvl="4" indent="-130175" defTabSz="895350" eaLnBrk="1" hangingPunct="1">
              <a:buClr>
                <a:schemeClr val="tx2"/>
              </a:buClr>
              <a:buSzPct val="89000"/>
              <a:buFont typeface="Arial" charset="0"/>
              <a:buChar char="-"/>
              <a:defRPr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marL="0" marR="0" lvl="0" indent="0" algn="l" defTabSz="895350" rtl="0" eaLnBrk="1" fontAlgn="auto" latinLnBrk="0" hangingPunct="1">
              <a:lnSpc>
                <a:spcPct val="100000"/>
              </a:lnSpc>
              <a:spcBef>
                <a:spcPts val="0"/>
              </a:spcBef>
              <a:spcAft>
                <a:spcPts val="0"/>
              </a:spcAft>
              <a:buClrTx/>
              <a:buSzTx/>
              <a:buFontTx/>
              <a:buNone/>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Perspectiva futura do mercado</a:t>
            </a:r>
          </a:p>
        </p:txBody>
      </p:sp>
      <p:sp>
        <p:nvSpPr>
          <p:cNvPr id="15" name="Oval 43">
            <a:extLst>
              <a:ext uri="{FF2B5EF4-FFF2-40B4-BE49-F238E27FC236}">
                <a16:creationId xmlns:a16="http://schemas.microsoft.com/office/drawing/2014/main" id="{FD38B3C0-17B2-9175-03E4-47C6FD99FE44}"/>
              </a:ext>
            </a:extLst>
          </p:cNvPr>
          <p:cNvSpPr/>
          <p:nvPr/>
        </p:nvSpPr>
        <p:spPr>
          <a:xfrm>
            <a:off x="965714" y="6172739"/>
            <a:ext cx="216000" cy="216000"/>
          </a:xfrm>
          <a:prstGeom prst="ellipse">
            <a:avLst/>
          </a:prstGeom>
          <a:solidFill>
            <a:schemeClr val="accent5"/>
          </a:solidFill>
          <a:ln w="9525">
            <a:noFill/>
            <a:round/>
            <a:headEnd/>
            <a:tailEnd/>
          </a:ln>
          <a:effec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150" b="1" i="0" u="none" strike="noStrike" kern="0" cap="none" spc="0" normalizeH="0" baseline="0" noProof="0">
                <a:ln>
                  <a:noFill/>
                </a:ln>
                <a:solidFill>
                  <a:prstClr val="white"/>
                </a:solidFill>
                <a:effectLst/>
                <a:uLnTx/>
                <a:uFillTx/>
                <a:latin typeface="Arial"/>
                <a:ea typeface="+mn-ea"/>
                <a:cs typeface="Calibri" panose="020F0502020204030204" pitchFamily="34" charset="0"/>
              </a:rPr>
              <a:t>4</a:t>
            </a:r>
          </a:p>
        </p:txBody>
      </p:sp>
      <p:cxnSp>
        <p:nvCxnSpPr>
          <p:cNvPr id="143" name="Straight Connector 142">
            <a:extLst>
              <a:ext uri="{FF2B5EF4-FFF2-40B4-BE49-F238E27FC236}">
                <a16:creationId xmlns:a16="http://schemas.microsoft.com/office/drawing/2014/main" id="{A08CADA1-129F-C2C7-A40C-B93C5519A6D6}"/>
              </a:ext>
            </a:extLst>
          </p:cNvPr>
          <p:cNvCxnSpPr>
            <a:cxnSpLocks/>
          </p:cNvCxnSpPr>
          <p:nvPr/>
        </p:nvCxnSpPr>
        <p:spPr>
          <a:xfrm>
            <a:off x="965714" y="5335814"/>
            <a:ext cx="11016000" cy="0"/>
          </a:xfrm>
          <a:prstGeom prst="line">
            <a:avLst/>
          </a:prstGeom>
          <a:ln w="9525">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375513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Object 17" hidden="1">
            <a:extLst>
              <a:ext uri="{FF2B5EF4-FFF2-40B4-BE49-F238E27FC236}">
                <a16:creationId xmlns:a16="http://schemas.microsoft.com/office/drawing/2014/main" id="{3D722850-BF4B-4F80-B0FF-108C109053C4}"/>
              </a:ext>
            </a:extLst>
          </p:cNvPr>
          <p:cNvGraphicFramePr>
            <a:graphicFrameLocks noChangeAspect="1"/>
          </p:cNvGraphicFramePr>
          <p:nvPr>
            <p:custDataLst>
              <p:tags r:id="rId1"/>
            </p:custDataLst>
            <p:extLst>
              <p:ext uri="{D42A27DB-BD31-4B8C-83A1-F6EECF244321}">
                <p14:modId xmlns:p14="http://schemas.microsoft.com/office/powerpoint/2010/main" val="3936141423"/>
              </p:ext>
            </p:extLst>
          </p:nvPr>
        </p:nvGraphicFramePr>
        <p:xfrm>
          <a:off x="1525588" y="1588"/>
          <a:ext cx="1588" cy="1588"/>
        </p:xfrm>
        <a:graphic>
          <a:graphicData uri="http://schemas.openxmlformats.org/presentationml/2006/ole">
            <mc:AlternateContent xmlns:mc="http://schemas.openxmlformats.org/markup-compatibility/2006">
              <mc:Choice xmlns:v="urn:schemas-microsoft-com:vml" Requires="v">
                <p:oleObj name="Slide do think-cell" r:id="rId5" imgW="581" imgH="586" progId="TCLayout.ActiveDocument.1">
                  <p:embed/>
                </p:oleObj>
              </mc:Choice>
              <mc:Fallback>
                <p:oleObj name="Slide do think-cell" r:id="rId5" imgW="581" imgH="586" progId="TCLayout.ActiveDocument.1">
                  <p:embed/>
                  <p:pic>
                    <p:nvPicPr>
                      <p:cNvPr id="18" name="Object 17" hidden="1">
                        <a:extLst>
                          <a:ext uri="{FF2B5EF4-FFF2-40B4-BE49-F238E27FC236}">
                            <a16:creationId xmlns:a16="http://schemas.microsoft.com/office/drawing/2014/main" id="{3D722850-BF4B-4F80-B0FF-108C109053C4}"/>
                          </a:ext>
                        </a:extLst>
                      </p:cNvPr>
                      <p:cNvPicPr/>
                      <p:nvPr/>
                    </p:nvPicPr>
                    <p:blipFill>
                      <a:blip r:embed="rId6"/>
                      <a:stretch>
                        <a:fillRect/>
                      </a:stretch>
                    </p:blipFill>
                    <p:spPr>
                      <a:xfrm>
                        <a:off x="1525588" y="1588"/>
                        <a:ext cx="1588" cy="1588"/>
                      </a:xfrm>
                      <a:prstGeom prst="rect">
                        <a:avLst/>
                      </a:prstGeom>
                    </p:spPr>
                  </p:pic>
                </p:oleObj>
              </mc:Fallback>
            </mc:AlternateContent>
          </a:graphicData>
        </a:graphic>
      </p:graphicFrame>
      <p:sp>
        <p:nvSpPr>
          <p:cNvPr id="17" name="Rectangle 16" hidden="1">
            <a:extLst>
              <a:ext uri="{FF2B5EF4-FFF2-40B4-BE49-F238E27FC236}">
                <a16:creationId xmlns:a16="http://schemas.microsoft.com/office/drawing/2014/main" id="{BF4E2C09-DCA2-4E5F-851B-727B6DC91714}"/>
              </a:ext>
            </a:extLst>
          </p:cNvPr>
          <p:cNvSpPr/>
          <p:nvPr>
            <p:custDataLst>
              <p:tags r:id="rId2"/>
            </p:custDataLst>
          </p:nvPr>
        </p:nvSpPr>
        <p:spPr>
          <a:xfrm>
            <a:off x="1524000" y="0"/>
            <a:ext cx="158750" cy="158750"/>
          </a:xfrm>
          <a:prstGeom prst="rect">
            <a:avLst/>
          </a:prstGeom>
          <a:solidFill>
            <a:schemeClr val="accent2"/>
          </a:solidFill>
          <a:ln w="19050">
            <a:solidFill>
              <a:schemeClr val="accent2"/>
            </a:solidFill>
            <a:miter lim="400000"/>
          </a:ln>
          <a:effectLst/>
        </p:spPr>
        <p:txBody>
          <a:bodyPr vert="horz" wrap="none" lIns="0" tIns="0" rIns="0" bIns="0" numCol="1" spcCol="0" rtlCol="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tabLst/>
              <a:defRPr/>
            </a:pPr>
            <a:endParaRPr kumimoji="0" lang="pt-BR" sz="2000" b="1" i="0" u="none" strike="noStrike" kern="1200" cap="none" spc="0" normalizeH="0" baseline="0" noProof="0">
              <a:ln>
                <a:noFill/>
              </a:ln>
              <a:solidFill>
                <a:prstClr val="white"/>
              </a:solidFill>
              <a:effectLst/>
              <a:uLnTx/>
              <a:uFillTx/>
              <a:latin typeface="Arial" panose="020B0604020202020204" pitchFamily="34" charset="0"/>
              <a:ea typeface="+mn-ea"/>
              <a:cs typeface="+mn-cs"/>
              <a:sym typeface="Arial" panose="020B0604020202020204" pitchFamily="34" charset="0"/>
            </a:endParaRPr>
          </a:p>
        </p:txBody>
      </p:sp>
      <p:sp>
        <p:nvSpPr>
          <p:cNvPr id="15" name="Text Placeholder 14">
            <a:extLst>
              <a:ext uri="{FF2B5EF4-FFF2-40B4-BE49-F238E27FC236}">
                <a16:creationId xmlns:a16="http://schemas.microsoft.com/office/drawing/2014/main" id="{883D34BE-E87B-4028-B98F-33D12302B937}"/>
              </a:ext>
            </a:extLst>
          </p:cNvPr>
          <p:cNvSpPr>
            <a:spLocks noGrp="1"/>
          </p:cNvSpPr>
          <p:nvPr>
            <p:ph type="body" sz="quarter" idx="14"/>
          </p:nvPr>
        </p:nvSpPr>
        <p:spPr/>
        <p:txBody>
          <a:bodyPr/>
          <a:lstStyle/>
          <a:p>
            <a:r>
              <a:rPr lang="pt-BR"/>
              <a:t>1. Alavancando material proprietário da Mirow sobre incentivos à força comercial no agronegócio. Fonte: Mirow &amp; Co.</a:t>
            </a:r>
          </a:p>
        </p:txBody>
      </p:sp>
      <p:sp>
        <p:nvSpPr>
          <p:cNvPr id="2" name="Title 1">
            <a:extLst>
              <a:ext uri="{FF2B5EF4-FFF2-40B4-BE49-F238E27FC236}">
                <a16:creationId xmlns:a16="http://schemas.microsoft.com/office/drawing/2014/main" id="{0A125912-675D-D840-8FBA-1AB8F680592C}"/>
              </a:ext>
            </a:extLst>
          </p:cNvPr>
          <p:cNvSpPr>
            <a:spLocks noGrp="1"/>
          </p:cNvSpPr>
          <p:nvPr>
            <p:ph type="title"/>
          </p:nvPr>
        </p:nvSpPr>
        <p:spPr>
          <a:xfrm>
            <a:off x="478971" y="225177"/>
            <a:ext cx="11485488" cy="615553"/>
          </a:xfrm>
        </p:spPr>
        <p:txBody>
          <a:bodyPr vert="horz"/>
          <a:lstStyle/>
          <a:p>
            <a:r>
              <a:rPr lang="pt-BR"/>
              <a:t>Na 1ª etapa do projeto faremos um diagnóstico abrangente do desempenho comercial da Morro Verde, mapeando demandas e preferências de clientes e boas práticas de mercado</a:t>
            </a:r>
          </a:p>
        </p:txBody>
      </p:sp>
      <p:cxnSp>
        <p:nvCxnSpPr>
          <p:cNvPr id="40" name="Straight Connector 39">
            <a:extLst>
              <a:ext uri="{FF2B5EF4-FFF2-40B4-BE49-F238E27FC236}">
                <a16:creationId xmlns:a16="http://schemas.microsoft.com/office/drawing/2014/main" id="{1D733CA4-E00A-C93A-8E0F-5C1CD9DAA40A}"/>
              </a:ext>
            </a:extLst>
          </p:cNvPr>
          <p:cNvCxnSpPr/>
          <p:nvPr/>
        </p:nvCxnSpPr>
        <p:spPr>
          <a:xfrm>
            <a:off x="7464458" y="3300887"/>
            <a:ext cx="4500000" cy="0"/>
          </a:xfrm>
          <a:prstGeom prst="line">
            <a:avLst/>
          </a:prstGeom>
          <a:ln w="38100" cap="rnd">
            <a:solidFill>
              <a:schemeClr val="bg1">
                <a:lumMod val="85000"/>
              </a:schemeClr>
            </a:solidFill>
            <a:prstDash val="sysDot"/>
          </a:ln>
        </p:spPr>
        <p:style>
          <a:lnRef idx="1">
            <a:schemeClr val="accent1"/>
          </a:lnRef>
          <a:fillRef idx="0">
            <a:schemeClr val="accent1"/>
          </a:fillRef>
          <a:effectRef idx="0">
            <a:schemeClr val="accent1"/>
          </a:effectRef>
          <a:fontRef idx="minor">
            <a:schemeClr val="tx1"/>
          </a:fontRef>
        </p:style>
      </p:cxnSp>
      <p:sp>
        <p:nvSpPr>
          <p:cNvPr id="41" name="Rectangle 53">
            <a:extLst>
              <a:ext uri="{FF2B5EF4-FFF2-40B4-BE49-F238E27FC236}">
                <a16:creationId xmlns:a16="http://schemas.microsoft.com/office/drawing/2014/main" id="{CB2C8CC0-E2A1-DF74-1BD7-BDBE8B355B31}"/>
              </a:ext>
            </a:extLst>
          </p:cNvPr>
          <p:cNvSpPr txBox="1"/>
          <p:nvPr/>
        </p:nvSpPr>
        <p:spPr>
          <a:xfrm>
            <a:off x="8807519" y="3300887"/>
            <a:ext cx="3156939" cy="2534916"/>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72000" rIns="0" bIns="0" numCol="1" anchor="t" anchorCtr="0" compatLnSpc="1">
            <a:prstTxWarp prst="textNoShape">
              <a:avLst/>
            </a:prstTxWarp>
            <a:spAutoFit/>
          </a:bodyPr>
          <a:lstStyle>
            <a:lvl1pPr marL="0" lvl="0" indent="0" defTabSz="895350" eaLnBrk="1" hangingPunct="1">
              <a:buClr>
                <a:schemeClr val="tx2"/>
              </a:buClr>
              <a:defRPr baseline="0">
                <a:latin typeface="+mn-lt"/>
              </a:defRPr>
            </a:lvl1pPr>
            <a:lvl2pPr marL="193675" lvl="1" indent="-192088" defTabSz="895350" eaLnBrk="1" hangingPunct="1">
              <a:buClr>
                <a:schemeClr val="tx2"/>
              </a:buClr>
              <a:buSzPct val="125000"/>
              <a:buFont typeface="Arial" charset="0"/>
              <a:buChar char="▪"/>
              <a:defRPr baseline="0">
                <a:latin typeface="+mn-lt"/>
              </a:defRPr>
            </a:lvl2pPr>
            <a:lvl3pPr marL="457200" lvl="2" indent="-261938" defTabSz="895350" eaLnBrk="1" hangingPunct="1">
              <a:buClr>
                <a:schemeClr val="tx2"/>
              </a:buClr>
              <a:buSzPct val="120000"/>
              <a:buFont typeface="Arial" charset="0"/>
              <a:buChar char="–"/>
              <a:defRPr baseline="0">
                <a:latin typeface="+mn-lt"/>
              </a:defRPr>
            </a:lvl3pPr>
            <a:lvl4pPr marL="614363" lvl="3" indent="-155575" defTabSz="895350" eaLnBrk="1" hangingPunct="1">
              <a:buClr>
                <a:schemeClr val="tx2"/>
              </a:buClr>
              <a:buSzPct val="120000"/>
              <a:buFont typeface="Arial" charset="0"/>
              <a:buChar char="▫"/>
              <a:defRPr baseline="0">
                <a:latin typeface="+mn-lt"/>
              </a:defRPr>
            </a:lvl4pPr>
            <a:lvl5pPr marL="749808" lvl="4" indent="-130175" defTabSz="895350" eaLnBrk="1" hangingPunct="1">
              <a:buClr>
                <a:schemeClr val="tx2"/>
              </a:buClr>
              <a:buSzPct val="89000"/>
              <a:buFont typeface="Arial" charset="0"/>
              <a:buChar char="-"/>
              <a:defRPr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600" b="0" i="0" u="none" strike="noStrike" kern="1200" cap="none" spc="0" normalizeH="0" baseline="0" noProof="0">
                <a:ln>
                  <a:noFill/>
                </a:ln>
                <a:solidFill>
                  <a:srgbClr val="071C25"/>
                </a:solidFill>
                <a:effectLst/>
                <a:uLnTx/>
                <a:uFillTx/>
                <a:latin typeface="Arial"/>
                <a:ea typeface="+mn-ea"/>
                <a:cs typeface="+mn-cs"/>
              </a:rPr>
              <a:t>Entendimento da demanda mais atrativa para Morro Verde, considerando zona de influência de Pratápolis - MG</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600" b="0" i="0" u="none" strike="noStrike" kern="1200" cap="none" spc="0" normalizeH="0" baseline="0" noProof="0">
                <a:ln>
                  <a:noFill/>
                </a:ln>
                <a:solidFill>
                  <a:srgbClr val="071C25"/>
                </a:solidFill>
                <a:effectLst/>
                <a:uLnTx/>
                <a:uFillTx/>
                <a:latin typeface="Arial"/>
                <a:ea typeface="+mn-ea"/>
                <a:cs typeface="+mn-cs"/>
              </a:rPr>
              <a:t>Segmentação e atratividade de clientes</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600" b="0" i="0" u="none" strike="noStrike" kern="1200" cap="none" spc="0" normalizeH="0" baseline="0" noProof="0">
                <a:ln>
                  <a:noFill/>
                </a:ln>
                <a:solidFill>
                  <a:srgbClr val="071C25"/>
                </a:solidFill>
                <a:effectLst/>
                <a:uLnTx/>
                <a:uFillTx/>
                <a:latin typeface="Arial"/>
                <a:ea typeface="+mn-ea"/>
                <a:cs typeface="+mn-cs"/>
              </a:rPr>
              <a:t>Necessidades, demanda  e experiência do cliente</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600" b="0" i="0" u="none" strike="noStrike" kern="1200" cap="none" spc="0" normalizeH="0" baseline="0" noProof="0">
                <a:ln>
                  <a:noFill/>
                </a:ln>
                <a:solidFill>
                  <a:srgbClr val="071C25"/>
                </a:solidFill>
                <a:effectLst/>
                <a:uLnTx/>
                <a:uFillTx/>
                <a:latin typeface="Arial"/>
                <a:ea typeface="+mn-ea"/>
                <a:cs typeface="+mn-cs"/>
              </a:rPr>
              <a:t>Jornadas, </a:t>
            </a:r>
            <a:r>
              <a:rPr kumimoji="0" lang="pt-BR" sz="1600" b="0" i="1" u="none" strike="noStrike" kern="1200" cap="none" spc="0" normalizeH="0" baseline="0" noProof="0" err="1">
                <a:ln>
                  <a:noFill/>
                </a:ln>
                <a:solidFill>
                  <a:srgbClr val="071C25"/>
                </a:solidFill>
                <a:effectLst/>
                <a:uLnTx/>
                <a:uFillTx/>
                <a:latin typeface="Arial"/>
                <a:ea typeface="+mn-ea"/>
                <a:cs typeface="+mn-cs"/>
              </a:rPr>
              <a:t>buying</a:t>
            </a:r>
            <a:r>
              <a:rPr kumimoji="0" lang="pt-BR" sz="1600" b="0" i="0" u="none" strike="noStrike" kern="1200" cap="none" spc="0" normalizeH="0" baseline="0" noProof="0">
                <a:ln>
                  <a:noFill/>
                </a:ln>
                <a:solidFill>
                  <a:srgbClr val="071C25"/>
                </a:solidFill>
                <a:effectLst/>
                <a:uLnTx/>
                <a:uFillTx/>
                <a:latin typeface="Arial"/>
                <a:ea typeface="+mn-ea"/>
                <a:cs typeface="+mn-cs"/>
              </a:rPr>
              <a:t> </a:t>
            </a:r>
            <a:r>
              <a:rPr kumimoji="0" lang="pt-BR" sz="1600" b="0" i="1" u="none" strike="noStrike" kern="1200" cap="none" spc="0" normalizeH="0" baseline="0" noProof="0" err="1">
                <a:ln>
                  <a:noFill/>
                </a:ln>
                <a:solidFill>
                  <a:srgbClr val="071C25"/>
                </a:solidFill>
                <a:effectLst/>
                <a:uLnTx/>
                <a:uFillTx/>
                <a:latin typeface="Arial"/>
                <a:ea typeface="+mn-ea"/>
                <a:cs typeface="+mn-cs"/>
              </a:rPr>
              <a:t>process</a:t>
            </a:r>
            <a:r>
              <a:rPr kumimoji="0" lang="pt-BR" sz="1600" b="0" i="1" u="none" strike="noStrike" kern="1200" cap="none" spc="0" normalizeH="0" baseline="0" noProof="0">
                <a:ln>
                  <a:noFill/>
                </a:ln>
                <a:solidFill>
                  <a:srgbClr val="071C25"/>
                </a:solidFill>
                <a:effectLst/>
                <a:uLnTx/>
                <a:uFillTx/>
                <a:latin typeface="Arial"/>
                <a:ea typeface="+mn-ea"/>
                <a:cs typeface="+mn-cs"/>
              </a:rPr>
              <a:t>, </a:t>
            </a:r>
            <a:r>
              <a:rPr kumimoji="0" lang="pt-BR" sz="1600" b="0" i="0" u="none" strike="noStrike" kern="1200" cap="none" spc="0" normalizeH="0" baseline="0" noProof="0">
                <a:ln>
                  <a:noFill/>
                </a:ln>
                <a:solidFill>
                  <a:srgbClr val="071C25"/>
                </a:solidFill>
                <a:effectLst/>
                <a:uLnTx/>
                <a:uFillTx/>
                <a:latin typeface="Arial"/>
                <a:ea typeface="+mn-ea"/>
                <a:cs typeface="+mn-cs"/>
              </a:rPr>
              <a:t>gatilhos</a:t>
            </a:r>
          </a:p>
        </p:txBody>
      </p:sp>
      <p:sp>
        <p:nvSpPr>
          <p:cNvPr id="42" name="Rectangle 53">
            <a:extLst>
              <a:ext uri="{FF2B5EF4-FFF2-40B4-BE49-F238E27FC236}">
                <a16:creationId xmlns:a16="http://schemas.microsoft.com/office/drawing/2014/main" id="{A5DFFF59-BFB4-CD3C-2D65-22942AEF00C7}"/>
              </a:ext>
            </a:extLst>
          </p:cNvPr>
          <p:cNvSpPr txBox="1"/>
          <p:nvPr/>
        </p:nvSpPr>
        <p:spPr>
          <a:xfrm>
            <a:off x="8807519" y="2981963"/>
            <a:ext cx="3156939" cy="318924"/>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72000" numCol="1" anchor="b" anchorCtr="0" compatLnSpc="1">
            <a:prstTxWarp prst="textNoShape">
              <a:avLst/>
            </a:prstTxWarp>
            <a:spAutoFit/>
          </a:bodyPr>
          <a:lstStyle>
            <a:lvl1pPr marL="0" lvl="0" indent="0" defTabSz="895350" eaLnBrk="1" hangingPunct="1">
              <a:buClr>
                <a:schemeClr val="tx2"/>
              </a:buClr>
              <a:defRPr baseline="0">
                <a:latin typeface="+mn-lt"/>
              </a:defRPr>
            </a:lvl1pPr>
            <a:lvl2pPr marL="193675" lvl="1" indent="-192088" defTabSz="895350" eaLnBrk="1" hangingPunct="1">
              <a:buClr>
                <a:schemeClr val="tx2"/>
              </a:buClr>
              <a:buSzPct val="125000"/>
              <a:buFont typeface="Arial" charset="0"/>
              <a:buChar char="▪"/>
              <a:defRPr baseline="0">
                <a:latin typeface="+mn-lt"/>
              </a:defRPr>
            </a:lvl2pPr>
            <a:lvl3pPr marL="457200" lvl="2" indent="-261938" defTabSz="895350" eaLnBrk="1" hangingPunct="1">
              <a:buClr>
                <a:schemeClr val="tx2"/>
              </a:buClr>
              <a:buSzPct val="120000"/>
              <a:buFont typeface="Arial" charset="0"/>
              <a:buChar char="–"/>
              <a:defRPr baseline="0">
                <a:latin typeface="+mn-lt"/>
              </a:defRPr>
            </a:lvl3pPr>
            <a:lvl4pPr marL="614363" lvl="3" indent="-155575" defTabSz="895350" eaLnBrk="1" hangingPunct="1">
              <a:buClr>
                <a:schemeClr val="tx2"/>
              </a:buClr>
              <a:buSzPct val="120000"/>
              <a:buFont typeface="Arial" charset="0"/>
              <a:buChar char="▫"/>
              <a:defRPr baseline="0">
                <a:latin typeface="+mn-lt"/>
              </a:defRPr>
            </a:lvl4pPr>
            <a:lvl5pPr marL="749808" lvl="4" indent="-130175" defTabSz="895350" eaLnBrk="1" hangingPunct="1">
              <a:buClr>
                <a:schemeClr val="tx2"/>
              </a:buClr>
              <a:buSzPct val="89000"/>
              <a:buFont typeface="Arial" charset="0"/>
              <a:buChar char="-"/>
              <a:defRPr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marL="0" marR="0" lvl="0" indent="0" algn="l" defTabSz="895350" rtl="0" eaLnBrk="1" fontAlgn="auto" latinLnBrk="0" hangingPunct="1">
              <a:lnSpc>
                <a:spcPct val="100000"/>
              </a:lnSpc>
              <a:spcBef>
                <a:spcPts val="0"/>
              </a:spcBef>
              <a:spcAft>
                <a:spcPts val="0"/>
              </a:spcAft>
              <a:buClrTx/>
              <a:buSzTx/>
              <a:buFontTx/>
              <a:buNone/>
              <a:tabLst/>
              <a:defRPr/>
            </a:pPr>
            <a:r>
              <a:rPr kumimoji="0" lang="pt-BR" sz="1600" b="1" i="0" u="none" strike="noStrike" kern="1200" cap="none" spc="0" normalizeH="0" baseline="0" noProof="0">
                <a:ln>
                  <a:noFill/>
                </a:ln>
                <a:solidFill>
                  <a:srgbClr val="071C25"/>
                </a:solidFill>
                <a:effectLst/>
                <a:uLnTx/>
                <a:uFillTx/>
                <a:latin typeface="Arial"/>
                <a:ea typeface="+mn-ea"/>
                <a:cs typeface="+mn-cs"/>
              </a:rPr>
              <a:t>Mercado </a:t>
            </a:r>
            <a:r>
              <a:rPr lang="pt-BR" sz="1600" b="1">
                <a:solidFill>
                  <a:srgbClr val="071C25"/>
                </a:solidFill>
                <a:latin typeface="Arial"/>
              </a:rPr>
              <a:t>&amp; </a:t>
            </a:r>
            <a:r>
              <a:rPr kumimoji="0" lang="pt-BR" sz="1600" b="1" i="0" u="none" strike="noStrike" kern="1200" cap="none" spc="0" normalizeH="0" baseline="0" noProof="0">
                <a:ln>
                  <a:noFill/>
                </a:ln>
                <a:solidFill>
                  <a:srgbClr val="071C25"/>
                </a:solidFill>
                <a:effectLst/>
                <a:uLnTx/>
                <a:uFillTx/>
                <a:latin typeface="Arial"/>
                <a:ea typeface="+mn-ea"/>
                <a:cs typeface="+mn-cs"/>
              </a:rPr>
              <a:t>Clientes</a:t>
            </a:r>
          </a:p>
        </p:txBody>
      </p:sp>
      <p:cxnSp>
        <p:nvCxnSpPr>
          <p:cNvPr id="44" name="Straight Connector 43">
            <a:extLst>
              <a:ext uri="{FF2B5EF4-FFF2-40B4-BE49-F238E27FC236}">
                <a16:creationId xmlns:a16="http://schemas.microsoft.com/office/drawing/2014/main" id="{CB971AA6-4AE1-ED75-061F-25C6FD4E1EFD}"/>
              </a:ext>
            </a:extLst>
          </p:cNvPr>
          <p:cNvCxnSpPr/>
          <p:nvPr/>
        </p:nvCxnSpPr>
        <p:spPr>
          <a:xfrm flipH="1">
            <a:off x="478971" y="4746544"/>
            <a:ext cx="4264992" cy="0"/>
          </a:xfrm>
          <a:prstGeom prst="line">
            <a:avLst/>
          </a:prstGeom>
          <a:ln w="38100" cap="rnd">
            <a:solidFill>
              <a:schemeClr val="bg1">
                <a:lumMod val="85000"/>
              </a:schemeClr>
            </a:solidFill>
            <a:prstDash val="sysDot"/>
          </a:ln>
        </p:spPr>
        <p:style>
          <a:lnRef idx="1">
            <a:schemeClr val="accent1"/>
          </a:lnRef>
          <a:fillRef idx="0">
            <a:schemeClr val="accent1"/>
          </a:fillRef>
          <a:effectRef idx="0">
            <a:schemeClr val="accent1"/>
          </a:effectRef>
          <a:fontRef idx="minor">
            <a:schemeClr val="tx1"/>
          </a:fontRef>
        </p:style>
      </p:cxnSp>
      <p:sp>
        <p:nvSpPr>
          <p:cNvPr id="45" name="Rectangle 53">
            <a:extLst>
              <a:ext uri="{FF2B5EF4-FFF2-40B4-BE49-F238E27FC236}">
                <a16:creationId xmlns:a16="http://schemas.microsoft.com/office/drawing/2014/main" id="{27AAAA3B-3353-82D5-DD5B-7DB11F0CDA45}"/>
              </a:ext>
            </a:extLst>
          </p:cNvPr>
          <p:cNvSpPr txBox="1"/>
          <p:nvPr/>
        </p:nvSpPr>
        <p:spPr>
          <a:xfrm flipH="1">
            <a:off x="478971" y="4746544"/>
            <a:ext cx="2988000" cy="1057588"/>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72000" rIns="0" bIns="0" numCol="1" anchor="t" anchorCtr="0" compatLnSpc="1">
            <a:prstTxWarp prst="textNoShape">
              <a:avLst/>
            </a:prstTxWarp>
            <a:spAutoFit/>
          </a:bodyPr>
          <a:lstStyle>
            <a:lvl1pPr marL="0" lvl="0" indent="0" defTabSz="895350" eaLnBrk="1" hangingPunct="1">
              <a:buClr>
                <a:schemeClr val="tx2"/>
              </a:buClr>
              <a:defRPr baseline="0">
                <a:latin typeface="+mn-lt"/>
              </a:defRPr>
            </a:lvl1pPr>
            <a:lvl2pPr marL="193675" lvl="1" indent="-192088" defTabSz="895350" eaLnBrk="1" hangingPunct="1">
              <a:buClr>
                <a:schemeClr val="tx2"/>
              </a:buClr>
              <a:buSzPct val="125000"/>
              <a:buFont typeface="Arial" charset="0"/>
              <a:buChar char="▪"/>
              <a:defRPr baseline="0">
                <a:latin typeface="+mn-lt"/>
              </a:defRPr>
            </a:lvl2pPr>
            <a:lvl3pPr marL="457200" lvl="2" indent="-261938" defTabSz="895350" eaLnBrk="1" hangingPunct="1">
              <a:buClr>
                <a:schemeClr val="tx2"/>
              </a:buClr>
              <a:buSzPct val="120000"/>
              <a:buFont typeface="Arial" charset="0"/>
              <a:buChar char="–"/>
              <a:defRPr baseline="0">
                <a:latin typeface="+mn-lt"/>
              </a:defRPr>
            </a:lvl3pPr>
            <a:lvl4pPr marL="614363" lvl="3" indent="-155575" defTabSz="895350" eaLnBrk="1" hangingPunct="1">
              <a:buClr>
                <a:schemeClr val="tx2"/>
              </a:buClr>
              <a:buSzPct val="120000"/>
              <a:buFont typeface="Arial" charset="0"/>
              <a:buChar char="▫"/>
              <a:defRPr baseline="0">
                <a:latin typeface="+mn-lt"/>
              </a:defRPr>
            </a:lvl4pPr>
            <a:lvl5pPr marL="749808" lvl="4" indent="-130175" defTabSz="895350" eaLnBrk="1" hangingPunct="1">
              <a:buClr>
                <a:schemeClr val="tx2"/>
              </a:buClr>
              <a:buSzPct val="89000"/>
              <a:buFont typeface="Arial" charset="0"/>
              <a:buChar char="-"/>
              <a:defRPr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600" b="0" i="0" u="none" strike="noStrike" kern="1200" cap="none" spc="0" normalizeH="0" baseline="0" noProof="0">
                <a:ln>
                  <a:noFill/>
                </a:ln>
                <a:solidFill>
                  <a:srgbClr val="071C25"/>
                </a:solidFill>
                <a:effectLst/>
                <a:uLnTx/>
                <a:uFillTx/>
                <a:latin typeface="Arial"/>
                <a:ea typeface="+mn-ea"/>
                <a:cs typeface="+mn-cs"/>
              </a:rPr>
              <a:t>Organização e mecanismos de coordenação</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600" b="0" i="0" u="none" strike="noStrike" kern="1200" cap="none" spc="0" normalizeH="0" baseline="0" noProof="0">
                <a:ln>
                  <a:noFill/>
                </a:ln>
                <a:solidFill>
                  <a:srgbClr val="071C25"/>
                </a:solidFill>
                <a:effectLst/>
                <a:uLnTx/>
                <a:uFillTx/>
                <a:latin typeface="Arial"/>
                <a:ea typeface="+mn-ea"/>
                <a:cs typeface="+mn-cs"/>
              </a:rPr>
              <a:t>Lições aprendidas e potenciais implicações para Morro Verde</a:t>
            </a:r>
          </a:p>
        </p:txBody>
      </p:sp>
      <p:sp>
        <p:nvSpPr>
          <p:cNvPr id="46" name="Rectangle 53">
            <a:extLst>
              <a:ext uri="{FF2B5EF4-FFF2-40B4-BE49-F238E27FC236}">
                <a16:creationId xmlns:a16="http://schemas.microsoft.com/office/drawing/2014/main" id="{A4513ADC-DE72-F06C-877C-D72675FBB53F}"/>
              </a:ext>
            </a:extLst>
          </p:cNvPr>
          <p:cNvSpPr txBox="1"/>
          <p:nvPr/>
        </p:nvSpPr>
        <p:spPr>
          <a:xfrm flipH="1">
            <a:off x="478971" y="4427620"/>
            <a:ext cx="2988000" cy="318924"/>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72000" numCol="1" anchor="b" anchorCtr="0" compatLnSpc="1">
            <a:prstTxWarp prst="textNoShape">
              <a:avLst/>
            </a:prstTxWarp>
            <a:spAutoFit/>
          </a:bodyPr>
          <a:lstStyle>
            <a:lvl1pPr marL="0" lvl="0" indent="0" defTabSz="895350" eaLnBrk="1" hangingPunct="1">
              <a:buClr>
                <a:schemeClr val="tx2"/>
              </a:buClr>
              <a:defRPr baseline="0">
                <a:latin typeface="+mn-lt"/>
              </a:defRPr>
            </a:lvl1pPr>
            <a:lvl2pPr marL="193675" lvl="1" indent="-192088" defTabSz="895350" eaLnBrk="1" hangingPunct="1">
              <a:buClr>
                <a:schemeClr val="tx2"/>
              </a:buClr>
              <a:buSzPct val="125000"/>
              <a:buFont typeface="Arial" charset="0"/>
              <a:buChar char="▪"/>
              <a:defRPr baseline="0">
                <a:latin typeface="+mn-lt"/>
              </a:defRPr>
            </a:lvl2pPr>
            <a:lvl3pPr marL="457200" lvl="2" indent="-261938" defTabSz="895350" eaLnBrk="1" hangingPunct="1">
              <a:buClr>
                <a:schemeClr val="tx2"/>
              </a:buClr>
              <a:buSzPct val="120000"/>
              <a:buFont typeface="Arial" charset="0"/>
              <a:buChar char="–"/>
              <a:defRPr baseline="0">
                <a:latin typeface="+mn-lt"/>
              </a:defRPr>
            </a:lvl3pPr>
            <a:lvl4pPr marL="614363" lvl="3" indent="-155575" defTabSz="895350" eaLnBrk="1" hangingPunct="1">
              <a:buClr>
                <a:schemeClr val="tx2"/>
              </a:buClr>
              <a:buSzPct val="120000"/>
              <a:buFont typeface="Arial" charset="0"/>
              <a:buChar char="▫"/>
              <a:defRPr baseline="0">
                <a:latin typeface="+mn-lt"/>
              </a:defRPr>
            </a:lvl4pPr>
            <a:lvl5pPr marL="749808" lvl="4" indent="-130175" defTabSz="895350" eaLnBrk="1" hangingPunct="1">
              <a:buClr>
                <a:schemeClr val="tx2"/>
              </a:buClr>
              <a:buSzPct val="89000"/>
              <a:buFont typeface="Arial" charset="0"/>
              <a:buChar char="-"/>
              <a:defRPr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marL="0" marR="0" lvl="0" indent="0" algn="l" defTabSz="895350" rtl="0" eaLnBrk="1" fontAlgn="auto" latinLnBrk="0" hangingPunct="1">
              <a:lnSpc>
                <a:spcPct val="100000"/>
              </a:lnSpc>
              <a:spcBef>
                <a:spcPts val="0"/>
              </a:spcBef>
              <a:spcAft>
                <a:spcPts val="0"/>
              </a:spcAft>
              <a:buClrTx/>
              <a:buSzTx/>
              <a:buFontTx/>
              <a:buNone/>
              <a:tabLst/>
              <a:defRPr/>
            </a:pPr>
            <a:r>
              <a:rPr kumimoji="0" lang="pt-BR" sz="1600" b="1" i="1" u="none" strike="noStrike" kern="1200" cap="none" spc="0" normalizeH="0" baseline="0" noProof="0">
                <a:ln>
                  <a:noFill/>
                </a:ln>
                <a:solidFill>
                  <a:srgbClr val="071C25"/>
                </a:solidFill>
                <a:effectLst/>
                <a:uLnTx/>
                <a:uFillTx/>
                <a:latin typeface="Arial"/>
                <a:ea typeface="+mn-ea"/>
                <a:cs typeface="+mn-cs"/>
              </a:rPr>
              <a:t>Benchmarks</a:t>
            </a:r>
            <a:r>
              <a:rPr kumimoji="0" lang="pt-BR" sz="1600" b="1" i="0" u="none" strike="noStrike" kern="1200" cap="none" spc="0" normalizeH="0" baseline="0" noProof="0">
                <a:ln>
                  <a:noFill/>
                </a:ln>
                <a:solidFill>
                  <a:srgbClr val="071C25"/>
                </a:solidFill>
                <a:effectLst/>
                <a:uLnTx/>
                <a:uFillTx/>
                <a:latin typeface="Arial"/>
                <a:ea typeface="+mn-ea"/>
                <a:cs typeface="+mn-cs"/>
              </a:rPr>
              <a:t> de mercado</a:t>
            </a:r>
            <a:r>
              <a:rPr kumimoji="0" lang="pt-BR" sz="1600" b="1" i="0" u="none" strike="noStrike" kern="1200" cap="none" spc="0" normalizeH="0" baseline="30000" noProof="0">
                <a:ln>
                  <a:noFill/>
                </a:ln>
                <a:solidFill>
                  <a:srgbClr val="071C25"/>
                </a:solidFill>
                <a:effectLst/>
                <a:uLnTx/>
                <a:uFillTx/>
                <a:latin typeface="Arial"/>
                <a:ea typeface="+mn-ea"/>
                <a:cs typeface="+mn-cs"/>
              </a:rPr>
              <a:t>1</a:t>
            </a:r>
          </a:p>
        </p:txBody>
      </p:sp>
      <p:cxnSp>
        <p:nvCxnSpPr>
          <p:cNvPr id="29" name="Straight Connector 28">
            <a:extLst>
              <a:ext uri="{FF2B5EF4-FFF2-40B4-BE49-F238E27FC236}">
                <a16:creationId xmlns:a16="http://schemas.microsoft.com/office/drawing/2014/main" id="{B443FD63-D986-0A70-5C4F-C844EF71CA63}"/>
              </a:ext>
            </a:extLst>
          </p:cNvPr>
          <p:cNvCxnSpPr/>
          <p:nvPr/>
        </p:nvCxnSpPr>
        <p:spPr>
          <a:xfrm flipH="1">
            <a:off x="539682" y="1814659"/>
            <a:ext cx="5244344" cy="0"/>
          </a:xfrm>
          <a:prstGeom prst="line">
            <a:avLst/>
          </a:prstGeom>
          <a:ln w="38100" cap="rnd">
            <a:solidFill>
              <a:schemeClr val="bg1">
                <a:lumMod val="85000"/>
              </a:schemeClr>
            </a:solidFill>
            <a:prstDash val="sysDot"/>
          </a:ln>
        </p:spPr>
        <p:style>
          <a:lnRef idx="1">
            <a:schemeClr val="accent1"/>
          </a:lnRef>
          <a:fillRef idx="0">
            <a:schemeClr val="accent1"/>
          </a:fillRef>
          <a:effectRef idx="0">
            <a:schemeClr val="accent1"/>
          </a:effectRef>
          <a:fontRef idx="minor">
            <a:schemeClr val="tx1"/>
          </a:fontRef>
        </p:style>
      </p:cxnSp>
      <p:sp>
        <p:nvSpPr>
          <p:cNvPr id="30" name="Rectangle 53">
            <a:extLst>
              <a:ext uri="{FF2B5EF4-FFF2-40B4-BE49-F238E27FC236}">
                <a16:creationId xmlns:a16="http://schemas.microsoft.com/office/drawing/2014/main" id="{1615A451-DD37-EA2B-A329-E88678D33148}"/>
              </a:ext>
            </a:extLst>
          </p:cNvPr>
          <p:cNvSpPr txBox="1"/>
          <p:nvPr/>
        </p:nvSpPr>
        <p:spPr>
          <a:xfrm flipH="1">
            <a:off x="478971" y="1814659"/>
            <a:ext cx="3293474" cy="2042473"/>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72000" rIns="0" bIns="0" numCol="1" anchor="t" anchorCtr="0" compatLnSpc="1">
            <a:prstTxWarp prst="textNoShape">
              <a:avLst/>
            </a:prstTxWarp>
            <a:spAutoFit/>
          </a:bodyPr>
          <a:lstStyle>
            <a:lvl1pPr marL="0" lvl="0" indent="0" defTabSz="895350" eaLnBrk="1" hangingPunct="1">
              <a:buClr>
                <a:schemeClr val="tx2"/>
              </a:buClr>
              <a:defRPr baseline="0">
                <a:latin typeface="+mn-lt"/>
              </a:defRPr>
            </a:lvl1pPr>
            <a:lvl2pPr marL="193675" lvl="1" indent="-192088" defTabSz="895350" eaLnBrk="1" hangingPunct="1">
              <a:buClr>
                <a:schemeClr val="tx2"/>
              </a:buClr>
              <a:buSzPct val="125000"/>
              <a:buFont typeface="Arial" charset="0"/>
              <a:buChar char="▪"/>
              <a:defRPr baseline="0">
                <a:latin typeface="+mn-lt"/>
              </a:defRPr>
            </a:lvl2pPr>
            <a:lvl3pPr marL="457200" lvl="2" indent="-261938" defTabSz="895350" eaLnBrk="1" hangingPunct="1">
              <a:buClr>
                <a:schemeClr val="tx2"/>
              </a:buClr>
              <a:buSzPct val="120000"/>
              <a:buFont typeface="Arial" charset="0"/>
              <a:buChar char="–"/>
              <a:defRPr baseline="0">
                <a:latin typeface="+mn-lt"/>
              </a:defRPr>
            </a:lvl3pPr>
            <a:lvl4pPr marL="614363" lvl="3" indent="-155575" defTabSz="895350" eaLnBrk="1" hangingPunct="1">
              <a:buClr>
                <a:schemeClr val="tx2"/>
              </a:buClr>
              <a:buSzPct val="120000"/>
              <a:buFont typeface="Arial" charset="0"/>
              <a:buChar char="▫"/>
              <a:defRPr baseline="0">
                <a:latin typeface="+mn-lt"/>
              </a:defRPr>
            </a:lvl4pPr>
            <a:lvl5pPr marL="749808" lvl="4" indent="-130175" defTabSz="895350" eaLnBrk="1" hangingPunct="1">
              <a:buClr>
                <a:schemeClr val="tx2"/>
              </a:buClr>
              <a:buSzPct val="89000"/>
              <a:buFont typeface="Arial" charset="0"/>
              <a:buChar char="-"/>
              <a:defRPr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600" b="0" i="0" u="none" strike="noStrike" kern="1200" cap="none" spc="0" normalizeH="0" baseline="0" noProof="0">
                <a:ln>
                  <a:noFill/>
                </a:ln>
                <a:solidFill>
                  <a:srgbClr val="071C25"/>
                </a:solidFill>
                <a:effectLst/>
                <a:uLnTx/>
                <a:uFillTx/>
                <a:latin typeface="Arial"/>
                <a:ea typeface="+mn-ea"/>
                <a:cs typeface="+mn-cs"/>
              </a:rPr>
              <a:t>Avaliar desempenho comercial da companhia (por região/canal/cliente), margens, geração de caixa etc.)</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lang="pt-BR" sz="1600">
                <a:solidFill>
                  <a:srgbClr val="071C25"/>
                </a:solidFill>
                <a:latin typeface="Arial"/>
              </a:rPr>
              <a:t>Avaliar escolha de canais de venda atuais</a:t>
            </a:r>
          </a:p>
          <a:p>
            <a:pPr lvl="1">
              <a:buClrTx/>
              <a:defRPr/>
            </a:pPr>
            <a:r>
              <a:rPr kumimoji="0" lang="pt-BR" sz="1600" b="0" i="0" u="none" strike="noStrike" kern="1200" cap="none" spc="0" normalizeH="0" baseline="0" noProof="0">
                <a:ln>
                  <a:noFill/>
                </a:ln>
                <a:solidFill>
                  <a:srgbClr val="071C25"/>
                </a:solidFill>
                <a:effectLst/>
                <a:uLnTx/>
                <a:uFillTx/>
                <a:latin typeface="Arial"/>
                <a:ea typeface="+mn-ea"/>
                <a:cs typeface="+mn-cs"/>
              </a:rPr>
              <a:t>Avaliar estrutura, governança e políticas comerciais atuais</a:t>
            </a:r>
          </a:p>
        </p:txBody>
      </p:sp>
      <p:sp>
        <p:nvSpPr>
          <p:cNvPr id="31" name="Rectangle 53">
            <a:extLst>
              <a:ext uri="{FF2B5EF4-FFF2-40B4-BE49-F238E27FC236}">
                <a16:creationId xmlns:a16="http://schemas.microsoft.com/office/drawing/2014/main" id="{38E1A7B4-50C9-7AEE-00E8-0794E06FFB2E}"/>
              </a:ext>
            </a:extLst>
          </p:cNvPr>
          <p:cNvSpPr txBox="1"/>
          <p:nvPr/>
        </p:nvSpPr>
        <p:spPr>
          <a:xfrm flipH="1">
            <a:off x="478971" y="1249513"/>
            <a:ext cx="3498039" cy="565146"/>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72000" numCol="1" anchor="b" anchorCtr="0" compatLnSpc="1">
            <a:prstTxWarp prst="textNoShape">
              <a:avLst/>
            </a:prstTxWarp>
            <a:spAutoFit/>
          </a:bodyPr>
          <a:lstStyle>
            <a:lvl1pPr marL="0" lvl="0" indent="0" defTabSz="895350" eaLnBrk="1" hangingPunct="1">
              <a:buClr>
                <a:schemeClr val="tx2"/>
              </a:buClr>
              <a:defRPr baseline="0">
                <a:latin typeface="+mn-lt"/>
              </a:defRPr>
            </a:lvl1pPr>
            <a:lvl2pPr marL="193675" lvl="1" indent="-192088" defTabSz="895350" eaLnBrk="1" hangingPunct="1">
              <a:buClr>
                <a:schemeClr val="tx2"/>
              </a:buClr>
              <a:buSzPct val="125000"/>
              <a:buFont typeface="Arial" charset="0"/>
              <a:buChar char="▪"/>
              <a:defRPr baseline="0">
                <a:latin typeface="+mn-lt"/>
              </a:defRPr>
            </a:lvl2pPr>
            <a:lvl3pPr marL="457200" lvl="2" indent="-261938" defTabSz="895350" eaLnBrk="1" hangingPunct="1">
              <a:buClr>
                <a:schemeClr val="tx2"/>
              </a:buClr>
              <a:buSzPct val="120000"/>
              <a:buFont typeface="Arial" charset="0"/>
              <a:buChar char="–"/>
              <a:defRPr baseline="0">
                <a:latin typeface="+mn-lt"/>
              </a:defRPr>
            </a:lvl3pPr>
            <a:lvl4pPr marL="614363" lvl="3" indent="-155575" defTabSz="895350" eaLnBrk="1" hangingPunct="1">
              <a:buClr>
                <a:schemeClr val="tx2"/>
              </a:buClr>
              <a:buSzPct val="120000"/>
              <a:buFont typeface="Arial" charset="0"/>
              <a:buChar char="▫"/>
              <a:defRPr baseline="0">
                <a:latin typeface="+mn-lt"/>
              </a:defRPr>
            </a:lvl4pPr>
            <a:lvl5pPr marL="749808" lvl="4" indent="-130175" defTabSz="895350" eaLnBrk="1" hangingPunct="1">
              <a:buClr>
                <a:schemeClr val="tx2"/>
              </a:buClr>
              <a:buSzPct val="89000"/>
              <a:buFont typeface="Arial" charset="0"/>
              <a:buChar char="-"/>
              <a:defRPr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marL="0" marR="0" lvl="0" indent="0" algn="l" defTabSz="895350" rtl="0" eaLnBrk="1" fontAlgn="auto" latinLnBrk="0" hangingPunct="1">
              <a:lnSpc>
                <a:spcPct val="100000"/>
              </a:lnSpc>
              <a:spcBef>
                <a:spcPts val="0"/>
              </a:spcBef>
              <a:spcAft>
                <a:spcPts val="0"/>
              </a:spcAft>
              <a:buClrTx/>
              <a:buSzTx/>
              <a:buFontTx/>
              <a:buNone/>
              <a:tabLst/>
              <a:defRPr/>
            </a:pPr>
            <a:r>
              <a:rPr kumimoji="0" lang="pt-BR" sz="1600" b="1" i="0" u="none" strike="noStrike" kern="1200" cap="none" spc="0" normalizeH="0" baseline="0" noProof="0">
                <a:ln>
                  <a:noFill/>
                </a:ln>
                <a:solidFill>
                  <a:srgbClr val="071C25"/>
                </a:solidFill>
                <a:effectLst/>
                <a:uLnTx/>
                <a:uFillTx/>
                <a:latin typeface="Arial"/>
                <a:ea typeface="+mn-ea"/>
                <a:cs typeface="+mn-cs"/>
              </a:rPr>
              <a:t>Desempenho comercial Morro Verde</a:t>
            </a:r>
          </a:p>
        </p:txBody>
      </p:sp>
      <p:sp>
        <p:nvSpPr>
          <p:cNvPr id="11" name="Shape">
            <a:extLst>
              <a:ext uri="{FF2B5EF4-FFF2-40B4-BE49-F238E27FC236}">
                <a16:creationId xmlns:a16="http://schemas.microsoft.com/office/drawing/2014/main" id="{138E3C09-42EE-9943-C815-7FAA5FBA97E9}"/>
              </a:ext>
            </a:extLst>
          </p:cNvPr>
          <p:cNvSpPr/>
          <p:nvPr/>
        </p:nvSpPr>
        <p:spPr>
          <a:xfrm>
            <a:off x="4417651" y="1413306"/>
            <a:ext cx="3045539" cy="2302839"/>
          </a:xfrm>
          <a:custGeom>
            <a:avLst/>
            <a:gdLst/>
            <a:ahLst/>
            <a:cxnLst>
              <a:cxn ang="0">
                <a:pos x="wd2" y="hd2"/>
              </a:cxn>
              <a:cxn ang="5400000">
                <a:pos x="wd2" y="hd2"/>
              </a:cxn>
              <a:cxn ang="10800000">
                <a:pos x="wd2" y="hd2"/>
              </a:cxn>
              <a:cxn ang="16200000">
                <a:pos x="wd2" y="hd2"/>
              </a:cxn>
            </a:cxnLst>
            <a:rect l="0" t="0" r="r" b="b"/>
            <a:pathLst>
              <a:path w="21575" h="20853" extrusionOk="0">
                <a:moveTo>
                  <a:pt x="11055" y="34"/>
                </a:moveTo>
                <a:cubicBezTo>
                  <a:pt x="8760" y="202"/>
                  <a:pt x="6604" y="979"/>
                  <a:pt x="4680" y="2234"/>
                </a:cubicBezTo>
                <a:cubicBezTo>
                  <a:pt x="1971" y="4000"/>
                  <a:pt x="148" y="7459"/>
                  <a:pt x="9" y="11341"/>
                </a:cubicBezTo>
                <a:cubicBezTo>
                  <a:pt x="-25" y="12299"/>
                  <a:pt x="40" y="13268"/>
                  <a:pt x="221" y="14241"/>
                </a:cubicBezTo>
                <a:cubicBezTo>
                  <a:pt x="891" y="17853"/>
                  <a:pt x="3175" y="20503"/>
                  <a:pt x="6097" y="20814"/>
                </a:cubicBezTo>
                <a:cubicBezTo>
                  <a:pt x="11123" y="21348"/>
                  <a:pt x="13159" y="16281"/>
                  <a:pt x="14351" y="11027"/>
                </a:cubicBezTo>
                <a:cubicBezTo>
                  <a:pt x="14461" y="10543"/>
                  <a:pt x="14599" y="10081"/>
                  <a:pt x="14761" y="9639"/>
                </a:cubicBezTo>
                <a:cubicBezTo>
                  <a:pt x="16002" y="6243"/>
                  <a:pt x="18691" y="4114"/>
                  <a:pt x="21575" y="4077"/>
                </a:cubicBezTo>
                <a:cubicBezTo>
                  <a:pt x="18654" y="1288"/>
                  <a:pt x="14979" y="-252"/>
                  <a:pt x="11055" y="34"/>
                </a:cubicBezTo>
                <a:close/>
              </a:path>
            </a:pathLst>
          </a:custGeom>
          <a:solidFill>
            <a:schemeClr val="bg1">
              <a:lumMod val="65000"/>
            </a:schemeClr>
          </a:solidFill>
          <a:ln w="12700">
            <a:noFill/>
            <a:miter lim="400000"/>
          </a:ln>
        </p:spPr>
        <p:txBody>
          <a:bodyPr lIns="28575" tIns="28575" rIns="28575" bIns="2857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3000">
                <a:solidFill>
                  <a:srgbClr val="FFFFFF"/>
                </a:solidFill>
              </a:defRPr>
            </a:pPr>
            <a:endParaRPr kumimoji="0" lang="pt-BR" sz="1600" b="0" i="0" u="none" strike="noStrike" kern="1200" cap="none" spc="0" normalizeH="0" baseline="0" noProof="0">
              <a:ln>
                <a:noFill/>
              </a:ln>
              <a:solidFill>
                <a:srgbClr val="FFFFFF"/>
              </a:solidFill>
              <a:effectLst/>
              <a:uLnTx/>
              <a:uFillTx/>
              <a:latin typeface="Arial"/>
              <a:ea typeface="+mn-ea"/>
              <a:cs typeface="+mn-cs"/>
            </a:endParaRPr>
          </a:p>
        </p:txBody>
      </p:sp>
      <p:sp>
        <p:nvSpPr>
          <p:cNvPr id="16" name="Shape">
            <a:extLst>
              <a:ext uri="{FF2B5EF4-FFF2-40B4-BE49-F238E27FC236}">
                <a16:creationId xmlns:a16="http://schemas.microsoft.com/office/drawing/2014/main" id="{0D4380F5-564D-6266-49DC-8A2157AAB906}"/>
              </a:ext>
            </a:extLst>
          </p:cNvPr>
          <p:cNvSpPr/>
          <p:nvPr/>
        </p:nvSpPr>
        <p:spPr>
          <a:xfrm>
            <a:off x="6254831" y="2633168"/>
            <a:ext cx="2119913" cy="3219980"/>
          </a:xfrm>
          <a:custGeom>
            <a:avLst/>
            <a:gdLst/>
            <a:ahLst/>
            <a:cxnLst>
              <a:cxn ang="0">
                <a:pos x="wd2" y="hd2"/>
              </a:cxn>
              <a:cxn ang="5400000">
                <a:pos x="wd2" y="hd2"/>
              </a:cxn>
              <a:cxn ang="10800000">
                <a:pos x="wd2" y="hd2"/>
              </a:cxn>
              <a:cxn ang="16200000">
                <a:pos x="wd2" y="hd2"/>
              </a:cxn>
            </a:cxnLst>
            <a:rect l="0" t="0" r="r" b="b"/>
            <a:pathLst>
              <a:path w="19612" h="21372" extrusionOk="0">
                <a:moveTo>
                  <a:pt x="18841" y="12998"/>
                </a:moveTo>
                <a:cubicBezTo>
                  <a:pt x="19645" y="10922"/>
                  <a:pt x="19801" y="8827"/>
                  <a:pt x="19397" y="6823"/>
                </a:cubicBezTo>
                <a:cubicBezTo>
                  <a:pt x="18829" y="4004"/>
                  <a:pt x="16251" y="1569"/>
                  <a:pt x="12556" y="529"/>
                </a:cubicBezTo>
                <a:cubicBezTo>
                  <a:pt x="11645" y="272"/>
                  <a:pt x="10680" y="101"/>
                  <a:pt x="9664" y="31"/>
                </a:cubicBezTo>
                <a:cubicBezTo>
                  <a:pt x="5888" y="-228"/>
                  <a:pt x="2365" y="1170"/>
                  <a:pt x="833" y="3689"/>
                </a:cubicBezTo>
                <a:cubicBezTo>
                  <a:pt x="-1799" y="8020"/>
                  <a:pt x="2244" y="11024"/>
                  <a:pt x="6822" y="13323"/>
                </a:cubicBezTo>
                <a:cubicBezTo>
                  <a:pt x="7244" y="13535"/>
                  <a:pt x="7633" y="13766"/>
                  <a:pt x="7994" y="14014"/>
                </a:cubicBezTo>
                <a:cubicBezTo>
                  <a:pt x="10755" y="15918"/>
                  <a:pt x="11680" y="18806"/>
                  <a:pt x="10503" y="21372"/>
                </a:cubicBezTo>
                <a:cubicBezTo>
                  <a:pt x="14428" y="19441"/>
                  <a:pt x="17465" y="16546"/>
                  <a:pt x="18841" y="12998"/>
                </a:cubicBezTo>
                <a:close/>
              </a:path>
            </a:pathLst>
          </a:custGeom>
          <a:solidFill>
            <a:schemeClr val="accent2"/>
          </a:solidFill>
          <a:ln w="12700">
            <a:noFill/>
            <a:miter lim="400000"/>
          </a:ln>
        </p:spPr>
        <p:txBody>
          <a:bodyPr lIns="28575" tIns="28575" rIns="28575" bIns="2857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3000">
                <a:solidFill>
                  <a:srgbClr val="FFFFFF"/>
                </a:solidFill>
              </a:defRPr>
            </a:pPr>
            <a:endParaRPr kumimoji="0" lang="pt-BR" sz="1600" b="0" i="0" u="none" strike="noStrike" kern="1200" cap="none" spc="0" normalizeH="0" baseline="0" noProof="0">
              <a:ln>
                <a:noFill/>
              </a:ln>
              <a:solidFill>
                <a:srgbClr val="FFFFFF"/>
              </a:solidFill>
              <a:effectLst/>
              <a:uLnTx/>
              <a:uFillTx/>
              <a:latin typeface="Arial"/>
              <a:ea typeface="+mn-ea"/>
              <a:cs typeface="+mn-cs"/>
            </a:endParaRPr>
          </a:p>
        </p:txBody>
      </p:sp>
      <p:sp>
        <p:nvSpPr>
          <p:cNvPr id="22" name="Shape">
            <a:extLst>
              <a:ext uri="{FF2B5EF4-FFF2-40B4-BE49-F238E27FC236}">
                <a16:creationId xmlns:a16="http://schemas.microsoft.com/office/drawing/2014/main" id="{EB13B222-B22D-2124-37FF-9691944CF343}"/>
              </a:ext>
            </a:extLst>
          </p:cNvPr>
          <p:cNvSpPr/>
          <p:nvPr/>
        </p:nvSpPr>
        <p:spPr>
          <a:xfrm>
            <a:off x="3614059" y="3690727"/>
            <a:ext cx="2930729" cy="2157812"/>
          </a:xfrm>
          <a:custGeom>
            <a:avLst/>
            <a:gdLst/>
            <a:ahLst/>
            <a:cxnLst>
              <a:cxn ang="0">
                <a:pos x="wd2" y="hd2"/>
              </a:cxn>
              <a:cxn ang="5400000">
                <a:pos x="wd2" y="hd2"/>
              </a:cxn>
              <a:cxn ang="10800000">
                <a:pos x="wd2" y="hd2"/>
              </a:cxn>
              <a:cxn ang="16200000">
                <a:pos x="wd2" y="hd2"/>
              </a:cxn>
            </a:cxnLst>
            <a:rect l="0" t="0" r="r" b="b"/>
            <a:pathLst>
              <a:path w="21041" h="20987" extrusionOk="0">
                <a:moveTo>
                  <a:pt x="3818" y="14165"/>
                </a:moveTo>
                <a:cubicBezTo>
                  <a:pt x="5319" y="16582"/>
                  <a:pt x="7120" y="18452"/>
                  <a:pt x="9086" y="19760"/>
                </a:cubicBezTo>
                <a:cubicBezTo>
                  <a:pt x="11852" y="21600"/>
                  <a:pt x="15154" y="21380"/>
                  <a:pt x="17704" y="19035"/>
                </a:cubicBezTo>
                <a:cubicBezTo>
                  <a:pt x="18331" y="18458"/>
                  <a:pt x="18910" y="17762"/>
                  <a:pt x="19417" y="16939"/>
                </a:cubicBezTo>
                <a:cubicBezTo>
                  <a:pt x="21304" y="13878"/>
                  <a:pt x="21600" y="9663"/>
                  <a:pt x="20023" y="6250"/>
                </a:cubicBezTo>
                <a:cubicBezTo>
                  <a:pt x="17311" y="381"/>
                  <a:pt x="12858" y="1401"/>
                  <a:pt x="8798" y="3470"/>
                </a:cubicBezTo>
                <a:cubicBezTo>
                  <a:pt x="8424" y="3660"/>
                  <a:pt x="8046" y="3807"/>
                  <a:pt x="7668" y="3913"/>
                </a:cubicBezTo>
                <a:cubicBezTo>
                  <a:pt x="4758" y="4733"/>
                  <a:pt x="1774" y="3147"/>
                  <a:pt x="0" y="0"/>
                </a:cubicBezTo>
                <a:cubicBezTo>
                  <a:pt x="1" y="5005"/>
                  <a:pt x="1254" y="10035"/>
                  <a:pt x="3818" y="14165"/>
                </a:cubicBezTo>
                <a:close/>
              </a:path>
            </a:pathLst>
          </a:custGeom>
          <a:solidFill>
            <a:schemeClr val="accent3"/>
          </a:solidFill>
          <a:ln w="12700">
            <a:noFill/>
            <a:miter lim="400000"/>
          </a:ln>
        </p:spPr>
        <p:txBody>
          <a:bodyPr lIns="28575" tIns="28575" rIns="28575" bIns="2857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3000">
                <a:solidFill>
                  <a:srgbClr val="FFFFFF"/>
                </a:solidFill>
              </a:defRPr>
            </a:pPr>
            <a:endParaRPr kumimoji="0" lang="pt-BR" sz="1600" b="0" i="0" u="none" strike="noStrike" kern="1200" cap="none" spc="0" normalizeH="0" baseline="0" noProof="0">
              <a:ln>
                <a:noFill/>
              </a:ln>
              <a:solidFill>
                <a:srgbClr val="FFFFFF"/>
              </a:solidFill>
              <a:effectLst/>
              <a:uLnTx/>
              <a:uFillTx/>
              <a:latin typeface="Arial"/>
              <a:ea typeface="+mn-ea"/>
              <a:cs typeface="+mn-cs"/>
            </a:endParaRPr>
          </a:p>
        </p:txBody>
      </p:sp>
      <p:sp>
        <p:nvSpPr>
          <p:cNvPr id="14" name="Shape">
            <a:extLst>
              <a:ext uri="{FF2B5EF4-FFF2-40B4-BE49-F238E27FC236}">
                <a16:creationId xmlns:a16="http://schemas.microsoft.com/office/drawing/2014/main" id="{1AA2315B-E6AD-BAFE-27A5-850515F76D41}"/>
              </a:ext>
            </a:extLst>
          </p:cNvPr>
          <p:cNvSpPr/>
          <p:nvPr/>
        </p:nvSpPr>
        <p:spPr>
          <a:xfrm>
            <a:off x="6823923" y="4739818"/>
            <a:ext cx="632338" cy="1221674"/>
          </a:xfrm>
          <a:custGeom>
            <a:avLst/>
            <a:gdLst/>
            <a:ahLst/>
            <a:cxnLst>
              <a:cxn ang="0">
                <a:pos x="wd2" y="hd2"/>
              </a:cxn>
              <a:cxn ang="5400000">
                <a:pos x="wd2" y="hd2"/>
              </a:cxn>
              <a:cxn ang="10800000">
                <a:pos x="wd2" y="hd2"/>
              </a:cxn>
              <a:cxn ang="16200000">
                <a:pos x="wd2" y="hd2"/>
              </a:cxn>
            </a:cxnLst>
            <a:rect l="0" t="0" r="r" b="b"/>
            <a:pathLst>
              <a:path w="18004" h="21294" extrusionOk="0">
                <a:moveTo>
                  <a:pt x="8741" y="0"/>
                </a:moveTo>
                <a:cubicBezTo>
                  <a:pt x="7749" y="3276"/>
                  <a:pt x="6030" y="6460"/>
                  <a:pt x="4041" y="9556"/>
                </a:cubicBezTo>
                <a:cubicBezTo>
                  <a:pt x="2318" y="12237"/>
                  <a:pt x="-1512" y="15405"/>
                  <a:pt x="639" y="18345"/>
                </a:cubicBezTo>
                <a:cubicBezTo>
                  <a:pt x="1473" y="19484"/>
                  <a:pt x="2942" y="20286"/>
                  <a:pt x="4685" y="20776"/>
                </a:cubicBezTo>
                <a:cubicBezTo>
                  <a:pt x="7611" y="21600"/>
                  <a:pt x="11053" y="21420"/>
                  <a:pt x="13798" y="20383"/>
                </a:cubicBezTo>
                <a:cubicBezTo>
                  <a:pt x="14701" y="20043"/>
                  <a:pt x="15590" y="19688"/>
                  <a:pt x="16464" y="19322"/>
                </a:cubicBezTo>
                <a:cubicBezTo>
                  <a:pt x="20088" y="12582"/>
                  <a:pt x="17240" y="4999"/>
                  <a:pt x="8741" y="0"/>
                </a:cubicBezTo>
                <a:close/>
              </a:path>
            </a:pathLst>
          </a:custGeom>
          <a:solidFill>
            <a:schemeClr val="accent2">
              <a:lumMod val="50000"/>
            </a:schemeClr>
          </a:solidFill>
          <a:ln w="12700">
            <a:noFill/>
            <a:miter lim="400000"/>
          </a:ln>
        </p:spPr>
        <p:txBody>
          <a:bodyPr lIns="28575" tIns="28575" rIns="28575" bIns="2857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3000">
                <a:solidFill>
                  <a:srgbClr val="FFFFFF"/>
                </a:solidFill>
              </a:defRPr>
            </a:pPr>
            <a:endParaRPr kumimoji="0" lang="pt-BR" sz="1600" b="0" i="0" u="none" strike="noStrike" kern="1200" cap="none" spc="0" normalizeH="0" baseline="0" noProof="0">
              <a:ln>
                <a:noFill/>
              </a:ln>
              <a:solidFill>
                <a:srgbClr val="FFFFFF"/>
              </a:solidFill>
              <a:effectLst/>
              <a:uLnTx/>
              <a:uFillTx/>
              <a:latin typeface="Arial"/>
              <a:ea typeface="+mn-ea"/>
              <a:cs typeface="+mn-cs"/>
            </a:endParaRPr>
          </a:p>
        </p:txBody>
      </p:sp>
      <p:sp>
        <p:nvSpPr>
          <p:cNvPr id="21" name="Shape">
            <a:extLst>
              <a:ext uri="{FF2B5EF4-FFF2-40B4-BE49-F238E27FC236}">
                <a16:creationId xmlns:a16="http://schemas.microsoft.com/office/drawing/2014/main" id="{EF2D2C13-1F76-AB05-09CC-E72214A54BE6}"/>
              </a:ext>
            </a:extLst>
          </p:cNvPr>
          <p:cNvSpPr/>
          <p:nvPr/>
        </p:nvSpPr>
        <p:spPr>
          <a:xfrm>
            <a:off x="3614058" y="3259596"/>
            <a:ext cx="1068171" cy="855446"/>
          </a:xfrm>
          <a:custGeom>
            <a:avLst/>
            <a:gdLst/>
            <a:ahLst/>
            <a:cxnLst>
              <a:cxn ang="0">
                <a:pos x="wd2" y="hd2"/>
              </a:cxn>
              <a:cxn ang="5400000">
                <a:pos x="wd2" y="hd2"/>
              </a:cxn>
              <a:cxn ang="10800000">
                <a:pos x="wd2" y="hd2"/>
              </a:cxn>
              <a:cxn ang="16200000">
                <a:pos x="wd2" y="hd2"/>
              </a:cxn>
            </a:cxnLst>
            <a:rect l="0" t="0" r="r" b="b"/>
            <a:pathLst>
              <a:path w="21600" h="19949" extrusionOk="0">
                <a:moveTo>
                  <a:pt x="21600" y="19435"/>
                </a:moveTo>
                <a:cubicBezTo>
                  <a:pt x="18863" y="16287"/>
                  <a:pt x="16505" y="12723"/>
                  <a:pt x="14336" y="9040"/>
                </a:cubicBezTo>
                <a:cubicBezTo>
                  <a:pt x="12460" y="5850"/>
                  <a:pt x="10964" y="868"/>
                  <a:pt x="7288" y="100"/>
                </a:cubicBezTo>
                <a:cubicBezTo>
                  <a:pt x="5862" y="-198"/>
                  <a:pt x="4506" y="188"/>
                  <a:pt x="3334" y="996"/>
                </a:cubicBezTo>
                <a:cubicBezTo>
                  <a:pt x="1370" y="2352"/>
                  <a:pt x="164" y="4817"/>
                  <a:pt x="52" y="7451"/>
                </a:cubicBezTo>
                <a:cubicBezTo>
                  <a:pt x="17" y="8320"/>
                  <a:pt x="0" y="9188"/>
                  <a:pt x="0" y="10057"/>
                </a:cubicBezTo>
                <a:cubicBezTo>
                  <a:pt x="5001" y="17598"/>
                  <a:pt x="13405" y="21402"/>
                  <a:pt x="21600" y="19435"/>
                </a:cubicBezTo>
                <a:close/>
              </a:path>
            </a:pathLst>
          </a:custGeom>
          <a:solidFill>
            <a:schemeClr val="accent3">
              <a:lumMod val="50000"/>
            </a:schemeClr>
          </a:solidFill>
          <a:ln w="12700">
            <a:noFill/>
            <a:miter lim="400000"/>
          </a:ln>
        </p:spPr>
        <p:txBody>
          <a:bodyPr lIns="28575" tIns="28575" rIns="28575" bIns="2857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600" b="0" i="0" u="none" strike="noStrike" kern="1200" cap="none" spc="0" normalizeH="0" baseline="0" noProof="0">
              <a:ln>
                <a:noFill/>
              </a:ln>
              <a:solidFill>
                <a:srgbClr val="FFFFFF"/>
              </a:solidFill>
              <a:effectLst/>
              <a:uLnTx/>
              <a:uFillTx/>
              <a:latin typeface="Arial"/>
              <a:ea typeface="+mn-ea"/>
              <a:cs typeface="+mn-cs"/>
            </a:endParaRPr>
          </a:p>
        </p:txBody>
      </p:sp>
      <p:sp>
        <p:nvSpPr>
          <p:cNvPr id="10" name="Shape">
            <a:extLst>
              <a:ext uri="{FF2B5EF4-FFF2-40B4-BE49-F238E27FC236}">
                <a16:creationId xmlns:a16="http://schemas.microsoft.com/office/drawing/2014/main" id="{3DD29593-DB8A-D879-4D24-D001766AC5AE}"/>
              </a:ext>
            </a:extLst>
          </p:cNvPr>
          <p:cNvSpPr/>
          <p:nvPr/>
        </p:nvSpPr>
        <p:spPr>
          <a:xfrm>
            <a:off x="6489810" y="1861681"/>
            <a:ext cx="1175907" cy="619312"/>
          </a:xfrm>
          <a:custGeom>
            <a:avLst/>
            <a:gdLst/>
            <a:ahLst/>
            <a:cxnLst>
              <a:cxn ang="0">
                <a:pos x="wd2" y="hd2"/>
              </a:cxn>
              <a:cxn ang="5400000">
                <a:pos x="wd2" y="hd2"/>
              </a:cxn>
              <a:cxn ang="10800000">
                <a:pos x="wd2" y="hd2"/>
              </a:cxn>
              <a:cxn ang="16200000">
                <a:pos x="wd2" y="hd2"/>
              </a:cxn>
            </a:cxnLst>
            <a:rect l="0" t="0" r="r" b="b"/>
            <a:pathLst>
              <a:path w="21420" h="19961" extrusionOk="0">
                <a:moveTo>
                  <a:pt x="0" y="19799"/>
                </a:moveTo>
                <a:cubicBezTo>
                  <a:pt x="3446" y="18910"/>
                  <a:pt x="6949" y="18849"/>
                  <a:pt x="10423" y="19138"/>
                </a:cubicBezTo>
                <a:cubicBezTo>
                  <a:pt x="13432" y="19382"/>
                  <a:pt x="17356" y="21600"/>
                  <a:pt x="19819" y="17542"/>
                </a:cubicBezTo>
                <a:cubicBezTo>
                  <a:pt x="20774" y="15969"/>
                  <a:pt x="21267" y="13918"/>
                  <a:pt x="21390" y="11756"/>
                </a:cubicBezTo>
                <a:cubicBezTo>
                  <a:pt x="21600" y="8126"/>
                  <a:pt x="20711" y="4547"/>
                  <a:pt x="19121" y="2223"/>
                </a:cubicBezTo>
                <a:cubicBezTo>
                  <a:pt x="18600" y="1462"/>
                  <a:pt x="18066" y="717"/>
                  <a:pt x="17523" y="0"/>
                </a:cubicBezTo>
                <a:cubicBezTo>
                  <a:pt x="10106" y="133"/>
                  <a:pt x="3192" y="7709"/>
                  <a:pt x="0" y="19799"/>
                </a:cubicBezTo>
                <a:close/>
              </a:path>
            </a:pathLst>
          </a:custGeom>
          <a:solidFill>
            <a:schemeClr val="accent6"/>
          </a:solidFill>
          <a:ln w="12700">
            <a:noFill/>
            <a:miter lim="400000"/>
          </a:ln>
        </p:spPr>
        <p:txBody>
          <a:bodyPr lIns="28575" tIns="28575" rIns="28575" bIns="2857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600" b="0" i="0" u="none" strike="noStrike" kern="1200" cap="none" spc="0" normalizeH="0" baseline="0" noProof="0">
              <a:ln>
                <a:noFill/>
              </a:ln>
              <a:solidFill>
                <a:srgbClr val="FFFFFF"/>
              </a:solidFill>
              <a:effectLst/>
              <a:uLnTx/>
              <a:uFillTx/>
              <a:latin typeface="Arial"/>
              <a:ea typeface="+mn-ea"/>
              <a:cs typeface="+mn-cs"/>
            </a:endParaRPr>
          </a:p>
        </p:txBody>
      </p:sp>
      <p:pic>
        <p:nvPicPr>
          <p:cNvPr id="52" name="Picture 51">
            <a:extLst>
              <a:ext uri="{FF2B5EF4-FFF2-40B4-BE49-F238E27FC236}">
                <a16:creationId xmlns:a16="http://schemas.microsoft.com/office/drawing/2014/main" id="{CC1F4C73-9961-56CE-9846-7151634BE9D3}"/>
              </a:ext>
            </a:extLst>
          </p:cNvPr>
          <p:cNvPicPr>
            <a:picLocks noChangeAspect="1"/>
          </p:cNvPicPr>
          <p:nvPr/>
        </p:nvPicPr>
        <p:blipFill>
          <a:blip r:embed="rId7" cstate="email">
            <a:lum bright="70000" contrast="-70000"/>
            <a:extLst>
              <a:ext uri="{BEBA8EAE-BF5A-486C-A8C5-ECC9F3942E4B}">
                <a14:imgProps xmlns:a14="http://schemas.microsoft.com/office/drawing/2010/main">
                  <a14:imgLayer r:embed="rId8">
                    <a14:imgEffect>
                      <a14:artisticPhotocopy/>
                    </a14:imgEffect>
                  </a14:imgLayer>
                </a14:imgProps>
              </a:ext>
              <a:ext uri="{28A0092B-C50C-407E-A947-70E740481C1C}">
                <a14:useLocalDpi xmlns:a14="http://schemas.microsoft.com/office/drawing/2010/main"/>
              </a:ext>
            </a:extLst>
          </a:blip>
          <a:stretch>
            <a:fillRect/>
          </a:stretch>
        </p:blipFill>
        <p:spPr>
          <a:xfrm>
            <a:off x="5121333" y="4349964"/>
            <a:ext cx="1080000" cy="1080000"/>
          </a:xfrm>
          <a:prstGeom prst="rect">
            <a:avLst/>
          </a:prstGeom>
        </p:spPr>
      </p:pic>
      <p:grpSp>
        <p:nvGrpSpPr>
          <p:cNvPr id="56" name="Group 145">
            <a:extLst>
              <a:ext uri="{FF2B5EF4-FFF2-40B4-BE49-F238E27FC236}">
                <a16:creationId xmlns:a16="http://schemas.microsoft.com/office/drawing/2014/main" id="{1B5B89D3-F2F5-0356-E71F-7ACB85FD23FE}"/>
              </a:ext>
            </a:extLst>
          </p:cNvPr>
          <p:cNvGrpSpPr/>
          <p:nvPr/>
        </p:nvGrpSpPr>
        <p:grpSpPr>
          <a:xfrm>
            <a:off x="10678930" y="897856"/>
            <a:ext cx="1286058" cy="212366"/>
            <a:chOff x="7668610" y="859795"/>
            <a:chExt cx="1286058" cy="212366"/>
          </a:xfrm>
        </p:grpSpPr>
        <p:sp>
          <p:nvSpPr>
            <p:cNvPr id="57" name="StickerRectangle">
              <a:extLst>
                <a:ext uri="{FF2B5EF4-FFF2-40B4-BE49-F238E27FC236}">
                  <a16:creationId xmlns:a16="http://schemas.microsoft.com/office/drawing/2014/main" id="{E6EF1261-3D79-A7F0-9427-B0145D5923D3}"/>
                </a:ext>
              </a:extLst>
            </p:cNvPr>
            <p:cNvSpPr>
              <a:spLocks noChangeArrowheads="1"/>
            </p:cNvSpPr>
            <p:nvPr/>
          </p:nvSpPr>
          <p:spPr bwMode="auto">
            <a:xfrm>
              <a:off x="7668610" y="859795"/>
              <a:ext cx="1286058" cy="212366"/>
            </a:xfrm>
            <a:prstGeom prst="leftRightArrow">
              <a:avLst>
                <a:gd name="adj1" fmla="val 100000"/>
                <a:gd name="adj2" fmla="val 0"/>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27432" tIns="0" rIns="0" bIns="27432">
              <a:spAutoFit/>
            </a:bodyPr>
            <a:lstStyle/>
            <a:p>
              <a:pPr marL="0" marR="0" lvl="0" indent="0" algn="r" defTabSz="895350" rtl="0" eaLnBrk="1" fontAlgn="auto" latinLnBrk="0" hangingPunct="1">
                <a:lnSpc>
                  <a:spcPct val="100000"/>
                </a:lnSpc>
                <a:spcBef>
                  <a:spcPts val="0"/>
                </a:spcBef>
                <a:spcAft>
                  <a:spcPts val="0"/>
                </a:spcAft>
                <a:buClr>
                  <a:srgbClr val="020E66"/>
                </a:buClr>
                <a:buSzTx/>
                <a:buFontTx/>
                <a:buNone/>
                <a:tabLst/>
                <a:defRPr/>
              </a:pPr>
              <a:r>
                <a:rPr kumimoji="0" lang="pt-BR" sz="1200" b="0" i="0" u="none" strike="noStrike" kern="1200" cap="none" spc="0" normalizeH="0" baseline="0" noProof="0">
                  <a:ln>
                    <a:noFill/>
                  </a:ln>
                  <a:solidFill>
                    <a:srgbClr val="7F7F7F"/>
                  </a:solidFill>
                  <a:effectLst/>
                  <a:uLnTx/>
                  <a:uFillTx/>
                  <a:latin typeface="Arial"/>
                  <a:ea typeface="+mn-ea"/>
                  <a:cs typeface="+mn-cs"/>
                </a:rPr>
                <a:t>NÃO EXAUSTIVO</a:t>
              </a:r>
            </a:p>
          </p:txBody>
        </p:sp>
        <p:cxnSp>
          <p:nvCxnSpPr>
            <p:cNvPr id="58" name="AutoShape 31">
              <a:extLst>
                <a:ext uri="{FF2B5EF4-FFF2-40B4-BE49-F238E27FC236}">
                  <a16:creationId xmlns:a16="http://schemas.microsoft.com/office/drawing/2014/main" id="{A784BEF6-194E-4112-4D93-E08B1F01A66E}"/>
                </a:ext>
              </a:extLst>
            </p:cNvPr>
            <p:cNvCxnSpPr>
              <a:cxnSpLocks noChangeShapeType="1"/>
              <a:stCxn id="57" idx="2"/>
              <a:endCxn id="57" idx="4"/>
            </p:cNvCxnSpPr>
            <p:nvPr/>
          </p:nvCxnSpPr>
          <p:spPr bwMode="auto">
            <a:xfrm>
              <a:off x="7668610" y="859795"/>
              <a:ext cx="0" cy="212366"/>
            </a:xfrm>
            <a:prstGeom prst="straightConnector1">
              <a:avLst/>
            </a:prstGeom>
            <a:noFill/>
            <a:ln w="9525">
              <a:solidFill>
                <a:schemeClr val="accent6"/>
              </a:solidFill>
              <a:round/>
              <a:headEnd/>
              <a:tailEnd/>
            </a:ln>
            <a:extLst>
              <a:ext uri="{909E8E84-426E-40dd-AFC4-6F175D3DCCD1}">
                <a14:hiddenFill xmlns:a14="http://schemas.microsoft.com/office/drawing/2010/main" xmlns="">
                  <a:noFill/>
                </a14:hiddenFill>
              </a:ext>
            </a:extLst>
          </p:spPr>
        </p:cxnSp>
        <p:cxnSp>
          <p:nvCxnSpPr>
            <p:cNvPr id="59" name="AutoShape 32">
              <a:extLst>
                <a:ext uri="{FF2B5EF4-FFF2-40B4-BE49-F238E27FC236}">
                  <a16:creationId xmlns:a16="http://schemas.microsoft.com/office/drawing/2014/main" id="{B46C068A-F1E7-E01F-5648-66B31A310B43}"/>
                </a:ext>
              </a:extLst>
            </p:cNvPr>
            <p:cNvCxnSpPr>
              <a:cxnSpLocks noChangeShapeType="1"/>
              <a:stCxn id="57" idx="4"/>
              <a:endCxn id="57" idx="6"/>
            </p:cNvCxnSpPr>
            <p:nvPr/>
          </p:nvCxnSpPr>
          <p:spPr bwMode="auto">
            <a:xfrm>
              <a:off x="7668610" y="1072161"/>
              <a:ext cx="1286058" cy="0"/>
            </a:xfrm>
            <a:prstGeom prst="straightConnector1">
              <a:avLst/>
            </a:prstGeom>
            <a:noFill/>
            <a:ln w="25400">
              <a:solidFill>
                <a:schemeClr val="accent6"/>
              </a:solidFill>
              <a:round/>
              <a:headEnd/>
              <a:tailEnd/>
            </a:ln>
            <a:extLst>
              <a:ext uri="{909E8E84-426E-40dd-AFC4-6F175D3DCCD1}">
                <a14:hiddenFill xmlns:a14="http://schemas.microsoft.com/office/drawing/2010/main" xmlns="">
                  <a:noFill/>
                </a14:hiddenFill>
              </a:ext>
            </a:extLst>
          </p:spPr>
        </p:cxnSp>
      </p:grpSp>
      <p:pic>
        <p:nvPicPr>
          <p:cNvPr id="60" name="Picture 24">
            <a:extLst>
              <a:ext uri="{FF2B5EF4-FFF2-40B4-BE49-F238E27FC236}">
                <a16:creationId xmlns:a16="http://schemas.microsoft.com/office/drawing/2014/main" id="{51D9D5F5-D1FA-9C4A-2099-9A29DAEB7972}"/>
              </a:ext>
            </a:extLst>
          </p:cNvPr>
          <p:cNvPicPr>
            <a:picLocks noChangeAspect="1"/>
          </p:cNvPicPr>
          <p:nvPr/>
        </p:nvPicPr>
        <p:blipFill>
          <a:blip r:embed="rId9" cstate="email">
            <a:lum bright="70000" contrast="-70000"/>
            <a:extLst>
              <a:ext uri="{BEBA8EAE-BF5A-486C-A8C5-ECC9F3942E4B}">
                <a14:imgProps xmlns:a14="http://schemas.microsoft.com/office/drawing/2010/main">
                  <a14:imgLayer r:embed="rId10">
                    <a14:imgEffect>
                      <a14:artisticPhotocopy/>
                    </a14:imgEffect>
                  </a14:imgLayer>
                </a14:imgProps>
              </a:ext>
              <a:ext uri="{28A0092B-C50C-407E-A947-70E740481C1C}">
                <a14:useLocalDpi xmlns:a14="http://schemas.microsoft.com/office/drawing/2010/main"/>
              </a:ext>
            </a:extLst>
          </a:blip>
          <a:stretch>
            <a:fillRect/>
          </a:stretch>
        </p:blipFill>
        <p:spPr>
          <a:xfrm>
            <a:off x="6710248" y="2924794"/>
            <a:ext cx="1080000" cy="1080000"/>
          </a:xfrm>
          <a:prstGeom prst="rect">
            <a:avLst/>
          </a:prstGeom>
          <a:ln>
            <a:noFill/>
          </a:ln>
        </p:spPr>
      </p:pic>
      <p:pic>
        <p:nvPicPr>
          <p:cNvPr id="62" name="Gráfico 61" descr="Registrar com preenchimento sólido">
            <a:extLst>
              <a:ext uri="{FF2B5EF4-FFF2-40B4-BE49-F238E27FC236}">
                <a16:creationId xmlns:a16="http://schemas.microsoft.com/office/drawing/2014/main" id="{8D359B33-9007-DA32-65F7-9AFA0FB68670}"/>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804673" y="1810050"/>
            <a:ext cx="1291327" cy="1291327"/>
          </a:xfrm>
          <a:prstGeom prst="rect">
            <a:avLst/>
          </a:prstGeom>
        </p:spPr>
      </p:pic>
      <p:sp>
        <p:nvSpPr>
          <p:cNvPr id="5" name="Content Placeholder 2">
            <a:extLst>
              <a:ext uri="{FF2B5EF4-FFF2-40B4-BE49-F238E27FC236}">
                <a16:creationId xmlns:a16="http://schemas.microsoft.com/office/drawing/2014/main" id="{A37BA592-87A4-C123-8F44-D8C879BF3F14}"/>
              </a:ext>
            </a:extLst>
          </p:cNvPr>
          <p:cNvSpPr txBox="1">
            <a:spLocks/>
          </p:cNvSpPr>
          <p:nvPr/>
        </p:nvSpPr>
        <p:spPr bwMode="auto">
          <a:xfrm>
            <a:off x="478971" y="864001"/>
            <a:ext cx="8794113" cy="246221"/>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marL="195263" indent="-195263" algn="l" rtl="0" eaLnBrk="1" fontAlgn="base" hangingPunct="1">
              <a:spcBef>
                <a:spcPts val="0"/>
              </a:spcBef>
              <a:spcAft>
                <a:spcPts val="600"/>
              </a:spcAft>
              <a:buClr>
                <a:schemeClr val="tx2"/>
              </a:buClr>
              <a:buFont typeface="Wingdings" panose="05000000000000000000" pitchFamily="2" charset="2"/>
              <a:buChar char="§"/>
              <a:defRPr sz="1400">
                <a:solidFill>
                  <a:schemeClr val="tx1"/>
                </a:solidFill>
                <a:latin typeface="+mn-lt"/>
                <a:ea typeface="+mn-ea"/>
                <a:cs typeface="+mn-cs"/>
              </a:defRPr>
            </a:lvl1pPr>
            <a:lvl2pPr marL="404813" indent="-207963" algn="l" rtl="0" eaLnBrk="1" fontAlgn="base" hangingPunct="1">
              <a:spcBef>
                <a:spcPts val="0"/>
              </a:spcBef>
              <a:spcAft>
                <a:spcPts val="600"/>
              </a:spcAft>
              <a:buClr>
                <a:schemeClr val="tx2"/>
              </a:buClr>
              <a:buChar char="–"/>
              <a:defRPr sz="1400">
                <a:solidFill>
                  <a:schemeClr val="tx1"/>
                </a:solidFill>
                <a:latin typeface="+mn-lt"/>
              </a:defRPr>
            </a:lvl2pPr>
            <a:lvl3pPr marL="587375" indent="-180975" algn="l" rtl="0" eaLnBrk="1" fontAlgn="base" hangingPunct="1">
              <a:spcBef>
                <a:spcPct val="20000"/>
              </a:spcBef>
              <a:spcAft>
                <a:spcPct val="0"/>
              </a:spcAft>
              <a:buClr>
                <a:schemeClr val="tx2"/>
              </a:buClr>
              <a:buChar char="•"/>
              <a:defRPr sz="1600">
                <a:solidFill>
                  <a:schemeClr val="tx1"/>
                </a:solidFill>
                <a:latin typeface="+mn-lt"/>
              </a:defRPr>
            </a:lvl3pPr>
            <a:lvl4pPr marL="815975" indent="-227013" algn="l" rtl="0" eaLnBrk="1" fontAlgn="base" hangingPunct="1">
              <a:spcBef>
                <a:spcPct val="20000"/>
              </a:spcBef>
              <a:spcAft>
                <a:spcPct val="0"/>
              </a:spcAft>
              <a:buClr>
                <a:schemeClr val="tx2"/>
              </a:buClr>
              <a:buChar char="–"/>
              <a:defRPr sz="1600">
                <a:solidFill>
                  <a:schemeClr val="tx1"/>
                </a:solidFill>
                <a:latin typeface="+mn-lt"/>
              </a:defRPr>
            </a:lvl4pPr>
            <a:lvl5pPr marL="968375" indent="-150813" algn="l" rtl="0" eaLnBrk="1" fontAlgn="base" hangingPunct="1">
              <a:spcBef>
                <a:spcPct val="20000"/>
              </a:spcBef>
              <a:spcAft>
                <a:spcPct val="0"/>
              </a:spcAft>
              <a:buClr>
                <a:schemeClr val="tx2"/>
              </a:buClr>
              <a:buChar char="»"/>
              <a:defRPr sz="1600">
                <a:solidFill>
                  <a:schemeClr val="tx1"/>
                </a:solidFill>
                <a:latin typeface="+mn-lt"/>
              </a:defRPr>
            </a:lvl5pPr>
            <a:lvl6pPr marL="1425575" indent="-150813" algn="l" rtl="0" eaLnBrk="1" fontAlgn="base" hangingPunct="1">
              <a:spcBef>
                <a:spcPct val="20000"/>
              </a:spcBef>
              <a:spcAft>
                <a:spcPct val="0"/>
              </a:spcAft>
              <a:buChar char="»"/>
              <a:defRPr sz="1000">
                <a:solidFill>
                  <a:schemeClr val="tx1"/>
                </a:solidFill>
                <a:latin typeface="+mn-lt"/>
              </a:defRPr>
            </a:lvl6pPr>
            <a:lvl7pPr marL="1882775" indent="-150813" algn="l" rtl="0" eaLnBrk="1" fontAlgn="base" hangingPunct="1">
              <a:spcBef>
                <a:spcPct val="20000"/>
              </a:spcBef>
              <a:spcAft>
                <a:spcPct val="0"/>
              </a:spcAft>
              <a:buChar char="»"/>
              <a:defRPr sz="1000">
                <a:solidFill>
                  <a:schemeClr val="tx1"/>
                </a:solidFill>
                <a:latin typeface="+mn-lt"/>
              </a:defRPr>
            </a:lvl7pPr>
            <a:lvl8pPr marL="2339975" indent="-150813" algn="l" rtl="0" eaLnBrk="1" fontAlgn="base" hangingPunct="1">
              <a:spcBef>
                <a:spcPct val="20000"/>
              </a:spcBef>
              <a:spcAft>
                <a:spcPct val="0"/>
              </a:spcAft>
              <a:buChar char="»"/>
              <a:defRPr sz="1000">
                <a:solidFill>
                  <a:schemeClr val="tx1"/>
                </a:solidFill>
                <a:latin typeface="+mn-lt"/>
              </a:defRPr>
            </a:lvl8pPr>
            <a:lvl9pPr marL="2797175" indent="-150813" algn="l" rtl="0" eaLnBrk="1" fontAlgn="base" hangingPunct="1">
              <a:spcBef>
                <a:spcPct val="20000"/>
              </a:spcBef>
              <a:spcAft>
                <a:spcPct val="0"/>
              </a:spcAft>
              <a:buChar char="»"/>
              <a:defRPr sz="1000">
                <a:solidFill>
                  <a:schemeClr val="tx1"/>
                </a:solidFill>
                <a:latin typeface="+mn-lt"/>
              </a:defRPr>
            </a:lvl9pPr>
          </a:lstStyle>
          <a:p>
            <a:pPr marL="0" marR="0" lvl="0" indent="0" algn="l" defTabSz="895350" rtl="0" eaLnBrk="1" fontAlgn="auto" latinLnBrk="0" hangingPunct="1">
              <a:lnSpc>
                <a:spcPct val="100000"/>
              </a:lnSpc>
              <a:spcBef>
                <a:spcPts val="0"/>
              </a:spcBef>
              <a:spcAft>
                <a:spcPts val="0"/>
              </a:spcAft>
              <a:buClrTx/>
              <a:buSzTx/>
              <a:buFontTx/>
              <a:buNone/>
              <a:tabLst/>
              <a:defRPr/>
            </a:pPr>
            <a:r>
              <a:rPr kumimoji="0" lang="pt-BR" sz="1600" b="0" i="0" u="none" strike="noStrike" kern="1200" cap="none" spc="0" normalizeH="0" baseline="0" noProof="0">
                <a:ln>
                  <a:noFill/>
                </a:ln>
                <a:solidFill>
                  <a:srgbClr val="808080"/>
                </a:solidFill>
                <a:effectLst/>
                <a:uLnTx/>
                <a:uFillTx/>
                <a:latin typeface="Arial"/>
                <a:ea typeface="+mn-ea"/>
                <a:cs typeface="+mn-cs"/>
              </a:rPr>
              <a:t>Exemplos de análises</a:t>
            </a:r>
          </a:p>
        </p:txBody>
      </p:sp>
    </p:spTree>
    <p:extLst>
      <p:ext uri="{BB962C8B-B14F-4D97-AF65-F5344CB8AC3E}">
        <p14:creationId xmlns:p14="http://schemas.microsoft.com/office/powerpoint/2010/main" val="9902796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Objeto 9" hidden="1">
            <a:extLst>
              <a:ext uri="{FF2B5EF4-FFF2-40B4-BE49-F238E27FC236}">
                <a16:creationId xmlns:a16="http://schemas.microsoft.com/office/drawing/2014/main" id="{2C73A3EC-0907-33D1-326B-706BBA9C0833}"/>
              </a:ext>
            </a:extLst>
          </p:cNvPr>
          <p:cNvGraphicFramePr>
            <a:graphicFrameLocks noChangeAspect="1"/>
          </p:cNvGraphicFramePr>
          <p:nvPr>
            <p:custDataLst>
              <p:tags r:id="rId1"/>
            </p:custDataLst>
            <p:extLst>
              <p:ext uri="{D42A27DB-BD31-4B8C-83A1-F6EECF244321}">
                <p14:modId xmlns:p14="http://schemas.microsoft.com/office/powerpoint/2010/main" val="3016226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Slide do think-cell" r:id="rId3" imgW="473" imgH="473" progId="TCLayout.ActiveDocument.1">
                  <p:embed/>
                </p:oleObj>
              </mc:Choice>
              <mc:Fallback>
                <p:oleObj name="Slide do think-cell" r:id="rId3" imgW="473" imgH="473" progId="TCLayout.ActiveDocument.1">
                  <p:embed/>
                  <p:pic>
                    <p:nvPicPr>
                      <p:cNvPr id="10" name="Objeto 9" hidden="1">
                        <a:extLst>
                          <a:ext uri="{FF2B5EF4-FFF2-40B4-BE49-F238E27FC236}">
                            <a16:creationId xmlns:a16="http://schemas.microsoft.com/office/drawing/2014/main" id="{2C73A3EC-0907-33D1-326B-706BBA9C083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Espaço Reservado para Texto 1">
            <a:extLst>
              <a:ext uri="{FF2B5EF4-FFF2-40B4-BE49-F238E27FC236}">
                <a16:creationId xmlns:a16="http://schemas.microsoft.com/office/drawing/2014/main" id="{020657F5-5294-CC9E-F99D-C70C9A05F42B}"/>
              </a:ext>
            </a:extLst>
          </p:cNvPr>
          <p:cNvSpPr>
            <a:spLocks noGrp="1"/>
          </p:cNvSpPr>
          <p:nvPr>
            <p:ph type="body" sz="quarter" idx="14"/>
          </p:nvPr>
        </p:nvSpPr>
        <p:spPr>
          <a:xfrm>
            <a:off x="233257" y="6528855"/>
            <a:ext cx="9696000" cy="138499"/>
          </a:xfrm>
        </p:spPr>
        <p:txBody>
          <a:bodyPr/>
          <a:lstStyle/>
          <a:p>
            <a:r>
              <a:rPr lang="pt-BR"/>
              <a:t>1. Limitado à 15 clientes. Fonte: Mirow &amp; Co.</a:t>
            </a:r>
            <a:endParaRPr lang="en-US"/>
          </a:p>
        </p:txBody>
      </p:sp>
      <p:sp>
        <p:nvSpPr>
          <p:cNvPr id="3" name="Título 2">
            <a:extLst>
              <a:ext uri="{FF2B5EF4-FFF2-40B4-BE49-F238E27FC236}">
                <a16:creationId xmlns:a16="http://schemas.microsoft.com/office/drawing/2014/main" id="{20107A7E-E930-42D0-BC1F-52F230D794AF}"/>
              </a:ext>
            </a:extLst>
          </p:cNvPr>
          <p:cNvSpPr>
            <a:spLocks noGrp="1"/>
          </p:cNvSpPr>
          <p:nvPr>
            <p:ph type="title"/>
          </p:nvPr>
        </p:nvSpPr>
        <p:spPr/>
        <p:txBody>
          <a:bodyPr vert="horz"/>
          <a:lstStyle/>
          <a:p>
            <a:r>
              <a:rPr lang="pt-BR"/>
              <a:t>Estas análises indicarão oportunidades de melhoria no </a:t>
            </a:r>
            <a:r>
              <a:rPr lang="pt-BR" i="1"/>
              <a:t>setup</a:t>
            </a:r>
            <a:r>
              <a:rPr lang="pt-BR"/>
              <a:t> comercial</a:t>
            </a:r>
            <a:endParaRPr lang="en-US"/>
          </a:p>
        </p:txBody>
      </p:sp>
      <p:sp>
        <p:nvSpPr>
          <p:cNvPr id="25" name="Content Placeholder 2">
            <a:extLst>
              <a:ext uri="{FF2B5EF4-FFF2-40B4-BE49-F238E27FC236}">
                <a16:creationId xmlns:a16="http://schemas.microsoft.com/office/drawing/2014/main" id="{7598DBD4-EAB0-DF6D-1DAD-D139DAC47767}"/>
              </a:ext>
            </a:extLst>
          </p:cNvPr>
          <p:cNvSpPr txBox="1">
            <a:spLocks/>
          </p:cNvSpPr>
          <p:nvPr/>
        </p:nvSpPr>
        <p:spPr bwMode="auto">
          <a:xfrm>
            <a:off x="478971" y="550014"/>
            <a:ext cx="8794113" cy="246221"/>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marL="195263" indent="-195263" algn="l" rtl="0" eaLnBrk="1" fontAlgn="base" hangingPunct="1">
              <a:spcBef>
                <a:spcPts val="0"/>
              </a:spcBef>
              <a:spcAft>
                <a:spcPts val="600"/>
              </a:spcAft>
              <a:buClr>
                <a:schemeClr val="tx2"/>
              </a:buClr>
              <a:buFont typeface="Wingdings" panose="05000000000000000000" pitchFamily="2" charset="2"/>
              <a:buChar char="§"/>
              <a:defRPr sz="1400">
                <a:solidFill>
                  <a:schemeClr val="tx1"/>
                </a:solidFill>
                <a:latin typeface="+mn-lt"/>
                <a:ea typeface="+mn-ea"/>
                <a:cs typeface="+mn-cs"/>
              </a:defRPr>
            </a:lvl1pPr>
            <a:lvl2pPr marL="404813" indent="-207963" algn="l" rtl="0" eaLnBrk="1" fontAlgn="base" hangingPunct="1">
              <a:spcBef>
                <a:spcPts val="0"/>
              </a:spcBef>
              <a:spcAft>
                <a:spcPts val="600"/>
              </a:spcAft>
              <a:buClr>
                <a:schemeClr val="tx2"/>
              </a:buClr>
              <a:buChar char="–"/>
              <a:defRPr sz="1400">
                <a:solidFill>
                  <a:schemeClr val="tx1"/>
                </a:solidFill>
                <a:latin typeface="+mn-lt"/>
              </a:defRPr>
            </a:lvl2pPr>
            <a:lvl3pPr marL="587375" indent="-180975" algn="l" rtl="0" eaLnBrk="1" fontAlgn="base" hangingPunct="1">
              <a:spcBef>
                <a:spcPct val="20000"/>
              </a:spcBef>
              <a:spcAft>
                <a:spcPct val="0"/>
              </a:spcAft>
              <a:buClr>
                <a:schemeClr val="tx2"/>
              </a:buClr>
              <a:buChar char="•"/>
              <a:defRPr sz="1600">
                <a:solidFill>
                  <a:schemeClr val="tx1"/>
                </a:solidFill>
                <a:latin typeface="+mn-lt"/>
              </a:defRPr>
            </a:lvl3pPr>
            <a:lvl4pPr marL="815975" indent="-227013" algn="l" rtl="0" eaLnBrk="1" fontAlgn="base" hangingPunct="1">
              <a:spcBef>
                <a:spcPct val="20000"/>
              </a:spcBef>
              <a:spcAft>
                <a:spcPct val="0"/>
              </a:spcAft>
              <a:buClr>
                <a:schemeClr val="tx2"/>
              </a:buClr>
              <a:buChar char="–"/>
              <a:defRPr sz="1600">
                <a:solidFill>
                  <a:schemeClr val="tx1"/>
                </a:solidFill>
                <a:latin typeface="+mn-lt"/>
              </a:defRPr>
            </a:lvl4pPr>
            <a:lvl5pPr marL="968375" indent="-150813" algn="l" rtl="0" eaLnBrk="1" fontAlgn="base" hangingPunct="1">
              <a:spcBef>
                <a:spcPct val="20000"/>
              </a:spcBef>
              <a:spcAft>
                <a:spcPct val="0"/>
              </a:spcAft>
              <a:buClr>
                <a:schemeClr val="tx2"/>
              </a:buClr>
              <a:buChar char="»"/>
              <a:defRPr sz="1600">
                <a:solidFill>
                  <a:schemeClr val="tx1"/>
                </a:solidFill>
                <a:latin typeface="+mn-lt"/>
              </a:defRPr>
            </a:lvl5pPr>
            <a:lvl6pPr marL="1425575" indent="-150813" algn="l" rtl="0" eaLnBrk="1" fontAlgn="base" hangingPunct="1">
              <a:spcBef>
                <a:spcPct val="20000"/>
              </a:spcBef>
              <a:spcAft>
                <a:spcPct val="0"/>
              </a:spcAft>
              <a:buChar char="»"/>
              <a:defRPr sz="1000">
                <a:solidFill>
                  <a:schemeClr val="tx1"/>
                </a:solidFill>
                <a:latin typeface="+mn-lt"/>
              </a:defRPr>
            </a:lvl6pPr>
            <a:lvl7pPr marL="1882775" indent="-150813" algn="l" rtl="0" eaLnBrk="1" fontAlgn="base" hangingPunct="1">
              <a:spcBef>
                <a:spcPct val="20000"/>
              </a:spcBef>
              <a:spcAft>
                <a:spcPct val="0"/>
              </a:spcAft>
              <a:buChar char="»"/>
              <a:defRPr sz="1000">
                <a:solidFill>
                  <a:schemeClr val="tx1"/>
                </a:solidFill>
                <a:latin typeface="+mn-lt"/>
              </a:defRPr>
            </a:lvl7pPr>
            <a:lvl8pPr marL="2339975" indent="-150813" algn="l" rtl="0" eaLnBrk="1" fontAlgn="base" hangingPunct="1">
              <a:spcBef>
                <a:spcPct val="20000"/>
              </a:spcBef>
              <a:spcAft>
                <a:spcPct val="0"/>
              </a:spcAft>
              <a:buChar char="»"/>
              <a:defRPr sz="1000">
                <a:solidFill>
                  <a:schemeClr val="tx1"/>
                </a:solidFill>
                <a:latin typeface="+mn-lt"/>
              </a:defRPr>
            </a:lvl8pPr>
            <a:lvl9pPr marL="2797175" indent="-150813" algn="l" rtl="0" eaLnBrk="1" fontAlgn="base" hangingPunct="1">
              <a:spcBef>
                <a:spcPct val="20000"/>
              </a:spcBef>
              <a:spcAft>
                <a:spcPct val="0"/>
              </a:spcAft>
              <a:buChar char="»"/>
              <a:defRPr sz="1000">
                <a:solidFill>
                  <a:schemeClr val="tx1"/>
                </a:solidFill>
                <a:latin typeface="+mn-lt"/>
              </a:defRPr>
            </a:lvl9pPr>
          </a:lstStyle>
          <a:p>
            <a:pPr marL="0" marR="0" lvl="0" indent="0" algn="l" defTabSz="895350" rtl="0" eaLnBrk="1" fontAlgn="auto" latinLnBrk="0" hangingPunct="1">
              <a:lnSpc>
                <a:spcPct val="100000"/>
              </a:lnSpc>
              <a:spcBef>
                <a:spcPts val="0"/>
              </a:spcBef>
              <a:spcAft>
                <a:spcPts val="0"/>
              </a:spcAft>
              <a:buClrTx/>
              <a:buSzTx/>
              <a:buFontTx/>
              <a:buNone/>
              <a:tabLst/>
              <a:defRPr/>
            </a:pPr>
            <a:r>
              <a:rPr kumimoji="0" lang="pt-BR" sz="1600" b="0" i="0" u="none" strike="noStrike" kern="1200" cap="none" spc="0" normalizeH="0" baseline="0" noProof="0">
                <a:ln>
                  <a:noFill/>
                </a:ln>
                <a:solidFill>
                  <a:srgbClr val="808080"/>
                </a:solidFill>
                <a:effectLst/>
                <a:uLnTx/>
                <a:uFillTx/>
                <a:latin typeface="Arial"/>
                <a:ea typeface="+mn-ea"/>
                <a:cs typeface="+mn-cs"/>
              </a:rPr>
              <a:t>Exemplos de análises</a:t>
            </a:r>
          </a:p>
        </p:txBody>
      </p:sp>
      <p:grpSp>
        <p:nvGrpSpPr>
          <p:cNvPr id="33" name="Group 17">
            <a:extLst>
              <a:ext uri="{FF2B5EF4-FFF2-40B4-BE49-F238E27FC236}">
                <a16:creationId xmlns:a16="http://schemas.microsoft.com/office/drawing/2014/main" id="{A5BBAFEA-C31B-C77A-D6BA-DCB10A519BC3}"/>
              </a:ext>
            </a:extLst>
          </p:cNvPr>
          <p:cNvGrpSpPr/>
          <p:nvPr/>
        </p:nvGrpSpPr>
        <p:grpSpPr>
          <a:xfrm>
            <a:off x="10678401" y="320229"/>
            <a:ext cx="1286058" cy="212725"/>
            <a:chOff x="7454717" y="285750"/>
            <a:chExt cx="1286058" cy="212366"/>
          </a:xfrm>
        </p:grpSpPr>
        <p:sp>
          <p:nvSpPr>
            <p:cNvPr id="34" name="StickerRectangle">
              <a:extLst>
                <a:ext uri="{FF2B5EF4-FFF2-40B4-BE49-F238E27FC236}">
                  <a16:creationId xmlns:a16="http://schemas.microsoft.com/office/drawing/2014/main" id="{5E0010A0-16C0-963E-84CE-EF8E42297964}"/>
                </a:ext>
              </a:extLst>
            </p:cNvPr>
            <p:cNvSpPr>
              <a:spLocks noChangeArrowheads="1"/>
            </p:cNvSpPr>
            <p:nvPr/>
          </p:nvSpPr>
          <p:spPr bwMode="auto">
            <a:xfrm>
              <a:off x="7454717" y="285750"/>
              <a:ext cx="1286058" cy="212008"/>
            </a:xfrm>
            <a:prstGeom prst="leftRightArrow">
              <a:avLst>
                <a:gd name="adj1" fmla="val 100000"/>
                <a:gd name="adj2"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 tIns="0" rIns="0" bIns="27432">
              <a:spAutoFit/>
            </a:bodyPr>
            <a:lstStyle/>
            <a:p>
              <a:pPr marL="0" marR="0" lvl="0" indent="0" algn="r" defTabSz="895350" rtl="0" eaLnBrk="1" fontAlgn="auto" latinLnBrk="0" hangingPunct="1">
                <a:lnSpc>
                  <a:spcPct val="100000"/>
                </a:lnSpc>
                <a:spcBef>
                  <a:spcPts val="0"/>
                </a:spcBef>
                <a:spcAft>
                  <a:spcPts val="0"/>
                </a:spcAft>
                <a:buClr>
                  <a:srgbClr val="020E66"/>
                </a:buClr>
                <a:buSzTx/>
                <a:buFontTx/>
                <a:buNone/>
                <a:tabLst/>
                <a:defRPr/>
              </a:pPr>
              <a:r>
                <a:rPr kumimoji="0" lang="pt-BR" sz="1200" b="0" i="0" u="none" strike="noStrike" kern="1200" cap="none" spc="0" normalizeH="0" baseline="0" noProof="0">
                  <a:ln>
                    <a:noFill/>
                  </a:ln>
                  <a:solidFill>
                    <a:srgbClr val="808080"/>
                  </a:solidFill>
                  <a:effectLst/>
                  <a:uLnTx/>
                  <a:uFillTx/>
                  <a:latin typeface="Arial"/>
                  <a:ea typeface="+mn-ea"/>
                  <a:cs typeface="+mn-cs"/>
                </a:rPr>
                <a:t>NÃO EXAUSTIVO</a:t>
              </a:r>
            </a:p>
          </p:txBody>
        </p:sp>
        <p:cxnSp>
          <p:nvCxnSpPr>
            <p:cNvPr id="35" name="AutoShape 31">
              <a:extLst>
                <a:ext uri="{FF2B5EF4-FFF2-40B4-BE49-F238E27FC236}">
                  <a16:creationId xmlns:a16="http://schemas.microsoft.com/office/drawing/2014/main" id="{388540F1-9CE9-E8DB-AC25-CBF99525257B}"/>
                </a:ext>
              </a:extLst>
            </p:cNvPr>
            <p:cNvCxnSpPr>
              <a:cxnSpLocks noChangeShapeType="1"/>
              <a:stCxn id="34" idx="2"/>
              <a:endCxn id="34" idx="4"/>
            </p:cNvCxnSpPr>
            <p:nvPr/>
          </p:nvCxnSpPr>
          <p:spPr bwMode="auto">
            <a:xfrm>
              <a:off x="7454717" y="285750"/>
              <a:ext cx="0" cy="212366"/>
            </a:xfrm>
            <a:prstGeom prst="straightConnector1">
              <a:avLst/>
            </a:prstGeom>
            <a:noFill/>
            <a:ln w="9525">
              <a:solidFill>
                <a:srgbClr val="808080"/>
              </a:solidFill>
              <a:round/>
              <a:headEnd/>
              <a:tailEnd/>
            </a:ln>
            <a:extLst>
              <a:ext uri="{909E8E84-426E-40DD-AFC4-6F175D3DCCD1}">
                <a14:hiddenFill xmlns:a14="http://schemas.microsoft.com/office/drawing/2010/main">
                  <a:noFill/>
                </a14:hiddenFill>
              </a:ext>
            </a:extLst>
          </p:spPr>
        </p:cxnSp>
        <p:cxnSp>
          <p:nvCxnSpPr>
            <p:cNvPr id="46" name="AutoShape 32">
              <a:extLst>
                <a:ext uri="{FF2B5EF4-FFF2-40B4-BE49-F238E27FC236}">
                  <a16:creationId xmlns:a16="http://schemas.microsoft.com/office/drawing/2014/main" id="{AEECB9DE-BBDF-3993-E129-06977AF58069}"/>
                </a:ext>
              </a:extLst>
            </p:cNvPr>
            <p:cNvCxnSpPr>
              <a:cxnSpLocks noChangeShapeType="1"/>
              <a:stCxn id="34" idx="4"/>
              <a:endCxn id="34" idx="6"/>
            </p:cNvCxnSpPr>
            <p:nvPr/>
          </p:nvCxnSpPr>
          <p:spPr bwMode="auto">
            <a:xfrm>
              <a:off x="7454717" y="497758"/>
              <a:ext cx="1286058" cy="0"/>
            </a:xfrm>
            <a:prstGeom prst="straightConnector1">
              <a:avLst/>
            </a:prstGeom>
            <a:noFill/>
            <a:ln w="25400">
              <a:solidFill>
                <a:srgbClr val="808080"/>
              </a:solidFill>
              <a:round/>
              <a:headEnd/>
              <a:tailEnd/>
            </a:ln>
            <a:extLst>
              <a:ext uri="{909E8E84-426E-40DD-AFC4-6F175D3DCCD1}">
                <a14:hiddenFill xmlns:a14="http://schemas.microsoft.com/office/drawing/2010/main">
                  <a:noFill/>
                </a14:hiddenFill>
              </a:ext>
            </a:extLst>
          </p:spPr>
        </p:cxnSp>
      </p:grpSp>
      <p:sp>
        <p:nvSpPr>
          <p:cNvPr id="49" name="Content Placeholder 2">
            <a:extLst>
              <a:ext uri="{FF2B5EF4-FFF2-40B4-BE49-F238E27FC236}">
                <a16:creationId xmlns:a16="http://schemas.microsoft.com/office/drawing/2014/main" id="{CF721282-B947-0BEB-0341-91C7C03156E5}"/>
              </a:ext>
            </a:extLst>
          </p:cNvPr>
          <p:cNvSpPr txBox="1">
            <a:spLocks/>
          </p:cNvSpPr>
          <p:nvPr/>
        </p:nvSpPr>
        <p:spPr bwMode="auto">
          <a:xfrm>
            <a:off x="10303748" y="661683"/>
            <a:ext cx="1660711" cy="169277"/>
          </a:xfrm>
          <a:prstGeom prst="rect">
            <a:avLst/>
          </a:prstGeom>
          <a:noFill/>
          <a:ln w="9525">
            <a:noFill/>
            <a:miter lim="800000"/>
            <a:headEnd/>
            <a:tailEnd/>
          </a:ln>
          <a:effectLst/>
        </p:spPr>
        <p:txBody>
          <a:bodyPr vert="horz" wrap="none" lIns="0" tIns="0" rIns="0" bIns="0" numCol="1" anchor="ctr" anchorCtr="0" compatLnSpc="1">
            <a:prstTxWarp prst="textNoShape">
              <a:avLst/>
            </a:prstTxWarp>
            <a:spAutoFit/>
          </a:bodyPr>
          <a:lstStyle>
            <a:defPPr>
              <a:defRPr lang="pt-BR"/>
            </a:defPPr>
            <a:lvl1pPr lvl="0" indent="0" defTabSz="895350">
              <a:buClr>
                <a:schemeClr val="tx2"/>
              </a:buClr>
              <a:defRPr baseline="0"/>
            </a:lvl1pPr>
            <a:lvl2pPr marL="193675" lvl="1" indent="-192088" defTabSz="895350">
              <a:buClrTx/>
              <a:buSzPct val="125000"/>
              <a:buFont typeface="Arial" charset="0"/>
              <a:buChar char="▪"/>
              <a:defRPr sz="1200" baseline="0"/>
            </a:lvl2pPr>
            <a:lvl3pPr marL="457200" lvl="2" indent="-261938" defTabSz="895350">
              <a:buClrTx/>
              <a:buSzPct val="120000"/>
              <a:buFont typeface="Arial" charset="0"/>
              <a:buChar char="–"/>
              <a:defRPr sz="1200" baseline="0"/>
            </a:lvl3pPr>
            <a:lvl4pPr marL="614363" lvl="3" indent="-155575" defTabSz="895350">
              <a:buClr>
                <a:schemeClr val="tx2"/>
              </a:buClr>
              <a:buSzPct val="120000"/>
              <a:buFont typeface="Arial" charset="0"/>
              <a:buChar char="▫"/>
              <a:defRPr baseline="0"/>
            </a:lvl4pPr>
            <a:lvl5pPr marL="749808" lvl="4" indent="-130175" defTabSz="895350">
              <a:buClr>
                <a:schemeClr val="tx2"/>
              </a:buClr>
              <a:buSzPct val="89000"/>
              <a:buFont typeface="Arial" charset="0"/>
              <a:buChar char="-"/>
              <a:defRPr baseline="0"/>
            </a:lvl5pPr>
            <a:lvl6pPr marL="749808" indent="-130175" defTabSz="895350" fontAlgn="base">
              <a:spcBef>
                <a:spcPct val="0"/>
              </a:spcBef>
              <a:spcAft>
                <a:spcPct val="0"/>
              </a:spcAft>
              <a:buClr>
                <a:schemeClr val="tx2"/>
              </a:buClr>
              <a:buSzPct val="89000"/>
              <a:buFont typeface="Arial" charset="0"/>
              <a:buChar char="-"/>
              <a:defRPr baseline="0"/>
            </a:lvl6pPr>
            <a:lvl7pPr marL="749808" indent="-130175" defTabSz="895350" fontAlgn="base">
              <a:spcBef>
                <a:spcPct val="0"/>
              </a:spcBef>
              <a:spcAft>
                <a:spcPct val="0"/>
              </a:spcAft>
              <a:buClr>
                <a:schemeClr val="tx2"/>
              </a:buClr>
              <a:buSzPct val="89000"/>
              <a:buFont typeface="Arial" charset="0"/>
              <a:buChar char="-"/>
              <a:defRPr baseline="0"/>
            </a:lvl7pPr>
            <a:lvl8pPr marL="749808" indent="-130175" defTabSz="895350" fontAlgn="base">
              <a:spcBef>
                <a:spcPct val="0"/>
              </a:spcBef>
              <a:spcAft>
                <a:spcPct val="0"/>
              </a:spcAft>
              <a:buClr>
                <a:schemeClr val="tx2"/>
              </a:buClr>
              <a:buSzPct val="89000"/>
              <a:buFont typeface="Arial" charset="0"/>
              <a:buChar char="-"/>
              <a:defRPr baseline="0"/>
            </a:lvl8pPr>
            <a:lvl9pPr marL="749808" indent="-130175" defTabSz="895350" fontAlgn="base">
              <a:spcBef>
                <a:spcPct val="0"/>
              </a:spcBef>
              <a:spcAft>
                <a:spcPct val="0"/>
              </a:spcAft>
              <a:buClr>
                <a:schemeClr val="tx2"/>
              </a:buClr>
              <a:buSzPct val="89000"/>
              <a:buFont typeface="Arial" charset="0"/>
              <a:buChar char="-"/>
              <a:defRPr baseline="0"/>
            </a:lvl9pPr>
          </a:lstStyle>
          <a:p>
            <a:pPr marL="0" marR="0" lvl="1" indent="0" algn="l" defTabSz="895350" rtl="0" eaLnBrk="1" fontAlgn="auto" latinLnBrk="0" hangingPunct="1">
              <a:lnSpc>
                <a:spcPct val="100000"/>
              </a:lnSpc>
              <a:spcBef>
                <a:spcPts val="0"/>
              </a:spcBef>
              <a:spcAft>
                <a:spcPts val="0"/>
              </a:spcAft>
              <a:buClrTx/>
              <a:buSzPct val="125000"/>
              <a:buFont typeface="Arial" charset="0"/>
              <a:buNone/>
              <a:tabLst/>
              <a:defRPr/>
            </a:pPr>
            <a:r>
              <a:rPr kumimoji="0" lang="pt-BR" sz="1100" b="0" i="0" u="none" strike="noStrike" kern="1200" cap="none" spc="0" normalizeH="0" baseline="0" noProof="0">
                <a:ln>
                  <a:noFill/>
                </a:ln>
                <a:solidFill>
                  <a:srgbClr val="071C25"/>
                </a:solidFill>
                <a:effectLst/>
                <a:uLnTx/>
                <a:uFillTx/>
                <a:latin typeface="Arial"/>
                <a:ea typeface="+mn-ea"/>
                <a:cs typeface="+mn-cs"/>
              </a:rPr>
              <a:t>Desempenho Morro Verde</a:t>
            </a:r>
          </a:p>
        </p:txBody>
      </p:sp>
      <p:sp>
        <p:nvSpPr>
          <p:cNvPr id="36" name="Retângulo 35">
            <a:extLst>
              <a:ext uri="{FF2B5EF4-FFF2-40B4-BE49-F238E27FC236}">
                <a16:creationId xmlns:a16="http://schemas.microsoft.com/office/drawing/2014/main" id="{1C54E0E8-5D37-55DC-564E-DD4141EF0E7D}"/>
              </a:ext>
            </a:extLst>
          </p:cNvPr>
          <p:cNvSpPr/>
          <p:nvPr/>
        </p:nvSpPr>
        <p:spPr>
          <a:xfrm>
            <a:off x="0" y="5195746"/>
            <a:ext cx="2736000" cy="1080000"/>
          </a:xfrm>
          <a:prstGeom prst="rect">
            <a:avLst/>
          </a:prstGeom>
          <a:solidFill>
            <a:schemeClr val="accent2"/>
          </a:solidFill>
          <a:ln w="12700">
            <a:noFill/>
            <a:miter lim="400000"/>
          </a:ln>
          <a:effectLst/>
        </p:spPr>
        <p:txBody>
          <a:bodyPr lIns="252000" tIns="72000" rIns="72000" bIns="72000" rtlCol="0" anchor="ctr"/>
          <a:lstStyle/>
          <a:p>
            <a:pPr marL="450850" marR="0" lvl="0" indent="0" algn="l" defTabSz="914400" rtl="0" eaLnBrk="1" fontAlgn="auto" latinLnBrk="0" hangingPunct="1">
              <a:lnSpc>
                <a:spcPct val="100000"/>
              </a:lnSpc>
              <a:spcBef>
                <a:spcPts val="0"/>
              </a:spcBef>
              <a:spcAft>
                <a:spcPts val="0"/>
              </a:spcAft>
              <a:buClrTx/>
              <a:buSzTx/>
              <a:buFontTx/>
              <a:buNone/>
              <a:tabLst/>
              <a:defRPr/>
            </a:pPr>
            <a:r>
              <a:rPr kumimoji="0" lang="pt-BR" sz="1600" b="1" i="0" u="none" strike="noStrike" kern="1200" cap="none" spc="0" normalizeH="0" baseline="0" noProof="0">
                <a:ln>
                  <a:noFill/>
                </a:ln>
                <a:solidFill>
                  <a:prstClr val="white"/>
                </a:solidFill>
                <a:effectLst/>
                <a:uLnTx/>
                <a:uFillTx/>
                <a:latin typeface="Arial"/>
                <a:ea typeface="+mn-ea"/>
                <a:cs typeface="+mn-cs"/>
              </a:rPr>
              <a:t>Clientes</a:t>
            </a:r>
          </a:p>
        </p:txBody>
      </p:sp>
      <p:sp>
        <p:nvSpPr>
          <p:cNvPr id="38" name="CaixaDeTexto 31">
            <a:extLst>
              <a:ext uri="{FF2B5EF4-FFF2-40B4-BE49-F238E27FC236}">
                <a16:creationId xmlns:a16="http://schemas.microsoft.com/office/drawing/2014/main" id="{786BE960-C475-6C87-70FC-963AA4A08A21}"/>
              </a:ext>
            </a:extLst>
          </p:cNvPr>
          <p:cNvSpPr txBox="1"/>
          <p:nvPr/>
        </p:nvSpPr>
        <p:spPr bwMode="auto">
          <a:xfrm>
            <a:off x="2909455" y="5243304"/>
            <a:ext cx="9055004" cy="984885"/>
          </a:xfrm>
          <a:prstGeom prst="rect">
            <a:avLst/>
          </a:prstGeom>
          <a:noFill/>
          <a:ln w="9525">
            <a:noFill/>
            <a:miter lim="800000"/>
            <a:headEnd/>
            <a:tailEnd/>
          </a:ln>
        </p:spPr>
        <p:txBody>
          <a:bodyPr vert="horz" wrap="square" lIns="0" tIns="0" rIns="0" bIns="0" numCol="1" rtlCol="0" anchor="ctr" anchorCtr="0" compatLnSpc="1">
            <a:prstTxWarp prst="textNoShape">
              <a:avLst/>
            </a:prstTxWarp>
            <a:spAutoFit/>
          </a:bodyPr>
          <a:lstStyle/>
          <a:p>
            <a:pPr marL="174625" marR="0" lvl="0" indent="-174625"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pt-BR" sz="1600" b="0" i="0" u="none" strike="noStrike" kern="0" cap="none" spc="0" normalizeH="0" baseline="0" noProof="0">
                <a:ln>
                  <a:noFill/>
                </a:ln>
                <a:solidFill>
                  <a:srgbClr val="071C25"/>
                </a:solidFill>
                <a:effectLst/>
                <a:uLnTx/>
                <a:uFillTx/>
                <a:latin typeface="Arial"/>
                <a:ea typeface="+mn-ea"/>
                <a:cs typeface="+mn-cs"/>
              </a:rPr>
              <a:t>Entrevistar clientes</a:t>
            </a:r>
            <a:r>
              <a:rPr kumimoji="0" lang="pt-BR" sz="1600" b="0" i="0" u="none" strike="noStrike" kern="0" cap="none" spc="0" normalizeH="0" baseline="30000" noProof="0">
                <a:ln>
                  <a:noFill/>
                </a:ln>
                <a:solidFill>
                  <a:srgbClr val="071C25"/>
                </a:solidFill>
                <a:effectLst/>
                <a:uLnTx/>
                <a:uFillTx/>
                <a:latin typeface="Arial"/>
                <a:ea typeface="+mn-ea"/>
                <a:cs typeface="+mn-cs"/>
              </a:rPr>
              <a:t>1</a:t>
            </a:r>
            <a:r>
              <a:rPr kumimoji="0" lang="pt-BR" sz="1600" b="0" i="0" u="none" strike="noStrike" kern="0" cap="none" spc="0" normalizeH="0" baseline="0" noProof="0">
                <a:ln>
                  <a:noFill/>
                </a:ln>
                <a:solidFill>
                  <a:srgbClr val="071C25"/>
                </a:solidFill>
                <a:effectLst/>
                <a:uLnTx/>
                <a:uFillTx/>
                <a:latin typeface="Arial"/>
                <a:ea typeface="+mn-ea"/>
                <a:cs typeface="+mn-cs"/>
              </a:rPr>
              <a:t> para entender motivações e barreiras para engajamento com Morro Verde</a:t>
            </a:r>
          </a:p>
          <a:p>
            <a:pPr marL="174625" marR="0" lvl="0" indent="-174625"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pt-BR" sz="1600" b="0" i="0" u="none" strike="noStrike" kern="0" cap="none" spc="0" normalizeH="0" baseline="0" noProof="0">
                <a:ln>
                  <a:noFill/>
                </a:ln>
                <a:solidFill>
                  <a:srgbClr val="071C25"/>
                </a:solidFill>
                <a:effectLst/>
                <a:uLnTx/>
                <a:uFillTx/>
                <a:latin typeface="Arial"/>
                <a:ea typeface="+mn-ea"/>
                <a:cs typeface="+mn-cs"/>
              </a:rPr>
              <a:t>Levantar percepção de clientes sobre proposta de valor atual e principais oportunidades de melhoria</a:t>
            </a:r>
          </a:p>
          <a:p>
            <a:pPr marL="174625" marR="0" lvl="0" indent="-174625"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pt-BR" sz="1600" b="0" i="0" u="none" strike="noStrike" kern="0" cap="none" spc="0" normalizeH="0" baseline="0" noProof="0">
                <a:ln>
                  <a:noFill/>
                </a:ln>
                <a:solidFill>
                  <a:srgbClr val="071C25"/>
                </a:solidFill>
                <a:effectLst/>
                <a:uLnTx/>
                <a:uFillTx/>
                <a:latin typeface="Arial"/>
                <a:ea typeface="+mn-ea"/>
                <a:cs typeface="+mn-cs"/>
              </a:rPr>
              <a:t>Identificar gatilhos para potencializar venda do produto</a:t>
            </a:r>
          </a:p>
        </p:txBody>
      </p:sp>
      <p:cxnSp>
        <p:nvCxnSpPr>
          <p:cNvPr id="6" name="Conector reto 5">
            <a:extLst>
              <a:ext uri="{FF2B5EF4-FFF2-40B4-BE49-F238E27FC236}">
                <a16:creationId xmlns:a16="http://schemas.microsoft.com/office/drawing/2014/main" id="{8FF79FB7-8164-8D5F-EF97-0B64533A1501}"/>
              </a:ext>
            </a:extLst>
          </p:cNvPr>
          <p:cNvCxnSpPr>
            <a:cxnSpLocks/>
          </p:cNvCxnSpPr>
          <p:nvPr/>
        </p:nvCxnSpPr>
        <p:spPr>
          <a:xfrm>
            <a:off x="2172459" y="2600519"/>
            <a:ext cx="9792000" cy="0"/>
          </a:xfrm>
          <a:prstGeom prst="line">
            <a:avLst/>
          </a:prstGeom>
          <a:ln w="9525">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grpSp>
        <p:nvGrpSpPr>
          <p:cNvPr id="26" name="Agrupar 25">
            <a:extLst>
              <a:ext uri="{FF2B5EF4-FFF2-40B4-BE49-F238E27FC236}">
                <a16:creationId xmlns:a16="http://schemas.microsoft.com/office/drawing/2014/main" id="{3CC40024-2013-CB50-424B-FBE790BB1E90}"/>
              </a:ext>
            </a:extLst>
          </p:cNvPr>
          <p:cNvGrpSpPr/>
          <p:nvPr/>
        </p:nvGrpSpPr>
        <p:grpSpPr>
          <a:xfrm>
            <a:off x="2910459" y="998409"/>
            <a:ext cx="9054000" cy="282573"/>
            <a:chOff x="2766274" y="838354"/>
            <a:chExt cx="9217249" cy="288146"/>
          </a:xfrm>
        </p:grpSpPr>
        <p:sp>
          <p:nvSpPr>
            <p:cNvPr id="27" name="Rectangle 8">
              <a:extLst>
                <a:ext uri="{FF2B5EF4-FFF2-40B4-BE49-F238E27FC236}">
                  <a16:creationId xmlns:a16="http://schemas.microsoft.com/office/drawing/2014/main" id="{5CC2C8B7-7A5A-71AE-BC61-6C54F6E91C78}"/>
                </a:ext>
              </a:extLst>
            </p:cNvPr>
            <p:cNvSpPr>
              <a:spLocks noChangeArrowheads="1"/>
            </p:cNvSpPr>
            <p:nvPr/>
          </p:nvSpPr>
          <p:spPr bwMode="auto">
            <a:xfrm>
              <a:off x="2766274" y="838354"/>
              <a:ext cx="9217249" cy="28814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36000" anchor="b">
              <a:spAutoFit/>
            </a:bodyPr>
            <a:lstStyle>
              <a:lvl1pPr defTabSz="787400" eaLnBrk="0" hangingPunct="0">
                <a:defRPr sz="1600">
                  <a:solidFill>
                    <a:schemeClr val="tx1"/>
                  </a:solidFill>
                  <a:latin typeface="Arial" charset="0"/>
                  <a:ea typeface="-윤고딕130" pitchFamily="18" charset="-127"/>
                </a:defRPr>
              </a:lvl1pPr>
              <a:lvl2pPr marL="742950" indent="-285750" defTabSz="787400" eaLnBrk="0" hangingPunct="0">
                <a:defRPr sz="1600">
                  <a:solidFill>
                    <a:schemeClr val="tx1"/>
                  </a:solidFill>
                  <a:latin typeface="Arial" charset="0"/>
                  <a:ea typeface="-윤고딕130" pitchFamily="18" charset="-127"/>
                </a:defRPr>
              </a:lvl2pPr>
              <a:lvl3pPr marL="1143000" indent="-228600" defTabSz="787400" eaLnBrk="0" hangingPunct="0">
                <a:defRPr sz="1600">
                  <a:solidFill>
                    <a:schemeClr val="tx1"/>
                  </a:solidFill>
                  <a:latin typeface="Arial" charset="0"/>
                  <a:ea typeface="-윤고딕130" pitchFamily="18" charset="-127"/>
                </a:defRPr>
              </a:lvl3pPr>
              <a:lvl4pPr marL="1600200" indent="-228600" defTabSz="787400" eaLnBrk="0" hangingPunct="0">
                <a:defRPr sz="1600">
                  <a:solidFill>
                    <a:schemeClr val="tx1"/>
                  </a:solidFill>
                  <a:latin typeface="Arial" charset="0"/>
                  <a:ea typeface="-윤고딕130" pitchFamily="18" charset="-127"/>
                </a:defRPr>
              </a:lvl4pPr>
              <a:lvl5pPr marL="2057400" indent="-228600" defTabSz="787400" eaLnBrk="0" hangingPunct="0">
                <a:defRPr sz="1600">
                  <a:solidFill>
                    <a:schemeClr val="tx1"/>
                  </a:solidFill>
                  <a:latin typeface="Arial" charset="0"/>
                  <a:ea typeface="-윤고딕130" pitchFamily="18" charset="-127"/>
                </a:defRPr>
              </a:lvl5pPr>
              <a:lvl6pPr marL="2514600" indent="-228600" defTabSz="787400" eaLnBrk="0" fontAlgn="base" hangingPunct="0">
                <a:spcBef>
                  <a:spcPct val="0"/>
                </a:spcBef>
                <a:spcAft>
                  <a:spcPct val="0"/>
                </a:spcAft>
                <a:defRPr sz="1600">
                  <a:solidFill>
                    <a:schemeClr val="tx1"/>
                  </a:solidFill>
                  <a:latin typeface="Arial" charset="0"/>
                  <a:ea typeface="-윤고딕130" pitchFamily="18" charset="-127"/>
                </a:defRPr>
              </a:lvl6pPr>
              <a:lvl7pPr marL="2971800" indent="-228600" defTabSz="787400" eaLnBrk="0" fontAlgn="base" hangingPunct="0">
                <a:spcBef>
                  <a:spcPct val="0"/>
                </a:spcBef>
                <a:spcAft>
                  <a:spcPct val="0"/>
                </a:spcAft>
                <a:defRPr sz="1600">
                  <a:solidFill>
                    <a:schemeClr val="tx1"/>
                  </a:solidFill>
                  <a:latin typeface="Arial" charset="0"/>
                  <a:ea typeface="-윤고딕130" pitchFamily="18" charset="-127"/>
                </a:defRPr>
              </a:lvl7pPr>
              <a:lvl8pPr marL="3429000" indent="-228600" defTabSz="787400" eaLnBrk="0" fontAlgn="base" hangingPunct="0">
                <a:spcBef>
                  <a:spcPct val="0"/>
                </a:spcBef>
                <a:spcAft>
                  <a:spcPct val="0"/>
                </a:spcAft>
                <a:defRPr sz="1600">
                  <a:solidFill>
                    <a:schemeClr val="tx1"/>
                  </a:solidFill>
                  <a:latin typeface="Arial" charset="0"/>
                  <a:ea typeface="-윤고딕130" pitchFamily="18" charset="-127"/>
                </a:defRPr>
              </a:lvl8pPr>
              <a:lvl9pPr marL="3886200" indent="-228600" defTabSz="787400" eaLnBrk="0" fontAlgn="base" hangingPunct="0">
                <a:spcBef>
                  <a:spcPct val="0"/>
                </a:spcBef>
                <a:spcAft>
                  <a:spcPct val="0"/>
                </a:spcAft>
                <a:defRPr sz="1600">
                  <a:solidFill>
                    <a:schemeClr val="tx1"/>
                  </a:solidFill>
                  <a:latin typeface="Arial" charset="0"/>
                  <a:ea typeface="-윤고딕130" pitchFamily="18" charset="-127"/>
                </a:defRPr>
              </a:lvl9pPr>
            </a:lstStyle>
            <a:p>
              <a:pPr marL="0" marR="0" lvl="0" indent="0" algn="l" defTabSz="787400" rtl="0" eaLnBrk="1" fontAlgn="auto" latinLnBrk="0" hangingPunct="1">
                <a:lnSpc>
                  <a:spcPct val="100000"/>
                </a:lnSpc>
                <a:spcBef>
                  <a:spcPts val="0"/>
                </a:spcBef>
                <a:spcAft>
                  <a:spcPts val="0"/>
                </a:spcAft>
                <a:buClrTx/>
                <a:buSzPct val="120000"/>
                <a:buFontTx/>
                <a:buNone/>
                <a:tabLst/>
                <a:defRPr/>
              </a:pPr>
              <a:r>
                <a:rPr kumimoji="0" lang="pt-BR" altLang="zh-CN" b="1" i="0" u="none" strike="noStrike" kern="1200" cap="none" spc="0" normalizeH="0" baseline="0" noProof="0">
                  <a:ln>
                    <a:noFill/>
                  </a:ln>
                  <a:solidFill>
                    <a:srgbClr val="020E66"/>
                  </a:solidFill>
                  <a:effectLst/>
                  <a:uLnTx/>
                  <a:uFillTx/>
                  <a:latin typeface="Arial"/>
                  <a:ea typeface="-윤고딕130" pitchFamily="18" charset="-127"/>
                  <a:cs typeface="+mn-cs"/>
                </a:rPr>
                <a:t>Descrição das análises para diagnóstico da área comercial e proposta de valor</a:t>
              </a:r>
            </a:p>
          </p:txBody>
        </p:sp>
        <p:cxnSp>
          <p:nvCxnSpPr>
            <p:cNvPr id="28" name="AutoShape 249">
              <a:extLst>
                <a:ext uri="{FF2B5EF4-FFF2-40B4-BE49-F238E27FC236}">
                  <a16:creationId xmlns:a16="http://schemas.microsoft.com/office/drawing/2014/main" id="{D9B61029-2BF2-8719-CE05-B50C614AC98F}"/>
                </a:ext>
              </a:extLst>
            </p:cNvPr>
            <p:cNvCxnSpPr>
              <a:cxnSpLocks noChangeShapeType="1"/>
            </p:cNvCxnSpPr>
            <p:nvPr/>
          </p:nvCxnSpPr>
          <p:spPr bwMode="auto">
            <a:xfrm>
              <a:off x="2766274" y="1126498"/>
              <a:ext cx="9217249" cy="0"/>
            </a:xfrm>
            <a:prstGeom prst="straightConnector1">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grpSp>
      <p:cxnSp>
        <p:nvCxnSpPr>
          <p:cNvPr id="37" name="Conector reto 36">
            <a:extLst>
              <a:ext uri="{FF2B5EF4-FFF2-40B4-BE49-F238E27FC236}">
                <a16:creationId xmlns:a16="http://schemas.microsoft.com/office/drawing/2014/main" id="{3059CA07-BCCE-977D-BB75-EDBDB477769E}"/>
              </a:ext>
            </a:extLst>
          </p:cNvPr>
          <p:cNvCxnSpPr>
            <a:cxnSpLocks/>
          </p:cNvCxnSpPr>
          <p:nvPr/>
        </p:nvCxnSpPr>
        <p:spPr>
          <a:xfrm>
            <a:off x="2172459" y="5115903"/>
            <a:ext cx="9792000" cy="0"/>
          </a:xfrm>
          <a:prstGeom prst="line">
            <a:avLst/>
          </a:prstGeom>
          <a:ln w="9525">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39" name="Retângulo 38">
            <a:extLst>
              <a:ext uri="{FF2B5EF4-FFF2-40B4-BE49-F238E27FC236}">
                <a16:creationId xmlns:a16="http://schemas.microsoft.com/office/drawing/2014/main" id="{4112A6A8-155F-B551-AE74-6414B9565B07}"/>
              </a:ext>
            </a:extLst>
          </p:cNvPr>
          <p:cNvSpPr/>
          <p:nvPr/>
        </p:nvSpPr>
        <p:spPr>
          <a:xfrm>
            <a:off x="0" y="3704057"/>
            <a:ext cx="2736000" cy="1332000"/>
          </a:xfrm>
          <a:prstGeom prst="rect">
            <a:avLst/>
          </a:prstGeom>
          <a:solidFill>
            <a:schemeClr val="accent3"/>
          </a:solidFill>
          <a:ln>
            <a:noFill/>
          </a:ln>
        </p:spPr>
        <p:style>
          <a:lnRef idx="2">
            <a:schemeClr val="accent2"/>
          </a:lnRef>
          <a:fillRef idx="1">
            <a:schemeClr val="lt1"/>
          </a:fillRef>
          <a:effectRef idx="0">
            <a:schemeClr val="accent2"/>
          </a:effectRef>
          <a:fontRef idx="minor">
            <a:schemeClr val="dk1"/>
          </a:fontRef>
        </p:style>
        <p:txBody>
          <a:bodyPr lIns="252000" tIns="72000" rIns="72000" bIns="72000" rtlCol="0" anchor="ctr"/>
          <a:lstStyle/>
          <a:p>
            <a:pPr marL="450850" marR="0" lvl="0" indent="0" algn="l" defTabSz="914400" rtl="0" eaLnBrk="1" fontAlgn="auto" latinLnBrk="0" hangingPunct="1">
              <a:lnSpc>
                <a:spcPct val="100000"/>
              </a:lnSpc>
              <a:spcBef>
                <a:spcPts val="0"/>
              </a:spcBef>
              <a:spcAft>
                <a:spcPts val="0"/>
              </a:spcAft>
              <a:buClrTx/>
              <a:buSzTx/>
              <a:buFontTx/>
              <a:buNone/>
              <a:tabLst/>
              <a:defRPr/>
            </a:pPr>
            <a:r>
              <a:rPr kumimoji="0" lang="pt-BR" sz="1600" b="1" i="0" u="none" strike="noStrike" kern="1200" cap="none" spc="0" normalizeH="0" baseline="0" noProof="0">
                <a:ln w="0"/>
                <a:solidFill>
                  <a:prstClr val="white"/>
                </a:solidFill>
                <a:effectLst/>
                <a:uLnTx/>
                <a:uFillTx/>
                <a:latin typeface="Arial"/>
                <a:ea typeface="+mn-ea"/>
                <a:cs typeface="+mn-cs"/>
              </a:rPr>
              <a:t>Análise do desempenho comercial</a:t>
            </a:r>
          </a:p>
        </p:txBody>
      </p:sp>
      <p:sp>
        <p:nvSpPr>
          <p:cNvPr id="40" name="CaixaDeTexto 31">
            <a:extLst>
              <a:ext uri="{FF2B5EF4-FFF2-40B4-BE49-F238E27FC236}">
                <a16:creationId xmlns:a16="http://schemas.microsoft.com/office/drawing/2014/main" id="{491D856E-60D4-804B-E0D4-A006165EB90F}"/>
              </a:ext>
            </a:extLst>
          </p:cNvPr>
          <p:cNvSpPr txBox="1"/>
          <p:nvPr/>
        </p:nvSpPr>
        <p:spPr bwMode="auto">
          <a:xfrm>
            <a:off x="2909455" y="3754502"/>
            <a:ext cx="9055004" cy="1231106"/>
          </a:xfrm>
          <a:prstGeom prst="rect">
            <a:avLst/>
          </a:prstGeom>
          <a:noFill/>
          <a:ln w="9525">
            <a:noFill/>
            <a:miter lim="800000"/>
            <a:headEnd/>
            <a:tailEnd/>
          </a:ln>
        </p:spPr>
        <p:txBody>
          <a:bodyPr vert="horz" wrap="square" lIns="0" tIns="0" rIns="0" bIns="0" numCol="1" rtlCol="0" anchor="t" anchorCtr="0" compatLnSpc="1">
            <a:prstTxWarp prst="textNoShape">
              <a:avLst/>
            </a:prstTxWarp>
            <a:spAutoFit/>
          </a:bodyPr>
          <a:lstStyle/>
          <a:p>
            <a:pPr marL="174625" marR="0" lvl="0" indent="-174625"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pt-BR" sz="1600" b="0" i="0" u="none" strike="noStrike" kern="0" cap="none" spc="0" normalizeH="0" baseline="0" noProof="0">
                <a:ln>
                  <a:noFill/>
                </a:ln>
                <a:solidFill>
                  <a:srgbClr val="071C25"/>
                </a:solidFill>
                <a:effectLst/>
                <a:uLnTx/>
                <a:uFillTx/>
                <a:latin typeface="Arial"/>
                <a:ea typeface="+mn-ea"/>
                <a:cs typeface="+mn-cs"/>
              </a:rPr>
              <a:t>Analisar performance histórica de vendas por BU/produto/região/vendedor</a:t>
            </a:r>
          </a:p>
          <a:p>
            <a:pPr marL="174625" marR="0" lvl="0" indent="-174625"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pt-BR" sz="1600" b="0" i="0" u="none" strike="noStrike" kern="0" cap="none" spc="0" normalizeH="0" baseline="0" noProof="0">
                <a:ln>
                  <a:noFill/>
                </a:ln>
                <a:solidFill>
                  <a:srgbClr val="071C25"/>
                </a:solidFill>
                <a:effectLst/>
                <a:uLnTx/>
                <a:uFillTx/>
                <a:latin typeface="Arial"/>
                <a:ea typeface="+mn-ea"/>
                <a:cs typeface="+mn-cs"/>
              </a:rPr>
              <a:t>Analisar desempenho do portfólio de produtos e serviços: volumes, receitas, margens, geração de caixa, etc. </a:t>
            </a:r>
          </a:p>
          <a:p>
            <a:pPr marL="174625" marR="0" lvl="0" indent="-174625"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pt-BR" sz="1600" b="0" i="0" u="none" strike="noStrike" kern="0" cap="none" spc="0" normalizeH="0" baseline="0" noProof="0">
                <a:ln>
                  <a:noFill/>
                </a:ln>
                <a:solidFill>
                  <a:srgbClr val="071C25"/>
                </a:solidFill>
                <a:effectLst/>
                <a:uLnTx/>
                <a:uFillTx/>
                <a:latin typeface="Arial"/>
                <a:ea typeface="+mn-ea"/>
                <a:cs typeface="+mn-cs"/>
              </a:rPr>
              <a:t>Avaliar dimensionamento e alocação da força de vendas atual da Morro Verde</a:t>
            </a:r>
          </a:p>
          <a:p>
            <a:pPr marL="174625" marR="0" lvl="0" indent="-174625"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pt-BR" sz="1600" b="0" i="0" u="none" strike="noStrike" kern="0" cap="none" spc="0" normalizeH="0" baseline="0" noProof="0">
                <a:ln>
                  <a:noFill/>
                </a:ln>
                <a:solidFill>
                  <a:srgbClr val="071C25"/>
                </a:solidFill>
                <a:effectLst/>
                <a:uLnTx/>
                <a:uFillTx/>
                <a:latin typeface="Arial"/>
                <a:ea typeface="+mn-ea"/>
                <a:cs typeface="+mn-cs"/>
              </a:rPr>
              <a:t>Analisar proposta de valor atual </a:t>
            </a:r>
          </a:p>
        </p:txBody>
      </p:sp>
      <p:sp>
        <p:nvSpPr>
          <p:cNvPr id="42" name="Retângulo 41">
            <a:extLst>
              <a:ext uri="{FF2B5EF4-FFF2-40B4-BE49-F238E27FC236}">
                <a16:creationId xmlns:a16="http://schemas.microsoft.com/office/drawing/2014/main" id="{8A8FB610-1E73-8B01-A675-61E632DA9FC0}"/>
              </a:ext>
            </a:extLst>
          </p:cNvPr>
          <p:cNvSpPr/>
          <p:nvPr/>
        </p:nvSpPr>
        <p:spPr>
          <a:xfrm>
            <a:off x="0" y="2680365"/>
            <a:ext cx="2736000" cy="864000"/>
          </a:xfrm>
          <a:prstGeom prst="rect">
            <a:avLst/>
          </a:prstGeom>
          <a:solidFill>
            <a:schemeClr val="accent3"/>
          </a:solidFill>
          <a:ln>
            <a:noFill/>
          </a:ln>
        </p:spPr>
        <p:style>
          <a:lnRef idx="2">
            <a:schemeClr val="accent2"/>
          </a:lnRef>
          <a:fillRef idx="1">
            <a:schemeClr val="lt1"/>
          </a:fillRef>
          <a:effectRef idx="0">
            <a:schemeClr val="accent2"/>
          </a:effectRef>
          <a:fontRef idx="minor">
            <a:schemeClr val="dk1"/>
          </a:fontRef>
        </p:style>
        <p:txBody>
          <a:bodyPr lIns="252000" tIns="72000" rIns="72000" bIns="72000" rtlCol="0" anchor="ctr"/>
          <a:lstStyle/>
          <a:p>
            <a:pPr marL="450850" marR="0" lvl="0" indent="0" algn="l" defTabSz="914400" rtl="0" eaLnBrk="1" fontAlgn="auto" latinLnBrk="0" hangingPunct="1">
              <a:lnSpc>
                <a:spcPct val="100000"/>
              </a:lnSpc>
              <a:spcBef>
                <a:spcPts val="0"/>
              </a:spcBef>
              <a:spcAft>
                <a:spcPts val="0"/>
              </a:spcAft>
              <a:buClrTx/>
              <a:buSzTx/>
              <a:buFontTx/>
              <a:buNone/>
              <a:tabLst/>
              <a:defRPr/>
            </a:pPr>
            <a:r>
              <a:rPr kumimoji="0" lang="pt-BR" sz="1600" b="1" i="0" u="none" strike="noStrike" kern="1200" cap="none" spc="0" normalizeH="0" baseline="0" noProof="0">
                <a:ln w="0"/>
                <a:solidFill>
                  <a:prstClr val="white"/>
                </a:solidFill>
                <a:effectLst/>
                <a:uLnTx/>
                <a:uFillTx/>
                <a:latin typeface="Arial"/>
                <a:ea typeface="+mn-ea"/>
                <a:cs typeface="+mn-cs"/>
              </a:rPr>
              <a:t>Avaliação da estrutura comercial atual</a:t>
            </a:r>
          </a:p>
        </p:txBody>
      </p:sp>
      <p:sp>
        <p:nvSpPr>
          <p:cNvPr id="43" name="CaixaDeTexto 31">
            <a:extLst>
              <a:ext uri="{FF2B5EF4-FFF2-40B4-BE49-F238E27FC236}">
                <a16:creationId xmlns:a16="http://schemas.microsoft.com/office/drawing/2014/main" id="{7194F41E-E334-3F31-1974-4B6F15E0E046}"/>
              </a:ext>
            </a:extLst>
          </p:cNvPr>
          <p:cNvSpPr txBox="1"/>
          <p:nvPr/>
        </p:nvSpPr>
        <p:spPr bwMode="auto">
          <a:xfrm>
            <a:off x="2909455" y="2743032"/>
            <a:ext cx="9055004" cy="738664"/>
          </a:xfrm>
          <a:prstGeom prst="rect">
            <a:avLst/>
          </a:prstGeom>
          <a:noFill/>
          <a:ln w="9525">
            <a:noFill/>
            <a:miter lim="800000"/>
            <a:headEnd/>
            <a:tailEnd/>
          </a:ln>
        </p:spPr>
        <p:txBody>
          <a:bodyPr vert="horz" wrap="square" lIns="0" tIns="0" rIns="0" bIns="0" numCol="1" rtlCol="0" anchor="ctr" anchorCtr="0" compatLnSpc="1">
            <a:prstTxWarp prst="textNoShape">
              <a:avLst/>
            </a:prstTxWarp>
            <a:spAutoFit/>
          </a:bodyPr>
          <a:lstStyle/>
          <a:p>
            <a:pPr marL="174625" marR="0" lvl="0" indent="-174625"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pt-BR" sz="1600" b="0" i="0" u="none" strike="noStrike" kern="0" cap="none" spc="0" normalizeH="0" baseline="0" noProof="0">
                <a:ln>
                  <a:noFill/>
                </a:ln>
                <a:solidFill>
                  <a:srgbClr val="071C25"/>
                </a:solidFill>
                <a:effectLst/>
                <a:uLnTx/>
                <a:uFillTx/>
                <a:latin typeface="Arial"/>
                <a:ea typeface="+mn-ea"/>
                <a:cs typeface="+mn-cs"/>
              </a:rPr>
              <a:t>Mapear estrutura organizacional, governança e políticas atuais de incentivo</a:t>
            </a:r>
          </a:p>
          <a:p>
            <a:pPr marL="174625" marR="0" lvl="0" indent="-174625"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pt-BR" sz="1600" b="0" i="0" u="none" strike="noStrike" kern="0" cap="none" spc="0" normalizeH="0" baseline="0" noProof="0">
                <a:ln>
                  <a:noFill/>
                </a:ln>
                <a:solidFill>
                  <a:srgbClr val="071C25"/>
                </a:solidFill>
                <a:effectLst/>
                <a:uLnTx/>
                <a:uFillTx/>
                <a:latin typeface="Arial"/>
                <a:ea typeface="+mn-ea"/>
                <a:cs typeface="+mn-cs"/>
              </a:rPr>
              <a:t>Identificar desafios, sobreposições, lacunas, desalinhamento de incentivos</a:t>
            </a:r>
          </a:p>
          <a:p>
            <a:pPr marL="174625" marR="0" lvl="0" indent="-174625"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pt-BR" sz="1600" b="0" i="0" u="none" strike="noStrike" kern="0" cap="none" spc="0" normalizeH="0" baseline="0" noProof="0">
                <a:ln>
                  <a:noFill/>
                </a:ln>
                <a:solidFill>
                  <a:srgbClr val="071C25"/>
                </a:solidFill>
                <a:effectLst/>
                <a:uLnTx/>
                <a:uFillTx/>
                <a:latin typeface="Arial"/>
                <a:ea typeface="+mn-ea"/>
                <a:cs typeface="+mn-cs"/>
              </a:rPr>
              <a:t>Identificar competências requeridas e potenciais lacunas e oportunidades de aperfeiçoamento</a:t>
            </a:r>
          </a:p>
        </p:txBody>
      </p:sp>
      <p:cxnSp>
        <p:nvCxnSpPr>
          <p:cNvPr id="48" name="Conector reto 47">
            <a:extLst>
              <a:ext uri="{FF2B5EF4-FFF2-40B4-BE49-F238E27FC236}">
                <a16:creationId xmlns:a16="http://schemas.microsoft.com/office/drawing/2014/main" id="{E275314C-AD58-E343-ED77-CA2B8C02442B}"/>
              </a:ext>
            </a:extLst>
          </p:cNvPr>
          <p:cNvCxnSpPr>
            <a:cxnSpLocks/>
          </p:cNvCxnSpPr>
          <p:nvPr/>
        </p:nvCxnSpPr>
        <p:spPr>
          <a:xfrm>
            <a:off x="2172459" y="3624211"/>
            <a:ext cx="9792000" cy="0"/>
          </a:xfrm>
          <a:prstGeom prst="line">
            <a:avLst/>
          </a:prstGeom>
          <a:ln w="9525">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5" name="Retângulo 4">
            <a:extLst>
              <a:ext uri="{FF2B5EF4-FFF2-40B4-BE49-F238E27FC236}">
                <a16:creationId xmlns:a16="http://schemas.microsoft.com/office/drawing/2014/main" id="{CFB3EC54-4161-A711-39C6-2DF7B4083AAB}"/>
              </a:ext>
            </a:extLst>
          </p:cNvPr>
          <p:cNvSpPr/>
          <p:nvPr/>
        </p:nvSpPr>
        <p:spPr>
          <a:xfrm>
            <a:off x="0" y="1440673"/>
            <a:ext cx="2736000" cy="1080000"/>
          </a:xfrm>
          <a:prstGeom prst="rect">
            <a:avLst/>
          </a:prstGeom>
          <a:solidFill>
            <a:schemeClr val="accent3"/>
          </a:solidFill>
          <a:ln>
            <a:noFill/>
          </a:ln>
        </p:spPr>
        <p:style>
          <a:lnRef idx="2">
            <a:schemeClr val="accent2"/>
          </a:lnRef>
          <a:fillRef idx="1">
            <a:schemeClr val="lt1"/>
          </a:fillRef>
          <a:effectRef idx="0">
            <a:schemeClr val="accent2"/>
          </a:effectRef>
          <a:fontRef idx="minor">
            <a:schemeClr val="dk1"/>
          </a:fontRef>
        </p:style>
        <p:txBody>
          <a:bodyPr lIns="252000" tIns="72000" rIns="72000" bIns="72000" rtlCol="0" anchor="ctr"/>
          <a:lstStyle/>
          <a:p>
            <a:pPr marL="450850" marR="0" lvl="0" indent="0" algn="l" defTabSz="914400" rtl="0" eaLnBrk="1" fontAlgn="auto" latinLnBrk="0" hangingPunct="1">
              <a:lnSpc>
                <a:spcPct val="100000"/>
              </a:lnSpc>
              <a:spcBef>
                <a:spcPts val="0"/>
              </a:spcBef>
              <a:spcAft>
                <a:spcPts val="0"/>
              </a:spcAft>
              <a:buClrTx/>
              <a:buSzTx/>
              <a:buFontTx/>
              <a:buNone/>
              <a:tabLst/>
              <a:defRPr/>
            </a:pPr>
            <a:r>
              <a:rPr kumimoji="0" lang="pt-BR" sz="1600" b="1" i="0" u="none" strike="noStrike" kern="1200" cap="none" spc="0" normalizeH="0" baseline="0" noProof="0">
                <a:ln w="0"/>
                <a:solidFill>
                  <a:prstClr val="white"/>
                </a:solidFill>
                <a:effectLst/>
                <a:uLnTx/>
                <a:uFillTx/>
                <a:latin typeface="Arial"/>
                <a:ea typeface="+mn-ea"/>
                <a:cs typeface="+mn-cs"/>
              </a:rPr>
              <a:t>Entrevistas</a:t>
            </a:r>
            <a:r>
              <a:rPr kumimoji="0" lang="pt-BR" sz="1600" b="1" i="1" u="none" strike="noStrike" kern="1200" cap="none" spc="0" normalizeH="0" baseline="0" noProof="0">
                <a:ln w="0"/>
                <a:solidFill>
                  <a:prstClr val="white"/>
                </a:solidFill>
                <a:effectLst/>
                <a:uLnTx/>
                <a:uFillTx/>
                <a:latin typeface="Arial"/>
                <a:ea typeface="+mn-ea"/>
                <a:cs typeface="+mn-cs"/>
              </a:rPr>
              <a:t> </a:t>
            </a:r>
            <a:r>
              <a:rPr kumimoji="0" lang="pt-BR" sz="1600" b="1" i="0" u="none" strike="noStrike" kern="1200" cap="none" spc="0" normalizeH="0" baseline="0" noProof="0">
                <a:ln w="0"/>
                <a:solidFill>
                  <a:prstClr val="white"/>
                </a:solidFill>
                <a:effectLst/>
                <a:uLnTx/>
                <a:uFillTx/>
                <a:latin typeface="Arial"/>
                <a:ea typeface="+mn-ea"/>
                <a:cs typeface="+mn-cs"/>
              </a:rPr>
              <a:t>com executivos e pontos focais</a:t>
            </a:r>
          </a:p>
        </p:txBody>
      </p:sp>
      <p:sp>
        <p:nvSpPr>
          <p:cNvPr id="7" name="CaixaDeTexto 31">
            <a:extLst>
              <a:ext uri="{FF2B5EF4-FFF2-40B4-BE49-F238E27FC236}">
                <a16:creationId xmlns:a16="http://schemas.microsoft.com/office/drawing/2014/main" id="{F0595772-1D45-7427-63D8-359BF8A99EB2}"/>
              </a:ext>
            </a:extLst>
          </p:cNvPr>
          <p:cNvSpPr txBox="1"/>
          <p:nvPr/>
        </p:nvSpPr>
        <p:spPr bwMode="auto">
          <a:xfrm>
            <a:off x="2909455" y="1488231"/>
            <a:ext cx="9055004" cy="984885"/>
          </a:xfrm>
          <a:prstGeom prst="rect">
            <a:avLst/>
          </a:prstGeom>
          <a:noFill/>
          <a:ln w="9525">
            <a:noFill/>
            <a:miter lim="800000"/>
            <a:headEnd/>
            <a:tailEnd/>
          </a:ln>
        </p:spPr>
        <p:txBody>
          <a:bodyPr vert="horz" wrap="square" lIns="0" tIns="0" rIns="0" bIns="0" numCol="1" rtlCol="0" anchor="ctr" anchorCtr="0" compatLnSpc="1">
            <a:prstTxWarp prst="textNoShape">
              <a:avLst/>
            </a:prstTxWarp>
            <a:spAutoFit/>
          </a:bodyPr>
          <a:lstStyle/>
          <a:p>
            <a:pPr marL="174625" marR="0" lvl="0" indent="-174625"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pt-BR" sz="1600" b="0" i="0" u="none" strike="noStrike" kern="0" cap="none" spc="0" normalizeH="0" baseline="0" noProof="0">
                <a:ln>
                  <a:noFill/>
                </a:ln>
                <a:solidFill>
                  <a:srgbClr val="071C25"/>
                </a:solidFill>
                <a:effectLst/>
                <a:uLnTx/>
                <a:uFillTx/>
                <a:latin typeface="Arial"/>
                <a:ea typeface="+mn-ea"/>
                <a:cs typeface="+mn-cs"/>
              </a:rPr>
              <a:t>Entrevistar executivos e gestores comerciais da Morro Verde</a:t>
            </a:r>
          </a:p>
          <a:p>
            <a:pPr marL="174625" marR="0" lvl="0" indent="-174625"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pt-BR" sz="1600" b="0" i="0" u="none" strike="noStrike" kern="0" cap="none" spc="0" normalizeH="0" baseline="0" noProof="0">
                <a:ln>
                  <a:noFill/>
                </a:ln>
                <a:solidFill>
                  <a:srgbClr val="071C25"/>
                </a:solidFill>
                <a:effectLst/>
                <a:uLnTx/>
                <a:uFillTx/>
                <a:latin typeface="Arial"/>
                <a:ea typeface="+mn-ea"/>
                <a:cs typeface="+mn-cs"/>
              </a:rPr>
              <a:t>Entrevistar pontos focais das áreas, unidades de negócios/regionais</a:t>
            </a:r>
          </a:p>
          <a:p>
            <a:pPr marL="174625" marR="0" lvl="0" indent="-174625"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pt-BR" sz="1600" b="0" i="0" u="none" strike="noStrike" kern="0" cap="none" spc="0" normalizeH="0" baseline="0" noProof="0">
                <a:ln>
                  <a:noFill/>
                </a:ln>
                <a:solidFill>
                  <a:srgbClr val="071C25"/>
                </a:solidFill>
                <a:effectLst/>
                <a:uLnTx/>
                <a:uFillTx/>
                <a:latin typeface="Arial"/>
                <a:ea typeface="+mn-ea"/>
                <a:cs typeface="+mn-cs"/>
              </a:rPr>
              <a:t>Identificar principais pontos de oportunidade da força de vendas da Morro Verde e destaques positivos que podem ser alavancados</a:t>
            </a:r>
          </a:p>
        </p:txBody>
      </p:sp>
      <p:pic>
        <p:nvPicPr>
          <p:cNvPr id="69" name="Picture 68">
            <a:extLst>
              <a:ext uri="{FF2B5EF4-FFF2-40B4-BE49-F238E27FC236}">
                <a16:creationId xmlns:a16="http://schemas.microsoft.com/office/drawing/2014/main" id="{B29778AF-C052-66A7-F07E-20DD2CD2FD0D}"/>
              </a:ext>
            </a:extLst>
          </p:cNvPr>
          <p:cNvPicPr>
            <a:picLocks noChangeAspect="1"/>
          </p:cNvPicPr>
          <p:nvPr/>
        </p:nvPicPr>
        <p:blipFill>
          <a:blip r:embed="rId5" cstate="email">
            <a:lum bright="70000" contrast="-70000"/>
            <a:extLst>
              <a:ext uri="{BEBA8EAE-BF5A-486C-A8C5-ECC9F3942E4B}">
                <a14:imgProps xmlns:a14="http://schemas.microsoft.com/office/drawing/2010/main">
                  <a14:imgLayer r:embed="rId6">
                    <a14:imgEffect>
                      <a14:artisticPhotocopy/>
                    </a14:imgEffect>
                  </a14:imgLayer>
                </a14:imgProps>
              </a:ext>
              <a:ext uri="{28A0092B-C50C-407E-A947-70E740481C1C}">
                <a14:useLocalDpi xmlns:a14="http://schemas.microsoft.com/office/drawing/2010/main"/>
              </a:ext>
            </a:extLst>
          </a:blip>
          <a:stretch>
            <a:fillRect/>
          </a:stretch>
        </p:blipFill>
        <p:spPr>
          <a:xfrm>
            <a:off x="83429" y="1728673"/>
            <a:ext cx="504000" cy="504000"/>
          </a:xfrm>
          <a:prstGeom prst="rect">
            <a:avLst/>
          </a:prstGeom>
        </p:spPr>
      </p:pic>
      <p:pic>
        <p:nvPicPr>
          <p:cNvPr id="77" name="Picture 76">
            <a:extLst>
              <a:ext uri="{FF2B5EF4-FFF2-40B4-BE49-F238E27FC236}">
                <a16:creationId xmlns:a16="http://schemas.microsoft.com/office/drawing/2014/main" id="{F7933D4C-E2F2-F019-C386-03AB00BA8D23}"/>
              </a:ext>
            </a:extLst>
          </p:cNvPr>
          <p:cNvPicPr>
            <a:picLocks noChangeAspect="1"/>
          </p:cNvPicPr>
          <p:nvPr/>
        </p:nvPicPr>
        <p:blipFill>
          <a:blip r:embed="rId7" cstate="email">
            <a:lum bright="70000" contrast="-70000"/>
            <a:extLst>
              <a:ext uri="{BEBA8EAE-BF5A-486C-A8C5-ECC9F3942E4B}">
                <a14:imgProps xmlns:a14="http://schemas.microsoft.com/office/drawing/2010/main">
                  <a14:imgLayer r:embed="rId8">
                    <a14:imgEffect>
                      <a14:artisticPhotocopy/>
                    </a14:imgEffect>
                  </a14:imgLayer>
                </a14:imgProps>
              </a:ext>
              <a:ext uri="{28A0092B-C50C-407E-A947-70E740481C1C}">
                <a14:useLocalDpi xmlns:a14="http://schemas.microsoft.com/office/drawing/2010/main"/>
              </a:ext>
            </a:extLst>
          </a:blip>
          <a:stretch>
            <a:fillRect/>
          </a:stretch>
        </p:blipFill>
        <p:spPr>
          <a:xfrm>
            <a:off x="83429" y="2860364"/>
            <a:ext cx="504000" cy="504000"/>
          </a:xfrm>
          <a:prstGeom prst="rect">
            <a:avLst/>
          </a:prstGeom>
        </p:spPr>
      </p:pic>
      <p:pic>
        <p:nvPicPr>
          <p:cNvPr id="78" name="Picture 77">
            <a:extLst>
              <a:ext uri="{FF2B5EF4-FFF2-40B4-BE49-F238E27FC236}">
                <a16:creationId xmlns:a16="http://schemas.microsoft.com/office/drawing/2014/main" id="{F8A75F32-E624-97DA-038D-99BB48963E21}"/>
              </a:ext>
            </a:extLst>
          </p:cNvPr>
          <p:cNvPicPr>
            <a:picLocks noChangeAspect="1"/>
          </p:cNvPicPr>
          <p:nvPr/>
        </p:nvPicPr>
        <p:blipFill>
          <a:blip r:embed="rId9" cstate="email">
            <a:lum bright="70000" contrast="-70000"/>
            <a:extLst>
              <a:ext uri="{BEBA8EAE-BF5A-486C-A8C5-ECC9F3942E4B}">
                <a14:imgProps xmlns:a14="http://schemas.microsoft.com/office/drawing/2010/main">
                  <a14:imgLayer r:embed="rId10">
                    <a14:imgEffect>
                      <a14:artisticPhotocopy/>
                    </a14:imgEffect>
                  </a14:imgLayer>
                </a14:imgProps>
              </a:ext>
              <a:ext uri="{28A0092B-C50C-407E-A947-70E740481C1C}">
                <a14:useLocalDpi xmlns:a14="http://schemas.microsoft.com/office/drawing/2010/main"/>
              </a:ext>
            </a:extLst>
          </a:blip>
          <a:stretch>
            <a:fillRect/>
          </a:stretch>
        </p:blipFill>
        <p:spPr>
          <a:xfrm>
            <a:off x="83429" y="4118055"/>
            <a:ext cx="504000" cy="504000"/>
          </a:xfrm>
          <a:prstGeom prst="rect">
            <a:avLst/>
          </a:prstGeom>
        </p:spPr>
      </p:pic>
      <p:pic>
        <p:nvPicPr>
          <p:cNvPr id="79" name="Picture 78">
            <a:extLst>
              <a:ext uri="{FF2B5EF4-FFF2-40B4-BE49-F238E27FC236}">
                <a16:creationId xmlns:a16="http://schemas.microsoft.com/office/drawing/2014/main" id="{92CCC8D4-6B1D-4314-67C9-CFF65A99E121}"/>
              </a:ext>
            </a:extLst>
          </p:cNvPr>
          <p:cNvPicPr>
            <a:picLocks noChangeAspect="1"/>
          </p:cNvPicPr>
          <p:nvPr/>
        </p:nvPicPr>
        <p:blipFill>
          <a:blip r:embed="rId11" cstate="email">
            <a:lum bright="70000" contrast="-70000"/>
            <a:extLst>
              <a:ext uri="{BEBA8EAE-BF5A-486C-A8C5-ECC9F3942E4B}">
                <a14:imgProps xmlns:a14="http://schemas.microsoft.com/office/drawing/2010/main">
                  <a14:imgLayer r:embed="rId12">
                    <a14:imgEffect>
                      <a14:artisticPhotocopy/>
                    </a14:imgEffect>
                  </a14:imgLayer>
                </a14:imgProps>
              </a:ext>
              <a:ext uri="{28A0092B-C50C-407E-A947-70E740481C1C}">
                <a14:useLocalDpi xmlns:a14="http://schemas.microsoft.com/office/drawing/2010/main"/>
              </a:ext>
            </a:extLst>
          </a:blip>
          <a:stretch>
            <a:fillRect/>
          </a:stretch>
        </p:blipFill>
        <p:spPr>
          <a:xfrm>
            <a:off x="83429" y="5483746"/>
            <a:ext cx="504000" cy="504000"/>
          </a:xfrm>
          <a:prstGeom prst="rect">
            <a:avLst/>
          </a:prstGeom>
        </p:spPr>
      </p:pic>
      <p:sp>
        <p:nvSpPr>
          <p:cNvPr id="8" name="Retângulo 7">
            <a:extLst>
              <a:ext uri="{FF2B5EF4-FFF2-40B4-BE49-F238E27FC236}">
                <a16:creationId xmlns:a16="http://schemas.microsoft.com/office/drawing/2014/main" id="{DCC476AC-75D8-6C69-3D24-CFB237BA6FC4}"/>
              </a:ext>
            </a:extLst>
          </p:cNvPr>
          <p:cNvSpPr/>
          <p:nvPr/>
        </p:nvSpPr>
        <p:spPr>
          <a:xfrm>
            <a:off x="2805545" y="3704057"/>
            <a:ext cx="9216000" cy="1332000"/>
          </a:xfrm>
          <a:prstGeom prst="rect">
            <a:avLst/>
          </a:prstGeom>
          <a:noFill/>
          <a:ln w="12700">
            <a:solidFill>
              <a:srgbClr val="FF0000"/>
            </a:solidFill>
            <a:prstDash val="dash"/>
          </a:ln>
        </p:spPr>
        <p:style>
          <a:lnRef idx="2">
            <a:schemeClr val="accent2"/>
          </a:lnRef>
          <a:fillRef idx="1">
            <a:schemeClr val="lt1"/>
          </a:fillRef>
          <a:effectRef idx="0">
            <a:schemeClr val="accent2"/>
          </a:effectRef>
          <a:fontRef idx="minor">
            <a:schemeClr val="dk1"/>
          </a:fontRef>
        </p:style>
        <p:txBody>
          <a:bodyPr lIns="252000" tIns="72000" rIns="72000" bIns="72000" rtlCol="0" anchor="ctr"/>
          <a:lstStyle/>
          <a:p>
            <a:pPr marL="450850" marR="0" lvl="0" indent="0" algn="l" defTabSz="914400" rtl="0" eaLnBrk="1" fontAlgn="auto" latinLnBrk="0" hangingPunct="1">
              <a:lnSpc>
                <a:spcPct val="100000"/>
              </a:lnSpc>
              <a:spcBef>
                <a:spcPts val="0"/>
              </a:spcBef>
              <a:spcAft>
                <a:spcPts val="0"/>
              </a:spcAft>
              <a:buClrTx/>
              <a:buSzTx/>
              <a:buFontTx/>
              <a:buNone/>
              <a:tabLst/>
              <a:defRPr/>
            </a:pPr>
            <a:endParaRPr kumimoji="0" lang="pt-BR" sz="1600" b="1" i="0" u="none" strike="noStrike" kern="1200" cap="none" spc="0" normalizeH="0" baseline="0" noProof="0">
              <a:ln w="0"/>
              <a:solidFill>
                <a:prstClr val="white"/>
              </a:solidFill>
              <a:effectLst/>
              <a:uLnTx/>
              <a:uFillTx/>
              <a:latin typeface="Arial"/>
              <a:ea typeface="+mn-ea"/>
              <a:cs typeface="+mn-cs"/>
            </a:endParaRPr>
          </a:p>
        </p:txBody>
      </p:sp>
      <p:sp>
        <p:nvSpPr>
          <p:cNvPr id="9" name="Retângulo 8">
            <a:extLst>
              <a:ext uri="{FF2B5EF4-FFF2-40B4-BE49-F238E27FC236}">
                <a16:creationId xmlns:a16="http://schemas.microsoft.com/office/drawing/2014/main" id="{3C3A2BEE-6397-F6D7-DA10-A1B1813350F9}"/>
              </a:ext>
            </a:extLst>
          </p:cNvPr>
          <p:cNvSpPr/>
          <p:nvPr/>
        </p:nvSpPr>
        <p:spPr>
          <a:xfrm>
            <a:off x="2805545" y="2680365"/>
            <a:ext cx="9216000" cy="864000"/>
          </a:xfrm>
          <a:prstGeom prst="rect">
            <a:avLst/>
          </a:prstGeom>
          <a:noFill/>
          <a:ln w="12700">
            <a:solidFill>
              <a:srgbClr val="FF0000"/>
            </a:solidFill>
            <a:prstDash val="dash"/>
          </a:ln>
        </p:spPr>
        <p:style>
          <a:lnRef idx="2">
            <a:schemeClr val="accent2"/>
          </a:lnRef>
          <a:fillRef idx="1">
            <a:schemeClr val="lt1"/>
          </a:fillRef>
          <a:effectRef idx="0">
            <a:schemeClr val="accent2"/>
          </a:effectRef>
          <a:fontRef idx="minor">
            <a:schemeClr val="dk1"/>
          </a:fontRef>
        </p:style>
        <p:txBody>
          <a:bodyPr lIns="252000" tIns="72000" rIns="72000" bIns="72000" rtlCol="0" anchor="ctr"/>
          <a:lstStyle/>
          <a:p>
            <a:pPr marL="450850" marR="0" lvl="0" indent="0" algn="l" defTabSz="914400" rtl="0" eaLnBrk="1" fontAlgn="auto" latinLnBrk="0" hangingPunct="1">
              <a:lnSpc>
                <a:spcPct val="100000"/>
              </a:lnSpc>
              <a:spcBef>
                <a:spcPts val="0"/>
              </a:spcBef>
              <a:spcAft>
                <a:spcPts val="0"/>
              </a:spcAft>
              <a:buClrTx/>
              <a:buSzTx/>
              <a:buFontTx/>
              <a:buNone/>
              <a:tabLst/>
              <a:defRPr/>
            </a:pPr>
            <a:endParaRPr kumimoji="0" lang="pt-BR" sz="1600" b="1" i="0" u="none" strike="noStrike" kern="1200" cap="none" spc="0" normalizeH="0" baseline="0" noProof="0">
              <a:ln w="0"/>
              <a:solidFill>
                <a:prstClr val="white"/>
              </a:solidFill>
              <a:effectLst/>
              <a:uLnTx/>
              <a:uFillTx/>
              <a:latin typeface="Arial"/>
              <a:ea typeface="+mn-ea"/>
              <a:cs typeface="+mn-cs"/>
            </a:endParaRPr>
          </a:p>
        </p:txBody>
      </p:sp>
      <p:sp>
        <p:nvSpPr>
          <p:cNvPr id="11" name="Retângulo 10">
            <a:extLst>
              <a:ext uri="{FF2B5EF4-FFF2-40B4-BE49-F238E27FC236}">
                <a16:creationId xmlns:a16="http://schemas.microsoft.com/office/drawing/2014/main" id="{C07EB5F2-1DEC-FDBB-047A-3A516FD9BAA6}"/>
              </a:ext>
            </a:extLst>
          </p:cNvPr>
          <p:cNvSpPr/>
          <p:nvPr/>
        </p:nvSpPr>
        <p:spPr>
          <a:xfrm>
            <a:off x="9999980" y="660400"/>
            <a:ext cx="216000" cy="162000"/>
          </a:xfrm>
          <a:prstGeom prst="rect">
            <a:avLst/>
          </a:prstGeom>
          <a:noFill/>
          <a:ln w="12700">
            <a:solidFill>
              <a:srgbClr val="FF0000"/>
            </a:solidFill>
            <a:prstDash val="dash"/>
          </a:ln>
        </p:spPr>
        <p:style>
          <a:lnRef idx="2">
            <a:schemeClr val="accent2"/>
          </a:lnRef>
          <a:fillRef idx="1">
            <a:schemeClr val="lt1"/>
          </a:fillRef>
          <a:effectRef idx="0">
            <a:schemeClr val="accent2"/>
          </a:effectRef>
          <a:fontRef idx="minor">
            <a:schemeClr val="dk1"/>
          </a:fontRef>
        </p:style>
        <p:txBody>
          <a:bodyPr lIns="252000" tIns="72000" rIns="72000" bIns="72000" rtlCol="0" anchor="ctr"/>
          <a:lstStyle/>
          <a:p>
            <a:pPr marL="450850" marR="0" lvl="0" indent="0" algn="l" defTabSz="914400" rtl="0" eaLnBrk="1" fontAlgn="auto" latinLnBrk="0" hangingPunct="1">
              <a:lnSpc>
                <a:spcPct val="100000"/>
              </a:lnSpc>
              <a:spcBef>
                <a:spcPts val="0"/>
              </a:spcBef>
              <a:spcAft>
                <a:spcPts val="0"/>
              </a:spcAft>
              <a:buClrTx/>
              <a:buSzTx/>
              <a:buFontTx/>
              <a:buNone/>
              <a:tabLst/>
              <a:defRPr/>
            </a:pPr>
            <a:endParaRPr kumimoji="0" lang="pt-BR" sz="1600" b="1" i="0" u="none" strike="noStrike" kern="1200" cap="none" spc="0" normalizeH="0" baseline="0" noProof="0">
              <a:ln w="0"/>
              <a:solidFill>
                <a:prstClr val="white"/>
              </a:solidFill>
              <a:effectLst/>
              <a:uLnTx/>
              <a:uFillTx/>
              <a:latin typeface="Arial"/>
              <a:ea typeface="+mn-ea"/>
              <a:cs typeface="+mn-cs"/>
            </a:endParaRPr>
          </a:p>
        </p:txBody>
      </p:sp>
      <p:sp>
        <p:nvSpPr>
          <p:cNvPr id="12" name="Retângulo 11">
            <a:extLst>
              <a:ext uri="{FF2B5EF4-FFF2-40B4-BE49-F238E27FC236}">
                <a16:creationId xmlns:a16="http://schemas.microsoft.com/office/drawing/2014/main" id="{5B7B8059-0891-44E6-B242-5594F0A7275F}"/>
              </a:ext>
            </a:extLst>
          </p:cNvPr>
          <p:cNvSpPr/>
          <p:nvPr/>
        </p:nvSpPr>
        <p:spPr>
          <a:xfrm>
            <a:off x="2805545" y="1440673"/>
            <a:ext cx="9216000" cy="1080000"/>
          </a:xfrm>
          <a:prstGeom prst="rect">
            <a:avLst/>
          </a:prstGeom>
          <a:noFill/>
          <a:ln w="12700">
            <a:solidFill>
              <a:srgbClr val="FF0000"/>
            </a:solidFill>
            <a:prstDash val="dash"/>
          </a:ln>
        </p:spPr>
        <p:style>
          <a:lnRef idx="2">
            <a:schemeClr val="accent2"/>
          </a:lnRef>
          <a:fillRef idx="1">
            <a:schemeClr val="lt1"/>
          </a:fillRef>
          <a:effectRef idx="0">
            <a:schemeClr val="accent2"/>
          </a:effectRef>
          <a:fontRef idx="minor">
            <a:schemeClr val="dk1"/>
          </a:fontRef>
        </p:style>
        <p:txBody>
          <a:bodyPr lIns="252000" tIns="72000" rIns="72000" bIns="72000" rtlCol="0" anchor="ctr"/>
          <a:lstStyle/>
          <a:p>
            <a:pPr marL="450850" marR="0" lvl="0" indent="0" algn="l" defTabSz="914400" rtl="0" eaLnBrk="1" fontAlgn="auto" latinLnBrk="0" hangingPunct="1">
              <a:lnSpc>
                <a:spcPct val="100000"/>
              </a:lnSpc>
              <a:spcBef>
                <a:spcPts val="0"/>
              </a:spcBef>
              <a:spcAft>
                <a:spcPts val="0"/>
              </a:spcAft>
              <a:buClrTx/>
              <a:buSzTx/>
              <a:buFontTx/>
              <a:buNone/>
              <a:tabLst/>
              <a:defRPr/>
            </a:pPr>
            <a:endParaRPr kumimoji="0" lang="pt-BR" sz="1600" b="1" i="0" u="none" strike="noStrike" kern="1200" cap="none" spc="0" normalizeH="0" baseline="0" noProof="0">
              <a:ln w="0"/>
              <a:solidFill>
                <a:prstClr val="white"/>
              </a:solidFill>
              <a:effectLst/>
              <a:uLnTx/>
              <a:uFillTx/>
              <a:latin typeface="Arial"/>
              <a:ea typeface="+mn-ea"/>
              <a:cs typeface="+mn-cs"/>
            </a:endParaRPr>
          </a:p>
        </p:txBody>
      </p:sp>
    </p:spTree>
    <p:extLst>
      <p:ext uri="{BB962C8B-B14F-4D97-AF65-F5344CB8AC3E}">
        <p14:creationId xmlns:p14="http://schemas.microsoft.com/office/powerpoint/2010/main" val="23898758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to 3" hidden="1">
            <a:extLst>
              <a:ext uri="{FF2B5EF4-FFF2-40B4-BE49-F238E27FC236}">
                <a16:creationId xmlns:a16="http://schemas.microsoft.com/office/drawing/2014/main" id="{190B7726-31B9-4598-95AF-2E9B1E32E3F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Slide do think-cell" r:id="rId3" imgW="395" imgH="396" progId="TCLayout.ActiveDocument.1">
                  <p:embed/>
                </p:oleObj>
              </mc:Choice>
              <mc:Fallback>
                <p:oleObj name="Slide do think-cell" r:id="rId3" imgW="395" imgH="396" progId="TCLayout.ActiveDocument.1">
                  <p:embed/>
                  <p:pic>
                    <p:nvPicPr>
                      <p:cNvPr id="4" name="Objeto 3" hidden="1">
                        <a:extLst>
                          <a:ext uri="{FF2B5EF4-FFF2-40B4-BE49-F238E27FC236}">
                            <a16:creationId xmlns:a16="http://schemas.microsoft.com/office/drawing/2014/main" id="{190B7726-31B9-4598-95AF-2E9B1E32E3F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tángulo 5">
            <a:extLst>
              <a:ext uri="{FF2B5EF4-FFF2-40B4-BE49-F238E27FC236}">
                <a16:creationId xmlns:a16="http://schemas.microsoft.com/office/drawing/2014/main" id="{16864BEE-8262-0079-057C-5F25182B9F65}"/>
              </a:ext>
            </a:extLst>
          </p:cNvPr>
          <p:cNvSpPr/>
          <p:nvPr/>
        </p:nvSpPr>
        <p:spPr>
          <a:xfrm>
            <a:off x="0" y="1347116"/>
            <a:ext cx="12192000" cy="563374"/>
          </a:xfrm>
          <a:prstGeom prst="rect">
            <a:avLst/>
          </a:prstGeom>
          <a:solidFill>
            <a:schemeClr val="accent3"/>
          </a:solidFill>
          <a:ln w="19050">
            <a:noFill/>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400" b="0" i="0" u="none" strike="noStrike" kern="1200" cap="none" spc="0" normalizeH="0" baseline="0" noProof="0" err="1">
              <a:ln>
                <a:noFill/>
              </a:ln>
              <a:solidFill>
                <a:prstClr val="white"/>
              </a:solidFill>
              <a:effectLst/>
              <a:uLnTx/>
              <a:uFillTx/>
              <a:latin typeface="Arial"/>
              <a:ea typeface="+mn-ea"/>
              <a:cs typeface="+mn-cs"/>
            </a:endParaRPr>
          </a:p>
        </p:txBody>
      </p:sp>
      <p:sp>
        <p:nvSpPr>
          <p:cNvPr id="2" name="Espaço Reservado para Texto 1">
            <a:extLst>
              <a:ext uri="{FF2B5EF4-FFF2-40B4-BE49-F238E27FC236}">
                <a16:creationId xmlns:a16="http://schemas.microsoft.com/office/drawing/2014/main" id="{C2410FC2-91B2-6D78-A691-8A3EC6410B03}"/>
              </a:ext>
            </a:extLst>
          </p:cNvPr>
          <p:cNvSpPr>
            <a:spLocks noGrp="1"/>
          </p:cNvSpPr>
          <p:nvPr>
            <p:ph type="body" sz="quarter" idx="14"/>
          </p:nvPr>
        </p:nvSpPr>
        <p:spPr/>
        <p:txBody>
          <a:bodyPr/>
          <a:lstStyle/>
          <a:p>
            <a:r>
              <a:rPr lang="pt-BR"/>
              <a:t>Fonte: Mirow &amp; Co.</a:t>
            </a:r>
            <a:endParaRPr lang="en-US"/>
          </a:p>
        </p:txBody>
      </p:sp>
      <p:sp>
        <p:nvSpPr>
          <p:cNvPr id="3" name="Título 2">
            <a:extLst>
              <a:ext uri="{FF2B5EF4-FFF2-40B4-BE49-F238E27FC236}">
                <a16:creationId xmlns:a16="http://schemas.microsoft.com/office/drawing/2014/main" id="{89C138EA-F7F4-8506-C3C8-B142D868AD12}"/>
              </a:ext>
            </a:extLst>
          </p:cNvPr>
          <p:cNvSpPr>
            <a:spLocks noGrp="1"/>
          </p:cNvSpPr>
          <p:nvPr>
            <p:ph type="title"/>
          </p:nvPr>
        </p:nvSpPr>
        <p:spPr>
          <a:xfrm>
            <a:off x="478971" y="225177"/>
            <a:ext cx="11485488" cy="615553"/>
          </a:xfrm>
        </p:spPr>
        <p:txBody>
          <a:bodyPr vert="horz"/>
          <a:lstStyle/>
          <a:p>
            <a:r>
              <a:rPr lang="pt-BR"/>
              <a:t>Especificamente, uma análise profunda da rentabilidade do portfólio de produtos será realizada, identificando oportunidades de geração de valor para a Morro Verde</a:t>
            </a:r>
          </a:p>
        </p:txBody>
      </p:sp>
      <p:grpSp>
        <p:nvGrpSpPr>
          <p:cNvPr id="33" name="Group 145">
            <a:extLst>
              <a:ext uri="{FF2B5EF4-FFF2-40B4-BE49-F238E27FC236}">
                <a16:creationId xmlns:a16="http://schemas.microsoft.com/office/drawing/2014/main" id="{F78195E6-7D2A-6A04-25BB-08B5D5B1C4E4}"/>
              </a:ext>
            </a:extLst>
          </p:cNvPr>
          <p:cNvGrpSpPr/>
          <p:nvPr/>
        </p:nvGrpSpPr>
        <p:grpSpPr>
          <a:xfrm>
            <a:off x="10678930" y="628612"/>
            <a:ext cx="1286058" cy="212366"/>
            <a:chOff x="7668610" y="859795"/>
            <a:chExt cx="1286058" cy="212366"/>
          </a:xfrm>
        </p:grpSpPr>
        <p:sp>
          <p:nvSpPr>
            <p:cNvPr id="34" name="StickerRectangle">
              <a:extLst>
                <a:ext uri="{FF2B5EF4-FFF2-40B4-BE49-F238E27FC236}">
                  <a16:creationId xmlns:a16="http://schemas.microsoft.com/office/drawing/2014/main" id="{E5DD3F58-04D6-499B-9302-4AC52AE74F23}"/>
                </a:ext>
              </a:extLst>
            </p:cNvPr>
            <p:cNvSpPr>
              <a:spLocks noChangeArrowheads="1"/>
            </p:cNvSpPr>
            <p:nvPr/>
          </p:nvSpPr>
          <p:spPr bwMode="auto">
            <a:xfrm>
              <a:off x="7668610" y="859795"/>
              <a:ext cx="1286058" cy="212366"/>
            </a:xfrm>
            <a:prstGeom prst="leftRightArrow">
              <a:avLst>
                <a:gd name="adj1" fmla="val 100000"/>
                <a:gd name="adj2" fmla="val 0"/>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27432" tIns="0" rIns="0" bIns="27432">
              <a:spAutoFit/>
            </a:bodyPr>
            <a:lstStyle/>
            <a:p>
              <a:pPr marL="0" marR="0" lvl="0" indent="0" algn="r" defTabSz="895350" rtl="0" eaLnBrk="1" fontAlgn="auto" latinLnBrk="0" hangingPunct="1">
                <a:lnSpc>
                  <a:spcPct val="100000"/>
                </a:lnSpc>
                <a:spcBef>
                  <a:spcPts val="0"/>
                </a:spcBef>
                <a:spcAft>
                  <a:spcPts val="0"/>
                </a:spcAft>
                <a:buClr>
                  <a:srgbClr val="020E66"/>
                </a:buClr>
                <a:buSzTx/>
                <a:buFontTx/>
                <a:buNone/>
                <a:tabLst/>
                <a:defRPr/>
              </a:pPr>
              <a:r>
                <a:rPr kumimoji="0" lang="pt-BR" sz="1200" b="0" i="0" u="none" strike="noStrike" kern="1200" cap="none" spc="0" normalizeH="0" baseline="0" noProof="0">
                  <a:ln>
                    <a:noFill/>
                  </a:ln>
                  <a:solidFill>
                    <a:srgbClr val="7F7F7F"/>
                  </a:solidFill>
                  <a:effectLst/>
                  <a:uLnTx/>
                  <a:uFillTx/>
                  <a:latin typeface="Arial"/>
                  <a:ea typeface="+mn-ea"/>
                  <a:cs typeface="+mn-cs"/>
                </a:rPr>
                <a:t>NÃO EXAUSTIVO</a:t>
              </a:r>
            </a:p>
          </p:txBody>
        </p:sp>
        <p:cxnSp>
          <p:nvCxnSpPr>
            <p:cNvPr id="35" name="AutoShape 31">
              <a:extLst>
                <a:ext uri="{FF2B5EF4-FFF2-40B4-BE49-F238E27FC236}">
                  <a16:creationId xmlns:a16="http://schemas.microsoft.com/office/drawing/2014/main" id="{DE19956A-0850-43FC-5B28-4F0DB837E91E}"/>
                </a:ext>
              </a:extLst>
            </p:cNvPr>
            <p:cNvCxnSpPr>
              <a:cxnSpLocks noChangeShapeType="1"/>
              <a:stCxn id="34" idx="2"/>
              <a:endCxn id="34" idx="4"/>
            </p:cNvCxnSpPr>
            <p:nvPr/>
          </p:nvCxnSpPr>
          <p:spPr bwMode="auto">
            <a:xfrm>
              <a:off x="7668610" y="859795"/>
              <a:ext cx="0" cy="212366"/>
            </a:xfrm>
            <a:prstGeom prst="straightConnector1">
              <a:avLst/>
            </a:prstGeom>
            <a:noFill/>
            <a:ln w="9525">
              <a:solidFill>
                <a:schemeClr val="accent6"/>
              </a:solidFill>
              <a:round/>
              <a:headEnd/>
              <a:tailEnd/>
            </a:ln>
            <a:extLst>
              <a:ext uri="{909E8E84-426E-40dd-AFC4-6F175D3DCCD1}">
                <a14:hiddenFill xmlns:a14="http://schemas.microsoft.com/office/drawing/2010/main" xmlns="">
                  <a:noFill/>
                </a14:hiddenFill>
              </a:ext>
            </a:extLst>
          </p:spPr>
        </p:cxnSp>
        <p:cxnSp>
          <p:nvCxnSpPr>
            <p:cNvPr id="36" name="AutoShape 32">
              <a:extLst>
                <a:ext uri="{FF2B5EF4-FFF2-40B4-BE49-F238E27FC236}">
                  <a16:creationId xmlns:a16="http://schemas.microsoft.com/office/drawing/2014/main" id="{F5783561-D689-B343-3BD2-B8F31CFD6614}"/>
                </a:ext>
              </a:extLst>
            </p:cNvPr>
            <p:cNvCxnSpPr>
              <a:cxnSpLocks noChangeShapeType="1"/>
              <a:stCxn id="34" idx="4"/>
              <a:endCxn id="34" idx="6"/>
            </p:cNvCxnSpPr>
            <p:nvPr/>
          </p:nvCxnSpPr>
          <p:spPr bwMode="auto">
            <a:xfrm>
              <a:off x="7668610" y="1072161"/>
              <a:ext cx="1286058" cy="0"/>
            </a:xfrm>
            <a:prstGeom prst="straightConnector1">
              <a:avLst/>
            </a:prstGeom>
            <a:noFill/>
            <a:ln w="25400">
              <a:solidFill>
                <a:schemeClr val="accent6"/>
              </a:solidFill>
              <a:round/>
              <a:headEnd/>
              <a:tailEnd/>
            </a:ln>
            <a:extLst>
              <a:ext uri="{909E8E84-426E-40dd-AFC4-6F175D3DCCD1}">
                <a14:hiddenFill xmlns:a14="http://schemas.microsoft.com/office/drawing/2010/main" xmlns="">
                  <a:noFill/>
                </a14:hiddenFill>
              </a:ext>
            </a:extLst>
          </p:spPr>
        </p:cxnSp>
      </p:grpSp>
      <p:sp>
        <p:nvSpPr>
          <p:cNvPr id="37" name="Content Placeholder 2">
            <a:extLst>
              <a:ext uri="{FF2B5EF4-FFF2-40B4-BE49-F238E27FC236}">
                <a16:creationId xmlns:a16="http://schemas.microsoft.com/office/drawing/2014/main" id="{90A6EA10-D1BC-B208-C322-728ED710E144}"/>
              </a:ext>
            </a:extLst>
          </p:cNvPr>
          <p:cNvSpPr txBox="1">
            <a:spLocks/>
          </p:cNvSpPr>
          <p:nvPr/>
        </p:nvSpPr>
        <p:spPr bwMode="auto">
          <a:xfrm>
            <a:off x="478971" y="864001"/>
            <a:ext cx="8794113" cy="246221"/>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marL="195263" indent="-195263" algn="l" rtl="0" eaLnBrk="1" fontAlgn="base" hangingPunct="1">
              <a:spcBef>
                <a:spcPts val="0"/>
              </a:spcBef>
              <a:spcAft>
                <a:spcPts val="600"/>
              </a:spcAft>
              <a:buClr>
                <a:schemeClr val="tx2"/>
              </a:buClr>
              <a:buFont typeface="Wingdings" panose="05000000000000000000" pitchFamily="2" charset="2"/>
              <a:buChar char="§"/>
              <a:defRPr sz="1400">
                <a:solidFill>
                  <a:schemeClr val="tx1"/>
                </a:solidFill>
                <a:latin typeface="+mn-lt"/>
                <a:ea typeface="+mn-ea"/>
                <a:cs typeface="+mn-cs"/>
              </a:defRPr>
            </a:lvl1pPr>
            <a:lvl2pPr marL="404813" indent="-207963" algn="l" rtl="0" eaLnBrk="1" fontAlgn="base" hangingPunct="1">
              <a:spcBef>
                <a:spcPts val="0"/>
              </a:spcBef>
              <a:spcAft>
                <a:spcPts val="600"/>
              </a:spcAft>
              <a:buClr>
                <a:schemeClr val="tx2"/>
              </a:buClr>
              <a:buChar char="–"/>
              <a:defRPr sz="1400">
                <a:solidFill>
                  <a:schemeClr val="tx1"/>
                </a:solidFill>
                <a:latin typeface="+mn-lt"/>
              </a:defRPr>
            </a:lvl2pPr>
            <a:lvl3pPr marL="587375" indent="-180975" algn="l" rtl="0" eaLnBrk="1" fontAlgn="base" hangingPunct="1">
              <a:spcBef>
                <a:spcPct val="20000"/>
              </a:spcBef>
              <a:spcAft>
                <a:spcPct val="0"/>
              </a:spcAft>
              <a:buClr>
                <a:schemeClr val="tx2"/>
              </a:buClr>
              <a:buChar char="•"/>
              <a:defRPr sz="1600">
                <a:solidFill>
                  <a:schemeClr val="tx1"/>
                </a:solidFill>
                <a:latin typeface="+mn-lt"/>
              </a:defRPr>
            </a:lvl3pPr>
            <a:lvl4pPr marL="815975" indent="-227013" algn="l" rtl="0" eaLnBrk="1" fontAlgn="base" hangingPunct="1">
              <a:spcBef>
                <a:spcPct val="20000"/>
              </a:spcBef>
              <a:spcAft>
                <a:spcPct val="0"/>
              </a:spcAft>
              <a:buClr>
                <a:schemeClr val="tx2"/>
              </a:buClr>
              <a:buChar char="–"/>
              <a:defRPr sz="1600">
                <a:solidFill>
                  <a:schemeClr val="tx1"/>
                </a:solidFill>
                <a:latin typeface="+mn-lt"/>
              </a:defRPr>
            </a:lvl4pPr>
            <a:lvl5pPr marL="968375" indent="-150813" algn="l" rtl="0" eaLnBrk="1" fontAlgn="base" hangingPunct="1">
              <a:spcBef>
                <a:spcPct val="20000"/>
              </a:spcBef>
              <a:spcAft>
                <a:spcPct val="0"/>
              </a:spcAft>
              <a:buClr>
                <a:schemeClr val="tx2"/>
              </a:buClr>
              <a:buChar char="»"/>
              <a:defRPr sz="1600">
                <a:solidFill>
                  <a:schemeClr val="tx1"/>
                </a:solidFill>
                <a:latin typeface="+mn-lt"/>
              </a:defRPr>
            </a:lvl5pPr>
            <a:lvl6pPr marL="1425575" indent="-150813" algn="l" rtl="0" eaLnBrk="1" fontAlgn="base" hangingPunct="1">
              <a:spcBef>
                <a:spcPct val="20000"/>
              </a:spcBef>
              <a:spcAft>
                <a:spcPct val="0"/>
              </a:spcAft>
              <a:buChar char="»"/>
              <a:defRPr sz="1000">
                <a:solidFill>
                  <a:schemeClr val="tx1"/>
                </a:solidFill>
                <a:latin typeface="+mn-lt"/>
              </a:defRPr>
            </a:lvl6pPr>
            <a:lvl7pPr marL="1882775" indent="-150813" algn="l" rtl="0" eaLnBrk="1" fontAlgn="base" hangingPunct="1">
              <a:spcBef>
                <a:spcPct val="20000"/>
              </a:spcBef>
              <a:spcAft>
                <a:spcPct val="0"/>
              </a:spcAft>
              <a:buChar char="»"/>
              <a:defRPr sz="1000">
                <a:solidFill>
                  <a:schemeClr val="tx1"/>
                </a:solidFill>
                <a:latin typeface="+mn-lt"/>
              </a:defRPr>
            </a:lvl7pPr>
            <a:lvl8pPr marL="2339975" indent="-150813" algn="l" rtl="0" eaLnBrk="1" fontAlgn="base" hangingPunct="1">
              <a:spcBef>
                <a:spcPct val="20000"/>
              </a:spcBef>
              <a:spcAft>
                <a:spcPct val="0"/>
              </a:spcAft>
              <a:buChar char="»"/>
              <a:defRPr sz="1000">
                <a:solidFill>
                  <a:schemeClr val="tx1"/>
                </a:solidFill>
                <a:latin typeface="+mn-lt"/>
              </a:defRPr>
            </a:lvl8pPr>
            <a:lvl9pPr marL="2797175" indent="-150813" algn="l" rtl="0" eaLnBrk="1" fontAlgn="base" hangingPunct="1">
              <a:spcBef>
                <a:spcPct val="20000"/>
              </a:spcBef>
              <a:spcAft>
                <a:spcPct val="0"/>
              </a:spcAft>
              <a:buChar char="»"/>
              <a:defRPr sz="1000">
                <a:solidFill>
                  <a:schemeClr val="tx1"/>
                </a:solidFill>
                <a:latin typeface="+mn-lt"/>
              </a:defRPr>
            </a:lvl9pPr>
          </a:lstStyle>
          <a:p>
            <a:pPr marL="0" marR="0" lvl="0" indent="0" algn="l" defTabSz="895350" rtl="0" eaLnBrk="1" fontAlgn="auto" latinLnBrk="0" hangingPunct="1">
              <a:lnSpc>
                <a:spcPct val="100000"/>
              </a:lnSpc>
              <a:spcBef>
                <a:spcPts val="0"/>
              </a:spcBef>
              <a:spcAft>
                <a:spcPts val="0"/>
              </a:spcAft>
              <a:buClrTx/>
              <a:buSzTx/>
              <a:buFontTx/>
              <a:buNone/>
              <a:tabLst/>
              <a:defRPr/>
            </a:pPr>
            <a:r>
              <a:rPr kumimoji="0" lang="pt-BR" sz="1600" b="0" i="0" u="none" strike="noStrike" kern="1200" cap="none" spc="0" normalizeH="0" baseline="0" noProof="0">
                <a:ln>
                  <a:noFill/>
                </a:ln>
                <a:solidFill>
                  <a:srgbClr val="808080"/>
                </a:solidFill>
                <a:effectLst/>
                <a:uLnTx/>
                <a:uFillTx/>
                <a:latin typeface="Arial"/>
                <a:ea typeface="+mn-ea"/>
                <a:cs typeface="+mn-cs"/>
              </a:rPr>
              <a:t>Exemplos de análises</a:t>
            </a:r>
          </a:p>
        </p:txBody>
      </p:sp>
      <p:pic>
        <p:nvPicPr>
          <p:cNvPr id="43" name="Imagem 42">
            <a:extLst>
              <a:ext uri="{FF2B5EF4-FFF2-40B4-BE49-F238E27FC236}">
                <a16:creationId xmlns:a16="http://schemas.microsoft.com/office/drawing/2014/main" id="{63098286-C1B9-6EE9-6026-1A6D09663392}"/>
              </a:ext>
            </a:extLst>
          </p:cNvPr>
          <p:cNvPicPr preferRelativeResize="0">
            <a:picLocks/>
          </p:cNvPicPr>
          <p:nvPr/>
        </p:nvPicPr>
        <p:blipFill>
          <a:blip r:embed="rId5" cstate="screen">
            <a:extLst>
              <a:ext uri="{28A0092B-C50C-407E-A947-70E740481C1C}">
                <a14:useLocalDpi xmlns:a14="http://schemas.microsoft.com/office/drawing/2010/main"/>
              </a:ext>
            </a:extLst>
          </a:blip>
          <a:stretch>
            <a:fillRect/>
          </a:stretch>
        </p:blipFill>
        <p:spPr>
          <a:xfrm>
            <a:off x="4807821" y="2042513"/>
            <a:ext cx="3263816" cy="1574188"/>
          </a:xfrm>
          <a:prstGeom prst="rect">
            <a:avLst/>
          </a:prstGeom>
          <a:ln>
            <a:noFill/>
          </a:ln>
        </p:spPr>
      </p:pic>
      <p:pic>
        <p:nvPicPr>
          <p:cNvPr id="72" name="Imagem 71">
            <a:extLst>
              <a:ext uri="{FF2B5EF4-FFF2-40B4-BE49-F238E27FC236}">
                <a16:creationId xmlns:a16="http://schemas.microsoft.com/office/drawing/2014/main" id="{BCDEEDF2-D31B-BC25-7DCF-E08E066A1B16}"/>
              </a:ext>
            </a:extLst>
          </p:cNvPr>
          <p:cNvPicPr preferRelativeResize="0">
            <a:picLocks/>
          </p:cNvPicPr>
          <p:nvPr/>
        </p:nvPicPr>
        <p:blipFill>
          <a:blip r:embed="rId6" cstate="email">
            <a:extLst>
              <a:ext uri="{28A0092B-C50C-407E-A947-70E740481C1C}">
                <a14:useLocalDpi xmlns:a14="http://schemas.microsoft.com/office/drawing/2010/main"/>
              </a:ext>
            </a:extLst>
          </a:blip>
          <a:stretch>
            <a:fillRect/>
          </a:stretch>
        </p:blipFill>
        <p:spPr>
          <a:xfrm>
            <a:off x="8738369" y="2042513"/>
            <a:ext cx="3263816" cy="1574188"/>
          </a:xfrm>
          <a:prstGeom prst="rect">
            <a:avLst/>
          </a:prstGeom>
          <a:ln>
            <a:noFill/>
          </a:ln>
        </p:spPr>
      </p:pic>
      <p:pic>
        <p:nvPicPr>
          <p:cNvPr id="73" name="Imagem 72">
            <a:extLst>
              <a:ext uri="{FF2B5EF4-FFF2-40B4-BE49-F238E27FC236}">
                <a16:creationId xmlns:a16="http://schemas.microsoft.com/office/drawing/2014/main" id="{2A7D15AA-8C2C-63D1-9E79-C21B8024833B}"/>
              </a:ext>
            </a:extLst>
          </p:cNvPr>
          <p:cNvPicPr preferRelativeResize="0">
            <a:picLocks/>
          </p:cNvPicPr>
          <p:nvPr/>
        </p:nvPicPr>
        <p:blipFill>
          <a:blip r:embed="rId7" cstate="email">
            <a:extLst>
              <a:ext uri="{28A0092B-C50C-407E-A947-70E740481C1C}">
                <a14:useLocalDpi xmlns:a14="http://schemas.microsoft.com/office/drawing/2010/main"/>
              </a:ext>
            </a:extLst>
          </a:blip>
          <a:stretch>
            <a:fillRect/>
          </a:stretch>
        </p:blipFill>
        <p:spPr>
          <a:xfrm>
            <a:off x="877273" y="2042513"/>
            <a:ext cx="3263816" cy="1574188"/>
          </a:xfrm>
          <a:prstGeom prst="rect">
            <a:avLst/>
          </a:prstGeom>
        </p:spPr>
      </p:pic>
      <p:pic>
        <p:nvPicPr>
          <p:cNvPr id="70" name="Imagem 69">
            <a:extLst>
              <a:ext uri="{FF2B5EF4-FFF2-40B4-BE49-F238E27FC236}">
                <a16:creationId xmlns:a16="http://schemas.microsoft.com/office/drawing/2014/main" id="{D3D03394-5E78-1433-6C68-D9C93A18C889}"/>
              </a:ext>
            </a:extLst>
          </p:cNvPr>
          <p:cNvPicPr preferRelativeResize="0">
            <a:picLocks/>
          </p:cNvPicPr>
          <p:nvPr/>
        </p:nvPicPr>
        <p:blipFill>
          <a:blip r:embed="rId8" cstate="email">
            <a:extLst>
              <a:ext uri="{28A0092B-C50C-407E-A947-70E740481C1C}">
                <a14:useLocalDpi xmlns:a14="http://schemas.microsoft.com/office/drawing/2010/main"/>
              </a:ext>
            </a:extLst>
          </a:blip>
          <a:stretch>
            <a:fillRect/>
          </a:stretch>
        </p:blipFill>
        <p:spPr>
          <a:xfrm>
            <a:off x="877273" y="4769249"/>
            <a:ext cx="3263816" cy="1574188"/>
          </a:xfrm>
          <a:prstGeom prst="rect">
            <a:avLst/>
          </a:prstGeom>
          <a:ln>
            <a:noFill/>
          </a:ln>
        </p:spPr>
      </p:pic>
      <p:pic>
        <p:nvPicPr>
          <p:cNvPr id="71" name="Imagem 70">
            <a:extLst>
              <a:ext uri="{FF2B5EF4-FFF2-40B4-BE49-F238E27FC236}">
                <a16:creationId xmlns:a16="http://schemas.microsoft.com/office/drawing/2014/main" id="{03866C66-F5AA-93C9-CF9B-7C32474EFAC9}"/>
              </a:ext>
            </a:extLst>
          </p:cNvPr>
          <p:cNvPicPr preferRelativeResize="0">
            <a:picLocks/>
          </p:cNvPicPr>
          <p:nvPr/>
        </p:nvPicPr>
        <p:blipFill>
          <a:blip r:embed="rId9" cstate="email">
            <a:extLst>
              <a:ext uri="{28A0092B-C50C-407E-A947-70E740481C1C}">
                <a14:useLocalDpi xmlns:a14="http://schemas.microsoft.com/office/drawing/2010/main"/>
              </a:ext>
            </a:extLst>
          </a:blip>
          <a:stretch>
            <a:fillRect/>
          </a:stretch>
        </p:blipFill>
        <p:spPr>
          <a:xfrm>
            <a:off x="4807821" y="4769249"/>
            <a:ext cx="3263816" cy="1574188"/>
          </a:xfrm>
          <a:prstGeom prst="rect">
            <a:avLst/>
          </a:prstGeom>
          <a:ln>
            <a:noFill/>
          </a:ln>
        </p:spPr>
      </p:pic>
      <p:pic>
        <p:nvPicPr>
          <p:cNvPr id="79" name="Imagem 78">
            <a:extLst>
              <a:ext uri="{FF2B5EF4-FFF2-40B4-BE49-F238E27FC236}">
                <a16:creationId xmlns:a16="http://schemas.microsoft.com/office/drawing/2014/main" id="{1EE9BD03-95AF-5B68-2F81-4373413FD650}"/>
              </a:ext>
            </a:extLst>
          </p:cNvPr>
          <p:cNvPicPr preferRelativeResize="0">
            <a:picLocks/>
          </p:cNvPicPr>
          <p:nvPr/>
        </p:nvPicPr>
        <p:blipFill rotWithShape="1">
          <a:blip r:embed="rId10" cstate="email">
            <a:extLst>
              <a:ext uri="{28A0092B-C50C-407E-A947-70E740481C1C}">
                <a14:useLocalDpi xmlns:a14="http://schemas.microsoft.com/office/drawing/2010/main"/>
              </a:ext>
            </a:extLst>
          </a:blip>
          <a:srcRect/>
          <a:stretch/>
        </p:blipFill>
        <p:spPr>
          <a:xfrm>
            <a:off x="8738369" y="4769249"/>
            <a:ext cx="3263816" cy="1574188"/>
          </a:xfrm>
          <a:prstGeom prst="rect">
            <a:avLst/>
          </a:prstGeom>
          <a:ln>
            <a:noFill/>
          </a:ln>
        </p:spPr>
      </p:pic>
      <p:sp>
        <p:nvSpPr>
          <p:cNvPr id="11" name="CuadroTexto 10">
            <a:extLst>
              <a:ext uri="{FF2B5EF4-FFF2-40B4-BE49-F238E27FC236}">
                <a16:creationId xmlns:a16="http://schemas.microsoft.com/office/drawing/2014/main" id="{E52AABF5-6EA1-3DB9-B3D9-CB86FF48D33F}"/>
              </a:ext>
            </a:extLst>
          </p:cNvPr>
          <p:cNvSpPr txBox="1"/>
          <p:nvPr/>
        </p:nvSpPr>
        <p:spPr bwMode="auto">
          <a:xfrm>
            <a:off x="1107309" y="1505693"/>
            <a:ext cx="3070270" cy="246221"/>
          </a:xfrm>
          <a:prstGeom prst="rect">
            <a:avLst/>
          </a:prstGeom>
          <a:noFill/>
          <a:ln w="9525">
            <a:noFill/>
            <a:miter lim="800000"/>
            <a:headEnd/>
            <a:tailEnd/>
          </a:ln>
        </p:spPr>
        <p:txBody>
          <a:bodyPr vert="horz" wrap="square" lIns="0" tIns="0" rIns="0" bIns="0" numCol="1" rtlCol="0"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pt-BR" sz="1600" b="1" i="0" u="none" strike="noStrike" kern="0" cap="none" spc="0" normalizeH="0" baseline="0" noProof="0">
                <a:ln>
                  <a:noFill/>
                </a:ln>
                <a:solidFill>
                  <a:prstClr val="white"/>
                </a:solidFill>
                <a:effectLst/>
                <a:uLnTx/>
                <a:uFillTx/>
                <a:latin typeface="Arial"/>
                <a:ea typeface="+mn-ea"/>
                <a:cs typeface="+mn-cs"/>
              </a:rPr>
              <a:t>Volumes</a:t>
            </a:r>
          </a:p>
        </p:txBody>
      </p:sp>
      <p:sp>
        <p:nvSpPr>
          <p:cNvPr id="13" name="CuadroTexto 12">
            <a:extLst>
              <a:ext uri="{FF2B5EF4-FFF2-40B4-BE49-F238E27FC236}">
                <a16:creationId xmlns:a16="http://schemas.microsoft.com/office/drawing/2014/main" id="{11E69CDA-8171-3783-0246-DAE537C85F96}"/>
              </a:ext>
            </a:extLst>
          </p:cNvPr>
          <p:cNvSpPr txBox="1"/>
          <p:nvPr/>
        </p:nvSpPr>
        <p:spPr bwMode="auto">
          <a:xfrm>
            <a:off x="5041900" y="1505693"/>
            <a:ext cx="3070270" cy="246221"/>
          </a:xfrm>
          <a:prstGeom prst="rect">
            <a:avLst/>
          </a:prstGeom>
          <a:noFill/>
          <a:ln w="9525">
            <a:noFill/>
            <a:miter lim="800000"/>
            <a:headEnd/>
            <a:tailEnd/>
          </a:ln>
        </p:spPr>
        <p:txBody>
          <a:bodyPr vert="horz" wrap="square" lIns="0" tIns="0" rIns="0" bIns="0" numCol="1" rtlCol="0"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pt-BR" sz="1600" b="1" i="1" u="none" strike="noStrike" kern="0" cap="none" spc="0" normalizeH="0" baseline="0" noProof="0" err="1">
                <a:ln>
                  <a:noFill/>
                </a:ln>
                <a:solidFill>
                  <a:prstClr val="white"/>
                </a:solidFill>
                <a:effectLst/>
                <a:uLnTx/>
                <a:uFillTx/>
                <a:latin typeface="Arial"/>
                <a:ea typeface="+mn-ea"/>
                <a:cs typeface="+mn-cs"/>
              </a:rPr>
              <a:t>Pricing</a:t>
            </a:r>
            <a:endParaRPr kumimoji="0" lang="pt-BR" sz="1600" b="1" i="1" u="none" strike="noStrike" kern="0" cap="none" spc="0" normalizeH="0" baseline="0" noProof="0">
              <a:ln>
                <a:noFill/>
              </a:ln>
              <a:solidFill>
                <a:prstClr val="white"/>
              </a:solidFill>
              <a:effectLst/>
              <a:uLnTx/>
              <a:uFillTx/>
              <a:latin typeface="Arial"/>
              <a:ea typeface="+mn-ea"/>
              <a:cs typeface="+mn-cs"/>
            </a:endParaRPr>
          </a:p>
        </p:txBody>
      </p:sp>
      <p:sp>
        <p:nvSpPr>
          <p:cNvPr id="15" name="CuadroTexto 14">
            <a:extLst>
              <a:ext uri="{FF2B5EF4-FFF2-40B4-BE49-F238E27FC236}">
                <a16:creationId xmlns:a16="http://schemas.microsoft.com/office/drawing/2014/main" id="{B8DD7B53-92BF-ADEC-8F17-4CAFCDC534DB}"/>
              </a:ext>
            </a:extLst>
          </p:cNvPr>
          <p:cNvSpPr txBox="1"/>
          <p:nvPr/>
        </p:nvSpPr>
        <p:spPr bwMode="auto">
          <a:xfrm>
            <a:off x="8976492" y="1505693"/>
            <a:ext cx="3070270" cy="246221"/>
          </a:xfrm>
          <a:prstGeom prst="rect">
            <a:avLst/>
          </a:prstGeom>
          <a:noFill/>
          <a:ln w="9525">
            <a:noFill/>
            <a:miter lim="800000"/>
            <a:headEnd/>
            <a:tailEnd/>
          </a:ln>
        </p:spPr>
        <p:txBody>
          <a:bodyPr vert="horz" wrap="square" lIns="0" tIns="0" rIns="0" bIns="0" numCol="1" rtlCol="0"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pt-BR" sz="1600" b="1" i="0" u="none" strike="noStrike" kern="0" cap="none" spc="0" normalizeH="0" baseline="0" noProof="0">
                <a:ln>
                  <a:noFill/>
                </a:ln>
                <a:solidFill>
                  <a:prstClr val="white"/>
                </a:solidFill>
                <a:effectLst/>
                <a:uLnTx/>
                <a:uFillTx/>
                <a:latin typeface="Arial"/>
                <a:ea typeface="+mn-ea"/>
                <a:cs typeface="+mn-cs"/>
              </a:rPr>
              <a:t>Margens/ rentabilidade</a:t>
            </a:r>
          </a:p>
        </p:txBody>
      </p:sp>
      <p:grpSp>
        <p:nvGrpSpPr>
          <p:cNvPr id="20" name="Grupo 19">
            <a:extLst>
              <a:ext uri="{FF2B5EF4-FFF2-40B4-BE49-F238E27FC236}">
                <a16:creationId xmlns:a16="http://schemas.microsoft.com/office/drawing/2014/main" id="{C7517703-E563-0B9A-4BBB-ED0AC0DC3450}"/>
              </a:ext>
            </a:extLst>
          </p:cNvPr>
          <p:cNvGrpSpPr/>
          <p:nvPr/>
        </p:nvGrpSpPr>
        <p:grpSpPr>
          <a:xfrm>
            <a:off x="8140372" y="1260634"/>
            <a:ext cx="736339" cy="736339"/>
            <a:chOff x="8140372" y="1374934"/>
            <a:chExt cx="736339" cy="736339"/>
          </a:xfrm>
        </p:grpSpPr>
        <p:sp>
          <p:nvSpPr>
            <p:cNvPr id="10" name="Elipse 9">
              <a:extLst>
                <a:ext uri="{FF2B5EF4-FFF2-40B4-BE49-F238E27FC236}">
                  <a16:creationId xmlns:a16="http://schemas.microsoft.com/office/drawing/2014/main" id="{AF44A4A7-AD81-34F4-70BE-9732725EAD02}"/>
                </a:ext>
              </a:extLst>
            </p:cNvPr>
            <p:cNvSpPr/>
            <p:nvPr/>
          </p:nvSpPr>
          <p:spPr>
            <a:xfrm>
              <a:off x="8140372" y="1374934"/>
              <a:ext cx="736339" cy="736339"/>
            </a:xfrm>
            <a:prstGeom prst="ellipse">
              <a:avLst/>
            </a:prstGeom>
            <a:solidFill>
              <a:schemeClr val="accent5"/>
            </a:solidFill>
            <a:ln w="19050">
              <a:noFill/>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400" b="0" i="0" u="none" strike="noStrike" kern="1200" cap="none" spc="0" normalizeH="0" baseline="0" noProof="0" err="1">
                <a:ln>
                  <a:noFill/>
                </a:ln>
                <a:solidFill>
                  <a:prstClr val="white"/>
                </a:solidFill>
                <a:effectLst/>
                <a:uLnTx/>
                <a:uFillTx/>
                <a:latin typeface="Arial"/>
                <a:ea typeface="+mn-ea"/>
                <a:cs typeface="+mn-cs"/>
              </a:endParaRPr>
            </a:p>
          </p:txBody>
        </p:sp>
        <p:pic>
          <p:nvPicPr>
            <p:cNvPr id="1030" name="Picture 6" descr="Lucro - ícones de negócios e finanças grátis">
              <a:extLst>
                <a:ext uri="{FF2B5EF4-FFF2-40B4-BE49-F238E27FC236}">
                  <a16:creationId xmlns:a16="http://schemas.microsoft.com/office/drawing/2014/main" id="{88C3160F-C700-7467-1DBB-6E98E6E3293A}"/>
                </a:ext>
              </a:extLst>
            </p:cNvPr>
            <p:cNvPicPr>
              <a:picLocks noChangeAspect="1" noChangeArrowheads="1"/>
            </p:cNvPicPr>
            <p:nvPr/>
          </p:nvPicPr>
          <p:blipFill>
            <a:blip r:embed="rId11" cstate="screen">
              <a:extLst>
                <a:ext uri="{BEBA8EAE-BF5A-486C-A8C5-ECC9F3942E4B}">
                  <a14:imgProps xmlns:a14="http://schemas.microsoft.com/office/drawing/2010/main">
                    <a14:imgLayer r:embed="rId12">
                      <a14:imgEffect>
                        <a14:brightnessContrast bright="100000"/>
                      </a14:imgEffect>
                    </a14:imgLayer>
                  </a14:imgProps>
                </a:ext>
                <a:ext uri="{28A0092B-C50C-407E-A947-70E740481C1C}">
                  <a14:useLocalDpi xmlns:a14="http://schemas.microsoft.com/office/drawing/2010/main"/>
                </a:ext>
              </a:extLst>
            </a:blip>
            <a:srcRect/>
            <a:stretch>
              <a:fillRect/>
            </a:stretch>
          </p:blipFill>
          <p:spPr bwMode="auto">
            <a:xfrm>
              <a:off x="8275262" y="1468814"/>
              <a:ext cx="481797" cy="481797"/>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2" name="Grupo 21">
            <a:extLst>
              <a:ext uri="{FF2B5EF4-FFF2-40B4-BE49-F238E27FC236}">
                <a16:creationId xmlns:a16="http://schemas.microsoft.com/office/drawing/2014/main" id="{C918A581-5990-440B-5F33-3E4227E78442}"/>
              </a:ext>
            </a:extLst>
          </p:cNvPr>
          <p:cNvGrpSpPr/>
          <p:nvPr/>
        </p:nvGrpSpPr>
        <p:grpSpPr>
          <a:xfrm>
            <a:off x="4205781" y="1260634"/>
            <a:ext cx="736339" cy="736339"/>
            <a:chOff x="4205781" y="1374934"/>
            <a:chExt cx="736339" cy="736339"/>
          </a:xfrm>
        </p:grpSpPr>
        <p:sp>
          <p:nvSpPr>
            <p:cNvPr id="9" name="Elipse 8">
              <a:extLst>
                <a:ext uri="{FF2B5EF4-FFF2-40B4-BE49-F238E27FC236}">
                  <a16:creationId xmlns:a16="http://schemas.microsoft.com/office/drawing/2014/main" id="{BE39B538-169A-D7A6-0D22-9D6F5B8481FF}"/>
                </a:ext>
              </a:extLst>
            </p:cNvPr>
            <p:cNvSpPr/>
            <p:nvPr/>
          </p:nvSpPr>
          <p:spPr>
            <a:xfrm>
              <a:off x="4205781" y="1374934"/>
              <a:ext cx="736339" cy="736339"/>
            </a:xfrm>
            <a:prstGeom prst="ellipse">
              <a:avLst/>
            </a:prstGeom>
            <a:solidFill>
              <a:schemeClr val="accent5"/>
            </a:solidFill>
            <a:ln w="19050">
              <a:noFill/>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400" b="0" i="0" u="none" strike="noStrike" kern="1200" cap="none" spc="0" normalizeH="0" baseline="0" noProof="0" err="1">
                <a:ln>
                  <a:noFill/>
                </a:ln>
                <a:solidFill>
                  <a:prstClr val="white"/>
                </a:solidFill>
                <a:effectLst/>
                <a:uLnTx/>
                <a:uFillTx/>
                <a:latin typeface="Arial"/>
                <a:ea typeface="+mn-ea"/>
                <a:cs typeface="+mn-cs"/>
              </a:endParaRPr>
            </a:p>
          </p:txBody>
        </p:sp>
        <p:pic>
          <p:nvPicPr>
            <p:cNvPr id="1032" name="Picture 8" descr="Pricing - Free business icons">
              <a:extLst>
                <a:ext uri="{FF2B5EF4-FFF2-40B4-BE49-F238E27FC236}">
                  <a16:creationId xmlns:a16="http://schemas.microsoft.com/office/drawing/2014/main" id="{48351691-D906-90DF-89BC-5FA50CE7CAA7}"/>
                </a:ext>
              </a:extLst>
            </p:cNvPr>
            <p:cNvPicPr>
              <a:picLocks noChangeAspect="1" noChangeArrowheads="1"/>
            </p:cNvPicPr>
            <p:nvPr/>
          </p:nvPicPr>
          <p:blipFill>
            <a:blip r:embed="rId13" cstate="screen">
              <a:extLst>
                <a:ext uri="{BEBA8EAE-BF5A-486C-A8C5-ECC9F3942E4B}">
                  <a14:imgProps xmlns:a14="http://schemas.microsoft.com/office/drawing/2010/main">
                    <a14:imgLayer r:embed="rId14">
                      <a14:imgEffect>
                        <a14:brightnessContrast bright="100000"/>
                      </a14:imgEffect>
                    </a14:imgLayer>
                  </a14:imgProps>
                </a:ext>
                <a:ext uri="{28A0092B-C50C-407E-A947-70E740481C1C}">
                  <a14:useLocalDpi xmlns:a14="http://schemas.microsoft.com/office/drawing/2010/main"/>
                </a:ext>
              </a:extLst>
            </a:blip>
            <a:srcRect/>
            <a:stretch>
              <a:fillRect/>
            </a:stretch>
          </p:blipFill>
          <p:spPr bwMode="auto">
            <a:xfrm>
              <a:off x="4353990" y="1512185"/>
              <a:ext cx="438426" cy="438426"/>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3" name="Grupo 22">
            <a:extLst>
              <a:ext uri="{FF2B5EF4-FFF2-40B4-BE49-F238E27FC236}">
                <a16:creationId xmlns:a16="http://schemas.microsoft.com/office/drawing/2014/main" id="{24F669E4-A6A7-0365-DC3E-43D743C6ACC4}"/>
              </a:ext>
            </a:extLst>
          </p:cNvPr>
          <p:cNvGrpSpPr/>
          <p:nvPr/>
        </p:nvGrpSpPr>
        <p:grpSpPr>
          <a:xfrm>
            <a:off x="271190" y="1260634"/>
            <a:ext cx="736339" cy="736339"/>
            <a:chOff x="271190" y="1374934"/>
            <a:chExt cx="736339" cy="736339"/>
          </a:xfrm>
        </p:grpSpPr>
        <p:sp>
          <p:nvSpPr>
            <p:cNvPr id="8" name="Elipse 7">
              <a:extLst>
                <a:ext uri="{FF2B5EF4-FFF2-40B4-BE49-F238E27FC236}">
                  <a16:creationId xmlns:a16="http://schemas.microsoft.com/office/drawing/2014/main" id="{1EB09220-2F97-7B07-2826-71A9333BDFB4}"/>
                </a:ext>
              </a:extLst>
            </p:cNvPr>
            <p:cNvSpPr/>
            <p:nvPr/>
          </p:nvSpPr>
          <p:spPr>
            <a:xfrm>
              <a:off x="271190" y="1374934"/>
              <a:ext cx="736339" cy="736339"/>
            </a:xfrm>
            <a:prstGeom prst="ellipse">
              <a:avLst/>
            </a:prstGeom>
            <a:solidFill>
              <a:schemeClr val="accent5"/>
            </a:solidFill>
            <a:ln w="19050">
              <a:noFill/>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400" b="0" i="0" u="none" strike="noStrike" kern="1200" cap="none" spc="0" normalizeH="0" baseline="0" noProof="0" err="1">
                <a:ln>
                  <a:noFill/>
                </a:ln>
                <a:solidFill>
                  <a:prstClr val="white"/>
                </a:solidFill>
                <a:effectLst/>
                <a:uLnTx/>
                <a:uFillTx/>
                <a:latin typeface="Arial"/>
                <a:ea typeface="+mn-ea"/>
                <a:cs typeface="+mn-cs"/>
              </a:endParaRPr>
            </a:p>
          </p:txBody>
        </p:sp>
        <p:pic>
          <p:nvPicPr>
            <p:cNvPr id="1034" name="Picture 10">
              <a:extLst>
                <a:ext uri="{FF2B5EF4-FFF2-40B4-BE49-F238E27FC236}">
                  <a16:creationId xmlns:a16="http://schemas.microsoft.com/office/drawing/2014/main" id="{3A2FDC7C-1375-EFD5-5C09-D6BEA4EFCF9D}"/>
                </a:ext>
              </a:extLst>
            </p:cNvPr>
            <p:cNvPicPr>
              <a:picLocks noChangeAspect="1" noChangeArrowheads="1"/>
            </p:cNvPicPr>
            <p:nvPr/>
          </p:nvPicPr>
          <p:blipFill>
            <a:blip r:embed="rId15" cstate="screen">
              <a:extLst>
                <a:ext uri="{BEBA8EAE-BF5A-486C-A8C5-ECC9F3942E4B}">
                  <a14:imgProps xmlns:a14="http://schemas.microsoft.com/office/drawing/2010/main">
                    <a14:imgLayer r:embed="rId16">
                      <a14:imgEffect>
                        <a14:brightnessContrast bright="100000"/>
                      </a14:imgEffect>
                    </a14:imgLayer>
                  </a14:imgProps>
                </a:ext>
                <a:ext uri="{28A0092B-C50C-407E-A947-70E740481C1C}">
                  <a14:useLocalDpi xmlns:a14="http://schemas.microsoft.com/office/drawing/2010/main"/>
                </a:ext>
              </a:extLst>
            </a:blip>
            <a:srcRect/>
            <a:stretch>
              <a:fillRect/>
            </a:stretch>
          </p:blipFill>
          <p:spPr bwMode="auto">
            <a:xfrm>
              <a:off x="384175" y="1488276"/>
              <a:ext cx="481385" cy="481385"/>
            </a:xfrm>
            <a:prstGeom prst="rect">
              <a:avLst/>
            </a:prstGeom>
            <a:noFill/>
            <a:extLst>
              <a:ext uri="{909E8E84-426E-40DD-AFC4-6F175D3DCCD1}">
                <a14:hiddenFill xmlns:a14="http://schemas.microsoft.com/office/drawing/2010/main">
                  <a:solidFill>
                    <a:srgbClr val="FFFFFF"/>
                  </a:solidFill>
                </a14:hiddenFill>
              </a:ext>
            </a:extLst>
          </p:spPr>
        </p:pic>
      </p:grpSp>
      <p:sp>
        <p:nvSpPr>
          <p:cNvPr id="24" name="Rectángulo 23">
            <a:extLst>
              <a:ext uri="{FF2B5EF4-FFF2-40B4-BE49-F238E27FC236}">
                <a16:creationId xmlns:a16="http://schemas.microsoft.com/office/drawing/2014/main" id="{615BB920-A74C-088F-FEDC-B8CBB4B5B62F}"/>
              </a:ext>
            </a:extLst>
          </p:cNvPr>
          <p:cNvSpPr/>
          <p:nvPr/>
        </p:nvSpPr>
        <p:spPr>
          <a:xfrm>
            <a:off x="0" y="4012311"/>
            <a:ext cx="12192000" cy="563374"/>
          </a:xfrm>
          <a:prstGeom prst="rect">
            <a:avLst/>
          </a:prstGeom>
          <a:solidFill>
            <a:schemeClr val="accent3"/>
          </a:solidFill>
          <a:ln w="19050">
            <a:noFill/>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400" b="0" i="0" u="none" strike="noStrike" kern="1200" cap="none" spc="0" normalizeH="0" baseline="0" noProof="0" err="1">
              <a:ln>
                <a:noFill/>
              </a:ln>
              <a:solidFill>
                <a:prstClr val="white"/>
              </a:solidFill>
              <a:effectLst/>
              <a:uLnTx/>
              <a:uFillTx/>
              <a:latin typeface="Arial"/>
              <a:ea typeface="+mn-ea"/>
              <a:cs typeface="+mn-cs"/>
            </a:endParaRPr>
          </a:p>
        </p:txBody>
      </p:sp>
      <p:sp>
        <p:nvSpPr>
          <p:cNvPr id="31" name="CuadroTexto 30">
            <a:extLst>
              <a:ext uri="{FF2B5EF4-FFF2-40B4-BE49-F238E27FC236}">
                <a16:creationId xmlns:a16="http://schemas.microsoft.com/office/drawing/2014/main" id="{B4208838-5764-31CE-1076-7C3655578B6E}"/>
              </a:ext>
            </a:extLst>
          </p:cNvPr>
          <p:cNvSpPr txBox="1"/>
          <p:nvPr/>
        </p:nvSpPr>
        <p:spPr bwMode="auto">
          <a:xfrm>
            <a:off x="1107309" y="4170888"/>
            <a:ext cx="3070270" cy="246221"/>
          </a:xfrm>
          <a:prstGeom prst="rect">
            <a:avLst/>
          </a:prstGeom>
          <a:noFill/>
          <a:ln w="9525">
            <a:noFill/>
            <a:miter lim="800000"/>
            <a:headEnd/>
            <a:tailEnd/>
          </a:ln>
        </p:spPr>
        <p:txBody>
          <a:bodyPr vert="horz" wrap="square" lIns="0" tIns="0" rIns="0" bIns="0" numCol="1" rtlCol="0"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pt-BR" sz="1600" b="1" i="0" u="none" strike="noStrike" kern="0" cap="none" spc="0" normalizeH="0" baseline="0" noProof="0">
                <a:ln>
                  <a:noFill/>
                </a:ln>
                <a:solidFill>
                  <a:prstClr val="white"/>
                </a:solidFill>
                <a:effectLst/>
                <a:uLnTx/>
                <a:uFillTx/>
                <a:latin typeface="Arial"/>
                <a:ea typeface="+mn-ea"/>
                <a:cs typeface="+mn-cs"/>
              </a:rPr>
              <a:t>Ciclo financeiro</a:t>
            </a:r>
          </a:p>
        </p:txBody>
      </p:sp>
      <p:sp>
        <p:nvSpPr>
          <p:cNvPr id="32" name="CuadroTexto 31">
            <a:extLst>
              <a:ext uri="{FF2B5EF4-FFF2-40B4-BE49-F238E27FC236}">
                <a16:creationId xmlns:a16="http://schemas.microsoft.com/office/drawing/2014/main" id="{D04BD7F0-D882-1FCB-A67A-6E3D07484097}"/>
              </a:ext>
            </a:extLst>
          </p:cNvPr>
          <p:cNvSpPr txBox="1"/>
          <p:nvPr/>
        </p:nvSpPr>
        <p:spPr bwMode="auto">
          <a:xfrm>
            <a:off x="5041900" y="4170888"/>
            <a:ext cx="3070270" cy="246221"/>
          </a:xfrm>
          <a:prstGeom prst="rect">
            <a:avLst/>
          </a:prstGeom>
          <a:noFill/>
          <a:ln w="9525">
            <a:noFill/>
            <a:miter lim="800000"/>
            <a:headEnd/>
            <a:tailEnd/>
          </a:ln>
        </p:spPr>
        <p:txBody>
          <a:bodyPr vert="horz" wrap="square" lIns="0" tIns="0" rIns="0" bIns="0" numCol="1" rtlCol="0"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pt-BR" sz="1600" b="1" i="0" u="none" strike="noStrike" kern="0" cap="none" spc="0" normalizeH="0" baseline="0" noProof="0">
                <a:ln>
                  <a:noFill/>
                </a:ln>
                <a:solidFill>
                  <a:prstClr val="white"/>
                </a:solidFill>
                <a:effectLst/>
                <a:uLnTx/>
                <a:uFillTx/>
                <a:latin typeface="Arial"/>
                <a:ea typeface="+mn-ea"/>
                <a:cs typeface="+mn-cs"/>
              </a:rPr>
              <a:t>Portfólio</a:t>
            </a:r>
          </a:p>
        </p:txBody>
      </p:sp>
      <p:sp>
        <p:nvSpPr>
          <p:cNvPr id="38" name="CuadroTexto 37">
            <a:extLst>
              <a:ext uri="{FF2B5EF4-FFF2-40B4-BE49-F238E27FC236}">
                <a16:creationId xmlns:a16="http://schemas.microsoft.com/office/drawing/2014/main" id="{E4026B7C-7AE7-7CF3-E065-A31C91B8D469}"/>
              </a:ext>
            </a:extLst>
          </p:cNvPr>
          <p:cNvSpPr txBox="1"/>
          <p:nvPr/>
        </p:nvSpPr>
        <p:spPr bwMode="auto">
          <a:xfrm>
            <a:off x="8976492" y="4170888"/>
            <a:ext cx="3070270" cy="246221"/>
          </a:xfrm>
          <a:prstGeom prst="rect">
            <a:avLst/>
          </a:prstGeom>
          <a:noFill/>
          <a:ln w="9525">
            <a:noFill/>
            <a:miter lim="800000"/>
            <a:headEnd/>
            <a:tailEnd/>
          </a:ln>
        </p:spPr>
        <p:txBody>
          <a:bodyPr vert="horz" wrap="square" lIns="0" tIns="0" rIns="0" bIns="0" numCol="1" rtlCol="0"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pt-BR" sz="1600" b="1" i="0" u="none" strike="noStrike" kern="0" cap="none" spc="0" normalizeH="0" baseline="0" noProof="0">
                <a:ln>
                  <a:noFill/>
                </a:ln>
                <a:solidFill>
                  <a:prstClr val="white"/>
                </a:solidFill>
                <a:effectLst/>
                <a:uLnTx/>
                <a:uFillTx/>
                <a:latin typeface="Arial"/>
                <a:ea typeface="+mn-ea"/>
                <a:cs typeface="+mn-cs"/>
              </a:rPr>
              <a:t>Geração de caixa</a:t>
            </a:r>
          </a:p>
        </p:txBody>
      </p:sp>
      <p:grpSp>
        <p:nvGrpSpPr>
          <p:cNvPr id="50" name="Grupo 49">
            <a:extLst>
              <a:ext uri="{FF2B5EF4-FFF2-40B4-BE49-F238E27FC236}">
                <a16:creationId xmlns:a16="http://schemas.microsoft.com/office/drawing/2014/main" id="{29D4339A-2BC8-A7BD-4A25-AC5B7686B6DB}"/>
              </a:ext>
            </a:extLst>
          </p:cNvPr>
          <p:cNvGrpSpPr/>
          <p:nvPr/>
        </p:nvGrpSpPr>
        <p:grpSpPr>
          <a:xfrm>
            <a:off x="4205781" y="3925829"/>
            <a:ext cx="736339" cy="736339"/>
            <a:chOff x="4205781" y="3925829"/>
            <a:chExt cx="736339" cy="736339"/>
          </a:xfrm>
        </p:grpSpPr>
        <p:sp>
          <p:nvSpPr>
            <p:cNvPr id="45" name="Elipse 44">
              <a:extLst>
                <a:ext uri="{FF2B5EF4-FFF2-40B4-BE49-F238E27FC236}">
                  <a16:creationId xmlns:a16="http://schemas.microsoft.com/office/drawing/2014/main" id="{BDC2AC7E-8A9E-EF13-E5E5-82CA023DAE24}"/>
                </a:ext>
              </a:extLst>
            </p:cNvPr>
            <p:cNvSpPr/>
            <p:nvPr/>
          </p:nvSpPr>
          <p:spPr>
            <a:xfrm>
              <a:off x="4205781" y="3925829"/>
              <a:ext cx="736339" cy="736339"/>
            </a:xfrm>
            <a:prstGeom prst="ellipse">
              <a:avLst/>
            </a:prstGeom>
            <a:solidFill>
              <a:schemeClr val="accent5"/>
            </a:solidFill>
            <a:ln w="19050">
              <a:noFill/>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400" b="0" i="0" u="none" strike="noStrike" kern="1200" cap="none" spc="0" normalizeH="0" baseline="0" noProof="0" err="1">
                <a:ln>
                  <a:noFill/>
                </a:ln>
                <a:solidFill>
                  <a:prstClr val="white"/>
                </a:solidFill>
                <a:effectLst/>
                <a:uLnTx/>
                <a:uFillTx/>
                <a:latin typeface="Arial"/>
                <a:ea typeface="+mn-ea"/>
                <a:cs typeface="+mn-cs"/>
              </a:endParaRPr>
            </a:p>
          </p:txBody>
        </p:sp>
        <p:pic>
          <p:nvPicPr>
            <p:cNvPr id="27" name="Picture 26">
              <a:extLst>
                <a:ext uri="{FF2B5EF4-FFF2-40B4-BE49-F238E27FC236}">
                  <a16:creationId xmlns:a16="http://schemas.microsoft.com/office/drawing/2014/main" id="{20B05002-5187-F059-5453-A76539074ED7}"/>
                </a:ext>
              </a:extLst>
            </p:cNvPr>
            <p:cNvPicPr>
              <a:picLocks noChangeAspect="1"/>
            </p:cNvPicPr>
            <p:nvPr/>
          </p:nvPicPr>
          <p:blipFill>
            <a:blip r:embed="rId17" cstate="email">
              <a:lum bright="70000" contrast="-70000"/>
              <a:extLst>
                <a:ext uri="{BEBA8EAE-BF5A-486C-A8C5-ECC9F3942E4B}">
                  <a14:imgProps xmlns:a14="http://schemas.microsoft.com/office/drawing/2010/main">
                    <a14:imgLayer r:embed="rId18">
                      <a14:imgEffect>
                        <a14:artisticPhotocopy/>
                      </a14:imgEffect>
                    </a14:imgLayer>
                  </a14:imgProps>
                </a:ext>
                <a:ext uri="{28A0092B-C50C-407E-A947-70E740481C1C}">
                  <a14:useLocalDpi xmlns:a14="http://schemas.microsoft.com/office/drawing/2010/main"/>
                </a:ext>
              </a:extLst>
            </a:blip>
            <a:stretch>
              <a:fillRect/>
            </a:stretch>
          </p:blipFill>
          <p:spPr>
            <a:xfrm>
              <a:off x="4369809" y="4086582"/>
              <a:ext cx="408283" cy="408283"/>
            </a:xfrm>
            <a:prstGeom prst="rect">
              <a:avLst/>
            </a:prstGeom>
          </p:spPr>
        </p:pic>
      </p:grpSp>
      <p:grpSp>
        <p:nvGrpSpPr>
          <p:cNvPr id="51" name="Grupo 50">
            <a:extLst>
              <a:ext uri="{FF2B5EF4-FFF2-40B4-BE49-F238E27FC236}">
                <a16:creationId xmlns:a16="http://schemas.microsoft.com/office/drawing/2014/main" id="{1DC31CC5-596E-520A-760E-50634029E8FA}"/>
              </a:ext>
            </a:extLst>
          </p:cNvPr>
          <p:cNvGrpSpPr/>
          <p:nvPr/>
        </p:nvGrpSpPr>
        <p:grpSpPr>
          <a:xfrm>
            <a:off x="8140372" y="3925829"/>
            <a:ext cx="736339" cy="736339"/>
            <a:chOff x="8140372" y="3925829"/>
            <a:chExt cx="736339" cy="736339"/>
          </a:xfrm>
        </p:grpSpPr>
        <p:sp>
          <p:nvSpPr>
            <p:cNvPr id="41" name="Elipse 40">
              <a:extLst>
                <a:ext uri="{FF2B5EF4-FFF2-40B4-BE49-F238E27FC236}">
                  <a16:creationId xmlns:a16="http://schemas.microsoft.com/office/drawing/2014/main" id="{76A2C9E7-CE8A-DF83-05E9-83C7913B05A9}"/>
                </a:ext>
              </a:extLst>
            </p:cNvPr>
            <p:cNvSpPr/>
            <p:nvPr/>
          </p:nvSpPr>
          <p:spPr>
            <a:xfrm>
              <a:off x="8140372" y="3925829"/>
              <a:ext cx="736339" cy="736339"/>
            </a:xfrm>
            <a:prstGeom prst="ellipse">
              <a:avLst/>
            </a:prstGeom>
            <a:solidFill>
              <a:schemeClr val="accent5"/>
            </a:solidFill>
            <a:ln w="19050">
              <a:noFill/>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400" b="0" i="0" u="none" strike="noStrike" kern="1200" cap="none" spc="0" normalizeH="0" baseline="0" noProof="0" err="1">
                <a:ln>
                  <a:noFill/>
                </a:ln>
                <a:solidFill>
                  <a:prstClr val="white"/>
                </a:solidFill>
                <a:effectLst/>
                <a:uLnTx/>
                <a:uFillTx/>
                <a:latin typeface="Arial"/>
                <a:ea typeface="+mn-ea"/>
                <a:cs typeface="+mn-cs"/>
              </a:endParaRPr>
            </a:p>
          </p:txBody>
        </p:sp>
        <p:pic>
          <p:nvPicPr>
            <p:cNvPr id="1036" name="Picture 12" descr="Fluxo de caixa - ícones de negócios e finanças grátis">
              <a:extLst>
                <a:ext uri="{FF2B5EF4-FFF2-40B4-BE49-F238E27FC236}">
                  <a16:creationId xmlns:a16="http://schemas.microsoft.com/office/drawing/2014/main" id="{2D441E58-B2BB-F85C-75F4-37225149F05A}"/>
                </a:ext>
              </a:extLst>
            </p:cNvPr>
            <p:cNvPicPr>
              <a:picLocks noChangeAspect="1" noChangeArrowheads="1"/>
            </p:cNvPicPr>
            <p:nvPr/>
          </p:nvPicPr>
          <p:blipFill>
            <a:blip r:embed="rId19" cstate="screen">
              <a:extLst>
                <a:ext uri="{BEBA8EAE-BF5A-486C-A8C5-ECC9F3942E4B}">
                  <a14:imgProps xmlns:a14="http://schemas.microsoft.com/office/drawing/2010/main">
                    <a14:imgLayer r:embed="rId20">
                      <a14:imgEffect>
                        <a14:brightnessContrast bright="100000"/>
                      </a14:imgEffect>
                    </a14:imgLayer>
                  </a14:imgProps>
                </a:ext>
                <a:ext uri="{28A0092B-C50C-407E-A947-70E740481C1C}">
                  <a14:useLocalDpi xmlns:a14="http://schemas.microsoft.com/office/drawing/2010/main"/>
                </a:ext>
              </a:extLst>
            </a:blip>
            <a:srcRect/>
            <a:stretch>
              <a:fillRect/>
            </a:stretch>
          </p:blipFill>
          <p:spPr bwMode="auto">
            <a:xfrm>
              <a:off x="8241189" y="4012511"/>
              <a:ext cx="534703" cy="534703"/>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52" name="Grupo 51">
            <a:extLst>
              <a:ext uri="{FF2B5EF4-FFF2-40B4-BE49-F238E27FC236}">
                <a16:creationId xmlns:a16="http://schemas.microsoft.com/office/drawing/2014/main" id="{B7B71A25-8F18-1473-1E6A-D99B065CB670}"/>
              </a:ext>
            </a:extLst>
          </p:cNvPr>
          <p:cNvGrpSpPr/>
          <p:nvPr/>
        </p:nvGrpSpPr>
        <p:grpSpPr>
          <a:xfrm>
            <a:off x="271190" y="3925829"/>
            <a:ext cx="736339" cy="736339"/>
            <a:chOff x="271190" y="3925829"/>
            <a:chExt cx="736339" cy="736339"/>
          </a:xfrm>
        </p:grpSpPr>
        <p:sp>
          <p:nvSpPr>
            <p:cNvPr id="48" name="Elipse 47">
              <a:extLst>
                <a:ext uri="{FF2B5EF4-FFF2-40B4-BE49-F238E27FC236}">
                  <a16:creationId xmlns:a16="http://schemas.microsoft.com/office/drawing/2014/main" id="{33403983-CC6C-F56F-BE94-A81732445B62}"/>
                </a:ext>
              </a:extLst>
            </p:cNvPr>
            <p:cNvSpPr/>
            <p:nvPr/>
          </p:nvSpPr>
          <p:spPr>
            <a:xfrm>
              <a:off x="271190" y="3925829"/>
              <a:ext cx="736339" cy="736339"/>
            </a:xfrm>
            <a:prstGeom prst="ellipse">
              <a:avLst/>
            </a:prstGeom>
            <a:solidFill>
              <a:schemeClr val="accent5"/>
            </a:solidFill>
            <a:ln w="19050">
              <a:noFill/>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400" b="0" i="0" u="none" strike="noStrike" kern="1200" cap="none" spc="0" normalizeH="0" baseline="0" noProof="0" err="1">
                <a:ln>
                  <a:noFill/>
                </a:ln>
                <a:solidFill>
                  <a:prstClr val="white"/>
                </a:solidFill>
                <a:effectLst/>
                <a:uLnTx/>
                <a:uFillTx/>
                <a:latin typeface="Arial"/>
                <a:ea typeface="+mn-ea"/>
                <a:cs typeface="+mn-cs"/>
              </a:endParaRPr>
            </a:p>
          </p:txBody>
        </p:sp>
        <p:pic>
          <p:nvPicPr>
            <p:cNvPr id="1040" name="Picture 16">
              <a:extLst>
                <a:ext uri="{FF2B5EF4-FFF2-40B4-BE49-F238E27FC236}">
                  <a16:creationId xmlns:a16="http://schemas.microsoft.com/office/drawing/2014/main" id="{278014BA-7FF2-E895-4A9F-D61313BF71CB}"/>
                </a:ext>
              </a:extLst>
            </p:cNvPr>
            <p:cNvPicPr>
              <a:picLocks noChangeAspect="1" noChangeArrowheads="1"/>
            </p:cNvPicPr>
            <p:nvPr/>
          </p:nvPicPr>
          <p:blipFill>
            <a:blip r:embed="rId21" cstate="screen">
              <a:extLst>
                <a:ext uri="{BEBA8EAE-BF5A-486C-A8C5-ECC9F3942E4B}">
                  <a14:imgProps xmlns:a14="http://schemas.microsoft.com/office/drawing/2010/main">
                    <a14:imgLayer r:embed="rId22">
                      <a14:imgEffect>
                        <a14:brightnessContrast bright="100000"/>
                      </a14:imgEffect>
                    </a14:imgLayer>
                  </a14:imgProps>
                </a:ext>
                <a:ext uri="{28A0092B-C50C-407E-A947-70E740481C1C}">
                  <a14:useLocalDpi xmlns:a14="http://schemas.microsoft.com/office/drawing/2010/main"/>
                </a:ext>
              </a:extLst>
            </a:blip>
            <a:srcRect/>
            <a:stretch>
              <a:fillRect/>
            </a:stretch>
          </p:blipFill>
          <p:spPr bwMode="auto">
            <a:xfrm>
              <a:off x="315727" y="3956230"/>
              <a:ext cx="647264" cy="647264"/>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6490316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5" name="Objeto 4" hidden="1">
            <a:extLst>
              <a:ext uri="{FF2B5EF4-FFF2-40B4-BE49-F238E27FC236}">
                <a16:creationId xmlns:a16="http://schemas.microsoft.com/office/drawing/2014/main" id="{2A0F01E9-3A2C-403F-A489-71E08A6301EB}"/>
              </a:ext>
            </a:extLst>
          </p:cNvPr>
          <p:cNvGraphicFramePr>
            <a:graphicFrameLocks noChangeAspect="1"/>
          </p:cNvGraphicFramePr>
          <p:nvPr>
            <p:custDataLst>
              <p:tags r:id="rId1"/>
            </p:custDataLst>
            <p:extLst>
              <p:ext uri="{D42A27DB-BD31-4B8C-83A1-F6EECF244321}">
                <p14:modId xmlns:p14="http://schemas.microsoft.com/office/powerpoint/2010/main" val="29123195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Slide do think-cell" r:id="rId4" imgW="395" imgH="394" progId="TCLayout.ActiveDocument.1">
                  <p:embed/>
                </p:oleObj>
              </mc:Choice>
              <mc:Fallback>
                <p:oleObj name="Slide do think-cell" r:id="rId4" imgW="395" imgH="394" progId="TCLayout.ActiveDocument.1">
                  <p:embed/>
                  <p:pic>
                    <p:nvPicPr>
                      <p:cNvPr id="5" name="Objeto 4" hidden="1">
                        <a:extLst>
                          <a:ext uri="{FF2B5EF4-FFF2-40B4-BE49-F238E27FC236}">
                            <a16:creationId xmlns:a16="http://schemas.microsoft.com/office/drawing/2014/main" id="{2A0F01E9-3A2C-403F-A489-71E08A6301E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tângulo 3" hidden="1">
            <a:extLst>
              <a:ext uri="{FF2B5EF4-FFF2-40B4-BE49-F238E27FC236}">
                <a16:creationId xmlns:a16="http://schemas.microsoft.com/office/drawing/2014/main" id="{1E190819-9826-4E61-8629-AD256C758898}"/>
              </a:ext>
            </a:extLst>
          </p:cNvPr>
          <p:cNvSpPr/>
          <p:nvPr>
            <p:custDataLst>
              <p:tags r:id="rId2"/>
            </p:custDataLst>
          </p:nvPr>
        </p:nvSpPr>
        <p:spPr>
          <a:xfrm>
            <a:off x="0" y="0"/>
            <a:ext cx="158750" cy="158750"/>
          </a:xfrm>
          <a:prstGeom prst="rect">
            <a:avLst/>
          </a:prstGeom>
          <a:solidFill>
            <a:schemeClr val="accent2"/>
          </a:solidFill>
          <a:ln w="19050">
            <a:solidFill>
              <a:schemeClr val="accent2"/>
            </a:solidFill>
            <a:miter lim="400000"/>
          </a:ln>
          <a:effectLst/>
        </p:spPr>
        <p:txBody>
          <a:bodyPr wrap="none" lIns="0" tIns="0" rIns="0" bIns="0" numCol="1" spcCol="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2000" b="1" i="0" u="none" strike="noStrike" kern="1200" cap="none" spc="0" normalizeH="0" baseline="0" noProof="0" err="1">
              <a:ln>
                <a:noFill/>
              </a:ln>
              <a:solidFill>
                <a:prstClr val="white"/>
              </a:solidFill>
              <a:effectLst/>
              <a:uLnTx/>
              <a:uFillTx/>
              <a:latin typeface="Arial" panose="020B0604020202020204" pitchFamily="34" charset="0"/>
              <a:ea typeface="+mn-ea"/>
              <a:cs typeface="+mn-cs"/>
              <a:sym typeface="Arial" panose="020B0604020202020204" pitchFamily="34" charset="0"/>
            </a:endParaRPr>
          </a:p>
        </p:txBody>
      </p:sp>
      <p:pic>
        <p:nvPicPr>
          <p:cNvPr id="361537" name="Picture 65" descr="It's Time to Skip the Formal Interview | Inc.com">
            <a:extLst>
              <a:ext uri="{FF2B5EF4-FFF2-40B4-BE49-F238E27FC236}">
                <a16:creationId xmlns:a16="http://schemas.microsoft.com/office/drawing/2014/main" id="{4549C725-02DC-41A3-AC9B-13DF7CE83446}"/>
              </a:ext>
            </a:extLst>
          </p:cNvPr>
          <p:cNvPicPr>
            <a:picLocks noChangeAspect="1" noChangeArrowheads="1"/>
          </p:cNvPicPr>
          <p:nvPr/>
        </p:nvPicPr>
        <p:blipFill rotWithShape="1">
          <a:blip r:embed="rId6" cstate="email">
            <a:extLst>
              <a:ext uri="{28A0092B-C50C-407E-A947-70E740481C1C}">
                <a14:useLocalDpi xmlns:a14="http://schemas.microsoft.com/office/drawing/2010/main"/>
              </a:ext>
            </a:extLst>
          </a:blip>
          <a:srcRect/>
          <a:stretch/>
        </p:blipFill>
        <p:spPr bwMode="auto">
          <a:xfrm>
            <a:off x="6096001" y="1108361"/>
            <a:ext cx="6096000" cy="4952697"/>
          </a:xfrm>
          <a:prstGeom prst="rect">
            <a:avLst/>
          </a:prstGeom>
          <a:noFill/>
          <a:extLst>
            <a:ext uri="{909E8E84-426E-40DD-AFC4-6F175D3DCCD1}">
              <a14:hiddenFill xmlns:a14="http://schemas.microsoft.com/office/drawing/2010/main">
                <a:solidFill>
                  <a:srgbClr val="FFFFFF"/>
                </a:solidFill>
              </a14:hiddenFill>
            </a:ext>
          </a:extLst>
        </p:spPr>
      </p:pic>
      <p:sp>
        <p:nvSpPr>
          <p:cNvPr id="2" name="Espaço Reservado para Texto 1">
            <a:extLst>
              <a:ext uri="{FF2B5EF4-FFF2-40B4-BE49-F238E27FC236}">
                <a16:creationId xmlns:a16="http://schemas.microsoft.com/office/drawing/2014/main" id="{F2FBA144-752C-49EC-AACE-9CA763D7ED5C}"/>
              </a:ext>
            </a:extLst>
          </p:cNvPr>
          <p:cNvSpPr>
            <a:spLocks noGrp="1"/>
          </p:cNvSpPr>
          <p:nvPr>
            <p:ph type="body" sz="quarter" idx="14"/>
          </p:nvPr>
        </p:nvSpPr>
        <p:spPr/>
        <p:txBody>
          <a:bodyPr/>
          <a:lstStyle/>
          <a:p>
            <a:r>
              <a:rPr lang="pt-BR"/>
              <a:t>Fonte: Mirow &amp; Co.</a:t>
            </a:r>
          </a:p>
        </p:txBody>
      </p:sp>
      <p:sp>
        <p:nvSpPr>
          <p:cNvPr id="3" name="Título 2">
            <a:extLst>
              <a:ext uri="{FF2B5EF4-FFF2-40B4-BE49-F238E27FC236}">
                <a16:creationId xmlns:a16="http://schemas.microsoft.com/office/drawing/2014/main" id="{18D92DC2-1F67-4189-9585-0A831432205B}"/>
              </a:ext>
            </a:extLst>
          </p:cNvPr>
          <p:cNvSpPr>
            <a:spLocks noGrp="1"/>
          </p:cNvSpPr>
          <p:nvPr>
            <p:ph type="title"/>
          </p:nvPr>
        </p:nvSpPr>
        <p:spPr/>
        <p:txBody>
          <a:bodyPr vert="horz"/>
          <a:lstStyle/>
          <a:p>
            <a:r>
              <a:rPr lang="pt-BR"/>
              <a:t>Realizaremos entrevistas com executivos e gestores selecionados da Morro Verde, para entender dores atuais e aspirações sobre a organização das áreas comerciais</a:t>
            </a:r>
          </a:p>
        </p:txBody>
      </p:sp>
      <p:sp>
        <p:nvSpPr>
          <p:cNvPr id="7" name="Rectangle 4">
            <a:extLst>
              <a:ext uri="{FF2B5EF4-FFF2-40B4-BE49-F238E27FC236}">
                <a16:creationId xmlns:a16="http://schemas.microsoft.com/office/drawing/2014/main" id="{49AD5371-55E7-4750-81FB-8821A2987DF1}"/>
              </a:ext>
            </a:extLst>
          </p:cNvPr>
          <p:cNvSpPr/>
          <p:nvPr/>
        </p:nvSpPr>
        <p:spPr>
          <a:xfrm>
            <a:off x="0" y="1108362"/>
            <a:ext cx="6591573" cy="4952695"/>
          </a:xfrm>
          <a:prstGeom prst="rect">
            <a:avLst/>
          </a:prstGeom>
          <a:solidFill>
            <a:schemeClr val="accent1"/>
          </a:solidFill>
          <a:ln w="19050">
            <a:noFill/>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err="1">
              <a:ln>
                <a:noFill/>
              </a:ln>
              <a:solidFill>
                <a:prstClr val="white"/>
              </a:solidFill>
              <a:effectLst/>
              <a:uLnTx/>
              <a:uFillTx/>
              <a:latin typeface="Arial"/>
              <a:ea typeface="+mn-ea"/>
              <a:cs typeface="+mn-cs"/>
            </a:endParaRPr>
          </a:p>
        </p:txBody>
      </p:sp>
      <p:sp>
        <p:nvSpPr>
          <p:cNvPr id="8" name="Content Placeholder 2">
            <a:extLst>
              <a:ext uri="{FF2B5EF4-FFF2-40B4-BE49-F238E27FC236}">
                <a16:creationId xmlns:a16="http://schemas.microsoft.com/office/drawing/2014/main" id="{1226EFA8-DB83-4E5B-B496-0E6D7F205F2A}"/>
              </a:ext>
            </a:extLst>
          </p:cNvPr>
          <p:cNvSpPr txBox="1">
            <a:spLocks/>
          </p:cNvSpPr>
          <p:nvPr/>
        </p:nvSpPr>
        <p:spPr bwMode="auto">
          <a:xfrm>
            <a:off x="478971" y="1222524"/>
            <a:ext cx="5779246" cy="4724370"/>
          </a:xfrm>
          <a:prstGeom prst="rect">
            <a:avLst/>
          </a:prstGeom>
        </p:spPr>
        <p:txBody>
          <a:bodyPr vert="horz" wrap="square" lIns="0" tIns="0" rIns="0" bIns="0" rtlCol="0" anchor="ctr">
            <a:spAutoFit/>
          </a:bodyPr>
          <a:lstStyle>
            <a:lvl1pPr indent="0">
              <a:spcBef>
                <a:spcPct val="20000"/>
              </a:spcBef>
              <a:buFont typeface="Arial" pitchFamily="34" charset="0"/>
              <a:buNone/>
              <a:defRPr sz="1400"/>
            </a:lvl1pPr>
            <a:lvl2pPr marL="179388" lvl="1" indent="-177800">
              <a:spcBef>
                <a:spcPct val="20000"/>
              </a:spcBef>
              <a:buClrTx/>
              <a:buFont typeface="Wingdings" pitchFamily="2" charset="2"/>
              <a:buChar char="§"/>
              <a:tabLst/>
              <a:defRPr lang="pt-BR" sz="1400" baseline="0"/>
            </a:lvl2pPr>
            <a:lvl3pPr marL="358775" lvl="2" indent="-179388">
              <a:spcBef>
                <a:spcPct val="20000"/>
              </a:spcBef>
              <a:buClrTx/>
              <a:buSzPct val="120000"/>
              <a:buFont typeface="System Font Regular"/>
              <a:buChar char="‒"/>
              <a:tabLst/>
              <a:defRPr lang="pt-BR" sz="1400" baseline="0"/>
            </a:lvl3pPr>
            <a:lvl4pPr marL="539750" indent="-180975">
              <a:spcBef>
                <a:spcPct val="20000"/>
              </a:spcBef>
              <a:buClrTx/>
              <a:buSzPct val="120000"/>
              <a:buFont typeface="Arial" panose="020B0604020202020204" pitchFamily="34" charset="0"/>
              <a:buChar char="▫"/>
              <a:tabLst/>
              <a:defRPr lang="pt-BR" sz="1400" baseline="0"/>
            </a:lvl4pPr>
            <a:lvl5pPr marL="719138" indent="-179388">
              <a:spcBef>
                <a:spcPct val="20000"/>
              </a:spcBef>
              <a:buClrTx/>
              <a:buFont typeface="Songti SC Regular" panose="02010600040101010101" pitchFamily="2" charset="-122"/>
              <a:buChar char="﹘"/>
              <a:tabLst/>
              <a:defRPr lang="pt-BR" sz="1400" baseline="0"/>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marL="0" marR="0" lvl="0" indent="0" algn="l" defTabSz="914400" rtl="0" eaLnBrk="1" fontAlgn="auto" latinLnBrk="0" hangingPunct="1">
              <a:lnSpc>
                <a:spcPct val="100000"/>
              </a:lnSpc>
              <a:spcBef>
                <a:spcPts val="1200"/>
              </a:spcBef>
              <a:spcAft>
                <a:spcPts val="0"/>
              </a:spcAft>
              <a:buClrTx/>
              <a:buSzTx/>
              <a:buFont typeface="Arial" pitchFamily="34" charset="0"/>
              <a:buNone/>
              <a:tabLst/>
              <a:defRPr/>
            </a:pPr>
            <a:r>
              <a:rPr kumimoji="0" lang="pt-BR" sz="1600" b="1" i="0" u="none" strike="noStrike" kern="1200" cap="none" spc="0" normalizeH="0" baseline="0" noProof="0">
                <a:ln>
                  <a:noFill/>
                </a:ln>
                <a:solidFill>
                  <a:srgbClr val="020E66"/>
                </a:solidFill>
                <a:effectLst/>
                <a:uLnTx/>
                <a:uFillTx/>
                <a:latin typeface="Arial"/>
                <a:ea typeface="+mn-ea"/>
                <a:cs typeface="+mn-cs"/>
              </a:rPr>
              <a:t>Realizar rodada de entrevistas com executivos e gestores comerciais da Morro Verde, visando:</a:t>
            </a:r>
          </a:p>
          <a:p>
            <a:pPr marL="0" marR="0" lvl="0" indent="0" algn="l" defTabSz="914400" rtl="0" eaLnBrk="1" fontAlgn="auto" latinLnBrk="0" hangingPunct="1">
              <a:lnSpc>
                <a:spcPct val="100000"/>
              </a:lnSpc>
              <a:spcBef>
                <a:spcPts val="1200"/>
              </a:spcBef>
              <a:spcAft>
                <a:spcPts val="0"/>
              </a:spcAft>
              <a:buClrTx/>
              <a:buSzTx/>
              <a:buFont typeface="Arial" pitchFamily="34" charset="0"/>
              <a:buNone/>
              <a:tabLst/>
              <a:defRPr/>
            </a:pPr>
            <a:endParaRPr kumimoji="0" lang="pt-BR" sz="1600" b="1" i="0" u="none" strike="noStrike" kern="1200" cap="none" spc="0" normalizeH="0" baseline="0" noProof="0">
              <a:ln>
                <a:noFill/>
              </a:ln>
              <a:solidFill>
                <a:srgbClr val="020E66"/>
              </a:solidFill>
              <a:effectLst/>
              <a:uLnTx/>
              <a:uFillTx/>
              <a:latin typeface="Arial"/>
              <a:ea typeface="+mn-ea"/>
              <a:cs typeface="+mn-cs"/>
            </a:endParaRPr>
          </a:p>
          <a:p>
            <a:pPr marL="179388" marR="0" lvl="1" indent="-177800" algn="l" defTabSz="914400" rtl="0" eaLnBrk="1" fontAlgn="auto" latinLnBrk="0" hangingPunct="1">
              <a:lnSpc>
                <a:spcPct val="100000"/>
              </a:lnSpc>
              <a:spcBef>
                <a:spcPts val="600"/>
              </a:spcBef>
              <a:spcAft>
                <a:spcPts val="0"/>
              </a:spcAft>
              <a:buClrTx/>
              <a:buSzTx/>
              <a:buFont typeface="Wingdings" pitchFamily="2" charset="2"/>
              <a:buChar char="§"/>
              <a:tabLst/>
              <a:defRPr/>
            </a:pPr>
            <a:r>
              <a:rPr kumimoji="0" lang="pt-BR" sz="1600" b="0" i="0" u="none" strike="noStrike" kern="1200" cap="none" spc="0" normalizeH="0" baseline="0" noProof="0">
                <a:ln>
                  <a:noFill/>
                </a:ln>
                <a:solidFill>
                  <a:srgbClr val="071C25"/>
                </a:solidFill>
                <a:effectLst/>
                <a:uLnTx/>
                <a:uFillTx/>
                <a:latin typeface="Arial"/>
                <a:ea typeface="+mn-ea"/>
                <a:cs typeface="+mn-cs"/>
              </a:rPr>
              <a:t>Entender </a:t>
            </a:r>
            <a:r>
              <a:rPr kumimoji="0" lang="pt-BR" sz="1600" b="1" i="0" u="none" strike="noStrike" kern="1200" cap="none" spc="0" normalizeH="0" baseline="0" noProof="0">
                <a:ln>
                  <a:noFill/>
                </a:ln>
                <a:solidFill>
                  <a:srgbClr val="071C25"/>
                </a:solidFill>
                <a:effectLst/>
                <a:uLnTx/>
                <a:uFillTx/>
                <a:latin typeface="Arial"/>
                <a:ea typeface="+mn-ea"/>
                <a:cs typeface="+mn-cs"/>
              </a:rPr>
              <a:t>desafios e dores </a:t>
            </a:r>
            <a:r>
              <a:rPr kumimoji="0" lang="pt-BR" sz="1600" b="0" i="0" u="none" strike="noStrike" kern="1200" cap="none" spc="0" normalizeH="0" baseline="0" noProof="0">
                <a:ln>
                  <a:noFill/>
                </a:ln>
                <a:solidFill>
                  <a:srgbClr val="071C25"/>
                </a:solidFill>
                <a:effectLst/>
                <a:uLnTx/>
                <a:uFillTx/>
                <a:latin typeface="Arial"/>
                <a:ea typeface="+mn-ea"/>
                <a:cs typeface="+mn-cs"/>
              </a:rPr>
              <a:t>do modelo atual de acesso à mercado, a organização comercial e funcionamento dos </a:t>
            </a:r>
            <a:r>
              <a:rPr kumimoji="0" lang="pt-BR" sz="1600" b="1" i="0" u="none" strike="noStrike" kern="1200" cap="none" spc="0" normalizeH="0" baseline="0" noProof="0">
                <a:ln>
                  <a:noFill/>
                </a:ln>
                <a:solidFill>
                  <a:srgbClr val="071C25"/>
                </a:solidFill>
                <a:effectLst/>
                <a:uLnTx/>
                <a:uFillTx/>
                <a:latin typeface="Arial"/>
                <a:ea typeface="+mn-ea"/>
                <a:cs typeface="+mn-cs"/>
              </a:rPr>
              <a:t>processos comerciais</a:t>
            </a:r>
            <a:endParaRPr kumimoji="0" lang="pt-BR" sz="1600" b="0" i="0" u="none" strike="noStrike" kern="1200" cap="none" spc="0" normalizeH="0" baseline="0" noProof="0">
              <a:ln>
                <a:noFill/>
              </a:ln>
              <a:solidFill>
                <a:srgbClr val="071C25"/>
              </a:solidFill>
              <a:effectLst/>
              <a:uLnTx/>
              <a:uFillTx/>
              <a:latin typeface="Arial"/>
              <a:ea typeface="+mn-ea"/>
              <a:cs typeface="+mn-cs"/>
            </a:endParaRPr>
          </a:p>
          <a:p>
            <a:pPr marL="179388" marR="0" lvl="1" indent="-177800" algn="l" defTabSz="914400" rtl="0" eaLnBrk="1" fontAlgn="auto" latinLnBrk="0" hangingPunct="1">
              <a:lnSpc>
                <a:spcPct val="100000"/>
              </a:lnSpc>
              <a:spcBef>
                <a:spcPts val="600"/>
              </a:spcBef>
              <a:spcAft>
                <a:spcPts val="0"/>
              </a:spcAft>
              <a:buClrTx/>
              <a:buSzTx/>
              <a:buFont typeface="Wingdings" pitchFamily="2" charset="2"/>
              <a:buChar char="§"/>
              <a:tabLst/>
              <a:defRPr/>
            </a:pPr>
            <a:r>
              <a:rPr kumimoji="0" lang="pt-BR" sz="1600" b="0" i="0" u="none" strike="noStrike" kern="1200" cap="none" spc="0" normalizeH="0" baseline="0" noProof="0">
                <a:ln>
                  <a:noFill/>
                </a:ln>
                <a:solidFill>
                  <a:srgbClr val="071C25"/>
                </a:solidFill>
                <a:effectLst/>
                <a:uLnTx/>
                <a:uFillTx/>
                <a:latin typeface="Arial"/>
                <a:ea typeface="+mn-ea"/>
                <a:cs typeface="+mn-cs"/>
              </a:rPr>
              <a:t>Discutir </a:t>
            </a:r>
            <a:r>
              <a:rPr kumimoji="0" lang="pt-BR" sz="1600" b="1" i="0" u="none" strike="noStrike" kern="1200" cap="none" spc="0" normalizeH="0" baseline="0" noProof="0">
                <a:ln>
                  <a:noFill/>
                </a:ln>
                <a:solidFill>
                  <a:srgbClr val="071C25"/>
                </a:solidFill>
                <a:effectLst/>
                <a:uLnTx/>
                <a:uFillTx/>
                <a:latin typeface="Arial"/>
                <a:ea typeface="+mn-ea"/>
                <a:cs typeface="+mn-cs"/>
              </a:rPr>
              <a:t>aspirações e nível de ambição </a:t>
            </a:r>
            <a:r>
              <a:rPr kumimoji="0" lang="pt-BR" sz="1600" b="0" i="0" u="none" strike="noStrike" kern="1200" cap="none" spc="0" normalizeH="0" baseline="0" noProof="0">
                <a:ln>
                  <a:noFill/>
                </a:ln>
                <a:solidFill>
                  <a:srgbClr val="071C25"/>
                </a:solidFill>
                <a:effectLst/>
                <a:uLnTx/>
                <a:uFillTx/>
                <a:latin typeface="Arial"/>
                <a:ea typeface="+mn-ea"/>
                <a:cs typeface="+mn-cs"/>
              </a:rPr>
              <a:t>para a Morro Verde para os próximos anos (ex. receita, margem, capacidade produtiva etc.)</a:t>
            </a:r>
          </a:p>
          <a:p>
            <a:pPr marL="179388" marR="0" lvl="1" indent="-177800" algn="l" defTabSz="914400" rtl="0" eaLnBrk="1" fontAlgn="auto" latinLnBrk="0" hangingPunct="1">
              <a:lnSpc>
                <a:spcPct val="100000"/>
              </a:lnSpc>
              <a:spcBef>
                <a:spcPts val="600"/>
              </a:spcBef>
              <a:spcAft>
                <a:spcPts val="0"/>
              </a:spcAft>
              <a:buClrTx/>
              <a:buSzTx/>
              <a:buFont typeface="Wingdings" pitchFamily="2" charset="2"/>
              <a:buChar char="§"/>
              <a:tabLst/>
              <a:defRPr/>
            </a:pPr>
            <a:r>
              <a:rPr kumimoji="0" lang="pt-BR" sz="1600" b="0" i="0" u="none" strike="noStrike" kern="1200" cap="none" spc="0" normalizeH="0" baseline="0" noProof="0">
                <a:ln>
                  <a:noFill/>
                </a:ln>
                <a:solidFill>
                  <a:srgbClr val="071C25"/>
                </a:solidFill>
                <a:effectLst/>
                <a:uLnTx/>
                <a:uFillTx/>
                <a:latin typeface="Arial"/>
                <a:ea typeface="+mn-ea"/>
                <a:cs typeface="+mn-cs"/>
              </a:rPr>
              <a:t>Identificar </a:t>
            </a:r>
            <a:r>
              <a:rPr kumimoji="0" lang="pt-BR" sz="1600" b="1" i="0" u="none" strike="noStrike" kern="1200" cap="none" spc="0" normalizeH="0" baseline="0" noProof="0">
                <a:ln>
                  <a:noFill/>
                </a:ln>
                <a:solidFill>
                  <a:srgbClr val="071C25"/>
                </a:solidFill>
                <a:effectLst/>
                <a:uLnTx/>
                <a:uFillTx/>
                <a:latin typeface="Arial"/>
                <a:ea typeface="+mn-ea"/>
                <a:cs typeface="+mn-cs"/>
              </a:rPr>
              <a:t>potenciais limitações/ condições de contorno </a:t>
            </a:r>
            <a:r>
              <a:rPr kumimoji="0" lang="pt-BR" sz="1600" b="0" i="0" u="none" strike="noStrike" kern="1200" cap="none" spc="0" normalizeH="0" baseline="0" noProof="0">
                <a:ln>
                  <a:noFill/>
                </a:ln>
                <a:solidFill>
                  <a:srgbClr val="071C25"/>
                </a:solidFill>
                <a:effectLst/>
                <a:uLnTx/>
                <a:uFillTx/>
                <a:latin typeface="Arial"/>
                <a:ea typeface="+mn-ea"/>
                <a:cs typeface="+mn-cs"/>
              </a:rPr>
              <a:t>a serem observadas durante o projeto (ex. limitação de culturas, produtos, </a:t>
            </a:r>
            <a:r>
              <a:rPr kumimoji="0" lang="pt-BR" sz="1600" b="0" i="0" u="none" strike="noStrike" kern="1200" cap="none" spc="0" normalizeH="0" baseline="0" noProof="0" err="1">
                <a:ln>
                  <a:noFill/>
                </a:ln>
                <a:solidFill>
                  <a:srgbClr val="071C25"/>
                </a:solidFill>
                <a:effectLst/>
                <a:uLnTx/>
                <a:uFillTx/>
                <a:latin typeface="Arial"/>
                <a:ea typeface="+mn-ea"/>
                <a:cs typeface="+mn-cs"/>
              </a:rPr>
              <a:t>Capex</a:t>
            </a:r>
            <a:r>
              <a:rPr kumimoji="0" lang="pt-BR" sz="1600" b="0" i="0" u="none" strike="noStrike" kern="1200" cap="none" spc="0" normalizeH="0" baseline="0" noProof="0">
                <a:ln>
                  <a:noFill/>
                </a:ln>
                <a:solidFill>
                  <a:srgbClr val="071C25"/>
                </a:solidFill>
                <a:effectLst/>
                <a:uLnTx/>
                <a:uFillTx/>
                <a:latin typeface="Arial"/>
                <a:ea typeface="+mn-ea"/>
                <a:cs typeface="+mn-cs"/>
              </a:rPr>
              <a:t> etc.)</a:t>
            </a:r>
          </a:p>
          <a:p>
            <a:pPr marL="179388" marR="0" lvl="1" indent="-177800" algn="l" defTabSz="914400" rtl="0" eaLnBrk="1" fontAlgn="auto" latinLnBrk="0" hangingPunct="1">
              <a:lnSpc>
                <a:spcPct val="100000"/>
              </a:lnSpc>
              <a:spcBef>
                <a:spcPts val="600"/>
              </a:spcBef>
              <a:spcAft>
                <a:spcPts val="0"/>
              </a:spcAft>
              <a:buClrTx/>
              <a:buSzTx/>
              <a:buFont typeface="Wingdings" pitchFamily="2" charset="2"/>
              <a:buChar char="§"/>
              <a:tabLst/>
              <a:defRPr/>
            </a:pPr>
            <a:r>
              <a:rPr kumimoji="0" lang="pt-BR" sz="1600" b="0" i="0" u="none" strike="noStrike" kern="1200" cap="none" spc="0" normalizeH="0" baseline="0" noProof="0">
                <a:ln>
                  <a:noFill/>
                </a:ln>
                <a:solidFill>
                  <a:srgbClr val="071C25"/>
                </a:solidFill>
                <a:effectLst/>
                <a:uLnTx/>
                <a:uFillTx/>
                <a:latin typeface="Arial"/>
                <a:ea typeface="+mn-ea"/>
                <a:cs typeface="+mn-cs"/>
              </a:rPr>
              <a:t>Mapear </a:t>
            </a:r>
            <a:r>
              <a:rPr kumimoji="0" lang="pt-BR" sz="1600" b="1" i="0" u="none" strike="noStrike" kern="1200" cap="none" spc="0" normalizeH="0" baseline="0" noProof="0">
                <a:ln>
                  <a:noFill/>
                </a:ln>
                <a:solidFill>
                  <a:srgbClr val="071C25"/>
                </a:solidFill>
                <a:effectLst/>
                <a:uLnTx/>
                <a:uFillTx/>
                <a:latin typeface="Arial"/>
                <a:ea typeface="+mn-ea"/>
                <a:cs typeface="+mn-cs"/>
              </a:rPr>
              <a:t>hipóteses iniciais de melhorias</a:t>
            </a:r>
            <a:r>
              <a:rPr kumimoji="0" lang="pt-BR" sz="1600" b="0" i="0" u="none" strike="noStrike" kern="1200" cap="none" spc="0" normalizeH="0" baseline="0" noProof="0">
                <a:ln>
                  <a:noFill/>
                </a:ln>
                <a:solidFill>
                  <a:srgbClr val="071C25"/>
                </a:solidFill>
                <a:effectLst/>
                <a:uLnTx/>
                <a:uFillTx/>
                <a:latin typeface="Arial"/>
                <a:ea typeface="+mn-ea"/>
                <a:cs typeface="+mn-cs"/>
              </a:rPr>
              <a:t> no modelo de acesso à mercado</a:t>
            </a:r>
          </a:p>
          <a:p>
            <a:pPr marL="179388" marR="0" lvl="1" indent="-177800" algn="l" defTabSz="914400" rtl="0" eaLnBrk="1" fontAlgn="auto" latinLnBrk="0" hangingPunct="1">
              <a:lnSpc>
                <a:spcPct val="100000"/>
              </a:lnSpc>
              <a:spcBef>
                <a:spcPts val="600"/>
              </a:spcBef>
              <a:spcAft>
                <a:spcPts val="0"/>
              </a:spcAft>
              <a:buClrTx/>
              <a:buSzTx/>
              <a:buFont typeface="Wingdings" pitchFamily="2" charset="2"/>
              <a:buChar char="§"/>
              <a:tabLst/>
              <a:defRPr/>
            </a:pPr>
            <a:r>
              <a:rPr kumimoji="0" lang="pt-BR" sz="1600" b="0" i="0" u="none" strike="noStrike" kern="1200" cap="none" spc="0" normalizeH="0" baseline="0" noProof="0">
                <a:ln>
                  <a:noFill/>
                </a:ln>
                <a:solidFill>
                  <a:srgbClr val="071C25"/>
                </a:solidFill>
                <a:effectLst/>
                <a:uLnTx/>
                <a:uFillTx/>
                <a:latin typeface="Arial"/>
                <a:ea typeface="+mn-ea"/>
                <a:cs typeface="+mn-cs"/>
              </a:rPr>
              <a:t>Alinhar </a:t>
            </a:r>
            <a:r>
              <a:rPr kumimoji="0" lang="pt-BR" sz="1600" b="1" i="0" u="none" strike="noStrike" kern="1200" cap="none" spc="0" normalizeH="0" baseline="0" noProof="0">
                <a:ln>
                  <a:noFill/>
                </a:ln>
                <a:solidFill>
                  <a:srgbClr val="071C25"/>
                </a:solidFill>
                <a:effectLst/>
                <a:uLnTx/>
                <a:uFillTx/>
                <a:latin typeface="Arial"/>
                <a:ea typeface="+mn-ea"/>
                <a:cs typeface="+mn-cs"/>
              </a:rPr>
              <a:t>participação dos executivos/ </a:t>
            </a:r>
            <a:r>
              <a:rPr kumimoji="0" lang="pt-BR" sz="1600" b="1" i="1" u="none" strike="noStrike" kern="1200" cap="none" spc="0" normalizeH="0" baseline="0" noProof="0">
                <a:ln>
                  <a:noFill/>
                </a:ln>
                <a:solidFill>
                  <a:srgbClr val="071C25"/>
                </a:solidFill>
                <a:effectLst/>
                <a:uLnTx/>
                <a:uFillTx/>
                <a:latin typeface="Arial"/>
                <a:ea typeface="+mn-ea"/>
                <a:cs typeface="+mn-cs"/>
              </a:rPr>
              <a:t>stakeholders</a:t>
            </a:r>
            <a:r>
              <a:rPr kumimoji="0" lang="pt-BR" sz="1600" b="1" i="0" u="none" strike="noStrike" kern="1200" cap="none" spc="0" normalizeH="0" baseline="0" noProof="0">
                <a:ln>
                  <a:noFill/>
                </a:ln>
                <a:solidFill>
                  <a:srgbClr val="071C25"/>
                </a:solidFill>
                <a:effectLst/>
                <a:uLnTx/>
                <a:uFillTx/>
                <a:latin typeface="Arial"/>
                <a:ea typeface="+mn-ea"/>
                <a:cs typeface="+mn-cs"/>
              </a:rPr>
              <a:t> </a:t>
            </a:r>
            <a:r>
              <a:rPr kumimoji="0" lang="pt-BR" sz="1600" b="0" i="0" u="none" strike="noStrike" kern="1200" cap="none" spc="0" normalizeH="0" baseline="0" noProof="0">
                <a:ln>
                  <a:noFill/>
                </a:ln>
                <a:solidFill>
                  <a:srgbClr val="071C25"/>
                </a:solidFill>
                <a:effectLst/>
                <a:uLnTx/>
                <a:uFillTx/>
                <a:latin typeface="Arial"/>
                <a:ea typeface="+mn-ea"/>
                <a:cs typeface="+mn-cs"/>
              </a:rPr>
              <a:t>chave na validação das recomendações e direcionamento do trabalho</a:t>
            </a:r>
          </a:p>
        </p:txBody>
      </p:sp>
    </p:spTree>
    <p:extLst>
      <p:ext uri="{BB962C8B-B14F-4D97-AF65-F5344CB8AC3E}">
        <p14:creationId xmlns:p14="http://schemas.microsoft.com/office/powerpoint/2010/main" val="22319384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Object 14" hidden="1">
            <a:extLst>
              <a:ext uri="{FF2B5EF4-FFF2-40B4-BE49-F238E27FC236}">
                <a16:creationId xmlns:a16="http://schemas.microsoft.com/office/drawing/2014/main" id="{13724922-CDD7-3371-BE58-F1CABA347B08}"/>
              </a:ext>
            </a:extLst>
          </p:cNvPr>
          <p:cNvGraphicFramePr>
            <a:graphicFrameLocks noChangeAspect="1"/>
          </p:cNvGraphicFramePr>
          <p:nvPr>
            <p:custDataLst>
              <p:tags r:id="rId1"/>
            </p:custDataLst>
            <p:extLst>
              <p:ext uri="{D42A27DB-BD31-4B8C-83A1-F6EECF244321}">
                <p14:modId xmlns:p14="http://schemas.microsoft.com/office/powerpoint/2010/main" val="24426264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Slide do think-cell" r:id="rId4" imgW="344" imgH="344" progId="TCLayout.ActiveDocument.1">
                  <p:embed/>
                </p:oleObj>
              </mc:Choice>
              <mc:Fallback>
                <p:oleObj name="Slide do think-cell" r:id="rId4" imgW="344" imgH="344" progId="TCLayout.ActiveDocument.1">
                  <p:embed/>
                  <p:pic>
                    <p:nvPicPr>
                      <p:cNvPr id="15" name="Object 14" hidden="1">
                        <a:extLst>
                          <a:ext uri="{FF2B5EF4-FFF2-40B4-BE49-F238E27FC236}">
                            <a16:creationId xmlns:a16="http://schemas.microsoft.com/office/drawing/2014/main" id="{13724922-CDD7-3371-BE58-F1CABA347B0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ext Placeholder 1">
            <a:extLst>
              <a:ext uri="{FF2B5EF4-FFF2-40B4-BE49-F238E27FC236}">
                <a16:creationId xmlns:a16="http://schemas.microsoft.com/office/drawing/2014/main" id="{154666A6-8368-3C4F-DA56-09C50B52FBF1}"/>
              </a:ext>
            </a:extLst>
          </p:cNvPr>
          <p:cNvSpPr>
            <a:spLocks noGrp="1"/>
          </p:cNvSpPr>
          <p:nvPr>
            <p:ph type="body" sz="quarter" idx="14"/>
          </p:nvPr>
        </p:nvSpPr>
        <p:spPr/>
        <p:txBody>
          <a:bodyPr/>
          <a:lstStyle/>
          <a:p>
            <a:r>
              <a:rPr lang="pt-BR"/>
              <a:t>Fonte: Mirow &amp; Co.</a:t>
            </a:r>
          </a:p>
        </p:txBody>
      </p:sp>
      <p:sp>
        <p:nvSpPr>
          <p:cNvPr id="3" name="Title 2">
            <a:extLst>
              <a:ext uri="{FF2B5EF4-FFF2-40B4-BE49-F238E27FC236}">
                <a16:creationId xmlns:a16="http://schemas.microsoft.com/office/drawing/2014/main" id="{C4BD3EC2-7CEF-C6DB-8429-ADACE9691ABB}"/>
              </a:ext>
            </a:extLst>
          </p:cNvPr>
          <p:cNvSpPr>
            <a:spLocks noGrp="1"/>
          </p:cNvSpPr>
          <p:nvPr>
            <p:ph type="title"/>
          </p:nvPr>
        </p:nvSpPr>
        <p:spPr>
          <a:xfrm>
            <a:off x="478971" y="225177"/>
            <a:ext cx="11485488" cy="615553"/>
          </a:xfrm>
        </p:spPr>
        <p:txBody>
          <a:bodyPr vert="horz"/>
          <a:lstStyle/>
          <a:p>
            <a:r>
              <a:rPr lang="pt-BR"/>
              <a:t>Analisaremos a atual segmentação da Morro Verde, avaliando critérios, perfis, pontos de dor e oportunidades de melhoria</a:t>
            </a:r>
          </a:p>
        </p:txBody>
      </p:sp>
      <p:sp>
        <p:nvSpPr>
          <p:cNvPr id="12" name="Rectangle 11">
            <a:extLst>
              <a:ext uri="{FF2B5EF4-FFF2-40B4-BE49-F238E27FC236}">
                <a16:creationId xmlns:a16="http://schemas.microsoft.com/office/drawing/2014/main" id="{F9E95869-EE43-254D-9214-BCF4B71E2A87}"/>
              </a:ext>
            </a:extLst>
          </p:cNvPr>
          <p:cNvSpPr/>
          <p:nvPr/>
        </p:nvSpPr>
        <p:spPr>
          <a:xfrm>
            <a:off x="0" y="1189418"/>
            <a:ext cx="5602147" cy="5148000"/>
          </a:xfrm>
          <a:prstGeom prst="rect">
            <a:avLst/>
          </a:prstGeom>
          <a:solidFill>
            <a:srgbClr val="F2F2F2">
              <a:alpha val="69804"/>
            </a:srgbClr>
          </a:solidFill>
          <a:ln w="19050">
            <a:noFill/>
            <a:miter lim="400000"/>
          </a:ln>
          <a:effectLst/>
        </p:spPr>
        <p:txBody>
          <a:bodyPr wrap="square" lIns="108000" tIns="72000" rIns="108000" bIns="7200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500" b="0" i="0" u="none" strike="noStrike" kern="1200" cap="none" spc="0" normalizeH="0" baseline="0" noProof="0">
              <a:ln>
                <a:noFill/>
              </a:ln>
              <a:solidFill>
                <a:prstClr val="white"/>
              </a:solidFill>
              <a:effectLst/>
              <a:uLnTx/>
              <a:uFillTx/>
              <a:latin typeface="Arial"/>
              <a:ea typeface="+mn-ea"/>
              <a:cs typeface="+mn-cs"/>
            </a:endParaRPr>
          </a:p>
        </p:txBody>
      </p:sp>
      <p:sp>
        <p:nvSpPr>
          <p:cNvPr id="26" name="Content Placeholder 2">
            <a:extLst>
              <a:ext uri="{FF2B5EF4-FFF2-40B4-BE49-F238E27FC236}">
                <a16:creationId xmlns:a16="http://schemas.microsoft.com/office/drawing/2014/main" id="{9D95ADE2-56B2-7456-DB71-5B156B47B942}"/>
              </a:ext>
            </a:extLst>
          </p:cNvPr>
          <p:cNvSpPr txBox="1">
            <a:spLocks/>
          </p:cNvSpPr>
          <p:nvPr/>
        </p:nvSpPr>
        <p:spPr bwMode="auto">
          <a:xfrm>
            <a:off x="478971" y="864001"/>
            <a:ext cx="8794113" cy="246221"/>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marL="195263" indent="-195263" algn="l" rtl="0" eaLnBrk="1" fontAlgn="base" hangingPunct="1">
              <a:spcBef>
                <a:spcPts val="0"/>
              </a:spcBef>
              <a:spcAft>
                <a:spcPts val="600"/>
              </a:spcAft>
              <a:buClr>
                <a:schemeClr val="tx2"/>
              </a:buClr>
              <a:buFont typeface="Wingdings" panose="05000000000000000000" pitchFamily="2" charset="2"/>
              <a:buChar char="§"/>
              <a:defRPr sz="1400">
                <a:solidFill>
                  <a:schemeClr val="tx1"/>
                </a:solidFill>
                <a:latin typeface="+mn-lt"/>
                <a:ea typeface="+mn-ea"/>
                <a:cs typeface="+mn-cs"/>
              </a:defRPr>
            </a:lvl1pPr>
            <a:lvl2pPr marL="404813" indent="-207963" algn="l" rtl="0" eaLnBrk="1" fontAlgn="base" hangingPunct="1">
              <a:spcBef>
                <a:spcPts val="0"/>
              </a:spcBef>
              <a:spcAft>
                <a:spcPts val="600"/>
              </a:spcAft>
              <a:buClr>
                <a:schemeClr val="tx2"/>
              </a:buClr>
              <a:buChar char="–"/>
              <a:defRPr sz="1400">
                <a:solidFill>
                  <a:schemeClr val="tx1"/>
                </a:solidFill>
                <a:latin typeface="+mn-lt"/>
              </a:defRPr>
            </a:lvl2pPr>
            <a:lvl3pPr marL="587375" indent="-180975" algn="l" rtl="0" eaLnBrk="1" fontAlgn="base" hangingPunct="1">
              <a:spcBef>
                <a:spcPct val="20000"/>
              </a:spcBef>
              <a:spcAft>
                <a:spcPct val="0"/>
              </a:spcAft>
              <a:buClr>
                <a:schemeClr val="tx2"/>
              </a:buClr>
              <a:buChar char="•"/>
              <a:defRPr sz="1600">
                <a:solidFill>
                  <a:schemeClr val="tx1"/>
                </a:solidFill>
                <a:latin typeface="+mn-lt"/>
              </a:defRPr>
            </a:lvl3pPr>
            <a:lvl4pPr marL="815975" indent="-227013" algn="l" rtl="0" eaLnBrk="1" fontAlgn="base" hangingPunct="1">
              <a:spcBef>
                <a:spcPct val="20000"/>
              </a:spcBef>
              <a:spcAft>
                <a:spcPct val="0"/>
              </a:spcAft>
              <a:buClr>
                <a:schemeClr val="tx2"/>
              </a:buClr>
              <a:buChar char="–"/>
              <a:defRPr sz="1600">
                <a:solidFill>
                  <a:schemeClr val="tx1"/>
                </a:solidFill>
                <a:latin typeface="+mn-lt"/>
              </a:defRPr>
            </a:lvl4pPr>
            <a:lvl5pPr marL="968375" indent="-150813" algn="l" rtl="0" eaLnBrk="1" fontAlgn="base" hangingPunct="1">
              <a:spcBef>
                <a:spcPct val="20000"/>
              </a:spcBef>
              <a:spcAft>
                <a:spcPct val="0"/>
              </a:spcAft>
              <a:buClr>
                <a:schemeClr val="tx2"/>
              </a:buClr>
              <a:buChar char="»"/>
              <a:defRPr sz="1600">
                <a:solidFill>
                  <a:schemeClr val="tx1"/>
                </a:solidFill>
                <a:latin typeface="+mn-lt"/>
              </a:defRPr>
            </a:lvl5pPr>
            <a:lvl6pPr marL="1425575" indent="-150813" algn="l" rtl="0" eaLnBrk="1" fontAlgn="base" hangingPunct="1">
              <a:spcBef>
                <a:spcPct val="20000"/>
              </a:spcBef>
              <a:spcAft>
                <a:spcPct val="0"/>
              </a:spcAft>
              <a:buChar char="»"/>
              <a:defRPr sz="1000">
                <a:solidFill>
                  <a:schemeClr val="tx1"/>
                </a:solidFill>
                <a:latin typeface="+mn-lt"/>
              </a:defRPr>
            </a:lvl6pPr>
            <a:lvl7pPr marL="1882775" indent="-150813" algn="l" rtl="0" eaLnBrk="1" fontAlgn="base" hangingPunct="1">
              <a:spcBef>
                <a:spcPct val="20000"/>
              </a:spcBef>
              <a:spcAft>
                <a:spcPct val="0"/>
              </a:spcAft>
              <a:buChar char="»"/>
              <a:defRPr sz="1000">
                <a:solidFill>
                  <a:schemeClr val="tx1"/>
                </a:solidFill>
                <a:latin typeface="+mn-lt"/>
              </a:defRPr>
            </a:lvl7pPr>
            <a:lvl8pPr marL="2339975" indent="-150813" algn="l" rtl="0" eaLnBrk="1" fontAlgn="base" hangingPunct="1">
              <a:spcBef>
                <a:spcPct val="20000"/>
              </a:spcBef>
              <a:spcAft>
                <a:spcPct val="0"/>
              </a:spcAft>
              <a:buChar char="»"/>
              <a:defRPr sz="1000">
                <a:solidFill>
                  <a:schemeClr val="tx1"/>
                </a:solidFill>
                <a:latin typeface="+mn-lt"/>
              </a:defRPr>
            </a:lvl8pPr>
            <a:lvl9pPr marL="2797175" indent="-150813" algn="l" rtl="0" eaLnBrk="1" fontAlgn="base" hangingPunct="1">
              <a:spcBef>
                <a:spcPct val="20000"/>
              </a:spcBef>
              <a:spcAft>
                <a:spcPct val="0"/>
              </a:spcAft>
              <a:buChar char="»"/>
              <a:defRPr sz="1000">
                <a:solidFill>
                  <a:schemeClr val="tx1"/>
                </a:solidFill>
                <a:latin typeface="+mn-lt"/>
              </a:defRPr>
            </a:lvl9pPr>
          </a:lstStyle>
          <a:p>
            <a:pPr marL="0" marR="0" lvl="0" indent="0" algn="l" defTabSz="895350" rtl="0" eaLnBrk="1" fontAlgn="auto" latinLnBrk="0" hangingPunct="1">
              <a:lnSpc>
                <a:spcPct val="100000"/>
              </a:lnSpc>
              <a:spcBef>
                <a:spcPts val="0"/>
              </a:spcBef>
              <a:spcAft>
                <a:spcPts val="0"/>
              </a:spcAft>
              <a:buClrTx/>
              <a:buSzTx/>
              <a:buFontTx/>
              <a:buNone/>
              <a:tabLst/>
              <a:defRPr/>
            </a:pPr>
            <a:r>
              <a:rPr kumimoji="0" lang="pt-BR" sz="1600" b="0" i="0" u="none" strike="noStrike" kern="1200" cap="none" spc="0" normalizeH="0" baseline="0" noProof="0">
                <a:ln>
                  <a:noFill/>
                </a:ln>
                <a:solidFill>
                  <a:srgbClr val="808080"/>
                </a:solidFill>
                <a:effectLst/>
                <a:uLnTx/>
                <a:uFillTx/>
                <a:latin typeface="Arial"/>
                <a:ea typeface="+mn-ea"/>
                <a:cs typeface="+mn-cs"/>
              </a:rPr>
              <a:t>Exemplo de análise de segmentação de clientes</a:t>
            </a:r>
          </a:p>
        </p:txBody>
      </p:sp>
      <p:grpSp>
        <p:nvGrpSpPr>
          <p:cNvPr id="32" name="Group 24">
            <a:extLst>
              <a:ext uri="{FF2B5EF4-FFF2-40B4-BE49-F238E27FC236}">
                <a16:creationId xmlns:a16="http://schemas.microsoft.com/office/drawing/2014/main" id="{96140073-9CB9-F5AD-CFA8-1F346C710820}"/>
              </a:ext>
            </a:extLst>
          </p:cNvPr>
          <p:cNvGrpSpPr/>
          <p:nvPr/>
        </p:nvGrpSpPr>
        <p:grpSpPr>
          <a:xfrm>
            <a:off x="10224752" y="628005"/>
            <a:ext cx="1739707" cy="397032"/>
            <a:chOff x="7001068" y="285750"/>
            <a:chExt cx="1739707" cy="397032"/>
          </a:xfrm>
        </p:grpSpPr>
        <p:sp>
          <p:nvSpPr>
            <p:cNvPr id="35" name="StickerRectangle">
              <a:extLst>
                <a:ext uri="{FF2B5EF4-FFF2-40B4-BE49-F238E27FC236}">
                  <a16:creationId xmlns:a16="http://schemas.microsoft.com/office/drawing/2014/main" id="{3F1AB1DC-C3EC-341A-1F13-11EA0536E761}"/>
                </a:ext>
              </a:extLst>
            </p:cNvPr>
            <p:cNvSpPr>
              <a:spLocks noChangeArrowheads="1"/>
            </p:cNvSpPr>
            <p:nvPr/>
          </p:nvSpPr>
          <p:spPr bwMode="auto">
            <a:xfrm>
              <a:off x="7001068" y="285750"/>
              <a:ext cx="1739707" cy="397032"/>
            </a:xfrm>
            <a:prstGeom prst="leftRightArrow">
              <a:avLst>
                <a:gd name="adj1" fmla="val 100000"/>
                <a:gd name="adj2"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 tIns="0" rIns="0" bIns="27432">
              <a:spAutoFit/>
            </a:bodyPr>
            <a:lstStyle/>
            <a:p>
              <a:pPr marL="0" marR="0" lvl="0" indent="0" algn="r" defTabSz="895350" rtl="0" eaLnBrk="1" fontAlgn="auto" latinLnBrk="0" hangingPunct="1">
                <a:lnSpc>
                  <a:spcPct val="100000"/>
                </a:lnSpc>
                <a:spcBef>
                  <a:spcPts val="0"/>
                </a:spcBef>
                <a:spcAft>
                  <a:spcPts val="0"/>
                </a:spcAft>
                <a:buClr>
                  <a:srgbClr val="020E66"/>
                </a:buClr>
                <a:buSzTx/>
                <a:buFontTx/>
                <a:buNone/>
                <a:tabLst/>
                <a:defRPr/>
              </a:pPr>
              <a:r>
                <a:rPr kumimoji="0" lang="pt-BR" sz="1200" b="0" i="0" u="none" strike="noStrike" kern="1200" cap="none" spc="0" normalizeH="0" baseline="0" noProof="0">
                  <a:ln>
                    <a:noFill/>
                  </a:ln>
                  <a:solidFill>
                    <a:srgbClr val="808080"/>
                  </a:solidFill>
                  <a:effectLst/>
                  <a:uLnTx/>
                  <a:uFillTx/>
                  <a:latin typeface="Arial"/>
                  <a:ea typeface="+mn-ea"/>
                  <a:cs typeface="+mn-cs"/>
                </a:rPr>
                <a:t>EXEMPLO SANITIZADO</a:t>
              </a:r>
              <a:br>
                <a:rPr kumimoji="0" lang="pt-BR" sz="1200" b="0" i="0" u="none" strike="noStrike" kern="1200" cap="none" spc="0" normalizeH="0" baseline="0" noProof="0">
                  <a:ln>
                    <a:noFill/>
                  </a:ln>
                  <a:solidFill>
                    <a:srgbClr val="808080"/>
                  </a:solidFill>
                  <a:effectLst/>
                  <a:uLnTx/>
                  <a:uFillTx/>
                  <a:latin typeface="Arial"/>
                  <a:ea typeface="+mn-ea"/>
                  <a:cs typeface="+mn-cs"/>
                </a:rPr>
              </a:br>
              <a:r>
                <a:rPr kumimoji="0" lang="pt-BR" sz="1200" b="0" i="0" u="none" strike="noStrike" kern="1200" cap="none" spc="0" normalizeH="0" baseline="0" noProof="0">
                  <a:ln>
                    <a:noFill/>
                  </a:ln>
                  <a:solidFill>
                    <a:srgbClr val="808080"/>
                  </a:solidFill>
                  <a:effectLst/>
                  <a:uLnTx/>
                  <a:uFillTx/>
                  <a:latin typeface="Arial"/>
                  <a:ea typeface="+mn-ea"/>
                  <a:cs typeface="+mn-cs"/>
                </a:rPr>
                <a:t>DE CLIENTE</a:t>
              </a:r>
            </a:p>
          </p:txBody>
        </p:sp>
        <p:cxnSp>
          <p:nvCxnSpPr>
            <p:cNvPr id="39" name="AutoShape 31">
              <a:extLst>
                <a:ext uri="{FF2B5EF4-FFF2-40B4-BE49-F238E27FC236}">
                  <a16:creationId xmlns:a16="http://schemas.microsoft.com/office/drawing/2014/main" id="{B1B4E58F-06B1-6E2E-B532-BB5E2891DF70}"/>
                </a:ext>
              </a:extLst>
            </p:cNvPr>
            <p:cNvCxnSpPr>
              <a:cxnSpLocks noChangeShapeType="1"/>
              <a:stCxn id="35" idx="2"/>
              <a:endCxn id="35" idx="4"/>
            </p:cNvCxnSpPr>
            <p:nvPr/>
          </p:nvCxnSpPr>
          <p:spPr bwMode="auto">
            <a:xfrm>
              <a:off x="7001068" y="285750"/>
              <a:ext cx="0" cy="397032"/>
            </a:xfrm>
            <a:prstGeom prst="straightConnector1">
              <a:avLst/>
            </a:prstGeom>
            <a:noFill/>
            <a:ln w="9525">
              <a:solidFill>
                <a:srgbClr val="808080"/>
              </a:solidFill>
              <a:round/>
              <a:headEnd/>
              <a:tailEnd/>
            </a:ln>
            <a:extLst>
              <a:ext uri="{909E8E84-426E-40DD-AFC4-6F175D3DCCD1}">
                <a14:hiddenFill xmlns:a14="http://schemas.microsoft.com/office/drawing/2010/main">
                  <a:noFill/>
                </a14:hiddenFill>
              </a:ext>
            </a:extLst>
          </p:spPr>
        </p:cxnSp>
        <p:cxnSp>
          <p:nvCxnSpPr>
            <p:cNvPr id="40" name="AutoShape 32">
              <a:extLst>
                <a:ext uri="{FF2B5EF4-FFF2-40B4-BE49-F238E27FC236}">
                  <a16:creationId xmlns:a16="http://schemas.microsoft.com/office/drawing/2014/main" id="{908D5C91-E7C7-501C-B815-AD362F10C0F7}"/>
                </a:ext>
              </a:extLst>
            </p:cNvPr>
            <p:cNvCxnSpPr>
              <a:cxnSpLocks noChangeShapeType="1"/>
              <a:stCxn id="35" idx="4"/>
              <a:endCxn id="35" idx="6"/>
            </p:cNvCxnSpPr>
            <p:nvPr/>
          </p:nvCxnSpPr>
          <p:spPr bwMode="auto">
            <a:xfrm>
              <a:off x="7001068" y="682782"/>
              <a:ext cx="1739707" cy="0"/>
            </a:xfrm>
            <a:prstGeom prst="straightConnector1">
              <a:avLst/>
            </a:prstGeom>
            <a:noFill/>
            <a:ln w="25400">
              <a:solidFill>
                <a:srgbClr val="808080"/>
              </a:solidFill>
              <a:round/>
              <a:headEnd/>
              <a:tailEnd/>
            </a:ln>
            <a:extLst>
              <a:ext uri="{909E8E84-426E-40DD-AFC4-6F175D3DCCD1}">
                <a14:hiddenFill xmlns:a14="http://schemas.microsoft.com/office/drawing/2010/main">
                  <a:noFill/>
                </a14:hiddenFill>
              </a:ext>
            </a:extLst>
          </p:spPr>
        </p:cxnSp>
      </p:grpSp>
      <p:pic>
        <p:nvPicPr>
          <p:cNvPr id="47" name="Picture 46">
            <a:extLst>
              <a:ext uri="{FF2B5EF4-FFF2-40B4-BE49-F238E27FC236}">
                <a16:creationId xmlns:a16="http://schemas.microsoft.com/office/drawing/2014/main" id="{68D05C49-5F23-C311-9F06-C16CE4CE0B5E}"/>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5889502" y="1189418"/>
            <a:ext cx="3292296" cy="1851384"/>
          </a:xfrm>
          <a:prstGeom prst="rect">
            <a:avLst/>
          </a:prstGeom>
          <a:ln w="6350">
            <a:solidFill>
              <a:schemeClr val="accent4"/>
            </a:solidFill>
          </a:ln>
        </p:spPr>
      </p:pic>
      <p:pic>
        <p:nvPicPr>
          <p:cNvPr id="48" name="Picture 47">
            <a:extLst>
              <a:ext uri="{FF2B5EF4-FFF2-40B4-BE49-F238E27FC236}">
                <a16:creationId xmlns:a16="http://schemas.microsoft.com/office/drawing/2014/main" id="{76A1EE82-B685-D452-9386-CD7E2666BEDC}"/>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6203407" y="2837727"/>
            <a:ext cx="3292296" cy="1851384"/>
          </a:xfrm>
          <a:prstGeom prst="rect">
            <a:avLst/>
          </a:prstGeom>
          <a:ln w="6350">
            <a:solidFill>
              <a:schemeClr val="accent4"/>
            </a:solidFill>
          </a:ln>
        </p:spPr>
      </p:pic>
      <p:pic>
        <p:nvPicPr>
          <p:cNvPr id="49" name="Picture 48">
            <a:extLst>
              <a:ext uri="{FF2B5EF4-FFF2-40B4-BE49-F238E27FC236}">
                <a16:creationId xmlns:a16="http://schemas.microsoft.com/office/drawing/2014/main" id="{79A914B3-95E4-C943-78F8-DA475D70D140}"/>
              </a:ext>
            </a:extLst>
          </p:cNvPr>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5889502" y="4486034"/>
            <a:ext cx="3292296" cy="1851384"/>
          </a:xfrm>
          <a:prstGeom prst="rect">
            <a:avLst/>
          </a:prstGeom>
          <a:ln w="6350">
            <a:solidFill>
              <a:schemeClr val="accent4"/>
            </a:solidFill>
          </a:ln>
        </p:spPr>
      </p:pic>
      <p:sp>
        <p:nvSpPr>
          <p:cNvPr id="53" name="Freeform 25">
            <a:extLst>
              <a:ext uri="{FF2B5EF4-FFF2-40B4-BE49-F238E27FC236}">
                <a16:creationId xmlns:a16="http://schemas.microsoft.com/office/drawing/2014/main" id="{767324AA-FA1E-3061-0774-FDC07BB223F4}"/>
              </a:ext>
            </a:extLst>
          </p:cNvPr>
          <p:cNvSpPr>
            <a:spLocks/>
          </p:cNvSpPr>
          <p:nvPr>
            <p:custDataLst>
              <p:tags r:id="rId2"/>
            </p:custDataLst>
          </p:nvPr>
        </p:nvSpPr>
        <p:spPr bwMode="auto">
          <a:xfrm>
            <a:off x="5567949" y="1189418"/>
            <a:ext cx="144000" cy="5148000"/>
          </a:xfrm>
          <a:custGeom>
            <a:avLst/>
            <a:gdLst>
              <a:gd name="T0" fmla="*/ 135 w 135"/>
              <a:gd name="T1" fmla="*/ 3221 h 3221"/>
              <a:gd name="T2" fmla="*/ 60 w 135"/>
              <a:gd name="T3" fmla="*/ 3221 h 3221"/>
              <a:gd name="T4" fmla="*/ 59 w 135"/>
              <a:gd name="T5" fmla="*/ 1659 h 3221"/>
              <a:gd name="T6" fmla="*/ 0 w 135"/>
              <a:gd name="T7" fmla="*/ 1608 h 3221"/>
              <a:gd name="T8" fmla="*/ 60 w 135"/>
              <a:gd name="T9" fmla="*/ 1555 h 3221"/>
              <a:gd name="T10" fmla="*/ 59 w 135"/>
              <a:gd name="T11" fmla="*/ 0 h 3221"/>
              <a:gd name="T12" fmla="*/ 134 w 135"/>
              <a:gd name="T13" fmla="*/ 0 h 3221"/>
              <a:gd name="connsiteX0" fmla="*/ 10000 w 10000"/>
              <a:gd name="connsiteY0" fmla="*/ 10000 h 10000"/>
              <a:gd name="connsiteX1" fmla="*/ 4444 w 10000"/>
              <a:gd name="connsiteY1" fmla="*/ 10000 h 10000"/>
              <a:gd name="connsiteX2" fmla="*/ 4370 w 10000"/>
              <a:gd name="connsiteY2" fmla="*/ 5151 h 10000"/>
              <a:gd name="connsiteX3" fmla="*/ 0 w 10000"/>
              <a:gd name="connsiteY3" fmla="*/ 4992 h 10000"/>
              <a:gd name="connsiteX4" fmla="*/ 4444 w 10000"/>
              <a:gd name="connsiteY4" fmla="*/ 4828 h 10000"/>
              <a:gd name="connsiteX5" fmla="*/ 4370 w 10000"/>
              <a:gd name="connsiteY5" fmla="*/ 0 h 10000"/>
              <a:gd name="connsiteX0" fmla="*/ 4444 w 4444"/>
              <a:gd name="connsiteY0" fmla="*/ 10000 h 10000"/>
              <a:gd name="connsiteX1" fmla="*/ 4370 w 4444"/>
              <a:gd name="connsiteY1" fmla="*/ 5151 h 10000"/>
              <a:gd name="connsiteX2" fmla="*/ 0 w 4444"/>
              <a:gd name="connsiteY2" fmla="*/ 4992 h 10000"/>
              <a:gd name="connsiteX3" fmla="*/ 4444 w 4444"/>
              <a:gd name="connsiteY3" fmla="*/ 4828 h 10000"/>
              <a:gd name="connsiteX4" fmla="*/ 4370 w 4444"/>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44" h="10000">
                <a:moveTo>
                  <a:pt x="4444" y="10000"/>
                </a:moveTo>
                <a:cubicBezTo>
                  <a:pt x="4419" y="8384"/>
                  <a:pt x="4395" y="6767"/>
                  <a:pt x="4370" y="5151"/>
                </a:cubicBezTo>
                <a:lnTo>
                  <a:pt x="0" y="4992"/>
                </a:lnTo>
                <a:lnTo>
                  <a:pt x="4444" y="4828"/>
                </a:lnTo>
                <a:cubicBezTo>
                  <a:pt x="4419" y="3219"/>
                  <a:pt x="4395" y="1609"/>
                  <a:pt x="4370" y="0"/>
                </a:cubicBezTo>
              </a:path>
            </a:pathLst>
          </a:custGeom>
          <a:noFill/>
          <a:ln w="12700" cap="rnd" cmpd="sng">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O" sz="1800" b="0" i="0" u="none" strike="noStrike" kern="1200" cap="none" spc="0" normalizeH="0" baseline="0" noProof="0">
              <a:ln>
                <a:noFill/>
              </a:ln>
              <a:solidFill>
                <a:srgbClr val="071C25"/>
              </a:solidFill>
              <a:effectLst/>
              <a:uLnTx/>
              <a:uFillTx/>
              <a:latin typeface="Arial"/>
              <a:ea typeface="+mn-ea"/>
              <a:cs typeface="+mn-cs"/>
            </a:endParaRPr>
          </a:p>
        </p:txBody>
      </p:sp>
      <p:sp>
        <p:nvSpPr>
          <p:cNvPr id="54" name="Rectangle 53">
            <a:extLst>
              <a:ext uri="{FF2B5EF4-FFF2-40B4-BE49-F238E27FC236}">
                <a16:creationId xmlns:a16="http://schemas.microsoft.com/office/drawing/2014/main" id="{CC8FFE01-E6C1-0CA9-06C7-7ED7066D820C}"/>
              </a:ext>
            </a:extLst>
          </p:cNvPr>
          <p:cNvSpPr txBox="1"/>
          <p:nvPr/>
        </p:nvSpPr>
        <p:spPr>
          <a:xfrm>
            <a:off x="194862" y="1434415"/>
            <a:ext cx="6342215" cy="246221"/>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noAutofit/>
          </a:bodyPr>
          <a:lstStyle>
            <a:lvl1pPr marL="0" lvl="0" indent="0" defTabSz="895350" eaLnBrk="1" hangingPunct="1">
              <a:buClr>
                <a:schemeClr val="tx2"/>
              </a:buClr>
              <a:defRPr baseline="0">
                <a:latin typeface="+mn-lt"/>
              </a:defRPr>
            </a:lvl1pPr>
            <a:lvl2pPr marL="193675" lvl="1" indent="-192088" defTabSz="895350" eaLnBrk="1" hangingPunct="1">
              <a:buClr>
                <a:schemeClr val="tx2"/>
              </a:buClr>
              <a:buSzPct val="125000"/>
              <a:buFont typeface="Arial" charset="0"/>
              <a:buChar char="▪"/>
              <a:defRPr baseline="0">
                <a:latin typeface="+mn-lt"/>
              </a:defRPr>
            </a:lvl2pPr>
            <a:lvl3pPr marL="457200" lvl="2" indent="-261938" defTabSz="895350" eaLnBrk="1" hangingPunct="1">
              <a:buClr>
                <a:schemeClr val="tx2"/>
              </a:buClr>
              <a:buSzPct val="120000"/>
              <a:buFont typeface="Arial" charset="0"/>
              <a:buChar char="–"/>
              <a:defRPr baseline="0">
                <a:latin typeface="+mn-lt"/>
              </a:defRPr>
            </a:lvl3pPr>
            <a:lvl4pPr marL="614363" lvl="3" indent="-155575" defTabSz="895350" eaLnBrk="1" hangingPunct="1">
              <a:buClr>
                <a:schemeClr val="tx2"/>
              </a:buClr>
              <a:buSzPct val="120000"/>
              <a:buFont typeface="Arial" charset="0"/>
              <a:buChar char="▫"/>
              <a:defRPr baseline="0">
                <a:latin typeface="+mn-lt"/>
              </a:defRPr>
            </a:lvl4pPr>
            <a:lvl5pPr marL="749808" lvl="4" indent="-130175" defTabSz="895350" eaLnBrk="1" hangingPunct="1">
              <a:buClr>
                <a:schemeClr val="tx2"/>
              </a:buClr>
              <a:buSzPct val="89000"/>
              <a:buFont typeface="Arial" charset="0"/>
              <a:buChar char="-"/>
              <a:defRPr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marL="0" marR="0" lvl="0" indent="0" algn="l" defTabSz="895350" rtl="0" eaLnBrk="1" fontAlgn="auto" latinLnBrk="0" hangingPunct="1">
              <a:lnSpc>
                <a:spcPct val="100000"/>
              </a:lnSpc>
              <a:spcBef>
                <a:spcPts val="0"/>
              </a:spcBef>
              <a:spcAft>
                <a:spcPts val="0"/>
              </a:spcAft>
              <a:buClrTx/>
              <a:buSzTx/>
              <a:buFontTx/>
              <a:buNone/>
              <a:tabLst/>
              <a:defRPr/>
            </a:pPr>
            <a:r>
              <a:rPr kumimoji="0" lang="pt-BR" sz="1200" b="1" i="0" u="none" strike="noStrike" kern="1200" cap="none" spc="0" normalizeH="0" baseline="0" noProof="0">
                <a:ln>
                  <a:noFill/>
                </a:ln>
                <a:solidFill>
                  <a:srgbClr val="020E66"/>
                </a:solidFill>
                <a:effectLst/>
                <a:uLnTx/>
                <a:uFillTx/>
                <a:latin typeface="Arial"/>
                <a:ea typeface="+mn-ea"/>
                <a:cs typeface="+mn-cs"/>
              </a:rPr>
              <a:t>Principais pontos da atual segmentação de clientes</a:t>
            </a:r>
          </a:p>
        </p:txBody>
      </p:sp>
      <p:sp>
        <p:nvSpPr>
          <p:cNvPr id="80" name="Rectangle 79">
            <a:extLst>
              <a:ext uri="{FF2B5EF4-FFF2-40B4-BE49-F238E27FC236}">
                <a16:creationId xmlns:a16="http://schemas.microsoft.com/office/drawing/2014/main" id="{A783B5F5-040A-E991-5F09-56A558512CAD}"/>
              </a:ext>
            </a:extLst>
          </p:cNvPr>
          <p:cNvSpPr/>
          <p:nvPr/>
        </p:nvSpPr>
        <p:spPr bwMode="gray">
          <a:xfrm>
            <a:off x="1186410" y="2204426"/>
            <a:ext cx="4320000" cy="369332"/>
          </a:xfrm>
          <a:prstGeom prst="rect">
            <a:avLst/>
          </a:prstGeom>
          <a:noFill/>
          <a:ln w="19050" algn="ctr">
            <a:noFill/>
            <a:miter lim="800000"/>
            <a:headEnd/>
            <a:tailEnd/>
          </a:ln>
        </p:spPr>
        <p:txBody>
          <a:bodyPr wrap="square" lIns="0" tIns="0" rIns="0" bIns="0" rtlCol="0" anchor="ctr">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a:ln>
                  <a:noFill/>
                </a:ln>
                <a:solidFill>
                  <a:srgbClr val="000000"/>
                </a:solidFill>
                <a:effectLst/>
                <a:uLnTx/>
                <a:uFillTx/>
                <a:latin typeface="Arial"/>
                <a:ea typeface="+mn-ea"/>
                <a:cs typeface="+mn-cs"/>
              </a:rPr>
              <a:t>A atual segmentação é baseada no </a:t>
            </a:r>
            <a:r>
              <a:rPr kumimoji="0" lang="pt-BR" sz="1200" b="1" i="0" u="none" strike="noStrike" kern="1200" cap="none" spc="0" normalizeH="0" baseline="0" noProof="0">
                <a:ln>
                  <a:noFill/>
                </a:ln>
                <a:solidFill>
                  <a:srgbClr val="000000"/>
                </a:solidFill>
                <a:effectLst/>
                <a:uLnTx/>
                <a:uFillTx/>
                <a:latin typeface="Arial"/>
                <a:ea typeface="+mn-ea"/>
                <a:cs typeface="+mn-cs"/>
              </a:rPr>
              <a:t>perfil</a:t>
            </a:r>
            <a:r>
              <a:rPr kumimoji="0" lang="pt-BR" sz="1200" b="0" i="0" u="none" strike="noStrike" kern="1200" cap="none" spc="0" normalizeH="0" baseline="0" noProof="0">
                <a:ln>
                  <a:noFill/>
                </a:ln>
                <a:solidFill>
                  <a:srgbClr val="000000"/>
                </a:solidFill>
                <a:effectLst/>
                <a:uLnTx/>
                <a:uFillTx/>
                <a:latin typeface="Arial"/>
                <a:ea typeface="+mn-ea"/>
                <a:cs typeface="+mn-cs"/>
              </a:rPr>
              <a:t> e no </a:t>
            </a:r>
            <a:r>
              <a:rPr kumimoji="0" lang="pt-BR" sz="1200" b="1" i="0" u="none" strike="noStrike" kern="1200" cap="none" spc="0" normalizeH="0" baseline="0" noProof="0">
                <a:ln>
                  <a:noFill/>
                </a:ln>
                <a:solidFill>
                  <a:srgbClr val="000000"/>
                </a:solidFill>
                <a:effectLst/>
                <a:uLnTx/>
                <a:uFillTx/>
                <a:latin typeface="Arial"/>
                <a:ea typeface="+mn-ea"/>
                <a:cs typeface="+mn-cs"/>
              </a:rPr>
              <a:t>potencial de vendas do cliente</a:t>
            </a:r>
            <a:r>
              <a:rPr kumimoji="0" lang="pt-BR" sz="1200" b="0" i="0" u="none" strike="noStrike" kern="1200" cap="none" spc="0" normalizeH="0" baseline="0" noProof="0">
                <a:ln>
                  <a:noFill/>
                </a:ln>
                <a:solidFill>
                  <a:srgbClr val="000000"/>
                </a:solidFill>
                <a:effectLst/>
                <a:uLnTx/>
                <a:uFillTx/>
                <a:latin typeface="Arial"/>
                <a:ea typeface="+mn-ea"/>
                <a:cs typeface="+mn-cs"/>
              </a:rPr>
              <a:t>, que </a:t>
            </a:r>
            <a:r>
              <a:rPr kumimoji="0" lang="pt-BR" sz="1200" b="1" i="0" u="none" strike="noStrike" kern="1200" cap="none" spc="0" normalizeH="0" baseline="0" noProof="0">
                <a:ln>
                  <a:noFill/>
                </a:ln>
                <a:solidFill>
                  <a:srgbClr val="000000"/>
                </a:solidFill>
                <a:effectLst/>
                <a:uLnTx/>
                <a:uFillTx/>
                <a:latin typeface="Arial"/>
                <a:ea typeface="+mn-ea"/>
                <a:cs typeface="+mn-cs"/>
              </a:rPr>
              <a:t>não refletem as práticas dos clientes</a:t>
            </a:r>
          </a:p>
        </p:txBody>
      </p:sp>
      <p:sp>
        <p:nvSpPr>
          <p:cNvPr id="86" name="Rectangle 85">
            <a:extLst>
              <a:ext uri="{FF2B5EF4-FFF2-40B4-BE49-F238E27FC236}">
                <a16:creationId xmlns:a16="http://schemas.microsoft.com/office/drawing/2014/main" id="{D8314EAC-6949-D621-6BF1-45583A66137F}"/>
              </a:ext>
            </a:extLst>
          </p:cNvPr>
          <p:cNvSpPr/>
          <p:nvPr/>
        </p:nvSpPr>
        <p:spPr bwMode="gray">
          <a:xfrm>
            <a:off x="1186410" y="3536836"/>
            <a:ext cx="1584000" cy="369332"/>
          </a:xfrm>
          <a:prstGeom prst="rect">
            <a:avLst/>
          </a:prstGeom>
          <a:noFill/>
          <a:ln w="19050" algn="ctr">
            <a:noFill/>
            <a:miter lim="800000"/>
            <a:headEnd/>
            <a:tailEnd/>
          </a:ln>
        </p:spPr>
        <p:txBody>
          <a:bodyPr wrap="square" lIns="0" tIns="0" rIns="0" bIns="0" rtlCol="0" anchor="ctr">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a:ln>
                  <a:noFill/>
                </a:ln>
                <a:solidFill>
                  <a:srgbClr val="000000"/>
                </a:solidFill>
                <a:effectLst/>
                <a:uLnTx/>
                <a:uFillTx/>
                <a:latin typeface="Arial"/>
                <a:ea typeface="+mn-ea"/>
                <a:cs typeface="+mn-cs"/>
              </a:rPr>
              <a:t>Existem atualmente </a:t>
            </a:r>
            <a:r>
              <a:rPr kumimoji="0" lang="pt-BR" sz="1200" b="1" i="0" u="none" strike="noStrike" kern="1200" cap="none" spc="0" normalizeH="0" baseline="0" noProof="0">
                <a:ln>
                  <a:noFill/>
                </a:ln>
                <a:solidFill>
                  <a:srgbClr val="000000"/>
                </a:solidFill>
                <a:effectLst/>
                <a:uLnTx/>
                <a:uFillTx/>
                <a:latin typeface="Arial"/>
                <a:ea typeface="+mn-ea"/>
                <a:cs typeface="+mn-cs"/>
              </a:rPr>
              <a:t>19 segmentos</a:t>
            </a:r>
          </a:p>
        </p:txBody>
      </p:sp>
      <p:sp>
        <p:nvSpPr>
          <p:cNvPr id="88" name="Rectangle 87">
            <a:extLst>
              <a:ext uri="{FF2B5EF4-FFF2-40B4-BE49-F238E27FC236}">
                <a16:creationId xmlns:a16="http://schemas.microsoft.com/office/drawing/2014/main" id="{BB0B86B4-BC8B-E955-D6DB-02930C91CA21}"/>
              </a:ext>
            </a:extLst>
          </p:cNvPr>
          <p:cNvSpPr/>
          <p:nvPr/>
        </p:nvSpPr>
        <p:spPr bwMode="gray">
          <a:xfrm>
            <a:off x="3856885" y="3536836"/>
            <a:ext cx="1584000" cy="369332"/>
          </a:xfrm>
          <a:prstGeom prst="rect">
            <a:avLst/>
          </a:prstGeom>
          <a:noFill/>
          <a:ln w="19050" algn="ctr">
            <a:noFill/>
            <a:miter lim="800000"/>
            <a:headEnd/>
            <a:tailEnd/>
          </a:ln>
        </p:spPr>
        <p:txBody>
          <a:bodyPr wrap="square" lIns="0" tIns="0" rIns="0" bIns="0" rtlCol="0" anchor="ctr">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pt-BR" sz="1200" b="1" i="0" u="none" strike="noStrike" kern="1200" cap="none" spc="0" normalizeH="0" baseline="0" noProof="0">
                <a:ln>
                  <a:noFill/>
                </a:ln>
                <a:solidFill>
                  <a:srgbClr val="000000"/>
                </a:solidFill>
                <a:effectLst/>
                <a:uLnTx/>
                <a:uFillTx/>
                <a:latin typeface="Arial"/>
                <a:ea typeface="+mn-ea"/>
                <a:cs typeface="+mn-cs"/>
              </a:rPr>
              <a:t>99%</a:t>
            </a:r>
            <a:r>
              <a:rPr kumimoji="0" lang="pt-BR" sz="1200" b="0" i="0" u="none" strike="noStrike" kern="1200" cap="none" spc="0" normalizeH="0" baseline="0" noProof="0">
                <a:ln>
                  <a:noFill/>
                </a:ln>
                <a:solidFill>
                  <a:srgbClr val="000000"/>
                </a:solidFill>
                <a:effectLst/>
                <a:uLnTx/>
                <a:uFillTx/>
                <a:latin typeface="Arial"/>
                <a:ea typeface="+mn-ea"/>
                <a:cs typeface="+mn-cs"/>
              </a:rPr>
              <a:t> </a:t>
            </a:r>
            <a:r>
              <a:rPr kumimoji="0" lang="pt-BR" sz="1200" b="1" i="0" u="none" strike="noStrike" kern="1200" cap="none" spc="0" normalizeH="0" baseline="0" noProof="0">
                <a:ln>
                  <a:noFill/>
                </a:ln>
                <a:solidFill>
                  <a:srgbClr val="000000"/>
                </a:solidFill>
                <a:effectLst/>
                <a:uLnTx/>
                <a:uFillTx/>
                <a:latin typeface="Arial"/>
                <a:ea typeface="+mn-ea"/>
                <a:cs typeface="+mn-cs"/>
              </a:rPr>
              <a:t>da receita </a:t>
            </a:r>
            <a:r>
              <a:rPr kumimoji="0" lang="pt-BR" sz="1200" b="0" i="0" u="none" strike="noStrike" kern="1200" cap="none" spc="0" normalizeH="0" baseline="0" noProof="0">
                <a:ln>
                  <a:noFill/>
                </a:ln>
                <a:solidFill>
                  <a:srgbClr val="000000"/>
                </a:solidFill>
                <a:effectLst/>
                <a:uLnTx/>
                <a:uFillTx/>
                <a:latin typeface="Arial"/>
                <a:ea typeface="+mn-ea"/>
                <a:cs typeface="+mn-cs"/>
              </a:rPr>
              <a:t>se concentra em </a:t>
            </a:r>
            <a:r>
              <a:rPr kumimoji="0" lang="pt-BR" sz="1200" b="1" i="0" u="none" strike="noStrike" kern="1200" cap="none" spc="0" normalizeH="0" baseline="0" noProof="0">
                <a:ln>
                  <a:noFill/>
                </a:ln>
                <a:solidFill>
                  <a:srgbClr val="000000"/>
                </a:solidFill>
                <a:effectLst/>
                <a:uLnTx/>
                <a:uFillTx/>
                <a:latin typeface="Arial"/>
                <a:ea typeface="+mn-ea"/>
                <a:cs typeface="+mn-cs"/>
              </a:rPr>
              <a:t>10 segmentos</a:t>
            </a:r>
          </a:p>
        </p:txBody>
      </p:sp>
      <p:sp>
        <p:nvSpPr>
          <p:cNvPr id="91" name="Rectangle 90">
            <a:extLst>
              <a:ext uri="{FF2B5EF4-FFF2-40B4-BE49-F238E27FC236}">
                <a16:creationId xmlns:a16="http://schemas.microsoft.com/office/drawing/2014/main" id="{043A6167-F7A9-D60D-5F88-6DDBB93AC7E1}"/>
              </a:ext>
            </a:extLst>
          </p:cNvPr>
          <p:cNvSpPr/>
          <p:nvPr/>
        </p:nvSpPr>
        <p:spPr bwMode="gray">
          <a:xfrm>
            <a:off x="1186410" y="4897168"/>
            <a:ext cx="1584000" cy="553998"/>
          </a:xfrm>
          <a:prstGeom prst="rect">
            <a:avLst/>
          </a:prstGeom>
          <a:noFill/>
          <a:ln w="19050" algn="ctr">
            <a:noFill/>
            <a:miter lim="800000"/>
            <a:headEnd/>
            <a:tailEnd/>
          </a:ln>
        </p:spPr>
        <p:txBody>
          <a:bodyPr wrap="square" lIns="0" tIns="0" rIns="0" bIns="0" rtlCol="0" anchor="ctr">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a:ln>
                  <a:noFill/>
                </a:ln>
                <a:solidFill>
                  <a:srgbClr val="000000"/>
                </a:solidFill>
                <a:effectLst/>
                <a:uLnTx/>
                <a:uFillTx/>
                <a:latin typeface="Arial"/>
                <a:ea typeface="+mn-ea"/>
                <a:cs typeface="+mn-cs"/>
              </a:rPr>
              <a:t>Dentro de cada segmento existe uma </a:t>
            </a:r>
            <a:r>
              <a:rPr kumimoji="0" lang="pt-BR" sz="1200" b="1" i="0" u="none" strike="noStrike" kern="1200" cap="none" spc="0" normalizeH="0" baseline="0" noProof="0">
                <a:ln>
                  <a:noFill/>
                </a:ln>
                <a:solidFill>
                  <a:srgbClr val="000000"/>
                </a:solidFill>
                <a:effectLst/>
                <a:uLnTx/>
                <a:uFillTx/>
                <a:latin typeface="Arial"/>
                <a:ea typeface="+mn-ea"/>
                <a:cs typeface="+mn-cs"/>
              </a:rPr>
              <a:t>grande variação em termos de receita</a:t>
            </a:r>
          </a:p>
        </p:txBody>
      </p:sp>
      <p:sp>
        <p:nvSpPr>
          <p:cNvPr id="93" name="Rectangle 92">
            <a:extLst>
              <a:ext uri="{FF2B5EF4-FFF2-40B4-BE49-F238E27FC236}">
                <a16:creationId xmlns:a16="http://schemas.microsoft.com/office/drawing/2014/main" id="{C9229FD5-8CC7-B164-D525-527BC25454EB}"/>
              </a:ext>
            </a:extLst>
          </p:cNvPr>
          <p:cNvSpPr/>
          <p:nvPr/>
        </p:nvSpPr>
        <p:spPr bwMode="gray">
          <a:xfrm>
            <a:off x="3856885" y="4897167"/>
            <a:ext cx="1584000" cy="553998"/>
          </a:xfrm>
          <a:prstGeom prst="rect">
            <a:avLst/>
          </a:prstGeom>
          <a:noFill/>
          <a:ln w="19050" algn="ctr">
            <a:noFill/>
            <a:miter lim="800000"/>
            <a:headEnd/>
            <a:tailEnd/>
          </a:ln>
        </p:spPr>
        <p:txBody>
          <a:bodyPr wrap="square" lIns="0" tIns="0" rIns="0" bIns="0" rtlCol="0" anchor="ctr">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a:ln>
                  <a:noFill/>
                </a:ln>
                <a:solidFill>
                  <a:srgbClr val="000000"/>
                </a:solidFill>
                <a:effectLst/>
                <a:uLnTx/>
                <a:uFillTx/>
                <a:latin typeface="Arial"/>
                <a:ea typeface="+mn-ea"/>
                <a:cs typeface="+mn-cs"/>
              </a:rPr>
              <a:t>Grande </a:t>
            </a:r>
            <a:r>
              <a:rPr kumimoji="0" lang="pt-BR" sz="1200" b="1" i="0" u="none" strike="noStrike" kern="1200" cap="none" spc="0" normalizeH="0" baseline="0" noProof="0">
                <a:ln>
                  <a:noFill/>
                </a:ln>
                <a:solidFill>
                  <a:srgbClr val="000000"/>
                </a:solidFill>
                <a:effectLst/>
                <a:uLnTx/>
                <a:uFillTx/>
                <a:latin typeface="Arial"/>
                <a:ea typeface="+mn-ea"/>
                <a:cs typeface="+mn-cs"/>
              </a:rPr>
              <a:t>desalinhamento entre tempo dedicado e LTV de cada segmento</a:t>
            </a:r>
          </a:p>
        </p:txBody>
      </p:sp>
      <p:grpSp>
        <p:nvGrpSpPr>
          <p:cNvPr id="4" name="Agrupar 3">
            <a:extLst>
              <a:ext uri="{FF2B5EF4-FFF2-40B4-BE49-F238E27FC236}">
                <a16:creationId xmlns:a16="http://schemas.microsoft.com/office/drawing/2014/main" id="{8521ACE8-8B93-837D-10D3-DEDF176B8FA9}"/>
              </a:ext>
            </a:extLst>
          </p:cNvPr>
          <p:cNvGrpSpPr/>
          <p:nvPr/>
        </p:nvGrpSpPr>
        <p:grpSpPr>
          <a:xfrm>
            <a:off x="232074" y="2016967"/>
            <a:ext cx="744252" cy="744252"/>
            <a:chOff x="194862" y="1893793"/>
            <a:chExt cx="990600" cy="990600"/>
          </a:xfrm>
        </p:grpSpPr>
        <p:sp>
          <p:nvSpPr>
            <p:cNvPr id="70" name="Oval 69">
              <a:extLst>
                <a:ext uri="{FF2B5EF4-FFF2-40B4-BE49-F238E27FC236}">
                  <a16:creationId xmlns:a16="http://schemas.microsoft.com/office/drawing/2014/main" id="{1D17585E-9401-B97F-2674-555FAF83F454}"/>
                </a:ext>
              </a:extLst>
            </p:cNvPr>
            <p:cNvSpPr/>
            <p:nvPr/>
          </p:nvSpPr>
          <p:spPr>
            <a:xfrm>
              <a:off x="194862" y="1893793"/>
              <a:ext cx="990600" cy="990600"/>
            </a:xfrm>
            <a:prstGeom prst="ellipse">
              <a:avLst/>
            </a:prstGeom>
            <a:solidFill>
              <a:schemeClr val="tx2"/>
            </a:solidFill>
            <a:ln w="19050">
              <a:noFill/>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600" b="0" i="0" u="none" strike="noStrike" kern="1200" cap="none" spc="0" normalizeH="0" baseline="0" noProof="0" err="1">
                <a:ln>
                  <a:noFill/>
                </a:ln>
                <a:solidFill>
                  <a:prstClr val="white"/>
                </a:solidFill>
                <a:effectLst/>
                <a:uLnTx/>
                <a:uFillTx/>
                <a:latin typeface="Arial"/>
                <a:ea typeface="+mn-ea"/>
                <a:cs typeface="+mn-cs"/>
              </a:endParaRPr>
            </a:p>
          </p:txBody>
        </p:sp>
        <p:pic>
          <p:nvPicPr>
            <p:cNvPr id="28" name="Picture 27">
              <a:extLst>
                <a:ext uri="{FF2B5EF4-FFF2-40B4-BE49-F238E27FC236}">
                  <a16:creationId xmlns:a16="http://schemas.microsoft.com/office/drawing/2014/main" id="{76E6094C-5A68-4212-92F3-C8A195E9F387}"/>
                </a:ext>
              </a:extLst>
            </p:cNvPr>
            <p:cNvPicPr>
              <a:picLocks noChangeAspect="1"/>
            </p:cNvPicPr>
            <p:nvPr/>
          </p:nvPicPr>
          <p:blipFill>
            <a:blip r:embed="rId9" cstate="email">
              <a:lum bright="70000" contrast="-70000"/>
              <a:extLst>
                <a:ext uri="{BEBA8EAE-BF5A-486C-A8C5-ECC9F3942E4B}">
                  <a14:imgProps xmlns:a14="http://schemas.microsoft.com/office/drawing/2010/main">
                    <a14:imgLayer r:embed="rId10">
                      <a14:imgEffect>
                        <a14:artisticPhotocopy/>
                      </a14:imgEffect>
                    </a14:imgLayer>
                  </a14:imgProps>
                </a:ext>
                <a:ext uri="{28A0092B-C50C-407E-A947-70E740481C1C}">
                  <a14:useLocalDpi xmlns:a14="http://schemas.microsoft.com/office/drawing/2010/main"/>
                </a:ext>
              </a:extLst>
            </a:blip>
            <a:stretch>
              <a:fillRect/>
            </a:stretch>
          </p:blipFill>
          <p:spPr>
            <a:xfrm>
              <a:off x="384162" y="2083093"/>
              <a:ext cx="612000" cy="612000"/>
            </a:xfrm>
            <a:prstGeom prst="rect">
              <a:avLst/>
            </a:prstGeom>
          </p:spPr>
        </p:pic>
      </p:grpSp>
      <p:grpSp>
        <p:nvGrpSpPr>
          <p:cNvPr id="5" name="Agrupar 4">
            <a:extLst>
              <a:ext uri="{FF2B5EF4-FFF2-40B4-BE49-F238E27FC236}">
                <a16:creationId xmlns:a16="http://schemas.microsoft.com/office/drawing/2014/main" id="{BF2FC0AC-7145-395E-CF9E-0560E0E337BC}"/>
              </a:ext>
            </a:extLst>
          </p:cNvPr>
          <p:cNvGrpSpPr/>
          <p:nvPr/>
        </p:nvGrpSpPr>
        <p:grpSpPr>
          <a:xfrm>
            <a:off x="232074" y="3349377"/>
            <a:ext cx="744252" cy="744252"/>
            <a:chOff x="194862" y="3226203"/>
            <a:chExt cx="990600" cy="990600"/>
          </a:xfrm>
        </p:grpSpPr>
        <p:sp>
          <p:nvSpPr>
            <p:cNvPr id="85" name="Oval 84">
              <a:extLst>
                <a:ext uri="{FF2B5EF4-FFF2-40B4-BE49-F238E27FC236}">
                  <a16:creationId xmlns:a16="http://schemas.microsoft.com/office/drawing/2014/main" id="{8E798867-85EC-DB48-B15A-9C4D13D4DC08}"/>
                </a:ext>
              </a:extLst>
            </p:cNvPr>
            <p:cNvSpPr/>
            <p:nvPr/>
          </p:nvSpPr>
          <p:spPr>
            <a:xfrm>
              <a:off x="194862" y="3226203"/>
              <a:ext cx="990600" cy="990600"/>
            </a:xfrm>
            <a:prstGeom prst="ellipse">
              <a:avLst/>
            </a:prstGeom>
            <a:solidFill>
              <a:schemeClr val="tx2"/>
            </a:solidFill>
            <a:ln w="19050">
              <a:noFill/>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600" b="0" i="0" u="none" strike="noStrike" kern="1200" cap="none" spc="0" normalizeH="0" baseline="0" noProof="0" err="1">
                <a:ln>
                  <a:noFill/>
                </a:ln>
                <a:solidFill>
                  <a:prstClr val="white"/>
                </a:solidFill>
                <a:effectLst/>
                <a:uLnTx/>
                <a:uFillTx/>
                <a:latin typeface="Arial"/>
                <a:ea typeface="+mn-ea"/>
                <a:cs typeface="+mn-cs"/>
              </a:endParaRPr>
            </a:p>
          </p:txBody>
        </p:sp>
        <p:pic>
          <p:nvPicPr>
            <p:cNvPr id="30" name="Picture 29">
              <a:extLst>
                <a:ext uri="{FF2B5EF4-FFF2-40B4-BE49-F238E27FC236}">
                  <a16:creationId xmlns:a16="http://schemas.microsoft.com/office/drawing/2014/main" id="{0E4F78C6-5F01-2A23-54D8-A1CC722DD695}"/>
                </a:ext>
              </a:extLst>
            </p:cNvPr>
            <p:cNvPicPr>
              <a:picLocks noChangeAspect="1"/>
            </p:cNvPicPr>
            <p:nvPr/>
          </p:nvPicPr>
          <p:blipFill>
            <a:blip r:embed="rId11" cstate="email">
              <a:lum bright="70000" contrast="-70000"/>
              <a:extLst>
                <a:ext uri="{BEBA8EAE-BF5A-486C-A8C5-ECC9F3942E4B}">
                  <a14:imgProps xmlns:a14="http://schemas.microsoft.com/office/drawing/2010/main">
                    <a14:imgLayer r:embed="rId12">
                      <a14:imgEffect>
                        <a14:artisticPhotocopy/>
                      </a14:imgEffect>
                    </a14:imgLayer>
                  </a14:imgProps>
                </a:ext>
                <a:ext uri="{28A0092B-C50C-407E-A947-70E740481C1C}">
                  <a14:useLocalDpi xmlns:a14="http://schemas.microsoft.com/office/drawing/2010/main"/>
                </a:ext>
              </a:extLst>
            </a:blip>
            <a:stretch>
              <a:fillRect/>
            </a:stretch>
          </p:blipFill>
          <p:spPr>
            <a:xfrm>
              <a:off x="384162" y="3415503"/>
              <a:ext cx="612000" cy="612000"/>
            </a:xfrm>
            <a:prstGeom prst="rect">
              <a:avLst/>
            </a:prstGeom>
          </p:spPr>
        </p:pic>
      </p:grpSp>
      <p:grpSp>
        <p:nvGrpSpPr>
          <p:cNvPr id="7" name="Agrupar 6">
            <a:extLst>
              <a:ext uri="{FF2B5EF4-FFF2-40B4-BE49-F238E27FC236}">
                <a16:creationId xmlns:a16="http://schemas.microsoft.com/office/drawing/2014/main" id="{B8641DBD-BF9D-8240-29B8-3FD2F2CF699D}"/>
              </a:ext>
            </a:extLst>
          </p:cNvPr>
          <p:cNvGrpSpPr/>
          <p:nvPr/>
        </p:nvGrpSpPr>
        <p:grpSpPr>
          <a:xfrm>
            <a:off x="2842197" y="3349377"/>
            <a:ext cx="744252" cy="744252"/>
            <a:chOff x="3668133" y="3226203"/>
            <a:chExt cx="990600" cy="990600"/>
          </a:xfrm>
        </p:grpSpPr>
        <p:sp>
          <p:nvSpPr>
            <p:cNvPr id="87" name="Oval 86">
              <a:extLst>
                <a:ext uri="{FF2B5EF4-FFF2-40B4-BE49-F238E27FC236}">
                  <a16:creationId xmlns:a16="http://schemas.microsoft.com/office/drawing/2014/main" id="{CA4977C3-D18F-4ABD-9ABE-61598C2E2AF6}"/>
                </a:ext>
              </a:extLst>
            </p:cNvPr>
            <p:cNvSpPr/>
            <p:nvPr/>
          </p:nvSpPr>
          <p:spPr>
            <a:xfrm>
              <a:off x="3668133" y="3226203"/>
              <a:ext cx="990600" cy="990600"/>
            </a:xfrm>
            <a:prstGeom prst="ellipse">
              <a:avLst/>
            </a:prstGeom>
            <a:solidFill>
              <a:schemeClr val="tx2"/>
            </a:solidFill>
            <a:ln w="19050">
              <a:noFill/>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600" b="0" i="0" u="none" strike="noStrike" kern="1200" cap="none" spc="0" normalizeH="0" baseline="0" noProof="0" err="1">
                <a:ln>
                  <a:noFill/>
                </a:ln>
                <a:solidFill>
                  <a:prstClr val="white"/>
                </a:solidFill>
                <a:effectLst/>
                <a:uLnTx/>
                <a:uFillTx/>
                <a:latin typeface="Arial"/>
                <a:ea typeface="+mn-ea"/>
                <a:cs typeface="+mn-cs"/>
              </a:endParaRPr>
            </a:p>
          </p:txBody>
        </p:sp>
        <p:pic>
          <p:nvPicPr>
            <p:cNvPr id="33" name="Picture 32">
              <a:extLst>
                <a:ext uri="{FF2B5EF4-FFF2-40B4-BE49-F238E27FC236}">
                  <a16:creationId xmlns:a16="http://schemas.microsoft.com/office/drawing/2014/main" id="{901D0983-01E1-D34D-1B79-FE129E77B693}"/>
                </a:ext>
              </a:extLst>
            </p:cNvPr>
            <p:cNvPicPr>
              <a:picLocks noChangeAspect="1"/>
            </p:cNvPicPr>
            <p:nvPr/>
          </p:nvPicPr>
          <p:blipFill>
            <a:blip r:embed="rId13" cstate="email">
              <a:lum bright="70000" contrast="-70000"/>
              <a:extLst>
                <a:ext uri="{BEBA8EAE-BF5A-486C-A8C5-ECC9F3942E4B}">
                  <a14:imgProps xmlns:a14="http://schemas.microsoft.com/office/drawing/2010/main">
                    <a14:imgLayer r:embed="rId14">
                      <a14:imgEffect>
                        <a14:artisticPhotocopy/>
                      </a14:imgEffect>
                    </a14:imgLayer>
                  </a14:imgProps>
                </a:ext>
                <a:ext uri="{28A0092B-C50C-407E-A947-70E740481C1C}">
                  <a14:useLocalDpi xmlns:a14="http://schemas.microsoft.com/office/drawing/2010/main"/>
                </a:ext>
              </a:extLst>
            </a:blip>
            <a:stretch>
              <a:fillRect/>
            </a:stretch>
          </p:blipFill>
          <p:spPr>
            <a:xfrm>
              <a:off x="3857433" y="3415503"/>
              <a:ext cx="612000" cy="612000"/>
            </a:xfrm>
            <a:prstGeom prst="rect">
              <a:avLst/>
            </a:prstGeom>
          </p:spPr>
        </p:pic>
      </p:grpSp>
      <p:grpSp>
        <p:nvGrpSpPr>
          <p:cNvPr id="6" name="Agrupar 5">
            <a:extLst>
              <a:ext uri="{FF2B5EF4-FFF2-40B4-BE49-F238E27FC236}">
                <a16:creationId xmlns:a16="http://schemas.microsoft.com/office/drawing/2014/main" id="{86F77153-46B7-E730-3342-2B535D61D9DB}"/>
              </a:ext>
            </a:extLst>
          </p:cNvPr>
          <p:cNvGrpSpPr/>
          <p:nvPr/>
        </p:nvGrpSpPr>
        <p:grpSpPr>
          <a:xfrm>
            <a:off x="232074" y="4802041"/>
            <a:ext cx="744252" cy="744252"/>
            <a:chOff x="194862" y="4678867"/>
            <a:chExt cx="990600" cy="990600"/>
          </a:xfrm>
        </p:grpSpPr>
        <p:sp>
          <p:nvSpPr>
            <p:cNvPr id="90" name="Oval 89">
              <a:extLst>
                <a:ext uri="{FF2B5EF4-FFF2-40B4-BE49-F238E27FC236}">
                  <a16:creationId xmlns:a16="http://schemas.microsoft.com/office/drawing/2014/main" id="{43593BFC-CBC5-B09B-90AE-0A245B5C71E0}"/>
                </a:ext>
              </a:extLst>
            </p:cNvPr>
            <p:cNvSpPr/>
            <p:nvPr/>
          </p:nvSpPr>
          <p:spPr>
            <a:xfrm>
              <a:off x="194862" y="4678867"/>
              <a:ext cx="990600" cy="990600"/>
            </a:xfrm>
            <a:prstGeom prst="ellipse">
              <a:avLst/>
            </a:prstGeom>
            <a:solidFill>
              <a:schemeClr val="tx2"/>
            </a:solidFill>
            <a:ln w="19050">
              <a:noFill/>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600" b="0" i="0" u="none" strike="noStrike" kern="1200" cap="none" spc="0" normalizeH="0" baseline="0" noProof="0" err="1">
                <a:ln>
                  <a:noFill/>
                </a:ln>
                <a:solidFill>
                  <a:prstClr val="white"/>
                </a:solidFill>
                <a:effectLst/>
                <a:uLnTx/>
                <a:uFillTx/>
                <a:latin typeface="Arial"/>
                <a:ea typeface="+mn-ea"/>
                <a:cs typeface="+mn-cs"/>
              </a:endParaRPr>
            </a:p>
          </p:txBody>
        </p:sp>
        <p:pic>
          <p:nvPicPr>
            <p:cNvPr id="36" name="Picture 35">
              <a:extLst>
                <a:ext uri="{FF2B5EF4-FFF2-40B4-BE49-F238E27FC236}">
                  <a16:creationId xmlns:a16="http://schemas.microsoft.com/office/drawing/2014/main" id="{264364F8-3D67-ED41-D9EA-A9F4218B8561}"/>
                </a:ext>
              </a:extLst>
            </p:cNvPr>
            <p:cNvPicPr>
              <a:picLocks noChangeAspect="1"/>
            </p:cNvPicPr>
            <p:nvPr/>
          </p:nvPicPr>
          <p:blipFill>
            <a:blip r:embed="rId15" cstate="email">
              <a:lum bright="70000" contrast="-70000"/>
              <a:extLst>
                <a:ext uri="{BEBA8EAE-BF5A-486C-A8C5-ECC9F3942E4B}">
                  <a14:imgProps xmlns:a14="http://schemas.microsoft.com/office/drawing/2010/main">
                    <a14:imgLayer r:embed="rId16">
                      <a14:imgEffect>
                        <a14:artisticPhotocopy/>
                      </a14:imgEffect>
                    </a14:imgLayer>
                  </a14:imgProps>
                </a:ext>
                <a:ext uri="{28A0092B-C50C-407E-A947-70E740481C1C}">
                  <a14:useLocalDpi xmlns:a14="http://schemas.microsoft.com/office/drawing/2010/main"/>
                </a:ext>
              </a:extLst>
            </a:blip>
            <a:stretch>
              <a:fillRect/>
            </a:stretch>
          </p:blipFill>
          <p:spPr>
            <a:xfrm>
              <a:off x="384162" y="4868167"/>
              <a:ext cx="612000" cy="612000"/>
            </a:xfrm>
            <a:prstGeom prst="rect">
              <a:avLst/>
            </a:prstGeom>
          </p:spPr>
        </p:pic>
      </p:grpSp>
      <p:grpSp>
        <p:nvGrpSpPr>
          <p:cNvPr id="8" name="Agrupar 7">
            <a:extLst>
              <a:ext uri="{FF2B5EF4-FFF2-40B4-BE49-F238E27FC236}">
                <a16:creationId xmlns:a16="http://schemas.microsoft.com/office/drawing/2014/main" id="{632B2286-B24B-7C96-9155-30B72F0CD930}"/>
              </a:ext>
            </a:extLst>
          </p:cNvPr>
          <p:cNvGrpSpPr/>
          <p:nvPr/>
        </p:nvGrpSpPr>
        <p:grpSpPr>
          <a:xfrm>
            <a:off x="2842197" y="4802041"/>
            <a:ext cx="744252" cy="744252"/>
            <a:chOff x="3668133" y="4678867"/>
            <a:chExt cx="990600" cy="990600"/>
          </a:xfrm>
        </p:grpSpPr>
        <p:sp>
          <p:nvSpPr>
            <p:cNvPr id="92" name="Oval 91">
              <a:extLst>
                <a:ext uri="{FF2B5EF4-FFF2-40B4-BE49-F238E27FC236}">
                  <a16:creationId xmlns:a16="http://schemas.microsoft.com/office/drawing/2014/main" id="{3ADA2A2F-0D2C-4315-12ED-810FD81FF237}"/>
                </a:ext>
              </a:extLst>
            </p:cNvPr>
            <p:cNvSpPr/>
            <p:nvPr/>
          </p:nvSpPr>
          <p:spPr>
            <a:xfrm>
              <a:off x="3668133" y="4678867"/>
              <a:ext cx="990600" cy="990600"/>
            </a:xfrm>
            <a:prstGeom prst="ellipse">
              <a:avLst/>
            </a:prstGeom>
            <a:solidFill>
              <a:schemeClr val="tx2"/>
            </a:solidFill>
            <a:ln w="19050">
              <a:noFill/>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600" b="0" i="0" u="none" strike="noStrike" kern="1200" cap="none" spc="0" normalizeH="0" baseline="0" noProof="0" err="1">
                <a:ln>
                  <a:noFill/>
                </a:ln>
                <a:solidFill>
                  <a:prstClr val="white"/>
                </a:solidFill>
                <a:effectLst/>
                <a:uLnTx/>
                <a:uFillTx/>
                <a:latin typeface="Arial"/>
                <a:ea typeface="+mn-ea"/>
                <a:cs typeface="+mn-cs"/>
              </a:endParaRPr>
            </a:p>
          </p:txBody>
        </p:sp>
        <p:pic>
          <p:nvPicPr>
            <p:cNvPr id="17" name="Graphic 16">
              <a:extLst>
                <a:ext uri="{FF2B5EF4-FFF2-40B4-BE49-F238E27FC236}">
                  <a16:creationId xmlns:a16="http://schemas.microsoft.com/office/drawing/2014/main" id="{6CE3C8E7-8448-09E5-43E1-FE16500B84C1}"/>
                </a:ext>
              </a:extLst>
            </p:cNvPr>
            <p:cNvPicPr>
              <a:picLocks noChangeAspect="1"/>
            </p:cNvPicPr>
            <p:nvPr/>
          </p:nvPicPr>
          <p:blipFill rotWithShape="1">
            <a:blip r:embed="rId17" cstate="email">
              <a:extLst>
                <a:ext uri="{28A0092B-C50C-407E-A947-70E740481C1C}">
                  <a14:useLocalDpi xmlns:a14="http://schemas.microsoft.com/office/drawing/2010/main"/>
                </a:ext>
                <a:ext uri="{96DAC541-7B7A-43D3-8B79-37D633B846F1}">
                  <asvg:svgBlip xmlns:asvg="http://schemas.microsoft.com/office/drawing/2016/SVG/main" r:embed="rId18"/>
                </a:ext>
              </a:extLst>
            </a:blip>
            <a:srcRect l="13381" t="3538" r="13381" b="23266"/>
            <a:stretch/>
          </p:blipFill>
          <p:spPr>
            <a:xfrm>
              <a:off x="3857266" y="4868167"/>
              <a:ext cx="612335" cy="612000"/>
            </a:xfrm>
            <a:prstGeom prst="rect">
              <a:avLst/>
            </a:prstGeom>
          </p:spPr>
        </p:pic>
      </p:grpSp>
      <p:sp>
        <p:nvSpPr>
          <p:cNvPr id="9" name="Rectangle 131">
            <a:extLst>
              <a:ext uri="{FF2B5EF4-FFF2-40B4-BE49-F238E27FC236}">
                <a16:creationId xmlns:a16="http://schemas.microsoft.com/office/drawing/2014/main" id="{1D0DED2A-D6B2-7575-4082-55910C768DD7}"/>
              </a:ext>
            </a:extLst>
          </p:cNvPr>
          <p:cNvSpPr>
            <a:spLocks/>
          </p:cNvSpPr>
          <p:nvPr/>
        </p:nvSpPr>
        <p:spPr bwMode="auto">
          <a:xfrm>
            <a:off x="9583839" y="1189417"/>
            <a:ext cx="2608161" cy="5148000"/>
          </a:xfrm>
          <a:prstGeom prst="rect">
            <a:avLst/>
          </a:prstGeom>
          <a:solidFill>
            <a:schemeClr val="accent1"/>
          </a:solidFill>
          <a:ln w="12700">
            <a:solidFill>
              <a:schemeClr val="accent1"/>
            </a:solid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400" b="0" i="0" u="none" strike="noStrike" kern="0" cap="none" spc="0" normalizeH="0" baseline="0" noProof="0">
              <a:ln>
                <a:noFill/>
              </a:ln>
              <a:solidFill>
                <a:srgbClr val="7F7F7F"/>
              </a:solidFill>
              <a:effectLst/>
              <a:uLnTx/>
              <a:uFillTx/>
              <a:latin typeface="Arial"/>
              <a:ea typeface="+mn-ea"/>
              <a:cs typeface="Arial"/>
            </a:endParaRPr>
          </a:p>
        </p:txBody>
      </p:sp>
      <p:grpSp>
        <p:nvGrpSpPr>
          <p:cNvPr id="10" name="Group 10">
            <a:extLst>
              <a:ext uri="{FF2B5EF4-FFF2-40B4-BE49-F238E27FC236}">
                <a16:creationId xmlns:a16="http://schemas.microsoft.com/office/drawing/2014/main" id="{4BBF31F4-C296-925A-FDE8-76722AFB5ECE}"/>
              </a:ext>
            </a:extLst>
          </p:cNvPr>
          <p:cNvGrpSpPr/>
          <p:nvPr/>
        </p:nvGrpSpPr>
        <p:grpSpPr>
          <a:xfrm>
            <a:off x="9699919" y="1356904"/>
            <a:ext cx="2376000" cy="250825"/>
            <a:chOff x="333488" y="1254559"/>
            <a:chExt cx="4547074" cy="251795"/>
          </a:xfrm>
        </p:grpSpPr>
        <p:sp>
          <p:nvSpPr>
            <p:cNvPr id="11" name="Content Placeholder 2">
              <a:extLst>
                <a:ext uri="{FF2B5EF4-FFF2-40B4-BE49-F238E27FC236}">
                  <a16:creationId xmlns:a16="http://schemas.microsoft.com/office/drawing/2014/main" id="{A0D72964-C582-C2E8-9B2B-67D5FD211E8A}"/>
                </a:ext>
              </a:extLst>
            </p:cNvPr>
            <p:cNvSpPr txBox="1">
              <a:spLocks/>
            </p:cNvSpPr>
            <p:nvPr/>
          </p:nvSpPr>
          <p:spPr bwMode="auto">
            <a:xfrm>
              <a:off x="333488" y="1254559"/>
              <a:ext cx="4547074" cy="251795"/>
            </a:xfrm>
            <a:prstGeom prst="rect">
              <a:avLst/>
            </a:prstGeom>
          </p:spPr>
          <p:txBody>
            <a:bodyPr vert="horz" wrap="square" lIns="0" tIns="0" rIns="0" bIns="36000" rtlCol="0" anchor="b">
              <a:spAutoFit/>
            </a:bodyPr>
            <a:lstStyle>
              <a:defPPr>
                <a:defRPr lang="pt-BR"/>
              </a:defPPr>
              <a:lvl1pPr lvl="0" indent="0">
                <a:spcBef>
                  <a:spcPct val="20000"/>
                </a:spcBef>
                <a:buFont typeface="Arial" pitchFamily="34" charset="0"/>
                <a:buNone/>
                <a:defRPr sz="1400"/>
              </a:lvl1pPr>
              <a:lvl2pPr marL="197607" lvl="1" indent="-195987" defTabSz="913526" fontAlgn="base">
                <a:spcBef>
                  <a:spcPct val="0"/>
                </a:spcBef>
                <a:spcAft>
                  <a:spcPct val="0"/>
                </a:spcAft>
                <a:buClr>
                  <a:schemeClr val="tx2"/>
                </a:buClr>
                <a:buSzPct val="125000"/>
                <a:buFont typeface="Arial" charset="0"/>
                <a:buChar char="▪"/>
                <a:defRPr sz="1400" baseline="0"/>
              </a:lvl2pPr>
              <a:lvl3pPr marL="466481" lvl="2" indent="-267255" defTabSz="913526" fontAlgn="base">
                <a:spcBef>
                  <a:spcPct val="0"/>
                </a:spcBef>
                <a:spcAft>
                  <a:spcPct val="0"/>
                </a:spcAft>
                <a:buClr>
                  <a:schemeClr val="tx2"/>
                </a:buClr>
                <a:buSzPct val="120000"/>
                <a:buFont typeface="Arial" charset="0"/>
                <a:buChar char="–"/>
                <a:defRPr sz="1400" baseline="0"/>
              </a:lvl3pPr>
              <a:lvl4pPr marL="626835" lvl="3" indent="-158733" defTabSz="913526" fontAlgn="base">
                <a:spcBef>
                  <a:spcPct val="0"/>
                </a:spcBef>
                <a:spcAft>
                  <a:spcPct val="0"/>
                </a:spcAft>
                <a:buClr>
                  <a:schemeClr val="tx2"/>
                </a:buClr>
                <a:buSzPct val="120000"/>
                <a:buFont typeface="Arial" charset="0"/>
                <a:buChar char="▫"/>
                <a:defRPr sz="1400" baseline="0"/>
              </a:lvl4pPr>
              <a:lvl5pPr marL="765029" lvl="4" indent="-132818" defTabSz="913526" fontAlgn="base">
                <a:spcBef>
                  <a:spcPct val="0"/>
                </a:spcBef>
                <a:spcAft>
                  <a:spcPct val="0"/>
                </a:spcAft>
                <a:buClr>
                  <a:schemeClr val="tx2"/>
                </a:buClr>
                <a:buSzPct val="89000"/>
                <a:buFont typeface="Arial" charset="0"/>
                <a:buChar char="-"/>
                <a:defRPr sz="1400" baseline="0"/>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marL="0" marR="0" lvl="0" indent="0" algn="l" defTabSz="914400" rtl="0" eaLnBrk="0" fontAlgn="auto" latinLnBrk="0" hangingPunct="0">
                <a:lnSpc>
                  <a:spcPct val="100000"/>
                </a:lnSpc>
                <a:spcBef>
                  <a:spcPts val="0"/>
                </a:spcBef>
                <a:spcAft>
                  <a:spcPts val="0"/>
                </a:spcAft>
                <a:buClr>
                  <a:srgbClr val="073E87"/>
                </a:buClr>
                <a:buSzTx/>
                <a:buFont typeface="Arial" pitchFamily="34" charset="0"/>
                <a:buNone/>
                <a:tabLst/>
                <a:defRPr/>
              </a:pPr>
              <a:r>
                <a:rPr kumimoji="0" lang="pt-BR" sz="1400" b="1" i="0" u="none" strike="noStrike" kern="0" cap="none" spc="0" normalizeH="0" baseline="0" noProof="0">
                  <a:ln>
                    <a:noFill/>
                  </a:ln>
                  <a:solidFill>
                    <a:srgbClr val="020E66"/>
                  </a:solidFill>
                  <a:effectLst/>
                  <a:uLnTx/>
                  <a:uFillTx/>
                  <a:latin typeface="Arial"/>
                  <a:ea typeface="+mn-ea"/>
                  <a:cs typeface="+mn-cs"/>
                </a:rPr>
                <a:t>Observações</a:t>
              </a:r>
            </a:p>
          </p:txBody>
        </p:sp>
        <p:cxnSp>
          <p:nvCxnSpPr>
            <p:cNvPr id="13" name="Straight Connector 125">
              <a:extLst>
                <a:ext uri="{FF2B5EF4-FFF2-40B4-BE49-F238E27FC236}">
                  <a16:creationId xmlns:a16="http://schemas.microsoft.com/office/drawing/2014/main" id="{077268C4-BD77-7C9E-88B1-95EECA41A980}"/>
                </a:ext>
              </a:extLst>
            </p:cNvPr>
            <p:cNvCxnSpPr>
              <a:cxnSpLocks/>
            </p:cNvCxnSpPr>
            <p:nvPr/>
          </p:nvCxnSpPr>
          <p:spPr>
            <a:xfrm>
              <a:off x="333488" y="1506354"/>
              <a:ext cx="4547074"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4" name="Rectangle 61">
            <a:extLst>
              <a:ext uri="{FF2B5EF4-FFF2-40B4-BE49-F238E27FC236}">
                <a16:creationId xmlns:a16="http://schemas.microsoft.com/office/drawing/2014/main" id="{7CE92D55-B90C-DDE0-607F-753D69DF9857}"/>
              </a:ext>
            </a:extLst>
          </p:cNvPr>
          <p:cNvSpPr txBox="1"/>
          <p:nvPr/>
        </p:nvSpPr>
        <p:spPr>
          <a:xfrm>
            <a:off x="9699919" y="1779491"/>
            <a:ext cx="2376000" cy="3231654"/>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defPPr>
              <a:defRPr lang="pt-BR"/>
            </a:defPPr>
            <a:lvl1pPr lvl="0" indent="0" defTabSz="913526">
              <a:buClr>
                <a:schemeClr val="tx2"/>
              </a:buClr>
              <a:defRPr sz="1400" b="1" baseline="0"/>
            </a:lvl1pPr>
            <a:lvl2pPr marL="197607" lvl="1" indent="-195987" defTabSz="913526">
              <a:buClr>
                <a:schemeClr val="tx2"/>
              </a:buClr>
              <a:buSzPct val="125000"/>
              <a:buFont typeface="Arial" charset="0"/>
              <a:buChar char="▪"/>
              <a:defRPr baseline="0"/>
            </a:lvl2pPr>
            <a:lvl3pPr marL="466481" lvl="2" indent="-267255" defTabSz="913526">
              <a:buClr>
                <a:schemeClr val="tx2"/>
              </a:buClr>
              <a:buSzPct val="120000"/>
              <a:buFont typeface="Arial" charset="0"/>
              <a:buChar char="–"/>
              <a:defRPr baseline="0"/>
            </a:lvl3pPr>
            <a:lvl4pPr marL="626835" lvl="3" indent="-158733" defTabSz="913526">
              <a:buClr>
                <a:schemeClr val="tx2"/>
              </a:buClr>
              <a:buSzPct val="120000"/>
              <a:buFont typeface="Arial" charset="0"/>
              <a:buChar char="▫"/>
              <a:defRPr baseline="0"/>
            </a:lvl4pPr>
            <a:lvl5pPr marL="765029" lvl="4" indent="-132818" defTabSz="913526">
              <a:buClr>
                <a:schemeClr val="tx2"/>
              </a:buClr>
              <a:buSzPct val="89000"/>
              <a:buFont typeface="Arial" charset="0"/>
              <a:buChar char="-"/>
              <a:defRPr baseline="0"/>
            </a:lvl5pPr>
            <a:lvl6pPr marL="765029" indent="-132818" defTabSz="913526" fontAlgn="base">
              <a:spcBef>
                <a:spcPct val="0"/>
              </a:spcBef>
              <a:spcAft>
                <a:spcPct val="0"/>
              </a:spcAft>
              <a:buClr>
                <a:schemeClr val="tx2"/>
              </a:buClr>
              <a:buSzPct val="89000"/>
              <a:buFont typeface="Arial" charset="0"/>
              <a:buChar char="-"/>
              <a:defRPr baseline="0"/>
            </a:lvl6pPr>
            <a:lvl7pPr marL="765029" indent="-132818" defTabSz="913526" fontAlgn="base">
              <a:spcBef>
                <a:spcPct val="0"/>
              </a:spcBef>
              <a:spcAft>
                <a:spcPct val="0"/>
              </a:spcAft>
              <a:buClr>
                <a:schemeClr val="tx2"/>
              </a:buClr>
              <a:buSzPct val="89000"/>
              <a:buFont typeface="Arial" charset="0"/>
              <a:buChar char="-"/>
              <a:defRPr baseline="0"/>
            </a:lvl7pPr>
            <a:lvl8pPr marL="765029" indent="-132818" defTabSz="913526" fontAlgn="base">
              <a:spcBef>
                <a:spcPct val="0"/>
              </a:spcBef>
              <a:spcAft>
                <a:spcPct val="0"/>
              </a:spcAft>
              <a:buClr>
                <a:schemeClr val="tx2"/>
              </a:buClr>
              <a:buSzPct val="89000"/>
              <a:buFont typeface="Arial" charset="0"/>
              <a:buChar char="-"/>
              <a:defRPr baseline="0"/>
            </a:lvl8pPr>
            <a:lvl9pPr marL="765029" indent="-132818" defTabSz="913526" fontAlgn="base">
              <a:spcBef>
                <a:spcPct val="0"/>
              </a:spcBef>
              <a:spcAft>
                <a:spcPct val="0"/>
              </a:spcAft>
              <a:buClr>
                <a:schemeClr val="tx2"/>
              </a:buClr>
              <a:buSzPct val="89000"/>
              <a:buFont typeface="Arial" charset="0"/>
              <a:buChar char="-"/>
              <a:defRPr baseline="0"/>
            </a:lvl9pPr>
          </a:lstStyle>
          <a:p>
            <a:pPr marL="285750" marR="0" lvl="0" indent="-285750" algn="l" defTabSz="913526" rtl="0" eaLnBrk="1" fontAlgn="auto" latinLnBrk="0" hangingPunct="1">
              <a:lnSpc>
                <a:spcPct val="100000"/>
              </a:lnSpc>
              <a:spcBef>
                <a:spcPts val="0"/>
              </a:spcBef>
              <a:spcAft>
                <a:spcPts val="0"/>
              </a:spcAft>
              <a:buClr>
                <a:srgbClr val="020E66"/>
              </a:buClr>
              <a:buSzTx/>
              <a:buFont typeface="Wingdings" panose="05000000000000000000" pitchFamily="2" charset="2"/>
              <a:buChar char="§"/>
              <a:tabLst/>
              <a:defRPr/>
            </a:pPr>
            <a:r>
              <a:rPr kumimoji="0" lang="pt-BR" sz="1400" b="0" i="0" u="none" strike="noStrike" kern="1200" cap="none" spc="0" normalizeH="0" baseline="0" noProof="0">
                <a:ln>
                  <a:noFill/>
                </a:ln>
                <a:solidFill>
                  <a:srgbClr val="071C25"/>
                </a:solidFill>
                <a:effectLst/>
                <a:uLnTx/>
                <a:uFillTx/>
                <a:latin typeface="Arial"/>
                <a:ea typeface="+mn-ea"/>
                <a:cs typeface="+mn-cs"/>
              </a:rPr>
              <a:t>A avaliação da segmentação atual de clientes nos ajudará </a:t>
            </a:r>
            <a:r>
              <a:rPr kumimoji="0" lang="pt-BR" sz="1400" b="1" i="0" u="none" strike="noStrike" kern="1200" cap="none" spc="0" normalizeH="0" baseline="0" noProof="0">
                <a:ln>
                  <a:noFill/>
                </a:ln>
                <a:solidFill>
                  <a:srgbClr val="071C25"/>
                </a:solidFill>
                <a:effectLst/>
                <a:uLnTx/>
                <a:uFillTx/>
                <a:latin typeface="Arial"/>
                <a:ea typeface="+mn-ea"/>
                <a:cs typeface="+mn-cs"/>
              </a:rPr>
              <a:t>identificar formas de definir o modelo de acesso comercial e  estruturar as equipes comerciais da Morro Verde</a:t>
            </a:r>
          </a:p>
          <a:p>
            <a:pPr marL="285750" marR="0" lvl="0" indent="-285750" algn="l" defTabSz="913526" rtl="0" eaLnBrk="1" fontAlgn="auto" latinLnBrk="0" hangingPunct="1">
              <a:lnSpc>
                <a:spcPct val="100000"/>
              </a:lnSpc>
              <a:spcBef>
                <a:spcPts val="0"/>
              </a:spcBef>
              <a:spcAft>
                <a:spcPts val="0"/>
              </a:spcAft>
              <a:buClr>
                <a:srgbClr val="020E66"/>
              </a:buClr>
              <a:buSzTx/>
              <a:buFont typeface="Wingdings" panose="05000000000000000000" pitchFamily="2" charset="2"/>
              <a:buChar char="§"/>
              <a:tabLst/>
              <a:defRPr/>
            </a:pPr>
            <a:r>
              <a:rPr kumimoji="0" lang="pt-BR" sz="1400" b="0" i="0" u="none" strike="noStrike" kern="1200" cap="none" spc="0" normalizeH="0" baseline="0" noProof="0">
                <a:ln>
                  <a:noFill/>
                </a:ln>
                <a:solidFill>
                  <a:srgbClr val="071C25"/>
                </a:solidFill>
                <a:effectLst/>
                <a:uLnTx/>
                <a:uFillTx/>
                <a:latin typeface="Arial"/>
                <a:ea typeface="+mn-ea"/>
                <a:cs typeface="+mn-cs"/>
              </a:rPr>
              <a:t>Ao mesmo tempo, permitirá </a:t>
            </a:r>
            <a:r>
              <a:rPr kumimoji="0" lang="pt-BR" sz="1400" b="1" i="0" u="none" strike="noStrike" kern="1200" cap="none" spc="0" normalizeH="0" baseline="0" noProof="0">
                <a:ln>
                  <a:noFill/>
                </a:ln>
                <a:solidFill>
                  <a:srgbClr val="071C25"/>
                </a:solidFill>
                <a:effectLst/>
                <a:uLnTx/>
                <a:uFillTx/>
                <a:latin typeface="Arial"/>
                <a:ea typeface="+mn-ea"/>
                <a:cs typeface="+mn-cs"/>
              </a:rPr>
              <a:t>dimensionamento estimado da força de vendas </a:t>
            </a:r>
            <a:r>
              <a:rPr kumimoji="0" lang="pt-BR" sz="1400" b="0" i="0" u="none" strike="noStrike" kern="1200" cap="none" spc="0" normalizeH="0" baseline="0" noProof="0">
                <a:ln>
                  <a:noFill/>
                </a:ln>
                <a:solidFill>
                  <a:srgbClr val="071C25"/>
                </a:solidFill>
                <a:effectLst/>
                <a:uLnTx/>
                <a:uFillTx/>
                <a:latin typeface="Arial"/>
                <a:ea typeface="+mn-ea"/>
                <a:cs typeface="+mn-cs"/>
              </a:rPr>
              <a:t>em diferentes modelos</a:t>
            </a:r>
            <a:endParaRPr kumimoji="0" lang="pt-BR" sz="1400" b="1" i="0" u="none" strike="noStrike" kern="1200" cap="none" spc="0" normalizeH="0" baseline="0" noProof="0">
              <a:ln>
                <a:noFill/>
              </a:ln>
              <a:solidFill>
                <a:srgbClr val="071C25"/>
              </a:solidFill>
              <a:effectLst/>
              <a:uLnTx/>
              <a:uFillTx/>
              <a:latin typeface="Arial"/>
              <a:ea typeface="+mn-ea"/>
              <a:cs typeface="+mn-cs"/>
            </a:endParaRPr>
          </a:p>
        </p:txBody>
      </p:sp>
    </p:spTree>
    <p:extLst>
      <p:ext uri="{BB962C8B-B14F-4D97-AF65-F5344CB8AC3E}">
        <p14:creationId xmlns:p14="http://schemas.microsoft.com/office/powerpoint/2010/main" val="34587791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37" name="Objeto 36" hidden="1">
            <a:extLst>
              <a:ext uri="{FF2B5EF4-FFF2-40B4-BE49-F238E27FC236}">
                <a16:creationId xmlns:a16="http://schemas.microsoft.com/office/drawing/2014/main" id="{8ED136CE-96F4-D9ED-FD80-9D728135F69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Slide do think-cell" r:id="rId3" imgW="473" imgH="473" progId="TCLayout.ActiveDocument.1">
                  <p:embed/>
                </p:oleObj>
              </mc:Choice>
              <mc:Fallback>
                <p:oleObj name="Slide do think-cell" r:id="rId3" imgW="473" imgH="473" progId="TCLayout.ActiveDocument.1">
                  <p:embed/>
                  <p:pic>
                    <p:nvPicPr>
                      <p:cNvPr id="37" name="Objeto 36" hidden="1">
                        <a:extLst>
                          <a:ext uri="{FF2B5EF4-FFF2-40B4-BE49-F238E27FC236}">
                            <a16:creationId xmlns:a16="http://schemas.microsoft.com/office/drawing/2014/main" id="{8ED136CE-96F4-D9ED-FD80-9D728135F69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Espaço Reservado para Texto 1">
            <a:extLst>
              <a:ext uri="{FF2B5EF4-FFF2-40B4-BE49-F238E27FC236}">
                <a16:creationId xmlns:a16="http://schemas.microsoft.com/office/drawing/2014/main" id="{8BBE8592-6BA8-CB83-5A2C-86CF811EDC8A}"/>
              </a:ext>
            </a:extLst>
          </p:cNvPr>
          <p:cNvSpPr>
            <a:spLocks noGrp="1"/>
          </p:cNvSpPr>
          <p:nvPr>
            <p:ph type="body" sz="quarter" idx="14"/>
          </p:nvPr>
        </p:nvSpPr>
        <p:spPr/>
        <p:txBody>
          <a:bodyPr/>
          <a:lstStyle/>
          <a:p>
            <a:r>
              <a:rPr lang="pt-BR"/>
              <a:t>Fonte: Mirow &amp; Co.</a:t>
            </a:r>
            <a:endParaRPr lang="en-US"/>
          </a:p>
        </p:txBody>
      </p:sp>
      <p:sp>
        <p:nvSpPr>
          <p:cNvPr id="3" name="Título 2">
            <a:extLst>
              <a:ext uri="{FF2B5EF4-FFF2-40B4-BE49-F238E27FC236}">
                <a16:creationId xmlns:a16="http://schemas.microsoft.com/office/drawing/2014/main" id="{E5AF4F7A-5D09-34DC-8B19-11495445E573}"/>
              </a:ext>
            </a:extLst>
          </p:cNvPr>
          <p:cNvSpPr>
            <a:spLocks noGrp="1"/>
          </p:cNvSpPr>
          <p:nvPr>
            <p:ph type="title"/>
          </p:nvPr>
        </p:nvSpPr>
        <p:spPr/>
        <p:txBody>
          <a:bodyPr vert="horz"/>
          <a:lstStyle/>
          <a:p>
            <a:r>
              <a:rPr lang="pt-BR"/>
              <a:t>A segmentação visa orientar os esforços de forma a maximizar o valor dos clientes...</a:t>
            </a:r>
            <a:endParaRPr lang="en-US"/>
          </a:p>
        </p:txBody>
      </p:sp>
      <p:sp>
        <p:nvSpPr>
          <p:cNvPr id="4" name="Freeform: Shape 48">
            <a:extLst>
              <a:ext uri="{FF2B5EF4-FFF2-40B4-BE49-F238E27FC236}">
                <a16:creationId xmlns:a16="http://schemas.microsoft.com/office/drawing/2014/main" id="{8AF05F45-66E8-2823-05AE-6FE304CA45F5}"/>
              </a:ext>
            </a:extLst>
          </p:cNvPr>
          <p:cNvSpPr>
            <a:spLocks/>
          </p:cNvSpPr>
          <p:nvPr/>
        </p:nvSpPr>
        <p:spPr bwMode="auto">
          <a:xfrm flipH="1" flipV="1">
            <a:off x="1248771" y="3687191"/>
            <a:ext cx="4630486" cy="2709872"/>
          </a:xfrm>
          <a:custGeom>
            <a:avLst/>
            <a:gdLst>
              <a:gd name="connsiteX0" fmla="*/ 3685645 w 4630486"/>
              <a:gd name="connsiteY0" fmla="*/ 2709872 h 2709872"/>
              <a:gd name="connsiteX1" fmla="*/ 657773 w 4630486"/>
              <a:gd name="connsiteY1" fmla="*/ 2709872 h 2709872"/>
              <a:gd name="connsiteX2" fmla="*/ 50210 w 4630486"/>
              <a:gd name="connsiteY2" fmla="*/ 2709872 h 2709872"/>
              <a:gd name="connsiteX3" fmla="*/ 0 w 4630486"/>
              <a:gd name="connsiteY3" fmla="*/ 2709872 h 2709872"/>
              <a:gd name="connsiteX4" fmla="*/ 0 w 4630486"/>
              <a:gd name="connsiteY4" fmla="*/ 1865 h 2709872"/>
              <a:gd name="connsiteX5" fmla="*/ 1021829 w 4630486"/>
              <a:gd name="connsiteY5" fmla="*/ 0 h 2709872"/>
              <a:gd name="connsiteX6" fmla="*/ 1023590 w 4630486"/>
              <a:gd name="connsiteY6" fmla="*/ 5522 h 2709872"/>
              <a:gd name="connsiteX7" fmla="*/ 4049701 w 4630486"/>
              <a:gd name="connsiteY7" fmla="*/ 0 h 2709872"/>
              <a:gd name="connsiteX8" fmla="*/ 4630486 w 4630486"/>
              <a:gd name="connsiteY8" fmla="*/ 1820966 h 2709872"/>
              <a:gd name="connsiteX9" fmla="*/ 3685645 w 4630486"/>
              <a:gd name="connsiteY9" fmla="*/ 2709872 h 27098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630486" h="2709872">
                <a:moveTo>
                  <a:pt x="3685645" y="2709872"/>
                </a:moveTo>
                <a:lnTo>
                  <a:pt x="657773" y="2709872"/>
                </a:lnTo>
                <a:lnTo>
                  <a:pt x="50210" y="2709872"/>
                </a:lnTo>
                <a:lnTo>
                  <a:pt x="0" y="2709872"/>
                </a:lnTo>
                <a:lnTo>
                  <a:pt x="0" y="1865"/>
                </a:lnTo>
                <a:lnTo>
                  <a:pt x="1021829" y="0"/>
                </a:lnTo>
                <a:lnTo>
                  <a:pt x="1023590" y="5522"/>
                </a:lnTo>
                <a:lnTo>
                  <a:pt x="4049701" y="0"/>
                </a:lnTo>
                <a:lnTo>
                  <a:pt x="4630486" y="1820966"/>
                </a:lnTo>
                <a:cubicBezTo>
                  <a:pt x="4116234" y="1890931"/>
                  <a:pt x="3718343" y="2258056"/>
                  <a:pt x="3685645" y="2709872"/>
                </a:cubicBezTo>
                <a:close/>
              </a:path>
            </a:pathLst>
          </a:custGeom>
          <a:solidFill>
            <a:schemeClr val="accent1"/>
          </a:solidFill>
          <a:ln w="9525">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600" b="0" i="0" u="none" strike="noStrike" kern="1200" cap="none" spc="0" normalizeH="0" baseline="0" noProof="0">
              <a:ln>
                <a:noFill/>
              </a:ln>
              <a:solidFill>
                <a:srgbClr val="000000"/>
              </a:solidFill>
              <a:effectLst/>
              <a:uLnTx/>
              <a:uFillTx/>
              <a:latin typeface="Arial"/>
              <a:ea typeface="+mn-ea"/>
              <a:cs typeface="+mn-cs"/>
            </a:endParaRPr>
          </a:p>
        </p:txBody>
      </p:sp>
      <p:sp>
        <p:nvSpPr>
          <p:cNvPr id="5" name="Freeform: Shape 47">
            <a:extLst>
              <a:ext uri="{FF2B5EF4-FFF2-40B4-BE49-F238E27FC236}">
                <a16:creationId xmlns:a16="http://schemas.microsoft.com/office/drawing/2014/main" id="{EC14131F-D570-4B91-3AF7-95B19C51DEAA}"/>
              </a:ext>
            </a:extLst>
          </p:cNvPr>
          <p:cNvSpPr>
            <a:spLocks/>
          </p:cNvSpPr>
          <p:nvPr/>
        </p:nvSpPr>
        <p:spPr bwMode="auto">
          <a:xfrm flipH="1">
            <a:off x="1266742" y="1019909"/>
            <a:ext cx="4612515" cy="2541633"/>
          </a:xfrm>
          <a:custGeom>
            <a:avLst/>
            <a:gdLst>
              <a:gd name="connsiteX0" fmla="*/ 4049701 w 4612515"/>
              <a:gd name="connsiteY0" fmla="*/ 0 h 2541633"/>
              <a:gd name="connsiteX1" fmla="*/ 1023590 w 4612515"/>
              <a:gd name="connsiteY1" fmla="*/ 5179 h 2541633"/>
              <a:gd name="connsiteX2" fmla="*/ 1021829 w 4612515"/>
              <a:gd name="connsiteY2" fmla="*/ 0 h 2541633"/>
              <a:gd name="connsiteX3" fmla="*/ 0 w 4612515"/>
              <a:gd name="connsiteY3" fmla="*/ 1749 h 2541633"/>
              <a:gd name="connsiteX4" fmla="*/ 0 w 4612515"/>
              <a:gd name="connsiteY4" fmla="*/ 2541633 h 2541633"/>
              <a:gd name="connsiteX5" fmla="*/ 50210 w 4612515"/>
              <a:gd name="connsiteY5" fmla="*/ 2541633 h 2541633"/>
              <a:gd name="connsiteX6" fmla="*/ 657773 w 4612515"/>
              <a:gd name="connsiteY6" fmla="*/ 2541633 h 2541633"/>
              <a:gd name="connsiteX7" fmla="*/ 3685645 w 4612515"/>
              <a:gd name="connsiteY7" fmla="*/ 2541633 h 2541633"/>
              <a:gd name="connsiteX8" fmla="*/ 4612515 w 4612515"/>
              <a:gd name="connsiteY8" fmla="*/ 1655069 h 2541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12515" h="2541633">
                <a:moveTo>
                  <a:pt x="4049701" y="0"/>
                </a:moveTo>
                <a:lnTo>
                  <a:pt x="1023590" y="5179"/>
                </a:lnTo>
                <a:lnTo>
                  <a:pt x="1021829" y="0"/>
                </a:lnTo>
                <a:lnTo>
                  <a:pt x="0" y="1749"/>
                </a:lnTo>
                <a:lnTo>
                  <a:pt x="0" y="2541633"/>
                </a:lnTo>
                <a:lnTo>
                  <a:pt x="50210" y="2541633"/>
                </a:lnTo>
                <a:lnTo>
                  <a:pt x="657773" y="2541633"/>
                </a:lnTo>
                <a:lnTo>
                  <a:pt x="3685645" y="2541633"/>
                </a:lnTo>
                <a:cubicBezTo>
                  <a:pt x="3717946" y="2095088"/>
                  <a:pt x="4106998" y="1731272"/>
                  <a:pt x="4612515" y="1655069"/>
                </a:cubicBezTo>
                <a:close/>
              </a:path>
            </a:pathLst>
          </a:custGeom>
          <a:solidFill>
            <a:schemeClr val="accent1"/>
          </a:solidFill>
          <a:ln w="9525">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400" b="0" i="0" u="none" strike="noStrike" kern="1200" cap="none" spc="0" normalizeH="0" baseline="0" noProof="0">
              <a:ln>
                <a:noFill/>
              </a:ln>
              <a:solidFill>
                <a:srgbClr val="000000"/>
              </a:solidFill>
              <a:effectLst/>
              <a:uLnTx/>
              <a:uFillTx/>
              <a:latin typeface="Arial"/>
              <a:ea typeface="+mn-ea"/>
              <a:cs typeface="+mn-cs"/>
            </a:endParaRPr>
          </a:p>
        </p:txBody>
      </p:sp>
      <p:sp>
        <p:nvSpPr>
          <p:cNvPr id="6" name="Rectangle 43">
            <a:extLst>
              <a:ext uri="{FF2B5EF4-FFF2-40B4-BE49-F238E27FC236}">
                <a16:creationId xmlns:a16="http://schemas.microsoft.com/office/drawing/2014/main" id="{BE50712A-3E59-B799-C407-277E3AD18DCB}"/>
              </a:ext>
            </a:extLst>
          </p:cNvPr>
          <p:cNvSpPr>
            <a:spLocks/>
          </p:cNvSpPr>
          <p:nvPr/>
        </p:nvSpPr>
        <p:spPr bwMode="auto">
          <a:xfrm flipH="1" flipV="1">
            <a:off x="6121161" y="1019909"/>
            <a:ext cx="1964122" cy="5377154"/>
          </a:xfrm>
          <a:prstGeom prst="rect">
            <a:avLst/>
          </a:prstGeom>
          <a:solidFill>
            <a:schemeClr val="tx2"/>
          </a:solidFill>
          <a:ln w="9525">
            <a:solidFill>
              <a:schemeClr val="bg1"/>
            </a:solidFill>
            <a:round/>
            <a:headEnd/>
            <a:tailEnd/>
          </a:ln>
          <a:effectLst/>
        </p:spPr>
        <p:txBody>
          <a:bodyPr wrap="square"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600" b="0" i="0" u="none" strike="noStrike" kern="1200" cap="none" spc="0" normalizeH="0" baseline="0" noProof="0">
              <a:ln>
                <a:noFill/>
              </a:ln>
              <a:solidFill>
                <a:srgbClr val="000000"/>
              </a:solidFill>
              <a:effectLst/>
              <a:uLnTx/>
              <a:uFillTx/>
              <a:latin typeface="Arial"/>
              <a:ea typeface="+mn-ea"/>
              <a:cs typeface="+mn-cs"/>
            </a:endParaRPr>
          </a:p>
        </p:txBody>
      </p:sp>
      <p:sp>
        <p:nvSpPr>
          <p:cNvPr id="7" name="AutoShape 4">
            <a:extLst>
              <a:ext uri="{FF2B5EF4-FFF2-40B4-BE49-F238E27FC236}">
                <a16:creationId xmlns:a16="http://schemas.microsoft.com/office/drawing/2014/main" id="{6D0F4D70-3FDA-FBC3-22C6-6FDFED038EA3}"/>
              </a:ext>
            </a:extLst>
          </p:cNvPr>
          <p:cNvSpPr>
            <a:spLocks noChangeArrowheads="1"/>
          </p:cNvSpPr>
          <p:nvPr/>
        </p:nvSpPr>
        <p:spPr bwMode="auto">
          <a:xfrm>
            <a:off x="16268" y="2727569"/>
            <a:ext cx="2100727" cy="1793595"/>
          </a:xfrm>
          <a:prstGeom prst="ellipse">
            <a:avLst/>
          </a:prstGeom>
          <a:solidFill>
            <a:schemeClr val="accent2"/>
          </a:solidFill>
          <a:ln w="9525">
            <a:noFill/>
            <a:round/>
            <a:headEnd/>
            <a:tailEnd/>
          </a:ln>
          <a:effectLst/>
        </p:spPr>
        <p:txBody>
          <a:bodyPr wrap="none"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400" b="0" i="0" u="none" strike="noStrike" kern="1200" cap="none" spc="0" normalizeH="0" baseline="0" noProof="0">
              <a:ln>
                <a:noFill/>
              </a:ln>
              <a:solidFill>
                <a:srgbClr val="000000"/>
              </a:solidFill>
              <a:effectLst/>
              <a:uLnTx/>
              <a:uFillTx/>
              <a:latin typeface="Arial"/>
              <a:ea typeface="+mn-ea"/>
              <a:cs typeface="+mn-cs"/>
            </a:endParaRPr>
          </a:p>
        </p:txBody>
      </p:sp>
      <p:sp>
        <p:nvSpPr>
          <p:cNvPr id="8" name="Rectangle 4">
            <a:extLst>
              <a:ext uri="{FF2B5EF4-FFF2-40B4-BE49-F238E27FC236}">
                <a16:creationId xmlns:a16="http://schemas.microsoft.com/office/drawing/2014/main" id="{CF7EF86C-7D50-E8CE-6AD5-70782FA88FF2}"/>
              </a:ext>
            </a:extLst>
          </p:cNvPr>
          <p:cNvSpPr txBox="1"/>
          <p:nvPr/>
        </p:nvSpPr>
        <p:spPr>
          <a:xfrm>
            <a:off x="346868" y="3408923"/>
            <a:ext cx="1439526" cy="43088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marL="0" lvl="0" indent="0" defTabSz="913526" eaLnBrk="1" hangingPunct="1">
              <a:buClr>
                <a:schemeClr val="tx2"/>
              </a:buClr>
              <a:defRPr baseline="0">
                <a:latin typeface="+mn-lt"/>
              </a:defRPr>
            </a:lvl1pPr>
            <a:lvl2pPr marL="197607" lvl="1" indent="-195987" defTabSz="913526" eaLnBrk="1" hangingPunct="1">
              <a:buClr>
                <a:schemeClr val="tx2"/>
              </a:buClr>
              <a:buSzPct val="125000"/>
              <a:buFont typeface="Arial" charset="0"/>
              <a:buChar char="▪"/>
              <a:defRPr baseline="0">
                <a:latin typeface="+mn-lt"/>
              </a:defRPr>
            </a:lvl2pPr>
            <a:lvl3pPr marL="466481" lvl="2" indent="-267255" defTabSz="913526" eaLnBrk="1" hangingPunct="1">
              <a:buClr>
                <a:schemeClr val="tx2"/>
              </a:buClr>
              <a:buSzPct val="120000"/>
              <a:buFont typeface="Arial" charset="0"/>
              <a:buChar char="–"/>
              <a:defRPr baseline="0">
                <a:latin typeface="+mn-lt"/>
              </a:defRPr>
            </a:lvl3pPr>
            <a:lvl4pPr marL="626835" lvl="3" indent="-158733" defTabSz="913526" eaLnBrk="1" hangingPunct="1">
              <a:buClr>
                <a:schemeClr val="tx2"/>
              </a:buClr>
              <a:buSzPct val="120000"/>
              <a:buFont typeface="Arial" charset="0"/>
              <a:buChar char="▫"/>
              <a:defRPr baseline="0">
                <a:latin typeface="+mn-lt"/>
              </a:defRPr>
            </a:lvl4pPr>
            <a:lvl5pPr marL="765029" lvl="4" indent="-132818" defTabSz="913526" eaLnBrk="1" hangingPunct="1">
              <a:buClr>
                <a:schemeClr val="tx2"/>
              </a:buClr>
              <a:buSzPct val="89000"/>
              <a:buFont typeface="Arial" charset="0"/>
              <a:buChar char="-"/>
              <a:defRPr baseline="0">
                <a:latin typeface="+mn-lt"/>
              </a:defRPr>
            </a:lvl5pPr>
            <a:lvl6pPr marL="765029" indent="-132818" defTabSz="913526" fontAlgn="base">
              <a:spcBef>
                <a:spcPct val="0"/>
              </a:spcBef>
              <a:spcAft>
                <a:spcPct val="0"/>
              </a:spcAft>
              <a:buClr>
                <a:schemeClr val="tx2"/>
              </a:buClr>
              <a:buSzPct val="89000"/>
              <a:buFont typeface="Arial" charset="0"/>
              <a:buChar char="-"/>
              <a:defRPr baseline="0">
                <a:latin typeface="+mn-lt"/>
              </a:defRPr>
            </a:lvl6pPr>
            <a:lvl7pPr marL="765029" indent="-132818" defTabSz="913526" fontAlgn="base">
              <a:spcBef>
                <a:spcPct val="0"/>
              </a:spcBef>
              <a:spcAft>
                <a:spcPct val="0"/>
              </a:spcAft>
              <a:buClr>
                <a:schemeClr val="tx2"/>
              </a:buClr>
              <a:buSzPct val="89000"/>
              <a:buFont typeface="Arial" charset="0"/>
              <a:buChar char="-"/>
              <a:defRPr baseline="0">
                <a:latin typeface="+mn-lt"/>
              </a:defRPr>
            </a:lvl7pPr>
            <a:lvl8pPr marL="765029" indent="-132818" defTabSz="913526" fontAlgn="base">
              <a:spcBef>
                <a:spcPct val="0"/>
              </a:spcBef>
              <a:spcAft>
                <a:spcPct val="0"/>
              </a:spcAft>
              <a:buClr>
                <a:schemeClr val="tx2"/>
              </a:buClr>
              <a:buSzPct val="89000"/>
              <a:buFont typeface="Arial" charset="0"/>
              <a:buChar char="-"/>
              <a:defRPr baseline="0">
                <a:latin typeface="+mn-lt"/>
              </a:defRPr>
            </a:lvl8pPr>
            <a:lvl9pPr marL="765029" indent="-132818" defTabSz="913526" fontAlgn="base">
              <a:spcBef>
                <a:spcPct val="0"/>
              </a:spcBef>
              <a:spcAft>
                <a:spcPct val="0"/>
              </a:spcAft>
              <a:buClr>
                <a:schemeClr val="tx2"/>
              </a:buClr>
              <a:buSzPct val="89000"/>
              <a:buFont typeface="Arial" charset="0"/>
              <a:buChar char="-"/>
              <a:defRPr baseline="0">
                <a:latin typeface="+mn-lt"/>
              </a:defRPr>
            </a:lvl9pPr>
          </a:lstStyle>
          <a:p>
            <a:pPr marL="1620" marR="0" lvl="1" indent="0" algn="ctr" defTabSz="913526" rtl="0" eaLnBrk="1" fontAlgn="auto" latinLnBrk="0" hangingPunct="1">
              <a:lnSpc>
                <a:spcPct val="100000"/>
              </a:lnSpc>
              <a:spcBef>
                <a:spcPts val="0"/>
              </a:spcBef>
              <a:spcAft>
                <a:spcPts val="0"/>
              </a:spcAft>
              <a:buClr>
                <a:prstClr val="white"/>
              </a:buClr>
              <a:buSzPct val="125000"/>
              <a:buFont typeface="Arial" charset="0"/>
              <a:buNone/>
              <a:tabLst/>
              <a:defRPr/>
            </a:pPr>
            <a:r>
              <a:rPr kumimoji="0" lang="pt-BR" sz="1400" b="1" i="0" u="none" strike="noStrike" kern="1200" cap="none" spc="0" normalizeH="0" baseline="0" noProof="0">
                <a:ln>
                  <a:noFill/>
                </a:ln>
                <a:solidFill>
                  <a:prstClr val="white"/>
                </a:solidFill>
                <a:effectLst/>
                <a:uLnTx/>
                <a:uFillTx/>
                <a:latin typeface="Arial"/>
                <a:ea typeface="+mn-ea"/>
                <a:cs typeface="+mn-cs"/>
              </a:rPr>
              <a:t>Segmentação </a:t>
            </a:r>
            <a:br>
              <a:rPr kumimoji="0" lang="pt-BR" sz="1400" b="1" i="0" u="none" strike="noStrike" kern="1200" cap="none" spc="0" normalizeH="0" baseline="0" noProof="0">
                <a:ln>
                  <a:noFill/>
                </a:ln>
                <a:solidFill>
                  <a:prstClr val="white"/>
                </a:solidFill>
                <a:effectLst/>
                <a:uLnTx/>
                <a:uFillTx/>
                <a:latin typeface="Arial"/>
                <a:ea typeface="+mn-ea"/>
                <a:cs typeface="+mn-cs"/>
              </a:rPr>
            </a:br>
            <a:r>
              <a:rPr kumimoji="0" lang="pt-BR" sz="1400" b="1" i="0" u="none" strike="noStrike" kern="1200" cap="none" spc="0" normalizeH="0" baseline="0" noProof="0">
                <a:ln>
                  <a:noFill/>
                </a:ln>
                <a:solidFill>
                  <a:prstClr val="white"/>
                </a:solidFill>
                <a:effectLst/>
                <a:uLnTx/>
                <a:uFillTx/>
                <a:latin typeface="Arial"/>
                <a:ea typeface="+mn-ea"/>
                <a:cs typeface="+mn-cs"/>
              </a:rPr>
              <a:t>de clientes</a:t>
            </a:r>
          </a:p>
        </p:txBody>
      </p:sp>
      <p:grpSp>
        <p:nvGrpSpPr>
          <p:cNvPr id="9" name="Group 8">
            <a:extLst>
              <a:ext uri="{FF2B5EF4-FFF2-40B4-BE49-F238E27FC236}">
                <a16:creationId xmlns:a16="http://schemas.microsoft.com/office/drawing/2014/main" id="{D68B94F3-09C7-E398-547D-D057A7B74142}"/>
              </a:ext>
            </a:extLst>
          </p:cNvPr>
          <p:cNvGrpSpPr/>
          <p:nvPr/>
        </p:nvGrpSpPr>
        <p:grpSpPr>
          <a:xfrm>
            <a:off x="2240991" y="1221862"/>
            <a:ext cx="3456000" cy="1565745"/>
            <a:chOff x="2563241" y="1490868"/>
            <a:chExt cx="3420000" cy="1565745"/>
          </a:xfrm>
        </p:grpSpPr>
        <p:sp>
          <p:nvSpPr>
            <p:cNvPr id="10" name="Rectangle 4">
              <a:extLst>
                <a:ext uri="{FF2B5EF4-FFF2-40B4-BE49-F238E27FC236}">
                  <a16:creationId xmlns:a16="http://schemas.microsoft.com/office/drawing/2014/main" id="{31AF0BFA-0FA4-0EE5-D37F-65A233DB2155}"/>
                </a:ext>
              </a:extLst>
            </p:cNvPr>
            <p:cNvSpPr txBox="1">
              <a:spLocks/>
            </p:cNvSpPr>
            <p:nvPr/>
          </p:nvSpPr>
          <p:spPr>
            <a:xfrm flipH="1">
              <a:off x="2563241" y="1825507"/>
              <a:ext cx="3420000" cy="1231106"/>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marL="0" lvl="0" indent="0" defTabSz="913526" eaLnBrk="1" hangingPunct="1">
                <a:buClr>
                  <a:schemeClr val="tx2"/>
                </a:buClr>
                <a:defRPr baseline="0">
                  <a:latin typeface="+mn-lt"/>
                </a:defRPr>
              </a:lvl1pPr>
              <a:lvl2pPr marL="197607" lvl="1" indent="-195987" defTabSz="913526" eaLnBrk="1" hangingPunct="1">
                <a:buClr>
                  <a:schemeClr val="tx2"/>
                </a:buClr>
                <a:buSzPct val="125000"/>
                <a:buFont typeface="Arial" charset="0"/>
                <a:buChar char="▪"/>
                <a:defRPr baseline="0">
                  <a:latin typeface="+mn-lt"/>
                </a:defRPr>
              </a:lvl2pPr>
              <a:lvl3pPr marL="466481" lvl="2" indent="-267255" defTabSz="913526" eaLnBrk="1" hangingPunct="1">
                <a:buClr>
                  <a:schemeClr val="tx2"/>
                </a:buClr>
                <a:buSzPct val="120000"/>
                <a:buFont typeface="Arial" charset="0"/>
                <a:buChar char="–"/>
                <a:defRPr baseline="0">
                  <a:latin typeface="+mn-lt"/>
                </a:defRPr>
              </a:lvl3pPr>
              <a:lvl4pPr marL="626835" lvl="3" indent="-158733" defTabSz="913526" eaLnBrk="1" hangingPunct="1">
                <a:buClr>
                  <a:schemeClr val="tx2"/>
                </a:buClr>
                <a:buSzPct val="120000"/>
                <a:buFont typeface="Arial" charset="0"/>
                <a:buChar char="▫"/>
                <a:defRPr baseline="0">
                  <a:latin typeface="+mn-lt"/>
                </a:defRPr>
              </a:lvl4pPr>
              <a:lvl5pPr marL="765029" lvl="4" indent="-132818" defTabSz="913526" eaLnBrk="1" hangingPunct="1">
                <a:buClr>
                  <a:schemeClr val="tx2"/>
                </a:buClr>
                <a:buSzPct val="89000"/>
                <a:buFont typeface="Arial" charset="0"/>
                <a:buChar char="-"/>
                <a:defRPr baseline="0">
                  <a:latin typeface="+mn-lt"/>
                </a:defRPr>
              </a:lvl5pPr>
              <a:lvl6pPr marL="765029" indent="-132818" defTabSz="913526" fontAlgn="base">
                <a:spcBef>
                  <a:spcPct val="0"/>
                </a:spcBef>
                <a:spcAft>
                  <a:spcPct val="0"/>
                </a:spcAft>
                <a:buClr>
                  <a:schemeClr val="tx2"/>
                </a:buClr>
                <a:buSzPct val="89000"/>
                <a:buFont typeface="Arial" charset="0"/>
                <a:buChar char="-"/>
                <a:defRPr baseline="0">
                  <a:latin typeface="+mn-lt"/>
                </a:defRPr>
              </a:lvl6pPr>
              <a:lvl7pPr marL="765029" indent="-132818" defTabSz="913526" fontAlgn="base">
                <a:spcBef>
                  <a:spcPct val="0"/>
                </a:spcBef>
                <a:spcAft>
                  <a:spcPct val="0"/>
                </a:spcAft>
                <a:buClr>
                  <a:schemeClr val="tx2"/>
                </a:buClr>
                <a:buSzPct val="89000"/>
                <a:buFont typeface="Arial" charset="0"/>
                <a:buChar char="-"/>
                <a:defRPr baseline="0">
                  <a:latin typeface="+mn-lt"/>
                </a:defRPr>
              </a:lvl7pPr>
              <a:lvl8pPr marL="765029" indent="-132818" defTabSz="913526" fontAlgn="base">
                <a:spcBef>
                  <a:spcPct val="0"/>
                </a:spcBef>
                <a:spcAft>
                  <a:spcPct val="0"/>
                </a:spcAft>
                <a:buClr>
                  <a:schemeClr val="tx2"/>
                </a:buClr>
                <a:buSzPct val="89000"/>
                <a:buFont typeface="Arial" charset="0"/>
                <a:buChar char="-"/>
                <a:defRPr baseline="0">
                  <a:latin typeface="+mn-lt"/>
                </a:defRPr>
              </a:lvl8pPr>
              <a:lvl9pPr marL="765029" indent="-132818" defTabSz="913526" fontAlgn="base">
                <a:spcBef>
                  <a:spcPct val="0"/>
                </a:spcBef>
                <a:spcAft>
                  <a:spcPct val="0"/>
                </a:spcAft>
                <a:buClr>
                  <a:schemeClr val="tx2"/>
                </a:buClr>
                <a:buSzPct val="89000"/>
                <a:buFont typeface="Arial" charset="0"/>
                <a:buChar char="-"/>
                <a:defRPr baseline="0">
                  <a:latin typeface="+mn-lt"/>
                </a:defRPr>
              </a:lvl9pPr>
            </a:lstStyle>
            <a:p>
              <a:pPr marL="197607" marR="0" lvl="1" indent="-195987" algn="l" defTabSz="913526" rtl="0" eaLnBrk="1" fontAlgn="auto" latinLnBrk="0" hangingPunct="1">
                <a:lnSpc>
                  <a:spcPct val="100000"/>
                </a:lnSpc>
                <a:spcBef>
                  <a:spcPts val="600"/>
                </a:spcBef>
                <a:spcAft>
                  <a:spcPts val="0"/>
                </a:spcAft>
                <a:buClrTx/>
                <a:buSzPct val="125000"/>
                <a:buFont typeface="Arial" charset="0"/>
                <a:buChar char="▪"/>
                <a:tabLst/>
                <a:defRPr/>
              </a:pPr>
              <a:r>
                <a:rPr kumimoji="0" lang="pt-BR" sz="1400" b="0" i="0" u="none" strike="noStrike" kern="1200" cap="none" spc="-20" normalizeH="0" baseline="0" noProof="0">
                  <a:ln>
                    <a:noFill/>
                  </a:ln>
                  <a:solidFill>
                    <a:srgbClr val="071C25"/>
                  </a:solidFill>
                  <a:effectLst/>
                  <a:uLnTx/>
                  <a:uFillTx/>
                  <a:latin typeface="Arial"/>
                  <a:ea typeface="+mn-ea"/>
                  <a:cs typeface="+mn-cs"/>
                </a:rPr>
                <a:t>Estruturação e alocação da equipe comercial</a:t>
              </a:r>
            </a:p>
            <a:p>
              <a:pPr marL="197607" marR="0" lvl="1" indent="-195987" algn="l" defTabSz="913526" rtl="0" eaLnBrk="1" fontAlgn="auto" latinLnBrk="0" hangingPunct="1">
                <a:lnSpc>
                  <a:spcPct val="100000"/>
                </a:lnSpc>
                <a:spcBef>
                  <a:spcPts val="600"/>
                </a:spcBef>
                <a:spcAft>
                  <a:spcPts val="0"/>
                </a:spcAft>
                <a:buClrTx/>
                <a:buSzPct val="125000"/>
                <a:buFont typeface="Arial" charset="0"/>
                <a:buChar char="▪"/>
                <a:tabLst/>
                <a:defRPr/>
              </a:pPr>
              <a:r>
                <a:rPr kumimoji="0" lang="pt-BR" sz="1400" b="0" i="0" u="none" strike="noStrike" kern="1200" cap="none" spc="-20" normalizeH="0" baseline="0" noProof="0">
                  <a:ln>
                    <a:noFill/>
                  </a:ln>
                  <a:solidFill>
                    <a:srgbClr val="071C25"/>
                  </a:solidFill>
                  <a:effectLst/>
                  <a:uLnTx/>
                  <a:uFillTx/>
                  <a:latin typeface="Arial"/>
                  <a:ea typeface="+mn-ea"/>
                  <a:cs typeface="+mn-cs"/>
                </a:rPr>
                <a:t>Definição de contas chave</a:t>
              </a:r>
            </a:p>
            <a:p>
              <a:pPr marL="197607" marR="0" lvl="1" indent="-195987" algn="l" defTabSz="913526" rtl="0" eaLnBrk="1" fontAlgn="auto" latinLnBrk="0" hangingPunct="1">
                <a:lnSpc>
                  <a:spcPct val="100000"/>
                </a:lnSpc>
                <a:spcBef>
                  <a:spcPts val="600"/>
                </a:spcBef>
                <a:spcAft>
                  <a:spcPts val="0"/>
                </a:spcAft>
                <a:buClrTx/>
                <a:buSzPct val="125000"/>
                <a:buFont typeface="Arial" charset="0"/>
                <a:buChar char="▪"/>
                <a:tabLst/>
                <a:defRPr/>
              </a:pPr>
              <a:r>
                <a:rPr kumimoji="0" lang="pt-BR" sz="1400" b="0" i="0" u="none" strike="noStrike" kern="1200" cap="none" spc="-20" normalizeH="0" baseline="0" noProof="0">
                  <a:ln>
                    <a:noFill/>
                  </a:ln>
                  <a:solidFill>
                    <a:srgbClr val="071C25"/>
                  </a:solidFill>
                  <a:effectLst/>
                  <a:uLnTx/>
                  <a:uFillTx/>
                  <a:latin typeface="Arial"/>
                  <a:ea typeface="+mn-ea"/>
                  <a:cs typeface="+mn-cs"/>
                </a:rPr>
                <a:t>Identificação de oportunidades de crescimento e "</a:t>
              </a:r>
              <a:r>
                <a:rPr kumimoji="0" lang="pt-BR" sz="1400" b="0" i="1" u="none" strike="noStrike" kern="1200" cap="none" spc="-20" normalizeH="0" baseline="0" noProof="0" err="1">
                  <a:ln>
                    <a:noFill/>
                  </a:ln>
                  <a:solidFill>
                    <a:srgbClr val="071C25"/>
                  </a:solidFill>
                  <a:effectLst/>
                  <a:uLnTx/>
                  <a:uFillTx/>
                  <a:latin typeface="Arial"/>
                  <a:ea typeface="+mn-ea"/>
                  <a:cs typeface="+mn-cs"/>
                </a:rPr>
                <a:t>target</a:t>
              </a:r>
              <a:r>
                <a:rPr kumimoji="0" lang="pt-BR" sz="1400" b="0" i="1" u="none" strike="noStrike" kern="1200" cap="none" spc="-20" normalizeH="0" baseline="0" noProof="0">
                  <a:ln>
                    <a:noFill/>
                  </a:ln>
                  <a:solidFill>
                    <a:srgbClr val="071C25"/>
                  </a:solidFill>
                  <a:effectLst/>
                  <a:uLnTx/>
                  <a:uFillTx/>
                  <a:latin typeface="Arial"/>
                  <a:ea typeface="+mn-ea"/>
                  <a:cs typeface="+mn-cs"/>
                </a:rPr>
                <a:t> </a:t>
              </a:r>
              <a:r>
                <a:rPr kumimoji="0" lang="pt-BR" sz="1400" b="0" i="1" u="none" strike="noStrike" kern="1200" cap="none" spc="-20" normalizeH="0" baseline="0" noProof="0" err="1">
                  <a:ln>
                    <a:noFill/>
                  </a:ln>
                  <a:solidFill>
                    <a:srgbClr val="071C25"/>
                  </a:solidFill>
                  <a:effectLst/>
                  <a:uLnTx/>
                  <a:uFillTx/>
                  <a:latin typeface="Arial"/>
                  <a:ea typeface="+mn-ea"/>
                  <a:cs typeface="+mn-cs"/>
                </a:rPr>
                <a:t>clients</a:t>
              </a:r>
              <a:r>
                <a:rPr kumimoji="0" lang="pt-BR" sz="1400" b="0" i="0" u="none" strike="noStrike" kern="1200" cap="none" spc="-20" normalizeH="0" baseline="0" noProof="0">
                  <a:ln>
                    <a:noFill/>
                  </a:ln>
                  <a:solidFill>
                    <a:srgbClr val="071C25"/>
                  </a:solidFill>
                  <a:effectLst/>
                  <a:uLnTx/>
                  <a:uFillTx/>
                  <a:latin typeface="Arial"/>
                  <a:ea typeface="+mn-ea"/>
                  <a:cs typeface="+mn-cs"/>
                </a:rPr>
                <a:t>" </a:t>
              </a:r>
            </a:p>
          </p:txBody>
        </p:sp>
        <p:grpSp>
          <p:nvGrpSpPr>
            <p:cNvPr id="11" name="Grupo 9">
              <a:extLst>
                <a:ext uri="{FF2B5EF4-FFF2-40B4-BE49-F238E27FC236}">
                  <a16:creationId xmlns:a16="http://schemas.microsoft.com/office/drawing/2014/main" id="{981FF196-B714-79C2-EC9E-A4A11D15486E}"/>
                </a:ext>
              </a:extLst>
            </p:cNvPr>
            <p:cNvGrpSpPr>
              <a:grpSpLocks/>
            </p:cNvGrpSpPr>
            <p:nvPr/>
          </p:nvGrpSpPr>
          <p:grpSpPr>
            <a:xfrm>
              <a:off x="2563241" y="1490868"/>
              <a:ext cx="3420000" cy="273319"/>
              <a:chOff x="741189" y="1207552"/>
              <a:chExt cx="7685965" cy="273319"/>
            </a:xfrm>
          </p:grpSpPr>
          <p:cxnSp>
            <p:nvCxnSpPr>
              <p:cNvPr id="12" name="Straight Connector 8">
                <a:extLst>
                  <a:ext uri="{FF2B5EF4-FFF2-40B4-BE49-F238E27FC236}">
                    <a16:creationId xmlns:a16="http://schemas.microsoft.com/office/drawing/2014/main" id="{A2CABF9F-6B11-4394-7C09-7C7996FDE783}"/>
                  </a:ext>
                </a:extLst>
              </p:cNvPr>
              <p:cNvCxnSpPr>
                <a:cxnSpLocks/>
              </p:cNvCxnSpPr>
              <p:nvPr/>
            </p:nvCxnSpPr>
            <p:spPr>
              <a:xfrm>
                <a:off x="741189" y="1480871"/>
                <a:ext cx="7685965" cy="0"/>
              </a:xfrm>
              <a:prstGeom prst="line">
                <a:avLst/>
              </a:prstGeom>
              <a:ln w="9525" cmpd="sng">
                <a:solidFill>
                  <a:schemeClr val="tx1"/>
                </a:solidFill>
                <a:prstDash val="solid"/>
              </a:ln>
              <a:effectLst/>
            </p:spPr>
            <p:style>
              <a:lnRef idx="2">
                <a:schemeClr val="accent1"/>
              </a:lnRef>
              <a:fillRef idx="0">
                <a:schemeClr val="accent1"/>
              </a:fillRef>
              <a:effectRef idx="1">
                <a:schemeClr val="accent1"/>
              </a:effectRef>
              <a:fontRef idx="minor">
                <a:schemeClr val="tx1"/>
              </a:fontRef>
            </p:style>
          </p:cxnSp>
          <p:sp>
            <p:nvSpPr>
              <p:cNvPr id="13" name="Content Placeholder 2">
                <a:extLst>
                  <a:ext uri="{FF2B5EF4-FFF2-40B4-BE49-F238E27FC236}">
                    <a16:creationId xmlns:a16="http://schemas.microsoft.com/office/drawing/2014/main" id="{E9E1C209-DA01-7AB7-6F42-EB54D5A1B3F3}"/>
                  </a:ext>
                </a:extLst>
              </p:cNvPr>
              <p:cNvSpPr txBox="1">
                <a:spLocks/>
              </p:cNvSpPr>
              <p:nvPr/>
            </p:nvSpPr>
            <p:spPr bwMode="auto">
              <a:xfrm>
                <a:off x="741189" y="1207552"/>
                <a:ext cx="7685965" cy="215444"/>
              </a:xfrm>
              <a:prstGeom prst="rect">
                <a:avLst/>
              </a:prstGeom>
              <a:noFill/>
              <a:ln w="9525">
                <a:noFill/>
                <a:miter lim="800000"/>
                <a:headEnd/>
                <a:tailEnd/>
              </a:ln>
            </p:spPr>
            <p:txBody>
              <a:bodyPr vert="horz" wrap="square" lIns="0" tIns="0" rIns="0" bIns="0" numCol="1" anchor="b" anchorCtr="0" compatLnSpc="1">
                <a:prstTxWarp prst="textNoShape">
                  <a:avLst/>
                </a:prstTxWarp>
                <a:spAutoFit/>
              </a:bodyPr>
              <a:lstStyle>
                <a:lvl1pPr marL="195263" indent="-195263" algn="l" rtl="0" eaLnBrk="1" fontAlgn="base" hangingPunct="1">
                  <a:spcBef>
                    <a:spcPts val="0"/>
                  </a:spcBef>
                  <a:spcAft>
                    <a:spcPts val="600"/>
                  </a:spcAft>
                  <a:buClr>
                    <a:schemeClr val="tx2"/>
                  </a:buClr>
                  <a:buFont typeface="Wingdings" panose="05000000000000000000" pitchFamily="2" charset="2"/>
                  <a:buChar char="§"/>
                  <a:defRPr sz="1400">
                    <a:solidFill>
                      <a:schemeClr val="tx1"/>
                    </a:solidFill>
                    <a:latin typeface="+mn-lt"/>
                    <a:ea typeface="+mn-ea"/>
                    <a:cs typeface="+mn-cs"/>
                  </a:defRPr>
                </a:lvl1pPr>
                <a:lvl2pPr marL="404813" indent="-207963" algn="l" rtl="0" eaLnBrk="1" fontAlgn="base" hangingPunct="1">
                  <a:spcBef>
                    <a:spcPts val="0"/>
                  </a:spcBef>
                  <a:spcAft>
                    <a:spcPts val="600"/>
                  </a:spcAft>
                  <a:buClr>
                    <a:schemeClr val="tx2"/>
                  </a:buClr>
                  <a:buChar char="–"/>
                  <a:defRPr sz="1400">
                    <a:solidFill>
                      <a:schemeClr val="tx1"/>
                    </a:solidFill>
                    <a:latin typeface="+mn-lt"/>
                  </a:defRPr>
                </a:lvl2pPr>
                <a:lvl3pPr marL="587375" indent="-180975" algn="l" rtl="0" eaLnBrk="1" fontAlgn="base" hangingPunct="1">
                  <a:spcBef>
                    <a:spcPct val="20000"/>
                  </a:spcBef>
                  <a:spcAft>
                    <a:spcPct val="0"/>
                  </a:spcAft>
                  <a:buClr>
                    <a:schemeClr val="tx2"/>
                  </a:buClr>
                  <a:buChar char="•"/>
                  <a:defRPr sz="1600">
                    <a:solidFill>
                      <a:schemeClr val="tx1"/>
                    </a:solidFill>
                    <a:latin typeface="+mn-lt"/>
                  </a:defRPr>
                </a:lvl3pPr>
                <a:lvl4pPr marL="815975" indent="-227013" algn="l" rtl="0" eaLnBrk="1" fontAlgn="base" hangingPunct="1">
                  <a:spcBef>
                    <a:spcPct val="20000"/>
                  </a:spcBef>
                  <a:spcAft>
                    <a:spcPct val="0"/>
                  </a:spcAft>
                  <a:buClr>
                    <a:schemeClr val="tx2"/>
                  </a:buClr>
                  <a:buChar char="–"/>
                  <a:defRPr sz="1600">
                    <a:solidFill>
                      <a:schemeClr val="tx1"/>
                    </a:solidFill>
                    <a:latin typeface="+mn-lt"/>
                  </a:defRPr>
                </a:lvl4pPr>
                <a:lvl5pPr marL="968375" indent="-150813" algn="l" rtl="0" eaLnBrk="1" fontAlgn="base" hangingPunct="1">
                  <a:spcBef>
                    <a:spcPct val="20000"/>
                  </a:spcBef>
                  <a:spcAft>
                    <a:spcPct val="0"/>
                  </a:spcAft>
                  <a:buClr>
                    <a:schemeClr val="tx2"/>
                  </a:buClr>
                  <a:buChar char="»"/>
                  <a:defRPr sz="1600">
                    <a:solidFill>
                      <a:schemeClr val="tx1"/>
                    </a:solidFill>
                    <a:latin typeface="+mn-lt"/>
                  </a:defRPr>
                </a:lvl5pPr>
                <a:lvl6pPr marL="1425575" indent="-150813" algn="l" rtl="0" eaLnBrk="1" fontAlgn="base" hangingPunct="1">
                  <a:spcBef>
                    <a:spcPct val="20000"/>
                  </a:spcBef>
                  <a:spcAft>
                    <a:spcPct val="0"/>
                  </a:spcAft>
                  <a:buChar char="»"/>
                  <a:defRPr sz="1000">
                    <a:solidFill>
                      <a:schemeClr val="tx1"/>
                    </a:solidFill>
                    <a:latin typeface="+mn-lt"/>
                  </a:defRPr>
                </a:lvl6pPr>
                <a:lvl7pPr marL="1882775" indent="-150813" algn="l" rtl="0" eaLnBrk="1" fontAlgn="base" hangingPunct="1">
                  <a:spcBef>
                    <a:spcPct val="20000"/>
                  </a:spcBef>
                  <a:spcAft>
                    <a:spcPct val="0"/>
                  </a:spcAft>
                  <a:buChar char="»"/>
                  <a:defRPr sz="1000">
                    <a:solidFill>
                      <a:schemeClr val="tx1"/>
                    </a:solidFill>
                    <a:latin typeface="+mn-lt"/>
                  </a:defRPr>
                </a:lvl7pPr>
                <a:lvl8pPr marL="2339975" indent="-150813" algn="l" rtl="0" eaLnBrk="1" fontAlgn="base" hangingPunct="1">
                  <a:spcBef>
                    <a:spcPct val="20000"/>
                  </a:spcBef>
                  <a:spcAft>
                    <a:spcPct val="0"/>
                  </a:spcAft>
                  <a:buChar char="»"/>
                  <a:defRPr sz="1000">
                    <a:solidFill>
                      <a:schemeClr val="tx1"/>
                    </a:solidFill>
                    <a:latin typeface="+mn-lt"/>
                  </a:defRPr>
                </a:lvl8pPr>
                <a:lvl9pPr marL="2797175" indent="-150813" algn="l" rtl="0" eaLnBrk="1" fontAlgn="base" hangingPunct="1">
                  <a:spcBef>
                    <a:spcPct val="20000"/>
                  </a:spcBef>
                  <a:spcAft>
                    <a:spcPct val="0"/>
                  </a:spcAft>
                  <a:buChar char="»"/>
                  <a:defRPr sz="1000">
                    <a:solidFill>
                      <a:schemeClr val="tx1"/>
                    </a:solidFill>
                    <a:latin typeface="+mn-lt"/>
                  </a:defRPr>
                </a:lvl9pPr>
              </a:lstStyle>
              <a:p>
                <a:pPr marL="0" marR="0" lvl="0" indent="0" algn="l" defTabSz="914400" rtl="0" eaLnBrk="1" fontAlgn="base" latinLnBrk="0" hangingPunct="1">
                  <a:lnSpc>
                    <a:spcPct val="100000"/>
                  </a:lnSpc>
                  <a:spcBef>
                    <a:spcPts val="600"/>
                  </a:spcBef>
                  <a:spcAft>
                    <a:spcPts val="0"/>
                  </a:spcAft>
                  <a:buClrTx/>
                  <a:buSzTx/>
                  <a:buFont typeface="Wingdings" panose="05000000000000000000" pitchFamily="2" charset="2"/>
                  <a:buNone/>
                  <a:tabLst/>
                  <a:defRPr/>
                </a:pPr>
                <a:r>
                  <a:rPr kumimoji="0" lang="pt-BR" sz="1400" b="1" i="0" u="none" strike="noStrike" kern="0" cap="none" spc="-20" normalizeH="0" baseline="0" noProof="0">
                    <a:ln>
                      <a:noFill/>
                    </a:ln>
                    <a:solidFill>
                      <a:srgbClr val="020E66"/>
                    </a:solidFill>
                    <a:effectLst/>
                    <a:uLnTx/>
                    <a:uFillTx/>
                    <a:latin typeface="Arial"/>
                    <a:ea typeface="+mn-ea"/>
                    <a:cs typeface="+mn-cs"/>
                  </a:rPr>
                  <a:t>Dimensionar esforços comerciais</a:t>
                </a:r>
              </a:p>
            </p:txBody>
          </p:sp>
        </p:grpSp>
      </p:grpSp>
      <p:grpSp>
        <p:nvGrpSpPr>
          <p:cNvPr id="14" name="Group 5">
            <a:extLst>
              <a:ext uri="{FF2B5EF4-FFF2-40B4-BE49-F238E27FC236}">
                <a16:creationId xmlns:a16="http://schemas.microsoft.com/office/drawing/2014/main" id="{D6021C3F-7982-76D3-79C9-476F382E34B5}"/>
              </a:ext>
            </a:extLst>
          </p:cNvPr>
          <p:cNvGrpSpPr/>
          <p:nvPr/>
        </p:nvGrpSpPr>
        <p:grpSpPr>
          <a:xfrm>
            <a:off x="2240991" y="3965401"/>
            <a:ext cx="3456000" cy="1996632"/>
            <a:chOff x="2563241" y="3846028"/>
            <a:chExt cx="3420000" cy="1996632"/>
          </a:xfrm>
        </p:grpSpPr>
        <p:sp>
          <p:nvSpPr>
            <p:cNvPr id="15" name="Rectangle 4">
              <a:extLst>
                <a:ext uri="{FF2B5EF4-FFF2-40B4-BE49-F238E27FC236}">
                  <a16:creationId xmlns:a16="http://schemas.microsoft.com/office/drawing/2014/main" id="{F0CC17CE-50A6-0F95-B2E4-468C9EE4ABB9}"/>
                </a:ext>
              </a:extLst>
            </p:cNvPr>
            <p:cNvSpPr txBox="1">
              <a:spLocks/>
            </p:cNvSpPr>
            <p:nvPr/>
          </p:nvSpPr>
          <p:spPr>
            <a:xfrm flipH="1">
              <a:off x="2563241" y="4180667"/>
              <a:ext cx="3420000" cy="1661993"/>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marL="0" lvl="0" indent="0" defTabSz="913526" eaLnBrk="1" hangingPunct="1">
                <a:buClr>
                  <a:schemeClr val="tx2"/>
                </a:buClr>
                <a:defRPr baseline="0">
                  <a:latin typeface="+mn-lt"/>
                </a:defRPr>
              </a:lvl1pPr>
              <a:lvl2pPr marL="197607" lvl="1" indent="-195987" defTabSz="913526" eaLnBrk="1" hangingPunct="1">
                <a:buClr>
                  <a:schemeClr val="tx2"/>
                </a:buClr>
                <a:buSzPct val="125000"/>
                <a:buFont typeface="Arial" charset="0"/>
                <a:buChar char="▪"/>
                <a:defRPr baseline="0">
                  <a:latin typeface="+mn-lt"/>
                </a:defRPr>
              </a:lvl2pPr>
              <a:lvl3pPr marL="466481" lvl="2" indent="-267255" defTabSz="913526" eaLnBrk="1" hangingPunct="1">
                <a:buClr>
                  <a:schemeClr val="tx2"/>
                </a:buClr>
                <a:buSzPct val="120000"/>
                <a:buFont typeface="Arial" charset="0"/>
                <a:buChar char="–"/>
                <a:defRPr baseline="0">
                  <a:latin typeface="+mn-lt"/>
                </a:defRPr>
              </a:lvl3pPr>
              <a:lvl4pPr marL="626835" lvl="3" indent="-158733" defTabSz="913526" eaLnBrk="1" hangingPunct="1">
                <a:buClr>
                  <a:schemeClr val="tx2"/>
                </a:buClr>
                <a:buSzPct val="120000"/>
                <a:buFont typeface="Arial" charset="0"/>
                <a:buChar char="▫"/>
                <a:defRPr baseline="0">
                  <a:latin typeface="+mn-lt"/>
                </a:defRPr>
              </a:lvl4pPr>
              <a:lvl5pPr marL="765029" lvl="4" indent="-132818" defTabSz="913526" eaLnBrk="1" hangingPunct="1">
                <a:buClr>
                  <a:schemeClr val="tx2"/>
                </a:buClr>
                <a:buSzPct val="89000"/>
                <a:buFont typeface="Arial" charset="0"/>
                <a:buChar char="-"/>
                <a:defRPr baseline="0">
                  <a:latin typeface="+mn-lt"/>
                </a:defRPr>
              </a:lvl5pPr>
              <a:lvl6pPr marL="765029" indent="-132818" defTabSz="913526" fontAlgn="base">
                <a:spcBef>
                  <a:spcPct val="0"/>
                </a:spcBef>
                <a:spcAft>
                  <a:spcPct val="0"/>
                </a:spcAft>
                <a:buClr>
                  <a:schemeClr val="tx2"/>
                </a:buClr>
                <a:buSzPct val="89000"/>
                <a:buFont typeface="Arial" charset="0"/>
                <a:buChar char="-"/>
                <a:defRPr baseline="0">
                  <a:latin typeface="+mn-lt"/>
                </a:defRPr>
              </a:lvl6pPr>
              <a:lvl7pPr marL="765029" indent="-132818" defTabSz="913526" fontAlgn="base">
                <a:spcBef>
                  <a:spcPct val="0"/>
                </a:spcBef>
                <a:spcAft>
                  <a:spcPct val="0"/>
                </a:spcAft>
                <a:buClr>
                  <a:schemeClr val="tx2"/>
                </a:buClr>
                <a:buSzPct val="89000"/>
                <a:buFont typeface="Arial" charset="0"/>
                <a:buChar char="-"/>
                <a:defRPr baseline="0">
                  <a:latin typeface="+mn-lt"/>
                </a:defRPr>
              </a:lvl7pPr>
              <a:lvl8pPr marL="765029" indent="-132818" defTabSz="913526" fontAlgn="base">
                <a:spcBef>
                  <a:spcPct val="0"/>
                </a:spcBef>
                <a:spcAft>
                  <a:spcPct val="0"/>
                </a:spcAft>
                <a:buClr>
                  <a:schemeClr val="tx2"/>
                </a:buClr>
                <a:buSzPct val="89000"/>
                <a:buFont typeface="Arial" charset="0"/>
                <a:buChar char="-"/>
                <a:defRPr baseline="0">
                  <a:latin typeface="+mn-lt"/>
                </a:defRPr>
              </a:lvl8pPr>
              <a:lvl9pPr marL="765029" indent="-132818" defTabSz="913526" fontAlgn="base">
                <a:spcBef>
                  <a:spcPct val="0"/>
                </a:spcBef>
                <a:spcAft>
                  <a:spcPct val="0"/>
                </a:spcAft>
                <a:buClr>
                  <a:schemeClr val="tx2"/>
                </a:buClr>
                <a:buSzPct val="89000"/>
                <a:buFont typeface="Arial" charset="0"/>
                <a:buChar char="-"/>
                <a:defRPr baseline="0">
                  <a:latin typeface="+mn-lt"/>
                </a:defRPr>
              </a:lvl9pPr>
            </a:lstStyle>
            <a:p>
              <a:pPr marL="197607" marR="0" lvl="1" indent="-195987" algn="l" defTabSz="913526" rtl="0" eaLnBrk="1" fontAlgn="auto" latinLnBrk="0" hangingPunct="1">
                <a:lnSpc>
                  <a:spcPct val="100000"/>
                </a:lnSpc>
                <a:spcBef>
                  <a:spcPts val="600"/>
                </a:spcBef>
                <a:spcAft>
                  <a:spcPts val="0"/>
                </a:spcAft>
                <a:buClrTx/>
                <a:buSzPct val="125000"/>
                <a:buFont typeface="Arial" charset="0"/>
                <a:buChar char="▪"/>
                <a:tabLst/>
                <a:defRPr/>
              </a:pPr>
              <a:r>
                <a:rPr kumimoji="0" lang="pt-BR" sz="1400" b="0" i="0" u="none" strike="noStrike" kern="1200" cap="none" spc="-20" normalizeH="0" baseline="0" noProof="0">
                  <a:ln>
                    <a:noFill/>
                  </a:ln>
                  <a:solidFill>
                    <a:srgbClr val="071C25"/>
                  </a:solidFill>
                  <a:effectLst/>
                  <a:uLnTx/>
                  <a:uFillTx/>
                  <a:latin typeface="Arial"/>
                  <a:ea typeface="+mn-ea"/>
                  <a:cs typeface="+mn-cs"/>
                </a:rPr>
                <a:t>Definição do nível de preço desejado e de outras condições comerciais </a:t>
              </a:r>
            </a:p>
            <a:p>
              <a:pPr marL="197607" marR="0" lvl="1" indent="-195987" algn="l" defTabSz="913526" rtl="0" eaLnBrk="1" fontAlgn="auto" latinLnBrk="0" hangingPunct="1">
                <a:lnSpc>
                  <a:spcPct val="100000"/>
                </a:lnSpc>
                <a:spcBef>
                  <a:spcPts val="600"/>
                </a:spcBef>
                <a:spcAft>
                  <a:spcPts val="0"/>
                </a:spcAft>
                <a:buClrTx/>
                <a:buSzPct val="125000"/>
                <a:buFont typeface="Arial" charset="0"/>
                <a:buChar char="▪"/>
                <a:tabLst/>
                <a:defRPr/>
              </a:pPr>
              <a:r>
                <a:rPr kumimoji="0" lang="pt-BR" sz="1400" b="0" i="0" u="none" strike="noStrike" kern="1200" cap="none" spc="-20" normalizeH="0" baseline="0" noProof="0">
                  <a:ln>
                    <a:noFill/>
                  </a:ln>
                  <a:solidFill>
                    <a:srgbClr val="071C25"/>
                  </a:solidFill>
                  <a:effectLst/>
                  <a:uLnTx/>
                  <a:uFillTx/>
                  <a:latin typeface="Arial"/>
                  <a:ea typeface="+mn-ea"/>
                  <a:cs typeface="+mn-cs"/>
                </a:rPr>
                <a:t>Desenho de proposta de valor (customização, nível de serviço, modelo de atendimento</a:t>
              </a:r>
              <a:r>
                <a:rPr lang="pt-BR" sz="1400" spc="-20">
                  <a:solidFill>
                    <a:srgbClr val="071C25"/>
                  </a:solidFill>
                  <a:latin typeface="Arial"/>
                </a:rPr>
                <a:t> etc.</a:t>
              </a:r>
              <a:r>
                <a:rPr kumimoji="0" lang="pt-BR" sz="1400" b="0" i="0" u="none" strike="noStrike" kern="1200" cap="none" spc="-20" normalizeH="0" baseline="0" noProof="0">
                  <a:ln>
                    <a:noFill/>
                  </a:ln>
                  <a:solidFill>
                    <a:srgbClr val="071C25"/>
                  </a:solidFill>
                  <a:effectLst/>
                  <a:uLnTx/>
                  <a:uFillTx/>
                  <a:latin typeface="Arial"/>
                  <a:ea typeface="+mn-ea"/>
                  <a:cs typeface="+mn-cs"/>
                </a:rPr>
                <a:t>)</a:t>
              </a:r>
            </a:p>
            <a:p>
              <a:pPr marL="197607" marR="0" lvl="1" indent="-195987" algn="l" defTabSz="913526" rtl="0" eaLnBrk="1" fontAlgn="auto" latinLnBrk="0" hangingPunct="1">
                <a:lnSpc>
                  <a:spcPct val="100000"/>
                </a:lnSpc>
                <a:spcBef>
                  <a:spcPts val="600"/>
                </a:spcBef>
                <a:spcAft>
                  <a:spcPts val="0"/>
                </a:spcAft>
                <a:buClrTx/>
                <a:buSzPct val="125000"/>
                <a:buFont typeface="Arial" charset="0"/>
                <a:buChar char="▪"/>
                <a:tabLst/>
                <a:defRPr/>
              </a:pPr>
              <a:r>
                <a:rPr kumimoji="0" lang="pt-BR" sz="1400" b="0" i="0" u="none" strike="noStrike" kern="1200" cap="none" spc="-20" normalizeH="0" baseline="0" noProof="0">
                  <a:ln>
                    <a:noFill/>
                  </a:ln>
                  <a:solidFill>
                    <a:srgbClr val="071C25"/>
                  </a:solidFill>
                  <a:effectLst/>
                  <a:uLnTx/>
                  <a:uFillTx/>
                  <a:latin typeface="Arial"/>
                  <a:ea typeface="+mn-ea"/>
                  <a:cs typeface="+mn-cs"/>
                </a:rPr>
                <a:t>Identificação de oportunidades de gerar valor</a:t>
              </a:r>
            </a:p>
          </p:txBody>
        </p:sp>
        <p:grpSp>
          <p:nvGrpSpPr>
            <p:cNvPr id="16" name="Grupo 31">
              <a:extLst>
                <a:ext uri="{FF2B5EF4-FFF2-40B4-BE49-F238E27FC236}">
                  <a16:creationId xmlns:a16="http://schemas.microsoft.com/office/drawing/2014/main" id="{F8B97EDC-13AA-59B2-F828-7615E751BD96}"/>
                </a:ext>
              </a:extLst>
            </p:cNvPr>
            <p:cNvGrpSpPr>
              <a:grpSpLocks/>
            </p:cNvGrpSpPr>
            <p:nvPr/>
          </p:nvGrpSpPr>
          <p:grpSpPr>
            <a:xfrm>
              <a:off x="2563241" y="3846028"/>
              <a:ext cx="3420000" cy="273319"/>
              <a:chOff x="741189" y="1207552"/>
              <a:chExt cx="7685965" cy="273319"/>
            </a:xfrm>
          </p:grpSpPr>
          <p:cxnSp>
            <p:nvCxnSpPr>
              <p:cNvPr id="17" name="Straight Connector 8">
                <a:extLst>
                  <a:ext uri="{FF2B5EF4-FFF2-40B4-BE49-F238E27FC236}">
                    <a16:creationId xmlns:a16="http://schemas.microsoft.com/office/drawing/2014/main" id="{FF90B0DF-14D0-AA54-9B62-CFACD997786D}"/>
                  </a:ext>
                </a:extLst>
              </p:cNvPr>
              <p:cNvCxnSpPr>
                <a:cxnSpLocks/>
              </p:cNvCxnSpPr>
              <p:nvPr/>
            </p:nvCxnSpPr>
            <p:spPr>
              <a:xfrm>
                <a:off x="741189" y="1480871"/>
                <a:ext cx="7685965" cy="0"/>
              </a:xfrm>
              <a:prstGeom prst="line">
                <a:avLst/>
              </a:prstGeom>
              <a:ln w="9525" cmpd="sng">
                <a:solidFill>
                  <a:schemeClr val="tx1"/>
                </a:solidFill>
                <a:prstDash val="solid"/>
              </a:ln>
              <a:effectLst/>
            </p:spPr>
            <p:style>
              <a:lnRef idx="2">
                <a:schemeClr val="accent1"/>
              </a:lnRef>
              <a:fillRef idx="0">
                <a:schemeClr val="accent1"/>
              </a:fillRef>
              <a:effectRef idx="1">
                <a:schemeClr val="accent1"/>
              </a:effectRef>
              <a:fontRef idx="minor">
                <a:schemeClr val="tx1"/>
              </a:fontRef>
            </p:style>
          </p:cxnSp>
          <p:sp>
            <p:nvSpPr>
              <p:cNvPr id="18" name="Content Placeholder 2">
                <a:extLst>
                  <a:ext uri="{FF2B5EF4-FFF2-40B4-BE49-F238E27FC236}">
                    <a16:creationId xmlns:a16="http://schemas.microsoft.com/office/drawing/2014/main" id="{8187AD6A-6967-4897-1682-37DAECA8CE86}"/>
                  </a:ext>
                </a:extLst>
              </p:cNvPr>
              <p:cNvSpPr txBox="1">
                <a:spLocks/>
              </p:cNvSpPr>
              <p:nvPr/>
            </p:nvSpPr>
            <p:spPr bwMode="auto">
              <a:xfrm>
                <a:off x="741189" y="1207552"/>
                <a:ext cx="7685965" cy="215444"/>
              </a:xfrm>
              <a:prstGeom prst="rect">
                <a:avLst/>
              </a:prstGeom>
              <a:noFill/>
              <a:ln w="9525">
                <a:noFill/>
                <a:miter lim="800000"/>
                <a:headEnd/>
                <a:tailEnd/>
              </a:ln>
            </p:spPr>
            <p:txBody>
              <a:bodyPr vert="horz" wrap="square" lIns="0" tIns="0" rIns="0" bIns="0" numCol="1" anchor="b" anchorCtr="0" compatLnSpc="1">
                <a:prstTxWarp prst="textNoShape">
                  <a:avLst/>
                </a:prstTxWarp>
                <a:spAutoFit/>
              </a:bodyPr>
              <a:lstStyle>
                <a:lvl1pPr marL="195263" indent="-195263" algn="l" rtl="0" eaLnBrk="1" fontAlgn="base" hangingPunct="1">
                  <a:spcBef>
                    <a:spcPts val="0"/>
                  </a:spcBef>
                  <a:spcAft>
                    <a:spcPts val="600"/>
                  </a:spcAft>
                  <a:buClr>
                    <a:schemeClr val="tx2"/>
                  </a:buClr>
                  <a:buFont typeface="Wingdings" panose="05000000000000000000" pitchFamily="2" charset="2"/>
                  <a:buChar char="§"/>
                  <a:defRPr sz="1400">
                    <a:solidFill>
                      <a:schemeClr val="tx1"/>
                    </a:solidFill>
                    <a:latin typeface="+mn-lt"/>
                    <a:ea typeface="+mn-ea"/>
                    <a:cs typeface="+mn-cs"/>
                  </a:defRPr>
                </a:lvl1pPr>
                <a:lvl2pPr marL="404813" indent="-207963" algn="l" rtl="0" eaLnBrk="1" fontAlgn="base" hangingPunct="1">
                  <a:spcBef>
                    <a:spcPts val="0"/>
                  </a:spcBef>
                  <a:spcAft>
                    <a:spcPts val="600"/>
                  </a:spcAft>
                  <a:buClr>
                    <a:schemeClr val="tx2"/>
                  </a:buClr>
                  <a:buChar char="–"/>
                  <a:defRPr sz="1400">
                    <a:solidFill>
                      <a:schemeClr val="tx1"/>
                    </a:solidFill>
                    <a:latin typeface="+mn-lt"/>
                  </a:defRPr>
                </a:lvl2pPr>
                <a:lvl3pPr marL="587375" indent="-180975" algn="l" rtl="0" eaLnBrk="1" fontAlgn="base" hangingPunct="1">
                  <a:spcBef>
                    <a:spcPct val="20000"/>
                  </a:spcBef>
                  <a:spcAft>
                    <a:spcPct val="0"/>
                  </a:spcAft>
                  <a:buClr>
                    <a:schemeClr val="tx2"/>
                  </a:buClr>
                  <a:buChar char="•"/>
                  <a:defRPr sz="1600">
                    <a:solidFill>
                      <a:schemeClr val="tx1"/>
                    </a:solidFill>
                    <a:latin typeface="+mn-lt"/>
                  </a:defRPr>
                </a:lvl3pPr>
                <a:lvl4pPr marL="815975" indent="-227013" algn="l" rtl="0" eaLnBrk="1" fontAlgn="base" hangingPunct="1">
                  <a:spcBef>
                    <a:spcPct val="20000"/>
                  </a:spcBef>
                  <a:spcAft>
                    <a:spcPct val="0"/>
                  </a:spcAft>
                  <a:buClr>
                    <a:schemeClr val="tx2"/>
                  </a:buClr>
                  <a:buChar char="–"/>
                  <a:defRPr sz="1600">
                    <a:solidFill>
                      <a:schemeClr val="tx1"/>
                    </a:solidFill>
                    <a:latin typeface="+mn-lt"/>
                  </a:defRPr>
                </a:lvl4pPr>
                <a:lvl5pPr marL="968375" indent="-150813" algn="l" rtl="0" eaLnBrk="1" fontAlgn="base" hangingPunct="1">
                  <a:spcBef>
                    <a:spcPct val="20000"/>
                  </a:spcBef>
                  <a:spcAft>
                    <a:spcPct val="0"/>
                  </a:spcAft>
                  <a:buClr>
                    <a:schemeClr val="tx2"/>
                  </a:buClr>
                  <a:buChar char="»"/>
                  <a:defRPr sz="1600">
                    <a:solidFill>
                      <a:schemeClr val="tx1"/>
                    </a:solidFill>
                    <a:latin typeface="+mn-lt"/>
                  </a:defRPr>
                </a:lvl5pPr>
                <a:lvl6pPr marL="1425575" indent="-150813" algn="l" rtl="0" eaLnBrk="1" fontAlgn="base" hangingPunct="1">
                  <a:spcBef>
                    <a:spcPct val="20000"/>
                  </a:spcBef>
                  <a:spcAft>
                    <a:spcPct val="0"/>
                  </a:spcAft>
                  <a:buChar char="»"/>
                  <a:defRPr sz="1000">
                    <a:solidFill>
                      <a:schemeClr val="tx1"/>
                    </a:solidFill>
                    <a:latin typeface="+mn-lt"/>
                  </a:defRPr>
                </a:lvl6pPr>
                <a:lvl7pPr marL="1882775" indent="-150813" algn="l" rtl="0" eaLnBrk="1" fontAlgn="base" hangingPunct="1">
                  <a:spcBef>
                    <a:spcPct val="20000"/>
                  </a:spcBef>
                  <a:spcAft>
                    <a:spcPct val="0"/>
                  </a:spcAft>
                  <a:buChar char="»"/>
                  <a:defRPr sz="1000">
                    <a:solidFill>
                      <a:schemeClr val="tx1"/>
                    </a:solidFill>
                    <a:latin typeface="+mn-lt"/>
                  </a:defRPr>
                </a:lvl7pPr>
                <a:lvl8pPr marL="2339975" indent="-150813" algn="l" rtl="0" eaLnBrk="1" fontAlgn="base" hangingPunct="1">
                  <a:spcBef>
                    <a:spcPct val="20000"/>
                  </a:spcBef>
                  <a:spcAft>
                    <a:spcPct val="0"/>
                  </a:spcAft>
                  <a:buChar char="»"/>
                  <a:defRPr sz="1000">
                    <a:solidFill>
                      <a:schemeClr val="tx1"/>
                    </a:solidFill>
                    <a:latin typeface="+mn-lt"/>
                  </a:defRPr>
                </a:lvl8pPr>
                <a:lvl9pPr marL="2797175" indent="-150813" algn="l" rtl="0" eaLnBrk="1" fontAlgn="base" hangingPunct="1">
                  <a:spcBef>
                    <a:spcPct val="20000"/>
                  </a:spcBef>
                  <a:spcAft>
                    <a:spcPct val="0"/>
                  </a:spcAft>
                  <a:buChar char="»"/>
                  <a:defRPr sz="1000">
                    <a:solidFill>
                      <a:schemeClr val="tx1"/>
                    </a:solidFill>
                    <a:latin typeface="+mn-lt"/>
                  </a:defRPr>
                </a:lvl9pPr>
              </a:lstStyle>
              <a:p>
                <a:pPr marL="0" marR="0" lvl="0" indent="0" algn="l" defTabSz="914400" rtl="0" eaLnBrk="1" fontAlgn="base" latinLnBrk="0" hangingPunct="1">
                  <a:lnSpc>
                    <a:spcPct val="100000"/>
                  </a:lnSpc>
                  <a:spcBef>
                    <a:spcPts val="600"/>
                  </a:spcBef>
                  <a:spcAft>
                    <a:spcPts val="0"/>
                  </a:spcAft>
                  <a:buClrTx/>
                  <a:buSzTx/>
                  <a:buFont typeface="Wingdings" panose="05000000000000000000" pitchFamily="2" charset="2"/>
                  <a:buNone/>
                  <a:tabLst/>
                  <a:defRPr/>
                </a:pPr>
                <a:r>
                  <a:rPr kumimoji="0" lang="pt-BR" sz="1400" b="1" i="0" u="none" strike="noStrike" kern="0" cap="none" spc="-20" normalizeH="0" baseline="0" noProof="0">
                    <a:ln>
                      <a:noFill/>
                    </a:ln>
                    <a:solidFill>
                      <a:srgbClr val="020E66"/>
                    </a:solidFill>
                    <a:effectLst/>
                    <a:uLnTx/>
                    <a:uFillTx/>
                    <a:latin typeface="Arial"/>
                    <a:ea typeface="+mn-ea"/>
                    <a:cs typeface="+mn-cs"/>
                  </a:rPr>
                  <a:t>Orientar políticas comerciais</a:t>
                </a:r>
                <a:endParaRPr kumimoji="0" lang="pt-BR" sz="1400" b="1" i="1" u="none" strike="noStrike" kern="0" cap="none" spc="-20" normalizeH="0" baseline="0" noProof="0">
                  <a:ln>
                    <a:noFill/>
                  </a:ln>
                  <a:solidFill>
                    <a:srgbClr val="020E66"/>
                  </a:solidFill>
                  <a:effectLst/>
                  <a:uLnTx/>
                  <a:uFillTx/>
                  <a:latin typeface="Arial"/>
                  <a:ea typeface="+mn-ea"/>
                  <a:cs typeface="+mn-cs"/>
                </a:endParaRPr>
              </a:p>
            </p:txBody>
          </p:sp>
        </p:grpSp>
      </p:grpSp>
      <p:sp>
        <p:nvSpPr>
          <p:cNvPr id="19" name="Isosceles Triangle 5">
            <a:extLst>
              <a:ext uri="{FF2B5EF4-FFF2-40B4-BE49-F238E27FC236}">
                <a16:creationId xmlns:a16="http://schemas.microsoft.com/office/drawing/2014/main" id="{7D122A62-BDF8-96FE-6DC3-C5F28C5ECC79}"/>
              </a:ext>
            </a:extLst>
          </p:cNvPr>
          <p:cNvSpPr/>
          <p:nvPr/>
        </p:nvSpPr>
        <p:spPr bwMode="auto">
          <a:xfrm rot="5400000">
            <a:off x="4174192" y="3634720"/>
            <a:ext cx="3645952" cy="147532"/>
          </a:xfrm>
          <a:prstGeom prst="triangle">
            <a:avLst/>
          </a:prstGeom>
          <a:solidFill>
            <a:schemeClr val="accent4"/>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pt-BR" sz="1400" b="0" i="0" u="none" strike="noStrike" kern="1200" cap="none" spc="0" normalizeH="0" baseline="0" noProof="0">
              <a:ln>
                <a:noFill/>
              </a:ln>
              <a:solidFill>
                <a:srgbClr val="071C25"/>
              </a:solidFill>
              <a:effectLst/>
              <a:uLnTx/>
              <a:uFillTx/>
              <a:latin typeface="Arial"/>
              <a:ea typeface="+mn-ea"/>
              <a:cs typeface="+mn-cs"/>
            </a:endParaRPr>
          </a:p>
        </p:txBody>
      </p:sp>
      <p:sp>
        <p:nvSpPr>
          <p:cNvPr id="20" name="Rectangle 7">
            <a:extLst>
              <a:ext uri="{FF2B5EF4-FFF2-40B4-BE49-F238E27FC236}">
                <a16:creationId xmlns:a16="http://schemas.microsoft.com/office/drawing/2014/main" id="{B75B300A-28EA-F34D-A781-905A4D12B85A}"/>
              </a:ext>
            </a:extLst>
          </p:cNvPr>
          <p:cNvSpPr txBox="1"/>
          <p:nvPr/>
        </p:nvSpPr>
        <p:spPr>
          <a:xfrm>
            <a:off x="6330087" y="2485074"/>
            <a:ext cx="1546271" cy="2446824"/>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marL="0" lvl="0" indent="0" defTabSz="913526" eaLnBrk="1" hangingPunct="1">
              <a:buClr>
                <a:schemeClr val="tx2"/>
              </a:buClr>
              <a:defRPr baseline="0">
                <a:latin typeface="+mn-lt"/>
              </a:defRPr>
            </a:lvl1pPr>
            <a:lvl2pPr marL="197607" lvl="1" indent="-195987" defTabSz="913526" eaLnBrk="1" hangingPunct="1">
              <a:buClr>
                <a:schemeClr val="tx2"/>
              </a:buClr>
              <a:buSzPct val="125000"/>
              <a:buFont typeface="Arial" charset="0"/>
              <a:buChar char="▪"/>
              <a:defRPr baseline="0">
                <a:latin typeface="+mn-lt"/>
              </a:defRPr>
            </a:lvl2pPr>
            <a:lvl3pPr marL="466481" lvl="2" indent="-267255" defTabSz="913526" eaLnBrk="1" hangingPunct="1">
              <a:buClr>
                <a:schemeClr val="tx2"/>
              </a:buClr>
              <a:buSzPct val="120000"/>
              <a:buFont typeface="Arial" charset="0"/>
              <a:buChar char="–"/>
              <a:defRPr baseline="0">
                <a:latin typeface="+mn-lt"/>
              </a:defRPr>
            </a:lvl3pPr>
            <a:lvl4pPr marL="626835" lvl="3" indent="-158733" defTabSz="913526" eaLnBrk="1" hangingPunct="1">
              <a:buClr>
                <a:schemeClr val="tx2"/>
              </a:buClr>
              <a:buSzPct val="120000"/>
              <a:buFont typeface="Arial" charset="0"/>
              <a:buChar char="▫"/>
              <a:defRPr baseline="0">
                <a:latin typeface="+mn-lt"/>
              </a:defRPr>
            </a:lvl4pPr>
            <a:lvl5pPr marL="765029" lvl="4" indent="-132818" defTabSz="913526" eaLnBrk="1" hangingPunct="1">
              <a:buClr>
                <a:schemeClr val="tx2"/>
              </a:buClr>
              <a:buSzPct val="89000"/>
              <a:buFont typeface="Arial" charset="0"/>
              <a:buChar char="-"/>
              <a:defRPr baseline="0">
                <a:latin typeface="+mn-lt"/>
              </a:defRPr>
            </a:lvl5pPr>
            <a:lvl6pPr marL="765029" indent="-132818" defTabSz="913526" fontAlgn="base">
              <a:spcBef>
                <a:spcPct val="0"/>
              </a:spcBef>
              <a:spcAft>
                <a:spcPct val="0"/>
              </a:spcAft>
              <a:buClr>
                <a:schemeClr val="tx2"/>
              </a:buClr>
              <a:buSzPct val="89000"/>
              <a:buFont typeface="Arial" charset="0"/>
              <a:buChar char="-"/>
              <a:defRPr baseline="0">
                <a:latin typeface="+mn-lt"/>
              </a:defRPr>
            </a:lvl6pPr>
            <a:lvl7pPr marL="765029" indent="-132818" defTabSz="913526" fontAlgn="base">
              <a:spcBef>
                <a:spcPct val="0"/>
              </a:spcBef>
              <a:spcAft>
                <a:spcPct val="0"/>
              </a:spcAft>
              <a:buClr>
                <a:schemeClr val="tx2"/>
              </a:buClr>
              <a:buSzPct val="89000"/>
              <a:buFont typeface="Arial" charset="0"/>
              <a:buChar char="-"/>
              <a:defRPr baseline="0">
                <a:latin typeface="+mn-lt"/>
              </a:defRPr>
            </a:lvl7pPr>
            <a:lvl8pPr marL="765029" indent="-132818" defTabSz="913526" fontAlgn="base">
              <a:spcBef>
                <a:spcPct val="0"/>
              </a:spcBef>
              <a:spcAft>
                <a:spcPct val="0"/>
              </a:spcAft>
              <a:buClr>
                <a:schemeClr val="tx2"/>
              </a:buClr>
              <a:buSzPct val="89000"/>
              <a:buFont typeface="Arial" charset="0"/>
              <a:buChar char="-"/>
              <a:defRPr baseline="0">
                <a:latin typeface="+mn-lt"/>
              </a:defRPr>
            </a:lvl8pPr>
            <a:lvl9pPr marL="765029" indent="-132818" defTabSz="913526" fontAlgn="base">
              <a:spcBef>
                <a:spcPct val="0"/>
              </a:spcBef>
              <a:spcAft>
                <a:spcPct val="0"/>
              </a:spcAft>
              <a:buClr>
                <a:schemeClr val="tx2"/>
              </a:buClr>
              <a:buSzPct val="89000"/>
              <a:buFont typeface="Arial" charset="0"/>
              <a:buChar char="-"/>
              <a:defRPr baseline="0">
                <a:latin typeface="+mn-lt"/>
              </a:defRPr>
            </a:lvl9pPr>
          </a:lstStyle>
          <a:p>
            <a:pPr marL="197607" marR="0" lvl="1" indent="-195987" algn="l" defTabSz="913526" rtl="0" eaLnBrk="1" fontAlgn="auto" latinLnBrk="0" hangingPunct="1">
              <a:lnSpc>
                <a:spcPct val="100000"/>
              </a:lnSpc>
              <a:spcBef>
                <a:spcPts val="0"/>
              </a:spcBef>
              <a:spcAft>
                <a:spcPts val="600"/>
              </a:spcAft>
              <a:buClr>
                <a:srgbClr val="FFFFFF"/>
              </a:buClr>
              <a:buSzPct val="100000"/>
              <a:buFont typeface="Wingdings" panose="05000000000000000000" pitchFamily="2" charset="2"/>
              <a:buChar char="§"/>
              <a:tabLst/>
              <a:defRPr/>
            </a:pPr>
            <a:r>
              <a:rPr kumimoji="0" lang="pt-BR" sz="1400" b="1" i="0" u="none" strike="noStrike" kern="1200" cap="none" spc="0" normalizeH="0" baseline="0" noProof="0">
                <a:ln>
                  <a:noFill/>
                </a:ln>
                <a:solidFill>
                  <a:prstClr val="white"/>
                </a:solidFill>
                <a:effectLst/>
                <a:uLnTx/>
                <a:uFillTx/>
                <a:latin typeface="Arial"/>
                <a:ea typeface="+mn-ea"/>
                <a:cs typeface="+mn-cs"/>
              </a:rPr>
              <a:t>Maximizar valor capturado sobre</a:t>
            </a:r>
            <a:br>
              <a:rPr kumimoji="0" lang="pt-BR" sz="1400" b="1" i="0" u="none" strike="noStrike" kern="1200" cap="none" spc="0" normalizeH="0" baseline="0" noProof="0">
                <a:ln>
                  <a:noFill/>
                </a:ln>
                <a:solidFill>
                  <a:prstClr val="white"/>
                </a:solidFill>
                <a:effectLst/>
                <a:uLnTx/>
                <a:uFillTx/>
                <a:latin typeface="Arial"/>
                <a:ea typeface="+mn-ea"/>
                <a:cs typeface="+mn-cs"/>
              </a:rPr>
            </a:br>
            <a:r>
              <a:rPr kumimoji="0" lang="pt-BR" sz="1400" b="1" i="0" u="none" strike="noStrike" kern="1200" cap="none" spc="0" normalizeH="0" baseline="0" noProof="0">
                <a:ln>
                  <a:noFill/>
                </a:ln>
                <a:solidFill>
                  <a:prstClr val="white"/>
                </a:solidFill>
                <a:effectLst/>
                <a:uLnTx/>
                <a:uFillTx/>
                <a:latin typeface="Arial"/>
                <a:ea typeface="+mn-ea"/>
                <a:cs typeface="+mn-cs"/>
              </a:rPr>
              <a:t>a base de clientes atuais e potenciais</a:t>
            </a:r>
          </a:p>
          <a:p>
            <a:pPr marL="197607" marR="0" lvl="1" indent="-195987" algn="l" defTabSz="913526" rtl="0" eaLnBrk="1" fontAlgn="auto" latinLnBrk="0" hangingPunct="1">
              <a:lnSpc>
                <a:spcPct val="100000"/>
              </a:lnSpc>
              <a:spcBef>
                <a:spcPts val="0"/>
              </a:spcBef>
              <a:spcAft>
                <a:spcPts val="600"/>
              </a:spcAft>
              <a:buClr>
                <a:srgbClr val="FFFFFF"/>
              </a:buClr>
              <a:buSzPct val="100000"/>
              <a:buFont typeface="Wingdings" panose="05000000000000000000" pitchFamily="2" charset="2"/>
              <a:buChar char="§"/>
              <a:tabLst/>
              <a:defRPr/>
            </a:pPr>
            <a:r>
              <a:rPr kumimoji="0" lang="pt-BR" sz="1400" b="1" i="0" u="none" strike="noStrike" kern="1200" cap="none" spc="0" normalizeH="0" baseline="0" noProof="0">
                <a:ln>
                  <a:noFill/>
                </a:ln>
                <a:solidFill>
                  <a:prstClr val="white"/>
                </a:solidFill>
                <a:effectLst/>
                <a:uLnTx/>
                <a:uFillTx/>
                <a:latin typeface="Arial"/>
                <a:ea typeface="+mn-ea"/>
                <a:cs typeface="+mn-cs"/>
              </a:rPr>
              <a:t>Implicações diretas para esforços e políticas comerciais </a:t>
            </a:r>
          </a:p>
        </p:txBody>
      </p:sp>
      <p:sp>
        <p:nvSpPr>
          <p:cNvPr id="21" name="Freeform 52">
            <a:extLst>
              <a:ext uri="{FF2B5EF4-FFF2-40B4-BE49-F238E27FC236}">
                <a16:creationId xmlns:a16="http://schemas.microsoft.com/office/drawing/2014/main" id="{6B72B4A5-5745-0ACE-8288-DD7980CE0900}"/>
              </a:ext>
            </a:extLst>
          </p:cNvPr>
          <p:cNvSpPr>
            <a:spLocks/>
          </p:cNvSpPr>
          <p:nvPr/>
        </p:nvSpPr>
        <p:spPr bwMode="auto">
          <a:xfrm>
            <a:off x="8190257" y="1019909"/>
            <a:ext cx="3839457" cy="5377154"/>
          </a:xfrm>
          <a:custGeom>
            <a:avLst/>
            <a:gdLst>
              <a:gd name="T0" fmla="*/ 0 w 1167"/>
              <a:gd name="T1" fmla="*/ 1 h 1032"/>
              <a:gd name="T2" fmla="*/ 1167 w 1167"/>
              <a:gd name="T3" fmla="*/ 0 h 1032"/>
              <a:gd name="T4" fmla="*/ 1167 w 1167"/>
              <a:gd name="T5" fmla="*/ 1032 h 1032"/>
              <a:gd name="T6" fmla="*/ 7 w 1167"/>
              <a:gd name="T7" fmla="*/ 1032 h 1032"/>
            </a:gdLst>
            <a:ahLst/>
            <a:cxnLst>
              <a:cxn ang="0">
                <a:pos x="T0" y="T1"/>
              </a:cxn>
              <a:cxn ang="0">
                <a:pos x="T2" y="T3"/>
              </a:cxn>
              <a:cxn ang="0">
                <a:pos x="T4" y="T5"/>
              </a:cxn>
              <a:cxn ang="0">
                <a:pos x="T6" y="T7"/>
              </a:cxn>
            </a:cxnLst>
            <a:rect l="0" t="0" r="r" b="b"/>
            <a:pathLst>
              <a:path w="1167" h="1032">
                <a:moveTo>
                  <a:pt x="0" y="1"/>
                </a:moveTo>
                <a:lnTo>
                  <a:pt x="1167" y="0"/>
                </a:lnTo>
                <a:lnTo>
                  <a:pt x="1167" y="1032"/>
                </a:lnTo>
                <a:lnTo>
                  <a:pt x="7" y="1032"/>
                </a:lnTo>
              </a:path>
            </a:pathLst>
          </a:custGeom>
          <a:solidFill>
            <a:schemeClr val="bg1">
              <a:lumMod val="95000"/>
            </a:schemeClr>
          </a:solidFill>
          <a:ln w="19050">
            <a:noFill/>
            <a:round/>
            <a:headEnd/>
            <a:tailE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6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24" name="Oval 25">
            <a:extLst>
              <a:ext uri="{FF2B5EF4-FFF2-40B4-BE49-F238E27FC236}">
                <a16:creationId xmlns:a16="http://schemas.microsoft.com/office/drawing/2014/main" id="{452B7A53-9D51-7196-655D-DB56C4175040}"/>
              </a:ext>
            </a:extLst>
          </p:cNvPr>
          <p:cNvSpPr>
            <a:spLocks noChangeArrowheads="1"/>
          </p:cNvSpPr>
          <p:nvPr/>
        </p:nvSpPr>
        <p:spPr bwMode="auto">
          <a:xfrm>
            <a:off x="8387928" y="2388415"/>
            <a:ext cx="1692000" cy="730846"/>
          </a:xfrm>
          <a:prstGeom prst="ellipse">
            <a:avLst/>
          </a:prstGeom>
          <a:solidFill>
            <a:schemeClr val="accent3"/>
          </a:solidFill>
          <a:ln w="9525">
            <a:noFill/>
            <a:round/>
            <a:headEnd/>
            <a:tailEnd/>
          </a:ln>
          <a:effec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400" b="1" i="0" u="none" strike="noStrike" kern="1200" cap="none" spc="0" normalizeH="0" baseline="0" noProof="0">
                <a:ln>
                  <a:noFill/>
                </a:ln>
                <a:solidFill>
                  <a:prstClr val="white"/>
                </a:solidFill>
                <a:effectLst/>
                <a:uLnTx/>
                <a:uFillTx/>
                <a:latin typeface="Arial" panose="020B0604020202020204" pitchFamily="34" charset="0"/>
                <a:ea typeface="+mn-ea"/>
                <a:cs typeface="+mn-cs"/>
              </a:rPr>
              <a:t>Características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400" b="1" i="0" u="none" strike="noStrike" kern="1200" cap="none" spc="0" normalizeH="0" baseline="0" noProof="0">
                <a:ln>
                  <a:noFill/>
                </a:ln>
                <a:solidFill>
                  <a:prstClr val="white"/>
                </a:solidFill>
                <a:effectLst/>
                <a:uLnTx/>
                <a:uFillTx/>
                <a:latin typeface="Arial" panose="020B0604020202020204" pitchFamily="34" charset="0"/>
                <a:ea typeface="+mn-ea"/>
                <a:cs typeface="+mn-cs"/>
              </a:rPr>
              <a:t>dos clientes</a:t>
            </a:r>
          </a:p>
        </p:txBody>
      </p:sp>
      <p:sp>
        <p:nvSpPr>
          <p:cNvPr id="25" name="Oval 25">
            <a:extLst>
              <a:ext uri="{FF2B5EF4-FFF2-40B4-BE49-F238E27FC236}">
                <a16:creationId xmlns:a16="http://schemas.microsoft.com/office/drawing/2014/main" id="{9A8726D6-326E-9165-3083-807FAEB6CAD5}"/>
              </a:ext>
            </a:extLst>
          </p:cNvPr>
          <p:cNvSpPr>
            <a:spLocks noChangeArrowheads="1"/>
          </p:cNvSpPr>
          <p:nvPr/>
        </p:nvSpPr>
        <p:spPr bwMode="auto">
          <a:xfrm>
            <a:off x="8387928" y="3918273"/>
            <a:ext cx="1692000" cy="730846"/>
          </a:xfrm>
          <a:prstGeom prst="ellipse">
            <a:avLst/>
          </a:prstGeom>
          <a:solidFill>
            <a:schemeClr val="accent3"/>
          </a:solidFill>
          <a:ln w="9525">
            <a:noFill/>
            <a:round/>
            <a:headEnd/>
            <a:tailEnd/>
          </a:ln>
          <a:effec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400" b="1" i="0" u="none" strike="noStrike" kern="1200" cap="none" spc="0" normalizeH="0" baseline="0" noProof="0">
                <a:ln>
                  <a:noFill/>
                </a:ln>
                <a:solidFill>
                  <a:prstClr val="white"/>
                </a:solidFill>
                <a:effectLst/>
                <a:uLnTx/>
                <a:uFillTx/>
                <a:latin typeface="Arial" panose="020B0604020202020204" pitchFamily="34" charset="0"/>
                <a:ea typeface="+mn-ea"/>
                <a:cs typeface="+mn-cs"/>
              </a:rPr>
              <a:t>Localização</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400" b="1" i="0" u="none" strike="noStrike" kern="1200" cap="none" spc="0" normalizeH="0" baseline="0" noProof="0">
                <a:ln>
                  <a:noFill/>
                </a:ln>
                <a:solidFill>
                  <a:prstClr val="white"/>
                </a:solidFill>
                <a:effectLst/>
                <a:uLnTx/>
                <a:uFillTx/>
                <a:latin typeface="Arial" panose="020B0604020202020204" pitchFamily="34" charset="0"/>
                <a:ea typeface="+mn-ea"/>
                <a:cs typeface="+mn-cs"/>
              </a:rPr>
              <a:t>geográfica </a:t>
            </a:r>
          </a:p>
        </p:txBody>
      </p:sp>
      <p:sp>
        <p:nvSpPr>
          <p:cNvPr id="26" name="Oval 25">
            <a:extLst>
              <a:ext uri="{FF2B5EF4-FFF2-40B4-BE49-F238E27FC236}">
                <a16:creationId xmlns:a16="http://schemas.microsoft.com/office/drawing/2014/main" id="{02914207-8ABC-E955-9433-405A4F8F4B0B}"/>
              </a:ext>
            </a:extLst>
          </p:cNvPr>
          <p:cNvSpPr>
            <a:spLocks noChangeArrowheads="1"/>
          </p:cNvSpPr>
          <p:nvPr/>
        </p:nvSpPr>
        <p:spPr bwMode="auto">
          <a:xfrm>
            <a:off x="8387928" y="5448132"/>
            <a:ext cx="1692000" cy="730846"/>
          </a:xfrm>
          <a:prstGeom prst="ellipse">
            <a:avLst/>
          </a:prstGeom>
          <a:solidFill>
            <a:schemeClr val="accent3"/>
          </a:solidFill>
          <a:ln w="9525">
            <a:noFill/>
            <a:round/>
            <a:headEnd/>
            <a:tailEnd/>
          </a:ln>
          <a:effec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400" b="1" i="0" u="none" strike="noStrike" kern="1200" cap="none" spc="0" normalizeH="0" baseline="0" noProof="0">
                <a:ln>
                  <a:noFill/>
                </a:ln>
                <a:solidFill>
                  <a:prstClr val="white"/>
                </a:solidFill>
                <a:effectLst/>
                <a:uLnTx/>
                <a:uFillTx/>
                <a:latin typeface="Arial" panose="020B0604020202020204" pitchFamily="34" charset="0"/>
                <a:ea typeface="+mn-ea"/>
                <a:cs typeface="+mn-cs"/>
              </a:rPr>
              <a:t>Fidelidade </a:t>
            </a:r>
          </a:p>
        </p:txBody>
      </p:sp>
      <p:sp>
        <p:nvSpPr>
          <p:cNvPr id="27" name="Oval 25">
            <a:extLst>
              <a:ext uri="{FF2B5EF4-FFF2-40B4-BE49-F238E27FC236}">
                <a16:creationId xmlns:a16="http://schemas.microsoft.com/office/drawing/2014/main" id="{F28027B4-F9AB-7E8D-E396-6636D549C6FA}"/>
              </a:ext>
            </a:extLst>
          </p:cNvPr>
          <p:cNvSpPr>
            <a:spLocks noChangeArrowheads="1"/>
          </p:cNvSpPr>
          <p:nvPr/>
        </p:nvSpPr>
        <p:spPr bwMode="auto">
          <a:xfrm>
            <a:off x="9287136" y="1623486"/>
            <a:ext cx="1692000" cy="730846"/>
          </a:xfrm>
          <a:prstGeom prst="ellipse">
            <a:avLst/>
          </a:prstGeom>
          <a:solidFill>
            <a:schemeClr val="accent3"/>
          </a:solidFill>
          <a:ln w="9525">
            <a:noFill/>
            <a:round/>
            <a:headEnd/>
            <a:tailEnd/>
          </a:ln>
          <a:effec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400" b="1" i="0" u="none" strike="noStrike" kern="1200" cap="none" spc="0" normalizeH="0" baseline="0" noProof="0">
                <a:ln>
                  <a:noFill/>
                </a:ln>
                <a:solidFill>
                  <a:prstClr val="white"/>
                </a:solidFill>
                <a:effectLst/>
                <a:uLnTx/>
                <a:uFillTx/>
                <a:latin typeface="Arial" panose="020B0604020202020204" pitchFamily="34" charset="0"/>
                <a:ea typeface="+mn-ea"/>
                <a:cs typeface="+mn-cs"/>
              </a:rPr>
              <a:t>Canal</a:t>
            </a:r>
          </a:p>
        </p:txBody>
      </p:sp>
      <p:sp>
        <p:nvSpPr>
          <p:cNvPr id="28" name="Oval 25">
            <a:extLst>
              <a:ext uri="{FF2B5EF4-FFF2-40B4-BE49-F238E27FC236}">
                <a16:creationId xmlns:a16="http://schemas.microsoft.com/office/drawing/2014/main" id="{D517CCE2-C4CA-7659-312B-138FFCA81443}"/>
              </a:ext>
            </a:extLst>
          </p:cNvPr>
          <p:cNvSpPr>
            <a:spLocks noChangeArrowheads="1"/>
          </p:cNvSpPr>
          <p:nvPr/>
        </p:nvSpPr>
        <p:spPr bwMode="auto">
          <a:xfrm>
            <a:off x="9287136" y="3153344"/>
            <a:ext cx="1692000" cy="730846"/>
          </a:xfrm>
          <a:prstGeom prst="ellipse">
            <a:avLst/>
          </a:prstGeom>
          <a:solidFill>
            <a:schemeClr val="accent3"/>
          </a:solidFill>
          <a:ln w="9525">
            <a:noFill/>
            <a:round/>
            <a:headEnd/>
            <a:tailEnd/>
          </a:ln>
          <a:effectLst/>
        </p:spPr>
        <p:txBody>
          <a:bodyPr wrap="square" lIns="36000" rIns="36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400" b="1" i="0" u="none" strike="noStrike" kern="1200" cap="none" spc="0" normalizeH="0" baseline="0" noProof="0">
                <a:ln>
                  <a:noFill/>
                </a:ln>
                <a:solidFill>
                  <a:prstClr val="white"/>
                </a:solidFill>
                <a:effectLst/>
                <a:uLnTx/>
                <a:uFillTx/>
                <a:latin typeface="Arial" panose="020B0604020202020204" pitchFamily="34" charset="0"/>
                <a:ea typeface="+mn-ea"/>
                <a:cs typeface="+mn-cs"/>
              </a:rPr>
              <a:t>Produtos demandados</a:t>
            </a:r>
          </a:p>
        </p:txBody>
      </p:sp>
      <p:sp>
        <p:nvSpPr>
          <p:cNvPr id="29" name="Oval 25">
            <a:extLst>
              <a:ext uri="{FF2B5EF4-FFF2-40B4-BE49-F238E27FC236}">
                <a16:creationId xmlns:a16="http://schemas.microsoft.com/office/drawing/2014/main" id="{D7E549CA-6F2B-D38E-28DF-076296218190}"/>
              </a:ext>
            </a:extLst>
          </p:cNvPr>
          <p:cNvSpPr>
            <a:spLocks noChangeArrowheads="1"/>
          </p:cNvSpPr>
          <p:nvPr/>
        </p:nvSpPr>
        <p:spPr bwMode="auto">
          <a:xfrm>
            <a:off x="9287136" y="4683202"/>
            <a:ext cx="1692000" cy="730846"/>
          </a:xfrm>
          <a:prstGeom prst="ellipse">
            <a:avLst/>
          </a:prstGeom>
          <a:solidFill>
            <a:schemeClr val="accent3"/>
          </a:solidFill>
          <a:ln w="9525">
            <a:noFill/>
            <a:round/>
            <a:headEnd/>
            <a:tailEnd/>
          </a:ln>
          <a:effec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400" b="1" i="0" u="none" strike="noStrike" kern="1200" cap="none" spc="0" normalizeH="0" baseline="0" noProof="0">
                <a:ln>
                  <a:noFill/>
                </a:ln>
                <a:solidFill>
                  <a:prstClr val="white"/>
                </a:solidFill>
                <a:effectLst/>
                <a:uLnTx/>
                <a:uFillTx/>
                <a:latin typeface="Arial" panose="020B0604020202020204" pitchFamily="34" charset="0"/>
                <a:ea typeface="+mn-ea"/>
                <a:cs typeface="+mn-cs"/>
              </a:rPr>
              <a:t>Receita</a:t>
            </a:r>
          </a:p>
        </p:txBody>
      </p:sp>
      <p:sp>
        <p:nvSpPr>
          <p:cNvPr id="31" name="Oval 25">
            <a:extLst>
              <a:ext uri="{FF2B5EF4-FFF2-40B4-BE49-F238E27FC236}">
                <a16:creationId xmlns:a16="http://schemas.microsoft.com/office/drawing/2014/main" id="{08251DCF-B092-65D9-4128-BA34B6D0F1BD}"/>
              </a:ext>
            </a:extLst>
          </p:cNvPr>
          <p:cNvSpPr>
            <a:spLocks noChangeArrowheads="1"/>
          </p:cNvSpPr>
          <p:nvPr/>
        </p:nvSpPr>
        <p:spPr bwMode="auto">
          <a:xfrm>
            <a:off x="10186343" y="2388415"/>
            <a:ext cx="1692000" cy="730846"/>
          </a:xfrm>
          <a:prstGeom prst="ellipse">
            <a:avLst/>
          </a:prstGeom>
          <a:solidFill>
            <a:schemeClr val="accent3"/>
          </a:solidFill>
          <a:ln w="9525">
            <a:noFill/>
            <a:round/>
            <a:headEnd/>
            <a:tailEnd/>
          </a:ln>
          <a:effec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400" b="1" i="0" u="none" strike="noStrike" kern="1200" cap="none" spc="0" normalizeH="0" baseline="0" noProof="0">
                <a:ln>
                  <a:noFill/>
                </a:ln>
                <a:solidFill>
                  <a:prstClr val="white"/>
                </a:solidFill>
                <a:effectLst/>
                <a:uLnTx/>
                <a:uFillTx/>
                <a:latin typeface="Arial" panose="020B0604020202020204" pitchFamily="34" charset="0"/>
                <a:ea typeface="+mn-ea"/>
                <a:cs typeface="+mn-cs"/>
              </a:rPr>
              <a:t>Necessidades</a:t>
            </a:r>
          </a:p>
        </p:txBody>
      </p:sp>
      <p:sp>
        <p:nvSpPr>
          <p:cNvPr id="32" name="Oval 25">
            <a:extLst>
              <a:ext uri="{FF2B5EF4-FFF2-40B4-BE49-F238E27FC236}">
                <a16:creationId xmlns:a16="http://schemas.microsoft.com/office/drawing/2014/main" id="{C55BDE06-9C1C-BEDE-3987-369EBFBD6115}"/>
              </a:ext>
            </a:extLst>
          </p:cNvPr>
          <p:cNvSpPr>
            <a:spLocks noChangeArrowheads="1"/>
          </p:cNvSpPr>
          <p:nvPr/>
        </p:nvSpPr>
        <p:spPr bwMode="auto">
          <a:xfrm>
            <a:off x="10186343" y="3918273"/>
            <a:ext cx="1692000" cy="730846"/>
          </a:xfrm>
          <a:prstGeom prst="ellipse">
            <a:avLst/>
          </a:prstGeom>
          <a:solidFill>
            <a:schemeClr val="accent3"/>
          </a:solidFill>
          <a:ln w="9525">
            <a:noFill/>
            <a:round/>
            <a:headEnd/>
            <a:tailEnd/>
          </a:ln>
          <a:effec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400" b="1" i="0" u="none" strike="noStrike" kern="1200" cap="none" spc="0" normalizeH="0" baseline="0" noProof="0">
                <a:ln>
                  <a:noFill/>
                </a:ln>
                <a:solidFill>
                  <a:prstClr val="white"/>
                </a:solidFill>
                <a:effectLst/>
                <a:uLnTx/>
                <a:uFillTx/>
                <a:latin typeface="Arial" panose="020B0604020202020204" pitchFamily="34" charset="0"/>
                <a:ea typeface="+mn-ea"/>
                <a:cs typeface="+mn-cs"/>
              </a:rPr>
              <a:t>Comportamento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400" b="1" i="0" u="none" strike="noStrike" kern="1200" cap="none" spc="0" normalizeH="0" baseline="0" noProof="0">
                <a:ln>
                  <a:noFill/>
                </a:ln>
                <a:solidFill>
                  <a:prstClr val="white"/>
                </a:solidFill>
                <a:effectLst/>
                <a:uLnTx/>
                <a:uFillTx/>
                <a:latin typeface="Arial" panose="020B0604020202020204" pitchFamily="34" charset="0"/>
                <a:ea typeface="+mn-ea"/>
                <a:cs typeface="+mn-cs"/>
              </a:rPr>
              <a:t>de compra</a:t>
            </a:r>
          </a:p>
        </p:txBody>
      </p:sp>
      <p:sp>
        <p:nvSpPr>
          <p:cNvPr id="33" name="Oval 25">
            <a:extLst>
              <a:ext uri="{FF2B5EF4-FFF2-40B4-BE49-F238E27FC236}">
                <a16:creationId xmlns:a16="http://schemas.microsoft.com/office/drawing/2014/main" id="{4A1A1D5B-C03E-F7D6-7731-EA21D0C51506}"/>
              </a:ext>
            </a:extLst>
          </p:cNvPr>
          <p:cNvSpPr>
            <a:spLocks noChangeArrowheads="1"/>
          </p:cNvSpPr>
          <p:nvPr/>
        </p:nvSpPr>
        <p:spPr bwMode="auto">
          <a:xfrm>
            <a:off x="10186343" y="5448132"/>
            <a:ext cx="1692000" cy="730846"/>
          </a:xfrm>
          <a:prstGeom prst="ellipse">
            <a:avLst/>
          </a:prstGeom>
          <a:solidFill>
            <a:schemeClr val="accent3"/>
          </a:solidFill>
          <a:ln w="9525">
            <a:noFill/>
            <a:round/>
            <a:headEnd/>
            <a:tailEnd/>
          </a:ln>
          <a:effec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400" b="1" i="0" u="none" strike="noStrike" kern="1200" cap="none" spc="0" normalizeH="0" baseline="0" noProof="0">
                <a:ln>
                  <a:noFill/>
                </a:ln>
                <a:solidFill>
                  <a:prstClr val="white"/>
                </a:solidFill>
                <a:effectLst/>
                <a:uLnTx/>
                <a:uFillTx/>
                <a:latin typeface="Arial" panose="020B0604020202020204" pitchFamily="34" charset="0"/>
                <a:ea typeface="+mn-ea"/>
                <a:cs typeface="+mn-cs"/>
              </a:rPr>
              <a:t>Rentabilidade</a:t>
            </a:r>
          </a:p>
        </p:txBody>
      </p:sp>
      <p:sp>
        <p:nvSpPr>
          <p:cNvPr id="35" name="Content Placeholder 2">
            <a:extLst>
              <a:ext uri="{FF2B5EF4-FFF2-40B4-BE49-F238E27FC236}">
                <a16:creationId xmlns:a16="http://schemas.microsoft.com/office/drawing/2014/main" id="{B444A3C2-A47A-1A07-95C3-12ED6A311C8C}"/>
              </a:ext>
            </a:extLst>
          </p:cNvPr>
          <p:cNvSpPr txBox="1">
            <a:spLocks/>
          </p:cNvSpPr>
          <p:nvPr/>
        </p:nvSpPr>
        <p:spPr bwMode="auto">
          <a:xfrm>
            <a:off x="8387928" y="1061497"/>
            <a:ext cx="3490415" cy="492443"/>
          </a:xfrm>
          <a:prstGeom prst="rect">
            <a:avLst/>
          </a:prstGeom>
          <a:noFill/>
          <a:ln w="9525">
            <a:noFill/>
            <a:miter lim="800000"/>
            <a:headEnd/>
            <a:tailEnd/>
          </a:ln>
        </p:spPr>
        <p:txBody>
          <a:bodyPr vert="horz" wrap="square" lIns="0" tIns="0" rIns="0" bIns="0" numCol="1" anchor="b" anchorCtr="0" compatLnSpc="1">
            <a:prstTxWarp prst="textNoShape">
              <a:avLst/>
            </a:prstTxWarp>
            <a:spAutoFit/>
          </a:bodyPr>
          <a:lstStyle>
            <a:lvl1pPr marL="195263" indent="-195263" algn="l" rtl="0" eaLnBrk="1" fontAlgn="base" hangingPunct="1">
              <a:spcBef>
                <a:spcPts val="0"/>
              </a:spcBef>
              <a:spcAft>
                <a:spcPts val="600"/>
              </a:spcAft>
              <a:buClr>
                <a:schemeClr val="tx2"/>
              </a:buClr>
              <a:buFont typeface="Wingdings" panose="05000000000000000000" pitchFamily="2" charset="2"/>
              <a:buChar char="§"/>
              <a:defRPr sz="1400">
                <a:solidFill>
                  <a:schemeClr val="tx1"/>
                </a:solidFill>
                <a:latin typeface="+mn-lt"/>
                <a:ea typeface="+mn-ea"/>
                <a:cs typeface="+mn-cs"/>
              </a:defRPr>
            </a:lvl1pPr>
            <a:lvl2pPr marL="404813" indent="-207963" algn="l" rtl="0" eaLnBrk="1" fontAlgn="base" hangingPunct="1">
              <a:spcBef>
                <a:spcPts val="0"/>
              </a:spcBef>
              <a:spcAft>
                <a:spcPts val="600"/>
              </a:spcAft>
              <a:buClr>
                <a:schemeClr val="tx2"/>
              </a:buClr>
              <a:buChar char="–"/>
              <a:defRPr sz="1400">
                <a:solidFill>
                  <a:schemeClr val="tx1"/>
                </a:solidFill>
                <a:latin typeface="+mn-lt"/>
              </a:defRPr>
            </a:lvl2pPr>
            <a:lvl3pPr marL="587375" indent="-180975" algn="l" rtl="0" eaLnBrk="1" fontAlgn="base" hangingPunct="1">
              <a:spcBef>
                <a:spcPct val="20000"/>
              </a:spcBef>
              <a:spcAft>
                <a:spcPct val="0"/>
              </a:spcAft>
              <a:buClr>
                <a:schemeClr val="tx2"/>
              </a:buClr>
              <a:buChar char="•"/>
              <a:defRPr sz="1600">
                <a:solidFill>
                  <a:schemeClr val="tx1"/>
                </a:solidFill>
                <a:latin typeface="+mn-lt"/>
              </a:defRPr>
            </a:lvl3pPr>
            <a:lvl4pPr marL="815975" indent="-227013" algn="l" rtl="0" eaLnBrk="1" fontAlgn="base" hangingPunct="1">
              <a:spcBef>
                <a:spcPct val="20000"/>
              </a:spcBef>
              <a:spcAft>
                <a:spcPct val="0"/>
              </a:spcAft>
              <a:buClr>
                <a:schemeClr val="tx2"/>
              </a:buClr>
              <a:buChar char="–"/>
              <a:defRPr sz="1600">
                <a:solidFill>
                  <a:schemeClr val="tx1"/>
                </a:solidFill>
                <a:latin typeface="+mn-lt"/>
              </a:defRPr>
            </a:lvl4pPr>
            <a:lvl5pPr marL="968375" indent="-150813" algn="l" rtl="0" eaLnBrk="1" fontAlgn="base" hangingPunct="1">
              <a:spcBef>
                <a:spcPct val="20000"/>
              </a:spcBef>
              <a:spcAft>
                <a:spcPct val="0"/>
              </a:spcAft>
              <a:buClr>
                <a:schemeClr val="tx2"/>
              </a:buClr>
              <a:buChar char="»"/>
              <a:defRPr sz="1600">
                <a:solidFill>
                  <a:schemeClr val="tx1"/>
                </a:solidFill>
                <a:latin typeface="+mn-lt"/>
              </a:defRPr>
            </a:lvl5pPr>
            <a:lvl6pPr marL="1425575" indent="-150813" algn="l" rtl="0" eaLnBrk="1" fontAlgn="base" hangingPunct="1">
              <a:spcBef>
                <a:spcPct val="20000"/>
              </a:spcBef>
              <a:spcAft>
                <a:spcPct val="0"/>
              </a:spcAft>
              <a:buChar char="»"/>
              <a:defRPr sz="1000">
                <a:solidFill>
                  <a:schemeClr val="tx1"/>
                </a:solidFill>
                <a:latin typeface="+mn-lt"/>
              </a:defRPr>
            </a:lvl6pPr>
            <a:lvl7pPr marL="1882775" indent="-150813" algn="l" rtl="0" eaLnBrk="1" fontAlgn="base" hangingPunct="1">
              <a:spcBef>
                <a:spcPct val="20000"/>
              </a:spcBef>
              <a:spcAft>
                <a:spcPct val="0"/>
              </a:spcAft>
              <a:buChar char="»"/>
              <a:defRPr sz="1000">
                <a:solidFill>
                  <a:schemeClr val="tx1"/>
                </a:solidFill>
                <a:latin typeface="+mn-lt"/>
              </a:defRPr>
            </a:lvl7pPr>
            <a:lvl8pPr marL="2339975" indent="-150813" algn="l" rtl="0" eaLnBrk="1" fontAlgn="base" hangingPunct="1">
              <a:spcBef>
                <a:spcPct val="20000"/>
              </a:spcBef>
              <a:spcAft>
                <a:spcPct val="0"/>
              </a:spcAft>
              <a:buChar char="»"/>
              <a:defRPr sz="1000">
                <a:solidFill>
                  <a:schemeClr val="tx1"/>
                </a:solidFill>
                <a:latin typeface="+mn-lt"/>
              </a:defRPr>
            </a:lvl8pPr>
            <a:lvl9pPr marL="2797175" indent="-150813" algn="l" rtl="0" eaLnBrk="1" fontAlgn="base" hangingPunct="1">
              <a:spcBef>
                <a:spcPct val="20000"/>
              </a:spcBef>
              <a:spcAft>
                <a:spcPct val="0"/>
              </a:spcAft>
              <a:buChar char="»"/>
              <a:defRPr sz="1000">
                <a:solidFill>
                  <a:schemeClr val="tx1"/>
                </a:solidFill>
                <a:latin typeface="+mn-lt"/>
              </a:defRPr>
            </a:lvl9pPr>
          </a:lstStyle>
          <a:p>
            <a:pPr marL="0" marR="0" lvl="0" indent="0" algn="l" defTabSz="914400" rtl="0" eaLnBrk="1" fontAlgn="base" latinLnBrk="0" hangingPunct="1">
              <a:lnSpc>
                <a:spcPct val="100000"/>
              </a:lnSpc>
              <a:spcBef>
                <a:spcPts val="0"/>
              </a:spcBef>
              <a:spcAft>
                <a:spcPts val="0"/>
              </a:spcAft>
              <a:buClr>
                <a:srgbClr val="020E66"/>
              </a:buClr>
              <a:buSzTx/>
              <a:buFont typeface="Wingdings" panose="05000000000000000000" pitchFamily="2" charset="2"/>
              <a:buNone/>
              <a:tabLst/>
              <a:defRPr/>
            </a:pPr>
            <a:r>
              <a:rPr kumimoji="0" lang="pt-BR" sz="1600" b="1" i="0" u="none" strike="noStrike" kern="0" cap="none" spc="0" normalizeH="0" baseline="0" noProof="0">
                <a:ln>
                  <a:noFill/>
                </a:ln>
                <a:solidFill>
                  <a:srgbClr val="020E66"/>
                </a:solidFill>
                <a:effectLst/>
                <a:uLnTx/>
                <a:uFillTx/>
                <a:latin typeface="Arial"/>
                <a:ea typeface="+mn-ea"/>
                <a:cs typeface="+mn-cs"/>
              </a:rPr>
              <a:t>Exemplos de critérios que podem ser usados para segmentar clientes </a:t>
            </a:r>
          </a:p>
        </p:txBody>
      </p:sp>
      <p:grpSp>
        <p:nvGrpSpPr>
          <p:cNvPr id="36" name="Group 3">
            <a:extLst>
              <a:ext uri="{FF2B5EF4-FFF2-40B4-BE49-F238E27FC236}">
                <a16:creationId xmlns:a16="http://schemas.microsoft.com/office/drawing/2014/main" id="{794AFFDD-9CF5-79E8-CEEB-D93DDB0C5E52}"/>
              </a:ext>
            </a:extLst>
          </p:cNvPr>
          <p:cNvGrpSpPr/>
          <p:nvPr/>
        </p:nvGrpSpPr>
        <p:grpSpPr>
          <a:xfrm>
            <a:off x="10926867" y="320588"/>
            <a:ext cx="1037592" cy="212366"/>
            <a:chOff x="7882571" y="285750"/>
            <a:chExt cx="1037592" cy="212366"/>
          </a:xfrm>
        </p:grpSpPr>
        <p:sp>
          <p:nvSpPr>
            <p:cNvPr id="38" name="StickerRectangle">
              <a:extLst>
                <a:ext uri="{FF2B5EF4-FFF2-40B4-BE49-F238E27FC236}">
                  <a16:creationId xmlns:a16="http://schemas.microsoft.com/office/drawing/2014/main" id="{277AD2DC-08BB-6624-817F-E6324092E3E0}"/>
                </a:ext>
              </a:extLst>
            </p:cNvPr>
            <p:cNvSpPr>
              <a:spLocks noChangeArrowheads="1"/>
            </p:cNvSpPr>
            <p:nvPr/>
          </p:nvSpPr>
          <p:spPr bwMode="auto">
            <a:xfrm>
              <a:off x="7882571" y="285750"/>
              <a:ext cx="1037592" cy="212366"/>
            </a:xfrm>
            <a:prstGeom prst="leftRightArrow">
              <a:avLst>
                <a:gd name="adj1" fmla="val 100000"/>
                <a:gd name="adj2"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 tIns="0" rIns="0" bIns="27432">
              <a:spAutoFit/>
            </a:bodyPr>
            <a:lstStyle/>
            <a:p>
              <a:pPr marL="0" marR="0" lvl="0" indent="0" algn="r" defTabSz="895350" rtl="0" eaLnBrk="1" fontAlgn="auto" latinLnBrk="0" hangingPunct="1">
                <a:lnSpc>
                  <a:spcPct val="100000"/>
                </a:lnSpc>
                <a:spcBef>
                  <a:spcPts val="0"/>
                </a:spcBef>
                <a:spcAft>
                  <a:spcPts val="0"/>
                </a:spcAft>
                <a:buClr>
                  <a:srgbClr val="020E66"/>
                </a:buClr>
                <a:buSzTx/>
                <a:buFontTx/>
                <a:buNone/>
                <a:tabLst/>
                <a:defRPr/>
              </a:pPr>
              <a:r>
                <a:rPr kumimoji="0" lang="pt-BR" sz="1200" b="0" i="0" u="none" strike="noStrike" kern="0" cap="none" spc="0" normalizeH="0" baseline="0" noProof="0">
                  <a:ln>
                    <a:noFill/>
                  </a:ln>
                  <a:solidFill>
                    <a:srgbClr val="808080"/>
                  </a:solidFill>
                  <a:effectLst/>
                  <a:uLnTx/>
                  <a:uFillTx/>
                  <a:latin typeface="Arial"/>
                  <a:ea typeface="+mn-ea"/>
                  <a:cs typeface="Arial" panose="020B0604020202020204" pitchFamily="34" charset="0"/>
                </a:rPr>
                <a:t>ILUSTRATIVO</a:t>
              </a:r>
              <a:endParaRPr kumimoji="0" lang="pt-BR" sz="1200" b="0" i="0" u="none" strike="noStrike" kern="1200" cap="none" spc="0" normalizeH="0" baseline="0" noProof="0">
                <a:ln>
                  <a:noFill/>
                </a:ln>
                <a:solidFill>
                  <a:srgbClr val="7F7F7F"/>
                </a:solidFill>
                <a:effectLst/>
                <a:uLnTx/>
                <a:uFillTx/>
                <a:latin typeface="Arial"/>
                <a:ea typeface="+mn-ea"/>
                <a:cs typeface="+mn-cs"/>
              </a:endParaRPr>
            </a:p>
          </p:txBody>
        </p:sp>
        <p:cxnSp>
          <p:nvCxnSpPr>
            <p:cNvPr id="39" name="AutoShape 31">
              <a:extLst>
                <a:ext uri="{FF2B5EF4-FFF2-40B4-BE49-F238E27FC236}">
                  <a16:creationId xmlns:a16="http://schemas.microsoft.com/office/drawing/2014/main" id="{4120AEC2-168F-C1CF-9321-DCFB2DA4A7C5}"/>
                </a:ext>
              </a:extLst>
            </p:cNvPr>
            <p:cNvCxnSpPr>
              <a:cxnSpLocks noChangeShapeType="1"/>
              <a:stCxn id="38" idx="2"/>
              <a:endCxn id="38" idx="4"/>
            </p:cNvCxnSpPr>
            <p:nvPr/>
          </p:nvCxnSpPr>
          <p:spPr bwMode="auto">
            <a:xfrm>
              <a:off x="7882571" y="285750"/>
              <a:ext cx="0" cy="212366"/>
            </a:xfrm>
            <a:prstGeom prst="straightConnector1">
              <a:avLst/>
            </a:prstGeom>
            <a:noFill/>
            <a:ln w="9525">
              <a:solidFill>
                <a:schemeClr val="accent6"/>
              </a:solidFill>
              <a:round/>
              <a:headEnd/>
              <a:tailEnd/>
            </a:ln>
            <a:extLst>
              <a:ext uri="{909E8E84-426E-40DD-AFC4-6F175D3DCCD1}">
                <a14:hiddenFill xmlns:a14="http://schemas.microsoft.com/office/drawing/2010/main">
                  <a:noFill/>
                </a14:hiddenFill>
              </a:ext>
            </a:extLst>
          </p:spPr>
        </p:cxnSp>
        <p:cxnSp>
          <p:nvCxnSpPr>
            <p:cNvPr id="40" name="AutoShape 32">
              <a:extLst>
                <a:ext uri="{FF2B5EF4-FFF2-40B4-BE49-F238E27FC236}">
                  <a16:creationId xmlns:a16="http://schemas.microsoft.com/office/drawing/2014/main" id="{684E3761-B53B-7347-EF6A-A8D60950AD3A}"/>
                </a:ext>
              </a:extLst>
            </p:cNvPr>
            <p:cNvCxnSpPr>
              <a:cxnSpLocks noChangeShapeType="1"/>
              <a:stCxn id="38" idx="4"/>
              <a:endCxn id="38" idx="6"/>
            </p:cNvCxnSpPr>
            <p:nvPr/>
          </p:nvCxnSpPr>
          <p:spPr bwMode="auto">
            <a:xfrm>
              <a:off x="7882571" y="498116"/>
              <a:ext cx="1037592" cy="0"/>
            </a:xfrm>
            <a:prstGeom prst="straightConnector1">
              <a:avLst/>
            </a:prstGeom>
            <a:noFill/>
            <a:ln w="25400">
              <a:solidFill>
                <a:schemeClr val="accent6"/>
              </a:solidFill>
              <a:round/>
              <a:headEnd/>
              <a:tailEnd/>
            </a:ln>
            <a:extLst>
              <a:ext uri="{909E8E84-426E-40DD-AFC4-6F175D3DCCD1}">
                <a14:hiddenFill xmlns:a14="http://schemas.microsoft.com/office/drawing/2010/main">
                  <a:noFill/>
                </a14:hiddenFill>
              </a:ext>
            </a:extLst>
          </p:spPr>
        </p:cxnSp>
      </p:grpSp>
      <p:grpSp>
        <p:nvGrpSpPr>
          <p:cNvPr id="41" name="Group 3">
            <a:extLst>
              <a:ext uri="{FF2B5EF4-FFF2-40B4-BE49-F238E27FC236}">
                <a16:creationId xmlns:a16="http://schemas.microsoft.com/office/drawing/2014/main" id="{A0255E95-95A8-F865-013F-29E8AC164D71}"/>
              </a:ext>
            </a:extLst>
          </p:cNvPr>
          <p:cNvGrpSpPr/>
          <p:nvPr/>
        </p:nvGrpSpPr>
        <p:grpSpPr>
          <a:xfrm>
            <a:off x="11192966" y="628364"/>
            <a:ext cx="771493" cy="212366"/>
            <a:chOff x="8148670" y="285750"/>
            <a:chExt cx="771493" cy="212366"/>
          </a:xfrm>
        </p:grpSpPr>
        <p:sp>
          <p:nvSpPr>
            <p:cNvPr id="42" name="StickerRectangle">
              <a:extLst>
                <a:ext uri="{FF2B5EF4-FFF2-40B4-BE49-F238E27FC236}">
                  <a16:creationId xmlns:a16="http://schemas.microsoft.com/office/drawing/2014/main" id="{9B42AECF-D89D-DD07-4AEE-D08028A16AE4}"/>
                </a:ext>
              </a:extLst>
            </p:cNvPr>
            <p:cNvSpPr>
              <a:spLocks noChangeArrowheads="1"/>
            </p:cNvSpPr>
            <p:nvPr/>
          </p:nvSpPr>
          <p:spPr bwMode="auto">
            <a:xfrm>
              <a:off x="8148670" y="285750"/>
              <a:ext cx="771493" cy="212366"/>
            </a:xfrm>
            <a:prstGeom prst="leftRightArrow">
              <a:avLst>
                <a:gd name="adj1" fmla="val 100000"/>
                <a:gd name="adj2"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 tIns="0" rIns="0" bIns="27432">
              <a:spAutoFit/>
            </a:bodyPr>
            <a:lstStyle/>
            <a:p>
              <a:pPr marL="0" marR="0" lvl="0" indent="0" algn="r" defTabSz="895350" rtl="0" eaLnBrk="1" fontAlgn="auto" latinLnBrk="0" hangingPunct="1">
                <a:lnSpc>
                  <a:spcPct val="100000"/>
                </a:lnSpc>
                <a:spcBef>
                  <a:spcPts val="0"/>
                </a:spcBef>
                <a:spcAft>
                  <a:spcPts val="0"/>
                </a:spcAft>
                <a:buClr>
                  <a:srgbClr val="020E66"/>
                </a:buClr>
                <a:buSzTx/>
                <a:buFontTx/>
                <a:buNone/>
                <a:tabLst/>
                <a:defRPr/>
              </a:pPr>
              <a:r>
                <a:rPr kumimoji="0" lang="pt-BR" sz="1200" b="0" i="0" u="none" strike="noStrike" kern="1200" cap="none" spc="0" normalizeH="0" baseline="0" noProof="0">
                  <a:ln>
                    <a:noFill/>
                  </a:ln>
                  <a:solidFill>
                    <a:srgbClr val="7F7F7F"/>
                  </a:solidFill>
                  <a:effectLst/>
                  <a:uLnTx/>
                  <a:uFillTx/>
                  <a:latin typeface="Arial"/>
                  <a:ea typeface="+mn-ea"/>
                  <a:cs typeface="+mn-cs"/>
                </a:rPr>
                <a:t>EXEMPLO</a:t>
              </a:r>
            </a:p>
          </p:txBody>
        </p:sp>
        <p:cxnSp>
          <p:nvCxnSpPr>
            <p:cNvPr id="43" name="AutoShape 31">
              <a:extLst>
                <a:ext uri="{FF2B5EF4-FFF2-40B4-BE49-F238E27FC236}">
                  <a16:creationId xmlns:a16="http://schemas.microsoft.com/office/drawing/2014/main" id="{84B40775-6818-C425-3FB1-CA882F98CB1E}"/>
                </a:ext>
              </a:extLst>
            </p:cNvPr>
            <p:cNvCxnSpPr>
              <a:cxnSpLocks noChangeShapeType="1"/>
              <a:stCxn id="42" idx="2"/>
              <a:endCxn id="42" idx="4"/>
            </p:cNvCxnSpPr>
            <p:nvPr/>
          </p:nvCxnSpPr>
          <p:spPr bwMode="auto">
            <a:xfrm>
              <a:off x="8148670" y="285750"/>
              <a:ext cx="0" cy="212366"/>
            </a:xfrm>
            <a:prstGeom prst="straightConnector1">
              <a:avLst/>
            </a:prstGeom>
            <a:noFill/>
            <a:ln w="9525">
              <a:solidFill>
                <a:schemeClr val="accent6"/>
              </a:solidFill>
              <a:round/>
              <a:headEnd/>
              <a:tailEnd/>
            </a:ln>
            <a:extLst>
              <a:ext uri="{909E8E84-426E-40DD-AFC4-6F175D3DCCD1}">
                <a14:hiddenFill xmlns:a14="http://schemas.microsoft.com/office/drawing/2010/main">
                  <a:noFill/>
                </a14:hiddenFill>
              </a:ext>
            </a:extLst>
          </p:spPr>
        </p:cxnSp>
        <p:cxnSp>
          <p:nvCxnSpPr>
            <p:cNvPr id="44" name="AutoShape 32">
              <a:extLst>
                <a:ext uri="{FF2B5EF4-FFF2-40B4-BE49-F238E27FC236}">
                  <a16:creationId xmlns:a16="http://schemas.microsoft.com/office/drawing/2014/main" id="{4B906F05-DEB0-C5C1-D553-D64CFB5C00E3}"/>
                </a:ext>
              </a:extLst>
            </p:cNvPr>
            <p:cNvCxnSpPr>
              <a:cxnSpLocks noChangeShapeType="1"/>
              <a:stCxn id="42" idx="4"/>
              <a:endCxn id="42" idx="6"/>
            </p:cNvCxnSpPr>
            <p:nvPr/>
          </p:nvCxnSpPr>
          <p:spPr bwMode="auto">
            <a:xfrm>
              <a:off x="8148670" y="498116"/>
              <a:ext cx="771493" cy="0"/>
            </a:xfrm>
            <a:prstGeom prst="straightConnector1">
              <a:avLst/>
            </a:prstGeom>
            <a:noFill/>
            <a:ln w="25400">
              <a:solidFill>
                <a:schemeClr val="accent6"/>
              </a:solidFill>
              <a:round/>
              <a:headEnd/>
              <a:tailEn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41786883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1"/>
            </p:custDataLst>
            <p:extLst>
              <p:ext uri="{D42A27DB-BD31-4B8C-83A1-F6EECF244321}">
                <p14:modId xmlns:p14="http://schemas.microsoft.com/office/powerpoint/2010/main" val="2936088016"/>
              </p:ext>
            </p:extLst>
          </p:nvPr>
        </p:nvGraphicFramePr>
        <p:xfrm>
          <a:off x="1525860" y="1792"/>
          <a:ext cx="1587" cy="1587"/>
        </p:xfrm>
        <a:graphic>
          <a:graphicData uri="http://schemas.openxmlformats.org/presentationml/2006/ole">
            <mc:AlternateContent xmlns:mc="http://schemas.openxmlformats.org/markup-compatibility/2006">
              <mc:Choice xmlns:v="urn:schemas-microsoft-com:vml" Requires="v">
                <p:oleObj name="Slide do think-cell" r:id="rId12" imgW="270" imgH="270" progId="TCLayout.ActiveDocument.1">
                  <p:embed/>
                </p:oleObj>
              </mc:Choice>
              <mc:Fallback>
                <p:oleObj name="Slide do think-cell" r:id="rId12" imgW="270" imgH="270" progId="TCLayout.ActiveDocument.1">
                  <p:embed/>
                  <p:pic>
                    <p:nvPicPr>
                      <p:cNvPr id="4" name="Object 3" hidden="1"/>
                      <p:cNvPicPr/>
                      <p:nvPr/>
                    </p:nvPicPr>
                    <p:blipFill>
                      <a:blip r:embed="rId13"/>
                      <a:stretch>
                        <a:fillRect/>
                      </a:stretch>
                    </p:blipFill>
                    <p:spPr>
                      <a:xfrm>
                        <a:off x="1525860" y="1792"/>
                        <a:ext cx="1587" cy="1587"/>
                      </a:xfrm>
                      <a:prstGeom prst="rect">
                        <a:avLst/>
                      </a:prstGeom>
                    </p:spPr>
                  </p:pic>
                </p:oleObj>
              </mc:Fallback>
            </mc:AlternateContent>
          </a:graphicData>
        </a:graphic>
      </p:graphicFrame>
      <p:sp>
        <p:nvSpPr>
          <p:cNvPr id="3" name="Rectangle 2" hidden="1"/>
          <p:cNvSpPr/>
          <p:nvPr>
            <p:custDataLst>
              <p:tags r:id="rId2"/>
            </p:custDataLst>
          </p:nvPr>
        </p:nvSpPr>
        <p:spPr bwMode="auto">
          <a:xfrm>
            <a:off x="1524271" y="204"/>
            <a:ext cx="158741" cy="158741"/>
          </a:xfrm>
          <a:prstGeom prst="rect">
            <a:avLst/>
          </a:prstGeom>
          <a:solidFill>
            <a:schemeClr val="accent1"/>
          </a:solid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vert="horz" wrap="none" lIns="0" tIns="0" rIns="0" bIns="0" numCol="1" spcCol="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2000" b="1" i="0" u="none" strike="noStrike" kern="0" cap="none" spc="0" normalizeH="0" baseline="0" noProof="0">
              <a:ln>
                <a:noFill/>
              </a:ln>
              <a:solidFill>
                <a:srgbClr val="073E87"/>
              </a:solidFill>
              <a:effectLst/>
              <a:uLnTx/>
              <a:uFillTx/>
              <a:latin typeface="Arial" panose="020B0604020202020204" pitchFamily="34" charset="0"/>
              <a:ea typeface="+mn-ea"/>
              <a:cs typeface="+mn-cs"/>
              <a:sym typeface="Arial" panose="020B0604020202020204" pitchFamily="34" charset="0"/>
            </a:endParaRPr>
          </a:p>
        </p:txBody>
      </p:sp>
      <p:sp>
        <p:nvSpPr>
          <p:cNvPr id="5" name="Espaço Reservado para Texto 4"/>
          <p:cNvSpPr>
            <a:spLocks noGrp="1"/>
          </p:cNvSpPr>
          <p:nvPr>
            <p:ph type="body" sz="quarter" idx="14"/>
          </p:nvPr>
        </p:nvSpPr>
        <p:spPr/>
        <p:txBody>
          <a:bodyPr/>
          <a:lstStyle/>
          <a:p>
            <a:r>
              <a:rPr lang="pt-BR"/>
              <a:t>Fonte: </a:t>
            </a:r>
            <a:r>
              <a:rPr lang="pt-BR" err="1"/>
              <a:t>Mirow</a:t>
            </a:r>
            <a:r>
              <a:rPr lang="pt-BR"/>
              <a:t> &amp; </a:t>
            </a:r>
            <a:r>
              <a:rPr lang="pt-BR" err="1"/>
              <a:t>Co</a:t>
            </a:r>
            <a:r>
              <a:rPr lang="pt-BR"/>
              <a:t>.</a:t>
            </a:r>
          </a:p>
        </p:txBody>
      </p:sp>
      <p:sp>
        <p:nvSpPr>
          <p:cNvPr id="2" name="Title 1"/>
          <p:cNvSpPr>
            <a:spLocks noGrp="1"/>
          </p:cNvSpPr>
          <p:nvPr>
            <p:ph type="title"/>
          </p:nvPr>
        </p:nvSpPr>
        <p:spPr>
          <a:xfrm>
            <a:off x="478971" y="225177"/>
            <a:ext cx="11485488" cy="615553"/>
          </a:xfrm>
        </p:spPr>
        <p:txBody>
          <a:bodyPr vert="horz"/>
          <a:lstStyle/>
          <a:p>
            <a:r>
              <a:rPr lang="pt-BR" dirty="0"/>
              <a:t>... além de fornecer informações fundamentais para definição de políticas comerciais</a:t>
            </a:r>
            <a:br>
              <a:rPr lang="pt-BR" dirty="0"/>
            </a:br>
            <a:endParaRPr lang="pt-BR" i="1" dirty="0"/>
          </a:p>
        </p:txBody>
      </p:sp>
      <p:grpSp>
        <p:nvGrpSpPr>
          <p:cNvPr id="6" name="Agrupar 5">
            <a:extLst>
              <a:ext uri="{FF2B5EF4-FFF2-40B4-BE49-F238E27FC236}">
                <a16:creationId xmlns:a16="http://schemas.microsoft.com/office/drawing/2014/main" id="{D8EFE76F-E89D-73AA-4C4D-4FB647C42FF9}"/>
              </a:ext>
            </a:extLst>
          </p:cNvPr>
          <p:cNvGrpSpPr/>
          <p:nvPr/>
        </p:nvGrpSpPr>
        <p:grpSpPr>
          <a:xfrm>
            <a:off x="414378" y="2080303"/>
            <a:ext cx="4434643" cy="3366230"/>
            <a:chOff x="414378" y="1708690"/>
            <a:chExt cx="4434643" cy="3366230"/>
          </a:xfrm>
        </p:grpSpPr>
        <p:sp>
          <p:nvSpPr>
            <p:cNvPr id="66" name="Rectangle 41">
              <a:extLst>
                <a:ext uri="{FF2B5EF4-FFF2-40B4-BE49-F238E27FC236}">
                  <a16:creationId xmlns:a16="http://schemas.microsoft.com/office/drawing/2014/main" id="{D663B1ED-D5AC-40FD-8494-C869ACC34219}"/>
                </a:ext>
              </a:extLst>
            </p:cNvPr>
            <p:cNvSpPr>
              <a:spLocks noChangeArrowheads="1"/>
            </p:cNvSpPr>
            <p:nvPr>
              <p:custDataLst>
                <p:tags r:id="rId3"/>
              </p:custDataLst>
            </p:nvPr>
          </p:nvSpPr>
          <p:spPr bwMode="auto">
            <a:xfrm>
              <a:off x="414378" y="1708690"/>
              <a:ext cx="4434643"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t" anchorCtr="0">
              <a:spAutoFit/>
            </a:bodyPr>
            <a:lstStyle>
              <a:lvl1pPr defTabSz="895350">
                <a:buClr>
                  <a:schemeClr val="tx2"/>
                </a:buClr>
                <a:defRPr sz="1600">
                  <a:solidFill>
                    <a:schemeClr val="tx1"/>
                  </a:solidFill>
                  <a:latin typeface="Arial" panose="020B0604020202020204" pitchFamily="34" charset="0"/>
                </a:defRPr>
              </a:lvl1pPr>
              <a:lvl2pPr marL="114300" defTabSz="895350">
                <a:buClr>
                  <a:schemeClr val="tx2"/>
                </a:buClr>
                <a:buSzPct val="125000"/>
                <a:buFont typeface="Arial" panose="020B0604020202020204" pitchFamily="34" charset="0"/>
                <a:buChar char="▪"/>
                <a:defRPr sz="1600">
                  <a:solidFill>
                    <a:schemeClr val="tx1"/>
                  </a:solidFill>
                  <a:latin typeface="Arial" panose="020B0604020202020204" pitchFamily="34" charset="0"/>
                </a:defRPr>
              </a:lvl2pPr>
              <a:lvl3pPr marL="563563" indent="-169863" defTabSz="895350">
                <a:buClr>
                  <a:schemeClr val="tx2"/>
                </a:buClr>
                <a:buSzPct val="120000"/>
                <a:buFont typeface="Arial" panose="020B0604020202020204" pitchFamily="34" charset="0"/>
                <a:buChar char="–"/>
                <a:defRPr sz="1600">
                  <a:solidFill>
                    <a:schemeClr val="tx1"/>
                  </a:solidFill>
                  <a:latin typeface="Arial" panose="020B0604020202020204" pitchFamily="34" charset="0"/>
                </a:defRPr>
              </a:lvl3pPr>
              <a:lvl4pPr marL="849313" indent="-134938" defTabSz="895350">
                <a:buClr>
                  <a:schemeClr val="tx2"/>
                </a:buClr>
                <a:buSzPct val="120000"/>
                <a:buFont typeface="Arial" panose="020B0604020202020204" pitchFamily="34" charset="0"/>
                <a:buChar char="▫"/>
                <a:defRPr sz="1600">
                  <a:solidFill>
                    <a:schemeClr val="tx1"/>
                  </a:solidFill>
                  <a:latin typeface="Arial" panose="020B0604020202020204" pitchFamily="34" charset="0"/>
                </a:defRPr>
              </a:lvl4pPr>
              <a:lvl5pPr marL="1112838" indent="-149225" defTabSz="895350">
                <a:buClr>
                  <a:schemeClr val="tx2"/>
                </a:buClr>
                <a:buSzPct val="89000"/>
                <a:buFont typeface="Arial" panose="020B0604020202020204" pitchFamily="34" charset="0"/>
                <a:buChar char="-"/>
                <a:defRPr sz="1600">
                  <a:solidFill>
                    <a:schemeClr val="tx1"/>
                  </a:solidFill>
                  <a:latin typeface="Arial" panose="020B0604020202020204" pitchFamily="34" charset="0"/>
                </a:defRPr>
              </a:lvl5pPr>
              <a:lvl6pPr marL="1570038" indent="-149225" defTabSz="895350" fontAlgn="base">
                <a:spcBef>
                  <a:spcPct val="0"/>
                </a:spcBef>
                <a:spcAft>
                  <a:spcPct val="0"/>
                </a:spcAft>
                <a:buClr>
                  <a:schemeClr val="tx2"/>
                </a:buClr>
                <a:buSzPct val="89000"/>
                <a:buFont typeface="Arial" panose="020B0604020202020204" pitchFamily="34" charset="0"/>
                <a:buChar char="-"/>
                <a:defRPr sz="1600">
                  <a:solidFill>
                    <a:schemeClr val="tx1"/>
                  </a:solidFill>
                  <a:latin typeface="Arial" panose="020B0604020202020204" pitchFamily="34" charset="0"/>
                </a:defRPr>
              </a:lvl6pPr>
              <a:lvl7pPr marL="2027238" indent="-149225" defTabSz="895350" fontAlgn="base">
                <a:spcBef>
                  <a:spcPct val="0"/>
                </a:spcBef>
                <a:spcAft>
                  <a:spcPct val="0"/>
                </a:spcAft>
                <a:buClr>
                  <a:schemeClr val="tx2"/>
                </a:buClr>
                <a:buSzPct val="89000"/>
                <a:buFont typeface="Arial" panose="020B0604020202020204" pitchFamily="34" charset="0"/>
                <a:buChar char="-"/>
                <a:defRPr sz="1600">
                  <a:solidFill>
                    <a:schemeClr val="tx1"/>
                  </a:solidFill>
                  <a:latin typeface="Arial" panose="020B0604020202020204" pitchFamily="34" charset="0"/>
                </a:defRPr>
              </a:lvl7pPr>
              <a:lvl8pPr marL="2484438" indent="-149225" defTabSz="895350" fontAlgn="base">
                <a:spcBef>
                  <a:spcPct val="0"/>
                </a:spcBef>
                <a:spcAft>
                  <a:spcPct val="0"/>
                </a:spcAft>
                <a:buClr>
                  <a:schemeClr val="tx2"/>
                </a:buClr>
                <a:buSzPct val="89000"/>
                <a:buFont typeface="Arial" panose="020B0604020202020204" pitchFamily="34" charset="0"/>
                <a:buChar char="-"/>
                <a:defRPr sz="1600">
                  <a:solidFill>
                    <a:schemeClr val="tx1"/>
                  </a:solidFill>
                  <a:latin typeface="Arial" panose="020B0604020202020204" pitchFamily="34" charset="0"/>
                </a:defRPr>
              </a:lvl8pPr>
              <a:lvl9pPr marL="2941638" indent="-149225" defTabSz="895350" fontAlgn="base">
                <a:spcBef>
                  <a:spcPct val="0"/>
                </a:spcBef>
                <a:spcAft>
                  <a:spcPct val="0"/>
                </a:spcAft>
                <a:buClr>
                  <a:schemeClr val="tx2"/>
                </a:buClr>
                <a:buSzPct val="89000"/>
                <a:buFont typeface="Arial" panose="020B0604020202020204" pitchFamily="34" charset="0"/>
                <a:buChar char="-"/>
                <a:defRPr sz="1600">
                  <a:solidFill>
                    <a:schemeClr val="tx1"/>
                  </a:solidFill>
                  <a:latin typeface="Arial" panose="020B0604020202020204" pitchFamily="34" charset="0"/>
                </a:defRPr>
              </a:lvl9pPr>
            </a:lstStyle>
            <a:p>
              <a:pPr marL="0" marR="0" lvl="1" indent="0" algn="l" defTabSz="895350" rtl="0" eaLnBrk="1" fontAlgn="auto" latinLnBrk="0" hangingPunct="1">
                <a:lnSpc>
                  <a:spcPct val="100000"/>
                </a:lnSpc>
                <a:spcBef>
                  <a:spcPts val="0"/>
                </a:spcBef>
                <a:spcAft>
                  <a:spcPts val="100"/>
                </a:spcAft>
                <a:buClr>
                  <a:srgbClr val="020E66"/>
                </a:buClr>
                <a:buSzPct val="125000"/>
                <a:buFont typeface="Arial" panose="020B0604020202020204" pitchFamily="34" charset="0"/>
                <a:buNone/>
                <a:tabLst/>
                <a:defRPr/>
              </a:pPr>
              <a:r>
                <a:rPr kumimoji="0" lang="pt-BR" altLang="ja-JP" sz="1500" b="1" i="0" u="none" strike="noStrike" kern="1200" cap="none" spc="0" normalizeH="0" baseline="0" noProof="0">
                  <a:ln>
                    <a:noFill/>
                  </a:ln>
                  <a:solidFill>
                    <a:srgbClr val="020E66"/>
                  </a:solidFill>
                  <a:effectLst/>
                  <a:uLnTx/>
                  <a:uFillTx/>
                  <a:latin typeface="Arial"/>
                  <a:ea typeface="MS PGothic" panose="020B0600070205080204" pitchFamily="34" charset="-128"/>
                  <a:cs typeface="+mn-cs"/>
                </a:rPr>
                <a:t>Exemplo de segmentação</a:t>
              </a:r>
              <a:endParaRPr kumimoji="0" lang="pt-BR" altLang="pt-BR" sz="1500" b="1" i="0" u="none" strike="noStrike" kern="1200" cap="none" spc="0" normalizeH="0" baseline="0" noProof="0">
                <a:ln>
                  <a:noFill/>
                </a:ln>
                <a:solidFill>
                  <a:srgbClr val="020E66"/>
                </a:solidFill>
                <a:effectLst/>
                <a:uLnTx/>
                <a:uFillTx/>
                <a:latin typeface="Arial"/>
                <a:ea typeface="+mn-ea"/>
                <a:cs typeface="+mn-cs"/>
              </a:endParaRPr>
            </a:p>
          </p:txBody>
        </p:sp>
        <p:grpSp>
          <p:nvGrpSpPr>
            <p:cNvPr id="24" name="Group 23">
              <a:extLst>
                <a:ext uri="{FF2B5EF4-FFF2-40B4-BE49-F238E27FC236}">
                  <a16:creationId xmlns:a16="http://schemas.microsoft.com/office/drawing/2014/main" id="{80490327-E98A-5833-764C-67B4B1EAB194}"/>
                </a:ext>
              </a:extLst>
            </p:cNvPr>
            <p:cNvGrpSpPr/>
            <p:nvPr/>
          </p:nvGrpSpPr>
          <p:grpSpPr>
            <a:xfrm>
              <a:off x="414378" y="2099714"/>
              <a:ext cx="4423180" cy="2975206"/>
              <a:chOff x="12808766" y="1832494"/>
              <a:chExt cx="5449413" cy="3752295"/>
            </a:xfrm>
          </p:grpSpPr>
          <p:sp>
            <p:nvSpPr>
              <p:cNvPr id="92" name="Rectangle 27">
                <a:extLst>
                  <a:ext uri="{FF2B5EF4-FFF2-40B4-BE49-F238E27FC236}">
                    <a16:creationId xmlns:a16="http://schemas.microsoft.com/office/drawing/2014/main" id="{F1039D2A-904F-404D-9AF3-83F30860F633}"/>
                  </a:ext>
                </a:extLst>
              </p:cNvPr>
              <p:cNvSpPr>
                <a:spLocks noChangeArrowheads="1"/>
              </p:cNvSpPr>
              <p:nvPr>
                <p:custDataLst>
                  <p:tags r:id="rId4"/>
                </p:custDataLst>
              </p:nvPr>
            </p:nvSpPr>
            <p:spPr bwMode="invGray">
              <a:xfrm>
                <a:off x="15534065" y="1832494"/>
                <a:ext cx="2724114" cy="779727"/>
              </a:xfrm>
              <a:prstGeom prst="rect">
                <a:avLst/>
              </a:prstGeom>
              <a:solidFill>
                <a:schemeClr val="accent1"/>
              </a:solidFill>
              <a:ln w="28575" algn="ctr">
                <a:solidFill>
                  <a:schemeClr val="bg1"/>
                </a:solidFill>
                <a:miter lim="800000"/>
                <a:headEnd/>
                <a:tailEnd/>
              </a:ln>
              <a:effectLst/>
            </p:spPr>
            <p:txBody>
              <a:bodyPr wrap="none" lIns="144000" tIns="108000" rIns="144000" bIns="72000" anchor="t"/>
              <a:lstStyle>
                <a:lvl1pPr>
                  <a:buClr>
                    <a:schemeClr val="tx2"/>
                  </a:buClr>
                  <a:defRPr sz="1600">
                    <a:solidFill>
                      <a:schemeClr val="tx1"/>
                    </a:solidFill>
                    <a:latin typeface="Arial" panose="020B0604020202020204" pitchFamily="34" charset="0"/>
                  </a:defRPr>
                </a:lvl1pPr>
                <a:lvl2pPr>
                  <a:buClr>
                    <a:schemeClr val="tx2"/>
                  </a:buClr>
                  <a:buSzPct val="125000"/>
                  <a:buFont typeface="Arial" panose="020B0604020202020204" pitchFamily="34" charset="0"/>
                  <a:buChar char="▪"/>
                  <a:defRPr sz="1600">
                    <a:solidFill>
                      <a:schemeClr val="tx1"/>
                    </a:solidFill>
                    <a:latin typeface="Arial" panose="020B0604020202020204" pitchFamily="34" charset="0"/>
                  </a:defRPr>
                </a:lvl2pPr>
                <a:lvl3pPr>
                  <a:buClr>
                    <a:schemeClr val="tx2"/>
                  </a:buClr>
                  <a:buSzPct val="120000"/>
                  <a:buFont typeface="Arial" panose="020B0604020202020204" pitchFamily="34" charset="0"/>
                  <a:buChar char="–"/>
                  <a:defRPr sz="1600">
                    <a:solidFill>
                      <a:schemeClr val="tx1"/>
                    </a:solidFill>
                    <a:latin typeface="Arial" panose="020B0604020202020204" pitchFamily="34" charset="0"/>
                  </a:defRPr>
                </a:lvl3pPr>
                <a:lvl4pPr>
                  <a:buClr>
                    <a:schemeClr val="tx2"/>
                  </a:buClr>
                  <a:buSzPct val="120000"/>
                  <a:buFont typeface="Arial" panose="020B0604020202020204" pitchFamily="34" charset="0"/>
                  <a:buChar char="▫"/>
                  <a:defRPr sz="1600">
                    <a:solidFill>
                      <a:schemeClr val="tx1"/>
                    </a:solidFill>
                    <a:latin typeface="Arial" panose="020B0604020202020204" pitchFamily="34" charset="0"/>
                  </a:defRPr>
                </a:lvl4pPr>
                <a:lvl5pPr>
                  <a:buClr>
                    <a:schemeClr val="tx2"/>
                  </a:buClr>
                  <a:buSzPct val="89000"/>
                  <a:buFont typeface="Arial" panose="020B0604020202020204" pitchFamily="34" charset="0"/>
                  <a:buChar char="-"/>
                  <a:defRPr sz="1600">
                    <a:solidFill>
                      <a:schemeClr val="tx1"/>
                    </a:solidFill>
                    <a:latin typeface="Arial" panose="020B0604020202020204" pitchFamily="34" charset="0"/>
                  </a:defRPr>
                </a:lvl5pPr>
                <a:lvl6pPr fontAlgn="base">
                  <a:spcBef>
                    <a:spcPct val="0"/>
                  </a:spcBef>
                  <a:spcAft>
                    <a:spcPct val="0"/>
                  </a:spcAft>
                  <a:buClr>
                    <a:schemeClr val="tx2"/>
                  </a:buClr>
                  <a:buSzPct val="89000"/>
                  <a:buFont typeface="Arial" panose="020B0604020202020204" pitchFamily="34" charset="0"/>
                  <a:buChar char="-"/>
                  <a:defRPr sz="1600">
                    <a:solidFill>
                      <a:schemeClr val="tx1"/>
                    </a:solidFill>
                    <a:latin typeface="Arial" panose="020B0604020202020204" pitchFamily="34" charset="0"/>
                  </a:defRPr>
                </a:lvl6pPr>
                <a:lvl7pPr fontAlgn="base">
                  <a:spcBef>
                    <a:spcPct val="0"/>
                  </a:spcBef>
                  <a:spcAft>
                    <a:spcPct val="0"/>
                  </a:spcAft>
                  <a:buClr>
                    <a:schemeClr val="tx2"/>
                  </a:buClr>
                  <a:buSzPct val="89000"/>
                  <a:buFont typeface="Arial" panose="020B0604020202020204" pitchFamily="34" charset="0"/>
                  <a:buChar char="-"/>
                  <a:defRPr sz="1600">
                    <a:solidFill>
                      <a:schemeClr val="tx1"/>
                    </a:solidFill>
                    <a:latin typeface="Arial" panose="020B0604020202020204" pitchFamily="34" charset="0"/>
                  </a:defRPr>
                </a:lvl7pPr>
                <a:lvl8pPr fontAlgn="base">
                  <a:spcBef>
                    <a:spcPct val="0"/>
                  </a:spcBef>
                  <a:spcAft>
                    <a:spcPct val="0"/>
                  </a:spcAft>
                  <a:buClr>
                    <a:schemeClr val="tx2"/>
                  </a:buClr>
                  <a:buSzPct val="89000"/>
                  <a:buFont typeface="Arial" panose="020B0604020202020204" pitchFamily="34" charset="0"/>
                  <a:buChar char="-"/>
                  <a:defRPr sz="1600">
                    <a:solidFill>
                      <a:schemeClr val="tx1"/>
                    </a:solidFill>
                    <a:latin typeface="Arial" panose="020B0604020202020204" pitchFamily="34" charset="0"/>
                  </a:defRPr>
                </a:lvl8pPr>
                <a:lvl9pPr fontAlgn="base">
                  <a:spcBef>
                    <a:spcPct val="0"/>
                  </a:spcBef>
                  <a:spcAft>
                    <a:spcPct val="0"/>
                  </a:spcAft>
                  <a:buClr>
                    <a:schemeClr val="tx2"/>
                  </a:buClr>
                  <a:buSzPct val="89000"/>
                  <a:buFont typeface="Arial" panose="020B0604020202020204" pitchFamily="34" charset="0"/>
                  <a:buChar char="-"/>
                  <a:defRPr sz="1600">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
                    <a:prstClr val="white"/>
                  </a:buClr>
                  <a:buSzTx/>
                  <a:buFontTx/>
                  <a:buNone/>
                  <a:tabLst/>
                  <a:defRPr/>
                </a:pPr>
                <a:r>
                  <a:rPr kumimoji="0" lang="pt-BR" altLang="pt-BR" sz="1400" b="1" i="0" u="none" strike="noStrike" kern="1200" cap="none" spc="0" normalizeH="0" baseline="0" noProof="0">
                    <a:ln>
                      <a:noFill/>
                    </a:ln>
                    <a:solidFill>
                      <a:srgbClr val="071C25"/>
                    </a:solidFill>
                    <a:effectLst/>
                    <a:uLnTx/>
                    <a:uFillTx/>
                    <a:latin typeface="Arial"/>
                    <a:ea typeface="+mn-ea"/>
                    <a:cs typeface="+mn-cs"/>
                  </a:rPr>
                  <a:t>Parceiro estratégico</a:t>
                </a:r>
              </a:p>
            </p:txBody>
          </p:sp>
          <p:sp>
            <p:nvSpPr>
              <p:cNvPr id="93" name="Rectangle 28">
                <a:extLst>
                  <a:ext uri="{FF2B5EF4-FFF2-40B4-BE49-F238E27FC236}">
                    <a16:creationId xmlns:a16="http://schemas.microsoft.com/office/drawing/2014/main" id="{20235473-152B-4E8C-81FA-618D757AF483}"/>
                  </a:ext>
                </a:extLst>
              </p:cNvPr>
              <p:cNvSpPr>
                <a:spLocks noChangeArrowheads="1"/>
              </p:cNvSpPr>
              <p:nvPr>
                <p:custDataLst>
                  <p:tags r:id="rId5"/>
                </p:custDataLst>
              </p:nvPr>
            </p:nvSpPr>
            <p:spPr bwMode="invGray">
              <a:xfrm>
                <a:off x="15534065" y="2610037"/>
                <a:ext cx="2724114" cy="781910"/>
              </a:xfrm>
              <a:prstGeom prst="rect">
                <a:avLst/>
              </a:prstGeom>
              <a:solidFill>
                <a:schemeClr val="accent1"/>
              </a:solidFill>
              <a:ln w="28575" algn="ctr">
                <a:solidFill>
                  <a:schemeClr val="bg1"/>
                </a:solidFill>
                <a:miter lim="800000"/>
                <a:headEnd/>
                <a:tailEnd/>
              </a:ln>
              <a:effectLst/>
            </p:spPr>
            <p:txBody>
              <a:bodyPr wrap="none" lIns="144000" tIns="108000" rIns="144000" bIns="72000" anchor="t"/>
              <a:lstStyle>
                <a:lvl1pPr>
                  <a:buClr>
                    <a:schemeClr val="tx2"/>
                  </a:buClr>
                  <a:defRPr sz="1600">
                    <a:solidFill>
                      <a:schemeClr val="tx1"/>
                    </a:solidFill>
                    <a:latin typeface="Arial" panose="020B0604020202020204" pitchFamily="34" charset="0"/>
                  </a:defRPr>
                </a:lvl1pPr>
                <a:lvl2pPr>
                  <a:buClr>
                    <a:schemeClr val="tx2"/>
                  </a:buClr>
                  <a:buSzPct val="125000"/>
                  <a:buFont typeface="Arial" panose="020B0604020202020204" pitchFamily="34" charset="0"/>
                  <a:buChar char="▪"/>
                  <a:defRPr sz="1600">
                    <a:solidFill>
                      <a:schemeClr val="tx1"/>
                    </a:solidFill>
                    <a:latin typeface="Arial" panose="020B0604020202020204" pitchFamily="34" charset="0"/>
                  </a:defRPr>
                </a:lvl2pPr>
                <a:lvl3pPr>
                  <a:buClr>
                    <a:schemeClr val="tx2"/>
                  </a:buClr>
                  <a:buSzPct val="120000"/>
                  <a:buFont typeface="Arial" panose="020B0604020202020204" pitchFamily="34" charset="0"/>
                  <a:buChar char="–"/>
                  <a:defRPr sz="1600">
                    <a:solidFill>
                      <a:schemeClr val="tx1"/>
                    </a:solidFill>
                    <a:latin typeface="Arial" panose="020B0604020202020204" pitchFamily="34" charset="0"/>
                  </a:defRPr>
                </a:lvl3pPr>
                <a:lvl4pPr>
                  <a:buClr>
                    <a:schemeClr val="tx2"/>
                  </a:buClr>
                  <a:buSzPct val="120000"/>
                  <a:buFont typeface="Arial" panose="020B0604020202020204" pitchFamily="34" charset="0"/>
                  <a:buChar char="▫"/>
                  <a:defRPr sz="1600">
                    <a:solidFill>
                      <a:schemeClr val="tx1"/>
                    </a:solidFill>
                    <a:latin typeface="Arial" panose="020B0604020202020204" pitchFamily="34" charset="0"/>
                  </a:defRPr>
                </a:lvl4pPr>
                <a:lvl5pPr>
                  <a:buClr>
                    <a:schemeClr val="tx2"/>
                  </a:buClr>
                  <a:buSzPct val="89000"/>
                  <a:buFont typeface="Arial" panose="020B0604020202020204" pitchFamily="34" charset="0"/>
                  <a:buChar char="-"/>
                  <a:defRPr sz="1600">
                    <a:solidFill>
                      <a:schemeClr val="tx1"/>
                    </a:solidFill>
                    <a:latin typeface="Arial" panose="020B0604020202020204" pitchFamily="34" charset="0"/>
                  </a:defRPr>
                </a:lvl5pPr>
                <a:lvl6pPr fontAlgn="base">
                  <a:spcBef>
                    <a:spcPct val="0"/>
                  </a:spcBef>
                  <a:spcAft>
                    <a:spcPct val="0"/>
                  </a:spcAft>
                  <a:buClr>
                    <a:schemeClr val="tx2"/>
                  </a:buClr>
                  <a:buSzPct val="89000"/>
                  <a:buFont typeface="Arial" panose="020B0604020202020204" pitchFamily="34" charset="0"/>
                  <a:buChar char="-"/>
                  <a:defRPr sz="1600">
                    <a:solidFill>
                      <a:schemeClr val="tx1"/>
                    </a:solidFill>
                    <a:latin typeface="Arial" panose="020B0604020202020204" pitchFamily="34" charset="0"/>
                  </a:defRPr>
                </a:lvl6pPr>
                <a:lvl7pPr fontAlgn="base">
                  <a:spcBef>
                    <a:spcPct val="0"/>
                  </a:spcBef>
                  <a:spcAft>
                    <a:spcPct val="0"/>
                  </a:spcAft>
                  <a:buClr>
                    <a:schemeClr val="tx2"/>
                  </a:buClr>
                  <a:buSzPct val="89000"/>
                  <a:buFont typeface="Arial" panose="020B0604020202020204" pitchFamily="34" charset="0"/>
                  <a:buChar char="-"/>
                  <a:defRPr sz="1600">
                    <a:solidFill>
                      <a:schemeClr val="tx1"/>
                    </a:solidFill>
                    <a:latin typeface="Arial" panose="020B0604020202020204" pitchFamily="34" charset="0"/>
                  </a:defRPr>
                </a:lvl7pPr>
                <a:lvl8pPr fontAlgn="base">
                  <a:spcBef>
                    <a:spcPct val="0"/>
                  </a:spcBef>
                  <a:spcAft>
                    <a:spcPct val="0"/>
                  </a:spcAft>
                  <a:buClr>
                    <a:schemeClr val="tx2"/>
                  </a:buClr>
                  <a:buSzPct val="89000"/>
                  <a:buFont typeface="Arial" panose="020B0604020202020204" pitchFamily="34" charset="0"/>
                  <a:buChar char="-"/>
                  <a:defRPr sz="1600">
                    <a:solidFill>
                      <a:schemeClr val="tx1"/>
                    </a:solidFill>
                    <a:latin typeface="Arial" panose="020B0604020202020204" pitchFamily="34" charset="0"/>
                  </a:defRPr>
                </a:lvl8pPr>
                <a:lvl9pPr fontAlgn="base">
                  <a:spcBef>
                    <a:spcPct val="0"/>
                  </a:spcBef>
                  <a:spcAft>
                    <a:spcPct val="0"/>
                  </a:spcAft>
                  <a:buClr>
                    <a:schemeClr val="tx2"/>
                  </a:buClr>
                  <a:buSzPct val="89000"/>
                  <a:buFont typeface="Arial" panose="020B0604020202020204" pitchFamily="34" charset="0"/>
                  <a:buChar char="-"/>
                  <a:defRPr sz="1600">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
                    <a:prstClr val="white"/>
                  </a:buClr>
                  <a:buSzTx/>
                  <a:buFontTx/>
                  <a:buNone/>
                  <a:tabLst/>
                  <a:defRPr/>
                </a:pPr>
                <a:r>
                  <a:rPr kumimoji="0" lang="pt-BR" altLang="pt-BR" sz="1400" b="1" i="0" u="none" strike="noStrike" kern="1200" cap="none" spc="0" normalizeH="0" baseline="0" noProof="0">
                    <a:ln>
                      <a:noFill/>
                    </a:ln>
                    <a:solidFill>
                      <a:srgbClr val="071C25"/>
                    </a:solidFill>
                    <a:effectLst/>
                    <a:uLnTx/>
                    <a:uFillTx/>
                    <a:latin typeface="Arial"/>
                    <a:ea typeface="+mn-ea"/>
                    <a:cs typeface="+mn-cs"/>
                  </a:rPr>
                  <a:t>Quer tudo</a:t>
                </a:r>
              </a:p>
            </p:txBody>
          </p:sp>
          <p:sp>
            <p:nvSpPr>
              <p:cNvPr id="94" name="Rectangle 30">
                <a:extLst>
                  <a:ext uri="{FF2B5EF4-FFF2-40B4-BE49-F238E27FC236}">
                    <a16:creationId xmlns:a16="http://schemas.microsoft.com/office/drawing/2014/main" id="{F3B596D5-303A-4CB6-BD1F-948E39D7CE78}"/>
                  </a:ext>
                </a:extLst>
              </p:cNvPr>
              <p:cNvSpPr>
                <a:spLocks noChangeArrowheads="1"/>
              </p:cNvSpPr>
              <p:nvPr>
                <p:custDataLst>
                  <p:tags r:id="rId6"/>
                </p:custDataLst>
              </p:nvPr>
            </p:nvSpPr>
            <p:spPr bwMode="invGray">
              <a:xfrm>
                <a:off x="12808766" y="1832494"/>
                <a:ext cx="2724114" cy="1559452"/>
              </a:xfrm>
              <a:prstGeom prst="rect">
                <a:avLst/>
              </a:prstGeom>
              <a:solidFill>
                <a:schemeClr val="accent1"/>
              </a:solidFill>
              <a:ln w="28575" algn="ctr">
                <a:solidFill>
                  <a:schemeClr val="bg1"/>
                </a:solidFill>
                <a:miter lim="800000"/>
                <a:headEnd/>
                <a:tailEnd/>
              </a:ln>
              <a:effectLst/>
            </p:spPr>
            <p:txBody>
              <a:bodyPr wrap="none" lIns="144000" tIns="108000" rIns="144000" bIns="72000" anchor="t"/>
              <a:lstStyle>
                <a:lvl1pPr>
                  <a:buClr>
                    <a:schemeClr val="tx2"/>
                  </a:buClr>
                  <a:defRPr sz="1600">
                    <a:solidFill>
                      <a:schemeClr val="tx1"/>
                    </a:solidFill>
                    <a:latin typeface="Arial" panose="020B0604020202020204" pitchFamily="34" charset="0"/>
                  </a:defRPr>
                </a:lvl1pPr>
                <a:lvl2pPr>
                  <a:buClr>
                    <a:schemeClr val="tx2"/>
                  </a:buClr>
                  <a:buSzPct val="125000"/>
                  <a:buFont typeface="Arial" panose="020B0604020202020204" pitchFamily="34" charset="0"/>
                  <a:buChar char="▪"/>
                  <a:defRPr sz="1600">
                    <a:solidFill>
                      <a:schemeClr val="tx1"/>
                    </a:solidFill>
                    <a:latin typeface="Arial" panose="020B0604020202020204" pitchFamily="34" charset="0"/>
                  </a:defRPr>
                </a:lvl2pPr>
                <a:lvl3pPr>
                  <a:buClr>
                    <a:schemeClr val="tx2"/>
                  </a:buClr>
                  <a:buSzPct val="120000"/>
                  <a:buFont typeface="Arial" panose="020B0604020202020204" pitchFamily="34" charset="0"/>
                  <a:buChar char="–"/>
                  <a:defRPr sz="1600">
                    <a:solidFill>
                      <a:schemeClr val="tx1"/>
                    </a:solidFill>
                    <a:latin typeface="Arial" panose="020B0604020202020204" pitchFamily="34" charset="0"/>
                  </a:defRPr>
                </a:lvl3pPr>
                <a:lvl4pPr>
                  <a:buClr>
                    <a:schemeClr val="tx2"/>
                  </a:buClr>
                  <a:buSzPct val="120000"/>
                  <a:buFont typeface="Arial" panose="020B0604020202020204" pitchFamily="34" charset="0"/>
                  <a:buChar char="▫"/>
                  <a:defRPr sz="1600">
                    <a:solidFill>
                      <a:schemeClr val="tx1"/>
                    </a:solidFill>
                    <a:latin typeface="Arial" panose="020B0604020202020204" pitchFamily="34" charset="0"/>
                  </a:defRPr>
                </a:lvl4pPr>
                <a:lvl5pPr>
                  <a:buClr>
                    <a:schemeClr val="tx2"/>
                  </a:buClr>
                  <a:buSzPct val="89000"/>
                  <a:buFont typeface="Arial" panose="020B0604020202020204" pitchFamily="34" charset="0"/>
                  <a:buChar char="-"/>
                  <a:defRPr sz="1600">
                    <a:solidFill>
                      <a:schemeClr val="tx1"/>
                    </a:solidFill>
                    <a:latin typeface="Arial" panose="020B0604020202020204" pitchFamily="34" charset="0"/>
                  </a:defRPr>
                </a:lvl5pPr>
                <a:lvl6pPr fontAlgn="base">
                  <a:spcBef>
                    <a:spcPct val="0"/>
                  </a:spcBef>
                  <a:spcAft>
                    <a:spcPct val="0"/>
                  </a:spcAft>
                  <a:buClr>
                    <a:schemeClr val="tx2"/>
                  </a:buClr>
                  <a:buSzPct val="89000"/>
                  <a:buFont typeface="Arial" panose="020B0604020202020204" pitchFamily="34" charset="0"/>
                  <a:buChar char="-"/>
                  <a:defRPr sz="1600">
                    <a:solidFill>
                      <a:schemeClr val="tx1"/>
                    </a:solidFill>
                    <a:latin typeface="Arial" panose="020B0604020202020204" pitchFamily="34" charset="0"/>
                  </a:defRPr>
                </a:lvl6pPr>
                <a:lvl7pPr fontAlgn="base">
                  <a:spcBef>
                    <a:spcPct val="0"/>
                  </a:spcBef>
                  <a:spcAft>
                    <a:spcPct val="0"/>
                  </a:spcAft>
                  <a:buClr>
                    <a:schemeClr val="tx2"/>
                  </a:buClr>
                  <a:buSzPct val="89000"/>
                  <a:buFont typeface="Arial" panose="020B0604020202020204" pitchFamily="34" charset="0"/>
                  <a:buChar char="-"/>
                  <a:defRPr sz="1600">
                    <a:solidFill>
                      <a:schemeClr val="tx1"/>
                    </a:solidFill>
                    <a:latin typeface="Arial" panose="020B0604020202020204" pitchFamily="34" charset="0"/>
                  </a:defRPr>
                </a:lvl7pPr>
                <a:lvl8pPr fontAlgn="base">
                  <a:spcBef>
                    <a:spcPct val="0"/>
                  </a:spcBef>
                  <a:spcAft>
                    <a:spcPct val="0"/>
                  </a:spcAft>
                  <a:buClr>
                    <a:schemeClr val="tx2"/>
                  </a:buClr>
                  <a:buSzPct val="89000"/>
                  <a:buFont typeface="Arial" panose="020B0604020202020204" pitchFamily="34" charset="0"/>
                  <a:buChar char="-"/>
                  <a:defRPr sz="1600">
                    <a:solidFill>
                      <a:schemeClr val="tx1"/>
                    </a:solidFill>
                    <a:latin typeface="Arial" panose="020B0604020202020204" pitchFamily="34" charset="0"/>
                  </a:defRPr>
                </a:lvl8pPr>
                <a:lvl9pPr fontAlgn="base">
                  <a:spcBef>
                    <a:spcPct val="0"/>
                  </a:spcBef>
                  <a:spcAft>
                    <a:spcPct val="0"/>
                  </a:spcAft>
                  <a:buClr>
                    <a:schemeClr val="tx2"/>
                  </a:buClr>
                  <a:buSzPct val="89000"/>
                  <a:buFont typeface="Arial" panose="020B0604020202020204" pitchFamily="34" charset="0"/>
                  <a:buChar char="-"/>
                  <a:defRPr sz="1600">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
                    <a:prstClr val="white"/>
                  </a:buClr>
                  <a:buSzTx/>
                  <a:buFontTx/>
                  <a:buNone/>
                  <a:tabLst/>
                  <a:defRPr/>
                </a:pPr>
                <a:r>
                  <a:rPr kumimoji="0" lang="pt-BR" altLang="pt-BR" sz="1400" b="1" i="0" u="none" strike="noStrike" kern="1200" cap="none" spc="0" normalizeH="0" baseline="0" noProof="0">
                    <a:ln>
                      <a:noFill/>
                    </a:ln>
                    <a:solidFill>
                      <a:srgbClr val="071C25"/>
                    </a:solidFill>
                    <a:effectLst/>
                    <a:uLnTx/>
                    <a:uFillTx/>
                    <a:latin typeface="Arial"/>
                    <a:ea typeface="+mn-ea"/>
                    <a:cs typeface="+mn-cs"/>
                  </a:rPr>
                  <a:t>Grande e </a:t>
                </a:r>
              </a:p>
              <a:p>
                <a:pPr marL="0" marR="0" lvl="0" indent="0" algn="l" defTabSz="914400" rtl="0" eaLnBrk="1" fontAlgn="auto" latinLnBrk="0" hangingPunct="1">
                  <a:lnSpc>
                    <a:spcPct val="100000"/>
                  </a:lnSpc>
                  <a:spcBef>
                    <a:spcPts val="0"/>
                  </a:spcBef>
                  <a:spcAft>
                    <a:spcPts val="0"/>
                  </a:spcAft>
                  <a:buClr>
                    <a:prstClr val="white"/>
                  </a:buClr>
                  <a:buSzTx/>
                  <a:buFontTx/>
                  <a:buNone/>
                  <a:tabLst/>
                  <a:defRPr/>
                </a:pPr>
                <a:r>
                  <a:rPr kumimoji="0" lang="pt-BR" altLang="pt-BR" sz="1400" b="1" i="0" u="none" strike="noStrike" kern="1200" cap="none" spc="0" normalizeH="0" baseline="0" noProof="0">
                    <a:ln>
                      <a:noFill/>
                    </a:ln>
                    <a:solidFill>
                      <a:srgbClr val="071C25"/>
                    </a:solidFill>
                    <a:effectLst/>
                    <a:uLnTx/>
                    <a:uFillTx/>
                    <a:latin typeface="Arial"/>
                    <a:ea typeface="+mn-ea"/>
                    <a:cs typeface="+mn-cs"/>
                  </a:rPr>
                  <a:t>commodity</a:t>
                </a:r>
              </a:p>
            </p:txBody>
          </p:sp>
          <p:sp>
            <p:nvSpPr>
              <p:cNvPr id="95" name="Rectangle 42">
                <a:extLst>
                  <a:ext uri="{FF2B5EF4-FFF2-40B4-BE49-F238E27FC236}">
                    <a16:creationId xmlns:a16="http://schemas.microsoft.com/office/drawing/2014/main" id="{587994BB-D7D3-4A81-A1D8-6C408D51A6E9}"/>
                  </a:ext>
                </a:extLst>
              </p:cNvPr>
              <p:cNvSpPr>
                <a:spLocks noChangeArrowheads="1"/>
              </p:cNvSpPr>
              <p:nvPr>
                <p:custDataLst>
                  <p:tags r:id="rId7"/>
                </p:custDataLst>
              </p:nvPr>
            </p:nvSpPr>
            <p:spPr bwMode="invGray">
              <a:xfrm>
                <a:off x="15534065" y="3389763"/>
                <a:ext cx="2724114" cy="1454615"/>
              </a:xfrm>
              <a:prstGeom prst="rect">
                <a:avLst/>
              </a:prstGeom>
              <a:solidFill>
                <a:schemeClr val="accent1"/>
              </a:solidFill>
              <a:ln w="28575" algn="ctr">
                <a:solidFill>
                  <a:schemeClr val="bg1"/>
                </a:solidFill>
                <a:miter lim="800000"/>
                <a:headEnd/>
                <a:tailEnd/>
              </a:ln>
              <a:effectLst/>
            </p:spPr>
            <p:txBody>
              <a:bodyPr wrap="none" lIns="144000" tIns="108000" rIns="144000" bIns="72000" anchor="t"/>
              <a:lstStyle>
                <a:lvl1pPr>
                  <a:buClr>
                    <a:schemeClr val="tx2"/>
                  </a:buClr>
                  <a:defRPr sz="1600">
                    <a:solidFill>
                      <a:schemeClr val="tx1"/>
                    </a:solidFill>
                    <a:latin typeface="Arial" panose="020B0604020202020204" pitchFamily="34" charset="0"/>
                  </a:defRPr>
                </a:lvl1pPr>
                <a:lvl2pPr>
                  <a:buClr>
                    <a:schemeClr val="tx2"/>
                  </a:buClr>
                  <a:buSzPct val="125000"/>
                  <a:buFont typeface="Arial" panose="020B0604020202020204" pitchFamily="34" charset="0"/>
                  <a:buChar char="▪"/>
                  <a:defRPr sz="1600">
                    <a:solidFill>
                      <a:schemeClr val="tx1"/>
                    </a:solidFill>
                    <a:latin typeface="Arial" panose="020B0604020202020204" pitchFamily="34" charset="0"/>
                  </a:defRPr>
                </a:lvl2pPr>
                <a:lvl3pPr>
                  <a:buClr>
                    <a:schemeClr val="tx2"/>
                  </a:buClr>
                  <a:buSzPct val="120000"/>
                  <a:buFont typeface="Arial" panose="020B0604020202020204" pitchFamily="34" charset="0"/>
                  <a:buChar char="–"/>
                  <a:defRPr sz="1600">
                    <a:solidFill>
                      <a:schemeClr val="tx1"/>
                    </a:solidFill>
                    <a:latin typeface="Arial" panose="020B0604020202020204" pitchFamily="34" charset="0"/>
                  </a:defRPr>
                </a:lvl3pPr>
                <a:lvl4pPr>
                  <a:buClr>
                    <a:schemeClr val="tx2"/>
                  </a:buClr>
                  <a:buSzPct val="120000"/>
                  <a:buFont typeface="Arial" panose="020B0604020202020204" pitchFamily="34" charset="0"/>
                  <a:buChar char="▫"/>
                  <a:defRPr sz="1600">
                    <a:solidFill>
                      <a:schemeClr val="tx1"/>
                    </a:solidFill>
                    <a:latin typeface="Arial" panose="020B0604020202020204" pitchFamily="34" charset="0"/>
                  </a:defRPr>
                </a:lvl4pPr>
                <a:lvl5pPr>
                  <a:buClr>
                    <a:schemeClr val="tx2"/>
                  </a:buClr>
                  <a:buSzPct val="89000"/>
                  <a:buFont typeface="Arial" panose="020B0604020202020204" pitchFamily="34" charset="0"/>
                  <a:buChar char="-"/>
                  <a:defRPr sz="1600">
                    <a:solidFill>
                      <a:schemeClr val="tx1"/>
                    </a:solidFill>
                    <a:latin typeface="Arial" panose="020B0604020202020204" pitchFamily="34" charset="0"/>
                  </a:defRPr>
                </a:lvl5pPr>
                <a:lvl6pPr fontAlgn="base">
                  <a:spcBef>
                    <a:spcPct val="0"/>
                  </a:spcBef>
                  <a:spcAft>
                    <a:spcPct val="0"/>
                  </a:spcAft>
                  <a:buClr>
                    <a:schemeClr val="tx2"/>
                  </a:buClr>
                  <a:buSzPct val="89000"/>
                  <a:buFont typeface="Arial" panose="020B0604020202020204" pitchFamily="34" charset="0"/>
                  <a:buChar char="-"/>
                  <a:defRPr sz="1600">
                    <a:solidFill>
                      <a:schemeClr val="tx1"/>
                    </a:solidFill>
                    <a:latin typeface="Arial" panose="020B0604020202020204" pitchFamily="34" charset="0"/>
                  </a:defRPr>
                </a:lvl6pPr>
                <a:lvl7pPr fontAlgn="base">
                  <a:spcBef>
                    <a:spcPct val="0"/>
                  </a:spcBef>
                  <a:spcAft>
                    <a:spcPct val="0"/>
                  </a:spcAft>
                  <a:buClr>
                    <a:schemeClr val="tx2"/>
                  </a:buClr>
                  <a:buSzPct val="89000"/>
                  <a:buFont typeface="Arial" panose="020B0604020202020204" pitchFamily="34" charset="0"/>
                  <a:buChar char="-"/>
                  <a:defRPr sz="1600">
                    <a:solidFill>
                      <a:schemeClr val="tx1"/>
                    </a:solidFill>
                    <a:latin typeface="Arial" panose="020B0604020202020204" pitchFamily="34" charset="0"/>
                  </a:defRPr>
                </a:lvl7pPr>
                <a:lvl8pPr fontAlgn="base">
                  <a:spcBef>
                    <a:spcPct val="0"/>
                  </a:spcBef>
                  <a:spcAft>
                    <a:spcPct val="0"/>
                  </a:spcAft>
                  <a:buClr>
                    <a:schemeClr val="tx2"/>
                  </a:buClr>
                  <a:buSzPct val="89000"/>
                  <a:buFont typeface="Arial" panose="020B0604020202020204" pitchFamily="34" charset="0"/>
                  <a:buChar char="-"/>
                  <a:defRPr sz="1600">
                    <a:solidFill>
                      <a:schemeClr val="tx1"/>
                    </a:solidFill>
                    <a:latin typeface="Arial" panose="020B0604020202020204" pitchFamily="34" charset="0"/>
                  </a:defRPr>
                </a:lvl8pPr>
                <a:lvl9pPr fontAlgn="base">
                  <a:spcBef>
                    <a:spcPct val="0"/>
                  </a:spcBef>
                  <a:spcAft>
                    <a:spcPct val="0"/>
                  </a:spcAft>
                  <a:buClr>
                    <a:schemeClr val="tx2"/>
                  </a:buClr>
                  <a:buSzPct val="89000"/>
                  <a:buFont typeface="Arial" panose="020B0604020202020204" pitchFamily="34" charset="0"/>
                  <a:buChar char="-"/>
                  <a:defRPr sz="1600">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
                    <a:prstClr val="white"/>
                  </a:buClr>
                  <a:buSzTx/>
                  <a:buFontTx/>
                  <a:buNone/>
                  <a:tabLst/>
                  <a:defRPr/>
                </a:pPr>
                <a:r>
                  <a:rPr kumimoji="0" lang="pt-BR" altLang="pt-BR" sz="1400" b="1" i="0" u="none" strike="noStrike" kern="1200" cap="none" spc="0" normalizeH="0" baseline="0" noProof="0">
                    <a:ln>
                      <a:noFill/>
                    </a:ln>
                    <a:solidFill>
                      <a:srgbClr val="071C25"/>
                    </a:solidFill>
                    <a:effectLst/>
                    <a:uLnTx/>
                    <a:uFillTx/>
                    <a:latin typeface="Arial"/>
                    <a:ea typeface="+mn-ea"/>
                    <a:cs typeface="+mn-cs"/>
                  </a:rPr>
                  <a:t>Valor agregado</a:t>
                </a:r>
              </a:p>
            </p:txBody>
          </p:sp>
          <p:sp>
            <p:nvSpPr>
              <p:cNvPr id="96" name="Rectangle 29">
                <a:extLst>
                  <a:ext uri="{FF2B5EF4-FFF2-40B4-BE49-F238E27FC236}">
                    <a16:creationId xmlns:a16="http://schemas.microsoft.com/office/drawing/2014/main" id="{F0135613-8E1D-4C56-8635-A2CD02B83840}"/>
                  </a:ext>
                </a:extLst>
              </p:cNvPr>
              <p:cNvSpPr>
                <a:spLocks noChangeArrowheads="1"/>
              </p:cNvSpPr>
              <p:nvPr>
                <p:custDataLst>
                  <p:tags r:id="rId8"/>
                </p:custDataLst>
              </p:nvPr>
            </p:nvSpPr>
            <p:spPr bwMode="invGray">
              <a:xfrm>
                <a:off x="12808766" y="3389762"/>
                <a:ext cx="2724114" cy="1454615"/>
              </a:xfrm>
              <a:prstGeom prst="rect">
                <a:avLst/>
              </a:prstGeom>
              <a:solidFill>
                <a:schemeClr val="accent1"/>
              </a:solidFill>
              <a:ln w="28575" algn="ctr">
                <a:solidFill>
                  <a:schemeClr val="bg1"/>
                </a:solidFill>
                <a:miter lim="800000"/>
                <a:headEnd/>
                <a:tailEnd/>
              </a:ln>
              <a:effectLst/>
            </p:spPr>
            <p:txBody>
              <a:bodyPr wrap="none" lIns="144000" tIns="108000" rIns="144000" bIns="72000" anchor="t"/>
              <a:lstStyle>
                <a:lvl1pPr>
                  <a:buClr>
                    <a:schemeClr val="tx2"/>
                  </a:buClr>
                  <a:defRPr sz="1600">
                    <a:solidFill>
                      <a:schemeClr val="tx1"/>
                    </a:solidFill>
                    <a:latin typeface="Arial" panose="020B0604020202020204" pitchFamily="34" charset="0"/>
                  </a:defRPr>
                </a:lvl1pPr>
                <a:lvl2pPr>
                  <a:buClr>
                    <a:schemeClr val="tx2"/>
                  </a:buClr>
                  <a:buSzPct val="125000"/>
                  <a:buFont typeface="Arial" panose="020B0604020202020204" pitchFamily="34" charset="0"/>
                  <a:buChar char="▪"/>
                  <a:defRPr sz="1600">
                    <a:solidFill>
                      <a:schemeClr val="tx1"/>
                    </a:solidFill>
                    <a:latin typeface="Arial" panose="020B0604020202020204" pitchFamily="34" charset="0"/>
                  </a:defRPr>
                </a:lvl2pPr>
                <a:lvl3pPr>
                  <a:buClr>
                    <a:schemeClr val="tx2"/>
                  </a:buClr>
                  <a:buSzPct val="120000"/>
                  <a:buFont typeface="Arial" panose="020B0604020202020204" pitchFamily="34" charset="0"/>
                  <a:buChar char="–"/>
                  <a:defRPr sz="1600">
                    <a:solidFill>
                      <a:schemeClr val="tx1"/>
                    </a:solidFill>
                    <a:latin typeface="Arial" panose="020B0604020202020204" pitchFamily="34" charset="0"/>
                  </a:defRPr>
                </a:lvl3pPr>
                <a:lvl4pPr>
                  <a:buClr>
                    <a:schemeClr val="tx2"/>
                  </a:buClr>
                  <a:buSzPct val="120000"/>
                  <a:buFont typeface="Arial" panose="020B0604020202020204" pitchFamily="34" charset="0"/>
                  <a:buChar char="▫"/>
                  <a:defRPr sz="1600">
                    <a:solidFill>
                      <a:schemeClr val="tx1"/>
                    </a:solidFill>
                    <a:latin typeface="Arial" panose="020B0604020202020204" pitchFamily="34" charset="0"/>
                  </a:defRPr>
                </a:lvl4pPr>
                <a:lvl5pPr>
                  <a:buClr>
                    <a:schemeClr val="tx2"/>
                  </a:buClr>
                  <a:buSzPct val="89000"/>
                  <a:buFont typeface="Arial" panose="020B0604020202020204" pitchFamily="34" charset="0"/>
                  <a:buChar char="-"/>
                  <a:defRPr sz="1600">
                    <a:solidFill>
                      <a:schemeClr val="tx1"/>
                    </a:solidFill>
                    <a:latin typeface="Arial" panose="020B0604020202020204" pitchFamily="34" charset="0"/>
                  </a:defRPr>
                </a:lvl5pPr>
                <a:lvl6pPr fontAlgn="base">
                  <a:spcBef>
                    <a:spcPct val="0"/>
                  </a:spcBef>
                  <a:spcAft>
                    <a:spcPct val="0"/>
                  </a:spcAft>
                  <a:buClr>
                    <a:schemeClr val="tx2"/>
                  </a:buClr>
                  <a:buSzPct val="89000"/>
                  <a:buFont typeface="Arial" panose="020B0604020202020204" pitchFamily="34" charset="0"/>
                  <a:buChar char="-"/>
                  <a:defRPr sz="1600">
                    <a:solidFill>
                      <a:schemeClr val="tx1"/>
                    </a:solidFill>
                    <a:latin typeface="Arial" panose="020B0604020202020204" pitchFamily="34" charset="0"/>
                  </a:defRPr>
                </a:lvl6pPr>
                <a:lvl7pPr fontAlgn="base">
                  <a:spcBef>
                    <a:spcPct val="0"/>
                  </a:spcBef>
                  <a:spcAft>
                    <a:spcPct val="0"/>
                  </a:spcAft>
                  <a:buClr>
                    <a:schemeClr val="tx2"/>
                  </a:buClr>
                  <a:buSzPct val="89000"/>
                  <a:buFont typeface="Arial" panose="020B0604020202020204" pitchFamily="34" charset="0"/>
                  <a:buChar char="-"/>
                  <a:defRPr sz="1600">
                    <a:solidFill>
                      <a:schemeClr val="tx1"/>
                    </a:solidFill>
                    <a:latin typeface="Arial" panose="020B0604020202020204" pitchFamily="34" charset="0"/>
                  </a:defRPr>
                </a:lvl7pPr>
                <a:lvl8pPr fontAlgn="base">
                  <a:spcBef>
                    <a:spcPct val="0"/>
                  </a:spcBef>
                  <a:spcAft>
                    <a:spcPct val="0"/>
                  </a:spcAft>
                  <a:buClr>
                    <a:schemeClr val="tx2"/>
                  </a:buClr>
                  <a:buSzPct val="89000"/>
                  <a:buFont typeface="Arial" panose="020B0604020202020204" pitchFamily="34" charset="0"/>
                  <a:buChar char="-"/>
                  <a:defRPr sz="1600">
                    <a:solidFill>
                      <a:schemeClr val="tx1"/>
                    </a:solidFill>
                    <a:latin typeface="Arial" panose="020B0604020202020204" pitchFamily="34" charset="0"/>
                  </a:defRPr>
                </a:lvl8pPr>
                <a:lvl9pPr fontAlgn="base">
                  <a:spcBef>
                    <a:spcPct val="0"/>
                  </a:spcBef>
                  <a:spcAft>
                    <a:spcPct val="0"/>
                  </a:spcAft>
                  <a:buClr>
                    <a:schemeClr val="tx2"/>
                  </a:buClr>
                  <a:buSzPct val="89000"/>
                  <a:buFont typeface="Arial" panose="020B0604020202020204" pitchFamily="34" charset="0"/>
                  <a:buChar char="-"/>
                  <a:defRPr sz="1600">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
                    <a:prstClr val="white"/>
                  </a:buClr>
                  <a:buSzTx/>
                  <a:buFontTx/>
                  <a:buNone/>
                  <a:tabLst/>
                  <a:defRPr/>
                </a:pPr>
                <a:r>
                  <a:rPr kumimoji="0" lang="pt-BR" altLang="pt-BR" sz="1400" b="1" i="0" u="none" strike="noStrike" kern="1200" cap="none" spc="0" normalizeH="0" baseline="0" noProof="0">
                    <a:ln>
                      <a:noFill/>
                    </a:ln>
                    <a:solidFill>
                      <a:srgbClr val="071C25"/>
                    </a:solidFill>
                    <a:effectLst/>
                    <a:uLnTx/>
                    <a:uFillTx/>
                    <a:latin typeface="Arial"/>
                    <a:ea typeface="+mn-ea"/>
                    <a:cs typeface="+mn-cs"/>
                  </a:rPr>
                  <a:t>Médio e</a:t>
                </a:r>
                <a:br>
                  <a:rPr kumimoji="0" lang="pt-BR" altLang="pt-BR" sz="1400" b="1" i="0" u="none" strike="noStrike" kern="1200" cap="none" spc="0" normalizeH="0" baseline="0" noProof="0">
                    <a:ln>
                      <a:noFill/>
                    </a:ln>
                    <a:solidFill>
                      <a:srgbClr val="071C25"/>
                    </a:solidFill>
                    <a:effectLst/>
                    <a:uLnTx/>
                    <a:uFillTx/>
                    <a:latin typeface="Arial"/>
                    <a:ea typeface="+mn-ea"/>
                    <a:cs typeface="+mn-cs"/>
                  </a:rPr>
                </a:br>
                <a:r>
                  <a:rPr kumimoji="0" lang="pt-BR" altLang="pt-BR" sz="1400" b="1" i="0" u="none" strike="noStrike" kern="1200" cap="none" spc="0" normalizeH="0" baseline="0" noProof="0">
                    <a:ln>
                      <a:noFill/>
                    </a:ln>
                    <a:solidFill>
                      <a:srgbClr val="071C25"/>
                    </a:solidFill>
                    <a:effectLst/>
                    <a:uLnTx/>
                    <a:uFillTx/>
                    <a:latin typeface="Arial"/>
                    <a:ea typeface="+mn-ea"/>
                    <a:cs typeface="+mn-cs"/>
                  </a:rPr>
                  <a:t>commodity</a:t>
                </a:r>
              </a:p>
            </p:txBody>
          </p:sp>
          <p:sp>
            <p:nvSpPr>
              <p:cNvPr id="97" name="Rectangle 3">
                <a:extLst>
                  <a:ext uri="{FF2B5EF4-FFF2-40B4-BE49-F238E27FC236}">
                    <a16:creationId xmlns:a16="http://schemas.microsoft.com/office/drawing/2014/main" id="{55EF0AD9-FC85-4B03-9FD1-49A683106823}"/>
                  </a:ext>
                </a:extLst>
              </p:cNvPr>
              <p:cNvSpPr>
                <a:spLocks noChangeArrowheads="1"/>
              </p:cNvSpPr>
              <p:nvPr>
                <p:custDataLst>
                  <p:tags r:id="rId9"/>
                </p:custDataLst>
              </p:nvPr>
            </p:nvSpPr>
            <p:spPr bwMode="invGray">
              <a:xfrm>
                <a:off x="12813137" y="4842193"/>
                <a:ext cx="5445042" cy="742596"/>
              </a:xfrm>
              <a:prstGeom prst="rect">
                <a:avLst/>
              </a:prstGeom>
              <a:solidFill>
                <a:schemeClr val="accent1"/>
              </a:solidFill>
              <a:ln w="28575">
                <a:solidFill>
                  <a:schemeClr val="bg1"/>
                </a:solidFill>
                <a:miter lim="800000"/>
                <a:headEnd/>
                <a:tailEnd/>
              </a:ln>
              <a:effectLst/>
            </p:spPr>
            <p:txBody>
              <a:bodyPr wrap="none" lIns="144000" tIns="108000" rIns="144000" bIns="72000" anchor="t"/>
              <a:lstStyle/>
              <a:p>
                <a:pPr marL="0" marR="0" lvl="0" indent="0" algn="ctr" defTabSz="914400" rtl="0" eaLnBrk="1" fontAlgn="auto" latinLnBrk="0" hangingPunct="1">
                  <a:lnSpc>
                    <a:spcPct val="100000"/>
                  </a:lnSpc>
                  <a:spcBef>
                    <a:spcPts val="0"/>
                  </a:spcBef>
                  <a:spcAft>
                    <a:spcPts val="0"/>
                  </a:spcAft>
                  <a:buClr>
                    <a:prstClr val="white"/>
                  </a:buClr>
                  <a:buSzTx/>
                  <a:buFontTx/>
                  <a:buNone/>
                  <a:tabLst/>
                  <a:defRPr/>
                </a:pPr>
                <a:r>
                  <a:rPr kumimoji="0" lang="pt-BR" altLang="pt-BR" sz="1400" b="1" i="0" u="none" strike="noStrike" kern="1200" cap="none" spc="0" normalizeH="0" baseline="0" noProof="0">
                    <a:ln>
                      <a:noFill/>
                    </a:ln>
                    <a:solidFill>
                      <a:srgbClr val="071C25"/>
                    </a:solidFill>
                    <a:effectLst/>
                    <a:uLnTx/>
                    <a:uFillTx/>
                    <a:latin typeface="Arial"/>
                    <a:ea typeface="+mn-ea"/>
                    <a:cs typeface="+mn-cs"/>
                  </a:rPr>
                  <a:t>Pequeno</a:t>
                </a:r>
              </a:p>
            </p:txBody>
          </p:sp>
        </p:grpSp>
      </p:grpSp>
      <p:grpSp>
        <p:nvGrpSpPr>
          <p:cNvPr id="17" name="Group 3">
            <a:extLst>
              <a:ext uri="{FF2B5EF4-FFF2-40B4-BE49-F238E27FC236}">
                <a16:creationId xmlns:a16="http://schemas.microsoft.com/office/drawing/2014/main" id="{F824BA21-A1A8-BA5C-A80C-58C4CA875B46}"/>
              </a:ext>
            </a:extLst>
          </p:cNvPr>
          <p:cNvGrpSpPr/>
          <p:nvPr/>
        </p:nvGrpSpPr>
        <p:grpSpPr>
          <a:xfrm>
            <a:off x="10926867" y="320588"/>
            <a:ext cx="1037592" cy="212366"/>
            <a:chOff x="7882571" y="285750"/>
            <a:chExt cx="1037592" cy="212366"/>
          </a:xfrm>
        </p:grpSpPr>
        <p:sp>
          <p:nvSpPr>
            <p:cNvPr id="18" name="StickerRectangle">
              <a:extLst>
                <a:ext uri="{FF2B5EF4-FFF2-40B4-BE49-F238E27FC236}">
                  <a16:creationId xmlns:a16="http://schemas.microsoft.com/office/drawing/2014/main" id="{E2DCFE73-E625-1E6C-D1F5-CC0D41E2C2B6}"/>
                </a:ext>
              </a:extLst>
            </p:cNvPr>
            <p:cNvSpPr>
              <a:spLocks noChangeArrowheads="1"/>
            </p:cNvSpPr>
            <p:nvPr/>
          </p:nvSpPr>
          <p:spPr bwMode="auto">
            <a:xfrm>
              <a:off x="7882571" y="285750"/>
              <a:ext cx="1037592" cy="212366"/>
            </a:xfrm>
            <a:prstGeom prst="leftRightArrow">
              <a:avLst>
                <a:gd name="adj1" fmla="val 100000"/>
                <a:gd name="adj2"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 tIns="0" rIns="0" bIns="27432">
              <a:spAutoFit/>
            </a:bodyPr>
            <a:lstStyle/>
            <a:p>
              <a:pPr marL="0" marR="0" lvl="0" indent="0" algn="r" defTabSz="895350" rtl="0" eaLnBrk="1" fontAlgn="auto" latinLnBrk="0" hangingPunct="1">
                <a:lnSpc>
                  <a:spcPct val="100000"/>
                </a:lnSpc>
                <a:spcBef>
                  <a:spcPts val="0"/>
                </a:spcBef>
                <a:spcAft>
                  <a:spcPts val="0"/>
                </a:spcAft>
                <a:buClr>
                  <a:srgbClr val="020E66"/>
                </a:buClr>
                <a:buSzTx/>
                <a:buFontTx/>
                <a:buNone/>
                <a:tabLst/>
                <a:defRPr/>
              </a:pPr>
              <a:r>
                <a:rPr kumimoji="0" lang="pt-BR" sz="1200" b="0" i="0" u="none" strike="noStrike" kern="0" cap="none" spc="0" normalizeH="0" baseline="0" noProof="0">
                  <a:ln>
                    <a:noFill/>
                  </a:ln>
                  <a:solidFill>
                    <a:srgbClr val="808080"/>
                  </a:solidFill>
                  <a:effectLst/>
                  <a:uLnTx/>
                  <a:uFillTx/>
                  <a:latin typeface="Arial"/>
                  <a:ea typeface="+mn-ea"/>
                  <a:cs typeface="Arial" panose="020B0604020202020204" pitchFamily="34" charset="0"/>
                </a:rPr>
                <a:t>ILUSTRATIVO</a:t>
              </a:r>
              <a:endParaRPr kumimoji="0" lang="pt-BR" sz="1200" b="0" i="0" u="none" strike="noStrike" kern="1200" cap="none" spc="0" normalizeH="0" baseline="0" noProof="0">
                <a:ln>
                  <a:noFill/>
                </a:ln>
                <a:solidFill>
                  <a:srgbClr val="7F7F7F"/>
                </a:solidFill>
                <a:effectLst/>
                <a:uLnTx/>
                <a:uFillTx/>
                <a:latin typeface="Arial"/>
                <a:ea typeface="+mn-ea"/>
                <a:cs typeface="+mn-cs"/>
              </a:endParaRPr>
            </a:p>
          </p:txBody>
        </p:sp>
        <p:cxnSp>
          <p:nvCxnSpPr>
            <p:cNvPr id="19" name="AutoShape 31">
              <a:extLst>
                <a:ext uri="{FF2B5EF4-FFF2-40B4-BE49-F238E27FC236}">
                  <a16:creationId xmlns:a16="http://schemas.microsoft.com/office/drawing/2014/main" id="{D987D3B0-D2A0-79FD-7B1D-96E9D43844AB}"/>
                </a:ext>
              </a:extLst>
            </p:cNvPr>
            <p:cNvCxnSpPr>
              <a:cxnSpLocks noChangeShapeType="1"/>
              <a:stCxn id="18" idx="2"/>
              <a:endCxn id="18" idx="4"/>
            </p:cNvCxnSpPr>
            <p:nvPr/>
          </p:nvCxnSpPr>
          <p:spPr bwMode="auto">
            <a:xfrm>
              <a:off x="7882571" y="285750"/>
              <a:ext cx="0" cy="212366"/>
            </a:xfrm>
            <a:prstGeom prst="straightConnector1">
              <a:avLst/>
            </a:prstGeom>
            <a:noFill/>
            <a:ln w="9525">
              <a:solidFill>
                <a:schemeClr val="accent6"/>
              </a:solidFill>
              <a:round/>
              <a:headEnd/>
              <a:tailEnd/>
            </a:ln>
            <a:extLst>
              <a:ext uri="{909E8E84-426E-40DD-AFC4-6F175D3DCCD1}">
                <a14:hiddenFill xmlns:a14="http://schemas.microsoft.com/office/drawing/2010/main">
                  <a:noFill/>
                </a14:hiddenFill>
              </a:ext>
            </a:extLst>
          </p:spPr>
        </p:cxnSp>
        <p:cxnSp>
          <p:nvCxnSpPr>
            <p:cNvPr id="20" name="AutoShape 32">
              <a:extLst>
                <a:ext uri="{FF2B5EF4-FFF2-40B4-BE49-F238E27FC236}">
                  <a16:creationId xmlns:a16="http://schemas.microsoft.com/office/drawing/2014/main" id="{8C89AC56-FDFF-09DC-AAE8-368F039884BD}"/>
                </a:ext>
              </a:extLst>
            </p:cNvPr>
            <p:cNvCxnSpPr>
              <a:cxnSpLocks noChangeShapeType="1"/>
              <a:stCxn id="18" idx="4"/>
              <a:endCxn id="18" idx="6"/>
            </p:cNvCxnSpPr>
            <p:nvPr/>
          </p:nvCxnSpPr>
          <p:spPr bwMode="auto">
            <a:xfrm>
              <a:off x="7882571" y="498116"/>
              <a:ext cx="1037592" cy="0"/>
            </a:xfrm>
            <a:prstGeom prst="straightConnector1">
              <a:avLst/>
            </a:prstGeom>
            <a:noFill/>
            <a:ln w="25400">
              <a:solidFill>
                <a:schemeClr val="accent6"/>
              </a:solidFill>
              <a:round/>
              <a:headEnd/>
              <a:tailEnd/>
            </a:ln>
            <a:extLst>
              <a:ext uri="{909E8E84-426E-40DD-AFC4-6F175D3DCCD1}">
                <a14:hiddenFill xmlns:a14="http://schemas.microsoft.com/office/drawing/2010/main">
                  <a:noFill/>
                </a14:hiddenFill>
              </a:ext>
            </a:extLst>
          </p:spPr>
        </p:cxnSp>
      </p:grpSp>
      <p:sp>
        <p:nvSpPr>
          <p:cNvPr id="23" name="Rectangle 22">
            <a:extLst>
              <a:ext uri="{FF2B5EF4-FFF2-40B4-BE49-F238E27FC236}">
                <a16:creationId xmlns:a16="http://schemas.microsoft.com/office/drawing/2014/main" id="{1B1D5E3D-5FAB-7AFC-93FA-B7B01B4DD8A1}"/>
              </a:ext>
            </a:extLst>
          </p:cNvPr>
          <p:cNvSpPr/>
          <p:nvPr/>
        </p:nvSpPr>
        <p:spPr>
          <a:xfrm>
            <a:off x="5309483" y="1189418"/>
            <a:ext cx="6882517" cy="5148000"/>
          </a:xfrm>
          <a:prstGeom prst="rect">
            <a:avLst/>
          </a:prstGeom>
          <a:solidFill>
            <a:srgbClr val="F2F2F2">
              <a:alpha val="69804"/>
            </a:srgbClr>
          </a:solidFill>
          <a:ln w="19050">
            <a:noFill/>
            <a:miter lim="400000"/>
          </a:ln>
          <a:effectLst/>
        </p:spPr>
        <p:txBody>
          <a:bodyPr wrap="square" lIns="108000" tIns="72000" rIns="108000" bIns="7200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500" b="0" i="0" u="none" strike="noStrike" kern="1200" cap="none" spc="0" normalizeH="0" baseline="0" noProof="0">
              <a:ln>
                <a:noFill/>
              </a:ln>
              <a:solidFill>
                <a:prstClr val="white"/>
              </a:solidFill>
              <a:effectLst/>
              <a:uLnTx/>
              <a:uFillTx/>
              <a:latin typeface="Arial"/>
              <a:ea typeface="+mn-ea"/>
              <a:cs typeface="+mn-cs"/>
            </a:endParaRPr>
          </a:p>
        </p:txBody>
      </p:sp>
      <p:sp>
        <p:nvSpPr>
          <p:cNvPr id="26" name="Rectangle 25">
            <a:extLst>
              <a:ext uri="{FF2B5EF4-FFF2-40B4-BE49-F238E27FC236}">
                <a16:creationId xmlns:a16="http://schemas.microsoft.com/office/drawing/2014/main" id="{49CC3058-B4A5-1385-1632-A3DDB74CD57B}"/>
              </a:ext>
            </a:extLst>
          </p:cNvPr>
          <p:cNvSpPr/>
          <p:nvPr/>
        </p:nvSpPr>
        <p:spPr>
          <a:xfrm>
            <a:off x="228601" y="1507036"/>
            <a:ext cx="4770120" cy="4512764"/>
          </a:xfrm>
          <a:prstGeom prst="rect">
            <a:avLst/>
          </a:prstGeom>
          <a:noFill/>
          <a:ln w="12700">
            <a:solidFill>
              <a:schemeClr val="accent4"/>
            </a:solidFill>
            <a:miter lim="400000"/>
          </a:ln>
          <a:effectLst/>
        </p:spPr>
        <p:txBody>
          <a:bodyPr wrap="square" lIns="108000" tIns="72000" rIns="108000" bIns="7200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500" b="0" i="0" u="none" strike="noStrike" kern="1200" cap="none" spc="0" normalizeH="0" baseline="0" noProof="0">
              <a:ln>
                <a:noFill/>
              </a:ln>
              <a:solidFill>
                <a:prstClr val="white"/>
              </a:solidFill>
              <a:effectLst/>
              <a:uLnTx/>
              <a:uFillTx/>
              <a:latin typeface="Arial"/>
              <a:ea typeface="+mn-ea"/>
              <a:cs typeface="+mn-cs"/>
            </a:endParaRPr>
          </a:p>
        </p:txBody>
      </p:sp>
      <p:sp>
        <p:nvSpPr>
          <p:cNvPr id="27" name="Rectangle 26">
            <a:extLst>
              <a:ext uri="{FF2B5EF4-FFF2-40B4-BE49-F238E27FC236}">
                <a16:creationId xmlns:a16="http://schemas.microsoft.com/office/drawing/2014/main" id="{948AB5A5-9B11-C42A-6687-DFE7BAE8048D}"/>
              </a:ext>
            </a:extLst>
          </p:cNvPr>
          <p:cNvSpPr/>
          <p:nvPr/>
        </p:nvSpPr>
        <p:spPr>
          <a:xfrm rot="16200000">
            <a:off x="2585689" y="3588131"/>
            <a:ext cx="5148263" cy="350838"/>
          </a:xfrm>
          <a:prstGeom prst="trapezoid">
            <a:avLst>
              <a:gd name="adj" fmla="val 85815"/>
            </a:avLst>
          </a:prstGeom>
          <a:solidFill>
            <a:schemeClr val="accent6">
              <a:lumMod val="20000"/>
              <a:lumOff val="80000"/>
              <a:alpha val="69804"/>
            </a:schemeClr>
          </a:solidFill>
          <a:ln w="19050">
            <a:noFill/>
            <a:miter lim="400000"/>
          </a:ln>
          <a:effectLst/>
        </p:spPr>
        <p:txBody>
          <a:bodyPr wrap="square" lIns="108000" tIns="72000" rIns="108000" bIns="7200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500" b="0" i="0" u="none" strike="noStrike" kern="1200" cap="none" spc="0" normalizeH="0" baseline="0" noProof="0">
              <a:ln>
                <a:noFill/>
              </a:ln>
              <a:solidFill>
                <a:prstClr val="white"/>
              </a:solidFill>
              <a:effectLst/>
              <a:uLnTx/>
              <a:uFillTx/>
              <a:latin typeface="Arial"/>
              <a:ea typeface="+mn-ea"/>
              <a:cs typeface="+mn-cs"/>
            </a:endParaRPr>
          </a:p>
        </p:txBody>
      </p:sp>
      <p:sp>
        <p:nvSpPr>
          <p:cNvPr id="29" name="Rectangle 28">
            <a:extLst>
              <a:ext uri="{FF2B5EF4-FFF2-40B4-BE49-F238E27FC236}">
                <a16:creationId xmlns:a16="http://schemas.microsoft.com/office/drawing/2014/main" id="{D7707A3D-F2F0-1D4A-DBFD-9F2538B0C11A}"/>
              </a:ext>
            </a:extLst>
          </p:cNvPr>
          <p:cNvSpPr/>
          <p:nvPr/>
        </p:nvSpPr>
        <p:spPr bwMode="gray">
          <a:xfrm>
            <a:off x="6551469" y="1448191"/>
            <a:ext cx="5411930" cy="692497"/>
          </a:xfrm>
          <a:prstGeom prst="rect">
            <a:avLst/>
          </a:prstGeom>
          <a:noFill/>
          <a:ln w="19050" algn="ctr">
            <a:noFill/>
            <a:miter lim="800000"/>
            <a:headEnd/>
            <a:tailEnd/>
          </a:ln>
        </p:spPr>
        <p:txBody>
          <a:bodyPr wrap="square" lIns="0" tIns="0" rIns="0" bIns="0" rtlCol="0" anchor="t">
            <a:spAutoFit/>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kumimoji="0" lang="pt-BR" altLang="ja-JP" sz="1500" b="1" i="0" u="none" strike="noStrike" kern="1200" cap="none" spc="0" normalizeH="0" baseline="0" noProof="0">
                <a:ln>
                  <a:noFill/>
                </a:ln>
                <a:solidFill>
                  <a:srgbClr val="071C25"/>
                </a:solidFill>
                <a:effectLst/>
                <a:uLnTx/>
                <a:uFillTx/>
                <a:latin typeface="Arial"/>
                <a:ea typeface="MS PGothic" panose="020B0600070205080204" pitchFamily="34" charset="-128"/>
                <a:cs typeface="+mn-cs"/>
              </a:rPr>
              <a:t>Atendimento </a:t>
            </a:r>
            <a:endParaRPr kumimoji="0" lang="pt-BR" altLang="ja-JP" sz="1500" b="0" i="0" u="none" strike="noStrike" kern="1200" cap="none" spc="0" normalizeH="0" baseline="0" noProof="0">
              <a:ln>
                <a:noFill/>
              </a:ln>
              <a:solidFill>
                <a:srgbClr val="071C25"/>
              </a:solidFill>
              <a:effectLst/>
              <a:uLnTx/>
              <a:uFillTx/>
              <a:latin typeface="Arial"/>
              <a:ea typeface="MS PGothic" panose="020B0600070205080204" pitchFamily="34" charset="-128"/>
              <a:cs typeface="+mn-cs"/>
            </a:endParaRPr>
          </a:p>
          <a:p>
            <a:pPr marL="0" marR="0" lvl="1" indent="0" algn="l" defTabSz="914400" rtl="0" eaLnBrk="1" fontAlgn="auto" latinLnBrk="0" hangingPunct="1">
              <a:lnSpc>
                <a:spcPct val="100000"/>
              </a:lnSpc>
              <a:spcBef>
                <a:spcPts val="0"/>
              </a:spcBef>
              <a:spcAft>
                <a:spcPts val="0"/>
              </a:spcAft>
              <a:buClrTx/>
              <a:buSzTx/>
              <a:buFontTx/>
              <a:buNone/>
              <a:tabLst/>
              <a:defRPr/>
            </a:pPr>
            <a:r>
              <a:rPr kumimoji="0" lang="pt-BR" altLang="ja-JP" sz="1500" b="0" i="0" u="none" strike="noStrike" kern="1200" cap="none" spc="0" normalizeH="0" baseline="0" noProof="0">
                <a:ln>
                  <a:noFill/>
                </a:ln>
                <a:solidFill>
                  <a:srgbClr val="071C25"/>
                </a:solidFill>
                <a:effectLst/>
                <a:uLnTx/>
                <a:uFillTx/>
                <a:latin typeface="Arial"/>
                <a:ea typeface="MS PGothic" panose="020B0600070205080204" pitchFamily="34" charset="-128"/>
                <a:cs typeface="Arial" panose="020B0604020202020204" pitchFamily="34" charset="0"/>
              </a:rPr>
              <a:t>Qual o modelo de atendimento – vendedor, frequência de visita, forma e prazo de entrega?</a:t>
            </a:r>
          </a:p>
        </p:txBody>
      </p:sp>
      <p:sp>
        <p:nvSpPr>
          <p:cNvPr id="28" name="Oval 27">
            <a:extLst>
              <a:ext uri="{FF2B5EF4-FFF2-40B4-BE49-F238E27FC236}">
                <a16:creationId xmlns:a16="http://schemas.microsoft.com/office/drawing/2014/main" id="{6B411727-8B6B-27C1-E881-3CD0FDE0A5C8}"/>
              </a:ext>
            </a:extLst>
          </p:cNvPr>
          <p:cNvSpPr/>
          <p:nvPr/>
        </p:nvSpPr>
        <p:spPr>
          <a:xfrm>
            <a:off x="5596207" y="1380439"/>
            <a:ext cx="828000" cy="828000"/>
          </a:xfrm>
          <a:prstGeom prst="ellipse">
            <a:avLst/>
          </a:prstGeom>
          <a:solidFill>
            <a:schemeClr val="tx2"/>
          </a:solidFill>
          <a:ln w="19050">
            <a:noFill/>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600" b="0" i="0" u="none" strike="noStrike" kern="1200" cap="none" spc="0" normalizeH="0" baseline="0" noProof="0" err="1">
              <a:ln>
                <a:noFill/>
              </a:ln>
              <a:solidFill>
                <a:prstClr val="white"/>
              </a:solidFill>
              <a:effectLst/>
              <a:uLnTx/>
              <a:uFillTx/>
              <a:latin typeface="Arial"/>
              <a:ea typeface="+mn-ea"/>
              <a:cs typeface="+mn-cs"/>
            </a:endParaRPr>
          </a:p>
        </p:txBody>
      </p:sp>
      <p:sp>
        <p:nvSpPr>
          <p:cNvPr id="45" name="Rectangle 44">
            <a:extLst>
              <a:ext uri="{FF2B5EF4-FFF2-40B4-BE49-F238E27FC236}">
                <a16:creationId xmlns:a16="http://schemas.microsoft.com/office/drawing/2014/main" id="{B6135DE5-3EF3-9537-8E75-0120A6025719}"/>
              </a:ext>
            </a:extLst>
          </p:cNvPr>
          <p:cNvSpPr/>
          <p:nvPr/>
        </p:nvSpPr>
        <p:spPr bwMode="gray">
          <a:xfrm>
            <a:off x="6551469" y="2524264"/>
            <a:ext cx="5411930" cy="461665"/>
          </a:xfrm>
          <a:prstGeom prst="rect">
            <a:avLst/>
          </a:prstGeom>
          <a:noFill/>
          <a:ln w="19050" algn="ctr">
            <a:noFill/>
            <a:miter lim="800000"/>
            <a:headEnd/>
            <a:tailEnd/>
          </a:ln>
        </p:spPr>
        <p:txBody>
          <a:bodyPr wrap="square" lIns="0" tIns="0" rIns="0" bIns="0" rtlCol="0" anchor="t">
            <a:spAutoFit/>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kumimoji="0" lang="pt-BR" altLang="ja-JP" sz="1500" b="1" i="0" u="none" strike="noStrike" kern="1200" cap="none" spc="0" normalizeH="0" baseline="0" noProof="0">
                <a:ln>
                  <a:noFill/>
                </a:ln>
                <a:solidFill>
                  <a:srgbClr val="071C25"/>
                </a:solidFill>
                <a:effectLst/>
                <a:uLnTx/>
                <a:uFillTx/>
                <a:latin typeface="Arial"/>
                <a:ea typeface="MS PGothic" panose="020B0600070205080204" pitchFamily="34" charset="-128"/>
                <a:cs typeface="+mn-cs"/>
              </a:rPr>
              <a:t>Preço </a:t>
            </a:r>
          </a:p>
          <a:p>
            <a:pPr marL="0" marR="0" lvl="1" indent="0" algn="l" defTabSz="914400" rtl="0" eaLnBrk="1" fontAlgn="auto" latinLnBrk="0" hangingPunct="1">
              <a:lnSpc>
                <a:spcPct val="100000"/>
              </a:lnSpc>
              <a:spcBef>
                <a:spcPts val="0"/>
              </a:spcBef>
              <a:spcAft>
                <a:spcPts val="0"/>
              </a:spcAft>
              <a:buClrTx/>
              <a:buSzTx/>
              <a:buFontTx/>
              <a:buNone/>
              <a:tabLst/>
              <a:defRPr/>
            </a:pPr>
            <a:r>
              <a:rPr kumimoji="0" lang="pt-BR" altLang="ja-JP" sz="1500" b="0" i="0" u="none" strike="noStrike" kern="1200" cap="none" spc="0" normalizeH="0" baseline="0" noProof="0">
                <a:ln>
                  <a:noFill/>
                </a:ln>
                <a:solidFill>
                  <a:srgbClr val="071C25"/>
                </a:solidFill>
                <a:effectLst/>
                <a:uLnTx/>
                <a:uFillTx/>
                <a:latin typeface="Arial"/>
                <a:ea typeface="MS PGothic" panose="020B0600070205080204" pitchFamily="34" charset="-128"/>
                <a:cs typeface="Arial" panose="020B0604020202020204" pitchFamily="34" charset="0"/>
              </a:rPr>
              <a:t>Qual o posicionamento de preço no segmento? </a:t>
            </a:r>
          </a:p>
        </p:txBody>
      </p:sp>
      <p:sp>
        <p:nvSpPr>
          <p:cNvPr id="56" name="Oval 55">
            <a:extLst>
              <a:ext uri="{FF2B5EF4-FFF2-40B4-BE49-F238E27FC236}">
                <a16:creationId xmlns:a16="http://schemas.microsoft.com/office/drawing/2014/main" id="{F803A8C2-8DF9-F198-1023-508B1E524948}"/>
              </a:ext>
            </a:extLst>
          </p:cNvPr>
          <p:cNvSpPr/>
          <p:nvPr/>
        </p:nvSpPr>
        <p:spPr>
          <a:xfrm>
            <a:off x="5596207" y="2341096"/>
            <a:ext cx="828000" cy="828000"/>
          </a:xfrm>
          <a:prstGeom prst="ellipse">
            <a:avLst/>
          </a:prstGeom>
          <a:solidFill>
            <a:schemeClr val="tx2"/>
          </a:solidFill>
          <a:ln w="19050">
            <a:noFill/>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600" b="0" i="0" u="none" strike="noStrike" kern="1200" cap="none" spc="0" normalizeH="0" baseline="0" noProof="0" err="1">
              <a:ln>
                <a:noFill/>
              </a:ln>
              <a:solidFill>
                <a:prstClr val="white"/>
              </a:solidFill>
              <a:effectLst/>
              <a:uLnTx/>
              <a:uFillTx/>
              <a:latin typeface="Arial"/>
              <a:ea typeface="+mn-ea"/>
              <a:cs typeface="+mn-cs"/>
            </a:endParaRPr>
          </a:p>
        </p:txBody>
      </p:sp>
      <p:sp>
        <p:nvSpPr>
          <p:cNvPr id="46" name="Rectangle 45">
            <a:extLst>
              <a:ext uri="{FF2B5EF4-FFF2-40B4-BE49-F238E27FC236}">
                <a16:creationId xmlns:a16="http://schemas.microsoft.com/office/drawing/2014/main" id="{4B1DA6A4-3C5D-02DB-488F-9190DB64AD5E}"/>
              </a:ext>
            </a:extLst>
          </p:cNvPr>
          <p:cNvSpPr/>
          <p:nvPr/>
        </p:nvSpPr>
        <p:spPr bwMode="gray">
          <a:xfrm>
            <a:off x="6551469" y="3301753"/>
            <a:ext cx="5411930" cy="923330"/>
          </a:xfrm>
          <a:prstGeom prst="rect">
            <a:avLst/>
          </a:prstGeom>
          <a:noFill/>
          <a:ln w="19050" algn="ctr">
            <a:noFill/>
            <a:miter lim="800000"/>
            <a:headEnd/>
            <a:tailEnd/>
          </a:ln>
        </p:spPr>
        <p:txBody>
          <a:bodyPr wrap="square" lIns="0" tIns="0" rIns="0" bIns="0" rtlCol="0" anchor="t">
            <a:spAutoFit/>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kumimoji="0" lang="pt-BR" altLang="ja-JP" sz="1500" b="1" i="0" u="none" strike="noStrike" kern="1200" cap="none" spc="0" normalizeH="0" baseline="0" noProof="0">
                <a:ln>
                  <a:noFill/>
                </a:ln>
                <a:solidFill>
                  <a:srgbClr val="071C25"/>
                </a:solidFill>
                <a:effectLst/>
                <a:uLnTx/>
                <a:uFillTx/>
                <a:latin typeface="Arial"/>
                <a:ea typeface="MS PGothic" panose="020B0600070205080204" pitchFamily="34" charset="-128"/>
                <a:cs typeface="+mn-cs"/>
              </a:rPr>
              <a:t>Produto</a:t>
            </a:r>
          </a:p>
          <a:p>
            <a:pPr marL="0" marR="0" lvl="1" indent="0" algn="l" defTabSz="914400" rtl="0" eaLnBrk="1" fontAlgn="auto" latinLnBrk="0" hangingPunct="1">
              <a:lnSpc>
                <a:spcPct val="100000"/>
              </a:lnSpc>
              <a:spcBef>
                <a:spcPts val="0"/>
              </a:spcBef>
              <a:spcAft>
                <a:spcPts val="0"/>
              </a:spcAft>
              <a:buClrTx/>
              <a:buSzTx/>
              <a:buFontTx/>
              <a:buNone/>
              <a:tabLst/>
              <a:defRPr/>
            </a:pPr>
            <a:r>
              <a:rPr kumimoji="0" lang="pt-BR" altLang="ja-JP" sz="1500" b="0" i="0" u="none" strike="noStrike" kern="1200" cap="none" spc="0" normalizeH="0" baseline="0" noProof="0">
                <a:ln>
                  <a:noFill/>
                </a:ln>
                <a:solidFill>
                  <a:srgbClr val="071C25"/>
                </a:solidFill>
                <a:effectLst/>
                <a:uLnTx/>
                <a:uFillTx/>
                <a:latin typeface="Arial"/>
                <a:ea typeface="MS PGothic" panose="020B0600070205080204" pitchFamily="34" charset="-128"/>
                <a:cs typeface="Arial" panose="020B0604020202020204" pitchFamily="34" charset="0"/>
              </a:rPr>
              <a:t>Quais produtos e serviços devem ser posicionados no segmento? </a:t>
            </a:r>
          </a:p>
          <a:p>
            <a:pPr marL="0" marR="0" lvl="1" indent="0" algn="l" defTabSz="914400" rtl="0" eaLnBrk="1" fontAlgn="auto" latinLnBrk="0" hangingPunct="1">
              <a:lnSpc>
                <a:spcPct val="100000"/>
              </a:lnSpc>
              <a:spcBef>
                <a:spcPts val="0"/>
              </a:spcBef>
              <a:spcAft>
                <a:spcPts val="0"/>
              </a:spcAft>
              <a:buClrTx/>
              <a:buSzTx/>
              <a:buFontTx/>
              <a:buNone/>
              <a:tabLst/>
              <a:defRPr/>
            </a:pPr>
            <a:r>
              <a:rPr kumimoji="0" lang="pt-BR" altLang="ja-JP" sz="1500" b="0" i="0" u="none" strike="noStrike" kern="1200" cap="none" spc="0" normalizeH="0" baseline="0" noProof="0">
                <a:ln>
                  <a:noFill/>
                </a:ln>
                <a:solidFill>
                  <a:srgbClr val="071C25"/>
                </a:solidFill>
                <a:effectLst/>
                <a:uLnTx/>
                <a:uFillTx/>
                <a:latin typeface="Arial"/>
                <a:ea typeface="MS PGothic" panose="020B0600070205080204" pitchFamily="34" charset="-128"/>
                <a:cs typeface="Arial" panose="020B0604020202020204" pitchFamily="34" charset="0"/>
              </a:rPr>
              <a:t>A cesta de produtos e serviços varia por segmento atendido?</a:t>
            </a:r>
          </a:p>
        </p:txBody>
      </p:sp>
      <p:sp>
        <p:nvSpPr>
          <p:cNvPr id="57" name="Oval 56">
            <a:extLst>
              <a:ext uri="{FF2B5EF4-FFF2-40B4-BE49-F238E27FC236}">
                <a16:creationId xmlns:a16="http://schemas.microsoft.com/office/drawing/2014/main" id="{21A45C7C-5874-00E0-89FB-8B7A2B35AE68}"/>
              </a:ext>
            </a:extLst>
          </p:cNvPr>
          <p:cNvSpPr/>
          <p:nvPr/>
        </p:nvSpPr>
        <p:spPr>
          <a:xfrm>
            <a:off x="5596207" y="3349418"/>
            <a:ext cx="828000" cy="828000"/>
          </a:xfrm>
          <a:prstGeom prst="ellipse">
            <a:avLst/>
          </a:prstGeom>
          <a:solidFill>
            <a:schemeClr val="tx2"/>
          </a:solidFill>
          <a:ln w="19050">
            <a:noFill/>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600" b="0" i="0" u="none" strike="noStrike" kern="1200" cap="none" spc="0" normalizeH="0" baseline="0" noProof="0" err="1">
              <a:ln>
                <a:noFill/>
              </a:ln>
              <a:solidFill>
                <a:prstClr val="white"/>
              </a:solidFill>
              <a:effectLst/>
              <a:uLnTx/>
              <a:uFillTx/>
              <a:latin typeface="Arial"/>
              <a:ea typeface="+mn-ea"/>
              <a:cs typeface="+mn-cs"/>
            </a:endParaRPr>
          </a:p>
        </p:txBody>
      </p:sp>
      <p:sp>
        <p:nvSpPr>
          <p:cNvPr id="54" name="Rectangle 53">
            <a:extLst>
              <a:ext uri="{FF2B5EF4-FFF2-40B4-BE49-F238E27FC236}">
                <a16:creationId xmlns:a16="http://schemas.microsoft.com/office/drawing/2014/main" id="{B5BF95C9-FA8D-5F08-568C-BBA81CA1F73D}"/>
              </a:ext>
            </a:extLst>
          </p:cNvPr>
          <p:cNvSpPr/>
          <p:nvPr/>
        </p:nvSpPr>
        <p:spPr bwMode="gray">
          <a:xfrm>
            <a:off x="6551271" y="4424871"/>
            <a:ext cx="5412010" cy="693738"/>
          </a:xfrm>
          <a:prstGeom prst="rect">
            <a:avLst/>
          </a:prstGeom>
          <a:noFill/>
          <a:ln w="19050" algn="ctr">
            <a:noFill/>
            <a:miter lim="800000"/>
            <a:headEnd/>
            <a:tailEnd/>
          </a:ln>
        </p:spPr>
        <p:txBody>
          <a:bodyPr wrap="square" lIns="0" tIns="0" rIns="0" bIns="0" rtlCol="0" anchor="t">
            <a:spAutoFit/>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kumimoji="0" lang="pt-BR" altLang="ja-JP" sz="1500" b="1" i="0" u="none" strike="noStrike" kern="1200" cap="none" spc="0" normalizeH="0" baseline="0" noProof="0">
                <a:ln>
                  <a:noFill/>
                </a:ln>
                <a:solidFill>
                  <a:srgbClr val="071C25"/>
                </a:solidFill>
                <a:effectLst/>
                <a:uLnTx/>
                <a:uFillTx/>
                <a:latin typeface="Arial"/>
                <a:ea typeface="MS PGothic" panose="020B0600070205080204" pitchFamily="34" charset="-128"/>
                <a:cs typeface="+mn-cs"/>
              </a:rPr>
              <a:t>Marketing e trade</a:t>
            </a:r>
          </a:p>
          <a:p>
            <a:pPr marL="0" marR="0" lvl="1" indent="0" algn="l" defTabSz="914400" rtl="0" eaLnBrk="1" fontAlgn="auto" latinLnBrk="0" hangingPunct="1">
              <a:lnSpc>
                <a:spcPct val="100000"/>
              </a:lnSpc>
              <a:spcBef>
                <a:spcPts val="0"/>
              </a:spcBef>
              <a:spcAft>
                <a:spcPts val="0"/>
              </a:spcAft>
              <a:buClrTx/>
              <a:buSzTx/>
              <a:buFontTx/>
              <a:buNone/>
              <a:tabLst/>
              <a:defRPr/>
            </a:pPr>
            <a:r>
              <a:rPr kumimoji="0" lang="pt-BR" altLang="ja-JP" sz="1500" b="0" i="0" u="none" strike="noStrike" kern="1200" cap="none" spc="0" normalizeH="0" baseline="0" noProof="0">
                <a:ln>
                  <a:noFill/>
                </a:ln>
                <a:solidFill>
                  <a:srgbClr val="071C25"/>
                </a:solidFill>
                <a:effectLst/>
                <a:uLnTx/>
                <a:uFillTx/>
                <a:latin typeface="Arial"/>
                <a:ea typeface="MS PGothic" panose="020B0600070205080204" pitchFamily="34" charset="-128"/>
                <a:cs typeface="Arial" panose="020B0604020202020204" pitchFamily="34" charset="0"/>
              </a:rPr>
              <a:t>Qual o suporte com verbas e materiais de marketing e trade? </a:t>
            </a:r>
          </a:p>
          <a:p>
            <a:pPr marL="0" marR="0" lvl="1" indent="0" algn="l" defTabSz="914400" rtl="0" eaLnBrk="1" fontAlgn="auto" latinLnBrk="0" hangingPunct="1">
              <a:lnSpc>
                <a:spcPct val="100000"/>
              </a:lnSpc>
              <a:spcBef>
                <a:spcPts val="0"/>
              </a:spcBef>
              <a:spcAft>
                <a:spcPts val="0"/>
              </a:spcAft>
              <a:buClrTx/>
              <a:buSzTx/>
              <a:buFontTx/>
              <a:buNone/>
              <a:tabLst/>
              <a:defRPr/>
            </a:pPr>
            <a:r>
              <a:rPr kumimoji="0" lang="pt-BR" altLang="ja-JP" sz="1500" b="0" i="0" u="none" strike="noStrike" kern="1200" cap="none" spc="0" normalizeH="0" baseline="0" noProof="0">
                <a:ln>
                  <a:noFill/>
                </a:ln>
                <a:solidFill>
                  <a:srgbClr val="071C25"/>
                </a:solidFill>
                <a:effectLst/>
                <a:uLnTx/>
                <a:uFillTx/>
                <a:latin typeface="Arial"/>
                <a:ea typeface="MS PGothic" panose="020B0600070205080204" pitchFamily="34" charset="-128"/>
                <a:cs typeface="Arial" panose="020B0604020202020204" pitchFamily="34" charset="0"/>
              </a:rPr>
              <a:t>Qual o apoio no PDV?</a:t>
            </a:r>
          </a:p>
        </p:txBody>
      </p:sp>
      <p:sp>
        <p:nvSpPr>
          <p:cNvPr id="58" name="Oval 57">
            <a:extLst>
              <a:ext uri="{FF2B5EF4-FFF2-40B4-BE49-F238E27FC236}">
                <a16:creationId xmlns:a16="http://schemas.microsoft.com/office/drawing/2014/main" id="{D7D92F4A-EC93-79CA-C252-A5DDDEBE6C8D}"/>
              </a:ext>
            </a:extLst>
          </p:cNvPr>
          <p:cNvSpPr/>
          <p:nvPr/>
        </p:nvSpPr>
        <p:spPr>
          <a:xfrm>
            <a:off x="5596207" y="4357740"/>
            <a:ext cx="828000" cy="828000"/>
          </a:xfrm>
          <a:prstGeom prst="ellipse">
            <a:avLst/>
          </a:prstGeom>
          <a:solidFill>
            <a:schemeClr val="tx2"/>
          </a:solidFill>
          <a:ln w="19050">
            <a:noFill/>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600" b="0" i="0" u="none" strike="noStrike" kern="1200" cap="none" spc="0" normalizeH="0" baseline="0" noProof="0" err="1">
              <a:ln>
                <a:noFill/>
              </a:ln>
              <a:solidFill>
                <a:prstClr val="white"/>
              </a:solidFill>
              <a:effectLst/>
              <a:uLnTx/>
              <a:uFillTx/>
              <a:latin typeface="Arial"/>
              <a:ea typeface="+mn-ea"/>
              <a:cs typeface="+mn-cs"/>
            </a:endParaRPr>
          </a:p>
        </p:txBody>
      </p:sp>
      <p:sp>
        <p:nvSpPr>
          <p:cNvPr id="55" name="Rectangle 54">
            <a:extLst>
              <a:ext uri="{FF2B5EF4-FFF2-40B4-BE49-F238E27FC236}">
                <a16:creationId xmlns:a16="http://schemas.microsoft.com/office/drawing/2014/main" id="{9123D20F-E540-745C-2A37-EB724A2A7CE9}"/>
              </a:ext>
            </a:extLst>
          </p:cNvPr>
          <p:cNvSpPr/>
          <p:nvPr/>
        </p:nvSpPr>
        <p:spPr bwMode="gray">
          <a:xfrm>
            <a:off x="6551271" y="5385529"/>
            <a:ext cx="5412010" cy="693738"/>
          </a:xfrm>
          <a:prstGeom prst="rect">
            <a:avLst/>
          </a:prstGeom>
          <a:noFill/>
          <a:ln w="19050" algn="ctr">
            <a:noFill/>
            <a:miter lim="800000"/>
            <a:headEnd/>
            <a:tailEnd/>
          </a:ln>
        </p:spPr>
        <p:txBody>
          <a:bodyPr wrap="square" lIns="0" tIns="0" rIns="0" bIns="0" rtlCol="0" anchor="t">
            <a:spAutoFit/>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kumimoji="0" lang="pt-BR" altLang="ja-JP" sz="1500" b="1" i="0" u="none" strike="noStrike" kern="1200" cap="none" spc="0" normalizeH="0" baseline="0" noProof="0">
                <a:ln>
                  <a:noFill/>
                </a:ln>
                <a:solidFill>
                  <a:srgbClr val="071C25"/>
                </a:solidFill>
                <a:effectLst/>
                <a:uLnTx/>
                <a:uFillTx/>
                <a:latin typeface="Arial"/>
                <a:ea typeface="MS PGothic" panose="020B0600070205080204" pitchFamily="34" charset="-128"/>
                <a:cs typeface="+mn-cs"/>
              </a:rPr>
              <a:t>Comunicação</a:t>
            </a:r>
          </a:p>
          <a:p>
            <a:pPr marL="0" marR="0" lvl="1" indent="0" algn="l" defTabSz="914400" rtl="0" eaLnBrk="1" fontAlgn="auto" latinLnBrk="0" hangingPunct="1">
              <a:lnSpc>
                <a:spcPct val="100000"/>
              </a:lnSpc>
              <a:spcBef>
                <a:spcPts val="0"/>
              </a:spcBef>
              <a:spcAft>
                <a:spcPts val="0"/>
              </a:spcAft>
              <a:buClrTx/>
              <a:buSzTx/>
              <a:buFontTx/>
              <a:buNone/>
              <a:tabLst/>
              <a:defRPr/>
            </a:pPr>
            <a:r>
              <a:rPr kumimoji="0" lang="pt-BR" altLang="ja-JP" sz="1500" b="0" i="0" u="none" strike="noStrike" kern="1200" cap="none" spc="0" normalizeH="0" baseline="0" noProof="0">
                <a:ln>
                  <a:noFill/>
                </a:ln>
                <a:solidFill>
                  <a:srgbClr val="071C25"/>
                </a:solidFill>
                <a:effectLst/>
                <a:uLnTx/>
                <a:uFillTx/>
                <a:latin typeface="Arial"/>
                <a:ea typeface="MS PGothic" panose="020B0600070205080204" pitchFamily="34" charset="-128"/>
                <a:cs typeface="Arial" panose="020B0604020202020204" pitchFamily="34" charset="0"/>
              </a:rPr>
              <a:t>Como comunicar com o segmento e seus clientes finais? </a:t>
            </a:r>
          </a:p>
          <a:p>
            <a:pPr marL="0" marR="0" lvl="1" indent="0" algn="l" defTabSz="914400" rtl="0" eaLnBrk="1" fontAlgn="auto" latinLnBrk="0" hangingPunct="1">
              <a:lnSpc>
                <a:spcPct val="100000"/>
              </a:lnSpc>
              <a:spcBef>
                <a:spcPts val="0"/>
              </a:spcBef>
              <a:spcAft>
                <a:spcPts val="0"/>
              </a:spcAft>
              <a:buClrTx/>
              <a:buSzTx/>
              <a:buFontTx/>
              <a:buNone/>
              <a:tabLst/>
              <a:defRPr/>
            </a:pPr>
            <a:r>
              <a:rPr kumimoji="0" lang="pt-BR" altLang="ja-JP" sz="1500" b="0" i="0" u="none" strike="noStrike" kern="1200" cap="none" spc="0" normalizeH="0" baseline="0" noProof="0">
                <a:ln>
                  <a:noFill/>
                </a:ln>
                <a:solidFill>
                  <a:srgbClr val="071C25"/>
                </a:solidFill>
                <a:effectLst/>
                <a:uLnTx/>
                <a:uFillTx/>
                <a:latin typeface="Arial"/>
                <a:ea typeface="MS PGothic" panose="020B0600070205080204" pitchFamily="34" charset="-128"/>
                <a:cs typeface="Arial" panose="020B0604020202020204" pitchFamily="34" charset="0"/>
              </a:rPr>
              <a:t>Quais formatos (ex. convenção anual)?</a:t>
            </a:r>
          </a:p>
        </p:txBody>
      </p:sp>
      <p:sp>
        <p:nvSpPr>
          <p:cNvPr id="59" name="Oval 58">
            <a:extLst>
              <a:ext uri="{FF2B5EF4-FFF2-40B4-BE49-F238E27FC236}">
                <a16:creationId xmlns:a16="http://schemas.microsoft.com/office/drawing/2014/main" id="{DD678F85-E8B9-EBDC-245E-22FDDA0586BF}"/>
              </a:ext>
            </a:extLst>
          </p:cNvPr>
          <p:cNvSpPr/>
          <p:nvPr/>
        </p:nvSpPr>
        <p:spPr>
          <a:xfrm>
            <a:off x="5596207" y="5318398"/>
            <a:ext cx="828000" cy="828000"/>
          </a:xfrm>
          <a:prstGeom prst="ellipse">
            <a:avLst/>
          </a:prstGeom>
          <a:solidFill>
            <a:schemeClr val="tx2"/>
          </a:solidFill>
          <a:ln w="19050">
            <a:noFill/>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600" b="0" i="0" u="none" strike="noStrike" kern="1200" cap="none" spc="0" normalizeH="0" baseline="0" noProof="0" err="1">
              <a:ln>
                <a:noFill/>
              </a:ln>
              <a:solidFill>
                <a:prstClr val="white"/>
              </a:solidFill>
              <a:effectLst/>
              <a:uLnTx/>
              <a:uFillTx/>
              <a:latin typeface="Arial"/>
              <a:ea typeface="+mn-ea"/>
              <a:cs typeface="+mn-cs"/>
            </a:endParaRPr>
          </a:p>
        </p:txBody>
      </p:sp>
      <p:grpSp>
        <p:nvGrpSpPr>
          <p:cNvPr id="13" name="Group 3">
            <a:extLst>
              <a:ext uri="{FF2B5EF4-FFF2-40B4-BE49-F238E27FC236}">
                <a16:creationId xmlns:a16="http://schemas.microsoft.com/office/drawing/2014/main" id="{23498333-5A49-7E92-8303-B928E125BC75}"/>
              </a:ext>
            </a:extLst>
          </p:cNvPr>
          <p:cNvGrpSpPr/>
          <p:nvPr/>
        </p:nvGrpSpPr>
        <p:grpSpPr>
          <a:xfrm>
            <a:off x="11192966" y="628364"/>
            <a:ext cx="771493" cy="212366"/>
            <a:chOff x="8148670" y="285750"/>
            <a:chExt cx="771493" cy="212366"/>
          </a:xfrm>
        </p:grpSpPr>
        <p:sp>
          <p:nvSpPr>
            <p:cNvPr id="14" name="StickerRectangle">
              <a:extLst>
                <a:ext uri="{FF2B5EF4-FFF2-40B4-BE49-F238E27FC236}">
                  <a16:creationId xmlns:a16="http://schemas.microsoft.com/office/drawing/2014/main" id="{168BA389-20AA-C9BD-A510-4621D853F5EA}"/>
                </a:ext>
              </a:extLst>
            </p:cNvPr>
            <p:cNvSpPr>
              <a:spLocks noChangeArrowheads="1"/>
            </p:cNvSpPr>
            <p:nvPr/>
          </p:nvSpPr>
          <p:spPr bwMode="auto">
            <a:xfrm>
              <a:off x="8148670" y="285750"/>
              <a:ext cx="771493" cy="212366"/>
            </a:xfrm>
            <a:prstGeom prst="leftRightArrow">
              <a:avLst>
                <a:gd name="adj1" fmla="val 100000"/>
                <a:gd name="adj2"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 tIns="0" rIns="0" bIns="27432">
              <a:spAutoFit/>
            </a:bodyPr>
            <a:lstStyle/>
            <a:p>
              <a:pPr marL="0" marR="0" lvl="0" indent="0" algn="r" defTabSz="895350" rtl="0" eaLnBrk="1" fontAlgn="auto" latinLnBrk="0" hangingPunct="1">
                <a:lnSpc>
                  <a:spcPct val="100000"/>
                </a:lnSpc>
                <a:spcBef>
                  <a:spcPts val="0"/>
                </a:spcBef>
                <a:spcAft>
                  <a:spcPts val="0"/>
                </a:spcAft>
                <a:buClr>
                  <a:srgbClr val="020E66"/>
                </a:buClr>
                <a:buSzTx/>
                <a:buFontTx/>
                <a:buNone/>
                <a:tabLst/>
                <a:defRPr/>
              </a:pPr>
              <a:r>
                <a:rPr kumimoji="0" lang="pt-BR" sz="1200" b="0" i="0" u="none" strike="noStrike" kern="1200" cap="none" spc="0" normalizeH="0" baseline="0" noProof="0">
                  <a:ln>
                    <a:noFill/>
                  </a:ln>
                  <a:solidFill>
                    <a:srgbClr val="7F7F7F"/>
                  </a:solidFill>
                  <a:effectLst/>
                  <a:uLnTx/>
                  <a:uFillTx/>
                  <a:latin typeface="Arial"/>
                  <a:ea typeface="+mn-ea"/>
                  <a:cs typeface="+mn-cs"/>
                </a:rPr>
                <a:t>EXEMPLO</a:t>
              </a:r>
            </a:p>
          </p:txBody>
        </p:sp>
        <p:cxnSp>
          <p:nvCxnSpPr>
            <p:cNvPr id="15" name="AutoShape 31">
              <a:extLst>
                <a:ext uri="{FF2B5EF4-FFF2-40B4-BE49-F238E27FC236}">
                  <a16:creationId xmlns:a16="http://schemas.microsoft.com/office/drawing/2014/main" id="{4B98458F-BD67-B3D5-0FC1-49889F516DFB}"/>
                </a:ext>
              </a:extLst>
            </p:cNvPr>
            <p:cNvCxnSpPr>
              <a:cxnSpLocks noChangeShapeType="1"/>
              <a:stCxn id="14" idx="2"/>
              <a:endCxn id="14" idx="4"/>
            </p:cNvCxnSpPr>
            <p:nvPr/>
          </p:nvCxnSpPr>
          <p:spPr bwMode="auto">
            <a:xfrm>
              <a:off x="8148670" y="285750"/>
              <a:ext cx="0" cy="212366"/>
            </a:xfrm>
            <a:prstGeom prst="straightConnector1">
              <a:avLst/>
            </a:prstGeom>
            <a:noFill/>
            <a:ln w="9525">
              <a:solidFill>
                <a:schemeClr val="accent6"/>
              </a:solidFill>
              <a:round/>
              <a:headEnd/>
              <a:tailEnd/>
            </a:ln>
            <a:extLst>
              <a:ext uri="{909E8E84-426E-40DD-AFC4-6F175D3DCCD1}">
                <a14:hiddenFill xmlns:a14="http://schemas.microsoft.com/office/drawing/2010/main">
                  <a:noFill/>
                </a14:hiddenFill>
              </a:ext>
            </a:extLst>
          </p:spPr>
        </p:cxnSp>
        <p:cxnSp>
          <p:nvCxnSpPr>
            <p:cNvPr id="16" name="AutoShape 32">
              <a:extLst>
                <a:ext uri="{FF2B5EF4-FFF2-40B4-BE49-F238E27FC236}">
                  <a16:creationId xmlns:a16="http://schemas.microsoft.com/office/drawing/2014/main" id="{DF5FB8D8-DE7E-C389-2455-1CD50F0EF6C4}"/>
                </a:ext>
              </a:extLst>
            </p:cNvPr>
            <p:cNvCxnSpPr>
              <a:cxnSpLocks noChangeShapeType="1"/>
              <a:stCxn id="14" idx="4"/>
              <a:endCxn id="14" idx="6"/>
            </p:cNvCxnSpPr>
            <p:nvPr/>
          </p:nvCxnSpPr>
          <p:spPr bwMode="auto">
            <a:xfrm>
              <a:off x="8148670" y="498116"/>
              <a:ext cx="771493" cy="0"/>
            </a:xfrm>
            <a:prstGeom prst="straightConnector1">
              <a:avLst/>
            </a:prstGeom>
            <a:noFill/>
            <a:ln w="25400">
              <a:solidFill>
                <a:schemeClr val="accent6"/>
              </a:solidFill>
              <a:round/>
              <a:headEnd/>
              <a:tailEnd/>
            </a:ln>
            <a:extLst>
              <a:ext uri="{909E8E84-426E-40DD-AFC4-6F175D3DCCD1}">
                <a14:hiddenFill xmlns:a14="http://schemas.microsoft.com/office/drawing/2010/main">
                  <a:noFill/>
                </a14:hiddenFill>
              </a:ext>
            </a:extLst>
          </p:spPr>
        </p:cxnSp>
      </p:grpSp>
      <p:pic>
        <p:nvPicPr>
          <p:cNvPr id="69" name="Picture 68">
            <a:extLst>
              <a:ext uri="{FF2B5EF4-FFF2-40B4-BE49-F238E27FC236}">
                <a16:creationId xmlns:a16="http://schemas.microsoft.com/office/drawing/2014/main" id="{8892C6BA-80B1-6E01-C2E7-23B25BC28434}"/>
              </a:ext>
            </a:extLst>
          </p:cNvPr>
          <p:cNvPicPr>
            <a:picLocks noChangeAspect="1"/>
          </p:cNvPicPr>
          <p:nvPr/>
        </p:nvPicPr>
        <p:blipFill>
          <a:blip r:embed="rId14" cstate="email">
            <a:lum bright="70000" contrast="-70000"/>
            <a:extLst>
              <a:ext uri="{BEBA8EAE-BF5A-486C-A8C5-ECC9F3942E4B}">
                <a14:imgProps xmlns:a14="http://schemas.microsoft.com/office/drawing/2010/main">
                  <a14:imgLayer r:embed="rId15">
                    <a14:imgEffect>
                      <a14:artisticPhotocopy/>
                    </a14:imgEffect>
                  </a14:imgLayer>
                </a14:imgProps>
              </a:ext>
              <a:ext uri="{28A0092B-C50C-407E-A947-70E740481C1C}">
                <a14:useLocalDpi xmlns:a14="http://schemas.microsoft.com/office/drawing/2010/main"/>
              </a:ext>
            </a:extLst>
          </a:blip>
          <a:stretch>
            <a:fillRect/>
          </a:stretch>
        </p:blipFill>
        <p:spPr>
          <a:xfrm>
            <a:off x="5704207" y="1488439"/>
            <a:ext cx="612000" cy="612000"/>
          </a:xfrm>
          <a:prstGeom prst="rect">
            <a:avLst/>
          </a:prstGeom>
        </p:spPr>
      </p:pic>
      <p:pic>
        <p:nvPicPr>
          <p:cNvPr id="70" name="Picture 69">
            <a:extLst>
              <a:ext uri="{FF2B5EF4-FFF2-40B4-BE49-F238E27FC236}">
                <a16:creationId xmlns:a16="http://schemas.microsoft.com/office/drawing/2014/main" id="{16424E98-D247-21B0-846A-AC5E4D84D32F}"/>
              </a:ext>
            </a:extLst>
          </p:cNvPr>
          <p:cNvPicPr>
            <a:picLocks noChangeAspect="1"/>
          </p:cNvPicPr>
          <p:nvPr/>
        </p:nvPicPr>
        <p:blipFill>
          <a:blip r:embed="rId16" cstate="email">
            <a:lum bright="70000" contrast="-70000"/>
            <a:extLst>
              <a:ext uri="{BEBA8EAE-BF5A-486C-A8C5-ECC9F3942E4B}">
                <a14:imgProps xmlns:a14="http://schemas.microsoft.com/office/drawing/2010/main">
                  <a14:imgLayer r:embed="rId17">
                    <a14:imgEffect>
                      <a14:artisticPhotocopy/>
                    </a14:imgEffect>
                  </a14:imgLayer>
                </a14:imgProps>
              </a:ext>
              <a:ext uri="{28A0092B-C50C-407E-A947-70E740481C1C}">
                <a14:useLocalDpi xmlns:a14="http://schemas.microsoft.com/office/drawing/2010/main"/>
              </a:ext>
            </a:extLst>
          </a:blip>
          <a:stretch>
            <a:fillRect/>
          </a:stretch>
        </p:blipFill>
        <p:spPr>
          <a:xfrm>
            <a:off x="5704207" y="2449096"/>
            <a:ext cx="612000" cy="612000"/>
          </a:xfrm>
          <a:prstGeom prst="rect">
            <a:avLst/>
          </a:prstGeom>
        </p:spPr>
      </p:pic>
      <p:pic>
        <p:nvPicPr>
          <p:cNvPr id="71" name="Picture 70">
            <a:extLst>
              <a:ext uri="{FF2B5EF4-FFF2-40B4-BE49-F238E27FC236}">
                <a16:creationId xmlns:a16="http://schemas.microsoft.com/office/drawing/2014/main" id="{A4F9F73C-3C9F-D0FB-289E-8E9F4C5F1E03}"/>
              </a:ext>
            </a:extLst>
          </p:cNvPr>
          <p:cNvPicPr>
            <a:picLocks noChangeAspect="1"/>
          </p:cNvPicPr>
          <p:nvPr/>
        </p:nvPicPr>
        <p:blipFill>
          <a:blip r:embed="rId18" cstate="email">
            <a:lum bright="70000" contrast="-70000"/>
            <a:extLst>
              <a:ext uri="{BEBA8EAE-BF5A-486C-A8C5-ECC9F3942E4B}">
                <a14:imgProps xmlns:a14="http://schemas.microsoft.com/office/drawing/2010/main">
                  <a14:imgLayer r:embed="rId19">
                    <a14:imgEffect>
                      <a14:artisticPhotocopy/>
                    </a14:imgEffect>
                  </a14:imgLayer>
                </a14:imgProps>
              </a:ext>
              <a:ext uri="{28A0092B-C50C-407E-A947-70E740481C1C}">
                <a14:useLocalDpi xmlns:a14="http://schemas.microsoft.com/office/drawing/2010/main"/>
              </a:ext>
            </a:extLst>
          </a:blip>
          <a:stretch>
            <a:fillRect/>
          </a:stretch>
        </p:blipFill>
        <p:spPr>
          <a:xfrm>
            <a:off x="5722207" y="3475418"/>
            <a:ext cx="576000" cy="576000"/>
          </a:xfrm>
          <a:prstGeom prst="rect">
            <a:avLst/>
          </a:prstGeom>
        </p:spPr>
      </p:pic>
      <p:pic>
        <p:nvPicPr>
          <p:cNvPr id="72" name="Picture 71">
            <a:extLst>
              <a:ext uri="{FF2B5EF4-FFF2-40B4-BE49-F238E27FC236}">
                <a16:creationId xmlns:a16="http://schemas.microsoft.com/office/drawing/2014/main" id="{E7309DC0-983D-AB18-FABD-F47B6D6005C0}"/>
              </a:ext>
            </a:extLst>
          </p:cNvPr>
          <p:cNvPicPr>
            <a:picLocks noChangeAspect="1"/>
          </p:cNvPicPr>
          <p:nvPr/>
        </p:nvPicPr>
        <p:blipFill>
          <a:blip r:embed="rId20" cstate="email">
            <a:lum bright="70000" contrast="-70000"/>
            <a:extLst>
              <a:ext uri="{BEBA8EAE-BF5A-486C-A8C5-ECC9F3942E4B}">
                <a14:imgProps xmlns:a14="http://schemas.microsoft.com/office/drawing/2010/main">
                  <a14:imgLayer r:embed="rId21">
                    <a14:imgEffect>
                      <a14:artisticPhotocopy/>
                    </a14:imgEffect>
                  </a14:imgLayer>
                </a14:imgProps>
              </a:ext>
              <a:ext uri="{28A0092B-C50C-407E-A947-70E740481C1C}">
                <a14:useLocalDpi xmlns:a14="http://schemas.microsoft.com/office/drawing/2010/main"/>
              </a:ext>
            </a:extLst>
          </a:blip>
          <a:stretch>
            <a:fillRect/>
          </a:stretch>
        </p:blipFill>
        <p:spPr>
          <a:xfrm>
            <a:off x="5722207" y="4483740"/>
            <a:ext cx="576000" cy="576000"/>
          </a:xfrm>
          <a:prstGeom prst="rect">
            <a:avLst/>
          </a:prstGeom>
        </p:spPr>
      </p:pic>
      <p:pic>
        <p:nvPicPr>
          <p:cNvPr id="73" name="Picture 72">
            <a:extLst>
              <a:ext uri="{FF2B5EF4-FFF2-40B4-BE49-F238E27FC236}">
                <a16:creationId xmlns:a16="http://schemas.microsoft.com/office/drawing/2014/main" id="{FF8E72CB-A7DB-9336-247C-E64026F4BB40}"/>
              </a:ext>
            </a:extLst>
          </p:cNvPr>
          <p:cNvPicPr>
            <a:picLocks noChangeAspect="1"/>
          </p:cNvPicPr>
          <p:nvPr/>
        </p:nvPicPr>
        <p:blipFill>
          <a:blip r:embed="rId22" cstate="email">
            <a:lum bright="70000" contrast="-70000"/>
            <a:extLst>
              <a:ext uri="{BEBA8EAE-BF5A-486C-A8C5-ECC9F3942E4B}">
                <a14:imgProps xmlns:a14="http://schemas.microsoft.com/office/drawing/2010/main">
                  <a14:imgLayer r:embed="rId23">
                    <a14:imgEffect>
                      <a14:artisticPhotocopy/>
                    </a14:imgEffect>
                  </a14:imgLayer>
                </a14:imgProps>
              </a:ext>
              <a:ext uri="{28A0092B-C50C-407E-A947-70E740481C1C}">
                <a14:useLocalDpi xmlns:a14="http://schemas.microsoft.com/office/drawing/2010/main"/>
              </a:ext>
            </a:extLst>
          </a:blip>
          <a:stretch>
            <a:fillRect/>
          </a:stretch>
        </p:blipFill>
        <p:spPr>
          <a:xfrm>
            <a:off x="5686207" y="5408398"/>
            <a:ext cx="648000" cy="648000"/>
          </a:xfrm>
          <a:prstGeom prst="rect">
            <a:avLst/>
          </a:prstGeom>
        </p:spPr>
      </p:pic>
    </p:spTree>
    <p:extLst>
      <p:ext uri="{BB962C8B-B14F-4D97-AF65-F5344CB8AC3E}">
        <p14:creationId xmlns:p14="http://schemas.microsoft.com/office/powerpoint/2010/main" val="184678274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Object 14" hidden="1">
            <a:extLst>
              <a:ext uri="{FF2B5EF4-FFF2-40B4-BE49-F238E27FC236}">
                <a16:creationId xmlns:a16="http://schemas.microsoft.com/office/drawing/2014/main" id="{13724922-CDD7-3371-BE58-F1CABA347B08}"/>
              </a:ext>
            </a:extLst>
          </p:cNvPr>
          <p:cNvGraphicFramePr>
            <a:graphicFrameLocks noChangeAspect="1"/>
          </p:cNvGraphicFramePr>
          <p:nvPr>
            <p:custDataLst>
              <p:tags r:id="rId1"/>
            </p:custDataLst>
            <p:extLst>
              <p:ext uri="{D42A27DB-BD31-4B8C-83A1-F6EECF244321}">
                <p14:modId xmlns:p14="http://schemas.microsoft.com/office/powerpoint/2010/main" val="261319192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Slide do think-cell" r:id="rId3" imgW="344" imgH="344" progId="TCLayout.ActiveDocument.1">
                  <p:embed/>
                </p:oleObj>
              </mc:Choice>
              <mc:Fallback>
                <p:oleObj name="Slide do think-cell" r:id="rId3" imgW="344" imgH="344" progId="TCLayout.ActiveDocument.1">
                  <p:embed/>
                  <p:pic>
                    <p:nvPicPr>
                      <p:cNvPr id="15" name="Object 14" hidden="1">
                        <a:extLst>
                          <a:ext uri="{FF2B5EF4-FFF2-40B4-BE49-F238E27FC236}">
                            <a16:creationId xmlns:a16="http://schemas.microsoft.com/office/drawing/2014/main" id="{13724922-CDD7-3371-BE58-F1CABA347B0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34" name="Rectangle 3">
            <a:extLst>
              <a:ext uri="{FF2B5EF4-FFF2-40B4-BE49-F238E27FC236}">
                <a16:creationId xmlns:a16="http://schemas.microsoft.com/office/drawing/2014/main" id="{0FCA8925-29F0-FBA3-AFC8-167764A575F2}"/>
              </a:ext>
            </a:extLst>
          </p:cNvPr>
          <p:cNvSpPr/>
          <p:nvPr/>
        </p:nvSpPr>
        <p:spPr>
          <a:xfrm>
            <a:off x="9273084" y="1439158"/>
            <a:ext cx="2918916" cy="4879580"/>
          </a:xfrm>
          <a:prstGeom prst="rect">
            <a:avLst/>
          </a:prstGeom>
          <a:solidFill>
            <a:schemeClr val="tx2"/>
          </a:solidFill>
          <a:ln w="12700">
            <a:noFill/>
            <a:miter lim="400000"/>
          </a:ln>
          <a:effectLst/>
        </p:spPr>
        <p:txBody>
          <a:bodyPr lIns="108000" tIns="72000" rIns="108000" bIns="72000" rtlCol="0" anchor="ctr"/>
          <a:lstStyle/>
          <a:p>
            <a:pPr algn="l"/>
            <a:endParaRPr lang="pt-BR" sz="1400" err="1">
              <a:solidFill>
                <a:schemeClr val="bg1"/>
              </a:solidFill>
            </a:endParaRPr>
          </a:p>
        </p:txBody>
      </p:sp>
      <p:sp>
        <p:nvSpPr>
          <p:cNvPr id="2" name="Text Placeholder 1">
            <a:extLst>
              <a:ext uri="{FF2B5EF4-FFF2-40B4-BE49-F238E27FC236}">
                <a16:creationId xmlns:a16="http://schemas.microsoft.com/office/drawing/2014/main" id="{154666A6-8368-3C4F-DA56-09C50B52FBF1}"/>
              </a:ext>
            </a:extLst>
          </p:cNvPr>
          <p:cNvSpPr>
            <a:spLocks noGrp="1"/>
          </p:cNvSpPr>
          <p:nvPr>
            <p:ph type="body" sz="quarter" idx="14"/>
          </p:nvPr>
        </p:nvSpPr>
        <p:spPr/>
        <p:txBody>
          <a:bodyPr/>
          <a:lstStyle/>
          <a:p>
            <a:r>
              <a:rPr lang="pt-BR"/>
              <a:t>1. Inclui outras empresas além do agronegócio. Fonte: Mirow &amp; Co.</a:t>
            </a:r>
          </a:p>
        </p:txBody>
      </p:sp>
      <p:sp>
        <p:nvSpPr>
          <p:cNvPr id="3" name="Title 2">
            <a:extLst>
              <a:ext uri="{FF2B5EF4-FFF2-40B4-BE49-F238E27FC236}">
                <a16:creationId xmlns:a16="http://schemas.microsoft.com/office/drawing/2014/main" id="{C4BD3EC2-7CEF-C6DB-8429-ADACE9691ABB}"/>
              </a:ext>
            </a:extLst>
          </p:cNvPr>
          <p:cNvSpPr>
            <a:spLocks noGrp="1"/>
          </p:cNvSpPr>
          <p:nvPr>
            <p:ph type="title"/>
          </p:nvPr>
        </p:nvSpPr>
        <p:spPr/>
        <p:txBody>
          <a:bodyPr vert="horz"/>
          <a:lstStyle/>
          <a:p>
            <a:r>
              <a:rPr lang="pt-BR"/>
              <a:t>Iremos alavancar estudo recente com empresas de agronegócio</a:t>
            </a:r>
            <a:r>
              <a:rPr lang="pt-BR" baseline="30000"/>
              <a:t>1</a:t>
            </a:r>
            <a:r>
              <a:rPr lang="pt-BR"/>
              <a:t> sobre temas comerciais para identificar potenciais implicações para a Morro Verde</a:t>
            </a:r>
          </a:p>
        </p:txBody>
      </p:sp>
      <p:sp>
        <p:nvSpPr>
          <p:cNvPr id="7" name="Content Placeholder 2">
            <a:extLst>
              <a:ext uri="{FF2B5EF4-FFF2-40B4-BE49-F238E27FC236}">
                <a16:creationId xmlns:a16="http://schemas.microsoft.com/office/drawing/2014/main" id="{2E7E6E13-20BA-DCE0-97A3-B496CD2A58C6}"/>
              </a:ext>
            </a:extLst>
          </p:cNvPr>
          <p:cNvSpPr txBox="1">
            <a:spLocks/>
          </p:cNvSpPr>
          <p:nvPr/>
        </p:nvSpPr>
        <p:spPr bwMode="auto">
          <a:xfrm>
            <a:off x="478971" y="864001"/>
            <a:ext cx="8794113" cy="246221"/>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marL="195263" indent="-195263" algn="l" rtl="0" eaLnBrk="1" fontAlgn="base" hangingPunct="1">
              <a:spcBef>
                <a:spcPts val="0"/>
              </a:spcBef>
              <a:spcAft>
                <a:spcPts val="600"/>
              </a:spcAft>
              <a:buClr>
                <a:schemeClr val="tx2"/>
              </a:buClr>
              <a:buFont typeface="Wingdings" panose="05000000000000000000" pitchFamily="2" charset="2"/>
              <a:buChar char="§"/>
              <a:defRPr sz="1400">
                <a:solidFill>
                  <a:schemeClr val="tx1"/>
                </a:solidFill>
                <a:latin typeface="+mn-lt"/>
                <a:ea typeface="+mn-ea"/>
                <a:cs typeface="+mn-cs"/>
              </a:defRPr>
            </a:lvl1pPr>
            <a:lvl2pPr marL="404813" indent="-207963" algn="l" rtl="0" eaLnBrk="1" fontAlgn="base" hangingPunct="1">
              <a:spcBef>
                <a:spcPts val="0"/>
              </a:spcBef>
              <a:spcAft>
                <a:spcPts val="600"/>
              </a:spcAft>
              <a:buClr>
                <a:schemeClr val="tx2"/>
              </a:buClr>
              <a:buChar char="–"/>
              <a:defRPr sz="1400">
                <a:solidFill>
                  <a:schemeClr val="tx1"/>
                </a:solidFill>
                <a:latin typeface="+mn-lt"/>
              </a:defRPr>
            </a:lvl2pPr>
            <a:lvl3pPr marL="587375" indent="-180975" algn="l" rtl="0" eaLnBrk="1" fontAlgn="base" hangingPunct="1">
              <a:spcBef>
                <a:spcPct val="20000"/>
              </a:spcBef>
              <a:spcAft>
                <a:spcPct val="0"/>
              </a:spcAft>
              <a:buClr>
                <a:schemeClr val="tx2"/>
              </a:buClr>
              <a:buChar char="•"/>
              <a:defRPr sz="1600">
                <a:solidFill>
                  <a:schemeClr val="tx1"/>
                </a:solidFill>
                <a:latin typeface="+mn-lt"/>
              </a:defRPr>
            </a:lvl3pPr>
            <a:lvl4pPr marL="815975" indent="-227013" algn="l" rtl="0" eaLnBrk="1" fontAlgn="base" hangingPunct="1">
              <a:spcBef>
                <a:spcPct val="20000"/>
              </a:spcBef>
              <a:spcAft>
                <a:spcPct val="0"/>
              </a:spcAft>
              <a:buClr>
                <a:schemeClr val="tx2"/>
              </a:buClr>
              <a:buChar char="–"/>
              <a:defRPr sz="1600">
                <a:solidFill>
                  <a:schemeClr val="tx1"/>
                </a:solidFill>
                <a:latin typeface="+mn-lt"/>
              </a:defRPr>
            </a:lvl4pPr>
            <a:lvl5pPr marL="968375" indent="-150813" algn="l" rtl="0" eaLnBrk="1" fontAlgn="base" hangingPunct="1">
              <a:spcBef>
                <a:spcPct val="20000"/>
              </a:spcBef>
              <a:spcAft>
                <a:spcPct val="0"/>
              </a:spcAft>
              <a:buClr>
                <a:schemeClr val="tx2"/>
              </a:buClr>
              <a:buChar char="»"/>
              <a:defRPr sz="1600">
                <a:solidFill>
                  <a:schemeClr val="tx1"/>
                </a:solidFill>
                <a:latin typeface="+mn-lt"/>
              </a:defRPr>
            </a:lvl5pPr>
            <a:lvl6pPr marL="1425575" indent="-150813" algn="l" rtl="0" eaLnBrk="1" fontAlgn="base" hangingPunct="1">
              <a:spcBef>
                <a:spcPct val="20000"/>
              </a:spcBef>
              <a:spcAft>
                <a:spcPct val="0"/>
              </a:spcAft>
              <a:buChar char="»"/>
              <a:defRPr sz="1000">
                <a:solidFill>
                  <a:schemeClr val="tx1"/>
                </a:solidFill>
                <a:latin typeface="+mn-lt"/>
              </a:defRPr>
            </a:lvl6pPr>
            <a:lvl7pPr marL="1882775" indent="-150813" algn="l" rtl="0" eaLnBrk="1" fontAlgn="base" hangingPunct="1">
              <a:spcBef>
                <a:spcPct val="20000"/>
              </a:spcBef>
              <a:spcAft>
                <a:spcPct val="0"/>
              </a:spcAft>
              <a:buChar char="»"/>
              <a:defRPr sz="1000">
                <a:solidFill>
                  <a:schemeClr val="tx1"/>
                </a:solidFill>
                <a:latin typeface="+mn-lt"/>
              </a:defRPr>
            </a:lvl7pPr>
            <a:lvl8pPr marL="2339975" indent="-150813" algn="l" rtl="0" eaLnBrk="1" fontAlgn="base" hangingPunct="1">
              <a:spcBef>
                <a:spcPct val="20000"/>
              </a:spcBef>
              <a:spcAft>
                <a:spcPct val="0"/>
              </a:spcAft>
              <a:buChar char="»"/>
              <a:defRPr sz="1000">
                <a:solidFill>
                  <a:schemeClr val="tx1"/>
                </a:solidFill>
                <a:latin typeface="+mn-lt"/>
              </a:defRPr>
            </a:lvl8pPr>
            <a:lvl9pPr marL="2797175" indent="-150813" algn="l" rtl="0" eaLnBrk="1" fontAlgn="base" hangingPunct="1">
              <a:spcBef>
                <a:spcPct val="20000"/>
              </a:spcBef>
              <a:spcAft>
                <a:spcPct val="0"/>
              </a:spcAft>
              <a:buChar char="»"/>
              <a:defRPr sz="1000">
                <a:solidFill>
                  <a:schemeClr val="tx1"/>
                </a:solidFill>
                <a:latin typeface="+mn-lt"/>
              </a:defRPr>
            </a:lvl9pPr>
          </a:lstStyle>
          <a:p>
            <a:pPr marL="0" marR="0" lvl="0" indent="0" algn="l" defTabSz="895350" rtl="0" eaLnBrk="1" fontAlgn="auto" latinLnBrk="0" hangingPunct="1">
              <a:lnSpc>
                <a:spcPct val="100000"/>
              </a:lnSpc>
              <a:spcBef>
                <a:spcPts val="0"/>
              </a:spcBef>
              <a:spcAft>
                <a:spcPts val="0"/>
              </a:spcAft>
              <a:buClrTx/>
              <a:buSzTx/>
              <a:buFontTx/>
              <a:buNone/>
              <a:tabLst/>
              <a:defRPr/>
            </a:pPr>
            <a:r>
              <a:rPr kumimoji="0" lang="pt-BR" sz="1600" b="0" i="0" u="none" strike="noStrike" kern="1200" cap="none" spc="0" normalizeH="0" baseline="0" noProof="0">
                <a:ln>
                  <a:noFill/>
                </a:ln>
                <a:solidFill>
                  <a:srgbClr val="808080"/>
                </a:solidFill>
                <a:effectLst/>
                <a:uLnTx/>
                <a:uFillTx/>
                <a:latin typeface="Arial"/>
                <a:ea typeface="+mn-ea"/>
                <a:cs typeface="+mn-cs"/>
              </a:rPr>
              <a:t>Exemplo de </a:t>
            </a:r>
            <a:r>
              <a:rPr kumimoji="0" lang="pt-BR" sz="1600" b="0" i="1" u="none" strike="noStrike" kern="1200" cap="none" spc="0" normalizeH="0" baseline="0" noProof="0">
                <a:ln>
                  <a:noFill/>
                </a:ln>
                <a:solidFill>
                  <a:srgbClr val="808080"/>
                </a:solidFill>
                <a:effectLst/>
                <a:uLnTx/>
                <a:uFillTx/>
                <a:latin typeface="Arial"/>
                <a:ea typeface="+mn-ea"/>
                <a:cs typeface="+mn-cs"/>
              </a:rPr>
              <a:t>benchmarking</a:t>
            </a:r>
          </a:p>
        </p:txBody>
      </p:sp>
      <p:grpSp>
        <p:nvGrpSpPr>
          <p:cNvPr id="11" name="Group 24">
            <a:extLst>
              <a:ext uri="{FF2B5EF4-FFF2-40B4-BE49-F238E27FC236}">
                <a16:creationId xmlns:a16="http://schemas.microsoft.com/office/drawing/2014/main" id="{689DFF14-6230-F328-EA61-4FC6E186987B}"/>
              </a:ext>
            </a:extLst>
          </p:cNvPr>
          <p:cNvGrpSpPr/>
          <p:nvPr/>
        </p:nvGrpSpPr>
        <p:grpSpPr>
          <a:xfrm>
            <a:off x="10938280" y="628364"/>
            <a:ext cx="1026179" cy="212366"/>
            <a:chOff x="7714596" y="285750"/>
            <a:chExt cx="1026179" cy="212366"/>
          </a:xfrm>
        </p:grpSpPr>
        <p:sp>
          <p:nvSpPr>
            <p:cNvPr id="12" name="StickerRectangle">
              <a:extLst>
                <a:ext uri="{FF2B5EF4-FFF2-40B4-BE49-F238E27FC236}">
                  <a16:creationId xmlns:a16="http://schemas.microsoft.com/office/drawing/2014/main" id="{8CD3112C-221B-25DD-4FCF-FBB75BFA5150}"/>
                </a:ext>
              </a:extLst>
            </p:cNvPr>
            <p:cNvSpPr>
              <a:spLocks noChangeArrowheads="1"/>
            </p:cNvSpPr>
            <p:nvPr/>
          </p:nvSpPr>
          <p:spPr bwMode="auto">
            <a:xfrm>
              <a:off x="7714596" y="285750"/>
              <a:ext cx="1026179" cy="212366"/>
            </a:xfrm>
            <a:prstGeom prst="leftRightArrow">
              <a:avLst>
                <a:gd name="adj1" fmla="val 100000"/>
                <a:gd name="adj2"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 tIns="0" rIns="0" bIns="27432">
              <a:spAutoFit/>
            </a:bodyPr>
            <a:lstStyle/>
            <a:p>
              <a:pPr marL="0" marR="0" lvl="0" indent="0" algn="r" defTabSz="895350" rtl="0" eaLnBrk="1" fontAlgn="auto" latinLnBrk="0" hangingPunct="1">
                <a:lnSpc>
                  <a:spcPct val="100000"/>
                </a:lnSpc>
                <a:spcBef>
                  <a:spcPts val="0"/>
                </a:spcBef>
                <a:spcAft>
                  <a:spcPts val="0"/>
                </a:spcAft>
                <a:buClr>
                  <a:srgbClr val="020E66"/>
                </a:buClr>
                <a:buSzTx/>
                <a:buFontTx/>
                <a:buNone/>
                <a:tabLst/>
                <a:defRPr/>
              </a:pPr>
              <a:r>
                <a:rPr kumimoji="0" lang="pt-BR" sz="1200" b="0" i="0" u="none" strike="noStrike" kern="1200" cap="none" spc="0" normalizeH="0" baseline="0" noProof="0">
                  <a:ln>
                    <a:noFill/>
                  </a:ln>
                  <a:solidFill>
                    <a:srgbClr val="808080"/>
                  </a:solidFill>
                  <a:effectLst/>
                  <a:uLnTx/>
                  <a:uFillTx/>
                  <a:latin typeface="Arial"/>
                  <a:ea typeface="+mn-ea"/>
                  <a:cs typeface="+mn-cs"/>
                </a:rPr>
                <a:t>ILUSTRATIVO</a:t>
              </a:r>
            </a:p>
          </p:txBody>
        </p:sp>
        <p:cxnSp>
          <p:nvCxnSpPr>
            <p:cNvPr id="14" name="AutoShape 31">
              <a:extLst>
                <a:ext uri="{FF2B5EF4-FFF2-40B4-BE49-F238E27FC236}">
                  <a16:creationId xmlns:a16="http://schemas.microsoft.com/office/drawing/2014/main" id="{E8322A59-122C-1ABF-1376-BA3B273E055E}"/>
                </a:ext>
              </a:extLst>
            </p:cNvPr>
            <p:cNvCxnSpPr>
              <a:cxnSpLocks noChangeShapeType="1"/>
              <a:stCxn id="12" idx="2"/>
              <a:endCxn id="12" idx="4"/>
            </p:cNvCxnSpPr>
            <p:nvPr/>
          </p:nvCxnSpPr>
          <p:spPr bwMode="auto">
            <a:xfrm>
              <a:off x="7714596" y="285750"/>
              <a:ext cx="0" cy="212366"/>
            </a:xfrm>
            <a:prstGeom prst="straightConnector1">
              <a:avLst/>
            </a:prstGeom>
            <a:noFill/>
            <a:ln w="9525">
              <a:solidFill>
                <a:srgbClr val="808080"/>
              </a:solidFill>
              <a:round/>
              <a:headEnd/>
              <a:tailEnd/>
            </a:ln>
            <a:extLst>
              <a:ext uri="{909E8E84-426E-40DD-AFC4-6F175D3DCCD1}">
                <a14:hiddenFill xmlns:a14="http://schemas.microsoft.com/office/drawing/2010/main">
                  <a:noFill/>
                </a14:hiddenFill>
              </a:ext>
            </a:extLst>
          </p:spPr>
        </p:cxnSp>
        <p:cxnSp>
          <p:nvCxnSpPr>
            <p:cNvPr id="16" name="AutoShape 32">
              <a:extLst>
                <a:ext uri="{FF2B5EF4-FFF2-40B4-BE49-F238E27FC236}">
                  <a16:creationId xmlns:a16="http://schemas.microsoft.com/office/drawing/2014/main" id="{74E1EC8E-803B-EA2C-039A-4EC99F882EC0}"/>
                </a:ext>
              </a:extLst>
            </p:cNvPr>
            <p:cNvCxnSpPr>
              <a:cxnSpLocks noChangeShapeType="1"/>
              <a:stCxn id="12" idx="4"/>
              <a:endCxn id="12" idx="6"/>
            </p:cNvCxnSpPr>
            <p:nvPr/>
          </p:nvCxnSpPr>
          <p:spPr bwMode="auto">
            <a:xfrm>
              <a:off x="7714596" y="498116"/>
              <a:ext cx="1026179" cy="0"/>
            </a:xfrm>
            <a:prstGeom prst="straightConnector1">
              <a:avLst/>
            </a:prstGeom>
            <a:noFill/>
            <a:ln w="25400">
              <a:solidFill>
                <a:srgbClr val="808080"/>
              </a:solidFill>
              <a:round/>
              <a:headEnd/>
              <a:tailEnd/>
            </a:ln>
            <a:extLst>
              <a:ext uri="{909E8E84-426E-40DD-AFC4-6F175D3DCCD1}">
                <a14:hiddenFill xmlns:a14="http://schemas.microsoft.com/office/drawing/2010/main">
                  <a:noFill/>
                </a14:hiddenFill>
              </a:ext>
            </a:extLst>
          </p:spPr>
        </p:cxnSp>
      </p:grpSp>
      <p:grpSp>
        <p:nvGrpSpPr>
          <p:cNvPr id="1036" name="Agrupar 1035">
            <a:extLst>
              <a:ext uri="{FF2B5EF4-FFF2-40B4-BE49-F238E27FC236}">
                <a16:creationId xmlns:a16="http://schemas.microsoft.com/office/drawing/2014/main" id="{54623E42-FB56-EB6A-BC90-7ABB202B7C28}"/>
              </a:ext>
            </a:extLst>
          </p:cNvPr>
          <p:cNvGrpSpPr/>
          <p:nvPr/>
        </p:nvGrpSpPr>
        <p:grpSpPr>
          <a:xfrm>
            <a:off x="9724542" y="1776333"/>
            <a:ext cx="2016000" cy="4205231"/>
            <a:chOff x="9724542" y="1764421"/>
            <a:chExt cx="2016000" cy="4205231"/>
          </a:xfrm>
        </p:grpSpPr>
        <p:sp>
          <p:nvSpPr>
            <p:cNvPr id="6" name="Rectangle 53">
              <a:extLst>
                <a:ext uri="{FF2B5EF4-FFF2-40B4-BE49-F238E27FC236}">
                  <a16:creationId xmlns:a16="http://schemas.microsoft.com/office/drawing/2014/main" id="{82582644-9799-6766-46B3-A2BED42CC218}"/>
                </a:ext>
              </a:extLst>
            </p:cNvPr>
            <p:cNvSpPr txBox="1"/>
            <p:nvPr/>
          </p:nvSpPr>
          <p:spPr>
            <a:xfrm>
              <a:off x="9724542" y="1764421"/>
              <a:ext cx="2016000" cy="400110"/>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marL="0" lvl="0" indent="0" defTabSz="895350" eaLnBrk="1" hangingPunct="1">
                <a:buClr>
                  <a:schemeClr val="tx2"/>
                </a:buClr>
                <a:defRPr baseline="0">
                  <a:latin typeface="+mn-lt"/>
                </a:defRPr>
              </a:lvl1pPr>
              <a:lvl2pPr marL="193675" lvl="1" indent="-192088" defTabSz="895350" eaLnBrk="1" hangingPunct="1">
                <a:buClr>
                  <a:schemeClr val="tx2"/>
                </a:buClr>
                <a:buSzPct val="125000"/>
                <a:buFont typeface="Arial" charset="0"/>
                <a:buChar char="▪"/>
                <a:defRPr baseline="0">
                  <a:latin typeface="+mn-lt"/>
                </a:defRPr>
              </a:lvl2pPr>
              <a:lvl3pPr marL="457200" lvl="2" indent="-261938" defTabSz="895350" eaLnBrk="1" hangingPunct="1">
                <a:buClr>
                  <a:schemeClr val="tx2"/>
                </a:buClr>
                <a:buSzPct val="120000"/>
                <a:buFont typeface="Arial" charset="0"/>
                <a:buChar char="–"/>
                <a:defRPr baseline="0">
                  <a:latin typeface="+mn-lt"/>
                </a:defRPr>
              </a:lvl3pPr>
              <a:lvl4pPr marL="614363" lvl="3" indent="-155575" defTabSz="895350" eaLnBrk="1" hangingPunct="1">
                <a:buClr>
                  <a:schemeClr val="tx2"/>
                </a:buClr>
                <a:buSzPct val="120000"/>
                <a:buFont typeface="Arial" charset="0"/>
                <a:buChar char="▫"/>
                <a:defRPr baseline="0">
                  <a:latin typeface="+mn-lt"/>
                </a:defRPr>
              </a:lvl4pPr>
              <a:lvl5pPr marL="749808" lvl="4" indent="-130175" defTabSz="895350" eaLnBrk="1" hangingPunct="1">
                <a:buClr>
                  <a:schemeClr val="tx2"/>
                </a:buClr>
                <a:buSzPct val="89000"/>
                <a:buFont typeface="Arial" charset="0"/>
                <a:buChar char="-"/>
                <a:defRPr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a:buClrTx/>
              </a:pPr>
              <a:r>
                <a:rPr lang="pt-BR" sz="1300" b="1">
                  <a:solidFill>
                    <a:schemeClr val="bg1"/>
                  </a:solidFill>
                </a:rPr>
                <a:t>Time de vendas e remuneração</a:t>
              </a:r>
            </a:p>
          </p:txBody>
        </p:sp>
        <p:sp>
          <p:nvSpPr>
            <p:cNvPr id="10" name="Rectangle 53">
              <a:extLst>
                <a:ext uri="{FF2B5EF4-FFF2-40B4-BE49-F238E27FC236}">
                  <a16:creationId xmlns:a16="http://schemas.microsoft.com/office/drawing/2014/main" id="{368EC9A7-8BE9-F351-9901-CB76CCA3E342}"/>
                </a:ext>
              </a:extLst>
            </p:cNvPr>
            <p:cNvSpPr txBox="1"/>
            <p:nvPr/>
          </p:nvSpPr>
          <p:spPr>
            <a:xfrm>
              <a:off x="9724542" y="2485434"/>
              <a:ext cx="2016000" cy="400110"/>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marL="0" lvl="0" indent="0" defTabSz="895350" eaLnBrk="1" hangingPunct="1">
                <a:buClr>
                  <a:schemeClr val="tx2"/>
                </a:buClr>
                <a:defRPr baseline="0">
                  <a:latin typeface="+mn-lt"/>
                </a:defRPr>
              </a:lvl1pPr>
              <a:lvl2pPr marL="193675" lvl="1" indent="-192088" defTabSz="895350" eaLnBrk="1" hangingPunct="1">
                <a:buClr>
                  <a:schemeClr val="tx2"/>
                </a:buClr>
                <a:buSzPct val="125000"/>
                <a:buFont typeface="Arial" charset="0"/>
                <a:buChar char="▪"/>
                <a:defRPr baseline="0">
                  <a:latin typeface="+mn-lt"/>
                </a:defRPr>
              </a:lvl2pPr>
              <a:lvl3pPr marL="457200" lvl="2" indent="-261938" defTabSz="895350" eaLnBrk="1" hangingPunct="1">
                <a:buClr>
                  <a:schemeClr val="tx2"/>
                </a:buClr>
                <a:buSzPct val="120000"/>
                <a:buFont typeface="Arial" charset="0"/>
                <a:buChar char="–"/>
                <a:defRPr baseline="0">
                  <a:latin typeface="+mn-lt"/>
                </a:defRPr>
              </a:lvl3pPr>
              <a:lvl4pPr marL="614363" lvl="3" indent="-155575" defTabSz="895350" eaLnBrk="1" hangingPunct="1">
                <a:buClr>
                  <a:schemeClr val="tx2"/>
                </a:buClr>
                <a:buSzPct val="120000"/>
                <a:buFont typeface="Arial" charset="0"/>
                <a:buChar char="▫"/>
                <a:defRPr baseline="0">
                  <a:latin typeface="+mn-lt"/>
                </a:defRPr>
              </a:lvl4pPr>
              <a:lvl5pPr marL="749808" lvl="4" indent="-130175" defTabSz="895350" eaLnBrk="1" hangingPunct="1">
                <a:buClr>
                  <a:schemeClr val="tx2"/>
                </a:buClr>
                <a:buSzPct val="89000"/>
                <a:buFont typeface="Arial" charset="0"/>
                <a:buChar char="-"/>
                <a:defRPr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a:buClrTx/>
              </a:pPr>
              <a:r>
                <a:rPr lang="pt-BR" sz="1300" b="1">
                  <a:solidFill>
                    <a:schemeClr val="bg1"/>
                  </a:solidFill>
                </a:rPr>
                <a:t>Metas e regras de comissionamento</a:t>
              </a:r>
            </a:p>
          </p:txBody>
        </p:sp>
        <p:sp>
          <p:nvSpPr>
            <p:cNvPr id="17" name="Rectangle 53">
              <a:extLst>
                <a:ext uri="{FF2B5EF4-FFF2-40B4-BE49-F238E27FC236}">
                  <a16:creationId xmlns:a16="http://schemas.microsoft.com/office/drawing/2014/main" id="{C8D67064-B96B-EC95-07BB-0CFBE75215D8}"/>
                </a:ext>
              </a:extLst>
            </p:cNvPr>
            <p:cNvSpPr txBox="1"/>
            <p:nvPr/>
          </p:nvSpPr>
          <p:spPr>
            <a:xfrm>
              <a:off x="9724542" y="3206447"/>
              <a:ext cx="2016000" cy="400110"/>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marL="0" lvl="0" indent="0" defTabSz="895350" eaLnBrk="1" hangingPunct="1">
                <a:buClr>
                  <a:schemeClr val="tx2"/>
                </a:buClr>
                <a:defRPr baseline="0">
                  <a:latin typeface="+mn-lt"/>
                </a:defRPr>
              </a:lvl1pPr>
              <a:lvl2pPr marL="193675" lvl="1" indent="-192088" defTabSz="895350" eaLnBrk="1" hangingPunct="1">
                <a:buClr>
                  <a:schemeClr val="tx2"/>
                </a:buClr>
                <a:buSzPct val="125000"/>
                <a:buFont typeface="Arial" charset="0"/>
                <a:buChar char="▪"/>
                <a:defRPr baseline="0">
                  <a:latin typeface="+mn-lt"/>
                </a:defRPr>
              </a:lvl2pPr>
              <a:lvl3pPr marL="457200" lvl="2" indent="-261938" defTabSz="895350" eaLnBrk="1" hangingPunct="1">
                <a:buClr>
                  <a:schemeClr val="tx2"/>
                </a:buClr>
                <a:buSzPct val="120000"/>
                <a:buFont typeface="Arial" charset="0"/>
                <a:buChar char="–"/>
                <a:defRPr baseline="0">
                  <a:latin typeface="+mn-lt"/>
                </a:defRPr>
              </a:lvl3pPr>
              <a:lvl4pPr marL="614363" lvl="3" indent="-155575" defTabSz="895350" eaLnBrk="1" hangingPunct="1">
                <a:buClr>
                  <a:schemeClr val="tx2"/>
                </a:buClr>
                <a:buSzPct val="120000"/>
                <a:buFont typeface="Arial" charset="0"/>
                <a:buChar char="▫"/>
                <a:defRPr baseline="0">
                  <a:latin typeface="+mn-lt"/>
                </a:defRPr>
              </a:lvl4pPr>
              <a:lvl5pPr marL="749808" lvl="4" indent="-130175" defTabSz="895350" eaLnBrk="1" hangingPunct="1">
                <a:buClr>
                  <a:schemeClr val="tx2"/>
                </a:buClr>
                <a:buSzPct val="89000"/>
                <a:buFont typeface="Arial" charset="0"/>
                <a:buChar char="-"/>
                <a:defRPr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a:buClrTx/>
              </a:pPr>
              <a:r>
                <a:rPr lang="en-US" sz="1300" b="1" err="1">
                  <a:solidFill>
                    <a:schemeClr val="bg1"/>
                  </a:solidFill>
                </a:rPr>
                <a:t>Critérios</a:t>
              </a:r>
              <a:r>
                <a:rPr lang="en-US" sz="1300" b="1">
                  <a:solidFill>
                    <a:schemeClr val="bg1"/>
                  </a:solidFill>
                </a:rPr>
                <a:t> </a:t>
              </a:r>
              <a:r>
                <a:rPr lang="en-US" sz="1300" b="1" err="1">
                  <a:solidFill>
                    <a:schemeClr val="bg1"/>
                  </a:solidFill>
                </a:rPr>
                <a:t>não</a:t>
              </a:r>
              <a:r>
                <a:rPr lang="en-US" sz="1300" b="1">
                  <a:solidFill>
                    <a:schemeClr val="bg1"/>
                  </a:solidFill>
                </a:rPr>
                <a:t> </a:t>
              </a:r>
              <a:r>
                <a:rPr lang="en-US" sz="1300" b="1" err="1">
                  <a:solidFill>
                    <a:schemeClr val="bg1"/>
                  </a:solidFill>
                </a:rPr>
                <a:t>financeiros</a:t>
              </a:r>
              <a:endParaRPr lang="en-US" sz="1300" b="1">
                <a:solidFill>
                  <a:schemeClr val="bg1"/>
                </a:solidFill>
              </a:endParaRPr>
            </a:p>
          </p:txBody>
        </p:sp>
        <p:sp>
          <p:nvSpPr>
            <p:cNvPr id="18" name="Rectangle 53">
              <a:extLst>
                <a:ext uri="{FF2B5EF4-FFF2-40B4-BE49-F238E27FC236}">
                  <a16:creationId xmlns:a16="http://schemas.microsoft.com/office/drawing/2014/main" id="{A4C88F0C-0AD7-1527-8E02-2DAE63341241}"/>
                </a:ext>
              </a:extLst>
            </p:cNvPr>
            <p:cNvSpPr txBox="1"/>
            <p:nvPr/>
          </p:nvSpPr>
          <p:spPr>
            <a:xfrm>
              <a:off x="9724542" y="3927460"/>
              <a:ext cx="2016000" cy="400110"/>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marL="0" lvl="0" indent="0" defTabSz="895350" eaLnBrk="1" hangingPunct="1">
                <a:buClr>
                  <a:schemeClr val="tx2"/>
                </a:buClr>
                <a:defRPr baseline="0">
                  <a:latin typeface="+mn-lt"/>
                </a:defRPr>
              </a:lvl1pPr>
              <a:lvl2pPr marL="193675" lvl="1" indent="-192088" defTabSz="895350" eaLnBrk="1" hangingPunct="1">
                <a:buClr>
                  <a:schemeClr val="tx2"/>
                </a:buClr>
                <a:buSzPct val="125000"/>
                <a:buFont typeface="Arial" charset="0"/>
                <a:buChar char="▪"/>
                <a:defRPr baseline="0">
                  <a:latin typeface="+mn-lt"/>
                </a:defRPr>
              </a:lvl2pPr>
              <a:lvl3pPr marL="457200" lvl="2" indent="-261938" defTabSz="895350" eaLnBrk="1" hangingPunct="1">
                <a:buClr>
                  <a:schemeClr val="tx2"/>
                </a:buClr>
                <a:buSzPct val="120000"/>
                <a:buFont typeface="Arial" charset="0"/>
                <a:buChar char="–"/>
                <a:defRPr baseline="0">
                  <a:latin typeface="+mn-lt"/>
                </a:defRPr>
              </a:lvl3pPr>
              <a:lvl4pPr marL="614363" lvl="3" indent="-155575" defTabSz="895350" eaLnBrk="1" hangingPunct="1">
                <a:buClr>
                  <a:schemeClr val="tx2"/>
                </a:buClr>
                <a:buSzPct val="120000"/>
                <a:buFont typeface="Arial" charset="0"/>
                <a:buChar char="▫"/>
                <a:defRPr baseline="0">
                  <a:latin typeface="+mn-lt"/>
                </a:defRPr>
              </a:lvl4pPr>
              <a:lvl5pPr marL="749808" lvl="4" indent="-130175" defTabSz="895350" eaLnBrk="1" hangingPunct="1">
                <a:buClr>
                  <a:schemeClr val="tx2"/>
                </a:buClr>
                <a:buSzPct val="89000"/>
                <a:buFont typeface="Arial" charset="0"/>
                <a:buChar char="-"/>
                <a:defRPr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a:buClrTx/>
              </a:pPr>
              <a:r>
                <a:rPr lang="pt-BR" sz="1300" b="1">
                  <a:solidFill>
                    <a:schemeClr val="bg1"/>
                  </a:solidFill>
                </a:rPr>
                <a:t>Visibilidade das comissões e métricas</a:t>
              </a:r>
            </a:p>
          </p:txBody>
        </p:sp>
        <p:sp>
          <p:nvSpPr>
            <p:cNvPr id="20" name="Rectangle 53">
              <a:extLst>
                <a:ext uri="{FF2B5EF4-FFF2-40B4-BE49-F238E27FC236}">
                  <a16:creationId xmlns:a16="http://schemas.microsoft.com/office/drawing/2014/main" id="{8ADBED6C-5CE9-24DF-144B-9CA861AE13C7}"/>
                </a:ext>
              </a:extLst>
            </p:cNvPr>
            <p:cNvSpPr txBox="1"/>
            <p:nvPr/>
          </p:nvSpPr>
          <p:spPr>
            <a:xfrm>
              <a:off x="9724542" y="4648473"/>
              <a:ext cx="2016000" cy="400110"/>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marL="0" lvl="0" indent="0" defTabSz="895350" eaLnBrk="1" hangingPunct="1">
                <a:buClr>
                  <a:schemeClr val="tx2"/>
                </a:buClr>
                <a:defRPr baseline="0">
                  <a:latin typeface="+mn-lt"/>
                </a:defRPr>
              </a:lvl1pPr>
              <a:lvl2pPr marL="193675" lvl="1" indent="-192088" defTabSz="895350" eaLnBrk="1" hangingPunct="1">
                <a:buClr>
                  <a:schemeClr val="tx2"/>
                </a:buClr>
                <a:buSzPct val="125000"/>
                <a:buFont typeface="Arial" charset="0"/>
                <a:buChar char="▪"/>
                <a:defRPr baseline="0">
                  <a:latin typeface="+mn-lt"/>
                </a:defRPr>
              </a:lvl2pPr>
              <a:lvl3pPr marL="457200" lvl="2" indent="-261938" defTabSz="895350" eaLnBrk="1" hangingPunct="1">
                <a:buClr>
                  <a:schemeClr val="tx2"/>
                </a:buClr>
                <a:buSzPct val="120000"/>
                <a:buFont typeface="Arial" charset="0"/>
                <a:buChar char="–"/>
                <a:defRPr baseline="0">
                  <a:latin typeface="+mn-lt"/>
                </a:defRPr>
              </a:lvl3pPr>
              <a:lvl4pPr marL="614363" lvl="3" indent="-155575" defTabSz="895350" eaLnBrk="1" hangingPunct="1">
                <a:buClr>
                  <a:schemeClr val="tx2"/>
                </a:buClr>
                <a:buSzPct val="120000"/>
                <a:buFont typeface="Arial" charset="0"/>
                <a:buChar char="▫"/>
                <a:defRPr baseline="0">
                  <a:latin typeface="+mn-lt"/>
                </a:defRPr>
              </a:lvl4pPr>
              <a:lvl5pPr marL="749808" lvl="4" indent="-130175" defTabSz="895350" eaLnBrk="1" hangingPunct="1">
                <a:buClr>
                  <a:schemeClr val="tx2"/>
                </a:buClr>
                <a:buSzPct val="89000"/>
                <a:buFont typeface="Arial" charset="0"/>
                <a:buChar char="-"/>
                <a:defRPr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a:buClrTx/>
              </a:pPr>
              <a:r>
                <a:rPr lang="en-US" sz="1300" b="1" err="1">
                  <a:solidFill>
                    <a:schemeClr val="bg1"/>
                  </a:solidFill>
                </a:rPr>
                <a:t>Processo</a:t>
              </a:r>
              <a:r>
                <a:rPr lang="en-US" sz="1300" b="1">
                  <a:solidFill>
                    <a:schemeClr val="bg1"/>
                  </a:solidFill>
                </a:rPr>
                <a:t> e </a:t>
              </a:r>
              <a:r>
                <a:rPr lang="en-US" sz="1300" b="1" err="1">
                  <a:solidFill>
                    <a:schemeClr val="bg1"/>
                  </a:solidFill>
                </a:rPr>
                <a:t>governança</a:t>
              </a:r>
              <a:endParaRPr lang="en-US" sz="1300" b="1">
                <a:solidFill>
                  <a:schemeClr val="bg1"/>
                </a:solidFill>
              </a:endParaRPr>
            </a:p>
          </p:txBody>
        </p:sp>
        <p:sp>
          <p:nvSpPr>
            <p:cNvPr id="28" name="Rectangle 53">
              <a:extLst>
                <a:ext uri="{FF2B5EF4-FFF2-40B4-BE49-F238E27FC236}">
                  <a16:creationId xmlns:a16="http://schemas.microsoft.com/office/drawing/2014/main" id="{98252E11-7E3E-6692-2A1B-44096B16C382}"/>
                </a:ext>
              </a:extLst>
            </p:cNvPr>
            <p:cNvSpPr txBox="1"/>
            <p:nvPr/>
          </p:nvSpPr>
          <p:spPr>
            <a:xfrm>
              <a:off x="9724542" y="5369488"/>
              <a:ext cx="2016000" cy="600164"/>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marL="0" lvl="0" indent="0" defTabSz="895350" eaLnBrk="1" hangingPunct="1">
                <a:buClr>
                  <a:schemeClr val="tx2"/>
                </a:buClr>
                <a:defRPr baseline="0">
                  <a:latin typeface="+mn-lt"/>
                </a:defRPr>
              </a:lvl1pPr>
              <a:lvl2pPr marL="193675" lvl="1" indent="-192088" defTabSz="895350" eaLnBrk="1" hangingPunct="1">
                <a:buClr>
                  <a:schemeClr val="tx2"/>
                </a:buClr>
                <a:buSzPct val="125000"/>
                <a:buFont typeface="Arial" charset="0"/>
                <a:buChar char="▪"/>
                <a:defRPr baseline="0">
                  <a:latin typeface="+mn-lt"/>
                </a:defRPr>
              </a:lvl2pPr>
              <a:lvl3pPr marL="457200" lvl="2" indent="-261938" defTabSz="895350" eaLnBrk="1" hangingPunct="1">
                <a:buClr>
                  <a:schemeClr val="tx2"/>
                </a:buClr>
                <a:buSzPct val="120000"/>
                <a:buFont typeface="Arial" charset="0"/>
                <a:buChar char="–"/>
                <a:defRPr baseline="0">
                  <a:latin typeface="+mn-lt"/>
                </a:defRPr>
              </a:lvl3pPr>
              <a:lvl4pPr marL="614363" lvl="3" indent="-155575" defTabSz="895350" eaLnBrk="1" hangingPunct="1">
                <a:buClr>
                  <a:schemeClr val="tx2"/>
                </a:buClr>
                <a:buSzPct val="120000"/>
                <a:buFont typeface="Arial" charset="0"/>
                <a:buChar char="▫"/>
                <a:defRPr baseline="0">
                  <a:latin typeface="+mn-lt"/>
                </a:defRPr>
              </a:lvl4pPr>
              <a:lvl5pPr marL="749808" lvl="4" indent="-130175" defTabSz="895350" eaLnBrk="1" hangingPunct="1">
                <a:buClr>
                  <a:schemeClr val="tx2"/>
                </a:buClr>
                <a:buSzPct val="89000"/>
                <a:buFont typeface="Arial" charset="0"/>
                <a:buChar char="-"/>
                <a:defRPr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a:buClrTx/>
              </a:pPr>
              <a:r>
                <a:rPr lang="pt-BR" sz="1300" b="1">
                  <a:solidFill>
                    <a:schemeClr val="bg1"/>
                  </a:solidFill>
                </a:rPr>
                <a:t>Segmentação de clientes e precificação</a:t>
              </a:r>
            </a:p>
          </p:txBody>
        </p:sp>
      </p:grpSp>
      <p:sp>
        <p:nvSpPr>
          <p:cNvPr id="39" name="Rectangle 3">
            <a:extLst>
              <a:ext uri="{FF2B5EF4-FFF2-40B4-BE49-F238E27FC236}">
                <a16:creationId xmlns:a16="http://schemas.microsoft.com/office/drawing/2014/main" id="{CC88707C-1DED-94C8-B9BF-A5095537C2C3}"/>
              </a:ext>
            </a:extLst>
          </p:cNvPr>
          <p:cNvSpPr/>
          <p:nvPr/>
        </p:nvSpPr>
        <p:spPr>
          <a:xfrm>
            <a:off x="1" y="1439158"/>
            <a:ext cx="9273084" cy="4879580"/>
          </a:xfrm>
          <a:prstGeom prst="rect">
            <a:avLst/>
          </a:prstGeom>
          <a:solidFill>
            <a:schemeClr val="accent3"/>
          </a:solidFill>
          <a:ln w="12700">
            <a:noFill/>
            <a:miter lim="400000"/>
          </a:ln>
          <a:effectLst/>
        </p:spPr>
        <p:txBody>
          <a:bodyPr lIns="108000" tIns="72000" rIns="108000" bIns="72000" rtlCol="0" anchor="ctr"/>
          <a:lstStyle/>
          <a:p>
            <a:pPr algn="l"/>
            <a:endParaRPr lang="pt-BR" sz="1400" err="1">
              <a:solidFill>
                <a:schemeClr val="bg1"/>
              </a:solidFill>
            </a:endParaRPr>
          </a:p>
        </p:txBody>
      </p:sp>
      <p:sp>
        <p:nvSpPr>
          <p:cNvPr id="40" name="Oval 19">
            <a:extLst>
              <a:ext uri="{FF2B5EF4-FFF2-40B4-BE49-F238E27FC236}">
                <a16:creationId xmlns:a16="http://schemas.microsoft.com/office/drawing/2014/main" id="{DDEE40B4-A007-1B03-D698-AE8B2A7F554A}"/>
              </a:ext>
            </a:extLst>
          </p:cNvPr>
          <p:cNvSpPr/>
          <p:nvPr/>
        </p:nvSpPr>
        <p:spPr>
          <a:xfrm>
            <a:off x="339438" y="1637047"/>
            <a:ext cx="1512000" cy="1512000"/>
          </a:xfrm>
          <a:prstGeom prst="ellipse">
            <a:avLst/>
          </a:prstGeom>
          <a:solidFill>
            <a:schemeClr val="bg1"/>
          </a:solidFill>
          <a:ln>
            <a:noFill/>
          </a:ln>
          <a:effectLst>
            <a:outerShdw blurRad="190500" dist="889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fontAlgn="base">
              <a:spcBef>
                <a:spcPct val="0"/>
              </a:spcBef>
              <a:spcAft>
                <a:spcPct val="0"/>
              </a:spcAft>
            </a:pPr>
            <a:endParaRPr lang="pt-BR" sz="1050" err="1">
              <a:solidFill>
                <a:schemeClr val="lt1"/>
              </a:solidFill>
            </a:endParaRPr>
          </a:p>
        </p:txBody>
      </p:sp>
      <p:pic>
        <p:nvPicPr>
          <p:cNvPr id="41" name="Picture 14" descr="Cliente satisfeito, essa é a nossa missão! - Triple A">
            <a:extLst>
              <a:ext uri="{FF2B5EF4-FFF2-40B4-BE49-F238E27FC236}">
                <a16:creationId xmlns:a16="http://schemas.microsoft.com/office/drawing/2014/main" id="{5B6E5423-EC72-CDBE-D079-0C65DBB14474}"/>
              </a:ext>
            </a:extLst>
          </p:cNvP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555438" y="1964476"/>
            <a:ext cx="1080000" cy="857143"/>
          </a:xfrm>
          <a:prstGeom prst="rect">
            <a:avLst/>
          </a:prstGeom>
          <a:noFill/>
          <a:extLst>
            <a:ext uri="{909E8E84-426E-40DD-AFC4-6F175D3DCCD1}">
              <a14:hiddenFill xmlns:a14="http://schemas.microsoft.com/office/drawing/2010/main">
                <a:solidFill>
                  <a:srgbClr val="FFFFFF"/>
                </a:solidFill>
              </a14:hiddenFill>
            </a:ext>
          </a:extLst>
        </p:spPr>
      </p:pic>
      <p:sp>
        <p:nvSpPr>
          <p:cNvPr id="46" name="Oval 8">
            <a:extLst>
              <a:ext uri="{FF2B5EF4-FFF2-40B4-BE49-F238E27FC236}">
                <a16:creationId xmlns:a16="http://schemas.microsoft.com/office/drawing/2014/main" id="{6BFDCADB-3FCB-FC70-16DB-5837FA9D5C2E}"/>
              </a:ext>
            </a:extLst>
          </p:cNvPr>
          <p:cNvSpPr/>
          <p:nvPr/>
        </p:nvSpPr>
        <p:spPr>
          <a:xfrm>
            <a:off x="3385688" y="3125711"/>
            <a:ext cx="1512000" cy="1512000"/>
          </a:xfrm>
          <a:prstGeom prst="ellipse">
            <a:avLst/>
          </a:prstGeom>
          <a:solidFill>
            <a:schemeClr val="bg1"/>
          </a:solidFill>
          <a:ln>
            <a:noFill/>
          </a:ln>
          <a:effectLst>
            <a:outerShdw blurRad="190500" dist="889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fontAlgn="base">
              <a:spcBef>
                <a:spcPct val="0"/>
              </a:spcBef>
              <a:spcAft>
                <a:spcPct val="0"/>
              </a:spcAft>
            </a:pPr>
            <a:endParaRPr lang="pt-BR" sz="1050" err="1">
              <a:solidFill>
                <a:schemeClr val="lt1"/>
              </a:solidFill>
            </a:endParaRPr>
          </a:p>
        </p:txBody>
      </p:sp>
      <p:sp>
        <p:nvSpPr>
          <p:cNvPr id="47" name="Oval 9">
            <a:extLst>
              <a:ext uri="{FF2B5EF4-FFF2-40B4-BE49-F238E27FC236}">
                <a16:creationId xmlns:a16="http://schemas.microsoft.com/office/drawing/2014/main" id="{317873B7-30FC-4897-02F2-89A94AE6DD5D}"/>
              </a:ext>
            </a:extLst>
          </p:cNvPr>
          <p:cNvSpPr/>
          <p:nvPr/>
        </p:nvSpPr>
        <p:spPr>
          <a:xfrm>
            <a:off x="1297518" y="3125711"/>
            <a:ext cx="1512000" cy="1512000"/>
          </a:xfrm>
          <a:prstGeom prst="ellipse">
            <a:avLst/>
          </a:prstGeom>
          <a:solidFill>
            <a:schemeClr val="bg1"/>
          </a:solidFill>
          <a:ln>
            <a:noFill/>
          </a:ln>
          <a:effectLst>
            <a:outerShdw blurRad="190500" dist="889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fontAlgn="base">
              <a:spcBef>
                <a:spcPct val="0"/>
              </a:spcBef>
              <a:spcAft>
                <a:spcPct val="0"/>
              </a:spcAft>
            </a:pPr>
            <a:endParaRPr lang="pt-BR" sz="1050" err="1">
              <a:solidFill>
                <a:schemeClr val="lt1"/>
              </a:solidFill>
            </a:endParaRPr>
          </a:p>
        </p:txBody>
      </p:sp>
      <p:sp>
        <p:nvSpPr>
          <p:cNvPr id="48" name="Oval 11">
            <a:extLst>
              <a:ext uri="{FF2B5EF4-FFF2-40B4-BE49-F238E27FC236}">
                <a16:creationId xmlns:a16="http://schemas.microsoft.com/office/drawing/2014/main" id="{05ACE27A-5600-250E-8E83-AC506C0C96DF}"/>
              </a:ext>
            </a:extLst>
          </p:cNvPr>
          <p:cNvSpPr/>
          <p:nvPr/>
        </p:nvSpPr>
        <p:spPr>
          <a:xfrm>
            <a:off x="2398939" y="1637047"/>
            <a:ext cx="1512000" cy="1512000"/>
          </a:xfrm>
          <a:prstGeom prst="ellipse">
            <a:avLst/>
          </a:prstGeom>
          <a:solidFill>
            <a:schemeClr val="bg1"/>
          </a:solidFill>
          <a:ln>
            <a:noFill/>
          </a:ln>
          <a:effectLst>
            <a:outerShdw blurRad="190500" dist="889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fontAlgn="base">
              <a:spcBef>
                <a:spcPct val="0"/>
              </a:spcBef>
              <a:spcAft>
                <a:spcPct val="0"/>
              </a:spcAft>
            </a:pPr>
            <a:endParaRPr lang="pt-BR" sz="1050" err="1">
              <a:solidFill>
                <a:schemeClr val="lt1"/>
              </a:solidFill>
            </a:endParaRPr>
          </a:p>
        </p:txBody>
      </p:sp>
      <p:sp>
        <p:nvSpPr>
          <p:cNvPr id="50" name="Oval 14">
            <a:extLst>
              <a:ext uri="{FF2B5EF4-FFF2-40B4-BE49-F238E27FC236}">
                <a16:creationId xmlns:a16="http://schemas.microsoft.com/office/drawing/2014/main" id="{DE228603-8435-8B6F-3786-FFB1CB5FC693}"/>
              </a:ext>
            </a:extLst>
          </p:cNvPr>
          <p:cNvSpPr/>
          <p:nvPr/>
        </p:nvSpPr>
        <p:spPr>
          <a:xfrm>
            <a:off x="4458440" y="1637047"/>
            <a:ext cx="1512000" cy="1512000"/>
          </a:xfrm>
          <a:prstGeom prst="ellipse">
            <a:avLst/>
          </a:prstGeom>
          <a:solidFill>
            <a:schemeClr val="bg1"/>
          </a:solidFill>
          <a:ln>
            <a:noFill/>
          </a:ln>
          <a:effectLst>
            <a:outerShdw blurRad="190500" dist="889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fontAlgn="base">
              <a:spcBef>
                <a:spcPct val="0"/>
              </a:spcBef>
              <a:spcAft>
                <a:spcPct val="0"/>
              </a:spcAft>
            </a:pPr>
            <a:endParaRPr lang="pt-BR" sz="1050" err="1">
              <a:solidFill>
                <a:schemeClr val="lt1"/>
              </a:solidFill>
            </a:endParaRPr>
          </a:p>
        </p:txBody>
      </p:sp>
      <p:sp>
        <p:nvSpPr>
          <p:cNvPr id="55" name="Oval 16">
            <a:extLst>
              <a:ext uri="{FF2B5EF4-FFF2-40B4-BE49-F238E27FC236}">
                <a16:creationId xmlns:a16="http://schemas.microsoft.com/office/drawing/2014/main" id="{59A32738-3633-6567-F52B-B89591CA95F2}"/>
              </a:ext>
            </a:extLst>
          </p:cNvPr>
          <p:cNvSpPr/>
          <p:nvPr/>
        </p:nvSpPr>
        <p:spPr>
          <a:xfrm>
            <a:off x="6517942" y="1592927"/>
            <a:ext cx="1512000" cy="1512000"/>
          </a:xfrm>
          <a:prstGeom prst="ellipse">
            <a:avLst/>
          </a:prstGeom>
          <a:solidFill>
            <a:schemeClr val="bg1"/>
          </a:solidFill>
          <a:ln>
            <a:noFill/>
          </a:ln>
          <a:effectLst>
            <a:outerShdw blurRad="190500" dist="889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fontAlgn="base">
              <a:spcBef>
                <a:spcPct val="0"/>
              </a:spcBef>
              <a:spcAft>
                <a:spcPct val="0"/>
              </a:spcAft>
            </a:pPr>
            <a:endParaRPr lang="pt-BR" sz="1050" err="1">
              <a:solidFill>
                <a:schemeClr val="lt1"/>
              </a:solidFill>
            </a:endParaRPr>
          </a:p>
        </p:txBody>
      </p:sp>
      <p:sp>
        <p:nvSpPr>
          <p:cNvPr id="56" name="Oval 17">
            <a:extLst>
              <a:ext uri="{FF2B5EF4-FFF2-40B4-BE49-F238E27FC236}">
                <a16:creationId xmlns:a16="http://schemas.microsoft.com/office/drawing/2014/main" id="{C11B26B4-3E68-6D51-6655-0CE8CAF7C5FB}"/>
              </a:ext>
            </a:extLst>
          </p:cNvPr>
          <p:cNvSpPr/>
          <p:nvPr/>
        </p:nvSpPr>
        <p:spPr>
          <a:xfrm>
            <a:off x="339438" y="4614376"/>
            <a:ext cx="1512000" cy="1512000"/>
          </a:xfrm>
          <a:prstGeom prst="ellipse">
            <a:avLst/>
          </a:prstGeom>
          <a:solidFill>
            <a:schemeClr val="bg1"/>
          </a:solidFill>
          <a:ln>
            <a:noFill/>
          </a:ln>
          <a:effectLst>
            <a:outerShdw blurRad="190500" dist="889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fontAlgn="base">
              <a:spcBef>
                <a:spcPct val="0"/>
              </a:spcBef>
              <a:spcAft>
                <a:spcPct val="0"/>
              </a:spcAft>
            </a:pPr>
            <a:endParaRPr lang="pt-BR" sz="1050" err="1">
              <a:solidFill>
                <a:schemeClr val="lt1"/>
              </a:solidFill>
            </a:endParaRPr>
          </a:p>
        </p:txBody>
      </p:sp>
      <p:sp>
        <p:nvSpPr>
          <p:cNvPr id="57" name="Oval 20">
            <a:extLst>
              <a:ext uri="{FF2B5EF4-FFF2-40B4-BE49-F238E27FC236}">
                <a16:creationId xmlns:a16="http://schemas.microsoft.com/office/drawing/2014/main" id="{19A36DBA-33E3-B7FC-430D-BE14F1B86D7A}"/>
              </a:ext>
            </a:extLst>
          </p:cNvPr>
          <p:cNvSpPr/>
          <p:nvPr/>
        </p:nvSpPr>
        <p:spPr>
          <a:xfrm>
            <a:off x="7562027" y="3125711"/>
            <a:ext cx="1512000" cy="1512000"/>
          </a:xfrm>
          <a:prstGeom prst="ellipse">
            <a:avLst/>
          </a:prstGeom>
          <a:solidFill>
            <a:schemeClr val="bg1"/>
          </a:solidFill>
          <a:ln>
            <a:noFill/>
          </a:ln>
          <a:effectLst>
            <a:outerShdw blurRad="190500" dist="889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fontAlgn="base">
              <a:spcBef>
                <a:spcPct val="0"/>
              </a:spcBef>
              <a:spcAft>
                <a:spcPct val="0"/>
              </a:spcAft>
            </a:pPr>
            <a:endParaRPr lang="pt-BR" sz="1050" err="1">
              <a:solidFill>
                <a:schemeClr val="lt1"/>
              </a:solidFill>
            </a:endParaRPr>
          </a:p>
        </p:txBody>
      </p:sp>
      <p:sp>
        <p:nvSpPr>
          <p:cNvPr id="58" name="Oval 23">
            <a:extLst>
              <a:ext uri="{FF2B5EF4-FFF2-40B4-BE49-F238E27FC236}">
                <a16:creationId xmlns:a16="http://schemas.microsoft.com/office/drawing/2014/main" id="{F50E41E5-1896-50C1-A934-0E70674B12E6}"/>
              </a:ext>
            </a:extLst>
          </p:cNvPr>
          <p:cNvSpPr/>
          <p:nvPr/>
        </p:nvSpPr>
        <p:spPr>
          <a:xfrm>
            <a:off x="5473858" y="3125711"/>
            <a:ext cx="1512000" cy="1512000"/>
          </a:xfrm>
          <a:prstGeom prst="ellipse">
            <a:avLst/>
          </a:prstGeom>
          <a:solidFill>
            <a:schemeClr val="bg1"/>
          </a:solidFill>
          <a:ln>
            <a:noFill/>
          </a:ln>
          <a:effectLst>
            <a:outerShdw blurRad="190500" dist="889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fontAlgn="base">
              <a:spcBef>
                <a:spcPct val="0"/>
              </a:spcBef>
              <a:spcAft>
                <a:spcPct val="0"/>
              </a:spcAft>
            </a:pPr>
            <a:endParaRPr lang="pt-BR" sz="1050" err="1">
              <a:solidFill>
                <a:schemeClr val="lt1"/>
              </a:solidFill>
            </a:endParaRPr>
          </a:p>
        </p:txBody>
      </p:sp>
      <p:sp>
        <p:nvSpPr>
          <p:cNvPr id="59" name="Oval 24">
            <a:extLst>
              <a:ext uri="{FF2B5EF4-FFF2-40B4-BE49-F238E27FC236}">
                <a16:creationId xmlns:a16="http://schemas.microsoft.com/office/drawing/2014/main" id="{3FECC584-C674-3696-7065-A4BB20328542}"/>
              </a:ext>
            </a:extLst>
          </p:cNvPr>
          <p:cNvSpPr/>
          <p:nvPr/>
        </p:nvSpPr>
        <p:spPr>
          <a:xfrm>
            <a:off x="6517942" y="4614376"/>
            <a:ext cx="1512000" cy="1512000"/>
          </a:xfrm>
          <a:prstGeom prst="ellipse">
            <a:avLst/>
          </a:prstGeom>
          <a:solidFill>
            <a:schemeClr val="bg1"/>
          </a:solidFill>
          <a:ln>
            <a:noFill/>
          </a:ln>
          <a:effectLst>
            <a:outerShdw blurRad="190500" dist="889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fontAlgn="base">
              <a:spcBef>
                <a:spcPct val="0"/>
              </a:spcBef>
              <a:spcAft>
                <a:spcPct val="0"/>
              </a:spcAft>
            </a:pPr>
            <a:endParaRPr lang="pt-BR" sz="1050" err="1">
              <a:solidFill>
                <a:schemeClr val="lt1"/>
              </a:solidFill>
            </a:endParaRPr>
          </a:p>
        </p:txBody>
      </p:sp>
      <p:sp>
        <p:nvSpPr>
          <p:cNvPr id="60" name="Oval 26">
            <a:extLst>
              <a:ext uri="{FF2B5EF4-FFF2-40B4-BE49-F238E27FC236}">
                <a16:creationId xmlns:a16="http://schemas.microsoft.com/office/drawing/2014/main" id="{08175C99-4B28-102D-6A0D-AE83805F1EAB}"/>
              </a:ext>
            </a:extLst>
          </p:cNvPr>
          <p:cNvSpPr/>
          <p:nvPr/>
        </p:nvSpPr>
        <p:spPr>
          <a:xfrm>
            <a:off x="4458440" y="4614376"/>
            <a:ext cx="1512000" cy="1512000"/>
          </a:xfrm>
          <a:prstGeom prst="ellipse">
            <a:avLst/>
          </a:prstGeom>
          <a:solidFill>
            <a:schemeClr val="bg1"/>
          </a:solidFill>
          <a:ln>
            <a:noFill/>
          </a:ln>
          <a:effectLst>
            <a:outerShdw blurRad="190500" dist="889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fontAlgn="base">
              <a:spcBef>
                <a:spcPct val="0"/>
              </a:spcBef>
              <a:spcAft>
                <a:spcPct val="0"/>
              </a:spcAft>
            </a:pPr>
            <a:endParaRPr lang="pt-BR" sz="1050" err="1">
              <a:solidFill>
                <a:schemeClr val="lt1"/>
              </a:solidFill>
            </a:endParaRPr>
          </a:p>
        </p:txBody>
      </p:sp>
      <p:sp>
        <p:nvSpPr>
          <p:cNvPr id="61" name="Oval 30">
            <a:extLst>
              <a:ext uri="{FF2B5EF4-FFF2-40B4-BE49-F238E27FC236}">
                <a16:creationId xmlns:a16="http://schemas.microsoft.com/office/drawing/2014/main" id="{36E3D3B3-FC30-B1ED-5143-ECA64D269E64}"/>
              </a:ext>
            </a:extLst>
          </p:cNvPr>
          <p:cNvSpPr/>
          <p:nvPr/>
        </p:nvSpPr>
        <p:spPr>
          <a:xfrm>
            <a:off x="2398938" y="4614376"/>
            <a:ext cx="1512000" cy="1512000"/>
          </a:xfrm>
          <a:prstGeom prst="ellipse">
            <a:avLst/>
          </a:prstGeom>
          <a:solidFill>
            <a:schemeClr val="bg1"/>
          </a:solidFill>
          <a:ln>
            <a:noFill/>
          </a:ln>
          <a:effectLst>
            <a:outerShdw blurRad="190500" dist="889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fontAlgn="base">
              <a:spcBef>
                <a:spcPct val="0"/>
              </a:spcBef>
              <a:spcAft>
                <a:spcPct val="0"/>
              </a:spcAft>
            </a:pPr>
            <a:endParaRPr lang="pt-BR" sz="1050" err="1">
              <a:solidFill>
                <a:schemeClr val="lt1"/>
              </a:solidFill>
            </a:endParaRPr>
          </a:p>
        </p:txBody>
      </p:sp>
      <p:pic>
        <p:nvPicPr>
          <p:cNvPr id="62" name="Picture 8" descr="Araguaia – Soluções completas no agro">
            <a:extLst>
              <a:ext uri="{FF2B5EF4-FFF2-40B4-BE49-F238E27FC236}">
                <a16:creationId xmlns:a16="http://schemas.microsoft.com/office/drawing/2014/main" id="{D90EC30A-38E4-5DD5-4C5A-7F6AE174A98B}"/>
              </a:ext>
            </a:extLst>
          </p:cNvPr>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2514654" y="2237895"/>
            <a:ext cx="1280571" cy="310305"/>
          </a:xfrm>
          <a:prstGeom prst="rect">
            <a:avLst/>
          </a:prstGeom>
          <a:noFill/>
          <a:extLst>
            <a:ext uri="{909E8E84-426E-40DD-AFC4-6F175D3DCCD1}">
              <a14:hiddenFill xmlns:a14="http://schemas.microsoft.com/office/drawing/2010/main">
                <a:solidFill>
                  <a:srgbClr val="FFFFFF"/>
                </a:solidFill>
              </a14:hiddenFill>
            </a:ext>
          </a:extLst>
        </p:spPr>
      </p:pic>
      <p:pic>
        <p:nvPicPr>
          <p:cNvPr id="63" name="Picture 8" descr="Channel of Conduct">
            <a:extLst>
              <a:ext uri="{FF2B5EF4-FFF2-40B4-BE49-F238E27FC236}">
                <a16:creationId xmlns:a16="http://schemas.microsoft.com/office/drawing/2014/main" id="{10631B8F-EBC6-F605-1B70-74F87BB5E849}"/>
              </a:ext>
            </a:extLst>
          </p:cNvPr>
          <p:cNvPicPr>
            <a:picLocks noChangeAspect="1" noChangeArrowheads="1"/>
          </p:cNvPicPr>
          <p:nvPr/>
        </p:nvPicPr>
        <p:blipFill>
          <a:blip r:embed="rId7" cstate="email">
            <a:extLst>
              <a:ext uri="{28A0092B-C50C-407E-A947-70E740481C1C}">
                <a14:useLocalDpi xmlns:a14="http://schemas.microsoft.com/office/drawing/2010/main"/>
              </a:ext>
            </a:extLst>
          </a:blip>
          <a:srcRect/>
          <a:stretch>
            <a:fillRect/>
          </a:stretch>
        </p:blipFill>
        <p:spPr bwMode="auto">
          <a:xfrm>
            <a:off x="6625274" y="2200620"/>
            <a:ext cx="1297336" cy="296614"/>
          </a:xfrm>
          <a:prstGeom prst="rect">
            <a:avLst/>
          </a:prstGeom>
          <a:noFill/>
          <a:extLst>
            <a:ext uri="{909E8E84-426E-40DD-AFC4-6F175D3DCCD1}">
              <a14:hiddenFill xmlns:a14="http://schemas.microsoft.com/office/drawing/2010/main">
                <a:solidFill>
                  <a:srgbClr val="FFFFFF"/>
                </a:solidFill>
              </a14:hiddenFill>
            </a:ext>
          </a:extLst>
        </p:spPr>
      </p:pic>
      <p:pic>
        <p:nvPicPr>
          <p:cNvPr id="1024" name="Picture 2" descr="Balaroti é cliente Agente Marketing">
            <a:extLst>
              <a:ext uri="{FF2B5EF4-FFF2-40B4-BE49-F238E27FC236}">
                <a16:creationId xmlns:a16="http://schemas.microsoft.com/office/drawing/2014/main" id="{B9824A1A-47B8-86ED-EA09-E09864C0C6A5}"/>
              </a:ext>
            </a:extLst>
          </p:cNvPr>
          <p:cNvPicPr>
            <a:picLocks noChangeAspect="1" noChangeArrowheads="1"/>
          </p:cNvPicPr>
          <p:nvPr/>
        </p:nvPicPr>
        <p:blipFill>
          <a:blip r:embed="rId8" cstate="email">
            <a:extLst>
              <a:ext uri="{28A0092B-C50C-407E-A947-70E740481C1C}">
                <a14:useLocalDpi xmlns:a14="http://schemas.microsoft.com/office/drawing/2010/main"/>
              </a:ext>
            </a:extLst>
          </a:blip>
          <a:srcRect/>
          <a:stretch>
            <a:fillRect/>
          </a:stretch>
        </p:blipFill>
        <p:spPr bwMode="auto">
          <a:xfrm>
            <a:off x="4523194" y="1701801"/>
            <a:ext cx="1382492" cy="1382492"/>
          </a:xfrm>
          <a:prstGeom prst="rect">
            <a:avLst/>
          </a:prstGeom>
          <a:noFill/>
          <a:extLst>
            <a:ext uri="{909E8E84-426E-40DD-AFC4-6F175D3DCCD1}">
              <a14:hiddenFill xmlns:a14="http://schemas.microsoft.com/office/drawing/2010/main">
                <a:solidFill>
                  <a:srgbClr val="FFFFFF"/>
                </a:solidFill>
              </a14:hiddenFill>
            </a:ext>
          </a:extLst>
        </p:spPr>
      </p:pic>
      <p:pic>
        <p:nvPicPr>
          <p:cNvPr id="1025" name="Picture 4" descr="Carreiras Magazine Luiza - Vem Ser Feliz!">
            <a:extLst>
              <a:ext uri="{FF2B5EF4-FFF2-40B4-BE49-F238E27FC236}">
                <a16:creationId xmlns:a16="http://schemas.microsoft.com/office/drawing/2014/main" id="{F4F89125-AADE-8D95-2EE7-37C5BE373054}"/>
              </a:ext>
            </a:extLst>
          </p:cNvPr>
          <p:cNvPicPr>
            <a:picLocks noChangeAspect="1" noChangeArrowheads="1"/>
          </p:cNvPicPr>
          <p:nvPr/>
        </p:nvPicPr>
        <p:blipFill rotWithShape="1">
          <a:blip r:embed="rId9" cstate="email">
            <a:extLst>
              <a:ext uri="{28A0092B-C50C-407E-A947-70E740481C1C}">
                <a14:useLocalDpi xmlns:a14="http://schemas.microsoft.com/office/drawing/2010/main"/>
              </a:ext>
            </a:extLst>
          </a:blip>
          <a:srcRect/>
          <a:stretch/>
        </p:blipFill>
        <p:spPr bwMode="auto">
          <a:xfrm>
            <a:off x="509359" y="5149275"/>
            <a:ext cx="1172158" cy="442202"/>
          </a:xfrm>
          <a:prstGeom prst="rect">
            <a:avLst/>
          </a:prstGeom>
          <a:noFill/>
          <a:extLst>
            <a:ext uri="{909E8E84-426E-40DD-AFC4-6F175D3DCCD1}">
              <a14:hiddenFill xmlns:a14="http://schemas.microsoft.com/office/drawing/2010/main">
                <a:solidFill>
                  <a:srgbClr val="FFFFFF"/>
                </a:solidFill>
              </a14:hiddenFill>
            </a:ext>
          </a:extLst>
        </p:spPr>
      </p:pic>
      <p:sp>
        <p:nvSpPr>
          <p:cNvPr id="1027" name="TextBox 51">
            <a:extLst>
              <a:ext uri="{FF2B5EF4-FFF2-40B4-BE49-F238E27FC236}">
                <a16:creationId xmlns:a16="http://schemas.microsoft.com/office/drawing/2014/main" id="{6BDF149B-D65D-1D5B-805D-1BFCBB24E0E7}"/>
              </a:ext>
            </a:extLst>
          </p:cNvPr>
          <p:cNvSpPr txBox="1"/>
          <p:nvPr/>
        </p:nvSpPr>
        <p:spPr bwMode="auto">
          <a:xfrm>
            <a:off x="5600390" y="3558546"/>
            <a:ext cx="1258936" cy="646331"/>
          </a:xfrm>
          <a:prstGeom prst="rect">
            <a:avLst/>
          </a:prstGeom>
          <a:noFill/>
          <a:ln w="9525">
            <a:noFill/>
            <a:miter lim="800000"/>
            <a:headEnd/>
            <a:tailEnd/>
          </a:ln>
        </p:spPr>
        <p:txBody>
          <a:bodyPr vert="horz" wrap="square" lIns="0" tIns="0" rIns="0" bIns="0" numCol="1" rtlCol="0" anchor="t" anchorCtr="0" compatLnSpc="1">
            <a:prstTxWarp prst="textNoShape">
              <a:avLst/>
            </a:prstTxWarp>
            <a:spAutoFit/>
          </a:bodyPr>
          <a:lstStyle/>
          <a:p>
            <a:pPr algn="ctr">
              <a:spcBef>
                <a:spcPts val="0"/>
              </a:spcBef>
            </a:pPr>
            <a:r>
              <a:rPr lang="pt-BR" sz="1400" b="1" kern="0">
                <a:solidFill>
                  <a:schemeClr val="tx2"/>
                </a:solidFill>
              </a:rPr>
              <a:t>Empresa de </a:t>
            </a:r>
          </a:p>
          <a:p>
            <a:pPr algn="ctr">
              <a:spcBef>
                <a:spcPts val="0"/>
              </a:spcBef>
            </a:pPr>
            <a:r>
              <a:rPr lang="pt-BR" sz="1400" b="1" kern="0">
                <a:solidFill>
                  <a:schemeClr val="tx2"/>
                </a:solidFill>
              </a:rPr>
              <a:t>insumos de saúde animal</a:t>
            </a:r>
          </a:p>
        </p:txBody>
      </p:sp>
      <p:pic>
        <p:nvPicPr>
          <p:cNvPr id="1028" name="Picture 2" descr="Grupo Elfa • Há 30 anos promovendo soluções em saúde">
            <a:extLst>
              <a:ext uri="{FF2B5EF4-FFF2-40B4-BE49-F238E27FC236}">
                <a16:creationId xmlns:a16="http://schemas.microsoft.com/office/drawing/2014/main" id="{62582B20-B0F2-C8FE-5049-E27721C8DF88}"/>
              </a:ext>
            </a:extLst>
          </p:cNvPr>
          <p:cNvPicPr>
            <a:picLocks noChangeAspect="1" noChangeArrowheads="1"/>
          </p:cNvPicPr>
          <p:nvPr/>
        </p:nvPicPr>
        <p:blipFill>
          <a:blip r:embed="rId10" cstate="email">
            <a:extLst>
              <a:ext uri="{28A0092B-C50C-407E-A947-70E740481C1C}">
                <a14:useLocalDpi xmlns:a14="http://schemas.microsoft.com/office/drawing/2010/main"/>
              </a:ext>
            </a:extLst>
          </a:blip>
          <a:srcRect/>
          <a:stretch>
            <a:fillRect/>
          </a:stretch>
        </p:blipFill>
        <p:spPr bwMode="auto">
          <a:xfrm>
            <a:off x="1469524" y="3531314"/>
            <a:ext cx="1167989" cy="700794"/>
          </a:xfrm>
          <a:prstGeom prst="rect">
            <a:avLst/>
          </a:prstGeom>
          <a:noFill/>
          <a:extLst>
            <a:ext uri="{909E8E84-426E-40DD-AFC4-6F175D3DCCD1}">
              <a14:hiddenFill xmlns:a14="http://schemas.microsoft.com/office/drawing/2010/main">
                <a:solidFill>
                  <a:srgbClr val="FFFFFF"/>
                </a:solidFill>
              </a14:hiddenFill>
            </a:ext>
          </a:extLst>
        </p:spPr>
      </p:pic>
      <p:sp>
        <p:nvSpPr>
          <p:cNvPr id="1030" name="TextBox 5">
            <a:extLst>
              <a:ext uri="{FF2B5EF4-FFF2-40B4-BE49-F238E27FC236}">
                <a16:creationId xmlns:a16="http://schemas.microsoft.com/office/drawing/2014/main" id="{C2BAD494-3918-9561-7563-BF508985758D}"/>
              </a:ext>
            </a:extLst>
          </p:cNvPr>
          <p:cNvSpPr txBox="1"/>
          <p:nvPr/>
        </p:nvSpPr>
        <p:spPr bwMode="auto">
          <a:xfrm>
            <a:off x="3512220" y="3666268"/>
            <a:ext cx="1258936" cy="430887"/>
          </a:xfrm>
          <a:prstGeom prst="rect">
            <a:avLst/>
          </a:prstGeom>
          <a:noFill/>
          <a:ln w="9525">
            <a:noFill/>
            <a:miter lim="800000"/>
            <a:headEnd/>
            <a:tailEnd/>
          </a:ln>
        </p:spPr>
        <p:txBody>
          <a:bodyPr vert="horz" wrap="square" lIns="0" tIns="0" rIns="0" bIns="0" numCol="1" rtlCol="0" anchor="t" anchorCtr="0" compatLnSpc="1">
            <a:prstTxWarp prst="textNoShape">
              <a:avLst/>
            </a:prstTxWarp>
            <a:spAutoFit/>
          </a:bodyPr>
          <a:lstStyle/>
          <a:p>
            <a:pPr algn="ctr">
              <a:spcBef>
                <a:spcPts val="0"/>
              </a:spcBef>
            </a:pPr>
            <a:r>
              <a:rPr lang="pt-BR" sz="1400" b="1" kern="0">
                <a:solidFill>
                  <a:schemeClr val="tx2"/>
                </a:solidFill>
              </a:rPr>
              <a:t>Empresa de </a:t>
            </a:r>
          </a:p>
          <a:p>
            <a:pPr algn="ctr">
              <a:spcBef>
                <a:spcPts val="0"/>
              </a:spcBef>
            </a:pPr>
            <a:r>
              <a:rPr lang="pt-BR" sz="1400" b="1" kern="0">
                <a:solidFill>
                  <a:schemeClr val="tx2"/>
                </a:solidFill>
              </a:rPr>
              <a:t>fertilizantes</a:t>
            </a:r>
          </a:p>
        </p:txBody>
      </p:sp>
      <p:pic>
        <p:nvPicPr>
          <p:cNvPr id="1031" name="Picture 8" descr="Lucro líquido da 3tentos atinge R$ 571 milhões em 2022 - SAFRAS &amp; Mercado">
            <a:extLst>
              <a:ext uri="{FF2B5EF4-FFF2-40B4-BE49-F238E27FC236}">
                <a16:creationId xmlns:a16="http://schemas.microsoft.com/office/drawing/2014/main" id="{1837C259-A71C-567A-F0A0-F6288B9C200E}"/>
              </a:ext>
            </a:extLst>
          </p:cNvPr>
          <p:cNvPicPr>
            <a:picLocks noChangeAspect="1" noChangeArrowheads="1"/>
          </p:cNvPicPr>
          <p:nvPr/>
        </p:nvPicPr>
        <p:blipFill rotWithShape="1">
          <a:blip r:embed="rId11" cstate="email">
            <a:extLst>
              <a:ext uri="{28A0092B-C50C-407E-A947-70E740481C1C}">
                <a14:useLocalDpi xmlns:a14="http://schemas.microsoft.com/office/drawing/2010/main"/>
              </a:ext>
            </a:extLst>
          </a:blip>
          <a:srcRect l="13513" t="22191" r="13768" b="16639"/>
          <a:stretch/>
        </p:blipFill>
        <p:spPr bwMode="auto">
          <a:xfrm>
            <a:off x="6753217" y="4932351"/>
            <a:ext cx="1041451" cy="87605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4" descr="Case de Sucesso - Lavoro - Nexx Brasil">
            <a:extLst>
              <a:ext uri="{FF2B5EF4-FFF2-40B4-BE49-F238E27FC236}">
                <a16:creationId xmlns:a16="http://schemas.microsoft.com/office/drawing/2014/main" id="{07731E4B-AF99-BE14-4688-2D7F87D9917A}"/>
              </a:ext>
            </a:extLst>
          </p:cNvPr>
          <p:cNvPicPr>
            <a:picLocks noChangeAspect="1" noChangeArrowheads="1"/>
          </p:cNvPicPr>
          <p:nvPr/>
        </p:nvPicPr>
        <p:blipFill rotWithShape="1">
          <a:blip r:embed="rId12" cstate="email">
            <a:extLst>
              <a:ext uri="{28A0092B-C50C-407E-A947-70E740481C1C}">
                <a14:useLocalDpi xmlns:a14="http://schemas.microsoft.com/office/drawing/2010/main"/>
              </a:ext>
            </a:extLst>
          </a:blip>
          <a:srcRect/>
          <a:stretch/>
        </p:blipFill>
        <p:spPr bwMode="auto">
          <a:xfrm>
            <a:off x="7645564" y="3666159"/>
            <a:ext cx="1344926" cy="431104"/>
          </a:xfrm>
          <a:prstGeom prst="rect">
            <a:avLst/>
          </a:prstGeom>
          <a:noFill/>
          <a:extLst>
            <a:ext uri="{909E8E84-426E-40DD-AFC4-6F175D3DCCD1}">
              <a14:hiddenFill xmlns:a14="http://schemas.microsoft.com/office/drawing/2010/main">
                <a:solidFill>
                  <a:srgbClr val="FFFFFF"/>
                </a:solidFill>
              </a14:hiddenFill>
            </a:ext>
          </a:extLst>
        </p:spPr>
      </p:pic>
      <p:pic>
        <p:nvPicPr>
          <p:cNvPr id="1033" name="Picture 18" descr="CRM Rural Brasil – Apps no Google Play">
            <a:extLst>
              <a:ext uri="{FF2B5EF4-FFF2-40B4-BE49-F238E27FC236}">
                <a16:creationId xmlns:a16="http://schemas.microsoft.com/office/drawing/2014/main" id="{667C3625-F268-C8A5-3A53-220F66FB1535}"/>
              </a:ext>
            </a:extLst>
          </p:cNvPr>
          <p:cNvPicPr>
            <a:picLocks noChangeAspect="1" noChangeArrowheads="1"/>
          </p:cNvPicPr>
          <p:nvPr/>
        </p:nvPicPr>
        <p:blipFill>
          <a:blip r:embed="rId13"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4779211" y="4935147"/>
            <a:ext cx="870458" cy="870458"/>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4" descr="Margarida Distribuidora | Ituiutaba MG">
            <a:extLst>
              <a:ext uri="{FF2B5EF4-FFF2-40B4-BE49-F238E27FC236}">
                <a16:creationId xmlns:a16="http://schemas.microsoft.com/office/drawing/2014/main" id="{D3659CBC-8524-EFE5-2B56-9340696078D0}"/>
              </a:ext>
            </a:extLst>
          </p:cNvPr>
          <p:cNvPicPr>
            <a:picLocks noChangeAspect="1" noChangeArrowheads="1"/>
          </p:cNvPicPr>
          <p:nvPr/>
        </p:nvPicPr>
        <p:blipFill rotWithShape="1">
          <a:blip r:embed="rId14">
            <a:extLst>
              <a:ext uri="{BEBA8EAE-BF5A-486C-A8C5-ECC9F3942E4B}">
                <a14:imgProps xmlns:a14="http://schemas.microsoft.com/office/drawing/2010/main">
                  <a14:imgLayer r:embed="rId15">
                    <a14:imgEffect>
                      <a14:backgroundRemoval t="9910" b="89640" l="9692" r="95595">
                        <a14:foregroundMark x1="41410" y1="56306" x2="86344" y2="43694"/>
                        <a14:foregroundMark x1="86344" y1="43694" x2="52863" y2="48198"/>
                        <a14:foregroundMark x1="52863" y1="48198" x2="89427" y2="51802"/>
                        <a14:foregroundMark x1="89427" y1="51802" x2="14537" y2="43694"/>
                        <a14:foregroundMark x1="14537" y1="43694" x2="57269" y2="56306"/>
                        <a14:foregroundMark x1="22907" y1="50000" x2="17621" y2="45045"/>
                        <a14:foregroundMark x1="15859" y1="57658" x2="15859" y2="46396"/>
                        <a14:foregroundMark x1="14978" y1="42793" x2="14978" y2="56306"/>
                        <a14:foregroundMark x1="32599" y1="46396" x2="37885" y2="45045"/>
                        <a14:foregroundMark x1="37445" y1="45495" x2="64758" y2="47297"/>
                        <a14:foregroundMark x1="64758" y1="47297" x2="88106" y2="41441"/>
                        <a14:foregroundMark x1="88106" y1="41441" x2="78414" y2="42793"/>
                        <a14:foregroundMark x1="76211" y1="42793" x2="47577" y2="46847"/>
                        <a14:foregroundMark x1="47577" y1="46847" x2="72247" y2="46396"/>
                        <a14:foregroundMark x1="57709" y1="55856" x2="85022" y2="51351"/>
                        <a14:foregroundMark x1="85022" y1="51351" x2="83260" y2="51351"/>
                        <a14:foregroundMark x1="70044" y1="54054" x2="91630" y2="53153"/>
                        <a14:foregroundMark x1="88987" y1="45045" x2="86784" y2="51802"/>
                        <a14:foregroundMark x1="88987" y1="44595" x2="95595" y2="45495"/>
                        <a14:foregroundMark x1="90308" y1="45495" x2="93833" y2="48649"/>
                        <a14:foregroundMark x1="93392" y1="51351" x2="95595" y2="49550"/>
                        <a14:foregroundMark x1="93392" y1="54054" x2="91630" y2="52703"/>
                        <a14:foregroundMark x1="29956" y1="52703" x2="29956" y2="52252"/>
                        <a14:foregroundMark x1="37445" y1="51802" x2="39207" y2="53604"/>
                        <a14:foregroundMark x1="35242" y1="53153" x2="35242" y2="51802"/>
                        <a14:foregroundMark x1="36564" y1="53604" x2="36123" y2="52703"/>
                      </a14:backgroundRemoval>
                    </a14:imgEffect>
                  </a14:imgLayer>
                </a14:imgProps>
              </a:ext>
              <a:ext uri="{28A0092B-C50C-407E-A947-70E740481C1C}">
                <a14:useLocalDpi xmlns:a14="http://schemas.microsoft.com/office/drawing/2010/main" val="0"/>
              </a:ext>
            </a:extLst>
          </a:blip>
          <a:srcRect l="4405" t="32972" r="4405" b="32972"/>
          <a:stretch/>
        </p:blipFill>
        <p:spPr bwMode="auto">
          <a:xfrm>
            <a:off x="2416239" y="5094785"/>
            <a:ext cx="1477398" cy="5511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04676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 name="think-cell data - do not delete" hidden="1">
            <a:extLst>
              <a:ext uri="{FF2B5EF4-FFF2-40B4-BE49-F238E27FC236}">
                <a16:creationId xmlns:a16="http://schemas.microsoft.com/office/drawing/2014/main" id="{F58C809C-F769-1841-6827-4D352339159E}"/>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Slide do think-cell" r:id="rId3" imgW="395" imgH="394" progId="TCLayout.ActiveDocument.1">
                  <p:embed/>
                </p:oleObj>
              </mc:Choice>
              <mc:Fallback>
                <p:oleObj name="Slide do think-cell" r:id="rId3" imgW="395" imgH="394" progId="TCLayout.ActiveDocument.1">
                  <p:embed/>
                  <p:pic>
                    <p:nvPicPr>
                      <p:cNvPr id="22" name="think-cell data - do not delete" hidden="1">
                        <a:extLst>
                          <a:ext uri="{FF2B5EF4-FFF2-40B4-BE49-F238E27FC236}">
                            <a16:creationId xmlns:a16="http://schemas.microsoft.com/office/drawing/2014/main" id="{F58C809C-F769-1841-6827-4D352339159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Espaço Reservado para Texto 1">
            <a:extLst>
              <a:ext uri="{FF2B5EF4-FFF2-40B4-BE49-F238E27FC236}">
                <a16:creationId xmlns:a16="http://schemas.microsoft.com/office/drawing/2014/main" id="{BAE38C2C-8760-2F2F-FA04-B3488A89A358}"/>
              </a:ext>
            </a:extLst>
          </p:cNvPr>
          <p:cNvSpPr>
            <a:spLocks noGrp="1"/>
          </p:cNvSpPr>
          <p:nvPr>
            <p:ph type="body" sz="quarter" idx="14"/>
          </p:nvPr>
        </p:nvSpPr>
        <p:spPr/>
        <p:txBody>
          <a:bodyPr/>
          <a:lstStyle/>
          <a:p>
            <a:br>
              <a:rPr lang="pt-BR"/>
            </a:br>
            <a:r>
              <a:rPr lang="pt-BR"/>
              <a:t>Fonte: Mirow &amp; Co.</a:t>
            </a:r>
          </a:p>
        </p:txBody>
      </p:sp>
      <p:sp>
        <p:nvSpPr>
          <p:cNvPr id="3" name="Título 2">
            <a:extLst>
              <a:ext uri="{FF2B5EF4-FFF2-40B4-BE49-F238E27FC236}">
                <a16:creationId xmlns:a16="http://schemas.microsoft.com/office/drawing/2014/main" id="{7D5B74D3-3E8F-8F24-EE7B-0A88AB1BAC4D}"/>
              </a:ext>
            </a:extLst>
          </p:cNvPr>
          <p:cNvSpPr>
            <a:spLocks noGrp="1"/>
          </p:cNvSpPr>
          <p:nvPr>
            <p:ph type="title"/>
          </p:nvPr>
        </p:nvSpPr>
        <p:spPr>
          <a:xfrm>
            <a:off x="478971" y="225177"/>
            <a:ext cx="11485488" cy="615553"/>
          </a:xfrm>
        </p:spPr>
        <p:txBody>
          <a:bodyPr vert="horz"/>
          <a:lstStyle/>
          <a:p>
            <a:r>
              <a:rPr lang="pt-BR"/>
              <a:t>Aplicaremos o Mirow </a:t>
            </a:r>
            <a:r>
              <a:rPr lang="pt-BR" err="1"/>
              <a:t>Pricing</a:t>
            </a:r>
            <a:r>
              <a:rPr lang="pt-BR"/>
              <a:t> Index</a:t>
            </a:r>
            <a:r>
              <a:rPr lang="pt-BR" baseline="30000"/>
              <a:t>®</a:t>
            </a:r>
            <a:r>
              <a:rPr lang="pt-BR"/>
              <a:t>, ferramenta que permite avaliar o nível de maturidade de </a:t>
            </a:r>
            <a:r>
              <a:rPr lang="pt-BR" i="1" err="1"/>
              <a:t>pricing</a:t>
            </a:r>
            <a:r>
              <a:rPr lang="pt-BR"/>
              <a:t> em 5 dimensões por meio de entrevistas</a:t>
            </a:r>
          </a:p>
        </p:txBody>
      </p:sp>
      <p:sp>
        <p:nvSpPr>
          <p:cNvPr id="34" name="Rectangle 6">
            <a:extLst>
              <a:ext uri="{FF2B5EF4-FFF2-40B4-BE49-F238E27FC236}">
                <a16:creationId xmlns:a16="http://schemas.microsoft.com/office/drawing/2014/main" id="{386D2F51-BFBE-983E-D6D2-4A4F0B5B15B2}"/>
              </a:ext>
            </a:extLst>
          </p:cNvPr>
          <p:cNvSpPr>
            <a:spLocks noChangeArrowheads="1"/>
          </p:cNvSpPr>
          <p:nvPr/>
        </p:nvSpPr>
        <p:spPr bwMode="gray">
          <a:xfrm>
            <a:off x="3118096" y="1340493"/>
            <a:ext cx="7115556" cy="4860000"/>
          </a:xfrm>
          <a:prstGeom prst="rect">
            <a:avLst/>
          </a:prstGeom>
          <a:solidFill>
            <a:schemeClr val="bg1"/>
          </a:solidFill>
          <a:ln w="12700">
            <a:solidFill>
              <a:schemeClr val="bg1">
                <a:lumMod val="85000"/>
              </a:schemeClr>
            </a:solidFill>
            <a:miter lim="800000"/>
            <a:headEnd/>
            <a:tailEnd/>
          </a:ln>
          <a:effectLst/>
          <a:extLst>
            <a:ext uri="{AF507438-7753-43e0-B8FC-AC1667EBCBE1}">
              <a14:hiddenEffects xmlns:a14="http://schemas.microsoft.com/office/drawing/2010/main" xmlns="">
                <a:effectLst>
                  <a:outerShdw blurRad="63500" dist="53882" dir="2700000" algn="ctr" rotWithShape="0">
                    <a:srgbClr val="DDDDDD">
                      <a:alpha val="74998"/>
                    </a:srgbClr>
                  </a:outerShdw>
                </a:effectLst>
              </a14:hiddenEffects>
            </a:ext>
          </a:extLst>
        </p:spPr>
        <p:txBody>
          <a:bodyPr lIns="93296" tIns="46648" rIns="93296" bIns="46648">
            <a:noAutofit/>
          </a:bodyPr>
          <a:lstStyle/>
          <a:p>
            <a:pPr marL="285750" marR="0" lvl="0"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
              <a:tabLst/>
              <a:defRPr/>
            </a:pPr>
            <a:endParaRPr kumimoji="0" lang="pt-BR" sz="1300" b="0" i="0" u="none" strike="noStrike" kern="1200" cap="none" spc="0" normalizeH="0" baseline="0" noProof="0">
              <a:ln>
                <a:noFill/>
              </a:ln>
              <a:solidFill>
                <a:srgbClr val="000000"/>
              </a:solidFill>
              <a:effectLst/>
              <a:uLnTx/>
              <a:uFillTx/>
              <a:latin typeface="Arial" pitchFamily="34" charset="0"/>
              <a:ea typeface="+mn-ea"/>
              <a:cs typeface="Arial" pitchFamily="34" charset="0"/>
            </a:endParaRPr>
          </a:p>
        </p:txBody>
      </p:sp>
      <p:sp>
        <p:nvSpPr>
          <p:cNvPr id="35" name="Rectangle 6">
            <a:extLst>
              <a:ext uri="{FF2B5EF4-FFF2-40B4-BE49-F238E27FC236}">
                <a16:creationId xmlns:a16="http://schemas.microsoft.com/office/drawing/2014/main" id="{720FCD88-E487-AB46-8429-F8C4FED0C3D9}"/>
              </a:ext>
            </a:extLst>
          </p:cNvPr>
          <p:cNvSpPr>
            <a:spLocks noChangeArrowheads="1"/>
          </p:cNvSpPr>
          <p:nvPr/>
        </p:nvSpPr>
        <p:spPr bwMode="gray">
          <a:xfrm>
            <a:off x="1" y="1340493"/>
            <a:ext cx="3102847" cy="4860000"/>
          </a:xfrm>
          <a:prstGeom prst="rect">
            <a:avLst/>
          </a:prstGeom>
          <a:solidFill>
            <a:schemeClr val="bg1">
              <a:lumMod val="95000"/>
            </a:schemeClr>
          </a:solidFill>
          <a:ln w="12700">
            <a:solidFill>
              <a:schemeClr val="bg1">
                <a:lumMod val="95000"/>
              </a:schemeClr>
            </a:solidFill>
            <a:miter lim="800000"/>
            <a:headEnd/>
            <a:tailEnd/>
          </a:ln>
          <a:effectLst/>
          <a:extLst>
            <a:ext uri="{AF507438-7753-43e0-B8FC-AC1667EBCBE1}">
              <a14:hiddenEffects xmlns:a14="http://schemas.microsoft.com/office/drawing/2010/main" xmlns="">
                <a:effectLst>
                  <a:outerShdw blurRad="63500" dist="53882" dir="2700000" algn="ctr" rotWithShape="0">
                    <a:srgbClr val="DDDDDD">
                      <a:alpha val="74998"/>
                    </a:srgbClr>
                  </a:outerShdw>
                </a:effectLst>
              </a14:hiddenEffects>
            </a:ext>
          </a:extLst>
        </p:spPr>
        <p:txBody>
          <a:bodyPr lIns="93296" tIns="46648" rIns="93296" bIns="46648">
            <a:noAutofit/>
          </a:bodyPr>
          <a:lstStyle/>
          <a:p>
            <a:pPr marL="285750" marR="0" lvl="0"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
              <a:tabLst/>
              <a:defRPr/>
            </a:pPr>
            <a:endParaRPr kumimoji="0" lang="pt-BR" sz="1300" b="0" i="0" u="none" strike="noStrike" kern="1200" cap="none" spc="0" normalizeH="0" baseline="0" noProof="0">
              <a:ln>
                <a:noFill/>
              </a:ln>
              <a:solidFill>
                <a:srgbClr val="000000"/>
              </a:solidFill>
              <a:effectLst/>
              <a:uLnTx/>
              <a:uFillTx/>
              <a:latin typeface="Arial" pitchFamily="34" charset="0"/>
              <a:ea typeface="+mn-ea"/>
              <a:cs typeface="Arial" pitchFamily="34" charset="0"/>
            </a:endParaRPr>
          </a:p>
        </p:txBody>
      </p:sp>
      <p:sp>
        <p:nvSpPr>
          <p:cNvPr id="36" name="Rectangle 53">
            <a:extLst>
              <a:ext uri="{FF2B5EF4-FFF2-40B4-BE49-F238E27FC236}">
                <a16:creationId xmlns:a16="http://schemas.microsoft.com/office/drawing/2014/main" id="{0BC26DD7-DA22-295B-C136-B818219D4E40}"/>
              </a:ext>
            </a:extLst>
          </p:cNvPr>
          <p:cNvSpPr txBox="1"/>
          <p:nvPr/>
        </p:nvSpPr>
        <p:spPr>
          <a:xfrm>
            <a:off x="201424" y="1877095"/>
            <a:ext cx="2700000" cy="1000274"/>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marL="0" lvl="0" indent="0" defTabSz="895350" eaLnBrk="1" hangingPunct="1">
              <a:buClr>
                <a:schemeClr val="tx2"/>
              </a:buClr>
              <a:defRPr baseline="0">
                <a:latin typeface="+mn-lt"/>
              </a:defRPr>
            </a:lvl1pPr>
            <a:lvl2pPr marL="193675" lvl="1" indent="-192088" defTabSz="895350" eaLnBrk="1" hangingPunct="1">
              <a:buClr>
                <a:schemeClr val="tx2"/>
              </a:buClr>
              <a:buSzPct val="125000"/>
              <a:buFont typeface="Arial" charset="0"/>
              <a:buChar char="▪"/>
              <a:defRPr baseline="0">
                <a:latin typeface="+mn-lt"/>
              </a:defRPr>
            </a:lvl2pPr>
            <a:lvl3pPr marL="457200" lvl="2" indent="-261938" defTabSz="895350" eaLnBrk="1" hangingPunct="1">
              <a:buClr>
                <a:schemeClr val="tx2"/>
              </a:buClr>
              <a:buSzPct val="120000"/>
              <a:buFont typeface="Arial" charset="0"/>
              <a:buChar char="–"/>
              <a:defRPr baseline="0">
                <a:latin typeface="+mn-lt"/>
              </a:defRPr>
            </a:lvl3pPr>
            <a:lvl4pPr marL="614363" lvl="3" indent="-155575" defTabSz="895350" eaLnBrk="1" hangingPunct="1">
              <a:buClr>
                <a:schemeClr val="tx2"/>
              </a:buClr>
              <a:buSzPct val="120000"/>
              <a:buFont typeface="Arial" charset="0"/>
              <a:buChar char="▫"/>
              <a:defRPr baseline="0">
                <a:latin typeface="+mn-lt"/>
              </a:defRPr>
            </a:lvl4pPr>
            <a:lvl5pPr marL="749808" lvl="4" indent="-130175" defTabSz="895350" eaLnBrk="1" hangingPunct="1">
              <a:buClr>
                <a:schemeClr val="tx2"/>
              </a:buClr>
              <a:buSzPct val="89000"/>
              <a:buFont typeface="Arial" charset="0"/>
              <a:buChar char="-"/>
              <a:defRPr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marL="0" marR="0" lvl="0" indent="0" algn="l" defTabSz="895350" rtl="0" eaLnBrk="1" fontAlgn="auto" latinLnBrk="0" hangingPunct="1">
              <a:lnSpc>
                <a:spcPct val="100000"/>
              </a:lnSpc>
              <a:spcBef>
                <a:spcPts val="0"/>
              </a:spcBef>
              <a:spcAft>
                <a:spcPts val="0"/>
              </a:spcAft>
              <a:buClrTx/>
              <a:buSzTx/>
              <a:buFontTx/>
              <a:buNone/>
              <a:tabLst/>
              <a:defRPr/>
            </a:pPr>
            <a:r>
              <a:rPr kumimoji="0" lang="pt-BR" sz="1300" b="0" i="0" u="none" strike="noStrike" kern="1200" cap="none" spc="0" normalizeH="0" baseline="0" noProof="0">
                <a:ln>
                  <a:noFill/>
                </a:ln>
                <a:solidFill>
                  <a:srgbClr val="071C25"/>
                </a:solidFill>
                <a:effectLst/>
                <a:uLnTx/>
                <a:uFillTx/>
                <a:latin typeface="Arial"/>
                <a:ea typeface="+mn-ea"/>
                <a:cs typeface="+mn-cs"/>
              </a:rPr>
              <a:t>Avaliar o nível de maturidade atual em </a:t>
            </a:r>
            <a:r>
              <a:rPr kumimoji="0" lang="pt-BR" sz="1300" b="0" i="1" u="none" strike="noStrike" kern="1200" cap="none" spc="0" normalizeH="0" baseline="0" noProof="0" err="1">
                <a:ln>
                  <a:noFill/>
                </a:ln>
                <a:solidFill>
                  <a:srgbClr val="071C25"/>
                </a:solidFill>
                <a:effectLst/>
                <a:uLnTx/>
                <a:uFillTx/>
                <a:latin typeface="Arial"/>
                <a:ea typeface="+mn-ea"/>
                <a:cs typeface="+mn-cs"/>
              </a:rPr>
              <a:t>pricing</a:t>
            </a:r>
            <a:r>
              <a:rPr kumimoji="0" lang="pt-BR" sz="1300" b="0" i="0" u="none" strike="noStrike" kern="1200" cap="none" spc="0" normalizeH="0" baseline="0" noProof="0">
                <a:ln>
                  <a:noFill/>
                </a:ln>
                <a:solidFill>
                  <a:srgbClr val="071C25"/>
                </a:solidFill>
                <a:effectLst/>
                <a:uLnTx/>
                <a:uFillTx/>
                <a:latin typeface="Arial"/>
                <a:ea typeface="+mn-ea"/>
                <a:cs typeface="+mn-cs"/>
              </a:rPr>
              <a:t>, identificando </a:t>
            </a:r>
            <a:r>
              <a:rPr kumimoji="0" lang="pt-BR" sz="1300" b="0" i="1" u="none" strike="noStrike" kern="1200" cap="none" spc="0" normalizeH="0" baseline="0" noProof="0">
                <a:ln>
                  <a:noFill/>
                </a:ln>
                <a:solidFill>
                  <a:srgbClr val="071C25"/>
                </a:solidFill>
                <a:effectLst/>
                <a:uLnTx/>
                <a:uFillTx/>
                <a:latin typeface="Arial"/>
                <a:ea typeface="+mn-ea"/>
                <a:cs typeface="+mn-cs"/>
              </a:rPr>
              <a:t>gaps</a:t>
            </a:r>
            <a:r>
              <a:rPr kumimoji="0" lang="pt-BR" sz="1300" b="0" i="0" u="none" strike="noStrike" kern="1200" cap="none" spc="0" normalizeH="0" baseline="0" noProof="0">
                <a:ln>
                  <a:noFill/>
                </a:ln>
                <a:solidFill>
                  <a:srgbClr val="071C25"/>
                </a:solidFill>
                <a:effectLst/>
                <a:uLnTx/>
                <a:uFillTx/>
                <a:latin typeface="Arial"/>
                <a:ea typeface="+mn-ea"/>
                <a:cs typeface="+mn-cs"/>
              </a:rPr>
              <a:t> entre o estado atual e o estado futuro desejado, e definir iniciativas concretas de melhoria</a:t>
            </a:r>
          </a:p>
        </p:txBody>
      </p:sp>
      <p:sp>
        <p:nvSpPr>
          <p:cNvPr id="39" name="AutoShape 250">
            <a:extLst>
              <a:ext uri="{FF2B5EF4-FFF2-40B4-BE49-F238E27FC236}">
                <a16:creationId xmlns:a16="http://schemas.microsoft.com/office/drawing/2014/main" id="{C8E575DE-932D-0887-E659-04125110D4C8}"/>
              </a:ext>
            </a:extLst>
          </p:cNvPr>
          <p:cNvSpPr>
            <a:spLocks noChangeArrowheads="1"/>
          </p:cNvSpPr>
          <p:nvPr/>
        </p:nvSpPr>
        <p:spPr bwMode="auto">
          <a:xfrm>
            <a:off x="201424" y="1579324"/>
            <a:ext cx="2700000" cy="236406"/>
          </a:xfrm>
          <a:prstGeom prst="leftRightArrow">
            <a:avLst>
              <a:gd name="adj1" fmla="val 100000"/>
              <a:gd name="adj2"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3600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300" b="1" i="0" u="none" strike="noStrike" kern="1200" cap="none" spc="0" normalizeH="0" baseline="0" noProof="0">
                <a:ln>
                  <a:noFill/>
                </a:ln>
                <a:solidFill>
                  <a:srgbClr val="020E66"/>
                </a:solidFill>
                <a:effectLst/>
                <a:uLnTx/>
                <a:uFillTx/>
                <a:latin typeface="Arial"/>
                <a:ea typeface="+mn-ea"/>
                <a:cs typeface="Arial" charset="0"/>
              </a:rPr>
              <a:t>Objetivo</a:t>
            </a:r>
          </a:p>
        </p:txBody>
      </p:sp>
      <p:sp>
        <p:nvSpPr>
          <p:cNvPr id="43" name="AutoShape 250">
            <a:extLst>
              <a:ext uri="{FF2B5EF4-FFF2-40B4-BE49-F238E27FC236}">
                <a16:creationId xmlns:a16="http://schemas.microsoft.com/office/drawing/2014/main" id="{47E8460A-AE80-D76F-AAF5-39F4417B8DD1}"/>
              </a:ext>
            </a:extLst>
          </p:cNvPr>
          <p:cNvSpPr>
            <a:spLocks noChangeArrowheads="1"/>
          </p:cNvSpPr>
          <p:nvPr/>
        </p:nvSpPr>
        <p:spPr bwMode="auto">
          <a:xfrm>
            <a:off x="201424" y="3070850"/>
            <a:ext cx="2700000" cy="236406"/>
          </a:xfrm>
          <a:prstGeom prst="leftRightArrow">
            <a:avLst>
              <a:gd name="adj1" fmla="val 100000"/>
              <a:gd name="adj2"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3600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300" b="1" i="0" u="none" strike="noStrike" kern="1200" cap="none" spc="0" normalizeH="0" baseline="0" noProof="0">
                <a:ln>
                  <a:noFill/>
                </a:ln>
                <a:solidFill>
                  <a:srgbClr val="020E66"/>
                </a:solidFill>
                <a:effectLst/>
                <a:uLnTx/>
                <a:uFillTx/>
                <a:latin typeface="Arial"/>
                <a:ea typeface="+mn-ea"/>
                <a:cs typeface="Arial" charset="0"/>
              </a:rPr>
              <a:t>Dimensões</a:t>
            </a:r>
          </a:p>
        </p:txBody>
      </p:sp>
      <p:pic>
        <p:nvPicPr>
          <p:cNvPr id="45" name="Picture 44">
            <a:extLst>
              <a:ext uri="{FF2B5EF4-FFF2-40B4-BE49-F238E27FC236}">
                <a16:creationId xmlns:a16="http://schemas.microsoft.com/office/drawing/2014/main" id="{1B8AC304-FCB3-805E-91F1-81E570C895DF}"/>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201424" y="3368620"/>
            <a:ext cx="2700000" cy="2442857"/>
          </a:xfrm>
          <a:prstGeom prst="rect">
            <a:avLst/>
          </a:prstGeom>
        </p:spPr>
      </p:pic>
      <p:grpSp>
        <p:nvGrpSpPr>
          <p:cNvPr id="47" name="Group 4">
            <a:extLst>
              <a:ext uri="{FF2B5EF4-FFF2-40B4-BE49-F238E27FC236}">
                <a16:creationId xmlns:a16="http://schemas.microsoft.com/office/drawing/2014/main" id="{C8AF924E-D6CD-2C08-37DF-2B25A6D202BD}"/>
              </a:ext>
            </a:extLst>
          </p:cNvPr>
          <p:cNvGrpSpPr/>
          <p:nvPr/>
        </p:nvGrpSpPr>
        <p:grpSpPr>
          <a:xfrm>
            <a:off x="3327874" y="1522651"/>
            <a:ext cx="6696000" cy="246798"/>
            <a:chOff x="5996819" y="1119930"/>
            <a:chExt cx="2916000" cy="246798"/>
          </a:xfrm>
        </p:grpSpPr>
        <p:cxnSp>
          <p:nvCxnSpPr>
            <p:cNvPr id="48" name="AutoShape 249">
              <a:extLst>
                <a:ext uri="{FF2B5EF4-FFF2-40B4-BE49-F238E27FC236}">
                  <a16:creationId xmlns:a16="http://schemas.microsoft.com/office/drawing/2014/main" id="{7966CAFC-0F2A-4F97-F6B7-2244FA7EA365}"/>
                </a:ext>
              </a:extLst>
            </p:cNvPr>
            <p:cNvCxnSpPr>
              <a:cxnSpLocks noChangeShapeType="1"/>
            </p:cNvCxnSpPr>
            <p:nvPr/>
          </p:nvCxnSpPr>
          <p:spPr bwMode="auto">
            <a:xfrm>
              <a:off x="5996819" y="1366728"/>
              <a:ext cx="2916000" cy="0"/>
            </a:xfrm>
            <a:prstGeom prst="straightConnector1">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49" name="Rectangle 8">
              <a:extLst>
                <a:ext uri="{FF2B5EF4-FFF2-40B4-BE49-F238E27FC236}">
                  <a16:creationId xmlns:a16="http://schemas.microsoft.com/office/drawing/2014/main" id="{10A9FEE3-339F-1833-0B42-264C47BB37FA}"/>
                </a:ext>
              </a:extLst>
            </p:cNvPr>
            <p:cNvSpPr>
              <a:spLocks noChangeArrowheads="1"/>
            </p:cNvSpPr>
            <p:nvPr/>
          </p:nvSpPr>
          <p:spPr bwMode="auto">
            <a:xfrm>
              <a:off x="5996819" y="1119930"/>
              <a:ext cx="2916000" cy="2365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36000" anchor="b">
              <a:spAutoFit/>
            </a:bodyPr>
            <a:lstStyle>
              <a:lvl1pPr defTabSz="787400" eaLnBrk="0" hangingPunct="0">
                <a:defRPr sz="1600">
                  <a:solidFill>
                    <a:schemeClr val="tx1"/>
                  </a:solidFill>
                  <a:latin typeface="Arial" charset="0"/>
                  <a:ea typeface="-윤고딕130" pitchFamily="18" charset="-127"/>
                </a:defRPr>
              </a:lvl1pPr>
              <a:lvl2pPr marL="742950" indent="-285750" defTabSz="787400" eaLnBrk="0" hangingPunct="0">
                <a:defRPr sz="1600">
                  <a:solidFill>
                    <a:schemeClr val="tx1"/>
                  </a:solidFill>
                  <a:latin typeface="Arial" charset="0"/>
                  <a:ea typeface="-윤고딕130" pitchFamily="18" charset="-127"/>
                </a:defRPr>
              </a:lvl2pPr>
              <a:lvl3pPr marL="1143000" indent="-228600" defTabSz="787400" eaLnBrk="0" hangingPunct="0">
                <a:defRPr sz="1600">
                  <a:solidFill>
                    <a:schemeClr val="tx1"/>
                  </a:solidFill>
                  <a:latin typeface="Arial" charset="0"/>
                  <a:ea typeface="-윤고딕130" pitchFamily="18" charset="-127"/>
                </a:defRPr>
              </a:lvl3pPr>
              <a:lvl4pPr marL="1600200" indent="-228600" defTabSz="787400" eaLnBrk="0" hangingPunct="0">
                <a:defRPr sz="1600">
                  <a:solidFill>
                    <a:schemeClr val="tx1"/>
                  </a:solidFill>
                  <a:latin typeface="Arial" charset="0"/>
                  <a:ea typeface="-윤고딕130" pitchFamily="18" charset="-127"/>
                </a:defRPr>
              </a:lvl4pPr>
              <a:lvl5pPr marL="2057400" indent="-228600" defTabSz="787400" eaLnBrk="0" hangingPunct="0">
                <a:defRPr sz="1600">
                  <a:solidFill>
                    <a:schemeClr val="tx1"/>
                  </a:solidFill>
                  <a:latin typeface="Arial" charset="0"/>
                  <a:ea typeface="-윤고딕130" pitchFamily="18" charset="-127"/>
                </a:defRPr>
              </a:lvl5pPr>
              <a:lvl6pPr marL="2514600" indent="-228600" defTabSz="787400" eaLnBrk="0" fontAlgn="base" hangingPunct="0">
                <a:spcBef>
                  <a:spcPct val="0"/>
                </a:spcBef>
                <a:spcAft>
                  <a:spcPct val="0"/>
                </a:spcAft>
                <a:defRPr sz="1600">
                  <a:solidFill>
                    <a:schemeClr val="tx1"/>
                  </a:solidFill>
                  <a:latin typeface="Arial" charset="0"/>
                  <a:ea typeface="-윤고딕130" pitchFamily="18" charset="-127"/>
                </a:defRPr>
              </a:lvl6pPr>
              <a:lvl7pPr marL="2971800" indent="-228600" defTabSz="787400" eaLnBrk="0" fontAlgn="base" hangingPunct="0">
                <a:spcBef>
                  <a:spcPct val="0"/>
                </a:spcBef>
                <a:spcAft>
                  <a:spcPct val="0"/>
                </a:spcAft>
                <a:defRPr sz="1600">
                  <a:solidFill>
                    <a:schemeClr val="tx1"/>
                  </a:solidFill>
                  <a:latin typeface="Arial" charset="0"/>
                  <a:ea typeface="-윤고딕130" pitchFamily="18" charset="-127"/>
                </a:defRPr>
              </a:lvl7pPr>
              <a:lvl8pPr marL="3429000" indent="-228600" defTabSz="787400" eaLnBrk="0" fontAlgn="base" hangingPunct="0">
                <a:spcBef>
                  <a:spcPct val="0"/>
                </a:spcBef>
                <a:spcAft>
                  <a:spcPct val="0"/>
                </a:spcAft>
                <a:defRPr sz="1600">
                  <a:solidFill>
                    <a:schemeClr val="tx1"/>
                  </a:solidFill>
                  <a:latin typeface="Arial" charset="0"/>
                  <a:ea typeface="-윤고딕130" pitchFamily="18" charset="-127"/>
                </a:defRPr>
              </a:lvl8pPr>
              <a:lvl9pPr marL="3886200" indent="-228600" defTabSz="787400" eaLnBrk="0" fontAlgn="base" hangingPunct="0">
                <a:spcBef>
                  <a:spcPct val="0"/>
                </a:spcBef>
                <a:spcAft>
                  <a:spcPct val="0"/>
                </a:spcAft>
                <a:defRPr sz="1600">
                  <a:solidFill>
                    <a:schemeClr val="tx1"/>
                  </a:solidFill>
                  <a:latin typeface="Arial" charset="0"/>
                  <a:ea typeface="-윤고딕130" pitchFamily="18" charset="-127"/>
                </a:defRPr>
              </a:lvl9pPr>
            </a:lstStyle>
            <a:p>
              <a:pPr marL="0" marR="0" lvl="0" indent="0" algn="l" defTabSz="787400" rtl="0" eaLnBrk="1" fontAlgn="auto" latinLnBrk="0" hangingPunct="1">
                <a:lnSpc>
                  <a:spcPct val="100000"/>
                </a:lnSpc>
                <a:spcBef>
                  <a:spcPts val="0"/>
                </a:spcBef>
                <a:spcAft>
                  <a:spcPts val="0"/>
                </a:spcAft>
                <a:buClrTx/>
                <a:buSzPct val="120000"/>
                <a:buFontTx/>
                <a:buNone/>
                <a:tabLst/>
                <a:defRPr/>
              </a:pPr>
              <a:r>
                <a:rPr kumimoji="0" lang="pt-BR" altLang="zh-CN" sz="1300" b="1" i="0" u="none" strike="noStrike" kern="1200" cap="none" spc="0" normalizeH="0" baseline="0" noProof="0">
                  <a:ln>
                    <a:noFill/>
                  </a:ln>
                  <a:solidFill>
                    <a:srgbClr val="020E66"/>
                  </a:solidFill>
                  <a:effectLst/>
                  <a:uLnTx/>
                  <a:uFillTx/>
                  <a:latin typeface="Arial"/>
                  <a:ea typeface="-윤고딕130" pitchFamily="18" charset="-127"/>
                  <a:cs typeface="+mn-cs"/>
                </a:rPr>
                <a:t>Formato e atividades para aplicação da ferramenta</a:t>
              </a:r>
            </a:p>
          </p:txBody>
        </p:sp>
      </p:grpSp>
      <p:pic>
        <p:nvPicPr>
          <p:cNvPr id="50" name="Imagem 177">
            <a:extLst>
              <a:ext uri="{FF2B5EF4-FFF2-40B4-BE49-F238E27FC236}">
                <a16:creationId xmlns:a16="http://schemas.microsoft.com/office/drawing/2014/main" id="{4BB4C39C-E1A4-E10F-B19A-CF3DDEB1A76A}"/>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3327874" y="1955482"/>
            <a:ext cx="6696000" cy="3755977"/>
          </a:xfrm>
          <a:prstGeom prst="rect">
            <a:avLst/>
          </a:prstGeom>
        </p:spPr>
      </p:pic>
      <p:sp>
        <p:nvSpPr>
          <p:cNvPr id="51" name="Rectangle 6">
            <a:extLst>
              <a:ext uri="{FF2B5EF4-FFF2-40B4-BE49-F238E27FC236}">
                <a16:creationId xmlns:a16="http://schemas.microsoft.com/office/drawing/2014/main" id="{1399FBEB-8D5C-F9E2-5B40-16847B34C664}"/>
              </a:ext>
            </a:extLst>
          </p:cNvPr>
          <p:cNvSpPr>
            <a:spLocks noChangeArrowheads="1"/>
          </p:cNvSpPr>
          <p:nvPr/>
        </p:nvSpPr>
        <p:spPr bwMode="gray">
          <a:xfrm>
            <a:off x="10248900" y="1340493"/>
            <a:ext cx="1943100" cy="4860000"/>
          </a:xfrm>
          <a:prstGeom prst="rect">
            <a:avLst/>
          </a:prstGeom>
          <a:solidFill>
            <a:schemeClr val="accent1"/>
          </a:solidFill>
          <a:ln w="12700">
            <a:solidFill>
              <a:schemeClr val="accent1"/>
            </a:solidFill>
            <a:miter lim="800000"/>
            <a:headEnd/>
            <a:tailEnd/>
          </a:ln>
          <a:effectLst/>
          <a:extLst>
            <a:ext uri="{AF507438-7753-43e0-B8FC-AC1667EBCBE1}">
              <a14:hiddenEffects xmlns:a14="http://schemas.microsoft.com/office/drawing/2010/main" xmlns="">
                <a:effectLst>
                  <a:outerShdw blurRad="63500" dist="53882" dir="2700000" algn="ctr" rotWithShape="0">
                    <a:srgbClr val="DDDDDD">
                      <a:alpha val="74998"/>
                    </a:srgbClr>
                  </a:outerShdw>
                </a:effectLst>
              </a14:hiddenEffects>
            </a:ext>
          </a:extLst>
        </p:spPr>
        <p:txBody>
          <a:bodyPr lIns="93296" tIns="46648" rIns="93296" bIns="46648">
            <a:noAutofit/>
          </a:bodyPr>
          <a:lstStyle/>
          <a:p>
            <a:pPr marL="285750" marR="0" lvl="0"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
              <a:tabLst/>
              <a:defRPr/>
            </a:pPr>
            <a:endParaRPr kumimoji="0" lang="pt-BR" sz="1300" b="0" i="0" u="none" strike="noStrike" kern="1200" cap="none" spc="0" normalizeH="0" baseline="0" noProof="0">
              <a:ln>
                <a:noFill/>
              </a:ln>
              <a:solidFill>
                <a:srgbClr val="000000"/>
              </a:solidFill>
              <a:effectLst/>
              <a:uLnTx/>
              <a:uFillTx/>
              <a:latin typeface="Arial" pitchFamily="34" charset="0"/>
              <a:ea typeface="+mn-ea"/>
              <a:cs typeface="Arial" pitchFamily="34" charset="0"/>
            </a:endParaRPr>
          </a:p>
        </p:txBody>
      </p:sp>
      <p:sp>
        <p:nvSpPr>
          <p:cNvPr id="52" name="Rectangle 53">
            <a:extLst>
              <a:ext uri="{FF2B5EF4-FFF2-40B4-BE49-F238E27FC236}">
                <a16:creationId xmlns:a16="http://schemas.microsoft.com/office/drawing/2014/main" id="{28C234ED-ECCF-5E1F-BCB0-82D565CCBC1D}"/>
              </a:ext>
            </a:extLst>
          </p:cNvPr>
          <p:cNvSpPr txBox="1"/>
          <p:nvPr/>
        </p:nvSpPr>
        <p:spPr>
          <a:xfrm>
            <a:off x="10402956" y="2126916"/>
            <a:ext cx="1634989" cy="2000548"/>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defPPr>
              <a:defRPr lang="pt-BR"/>
            </a:defPPr>
            <a:lvl1pPr marL="177800" lvl="0" indent="-177800" defTabSz="895350">
              <a:spcBef>
                <a:spcPts val="600"/>
              </a:spcBef>
              <a:buClrTx/>
              <a:buFont typeface="Wingdings" panose="05000000000000000000" pitchFamily="2" charset="2"/>
              <a:buChar char="§"/>
              <a:defRPr sz="1300" baseline="0"/>
            </a:lvl1pPr>
            <a:lvl2pPr marL="193675" lvl="1" indent="-192088" defTabSz="895350">
              <a:buClrTx/>
              <a:buSzPct val="125000"/>
              <a:buFont typeface="Arial" charset="0"/>
              <a:buChar char="▪"/>
              <a:defRPr sz="1300" baseline="0"/>
            </a:lvl2pPr>
            <a:lvl3pPr marL="457200" lvl="2" indent="-261938" defTabSz="895350">
              <a:buClr>
                <a:schemeClr val="tx2"/>
              </a:buClr>
              <a:buSzPct val="120000"/>
              <a:buFont typeface="Arial" charset="0"/>
              <a:buChar char="–"/>
              <a:defRPr baseline="0"/>
            </a:lvl3pPr>
            <a:lvl4pPr marL="614363" lvl="3" indent="-155575" defTabSz="895350">
              <a:buClr>
                <a:schemeClr val="tx2"/>
              </a:buClr>
              <a:buSzPct val="120000"/>
              <a:buFont typeface="Arial" charset="0"/>
              <a:buChar char="▫"/>
              <a:defRPr baseline="0"/>
            </a:lvl4pPr>
            <a:lvl5pPr marL="749808" lvl="4" indent="-130175" defTabSz="895350">
              <a:buClr>
                <a:schemeClr val="tx2"/>
              </a:buClr>
              <a:buSzPct val="89000"/>
              <a:buFont typeface="Arial" charset="0"/>
              <a:buChar char="-"/>
              <a:defRPr baseline="0"/>
            </a:lvl5pPr>
            <a:lvl6pPr marL="749808" indent="-130175" defTabSz="895350" fontAlgn="base">
              <a:spcBef>
                <a:spcPct val="0"/>
              </a:spcBef>
              <a:spcAft>
                <a:spcPct val="0"/>
              </a:spcAft>
              <a:buClr>
                <a:schemeClr val="tx2"/>
              </a:buClr>
              <a:buSzPct val="89000"/>
              <a:buFont typeface="Arial" charset="0"/>
              <a:buChar char="-"/>
              <a:defRPr baseline="0"/>
            </a:lvl6pPr>
            <a:lvl7pPr marL="749808" indent="-130175" defTabSz="895350" fontAlgn="base">
              <a:spcBef>
                <a:spcPct val="0"/>
              </a:spcBef>
              <a:spcAft>
                <a:spcPct val="0"/>
              </a:spcAft>
              <a:buClr>
                <a:schemeClr val="tx2"/>
              </a:buClr>
              <a:buSzPct val="89000"/>
              <a:buFont typeface="Arial" charset="0"/>
              <a:buChar char="-"/>
              <a:defRPr baseline="0"/>
            </a:lvl7pPr>
            <a:lvl8pPr marL="749808" indent="-130175" defTabSz="895350" fontAlgn="base">
              <a:spcBef>
                <a:spcPct val="0"/>
              </a:spcBef>
              <a:spcAft>
                <a:spcPct val="0"/>
              </a:spcAft>
              <a:buClr>
                <a:schemeClr val="tx2"/>
              </a:buClr>
              <a:buSzPct val="89000"/>
              <a:buFont typeface="Arial" charset="0"/>
              <a:buChar char="-"/>
              <a:defRPr baseline="0"/>
            </a:lvl8pPr>
            <a:lvl9pPr marL="749808" indent="-130175" defTabSz="895350" fontAlgn="base">
              <a:spcBef>
                <a:spcPct val="0"/>
              </a:spcBef>
              <a:spcAft>
                <a:spcPct val="0"/>
              </a:spcAft>
              <a:buClr>
                <a:schemeClr val="tx2"/>
              </a:buClr>
              <a:buSzPct val="89000"/>
              <a:buFont typeface="Arial" charset="0"/>
              <a:buChar char="-"/>
              <a:defRPr baseline="0"/>
            </a:lvl9pPr>
          </a:lstStyle>
          <a:p>
            <a:pPr marL="180000" marR="0" lvl="1" indent="-180000" algn="l" defTabSz="895350" rtl="0" eaLnBrk="1" fontAlgn="auto" latinLnBrk="0" hangingPunct="1">
              <a:lnSpc>
                <a:spcPct val="100000"/>
              </a:lnSpc>
              <a:spcBef>
                <a:spcPts val="0"/>
              </a:spcBef>
              <a:spcAft>
                <a:spcPts val="0"/>
              </a:spcAft>
              <a:buClrTx/>
              <a:buSzPct val="100000"/>
              <a:buFont typeface="Wingdings" panose="05000000000000000000" pitchFamily="2" charset="2"/>
              <a:buChar char="§"/>
              <a:tabLst/>
              <a:defRPr/>
            </a:pPr>
            <a:r>
              <a:rPr kumimoji="0" lang="pt-BR" sz="1300" b="0" i="0" u="none" strike="noStrike" kern="1200" cap="none" spc="0" normalizeH="0" baseline="0" noProof="0">
                <a:ln>
                  <a:noFill/>
                </a:ln>
                <a:solidFill>
                  <a:srgbClr val="071C25"/>
                </a:solidFill>
                <a:effectLst/>
                <a:uLnTx/>
                <a:uFillTx/>
                <a:latin typeface="Arial"/>
                <a:ea typeface="+mn-ea"/>
                <a:cs typeface="+mn-cs"/>
              </a:rPr>
              <a:t>Avaliar maturidade atual em </a:t>
            </a:r>
            <a:r>
              <a:rPr kumimoji="0" lang="pt-BR" sz="1300" b="0" i="1" u="none" strike="noStrike" kern="1200" cap="none" spc="0" normalizeH="0" baseline="0" noProof="0" err="1">
                <a:ln>
                  <a:noFill/>
                </a:ln>
                <a:solidFill>
                  <a:srgbClr val="071C25"/>
                </a:solidFill>
                <a:effectLst/>
                <a:uLnTx/>
                <a:uFillTx/>
                <a:latin typeface="Arial"/>
                <a:ea typeface="+mn-ea"/>
                <a:cs typeface="+mn-cs"/>
              </a:rPr>
              <a:t>pricing</a:t>
            </a:r>
            <a:endParaRPr kumimoji="0" lang="pt-BR" sz="1300" b="0" i="1" u="none" strike="noStrike" kern="1200" cap="none" spc="0" normalizeH="0" baseline="0" noProof="0">
              <a:ln>
                <a:noFill/>
              </a:ln>
              <a:solidFill>
                <a:srgbClr val="071C25"/>
              </a:solidFill>
              <a:effectLst/>
              <a:uLnTx/>
              <a:uFillTx/>
              <a:latin typeface="Arial"/>
              <a:ea typeface="+mn-ea"/>
              <a:cs typeface="+mn-cs"/>
            </a:endParaRPr>
          </a:p>
          <a:p>
            <a:pPr marL="180000" marR="0" lvl="1" indent="-180000" algn="l" defTabSz="895350" rtl="0" eaLnBrk="1" fontAlgn="auto" latinLnBrk="0" hangingPunct="1">
              <a:lnSpc>
                <a:spcPct val="100000"/>
              </a:lnSpc>
              <a:spcBef>
                <a:spcPts val="0"/>
              </a:spcBef>
              <a:spcAft>
                <a:spcPts val="0"/>
              </a:spcAft>
              <a:buClrTx/>
              <a:buSzPct val="100000"/>
              <a:buFont typeface="Wingdings" panose="05000000000000000000" pitchFamily="2" charset="2"/>
              <a:buChar char="§"/>
              <a:tabLst/>
              <a:defRPr/>
            </a:pPr>
            <a:r>
              <a:rPr kumimoji="0" lang="pt-BR" sz="1300" b="0" i="0" u="none" strike="noStrike" kern="1200" cap="none" spc="0" normalizeH="0" baseline="0" noProof="0">
                <a:ln>
                  <a:noFill/>
                </a:ln>
                <a:solidFill>
                  <a:srgbClr val="071C25"/>
                </a:solidFill>
                <a:effectLst/>
                <a:uLnTx/>
                <a:uFillTx/>
                <a:latin typeface="Arial"/>
                <a:ea typeface="+mn-ea"/>
                <a:cs typeface="+mn-cs"/>
              </a:rPr>
              <a:t>Definir maturidade desejada em cada dimensão</a:t>
            </a:r>
          </a:p>
          <a:p>
            <a:pPr marL="180000" marR="0" lvl="1" indent="-180000" algn="l" defTabSz="895350" rtl="0" eaLnBrk="1" fontAlgn="auto" latinLnBrk="0" hangingPunct="1">
              <a:lnSpc>
                <a:spcPct val="100000"/>
              </a:lnSpc>
              <a:spcBef>
                <a:spcPts val="0"/>
              </a:spcBef>
              <a:spcAft>
                <a:spcPts val="0"/>
              </a:spcAft>
              <a:buClrTx/>
              <a:buSzPct val="100000"/>
              <a:buFont typeface="Wingdings" panose="05000000000000000000" pitchFamily="2" charset="2"/>
              <a:buChar char="§"/>
              <a:tabLst/>
              <a:defRPr/>
            </a:pPr>
            <a:r>
              <a:rPr kumimoji="0" lang="pt-BR" sz="1300" b="0" i="0" u="none" strike="noStrike" kern="1200" cap="none" spc="0" normalizeH="0" baseline="0" noProof="0">
                <a:ln>
                  <a:noFill/>
                </a:ln>
                <a:solidFill>
                  <a:srgbClr val="071C25"/>
                </a:solidFill>
                <a:effectLst/>
                <a:uLnTx/>
                <a:uFillTx/>
                <a:latin typeface="Arial"/>
                <a:ea typeface="+mn-ea"/>
                <a:cs typeface="+mn-cs"/>
              </a:rPr>
              <a:t>Identificar razões para lacunas</a:t>
            </a:r>
          </a:p>
          <a:p>
            <a:pPr marL="180000" marR="0" lvl="1" indent="-180000" algn="l" defTabSz="895350" rtl="0" eaLnBrk="1" fontAlgn="auto" latinLnBrk="0" hangingPunct="1">
              <a:lnSpc>
                <a:spcPct val="100000"/>
              </a:lnSpc>
              <a:spcBef>
                <a:spcPts val="0"/>
              </a:spcBef>
              <a:spcAft>
                <a:spcPts val="0"/>
              </a:spcAft>
              <a:buClrTx/>
              <a:buSzPct val="100000"/>
              <a:buFont typeface="Wingdings" panose="05000000000000000000" pitchFamily="2" charset="2"/>
              <a:buChar char="§"/>
              <a:tabLst/>
              <a:defRPr/>
            </a:pPr>
            <a:r>
              <a:rPr kumimoji="0" lang="pt-BR" sz="1300" b="0" i="0" u="none" strike="noStrike" kern="1200" cap="none" spc="0" normalizeH="0" baseline="0" noProof="0">
                <a:ln>
                  <a:noFill/>
                </a:ln>
                <a:solidFill>
                  <a:srgbClr val="071C25"/>
                </a:solidFill>
                <a:effectLst/>
                <a:uLnTx/>
                <a:uFillTx/>
                <a:latin typeface="Arial"/>
                <a:ea typeface="+mn-ea"/>
                <a:cs typeface="+mn-cs"/>
              </a:rPr>
              <a:t>Gerar iniciativas, priorizando por impacto e esforço</a:t>
            </a:r>
          </a:p>
        </p:txBody>
      </p:sp>
      <p:sp>
        <p:nvSpPr>
          <p:cNvPr id="53" name="Rectangle 53">
            <a:extLst>
              <a:ext uri="{FF2B5EF4-FFF2-40B4-BE49-F238E27FC236}">
                <a16:creationId xmlns:a16="http://schemas.microsoft.com/office/drawing/2014/main" id="{C1414BB9-A1B4-8E14-A78E-3A0EE82ABE31}"/>
              </a:ext>
            </a:extLst>
          </p:cNvPr>
          <p:cNvSpPr txBox="1"/>
          <p:nvPr/>
        </p:nvSpPr>
        <p:spPr>
          <a:xfrm>
            <a:off x="10402956" y="4913719"/>
            <a:ext cx="1634989" cy="1200329"/>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defPPr>
              <a:defRPr lang="pt-BR"/>
            </a:defPPr>
            <a:lvl1pPr marL="177800" lvl="0" indent="-177800" defTabSz="895350">
              <a:spcBef>
                <a:spcPts val="600"/>
              </a:spcBef>
              <a:buClrTx/>
              <a:buFont typeface="Wingdings" panose="05000000000000000000" pitchFamily="2" charset="2"/>
              <a:buChar char="§"/>
              <a:defRPr sz="1300" baseline="0"/>
            </a:lvl1pPr>
            <a:lvl2pPr marL="193675" lvl="1" indent="-192088" defTabSz="895350">
              <a:buClr>
                <a:schemeClr val="tx2"/>
              </a:buClr>
              <a:buSzPct val="125000"/>
              <a:buFont typeface="Arial" charset="0"/>
              <a:buChar char="▪"/>
              <a:defRPr baseline="0"/>
            </a:lvl2pPr>
            <a:lvl3pPr marL="457200" lvl="2" indent="-261938" defTabSz="895350">
              <a:buClr>
                <a:schemeClr val="tx2"/>
              </a:buClr>
              <a:buSzPct val="120000"/>
              <a:buFont typeface="Arial" charset="0"/>
              <a:buChar char="–"/>
              <a:defRPr baseline="0"/>
            </a:lvl3pPr>
            <a:lvl4pPr marL="614363" lvl="3" indent="-155575" defTabSz="895350">
              <a:buClr>
                <a:schemeClr val="tx2"/>
              </a:buClr>
              <a:buSzPct val="120000"/>
              <a:buFont typeface="Arial" charset="0"/>
              <a:buChar char="▫"/>
              <a:defRPr baseline="0"/>
            </a:lvl4pPr>
            <a:lvl5pPr marL="749808" lvl="4" indent="-130175" defTabSz="895350">
              <a:buClr>
                <a:schemeClr val="tx2"/>
              </a:buClr>
              <a:buSzPct val="89000"/>
              <a:buFont typeface="Arial" charset="0"/>
              <a:buChar char="-"/>
              <a:defRPr baseline="0"/>
            </a:lvl5pPr>
            <a:lvl6pPr marL="749808" indent="-130175" defTabSz="895350" fontAlgn="base">
              <a:spcBef>
                <a:spcPct val="0"/>
              </a:spcBef>
              <a:spcAft>
                <a:spcPct val="0"/>
              </a:spcAft>
              <a:buClr>
                <a:schemeClr val="tx2"/>
              </a:buClr>
              <a:buSzPct val="89000"/>
              <a:buFont typeface="Arial" charset="0"/>
              <a:buChar char="-"/>
              <a:defRPr baseline="0"/>
            </a:lvl6pPr>
            <a:lvl7pPr marL="749808" indent="-130175" defTabSz="895350" fontAlgn="base">
              <a:spcBef>
                <a:spcPct val="0"/>
              </a:spcBef>
              <a:spcAft>
                <a:spcPct val="0"/>
              </a:spcAft>
              <a:buClr>
                <a:schemeClr val="tx2"/>
              </a:buClr>
              <a:buSzPct val="89000"/>
              <a:buFont typeface="Arial" charset="0"/>
              <a:buChar char="-"/>
              <a:defRPr baseline="0"/>
            </a:lvl7pPr>
            <a:lvl8pPr marL="749808" indent="-130175" defTabSz="895350" fontAlgn="base">
              <a:spcBef>
                <a:spcPct val="0"/>
              </a:spcBef>
              <a:spcAft>
                <a:spcPct val="0"/>
              </a:spcAft>
              <a:buClr>
                <a:schemeClr val="tx2"/>
              </a:buClr>
              <a:buSzPct val="89000"/>
              <a:buFont typeface="Arial" charset="0"/>
              <a:buChar char="-"/>
              <a:defRPr baseline="0"/>
            </a:lvl8pPr>
            <a:lvl9pPr marL="749808" indent="-130175" defTabSz="895350" fontAlgn="base">
              <a:spcBef>
                <a:spcPct val="0"/>
              </a:spcBef>
              <a:spcAft>
                <a:spcPct val="0"/>
              </a:spcAft>
              <a:buClr>
                <a:schemeClr val="tx2"/>
              </a:buClr>
              <a:buSzPct val="89000"/>
              <a:buFont typeface="Arial" charset="0"/>
              <a:buChar char="-"/>
              <a:defRPr baseline="0"/>
            </a:lvl9pPr>
          </a:lstStyle>
          <a:p>
            <a:pPr marL="180000" marR="0" lvl="1" indent="-180000" algn="l" defTabSz="895350" rtl="0" eaLnBrk="1" fontAlgn="auto" latinLnBrk="0" hangingPunct="1">
              <a:lnSpc>
                <a:spcPct val="100000"/>
              </a:lnSpc>
              <a:spcBef>
                <a:spcPts val="0"/>
              </a:spcBef>
              <a:spcAft>
                <a:spcPts val="0"/>
              </a:spcAft>
              <a:buClrTx/>
              <a:buSzPct val="100000"/>
              <a:buFont typeface="Wingdings" panose="05000000000000000000" pitchFamily="2" charset="2"/>
              <a:buChar char="§"/>
              <a:tabLst/>
              <a:defRPr/>
            </a:pPr>
            <a:r>
              <a:rPr kumimoji="0" lang="pt-BR" sz="1300" b="0" i="0" u="none" strike="noStrike" kern="1200" cap="none" spc="0" normalizeH="0" baseline="0" noProof="0">
                <a:ln>
                  <a:noFill/>
                </a:ln>
                <a:solidFill>
                  <a:srgbClr val="071C25"/>
                </a:solidFill>
                <a:effectLst/>
                <a:uLnTx/>
                <a:uFillTx/>
                <a:latin typeface="Arial"/>
                <a:ea typeface="+mn-ea"/>
                <a:cs typeface="+mn-cs"/>
              </a:rPr>
              <a:t>Entrevistas com colaboradores-chave das áreas relacionadas (ex. diretor comercial, diretor financeiro)</a:t>
            </a:r>
          </a:p>
        </p:txBody>
      </p:sp>
      <p:cxnSp>
        <p:nvCxnSpPr>
          <p:cNvPr id="54" name="Straight Connector 52">
            <a:extLst>
              <a:ext uri="{FF2B5EF4-FFF2-40B4-BE49-F238E27FC236}">
                <a16:creationId xmlns:a16="http://schemas.microsoft.com/office/drawing/2014/main" id="{5D624600-0352-0AD7-C863-33C929FD9B50}"/>
              </a:ext>
            </a:extLst>
          </p:cNvPr>
          <p:cNvCxnSpPr>
            <a:cxnSpLocks/>
          </p:cNvCxnSpPr>
          <p:nvPr/>
        </p:nvCxnSpPr>
        <p:spPr>
          <a:xfrm>
            <a:off x="10402956" y="4233549"/>
            <a:ext cx="1634883" cy="0"/>
          </a:xfrm>
          <a:prstGeom prst="line">
            <a:avLst/>
          </a:prstGeom>
          <a:ln w="9525">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56" name="Rectangle 53">
            <a:extLst>
              <a:ext uri="{FF2B5EF4-FFF2-40B4-BE49-F238E27FC236}">
                <a16:creationId xmlns:a16="http://schemas.microsoft.com/office/drawing/2014/main" id="{FA609472-67BC-0CBD-514E-2F1E59F0E11C}"/>
              </a:ext>
            </a:extLst>
          </p:cNvPr>
          <p:cNvSpPr txBox="1"/>
          <p:nvPr/>
        </p:nvSpPr>
        <p:spPr>
          <a:xfrm>
            <a:off x="11010900" y="1686804"/>
            <a:ext cx="1027045" cy="200055"/>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defPPr>
              <a:defRPr lang="pt-BR"/>
            </a:defPPr>
            <a:lvl1pPr marL="177800" lvl="0" indent="-177800" defTabSz="895350">
              <a:spcBef>
                <a:spcPts val="600"/>
              </a:spcBef>
              <a:buClrTx/>
              <a:buFont typeface="Wingdings" panose="05000000000000000000" pitchFamily="2" charset="2"/>
              <a:buChar char="§"/>
              <a:defRPr sz="1300" baseline="0"/>
            </a:lvl1pPr>
            <a:lvl2pPr marL="193675" lvl="1" indent="-192088" defTabSz="895350">
              <a:buClrTx/>
              <a:buSzPct val="125000"/>
              <a:buFont typeface="Arial" charset="0"/>
              <a:buChar char="▪"/>
              <a:defRPr sz="1300" baseline="0"/>
            </a:lvl2pPr>
            <a:lvl3pPr marL="457200" lvl="2" indent="-261938" defTabSz="895350">
              <a:buClr>
                <a:schemeClr val="tx2"/>
              </a:buClr>
              <a:buSzPct val="120000"/>
              <a:buFont typeface="Arial" charset="0"/>
              <a:buChar char="–"/>
              <a:defRPr baseline="0"/>
            </a:lvl3pPr>
            <a:lvl4pPr marL="614363" lvl="3" indent="-155575" defTabSz="895350">
              <a:buClr>
                <a:schemeClr val="tx2"/>
              </a:buClr>
              <a:buSzPct val="120000"/>
              <a:buFont typeface="Arial" charset="0"/>
              <a:buChar char="▫"/>
              <a:defRPr baseline="0"/>
            </a:lvl4pPr>
            <a:lvl5pPr marL="749808" lvl="4" indent="-130175" defTabSz="895350">
              <a:buClr>
                <a:schemeClr val="tx2"/>
              </a:buClr>
              <a:buSzPct val="89000"/>
              <a:buFont typeface="Arial" charset="0"/>
              <a:buChar char="-"/>
              <a:defRPr baseline="0"/>
            </a:lvl5pPr>
            <a:lvl6pPr marL="749808" indent="-130175" defTabSz="895350" fontAlgn="base">
              <a:spcBef>
                <a:spcPct val="0"/>
              </a:spcBef>
              <a:spcAft>
                <a:spcPct val="0"/>
              </a:spcAft>
              <a:buClr>
                <a:schemeClr val="tx2"/>
              </a:buClr>
              <a:buSzPct val="89000"/>
              <a:buFont typeface="Arial" charset="0"/>
              <a:buChar char="-"/>
              <a:defRPr baseline="0"/>
            </a:lvl6pPr>
            <a:lvl7pPr marL="749808" indent="-130175" defTabSz="895350" fontAlgn="base">
              <a:spcBef>
                <a:spcPct val="0"/>
              </a:spcBef>
              <a:spcAft>
                <a:spcPct val="0"/>
              </a:spcAft>
              <a:buClr>
                <a:schemeClr val="tx2"/>
              </a:buClr>
              <a:buSzPct val="89000"/>
              <a:buFont typeface="Arial" charset="0"/>
              <a:buChar char="-"/>
              <a:defRPr baseline="0"/>
            </a:lvl7pPr>
            <a:lvl8pPr marL="749808" indent="-130175" defTabSz="895350" fontAlgn="base">
              <a:spcBef>
                <a:spcPct val="0"/>
              </a:spcBef>
              <a:spcAft>
                <a:spcPct val="0"/>
              </a:spcAft>
              <a:buClr>
                <a:schemeClr val="tx2"/>
              </a:buClr>
              <a:buSzPct val="89000"/>
              <a:buFont typeface="Arial" charset="0"/>
              <a:buChar char="-"/>
              <a:defRPr baseline="0"/>
            </a:lvl8pPr>
            <a:lvl9pPr marL="749808" indent="-130175" defTabSz="895350" fontAlgn="base">
              <a:spcBef>
                <a:spcPct val="0"/>
              </a:spcBef>
              <a:spcAft>
                <a:spcPct val="0"/>
              </a:spcAft>
              <a:buClr>
                <a:schemeClr val="tx2"/>
              </a:buClr>
              <a:buSzPct val="89000"/>
              <a:buFont typeface="Arial" charset="0"/>
              <a:buChar char="-"/>
              <a:defRPr baseline="0"/>
            </a:lvl9pPr>
          </a:lstStyle>
          <a:p>
            <a:pPr marL="0" marR="0" lvl="0" indent="0" algn="l" defTabSz="895350" rtl="0" eaLnBrk="1" fontAlgn="auto" latinLnBrk="0" hangingPunct="1">
              <a:lnSpc>
                <a:spcPct val="100000"/>
              </a:lnSpc>
              <a:spcBef>
                <a:spcPts val="600"/>
              </a:spcBef>
              <a:spcAft>
                <a:spcPts val="0"/>
              </a:spcAft>
              <a:buClrTx/>
              <a:buSzTx/>
              <a:buFont typeface="Wingdings" panose="05000000000000000000" pitchFamily="2" charset="2"/>
              <a:buNone/>
              <a:tabLst/>
              <a:defRPr/>
            </a:pPr>
            <a:r>
              <a:rPr kumimoji="0" lang="pt-BR" sz="1300" b="1" i="0" u="none" strike="noStrike" kern="1200" cap="none" spc="0" normalizeH="0" baseline="0" noProof="0">
                <a:ln>
                  <a:noFill/>
                </a:ln>
                <a:solidFill>
                  <a:srgbClr val="020E66"/>
                </a:solidFill>
                <a:effectLst/>
                <a:uLnTx/>
                <a:uFillTx/>
                <a:latin typeface="Arial"/>
                <a:ea typeface="+mn-ea"/>
                <a:cs typeface="+mn-cs"/>
              </a:rPr>
              <a:t>Etapas</a:t>
            </a:r>
          </a:p>
        </p:txBody>
      </p:sp>
      <p:pic>
        <p:nvPicPr>
          <p:cNvPr id="57" name="Gráfico 153">
            <a:extLst>
              <a:ext uri="{FF2B5EF4-FFF2-40B4-BE49-F238E27FC236}">
                <a16:creationId xmlns:a16="http://schemas.microsoft.com/office/drawing/2014/main" id="{F04726C4-92C2-8745-B333-BC9BDD5916BC}"/>
              </a:ext>
            </a:extLst>
          </p:cNvPr>
          <p:cNvPicPr>
            <a:picLocks noChangeAspect="1"/>
          </p:cNvPicPr>
          <p:nvPr/>
        </p:nvPicPr>
        <p:blipFill rotWithShape="1">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rcRect b="20458"/>
          <a:stretch/>
        </p:blipFill>
        <p:spPr>
          <a:xfrm>
            <a:off x="10402956" y="1552831"/>
            <a:ext cx="588369" cy="468000"/>
          </a:xfrm>
          <a:prstGeom prst="rect">
            <a:avLst/>
          </a:prstGeom>
        </p:spPr>
      </p:pic>
      <p:pic>
        <p:nvPicPr>
          <p:cNvPr id="58" name="Picture 4" descr="Community Icon 547803">
            <a:extLst>
              <a:ext uri="{FF2B5EF4-FFF2-40B4-BE49-F238E27FC236}">
                <a16:creationId xmlns:a16="http://schemas.microsoft.com/office/drawing/2014/main" id="{0D9B0E2F-A3DE-DDB7-4802-451D8121153C}"/>
              </a:ext>
            </a:extLst>
          </p:cNvPr>
          <p:cNvPicPr>
            <a:picLocks noChangeAspect="1" noChangeArrowheads="1"/>
          </p:cNvPicPr>
          <p:nvPr/>
        </p:nvPicPr>
        <p:blipFill>
          <a:blip r:embed="rId9" cstate="email">
            <a:duotone>
              <a:schemeClr val="accent5">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10402956" y="4339634"/>
            <a:ext cx="458854" cy="468000"/>
          </a:xfrm>
          <a:prstGeom prst="rect">
            <a:avLst/>
          </a:prstGeom>
          <a:extLst>
            <a:ext uri="{909E8E84-426E-40DD-AFC4-6F175D3DCCD1}">
              <a14:hiddenFill xmlns:a14="http://schemas.microsoft.com/office/drawing/2010/main">
                <a:solidFill>
                  <a:srgbClr val="FFFFFF"/>
                </a:solidFill>
              </a14:hiddenFill>
            </a:ext>
          </a:extLst>
        </p:spPr>
      </p:pic>
      <p:sp>
        <p:nvSpPr>
          <p:cNvPr id="59" name="Rectangle 53">
            <a:extLst>
              <a:ext uri="{FF2B5EF4-FFF2-40B4-BE49-F238E27FC236}">
                <a16:creationId xmlns:a16="http://schemas.microsoft.com/office/drawing/2014/main" id="{97BA1F7B-719C-B0E2-ED46-53425B4B3772}"/>
              </a:ext>
            </a:extLst>
          </p:cNvPr>
          <p:cNvSpPr txBox="1"/>
          <p:nvPr/>
        </p:nvSpPr>
        <p:spPr>
          <a:xfrm>
            <a:off x="11010900" y="4473607"/>
            <a:ext cx="1027045" cy="200055"/>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defPPr>
              <a:defRPr lang="pt-BR"/>
            </a:defPPr>
            <a:lvl1pPr marL="177800" lvl="0" indent="-177800" defTabSz="895350">
              <a:spcBef>
                <a:spcPts val="600"/>
              </a:spcBef>
              <a:buClrTx/>
              <a:buFont typeface="Wingdings" panose="05000000000000000000" pitchFamily="2" charset="2"/>
              <a:buChar char="§"/>
              <a:defRPr sz="1300" baseline="0"/>
            </a:lvl1pPr>
            <a:lvl2pPr marL="193675" lvl="1" indent="-192088" defTabSz="895350">
              <a:buClrTx/>
              <a:buSzPct val="125000"/>
              <a:buFont typeface="Arial" charset="0"/>
              <a:buChar char="▪"/>
              <a:defRPr sz="1300" baseline="0"/>
            </a:lvl2pPr>
            <a:lvl3pPr marL="457200" lvl="2" indent="-261938" defTabSz="895350">
              <a:buClr>
                <a:schemeClr val="tx2"/>
              </a:buClr>
              <a:buSzPct val="120000"/>
              <a:buFont typeface="Arial" charset="0"/>
              <a:buChar char="–"/>
              <a:defRPr baseline="0"/>
            </a:lvl3pPr>
            <a:lvl4pPr marL="614363" lvl="3" indent="-155575" defTabSz="895350">
              <a:buClr>
                <a:schemeClr val="tx2"/>
              </a:buClr>
              <a:buSzPct val="120000"/>
              <a:buFont typeface="Arial" charset="0"/>
              <a:buChar char="▫"/>
              <a:defRPr baseline="0"/>
            </a:lvl4pPr>
            <a:lvl5pPr marL="749808" lvl="4" indent="-130175" defTabSz="895350">
              <a:buClr>
                <a:schemeClr val="tx2"/>
              </a:buClr>
              <a:buSzPct val="89000"/>
              <a:buFont typeface="Arial" charset="0"/>
              <a:buChar char="-"/>
              <a:defRPr baseline="0"/>
            </a:lvl5pPr>
            <a:lvl6pPr marL="749808" indent="-130175" defTabSz="895350" fontAlgn="base">
              <a:spcBef>
                <a:spcPct val="0"/>
              </a:spcBef>
              <a:spcAft>
                <a:spcPct val="0"/>
              </a:spcAft>
              <a:buClr>
                <a:schemeClr val="tx2"/>
              </a:buClr>
              <a:buSzPct val="89000"/>
              <a:buFont typeface="Arial" charset="0"/>
              <a:buChar char="-"/>
              <a:defRPr baseline="0"/>
            </a:lvl6pPr>
            <a:lvl7pPr marL="749808" indent="-130175" defTabSz="895350" fontAlgn="base">
              <a:spcBef>
                <a:spcPct val="0"/>
              </a:spcBef>
              <a:spcAft>
                <a:spcPct val="0"/>
              </a:spcAft>
              <a:buClr>
                <a:schemeClr val="tx2"/>
              </a:buClr>
              <a:buSzPct val="89000"/>
              <a:buFont typeface="Arial" charset="0"/>
              <a:buChar char="-"/>
              <a:defRPr baseline="0"/>
            </a:lvl7pPr>
            <a:lvl8pPr marL="749808" indent="-130175" defTabSz="895350" fontAlgn="base">
              <a:spcBef>
                <a:spcPct val="0"/>
              </a:spcBef>
              <a:spcAft>
                <a:spcPct val="0"/>
              </a:spcAft>
              <a:buClr>
                <a:schemeClr val="tx2"/>
              </a:buClr>
              <a:buSzPct val="89000"/>
              <a:buFont typeface="Arial" charset="0"/>
              <a:buChar char="-"/>
              <a:defRPr baseline="0"/>
            </a:lvl8pPr>
            <a:lvl9pPr marL="749808" indent="-130175" defTabSz="895350" fontAlgn="base">
              <a:spcBef>
                <a:spcPct val="0"/>
              </a:spcBef>
              <a:spcAft>
                <a:spcPct val="0"/>
              </a:spcAft>
              <a:buClr>
                <a:schemeClr val="tx2"/>
              </a:buClr>
              <a:buSzPct val="89000"/>
              <a:buFont typeface="Arial" charset="0"/>
              <a:buChar char="-"/>
              <a:defRPr baseline="0"/>
            </a:lvl9pPr>
          </a:lstStyle>
          <a:p>
            <a:pPr marL="0" marR="0" lvl="0" indent="0" algn="l" defTabSz="895350" rtl="0" eaLnBrk="1" fontAlgn="auto" latinLnBrk="0" hangingPunct="1">
              <a:lnSpc>
                <a:spcPct val="100000"/>
              </a:lnSpc>
              <a:spcBef>
                <a:spcPts val="600"/>
              </a:spcBef>
              <a:spcAft>
                <a:spcPts val="0"/>
              </a:spcAft>
              <a:buClrTx/>
              <a:buSzTx/>
              <a:buFont typeface="Wingdings" panose="05000000000000000000" pitchFamily="2" charset="2"/>
              <a:buNone/>
              <a:tabLst/>
              <a:defRPr/>
            </a:pPr>
            <a:r>
              <a:rPr kumimoji="0" lang="pt-BR" sz="1300" b="1" i="0" u="none" strike="noStrike" kern="1200" cap="none" spc="0" normalizeH="0" baseline="0" noProof="0">
                <a:ln>
                  <a:noFill/>
                </a:ln>
                <a:solidFill>
                  <a:srgbClr val="020E66"/>
                </a:solidFill>
                <a:effectLst/>
                <a:uLnTx/>
                <a:uFillTx/>
                <a:latin typeface="Arial"/>
                <a:ea typeface="+mn-ea"/>
                <a:cs typeface="+mn-cs"/>
              </a:rPr>
              <a:t>Formato</a:t>
            </a:r>
          </a:p>
        </p:txBody>
      </p:sp>
    </p:spTree>
    <p:extLst>
      <p:ext uri="{BB962C8B-B14F-4D97-AF65-F5344CB8AC3E}">
        <p14:creationId xmlns:p14="http://schemas.microsoft.com/office/powerpoint/2010/main" val="423610038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Slide do think-cell" r:id="rId5" imgW="421" imgH="420" progId="TCLayout.ActiveDocument.1">
                  <p:embed/>
                </p:oleObj>
              </mc:Choice>
              <mc:Fallback>
                <p:oleObj name="Slide do think-cell" r:id="rId5" imgW="421" imgH="420" progId="TCLayout.ActiveDocument.1">
                  <p:embed/>
                  <p:pic>
                    <p:nvPicPr>
                      <p:cNvPr id="5" name="Object 4" hidden="1"/>
                      <p:cNvPicPr/>
                      <p:nvPr/>
                    </p:nvPicPr>
                    <p:blipFill>
                      <a:blip r:embed="rId6"/>
                      <a:stretch>
                        <a:fillRect/>
                      </a:stretch>
                    </p:blipFill>
                    <p:spPr>
                      <a:xfrm>
                        <a:off x="1588" y="1588"/>
                        <a:ext cx="1588" cy="1588"/>
                      </a:xfrm>
                      <a:prstGeom prst="rect">
                        <a:avLst/>
                      </a:prstGeom>
                    </p:spPr>
                  </p:pic>
                </p:oleObj>
              </mc:Fallback>
            </mc:AlternateContent>
          </a:graphicData>
        </a:graphic>
      </p:graphicFrame>
      <p:grpSp>
        <p:nvGrpSpPr>
          <p:cNvPr id="22" name="Gruppieren 132">
            <a:extLst>
              <a:ext uri="{FF2B5EF4-FFF2-40B4-BE49-F238E27FC236}">
                <a16:creationId xmlns:a16="http://schemas.microsoft.com/office/drawing/2014/main" id="{D96AA66E-621F-05E3-9A43-326C9E2D0FC9}"/>
              </a:ext>
            </a:extLst>
          </p:cNvPr>
          <p:cNvGrpSpPr/>
          <p:nvPr/>
        </p:nvGrpSpPr>
        <p:grpSpPr>
          <a:xfrm>
            <a:off x="4470405" y="1274242"/>
            <a:ext cx="374768" cy="374766"/>
            <a:chOff x="274230" y="3719215"/>
            <a:chExt cx="720000" cy="720000"/>
          </a:xfrm>
        </p:grpSpPr>
        <p:sp>
          <p:nvSpPr>
            <p:cNvPr id="23" name="Ellipse 133">
              <a:extLst>
                <a:ext uri="{FF2B5EF4-FFF2-40B4-BE49-F238E27FC236}">
                  <a16:creationId xmlns:a16="http://schemas.microsoft.com/office/drawing/2014/main" id="{24FF8967-FF7A-7C70-4651-5B8A4237F2E7}"/>
                </a:ext>
              </a:extLst>
            </p:cNvPr>
            <p:cNvSpPr/>
            <p:nvPr/>
          </p:nvSpPr>
          <p:spPr>
            <a:xfrm>
              <a:off x="274230" y="3719215"/>
              <a:ext cx="720000" cy="720000"/>
            </a:xfrm>
            <a:prstGeom prst="ellipse">
              <a:avLst/>
            </a:prstGeom>
            <a:solidFill>
              <a:schemeClr val="tx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36000" rIns="9144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71C25"/>
                </a:solidFill>
                <a:effectLst/>
                <a:uLnTx/>
                <a:uFillTx/>
                <a:latin typeface="Arial"/>
                <a:ea typeface="+mn-ea"/>
                <a:cs typeface="+mn-cs"/>
              </a:endParaRPr>
            </a:p>
          </p:txBody>
        </p:sp>
        <p:sp>
          <p:nvSpPr>
            <p:cNvPr id="25" name="AutoShape 34">
              <a:extLst>
                <a:ext uri="{FF2B5EF4-FFF2-40B4-BE49-F238E27FC236}">
                  <a16:creationId xmlns:a16="http://schemas.microsoft.com/office/drawing/2014/main" id="{1C31AC92-88F0-67BF-16D4-291533E3EFF8}"/>
                </a:ext>
              </a:extLst>
            </p:cNvPr>
            <p:cNvSpPr>
              <a:spLocks noChangeAspect="1" noChangeArrowheads="1"/>
            </p:cNvSpPr>
            <p:nvPr/>
          </p:nvSpPr>
          <p:spPr bwMode="gray">
            <a:xfrm>
              <a:off x="411376" y="4027284"/>
              <a:ext cx="445706" cy="103796"/>
            </a:xfrm>
            <a:prstGeom prst="roundRect">
              <a:avLst>
                <a:gd name="adj" fmla="val 50000"/>
              </a:avLst>
            </a:prstGeom>
            <a:solidFill>
              <a:schemeClr val="bg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srgbClr val="071C25"/>
                </a:solidFill>
                <a:effectLst/>
                <a:uLnTx/>
                <a:uFillTx/>
                <a:latin typeface="Arial"/>
                <a:ea typeface="+mn-ea"/>
                <a:cs typeface="Arial" charset="0"/>
              </a:endParaRPr>
            </a:p>
          </p:txBody>
        </p:sp>
      </p:grpSp>
      <p:sp>
        <p:nvSpPr>
          <p:cNvPr id="4" name="Rectangle 3" hidden="1"/>
          <p:cNvSpPr/>
          <p:nvPr>
            <p:custDataLst>
              <p:tags r:id="rId2"/>
            </p:custDataLst>
          </p:nvPr>
        </p:nvSpPr>
        <p:spPr bwMode="gray">
          <a:xfrm>
            <a:off x="0" y="0"/>
            <a:ext cx="158750" cy="158750"/>
          </a:xfrm>
          <a:prstGeom prst="rect">
            <a:avLst/>
          </a:prstGeom>
          <a:solidFill>
            <a:srgbClr val="FFCD00"/>
          </a:solidFill>
          <a:ln w="3175" algn="ctr">
            <a:noFill/>
            <a:miter lim="800000"/>
            <a:headEnd/>
            <a:tailEnd/>
          </a:ln>
        </p:spPr>
        <p:txBody>
          <a:bodyPr vert="horz" wrap="none" lIns="0" tIns="0" rIns="0" bIns="0" numCol="1" spcCol="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pt-BR" sz="2000" b="0" i="0" u="none" strike="noStrike" kern="1200" cap="none" spc="0" normalizeH="0" baseline="0" noProof="0">
              <a:ln>
                <a:noFill/>
              </a:ln>
              <a:solidFill>
                <a:prstClr val="white"/>
              </a:solidFill>
              <a:effectLst/>
              <a:uLnTx/>
              <a:uFillTx/>
              <a:latin typeface="Verdana" panose="020B0604030504040204" pitchFamily="34" charset="0"/>
              <a:ea typeface="+mn-ea"/>
              <a:cs typeface="+mn-cs"/>
              <a:sym typeface="Verdana" panose="020B0604030504040204" pitchFamily="34" charset="0"/>
            </a:endParaRPr>
          </a:p>
        </p:txBody>
      </p:sp>
      <p:sp>
        <p:nvSpPr>
          <p:cNvPr id="2" name="Text Placeholder 1"/>
          <p:cNvSpPr>
            <a:spLocks noGrp="1"/>
          </p:cNvSpPr>
          <p:nvPr>
            <p:ph type="body" sz="quarter" idx="14"/>
          </p:nvPr>
        </p:nvSpPr>
        <p:spPr/>
        <p:txBody>
          <a:bodyPr/>
          <a:lstStyle/>
          <a:p>
            <a:br>
              <a:rPr lang="pt-BR"/>
            </a:br>
            <a:r>
              <a:rPr lang="pt-BR"/>
              <a:t>Fonte: Mirow &amp; Co.</a:t>
            </a:r>
          </a:p>
        </p:txBody>
      </p:sp>
      <p:sp>
        <p:nvSpPr>
          <p:cNvPr id="3" name="Title 2"/>
          <p:cNvSpPr>
            <a:spLocks noGrp="1"/>
          </p:cNvSpPr>
          <p:nvPr>
            <p:ph type="title"/>
          </p:nvPr>
        </p:nvSpPr>
        <p:spPr>
          <a:xfrm>
            <a:off x="478971" y="225177"/>
            <a:ext cx="11485488" cy="615553"/>
          </a:xfrm>
        </p:spPr>
        <p:txBody>
          <a:bodyPr vert="horz"/>
          <a:lstStyle/>
          <a:p>
            <a:r>
              <a:rPr lang="pt-BR"/>
              <a:t>A partir dessas cinco dimensões, a avaliação do cenário atual e desejado em </a:t>
            </a:r>
            <a:r>
              <a:rPr lang="pt-BR" i="1" err="1"/>
              <a:t>pricing</a:t>
            </a:r>
            <a:r>
              <a:rPr lang="pt-BR"/>
              <a:t> se desdobra em 18 competências</a:t>
            </a:r>
          </a:p>
        </p:txBody>
      </p:sp>
      <p:sp>
        <p:nvSpPr>
          <p:cNvPr id="71" name="Rectangle 70"/>
          <p:cNvSpPr/>
          <p:nvPr/>
        </p:nvSpPr>
        <p:spPr bwMode="gray">
          <a:xfrm>
            <a:off x="5157788" y="1050636"/>
            <a:ext cx="7034211" cy="756000"/>
          </a:xfrm>
          <a:prstGeom prst="rect">
            <a:avLst/>
          </a:prstGeom>
          <a:solidFill>
            <a:schemeClr val="accent6">
              <a:lumMod val="20000"/>
              <a:lumOff val="80000"/>
            </a:schemeClr>
          </a:solidFill>
          <a:ln w="3175" algn="ctr">
            <a:noFill/>
            <a:miter lim="800000"/>
            <a:headEnd/>
            <a:tailEnd/>
          </a:ln>
        </p:spPr>
        <p:txBody>
          <a:bodyPr wrap="square" lIns="180000" tIns="88900" rIns="180000" bIns="88900" rtlCol="0" anchor="ct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pt-BR" sz="1200" b="1" i="0" u="none" strike="noStrike" kern="1200" cap="none" spc="0" normalizeH="0" baseline="0" noProof="0">
                <a:ln>
                  <a:noFill/>
                </a:ln>
                <a:solidFill>
                  <a:srgbClr val="020E66"/>
                </a:solidFill>
                <a:effectLst/>
                <a:uLnTx/>
                <a:uFillTx/>
                <a:latin typeface="Arial"/>
                <a:ea typeface="+mn-ea"/>
                <a:cs typeface="+mn-cs"/>
              </a:rPr>
              <a:t>Estratégia em </a:t>
            </a:r>
            <a:r>
              <a:rPr kumimoji="0" lang="pt-BR" sz="1200" b="1" i="1" u="none" strike="noStrike" kern="1200" cap="none" spc="0" normalizeH="0" baseline="0" noProof="0" err="1">
                <a:ln>
                  <a:noFill/>
                </a:ln>
                <a:solidFill>
                  <a:srgbClr val="020E66"/>
                </a:solidFill>
                <a:effectLst/>
                <a:uLnTx/>
                <a:uFillTx/>
                <a:latin typeface="Arial"/>
                <a:ea typeface="+mn-ea"/>
                <a:cs typeface="+mn-cs"/>
              </a:rPr>
              <a:t>pricing</a:t>
            </a:r>
            <a:r>
              <a:rPr kumimoji="0" lang="pt-BR" sz="1200" b="1" i="0" u="none" strike="noStrike" kern="1200" cap="none" spc="0" normalizeH="0" baseline="0" noProof="0">
                <a:ln>
                  <a:noFill/>
                </a:ln>
                <a:solidFill>
                  <a:srgbClr val="020E66"/>
                </a:solidFill>
                <a:effectLst/>
                <a:uLnTx/>
                <a:uFillTx/>
                <a:latin typeface="Arial"/>
                <a:ea typeface="+mn-ea"/>
                <a:cs typeface="+mn-cs"/>
              </a:rPr>
              <a:t> – Planejamento e visão de futuro</a:t>
            </a:r>
            <a:endParaRPr kumimoji="0" lang="pt-BR" sz="1200" b="0" i="0" u="none" strike="noStrike" kern="1200" cap="none" spc="0" normalizeH="0" baseline="0" noProof="0">
              <a:ln>
                <a:noFill/>
              </a:ln>
              <a:solidFill>
                <a:srgbClr val="020E66"/>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300"/>
              </a:spcAft>
              <a:buClrTx/>
              <a:buSzTx/>
              <a:buFontTx/>
              <a:buNone/>
              <a:tabLst/>
              <a:defRPr/>
            </a:pPr>
            <a:r>
              <a:rPr kumimoji="0" lang="pt-BR" sz="1200" b="0" i="0" u="none" strike="noStrike" kern="1200" cap="none" spc="0" normalizeH="0" baseline="0" noProof="0">
                <a:ln>
                  <a:noFill/>
                </a:ln>
                <a:solidFill>
                  <a:srgbClr val="071C25"/>
                </a:solidFill>
                <a:effectLst/>
                <a:uLnTx/>
                <a:uFillTx/>
                <a:latin typeface="Arial" panose="020B0604020202020204" pitchFamily="34" charset="0"/>
                <a:ea typeface="+mn-ea"/>
                <a:cs typeface="+mn-cs"/>
              </a:rPr>
              <a:t>Processo de planejamento de preços futuros para alinhamento com estratégia da companhia, além de fornecer uma visão clara desse planejamento para organização</a:t>
            </a:r>
            <a:endParaRPr kumimoji="0" lang="pt-BR" sz="1200" b="0" i="0" u="none" strike="noStrike" kern="1200" cap="none" spc="0" normalizeH="0" baseline="0" noProof="0">
              <a:ln>
                <a:noFill/>
              </a:ln>
              <a:solidFill>
                <a:srgbClr val="071C25"/>
              </a:solidFill>
              <a:effectLst/>
              <a:uLnTx/>
              <a:uFillTx/>
              <a:latin typeface="Arial"/>
              <a:ea typeface="+mn-ea"/>
              <a:cs typeface="+mn-cs"/>
            </a:endParaRPr>
          </a:p>
        </p:txBody>
      </p:sp>
      <p:sp>
        <p:nvSpPr>
          <p:cNvPr id="48" name="Rectangle 47"/>
          <p:cNvSpPr/>
          <p:nvPr/>
        </p:nvSpPr>
        <p:spPr bwMode="gray">
          <a:xfrm>
            <a:off x="5157217" y="5677059"/>
            <a:ext cx="7034016" cy="491218"/>
          </a:xfrm>
          <a:prstGeom prst="rect">
            <a:avLst/>
          </a:prstGeom>
          <a:solidFill>
            <a:schemeClr val="tx2"/>
          </a:solidFill>
          <a:ln w="9525" cap="flat" cmpd="sng" algn="ctr">
            <a:noFill/>
            <a:prstDash val="solid"/>
          </a:ln>
          <a:effectLst/>
        </p:spPr>
        <p:txBody>
          <a:bodyPr wrap="square" lIns="36000" tIns="0" rIns="36000" bIns="0" rtlCol="0" anchor="ctr">
            <a:noAutofit/>
          </a:bodyPr>
          <a:lstStyle/>
          <a:p>
            <a:pPr marL="12700" marR="0" lvl="0" indent="-12700" algn="ctr" defTabSz="914400" rtl="0" eaLnBrk="1" fontAlgn="auto" latinLnBrk="0" hangingPunct="1">
              <a:lnSpc>
                <a:spcPct val="95000"/>
              </a:lnSpc>
              <a:spcBef>
                <a:spcPts val="1000"/>
              </a:spcBef>
              <a:spcAft>
                <a:spcPts val="0"/>
              </a:spcAft>
              <a:buClrTx/>
              <a:buSzTx/>
              <a:buFontTx/>
              <a:buNone/>
              <a:tabLst/>
              <a:defRPr/>
            </a:pPr>
            <a:r>
              <a:rPr kumimoji="0" lang="pt-BR" sz="1200" b="1" i="0" u="none" strike="noStrike" kern="0" cap="none" spc="0" normalizeH="0" baseline="0" noProof="0">
                <a:ln>
                  <a:noFill/>
                </a:ln>
                <a:solidFill>
                  <a:prstClr val="white"/>
                </a:solidFill>
                <a:effectLst/>
                <a:uLnTx/>
                <a:uFillTx/>
                <a:latin typeface="Arial"/>
                <a:ea typeface="Verdana" pitchFamily="34" charset="0"/>
                <a:cs typeface="Arial" pitchFamily="34" charset="0"/>
              </a:rPr>
              <a:t>Qual é o nível atual e desejado de maturidade da empresa em </a:t>
            </a:r>
            <a:r>
              <a:rPr kumimoji="0" lang="pt-BR" sz="1200" b="1" i="1" u="none" strike="noStrike" kern="0" cap="none" spc="0" normalizeH="0" baseline="0" noProof="0" err="1">
                <a:ln>
                  <a:noFill/>
                </a:ln>
                <a:solidFill>
                  <a:prstClr val="white"/>
                </a:solidFill>
                <a:effectLst/>
                <a:uLnTx/>
                <a:uFillTx/>
                <a:latin typeface="Arial"/>
                <a:ea typeface="Verdana" pitchFamily="34" charset="0"/>
                <a:cs typeface="Arial" pitchFamily="34" charset="0"/>
              </a:rPr>
              <a:t>pricing</a:t>
            </a:r>
            <a:r>
              <a:rPr kumimoji="0" lang="pt-BR" sz="1200" b="1" i="0" u="none" strike="noStrike" kern="0" cap="none" spc="0" normalizeH="0" baseline="0" noProof="0">
                <a:ln>
                  <a:noFill/>
                </a:ln>
                <a:solidFill>
                  <a:prstClr val="white"/>
                </a:solidFill>
                <a:effectLst/>
                <a:uLnTx/>
                <a:uFillTx/>
                <a:latin typeface="Arial"/>
                <a:ea typeface="Verdana" pitchFamily="34" charset="0"/>
                <a:cs typeface="Arial" pitchFamily="34" charset="0"/>
              </a:rPr>
              <a:t>?</a:t>
            </a:r>
          </a:p>
        </p:txBody>
      </p:sp>
      <p:sp>
        <p:nvSpPr>
          <p:cNvPr id="51" name="Rectangle 50"/>
          <p:cNvSpPr/>
          <p:nvPr/>
        </p:nvSpPr>
        <p:spPr bwMode="gray">
          <a:xfrm>
            <a:off x="5157984" y="1881707"/>
            <a:ext cx="1584910" cy="684000"/>
          </a:xfrm>
          <a:prstGeom prst="rect">
            <a:avLst/>
          </a:prstGeom>
          <a:solidFill>
            <a:schemeClr val="accent1"/>
          </a:solidFill>
          <a:ln w="3175" algn="ctr">
            <a:noFill/>
            <a:miter lim="800000"/>
            <a:headEnd/>
            <a:tailEnd/>
          </a:ln>
        </p:spPr>
        <p:txBody>
          <a:bodyPr wrap="square" lIns="108000" tIns="108000" rIns="108000" bIns="108000" rtlCol="0" anchor="ctr" anchorCtr="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pt-BR" sz="1200" b="1" i="0" u="none" strike="noStrike" kern="1200" cap="none" spc="0" normalizeH="0" baseline="0" noProof="0">
                <a:ln>
                  <a:noFill/>
                </a:ln>
                <a:solidFill>
                  <a:srgbClr val="071C25"/>
                </a:solidFill>
                <a:effectLst/>
                <a:uLnTx/>
                <a:uFillTx/>
                <a:latin typeface="Arial"/>
                <a:ea typeface="+mn-ea"/>
                <a:cs typeface="+mn-cs"/>
              </a:rPr>
              <a:t>Embrionário</a:t>
            </a:r>
          </a:p>
        </p:txBody>
      </p:sp>
      <p:sp>
        <p:nvSpPr>
          <p:cNvPr id="59" name="Rectangle 58"/>
          <p:cNvSpPr/>
          <p:nvPr/>
        </p:nvSpPr>
        <p:spPr bwMode="gray">
          <a:xfrm>
            <a:off x="6866715" y="2039041"/>
            <a:ext cx="5097744" cy="369332"/>
          </a:xfrm>
          <a:prstGeom prst="rect">
            <a:avLst/>
          </a:prstGeom>
          <a:noFill/>
          <a:ln w="3175" algn="ctr">
            <a:noFill/>
            <a:miter lim="800000"/>
            <a:headEnd/>
            <a:tailEnd/>
          </a:ln>
        </p:spPr>
        <p:txBody>
          <a:bodyPr wrap="square" lIns="0" tIns="0" rIns="0" bIns="0" rtlCol="0" anchor="ctr" anchorCtr="0">
            <a:spAutoFit/>
          </a:bodyPr>
          <a:lstStyle/>
          <a:p>
            <a:pPr marL="180000" marR="0" lvl="0" indent="-1800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pt-BR" sz="1200" b="1" i="0" u="none" strike="noStrike" kern="1200" cap="none" spc="0" normalizeH="0" baseline="0" noProof="0">
                <a:ln>
                  <a:noFill/>
                </a:ln>
                <a:solidFill>
                  <a:srgbClr val="071C25"/>
                </a:solidFill>
                <a:effectLst/>
                <a:uLnTx/>
                <a:uFillTx/>
                <a:latin typeface="Arial" panose="020B0604020202020204" pitchFamily="34" charset="0"/>
                <a:ea typeface="+mn-ea"/>
                <a:cs typeface="+mn-cs"/>
              </a:rPr>
              <a:t>Não existe ligação </a:t>
            </a:r>
            <a:r>
              <a:rPr kumimoji="0" lang="pt-BR" sz="1200" b="0" i="0" u="none" strike="noStrike" kern="1200" cap="none" spc="0" normalizeH="0" baseline="0" noProof="0">
                <a:ln>
                  <a:noFill/>
                </a:ln>
                <a:solidFill>
                  <a:srgbClr val="071C25"/>
                </a:solidFill>
                <a:effectLst/>
                <a:uLnTx/>
                <a:uFillTx/>
                <a:latin typeface="Arial" panose="020B0604020202020204" pitchFamily="34" charset="0"/>
                <a:ea typeface="+mn-ea"/>
                <a:cs typeface="+mn-cs"/>
              </a:rPr>
              <a:t>entre o planejamento estratégico da companhia e a estratégia de </a:t>
            </a:r>
            <a:r>
              <a:rPr kumimoji="0" lang="pt-BR" sz="1200" b="0" i="1" u="none" strike="noStrike" kern="1200" cap="none" spc="0" normalizeH="0" baseline="0" noProof="0" err="1">
                <a:ln>
                  <a:noFill/>
                </a:ln>
                <a:solidFill>
                  <a:srgbClr val="071C25"/>
                </a:solidFill>
                <a:effectLst/>
                <a:uLnTx/>
                <a:uFillTx/>
                <a:latin typeface="Arial" panose="020B0604020202020204" pitchFamily="34" charset="0"/>
                <a:ea typeface="+mn-ea"/>
                <a:cs typeface="+mn-cs"/>
              </a:rPr>
              <a:t>pricing</a:t>
            </a:r>
            <a:endParaRPr kumimoji="0" lang="pt-BR" sz="1200" b="0" i="1" u="none" strike="noStrike" kern="1200" cap="none" spc="0" normalizeH="0" baseline="0" noProof="0">
              <a:ln>
                <a:noFill/>
              </a:ln>
              <a:solidFill>
                <a:srgbClr val="071C25"/>
              </a:solidFill>
              <a:effectLst/>
              <a:uLnTx/>
              <a:uFillTx/>
              <a:latin typeface="Arial" panose="020B0604020202020204" pitchFamily="34" charset="0"/>
              <a:ea typeface="+mn-ea"/>
              <a:cs typeface="+mn-cs"/>
            </a:endParaRPr>
          </a:p>
        </p:txBody>
      </p:sp>
      <p:sp>
        <p:nvSpPr>
          <p:cNvPr id="52" name="Rectangle 51"/>
          <p:cNvSpPr/>
          <p:nvPr/>
        </p:nvSpPr>
        <p:spPr bwMode="gray">
          <a:xfrm>
            <a:off x="5157984" y="2640779"/>
            <a:ext cx="1584910" cy="684000"/>
          </a:xfrm>
          <a:prstGeom prst="rect">
            <a:avLst/>
          </a:prstGeom>
          <a:solidFill>
            <a:schemeClr val="accent1"/>
          </a:solidFill>
          <a:ln w="3175" algn="ctr">
            <a:noFill/>
            <a:miter lim="800000"/>
            <a:headEnd/>
            <a:tailEnd/>
          </a:ln>
        </p:spPr>
        <p:txBody>
          <a:bodyPr wrap="square" lIns="108000" tIns="108000" rIns="108000" bIns="108000" rtlCol="0" anchor="ctr" anchorCtr="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pt-BR" sz="1200" b="1" i="0" u="none" strike="noStrike" kern="1200" cap="none" spc="0" normalizeH="0" baseline="0" noProof="0">
                <a:ln>
                  <a:noFill/>
                </a:ln>
                <a:solidFill>
                  <a:srgbClr val="071C25"/>
                </a:solidFill>
                <a:effectLst/>
                <a:uLnTx/>
                <a:uFillTx/>
                <a:latin typeface="Arial"/>
                <a:ea typeface="+mn-ea"/>
                <a:cs typeface="+mn-cs"/>
              </a:rPr>
              <a:t>Emergente</a:t>
            </a:r>
          </a:p>
        </p:txBody>
      </p:sp>
      <p:sp>
        <p:nvSpPr>
          <p:cNvPr id="60" name="Rectangle 59"/>
          <p:cNvSpPr/>
          <p:nvPr/>
        </p:nvSpPr>
        <p:spPr bwMode="gray">
          <a:xfrm>
            <a:off x="6866715" y="2798113"/>
            <a:ext cx="5097744" cy="369332"/>
          </a:xfrm>
          <a:prstGeom prst="rect">
            <a:avLst/>
          </a:prstGeom>
          <a:noFill/>
          <a:ln w="3175" algn="ctr">
            <a:noFill/>
            <a:miter lim="800000"/>
            <a:headEnd/>
            <a:tailEnd/>
          </a:ln>
        </p:spPr>
        <p:txBody>
          <a:bodyPr wrap="square" lIns="0" tIns="0" rIns="0" bIns="0" rtlCol="0" anchor="ctr" anchorCtr="0">
            <a:spAutoFit/>
          </a:bodyPr>
          <a:lstStyle/>
          <a:p>
            <a:pPr marL="180000" marR="0" lvl="0" indent="-1800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pt-BR" sz="1200" b="0" i="0" u="none" strike="noStrike" kern="1200" cap="none" spc="0" normalizeH="0" baseline="0" noProof="0">
                <a:ln>
                  <a:noFill/>
                </a:ln>
                <a:solidFill>
                  <a:srgbClr val="071C25"/>
                </a:solidFill>
                <a:effectLst/>
                <a:uLnTx/>
                <a:uFillTx/>
                <a:latin typeface="Arial"/>
                <a:ea typeface="+mn-ea"/>
                <a:cs typeface="+mn-cs"/>
              </a:rPr>
              <a:t>Planejamento da área de </a:t>
            </a:r>
            <a:r>
              <a:rPr kumimoji="0" lang="pt-BR" sz="1200" b="0" i="1" u="none" strike="noStrike" kern="1200" cap="none" spc="0" normalizeH="0" baseline="0" noProof="0" err="1">
                <a:ln>
                  <a:noFill/>
                </a:ln>
                <a:solidFill>
                  <a:srgbClr val="071C25"/>
                </a:solidFill>
                <a:effectLst/>
                <a:uLnTx/>
                <a:uFillTx/>
                <a:latin typeface="Arial"/>
                <a:ea typeface="+mn-ea"/>
                <a:cs typeface="+mn-cs"/>
              </a:rPr>
              <a:t>pricing</a:t>
            </a:r>
            <a:r>
              <a:rPr kumimoji="0" lang="pt-BR" sz="1200" b="0" i="0" u="none" strike="noStrike" kern="1200" cap="none" spc="0" normalizeH="0" baseline="0" noProof="0">
                <a:ln>
                  <a:noFill/>
                </a:ln>
                <a:solidFill>
                  <a:srgbClr val="071C25"/>
                </a:solidFill>
                <a:effectLst/>
                <a:uLnTx/>
                <a:uFillTx/>
                <a:latin typeface="Arial"/>
                <a:ea typeface="+mn-ea"/>
                <a:cs typeface="+mn-cs"/>
              </a:rPr>
              <a:t> é feito apenas visando </a:t>
            </a:r>
            <a:r>
              <a:rPr kumimoji="0" lang="pt-BR" sz="1200" b="1" i="0" u="none" strike="noStrike" kern="1200" cap="none" spc="0" normalizeH="0" baseline="0" noProof="0">
                <a:ln>
                  <a:noFill/>
                </a:ln>
                <a:solidFill>
                  <a:srgbClr val="071C25"/>
                </a:solidFill>
                <a:effectLst/>
                <a:uLnTx/>
                <a:uFillTx/>
                <a:latin typeface="Arial"/>
                <a:ea typeface="+mn-ea"/>
                <a:cs typeface="+mn-cs"/>
              </a:rPr>
              <a:t>atingir metas </a:t>
            </a:r>
            <a:r>
              <a:rPr kumimoji="0" lang="pt-BR" sz="1200" b="0" i="0" u="none" strike="noStrike" kern="1200" cap="none" spc="0" normalizeH="0" baseline="0" noProof="0">
                <a:ln>
                  <a:noFill/>
                </a:ln>
                <a:solidFill>
                  <a:srgbClr val="071C25"/>
                </a:solidFill>
                <a:effectLst/>
                <a:uLnTx/>
                <a:uFillTx/>
                <a:latin typeface="Arial"/>
                <a:ea typeface="+mn-ea"/>
                <a:cs typeface="+mn-cs"/>
              </a:rPr>
              <a:t>de crescimento </a:t>
            </a:r>
            <a:r>
              <a:rPr kumimoji="0" lang="pt-BR" sz="1200" b="1" i="0" u="none" strike="noStrike" kern="1200" cap="none" spc="0" normalizeH="0" baseline="0" noProof="0">
                <a:ln>
                  <a:noFill/>
                </a:ln>
                <a:solidFill>
                  <a:srgbClr val="071C25"/>
                </a:solidFill>
                <a:effectLst/>
                <a:uLnTx/>
                <a:uFillTx/>
                <a:latin typeface="Arial"/>
                <a:ea typeface="+mn-ea"/>
                <a:cs typeface="+mn-cs"/>
              </a:rPr>
              <a:t>de curto prazo</a:t>
            </a:r>
          </a:p>
        </p:txBody>
      </p:sp>
      <p:sp>
        <p:nvSpPr>
          <p:cNvPr id="53" name="Rectangle 52"/>
          <p:cNvSpPr/>
          <p:nvPr/>
        </p:nvSpPr>
        <p:spPr bwMode="gray">
          <a:xfrm>
            <a:off x="5157984" y="3399851"/>
            <a:ext cx="1584910" cy="684000"/>
          </a:xfrm>
          <a:prstGeom prst="rect">
            <a:avLst/>
          </a:prstGeom>
          <a:solidFill>
            <a:schemeClr val="accent1"/>
          </a:solidFill>
          <a:ln w="3175" algn="ctr">
            <a:noFill/>
            <a:miter lim="800000"/>
            <a:headEnd/>
            <a:tailEnd/>
          </a:ln>
        </p:spPr>
        <p:txBody>
          <a:bodyPr wrap="square" lIns="108000" tIns="108000" rIns="108000" bIns="108000" rtlCol="0" anchor="ctr" anchorCtr="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pt-BR" sz="1200" b="1" i="0" u="none" strike="noStrike" kern="1200" cap="none" spc="0" normalizeH="0" baseline="0" noProof="0">
                <a:ln>
                  <a:noFill/>
                </a:ln>
                <a:solidFill>
                  <a:srgbClr val="071C25"/>
                </a:solidFill>
                <a:effectLst/>
                <a:uLnTx/>
                <a:uFillTx/>
                <a:latin typeface="Arial"/>
                <a:ea typeface="+mn-ea"/>
                <a:cs typeface="+mn-cs"/>
              </a:rPr>
              <a:t>Intermediário</a:t>
            </a:r>
          </a:p>
        </p:txBody>
      </p:sp>
      <p:sp>
        <p:nvSpPr>
          <p:cNvPr id="61" name="Rectangle 60"/>
          <p:cNvSpPr/>
          <p:nvPr/>
        </p:nvSpPr>
        <p:spPr bwMode="gray">
          <a:xfrm>
            <a:off x="6866715" y="3464852"/>
            <a:ext cx="5097744" cy="553998"/>
          </a:xfrm>
          <a:prstGeom prst="rect">
            <a:avLst/>
          </a:prstGeom>
          <a:noFill/>
          <a:ln w="3175" algn="ctr">
            <a:noFill/>
            <a:miter lim="800000"/>
            <a:headEnd/>
            <a:tailEnd/>
          </a:ln>
        </p:spPr>
        <p:txBody>
          <a:bodyPr wrap="square" lIns="0" tIns="0" rIns="0" bIns="0" rtlCol="0" anchor="ctr" anchorCtr="0">
            <a:spAutoFit/>
          </a:bodyPr>
          <a:lstStyle/>
          <a:p>
            <a:pPr marL="180000" marR="0" lvl="0" indent="-1800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pt-BR" sz="1200" b="0" i="0" u="none" strike="noStrike" kern="1200" cap="none" spc="0" normalizeH="0" baseline="0" noProof="0">
                <a:ln>
                  <a:noFill/>
                </a:ln>
                <a:solidFill>
                  <a:srgbClr val="071C25"/>
                </a:solidFill>
                <a:effectLst/>
                <a:uLnTx/>
                <a:uFillTx/>
                <a:latin typeface="Arial"/>
                <a:ea typeface="+mn-ea"/>
                <a:cs typeface="+mn-cs"/>
              </a:rPr>
              <a:t>Planejamento de </a:t>
            </a:r>
            <a:r>
              <a:rPr kumimoji="0" lang="pt-BR" sz="1200" b="0" i="1" u="none" strike="noStrike" kern="1200" cap="none" spc="0" normalizeH="0" baseline="0" noProof="0" err="1">
                <a:ln>
                  <a:noFill/>
                </a:ln>
                <a:solidFill>
                  <a:srgbClr val="071C25"/>
                </a:solidFill>
                <a:effectLst/>
                <a:uLnTx/>
                <a:uFillTx/>
                <a:latin typeface="Arial"/>
                <a:ea typeface="+mn-ea"/>
                <a:cs typeface="+mn-cs"/>
              </a:rPr>
              <a:t>pricing</a:t>
            </a:r>
            <a:r>
              <a:rPr kumimoji="0" lang="pt-BR" sz="1200" b="0" i="1" u="none" strike="noStrike" kern="1200" cap="none" spc="0" normalizeH="0" baseline="0" noProof="0">
                <a:ln>
                  <a:noFill/>
                </a:ln>
                <a:solidFill>
                  <a:srgbClr val="071C25"/>
                </a:solidFill>
                <a:effectLst/>
                <a:uLnTx/>
                <a:uFillTx/>
                <a:latin typeface="Arial"/>
                <a:ea typeface="+mn-ea"/>
                <a:cs typeface="+mn-cs"/>
              </a:rPr>
              <a:t> </a:t>
            </a:r>
            <a:r>
              <a:rPr kumimoji="0" lang="pt-BR" sz="1200" b="0" i="0" u="none" strike="noStrike" kern="1200" cap="none" spc="0" normalizeH="0" baseline="0" noProof="0">
                <a:ln>
                  <a:noFill/>
                </a:ln>
                <a:solidFill>
                  <a:srgbClr val="071C25"/>
                </a:solidFill>
                <a:effectLst/>
                <a:uLnTx/>
                <a:uFillTx/>
                <a:latin typeface="Arial"/>
                <a:ea typeface="+mn-ea"/>
                <a:cs typeface="+mn-cs"/>
              </a:rPr>
              <a:t>é feito de forma </a:t>
            </a:r>
            <a:r>
              <a:rPr kumimoji="0" lang="pt-BR" sz="1200" b="1" i="1" u="none" strike="noStrike" kern="1200" cap="none" spc="0" normalizeH="0" baseline="0" noProof="0">
                <a:ln>
                  <a:noFill/>
                </a:ln>
                <a:solidFill>
                  <a:srgbClr val="071C25"/>
                </a:solidFill>
                <a:effectLst/>
                <a:uLnTx/>
                <a:uFillTx/>
                <a:latin typeface="Arial"/>
                <a:ea typeface="+mn-ea"/>
                <a:cs typeface="+mn-cs"/>
              </a:rPr>
              <a:t>top-</a:t>
            </a:r>
            <a:r>
              <a:rPr kumimoji="0" lang="pt-BR" sz="1200" b="1" i="1" u="none" strike="noStrike" kern="1200" cap="none" spc="0" normalizeH="0" baseline="0" noProof="0" err="1">
                <a:ln>
                  <a:noFill/>
                </a:ln>
                <a:solidFill>
                  <a:srgbClr val="071C25"/>
                </a:solidFill>
                <a:effectLst/>
                <a:uLnTx/>
                <a:uFillTx/>
                <a:latin typeface="Arial"/>
                <a:ea typeface="+mn-ea"/>
                <a:cs typeface="+mn-cs"/>
              </a:rPr>
              <a:t>down</a:t>
            </a:r>
            <a:r>
              <a:rPr kumimoji="0" lang="pt-BR" sz="1200" b="1" i="0" u="none" strike="noStrike" kern="1200" cap="none" spc="0" normalizeH="0" baseline="0" noProof="0">
                <a:ln>
                  <a:noFill/>
                </a:ln>
                <a:solidFill>
                  <a:srgbClr val="071C25"/>
                </a:solidFill>
                <a:effectLst/>
                <a:uLnTx/>
                <a:uFillTx/>
                <a:latin typeface="Arial"/>
                <a:ea typeface="+mn-ea"/>
                <a:cs typeface="+mn-cs"/>
              </a:rPr>
              <a:t> </a:t>
            </a:r>
            <a:r>
              <a:rPr kumimoji="0" lang="pt-BR" sz="1200" b="0" i="0" u="none" strike="noStrike" kern="1200" cap="none" spc="0" normalizeH="0" baseline="0" noProof="0">
                <a:ln>
                  <a:noFill/>
                </a:ln>
                <a:solidFill>
                  <a:srgbClr val="071C25"/>
                </a:solidFill>
                <a:effectLst/>
                <a:uLnTx/>
                <a:uFillTx/>
                <a:latin typeface="Arial"/>
                <a:ea typeface="+mn-ea"/>
                <a:cs typeface="+mn-cs"/>
              </a:rPr>
              <a:t>e os resultados são validados de acordo com planos detalhados, </a:t>
            </a:r>
            <a:r>
              <a:rPr kumimoji="0" lang="pt-BR" sz="1200" b="1" i="0" u="none" strike="noStrike" kern="1200" cap="none" spc="0" normalizeH="0" baseline="0" noProof="0">
                <a:ln>
                  <a:noFill/>
                </a:ln>
                <a:solidFill>
                  <a:srgbClr val="071C25"/>
                </a:solidFill>
                <a:effectLst/>
                <a:uLnTx/>
                <a:uFillTx/>
                <a:latin typeface="Arial"/>
                <a:ea typeface="+mn-ea"/>
                <a:cs typeface="+mn-cs"/>
              </a:rPr>
              <a:t>há conexão </a:t>
            </a:r>
            <a:r>
              <a:rPr kumimoji="0" lang="pt-BR" sz="1200" b="0" i="0" u="none" strike="noStrike" kern="1200" cap="none" spc="0" normalizeH="0" baseline="0" noProof="0">
                <a:ln>
                  <a:noFill/>
                </a:ln>
                <a:solidFill>
                  <a:srgbClr val="071C25"/>
                </a:solidFill>
                <a:effectLst/>
                <a:uLnTx/>
                <a:uFillTx/>
                <a:latin typeface="Arial"/>
                <a:ea typeface="+mn-ea"/>
                <a:cs typeface="+mn-cs"/>
              </a:rPr>
              <a:t>com apenas </a:t>
            </a:r>
            <a:r>
              <a:rPr kumimoji="0" lang="pt-BR" sz="1200" b="1" i="0" u="none" strike="noStrike" kern="1200" cap="none" spc="0" normalizeH="0" baseline="0" noProof="0">
                <a:ln>
                  <a:noFill/>
                </a:ln>
                <a:solidFill>
                  <a:srgbClr val="071C25"/>
                </a:solidFill>
                <a:effectLst/>
                <a:uLnTx/>
                <a:uFillTx/>
                <a:latin typeface="Arial"/>
                <a:ea typeface="+mn-ea"/>
                <a:cs typeface="+mn-cs"/>
              </a:rPr>
              <a:t>alguns aspectos da estratégia </a:t>
            </a:r>
            <a:r>
              <a:rPr kumimoji="0" lang="pt-BR" sz="1200" b="0" i="0" u="none" strike="noStrike" kern="1200" cap="none" spc="0" normalizeH="0" baseline="0" noProof="0">
                <a:ln>
                  <a:noFill/>
                </a:ln>
                <a:solidFill>
                  <a:srgbClr val="071C25"/>
                </a:solidFill>
                <a:effectLst/>
                <a:uLnTx/>
                <a:uFillTx/>
                <a:latin typeface="Arial"/>
                <a:ea typeface="+mn-ea"/>
                <a:cs typeface="+mn-cs"/>
              </a:rPr>
              <a:t>de longo prazo</a:t>
            </a:r>
          </a:p>
        </p:txBody>
      </p:sp>
      <p:sp>
        <p:nvSpPr>
          <p:cNvPr id="54" name="Rectangle 53"/>
          <p:cNvSpPr/>
          <p:nvPr/>
        </p:nvSpPr>
        <p:spPr bwMode="gray">
          <a:xfrm>
            <a:off x="5157984" y="4158923"/>
            <a:ext cx="1584910" cy="684000"/>
          </a:xfrm>
          <a:prstGeom prst="rect">
            <a:avLst/>
          </a:prstGeom>
          <a:solidFill>
            <a:schemeClr val="accent1"/>
          </a:solidFill>
          <a:ln w="3175" algn="ctr">
            <a:noFill/>
            <a:miter lim="800000"/>
            <a:headEnd/>
            <a:tailEnd/>
          </a:ln>
        </p:spPr>
        <p:txBody>
          <a:bodyPr wrap="square" lIns="108000" tIns="108000" rIns="108000" bIns="108000" rtlCol="0" anchor="ctr" anchorCtr="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pt-BR" sz="1200" b="1" i="0" u="none" strike="noStrike" kern="1200" cap="none" spc="0" normalizeH="0" baseline="0" noProof="0">
                <a:ln>
                  <a:noFill/>
                </a:ln>
                <a:solidFill>
                  <a:srgbClr val="071C25"/>
                </a:solidFill>
                <a:effectLst/>
                <a:uLnTx/>
                <a:uFillTx/>
                <a:latin typeface="Arial"/>
                <a:ea typeface="+mn-ea"/>
                <a:cs typeface="+mn-cs"/>
              </a:rPr>
              <a:t>Avançado</a:t>
            </a:r>
          </a:p>
        </p:txBody>
      </p:sp>
      <p:sp>
        <p:nvSpPr>
          <p:cNvPr id="62" name="Rectangle 61"/>
          <p:cNvSpPr/>
          <p:nvPr/>
        </p:nvSpPr>
        <p:spPr bwMode="gray">
          <a:xfrm>
            <a:off x="6866715" y="4223924"/>
            <a:ext cx="5097744" cy="553998"/>
          </a:xfrm>
          <a:prstGeom prst="rect">
            <a:avLst/>
          </a:prstGeom>
          <a:noFill/>
          <a:ln w="3175" algn="ctr">
            <a:noFill/>
            <a:miter lim="800000"/>
            <a:headEnd/>
            <a:tailEnd/>
          </a:ln>
        </p:spPr>
        <p:txBody>
          <a:bodyPr wrap="square" lIns="0" tIns="0" rIns="0" bIns="0" rtlCol="0" anchor="ctr" anchorCtr="0">
            <a:spAutoFit/>
          </a:bodyPr>
          <a:lstStyle/>
          <a:p>
            <a:pPr marL="180000" marR="0" lvl="0" indent="-1800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pt-BR" sz="1200" b="0" i="0" u="none" strike="noStrike" kern="1200" cap="none" spc="0" normalizeH="0" baseline="0" noProof="0">
                <a:ln>
                  <a:noFill/>
                </a:ln>
                <a:solidFill>
                  <a:srgbClr val="071C25"/>
                </a:solidFill>
                <a:effectLst/>
                <a:uLnTx/>
                <a:uFillTx/>
                <a:latin typeface="Arial"/>
                <a:ea typeface="+mn-ea"/>
                <a:cs typeface="+mn-cs"/>
              </a:rPr>
              <a:t>Planejamento de </a:t>
            </a:r>
            <a:r>
              <a:rPr kumimoji="0" lang="pt-BR" sz="1200" b="0" i="1" u="none" strike="noStrike" kern="1200" cap="none" spc="0" normalizeH="0" baseline="0" noProof="0" err="1">
                <a:ln>
                  <a:noFill/>
                </a:ln>
                <a:solidFill>
                  <a:srgbClr val="071C25"/>
                </a:solidFill>
                <a:effectLst/>
                <a:uLnTx/>
                <a:uFillTx/>
                <a:latin typeface="Arial"/>
                <a:ea typeface="+mn-ea"/>
                <a:cs typeface="+mn-cs"/>
              </a:rPr>
              <a:t>pricing</a:t>
            </a:r>
            <a:r>
              <a:rPr kumimoji="0" lang="pt-BR" sz="1200" b="0" i="0" u="none" strike="noStrike" kern="1200" cap="none" spc="0" normalizeH="0" baseline="0" noProof="0">
                <a:ln>
                  <a:noFill/>
                </a:ln>
                <a:solidFill>
                  <a:srgbClr val="071C25"/>
                </a:solidFill>
                <a:effectLst/>
                <a:uLnTx/>
                <a:uFillTx/>
                <a:latin typeface="Arial"/>
                <a:ea typeface="+mn-ea"/>
                <a:cs typeface="+mn-cs"/>
              </a:rPr>
              <a:t> é feito de forma </a:t>
            </a:r>
            <a:r>
              <a:rPr kumimoji="0" lang="pt-BR" sz="1200" b="1" i="1" u="none" strike="noStrike" kern="1200" cap="none" spc="0" normalizeH="0" baseline="0" noProof="0" err="1">
                <a:ln>
                  <a:noFill/>
                </a:ln>
                <a:solidFill>
                  <a:srgbClr val="071C25"/>
                </a:solidFill>
                <a:effectLst/>
                <a:uLnTx/>
                <a:uFillTx/>
                <a:latin typeface="Arial"/>
                <a:ea typeface="+mn-ea"/>
                <a:cs typeface="+mn-cs"/>
              </a:rPr>
              <a:t>bottom-up</a:t>
            </a:r>
            <a:r>
              <a:rPr kumimoji="0" lang="pt-BR" sz="1200" b="1" i="0" u="none" strike="noStrike" kern="1200" cap="none" spc="0" normalizeH="0" baseline="0" noProof="0">
                <a:ln>
                  <a:noFill/>
                </a:ln>
                <a:solidFill>
                  <a:srgbClr val="071C25"/>
                </a:solidFill>
                <a:effectLst/>
                <a:uLnTx/>
                <a:uFillTx/>
                <a:latin typeface="Arial"/>
                <a:ea typeface="+mn-ea"/>
                <a:cs typeface="+mn-cs"/>
              </a:rPr>
              <a:t> </a:t>
            </a:r>
            <a:r>
              <a:rPr kumimoji="0" lang="pt-BR" sz="1200" b="0" i="0" u="none" strike="noStrike" kern="1200" cap="none" spc="0" normalizeH="0" baseline="0" noProof="0">
                <a:ln>
                  <a:noFill/>
                </a:ln>
                <a:solidFill>
                  <a:srgbClr val="071C25"/>
                </a:solidFill>
                <a:effectLst/>
                <a:uLnTx/>
                <a:uFillTx/>
                <a:latin typeface="Arial"/>
                <a:ea typeface="+mn-ea"/>
                <a:cs typeface="+mn-cs"/>
              </a:rPr>
              <a:t>e inclui alguns elementos da reação esperada dos competidores e da visão estratégica da companhia</a:t>
            </a:r>
          </a:p>
        </p:txBody>
      </p:sp>
      <p:sp>
        <p:nvSpPr>
          <p:cNvPr id="49" name="Rectangle 53">
            <a:extLst>
              <a:ext uri="{FF2B5EF4-FFF2-40B4-BE49-F238E27FC236}">
                <a16:creationId xmlns:a16="http://schemas.microsoft.com/office/drawing/2014/main" id="{D8DC0FCB-010D-458B-BBDF-D964F048F810}"/>
              </a:ext>
            </a:extLst>
          </p:cNvPr>
          <p:cNvSpPr/>
          <p:nvPr/>
        </p:nvSpPr>
        <p:spPr bwMode="gray">
          <a:xfrm>
            <a:off x="5157983" y="4917991"/>
            <a:ext cx="1584910" cy="684000"/>
          </a:xfrm>
          <a:prstGeom prst="rect">
            <a:avLst/>
          </a:prstGeom>
          <a:solidFill>
            <a:schemeClr val="accent1"/>
          </a:solidFill>
          <a:ln w="3175" algn="ctr">
            <a:noFill/>
            <a:miter lim="800000"/>
            <a:headEnd/>
            <a:tailEnd/>
          </a:ln>
        </p:spPr>
        <p:txBody>
          <a:bodyPr wrap="square" lIns="108000" tIns="108000" rIns="108000" bIns="108000" rtlCol="0" anchor="ctr" anchorCtr="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pt-BR" sz="1200" b="1" i="0" u="none" strike="noStrike" kern="1200" cap="none" spc="0" normalizeH="0" baseline="0" noProof="0">
                <a:ln>
                  <a:noFill/>
                </a:ln>
                <a:solidFill>
                  <a:srgbClr val="071C25"/>
                </a:solidFill>
                <a:effectLst/>
                <a:uLnTx/>
                <a:uFillTx/>
                <a:latin typeface="Arial"/>
                <a:ea typeface="+mn-ea"/>
                <a:cs typeface="+mn-cs"/>
              </a:rPr>
              <a:t>Estado da arte</a:t>
            </a:r>
          </a:p>
        </p:txBody>
      </p:sp>
      <p:sp>
        <p:nvSpPr>
          <p:cNvPr id="58" name="Rectangle 61">
            <a:extLst>
              <a:ext uri="{FF2B5EF4-FFF2-40B4-BE49-F238E27FC236}">
                <a16:creationId xmlns:a16="http://schemas.microsoft.com/office/drawing/2014/main" id="{ECAFEA93-560E-411B-A8B6-3CD5189B67E8}"/>
              </a:ext>
            </a:extLst>
          </p:cNvPr>
          <p:cNvSpPr/>
          <p:nvPr/>
        </p:nvSpPr>
        <p:spPr bwMode="gray">
          <a:xfrm>
            <a:off x="6866715" y="4982992"/>
            <a:ext cx="5097744" cy="553998"/>
          </a:xfrm>
          <a:prstGeom prst="rect">
            <a:avLst/>
          </a:prstGeom>
          <a:noFill/>
          <a:ln w="3175" algn="ctr">
            <a:noFill/>
            <a:miter lim="800000"/>
            <a:headEnd/>
            <a:tailEnd/>
          </a:ln>
        </p:spPr>
        <p:txBody>
          <a:bodyPr wrap="square" lIns="0" tIns="0" rIns="0" bIns="0" rtlCol="0" anchor="ctr" anchorCtr="0">
            <a:spAutoFit/>
          </a:bodyPr>
          <a:lstStyle/>
          <a:p>
            <a:pPr marL="180000" marR="0" lvl="0" indent="-1800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pt-BR" sz="1200" b="0" i="0" u="none" strike="noStrike" kern="1200" cap="none" spc="0" normalizeH="0" baseline="0" noProof="0">
                <a:ln>
                  <a:noFill/>
                </a:ln>
                <a:solidFill>
                  <a:srgbClr val="071C25"/>
                </a:solidFill>
                <a:effectLst/>
                <a:uLnTx/>
                <a:uFillTx/>
                <a:latin typeface="Arial"/>
                <a:ea typeface="+mn-ea"/>
                <a:cs typeface="+mn-cs"/>
              </a:rPr>
              <a:t>Planejamento de</a:t>
            </a:r>
            <a:r>
              <a:rPr kumimoji="0" lang="pt-BR" sz="1200" b="0" i="1" u="none" strike="noStrike" kern="1200" cap="none" spc="0" normalizeH="0" baseline="0" noProof="0">
                <a:ln>
                  <a:noFill/>
                </a:ln>
                <a:solidFill>
                  <a:srgbClr val="071C25"/>
                </a:solidFill>
                <a:effectLst/>
                <a:uLnTx/>
                <a:uFillTx/>
                <a:latin typeface="Arial"/>
                <a:ea typeface="+mn-ea"/>
                <a:cs typeface="+mn-cs"/>
              </a:rPr>
              <a:t> </a:t>
            </a:r>
            <a:r>
              <a:rPr kumimoji="0" lang="pt-BR" sz="1200" b="0" i="1" u="none" strike="noStrike" kern="1200" cap="none" spc="0" normalizeH="0" baseline="0" noProof="0" err="1">
                <a:ln>
                  <a:noFill/>
                </a:ln>
                <a:solidFill>
                  <a:srgbClr val="071C25"/>
                </a:solidFill>
                <a:effectLst/>
                <a:uLnTx/>
                <a:uFillTx/>
                <a:latin typeface="Arial"/>
                <a:ea typeface="+mn-ea"/>
                <a:cs typeface="+mn-cs"/>
              </a:rPr>
              <a:t>pricing</a:t>
            </a:r>
            <a:r>
              <a:rPr kumimoji="0" lang="pt-BR" sz="1200" b="0" i="1" u="none" strike="noStrike" kern="1200" cap="none" spc="0" normalizeH="0" baseline="0" noProof="0">
                <a:ln>
                  <a:noFill/>
                </a:ln>
                <a:solidFill>
                  <a:srgbClr val="071C25"/>
                </a:solidFill>
                <a:effectLst/>
                <a:uLnTx/>
                <a:uFillTx/>
                <a:latin typeface="Arial"/>
                <a:ea typeface="+mn-ea"/>
                <a:cs typeface="+mn-cs"/>
              </a:rPr>
              <a:t> </a:t>
            </a:r>
            <a:r>
              <a:rPr kumimoji="0" lang="pt-BR" sz="1200" b="0" i="0" u="none" strike="noStrike" kern="1200" cap="none" spc="0" normalizeH="0" baseline="0" noProof="0">
                <a:ln>
                  <a:noFill/>
                </a:ln>
                <a:solidFill>
                  <a:srgbClr val="071C25"/>
                </a:solidFill>
                <a:effectLst/>
                <a:uLnTx/>
                <a:uFillTx/>
                <a:latin typeface="Arial"/>
                <a:ea typeface="+mn-ea"/>
                <a:cs typeface="+mn-cs"/>
              </a:rPr>
              <a:t>é </a:t>
            </a:r>
            <a:r>
              <a:rPr kumimoji="0" lang="pt-BR" sz="1200" b="1" i="0" u="none" strike="noStrike" kern="1200" cap="none" spc="0" normalizeH="0" baseline="0" noProof="0">
                <a:ln>
                  <a:noFill/>
                </a:ln>
                <a:solidFill>
                  <a:srgbClr val="071C25"/>
                </a:solidFill>
                <a:effectLst/>
                <a:uLnTx/>
                <a:uFillTx/>
                <a:latin typeface="Arial"/>
                <a:ea typeface="+mn-ea"/>
                <a:cs typeface="+mn-cs"/>
              </a:rPr>
              <a:t>colaborativo entre área de vendas e operações</a:t>
            </a:r>
            <a:r>
              <a:rPr kumimoji="0" lang="pt-BR" sz="1200" b="0" i="0" u="none" strike="noStrike" kern="1200" cap="none" spc="0" normalizeH="0" baseline="0" noProof="0">
                <a:ln>
                  <a:noFill/>
                </a:ln>
                <a:solidFill>
                  <a:srgbClr val="071C25"/>
                </a:solidFill>
                <a:effectLst/>
                <a:uLnTx/>
                <a:uFillTx/>
                <a:latin typeface="Arial"/>
                <a:ea typeface="+mn-ea"/>
                <a:cs typeface="+mn-cs"/>
              </a:rPr>
              <a:t>, considera o </a:t>
            </a:r>
            <a:r>
              <a:rPr kumimoji="0" lang="pt-BR" sz="1200" b="0" i="1" u="none" strike="noStrike" kern="1200" cap="none" spc="0" normalizeH="0" baseline="0" noProof="0" err="1">
                <a:ln>
                  <a:noFill/>
                </a:ln>
                <a:solidFill>
                  <a:srgbClr val="071C25"/>
                </a:solidFill>
                <a:effectLst/>
                <a:uLnTx/>
                <a:uFillTx/>
                <a:latin typeface="Arial"/>
                <a:ea typeface="+mn-ea"/>
                <a:cs typeface="+mn-cs"/>
              </a:rPr>
              <a:t>lifetime</a:t>
            </a:r>
            <a:r>
              <a:rPr kumimoji="0" lang="pt-BR" sz="1200" b="0" i="1" u="none" strike="noStrike" kern="1200" cap="none" spc="0" normalizeH="0" baseline="0" noProof="0">
                <a:ln>
                  <a:noFill/>
                </a:ln>
                <a:solidFill>
                  <a:srgbClr val="071C25"/>
                </a:solidFill>
                <a:effectLst/>
                <a:uLnTx/>
                <a:uFillTx/>
                <a:latin typeface="Arial"/>
                <a:ea typeface="+mn-ea"/>
                <a:cs typeface="+mn-cs"/>
              </a:rPr>
              <a:t> </a:t>
            </a:r>
            <a:r>
              <a:rPr kumimoji="0" lang="pt-BR" sz="1200" b="0" i="1" u="none" strike="noStrike" kern="1200" cap="none" spc="0" normalizeH="0" baseline="0" noProof="0" err="1">
                <a:ln>
                  <a:noFill/>
                </a:ln>
                <a:solidFill>
                  <a:srgbClr val="071C25"/>
                </a:solidFill>
                <a:effectLst/>
                <a:uLnTx/>
                <a:uFillTx/>
                <a:latin typeface="Arial"/>
                <a:ea typeface="+mn-ea"/>
                <a:cs typeface="+mn-cs"/>
              </a:rPr>
              <a:t>value</a:t>
            </a:r>
            <a:r>
              <a:rPr kumimoji="0" lang="pt-BR" sz="1200" b="0" i="1" u="none" strike="noStrike" kern="1200" cap="none" spc="0" normalizeH="0" baseline="0" noProof="0">
                <a:ln>
                  <a:noFill/>
                </a:ln>
                <a:solidFill>
                  <a:srgbClr val="071C25"/>
                </a:solidFill>
                <a:effectLst/>
                <a:uLnTx/>
                <a:uFillTx/>
                <a:latin typeface="Arial"/>
                <a:ea typeface="+mn-ea"/>
                <a:cs typeface="+mn-cs"/>
              </a:rPr>
              <a:t> </a:t>
            </a:r>
            <a:r>
              <a:rPr kumimoji="0" lang="pt-BR" sz="1200" b="0" i="0" u="none" strike="noStrike" kern="1200" cap="none" spc="0" normalizeH="0" baseline="0" noProof="0">
                <a:ln>
                  <a:noFill/>
                </a:ln>
                <a:solidFill>
                  <a:srgbClr val="071C25"/>
                </a:solidFill>
                <a:effectLst/>
                <a:uLnTx/>
                <a:uFillTx/>
                <a:latin typeface="Arial"/>
                <a:ea typeface="+mn-ea"/>
                <a:cs typeface="+mn-cs"/>
              </a:rPr>
              <a:t>do cliente para a empresa e </a:t>
            </a:r>
            <a:r>
              <a:rPr kumimoji="0" lang="pt-BR" sz="1200" b="1" i="0" u="none" strike="noStrike" kern="1200" cap="none" spc="0" normalizeH="0" baseline="0" noProof="0">
                <a:ln>
                  <a:noFill/>
                </a:ln>
                <a:solidFill>
                  <a:srgbClr val="071C25"/>
                </a:solidFill>
                <a:effectLst/>
                <a:uLnTx/>
                <a:uFillTx/>
                <a:latin typeface="Arial"/>
                <a:ea typeface="+mn-ea"/>
                <a:cs typeface="+mn-cs"/>
              </a:rPr>
              <a:t>incorpora a visão estratégica </a:t>
            </a:r>
            <a:r>
              <a:rPr kumimoji="0" lang="pt-BR" sz="1200" b="0" i="0" u="none" strike="noStrike" kern="1200" cap="none" spc="0" normalizeH="0" baseline="0" noProof="0">
                <a:ln>
                  <a:noFill/>
                </a:ln>
                <a:solidFill>
                  <a:srgbClr val="071C25"/>
                </a:solidFill>
                <a:effectLst/>
                <a:uLnTx/>
                <a:uFillTx/>
                <a:latin typeface="Arial"/>
                <a:ea typeface="+mn-ea"/>
                <a:cs typeface="+mn-cs"/>
              </a:rPr>
              <a:t>de longo prazo da companhia</a:t>
            </a:r>
          </a:p>
        </p:txBody>
      </p:sp>
      <p:graphicFrame>
        <p:nvGraphicFramePr>
          <p:cNvPr id="7" name="Tabela 6">
            <a:extLst>
              <a:ext uri="{FF2B5EF4-FFF2-40B4-BE49-F238E27FC236}">
                <a16:creationId xmlns:a16="http://schemas.microsoft.com/office/drawing/2014/main" id="{890449D2-E85F-40DE-AF14-47C6954B36AC}"/>
              </a:ext>
            </a:extLst>
          </p:cNvPr>
          <p:cNvGraphicFramePr>
            <a:graphicFrameLocks noGrp="1"/>
          </p:cNvGraphicFramePr>
          <p:nvPr/>
        </p:nvGraphicFramePr>
        <p:xfrm>
          <a:off x="183667" y="1050636"/>
          <a:ext cx="4089686" cy="5361665"/>
        </p:xfrm>
        <a:graphic>
          <a:graphicData uri="http://schemas.openxmlformats.org/drawingml/2006/table">
            <a:tbl>
              <a:tblPr/>
              <a:tblGrid>
                <a:gridCol w="1569686">
                  <a:extLst>
                    <a:ext uri="{9D8B030D-6E8A-4147-A177-3AD203B41FA5}">
                      <a16:colId xmlns:a16="http://schemas.microsoft.com/office/drawing/2014/main" val="2571059804"/>
                    </a:ext>
                  </a:extLst>
                </a:gridCol>
                <a:gridCol w="2520000">
                  <a:extLst>
                    <a:ext uri="{9D8B030D-6E8A-4147-A177-3AD203B41FA5}">
                      <a16:colId xmlns:a16="http://schemas.microsoft.com/office/drawing/2014/main" val="550866512"/>
                    </a:ext>
                  </a:extLst>
                </a:gridCol>
              </a:tblGrid>
              <a:tr h="245825">
                <a:tc>
                  <a:txBody>
                    <a:bodyPr/>
                    <a:lstStyle/>
                    <a:p>
                      <a:pPr algn="l" rtl="0" fontAlgn="ctr"/>
                      <a:r>
                        <a:rPr lang="pt-BR" sz="1200" b="1" i="0" u="none" strike="noStrike">
                          <a:solidFill>
                            <a:schemeClr val="bg1"/>
                          </a:solidFill>
                          <a:effectLst/>
                          <a:latin typeface="+mn-lt"/>
                        </a:rPr>
                        <a:t>Dimensão</a:t>
                      </a:r>
                    </a:p>
                  </a:txBody>
                  <a:tcPr marL="108000" marR="108000" marT="72000" marB="72000"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l" rtl="0" fontAlgn="ctr"/>
                      <a:r>
                        <a:rPr lang="pt-BR" sz="1200" b="1" i="0" u="none" strike="noStrike">
                          <a:solidFill>
                            <a:schemeClr val="bg1"/>
                          </a:solidFill>
                          <a:effectLst/>
                          <a:latin typeface="+mn-lt"/>
                        </a:rPr>
                        <a:t>Competência</a:t>
                      </a:r>
                    </a:p>
                  </a:txBody>
                  <a:tcPr marL="108000" marR="108000" marT="72000" marB="72000"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976978792"/>
                  </a:ext>
                </a:extLst>
              </a:tr>
              <a:tr h="197093">
                <a:tc rowSpan="5">
                  <a:txBody>
                    <a:bodyPr/>
                    <a:lstStyle/>
                    <a:p>
                      <a:pPr algn="l" rtl="0" fontAlgn="ctr"/>
                      <a:r>
                        <a:rPr lang="pt-BR" sz="1200" b="1" i="0" u="none" strike="noStrike">
                          <a:solidFill>
                            <a:schemeClr val="tx1"/>
                          </a:solidFill>
                          <a:effectLst/>
                          <a:latin typeface="+mn-lt"/>
                        </a:rPr>
                        <a:t>Estratégia</a:t>
                      </a:r>
                    </a:p>
                  </a:txBody>
                  <a:tcPr marL="108000" marR="108000" marT="46800" marB="46800"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l" rtl="0" fontAlgn="ctr"/>
                      <a:r>
                        <a:rPr lang="pt-BR" sz="1200" b="1" i="0" u="none" strike="noStrike">
                          <a:solidFill>
                            <a:schemeClr val="tx1"/>
                          </a:solidFill>
                          <a:effectLst/>
                          <a:latin typeface="+mn-lt"/>
                        </a:rPr>
                        <a:t>Planejamento e visão de futuro</a:t>
                      </a:r>
                    </a:p>
                  </a:txBody>
                  <a:tcPr marL="108000" marR="108000" marT="46800" marB="46800"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bg1">
                          <a:lumMod val="75000"/>
                        </a:schemeClr>
                      </a:solidFill>
                      <a:prstDash val="dash"/>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2476041926"/>
                  </a:ext>
                </a:extLst>
              </a:tr>
              <a:tr h="197093">
                <a:tc vMerge="1">
                  <a:txBody>
                    <a:bodyPr/>
                    <a:lstStyle/>
                    <a:p>
                      <a:endParaRPr lang="pt-BR"/>
                    </a:p>
                  </a:txBody>
                  <a:tcPr/>
                </a:tc>
                <a:tc>
                  <a:txBody>
                    <a:bodyPr/>
                    <a:lstStyle/>
                    <a:p>
                      <a:pPr marL="0" algn="l" defTabSz="914400" rtl="0" eaLnBrk="1" fontAlgn="ctr" latinLnBrk="0" hangingPunct="1"/>
                      <a:r>
                        <a:rPr lang="pt-BR" sz="1200" b="0" i="0" u="none" strike="noStrike" kern="1200">
                          <a:solidFill>
                            <a:schemeClr val="tx1"/>
                          </a:solidFill>
                          <a:effectLst/>
                          <a:latin typeface="+mn-lt"/>
                          <a:ea typeface="+mn-ea"/>
                          <a:cs typeface="+mn-cs"/>
                        </a:rPr>
                        <a:t>Segmentação de clientes</a:t>
                      </a:r>
                    </a:p>
                  </a:txBody>
                  <a:tcPr marL="108000" marR="108000" marT="46800" marB="46800"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75000"/>
                        </a:schemeClr>
                      </a:solidFill>
                      <a:prstDash val="dash"/>
                      <a:round/>
                      <a:headEnd type="none" w="med" len="med"/>
                      <a:tailEnd type="none" w="med" len="med"/>
                    </a:lnT>
                    <a:lnB w="9525" cap="flat" cmpd="sng" algn="ctr">
                      <a:solidFill>
                        <a:schemeClr val="bg1">
                          <a:lumMod val="75000"/>
                        </a:schemeClr>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06251049"/>
                  </a:ext>
                </a:extLst>
              </a:tr>
              <a:tr h="197093">
                <a:tc vMerge="1">
                  <a:txBody>
                    <a:bodyPr/>
                    <a:lstStyle/>
                    <a:p>
                      <a:endParaRPr lang="pt-BR"/>
                    </a:p>
                  </a:txBody>
                  <a:tcPr/>
                </a:tc>
                <a:tc>
                  <a:txBody>
                    <a:bodyPr/>
                    <a:lstStyle/>
                    <a:p>
                      <a:pPr marL="0" algn="l" defTabSz="914400" rtl="0" eaLnBrk="1" fontAlgn="ctr" latinLnBrk="0" hangingPunct="1"/>
                      <a:r>
                        <a:rPr lang="pt-BR" sz="1200" b="0" i="0" u="none" strike="noStrike" kern="1200">
                          <a:solidFill>
                            <a:schemeClr val="tx1"/>
                          </a:solidFill>
                          <a:effectLst/>
                          <a:latin typeface="+mn-lt"/>
                          <a:ea typeface="+mn-ea"/>
                          <a:cs typeface="+mn-cs"/>
                        </a:rPr>
                        <a:t>Análise dos competidores</a:t>
                      </a:r>
                    </a:p>
                  </a:txBody>
                  <a:tcPr marL="108000" marR="108000" marT="46800" marB="46800"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75000"/>
                        </a:schemeClr>
                      </a:solidFill>
                      <a:prstDash val="dash"/>
                      <a:round/>
                      <a:headEnd type="none" w="med" len="med"/>
                      <a:tailEnd type="none" w="med" len="med"/>
                    </a:lnT>
                    <a:lnB w="9525" cap="flat" cmpd="sng" algn="ctr">
                      <a:solidFill>
                        <a:schemeClr val="bg1">
                          <a:lumMod val="75000"/>
                        </a:schemeClr>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22824984"/>
                  </a:ext>
                </a:extLst>
              </a:tr>
              <a:tr h="197093">
                <a:tc vMerge="1">
                  <a:txBody>
                    <a:bodyPr/>
                    <a:lstStyle/>
                    <a:p>
                      <a:endParaRPr lang="pt-BR"/>
                    </a:p>
                  </a:txBody>
                  <a:tcPr/>
                </a:tc>
                <a:tc>
                  <a:txBody>
                    <a:bodyPr/>
                    <a:lstStyle/>
                    <a:p>
                      <a:pPr marL="0" algn="l" defTabSz="914400" rtl="0" eaLnBrk="1" fontAlgn="ctr" latinLnBrk="0" hangingPunct="1"/>
                      <a:r>
                        <a:rPr lang="pt-BR" sz="1200" b="0" i="0" u="none" strike="noStrike" kern="1200">
                          <a:solidFill>
                            <a:schemeClr val="tx1"/>
                          </a:solidFill>
                          <a:effectLst/>
                          <a:latin typeface="+mn-lt"/>
                          <a:ea typeface="+mn-ea"/>
                          <a:cs typeface="+mn-cs"/>
                        </a:rPr>
                        <a:t>Posição de mercado</a:t>
                      </a:r>
                    </a:p>
                  </a:txBody>
                  <a:tcPr marL="108000" marR="108000" marT="46800" marB="46800"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75000"/>
                        </a:schemeClr>
                      </a:solidFill>
                      <a:prstDash val="dash"/>
                      <a:round/>
                      <a:headEnd type="none" w="med" len="med"/>
                      <a:tailEnd type="none" w="med" len="med"/>
                    </a:lnT>
                    <a:lnB w="9525" cap="flat" cmpd="sng" algn="ctr">
                      <a:solidFill>
                        <a:schemeClr val="bg1">
                          <a:lumMod val="75000"/>
                        </a:schemeClr>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05875903"/>
                  </a:ext>
                </a:extLst>
              </a:tr>
              <a:tr h="197093">
                <a:tc vMerge="1">
                  <a:txBody>
                    <a:bodyPr/>
                    <a:lstStyle/>
                    <a:p>
                      <a:endParaRPr lang="pt-BR"/>
                    </a:p>
                  </a:txBody>
                  <a:tcPr/>
                </a:tc>
                <a:tc>
                  <a:txBody>
                    <a:bodyPr/>
                    <a:lstStyle/>
                    <a:p>
                      <a:pPr marL="0" algn="l" defTabSz="914400" rtl="0" eaLnBrk="1" fontAlgn="ctr" latinLnBrk="0" hangingPunct="1"/>
                      <a:r>
                        <a:rPr lang="pt-BR" sz="1200" b="0" i="0" u="none" strike="noStrike" kern="1200">
                          <a:solidFill>
                            <a:schemeClr val="tx1"/>
                          </a:solidFill>
                          <a:effectLst/>
                          <a:latin typeface="+mn-lt"/>
                          <a:ea typeface="+mn-ea"/>
                          <a:cs typeface="+mn-cs"/>
                        </a:rPr>
                        <a:t>Gestão de produto</a:t>
                      </a:r>
                    </a:p>
                  </a:txBody>
                  <a:tcPr marL="108000" marR="108000" marT="46800" marB="46800"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75000"/>
                        </a:schemeClr>
                      </a:solidFill>
                      <a:prstDash val="dash"/>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09693297"/>
                  </a:ext>
                </a:extLst>
              </a:tr>
              <a:tr h="197093">
                <a:tc rowSpan="3">
                  <a:txBody>
                    <a:bodyPr/>
                    <a:lstStyle/>
                    <a:p>
                      <a:pPr marL="0" algn="l" defTabSz="914400" rtl="0" eaLnBrk="1" fontAlgn="ctr" latinLnBrk="0" hangingPunct="1"/>
                      <a:r>
                        <a:rPr lang="pt-BR" sz="1200" b="1" u="none" strike="noStrike" kern="1200" noProof="0">
                          <a:solidFill>
                            <a:schemeClr val="tx1"/>
                          </a:solidFill>
                          <a:effectLst/>
                          <a:latin typeface="+mn-lt"/>
                          <a:ea typeface="+mn-ea"/>
                          <a:cs typeface="+mn-cs"/>
                        </a:rPr>
                        <a:t>Construção</a:t>
                      </a:r>
                      <a:r>
                        <a:rPr lang="pt-BR" sz="1200" b="1" u="none" strike="noStrike" kern="1200">
                          <a:solidFill>
                            <a:schemeClr val="tx1"/>
                          </a:solidFill>
                          <a:effectLst/>
                          <a:latin typeface="+mn-lt"/>
                          <a:ea typeface="+mn-ea"/>
                          <a:cs typeface="+mn-cs"/>
                        </a:rPr>
                        <a:t> do </a:t>
                      </a:r>
                      <a:r>
                        <a:rPr lang="pt-BR" sz="1200" b="1" i="1" u="none" strike="noStrike" kern="1200" err="1">
                          <a:solidFill>
                            <a:schemeClr val="tx1"/>
                          </a:solidFill>
                          <a:effectLst/>
                          <a:latin typeface="+mn-lt"/>
                          <a:ea typeface="+mn-ea"/>
                          <a:cs typeface="+mn-cs"/>
                        </a:rPr>
                        <a:t>pricing</a:t>
                      </a:r>
                      <a:endParaRPr lang="pt-BR" sz="1200" b="1" i="1" u="none" strike="noStrike" kern="1200">
                        <a:solidFill>
                          <a:schemeClr val="tx1"/>
                        </a:solidFill>
                        <a:effectLst/>
                        <a:latin typeface="+mn-lt"/>
                        <a:ea typeface="+mn-ea"/>
                        <a:cs typeface="+mn-cs"/>
                      </a:endParaRPr>
                    </a:p>
                  </a:txBody>
                  <a:tcPr marL="108000" marR="108000" marT="46800" marB="46800"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l" defTabSz="914400" rtl="0" eaLnBrk="1" fontAlgn="ctr" latinLnBrk="0" hangingPunct="1"/>
                      <a:r>
                        <a:rPr lang="pt-BR" sz="1200" b="0" i="0" u="none" strike="noStrike" kern="1200">
                          <a:solidFill>
                            <a:schemeClr val="tx1"/>
                          </a:solidFill>
                          <a:effectLst/>
                          <a:latin typeface="+mn-lt"/>
                          <a:ea typeface="+mn-ea"/>
                          <a:cs typeface="+mn-cs"/>
                        </a:rPr>
                        <a:t>Metodologia e política de </a:t>
                      </a:r>
                      <a:r>
                        <a:rPr lang="pt-BR" sz="1200" b="0" i="1" u="none" strike="noStrike" kern="1200" err="1">
                          <a:solidFill>
                            <a:schemeClr val="tx1"/>
                          </a:solidFill>
                          <a:effectLst/>
                          <a:latin typeface="+mn-lt"/>
                          <a:ea typeface="+mn-ea"/>
                          <a:cs typeface="+mn-cs"/>
                        </a:rPr>
                        <a:t>pricing</a:t>
                      </a:r>
                      <a:endParaRPr lang="pt-BR" sz="1200" b="0" i="1" u="none" strike="noStrike" kern="1200">
                        <a:solidFill>
                          <a:schemeClr val="tx1"/>
                        </a:solidFill>
                        <a:effectLst/>
                        <a:latin typeface="+mn-lt"/>
                        <a:ea typeface="+mn-ea"/>
                        <a:cs typeface="+mn-cs"/>
                      </a:endParaRPr>
                    </a:p>
                  </a:txBody>
                  <a:tcPr marL="108000" marR="108000" marT="46800" marB="46800"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75000"/>
                        </a:schemeClr>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13487629"/>
                  </a:ext>
                </a:extLst>
              </a:tr>
              <a:tr h="197093">
                <a:tc vMerge="1">
                  <a:txBody>
                    <a:bodyPr/>
                    <a:lstStyle/>
                    <a:p>
                      <a:endParaRPr lang="pt-BR"/>
                    </a:p>
                  </a:txBody>
                  <a:tcPr/>
                </a:tc>
                <a:tc>
                  <a:txBody>
                    <a:bodyPr/>
                    <a:lstStyle/>
                    <a:p>
                      <a:pPr marL="0" algn="l" defTabSz="914400" rtl="0" eaLnBrk="1" fontAlgn="ctr" latinLnBrk="0" hangingPunct="1"/>
                      <a:r>
                        <a:rPr lang="pt-BR" sz="1200" b="0" i="0" u="none" strike="noStrike" kern="1200">
                          <a:solidFill>
                            <a:schemeClr val="tx1"/>
                          </a:solidFill>
                          <a:effectLst/>
                          <a:latin typeface="+mn-lt"/>
                          <a:ea typeface="+mn-ea"/>
                          <a:cs typeface="+mn-cs"/>
                        </a:rPr>
                        <a:t>Utilização de dados</a:t>
                      </a:r>
                    </a:p>
                  </a:txBody>
                  <a:tcPr marL="108000" marR="108000" marT="46800" marB="46800"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75000"/>
                        </a:schemeClr>
                      </a:solidFill>
                      <a:prstDash val="dash"/>
                      <a:round/>
                      <a:headEnd type="none" w="med" len="med"/>
                      <a:tailEnd type="none" w="med" len="med"/>
                    </a:lnT>
                    <a:lnB w="9525" cap="flat" cmpd="sng" algn="ctr">
                      <a:solidFill>
                        <a:schemeClr val="bg1">
                          <a:lumMod val="75000"/>
                        </a:schemeClr>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59284124"/>
                  </a:ext>
                </a:extLst>
              </a:tr>
              <a:tr h="197093">
                <a:tc vMerge="1">
                  <a:txBody>
                    <a:bodyPr/>
                    <a:lstStyle/>
                    <a:p>
                      <a:endParaRPr lang="pt-BR"/>
                    </a:p>
                  </a:txBody>
                  <a:tcPr/>
                </a:tc>
                <a:tc>
                  <a:txBody>
                    <a:bodyPr/>
                    <a:lstStyle/>
                    <a:p>
                      <a:pPr marL="0" algn="l" defTabSz="914400" rtl="0" eaLnBrk="1" fontAlgn="ctr" latinLnBrk="0" hangingPunct="1"/>
                      <a:r>
                        <a:rPr lang="pt-BR" sz="1200" b="0" i="0" u="none" strike="noStrike" kern="1200">
                          <a:solidFill>
                            <a:schemeClr val="tx1"/>
                          </a:solidFill>
                          <a:effectLst/>
                          <a:latin typeface="+mn-lt"/>
                          <a:ea typeface="+mn-ea"/>
                          <a:cs typeface="+mn-cs"/>
                        </a:rPr>
                        <a:t>Processo de revisão do preço</a:t>
                      </a:r>
                    </a:p>
                  </a:txBody>
                  <a:tcPr marL="108000" marR="108000" marT="46800" marB="46800"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75000"/>
                        </a:schemeClr>
                      </a:solidFill>
                      <a:prstDash val="dash"/>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94744252"/>
                  </a:ext>
                </a:extLst>
              </a:tr>
              <a:tr h="197093">
                <a:tc rowSpan="4">
                  <a:txBody>
                    <a:bodyPr/>
                    <a:lstStyle/>
                    <a:p>
                      <a:pPr marL="0" algn="l" defTabSz="914400" rtl="0" eaLnBrk="1" fontAlgn="ctr" latinLnBrk="0" hangingPunct="1"/>
                      <a:r>
                        <a:rPr lang="pt-BR" sz="1200" b="1" u="none" strike="noStrike" kern="1200">
                          <a:solidFill>
                            <a:schemeClr val="tx1"/>
                          </a:solidFill>
                          <a:effectLst/>
                          <a:latin typeface="+mn-lt"/>
                          <a:ea typeface="+mn-ea"/>
                          <a:cs typeface="+mn-cs"/>
                        </a:rPr>
                        <a:t>Execução do </a:t>
                      </a:r>
                      <a:r>
                        <a:rPr lang="pt-BR" sz="1200" b="1" i="1" u="none" strike="noStrike" kern="1200" err="1">
                          <a:solidFill>
                            <a:schemeClr val="tx1"/>
                          </a:solidFill>
                          <a:effectLst/>
                          <a:latin typeface="+mn-lt"/>
                          <a:ea typeface="+mn-ea"/>
                          <a:cs typeface="+mn-cs"/>
                        </a:rPr>
                        <a:t>pricing</a:t>
                      </a:r>
                      <a:endParaRPr lang="pt-BR" sz="1200" b="1" i="1" u="none" strike="noStrike" kern="1200">
                        <a:solidFill>
                          <a:schemeClr val="tx1"/>
                        </a:solidFill>
                        <a:effectLst/>
                        <a:latin typeface="+mn-lt"/>
                        <a:ea typeface="+mn-ea"/>
                        <a:cs typeface="+mn-cs"/>
                      </a:endParaRPr>
                    </a:p>
                  </a:txBody>
                  <a:tcPr marL="108000" marR="108000" marT="46800" marB="46800"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l" defTabSz="914400" rtl="0" eaLnBrk="1" fontAlgn="ctr" latinLnBrk="0" hangingPunct="1"/>
                      <a:r>
                        <a:rPr lang="pt-BR" sz="1200" b="0" i="0" u="none" strike="noStrike" kern="1200">
                          <a:solidFill>
                            <a:schemeClr val="tx1"/>
                          </a:solidFill>
                          <a:effectLst/>
                          <a:latin typeface="+mn-lt"/>
                          <a:ea typeface="+mn-ea"/>
                          <a:cs typeface="+mn-cs"/>
                        </a:rPr>
                        <a:t>Definição e gestão de processos</a:t>
                      </a:r>
                    </a:p>
                  </a:txBody>
                  <a:tcPr marL="108000" marR="108000" marT="46800" marB="46800"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75000"/>
                        </a:schemeClr>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7882093"/>
                  </a:ext>
                </a:extLst>
              </a:tr>
              <a:tr h="197093">
                <a:tc vMerge="1">
                  <a:txBody>
                    <a:bodyPr/>
                    <a:lstStyle/>
                    <a:p>
                      <a:endParaRPr lang="pt-BR"/>
                    </a:p>
                  </a:txBody>
                  <a:tcPr/>
                </a:tc>
                <a:tc>
                  <a:txBody>
                    <a:bodyPr/>
                    <a:lstStyle/>
                    <a:p>
                      <a:pPr marL="0" algn="l" defTabSz="914400" rtl="0" eaLnBrk="1" fontAlgn="ctr" latinLnBrk="0" hangingPunct="1"/>
                      <a:r>
                        <a:rPr lang="pt-BR" sz="1200" b="0" i="0" u="none" strike="noStrike" kern="1200">
                          <a:solidFill>
                            <a:schemeClr val="tx1"/>
                          </a:solidFill>
                          <a:effectLst/>
                          <a:latin typeface="+mn-lt"/>
                          <a:ea typeface="+mn-ea"/>
                          <a:cs typeface="+mn-cs"/>
                        </a:rPr>
                        <a:t>Gestão de promoções</a:t>
                      </a:r>
                    </a:p>
                  </a:txBody>
                  <a:tcPr marL="108000" marR="108000" marT="46800" marB="46800"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75000"/>
                        </a:schemeClr>
                      </a:solidFill>
                      <a:prstDash val="dash"/>
                      <a:round/>
                      <a:headEnd type="none" w="med" len="med"/>
                      <a:tailEnd type="none" w="med" len="med"/>
                    </a:lnT>
                    <a:lnB w="9525" cap="flat" cmpd="sng" algn="ctr">
                      <a:solidFill>
                        <a:schemeClr val="bg1">
                          <a:lumMod val="75000"/>
                        </a:schemeClr>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2162883"/>
                  </a:ext>
                </a:extLst>
              </a:tr>
              <a:tr h="197093">
                <a:tc vMerge="1">
                  <a:txBody>
                    <a:bodyPr/>
                    <a:lstStyle/>
                    <a:p>
                      <a:endParaRPr lang="pt-BR"/>
                    </a:p>
                  </a:txBody>
                  <a:tcPr/>
                </a:tc>
                <a:tc>
                  <a:txBody>
                    <a:bodyPr/>
                    <a:lstStyle/>
                    <a:p>
                      <a:pPr marL="0" algn="l" defTabSz="914400" rtl="0" eaLnBrk="1" fontAlgn="ctr" latinLnBrk="0" hangingPunct="1"/>
                      <a:r>
                        <a:rPr lang="pt-BR" sz="1200" b="0" i="0" u="none" strike="noStrike" kern="1200">
                          <a:solidFill>
                            <a:schemeClr val="tx1"/>
                          </a:solidFill>
                          <a:effectLst/>
                          <a:latin typeface="+mn-lt"/>
                          <a:ea typeface="+mn-ea"/>
                          <a:cs typeface="+mn-cs"/>
                        </a:rPr>
                        <a:t>Distribuição do preço</a:t>
                      </a:r>
                    </a:p>
                  </a:txBody>
                  <a:tcPr marL="108000" marR="108000" marT="46800" marB="46800"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75000"/>
                        </a:schemeClr>
                      </a:solidFill>
                      <a:prstDash val="dash"/>
                      <a:round/>
                      <a:headEnd type="none" w="med" len="med"/>
                      <a:tailEnd type="none" w="med" len="med"/>
                    </a:lnT>
                    <a:lnB w="9525" cap="flat" cmpd="sng" algn="ctr">
                      <a:solidFill>
                        <a:schemeClr val="bg1">
                          <a:lumMod val="75000"/>
                        </a:schemeClr>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01700995"/>
                  </a:ext>
                </a:extLst>
              </a:tr>
              <a:tr h="334625">
                <a:tc vMerge="1">
                  <a:txBody>
                    <a:bodyPr/>
                    <a:lstStyle/>
                    <a:p>
                      <a:endParaRPr lang="pt-BR"/>
                    </a:p>
                  </a:txBody>
                  <a:tcPr/>
                </a:tc>
                <a:tc>
                  <a:txBody>
                    <a:bodyPr/>
                    <a:lstStyle/>
                    <a:p>
                      <a:pPr marL="0" algn="l" defTabSz="914400" rtl="0" eaLnBrk="1" fontAlgn="ctr" latinLnBrk="0" hangingPunct="1"/>
                      <a:r>
                        <a:rPr lang="pt-BR" sz="1200" b="0" i="0" u="none" strike="noStrike" kern="1200">
                          <a:solidFill>
                            <a:schemeClr val="tx1"/>
                          </a:solidFill>
                          <a:effectLst/>
                          <a:latin typeface="+mn-lt"/>
                          <a:ea typeface="+mn-ea"/>
                          <a:cs typeface="+mn-cs"/>
                        </a:rPr>
                        <a:t>Capacitação da equipe comercial</a:t>
                      </a:r>
                    </a:p>
                  </a:txBody>
                  <a:tcPr marL="108000" marR="108000" marT="46800" marB="46800"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75000"/>
                        </a:schemeClr>
                      </a:solidFill>
                      <a:prstDash val="dash"/>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95702671"/>
                  </a:ext>
                </a:extLst>
              </a:tr>
              <a:tr h="197093">
                <a:tc rowSpan="2">
                  <a:txBody>
                    <a:bodyPr/>
                    <a:lstStyle/>
                    <a:p>
                      <a:pPr marL="0" algn="l" defTabSz="914400" rtl="0" eaLnBrk="1" fontAlgn="ctr" latinLnBrk="0" hangingPunct="1"/>
                      <a:r>
                        <a:rPr lang="pt-BR" sz="1200" b="1" u="none" strike="noStrike" kern="1200">
                          <a:solidFill>
                            <a:schemeClr val="tx1"/>
                          </a:solidFill>
                          <a:effectLst/>
                          <a:latin typeface="+mn-lt"/>
                          <a:ea typeface="+mn-ea"/>
                          <a:cs typeface="+mn-cs"/>
                        </a:rPr>
                        <a:t>Controle do </a:t>
                      </a:r>
                      <a:r>
                        <a:rPr lang="pt-BR" sz="1200" b="1" i="1" u="none" strike="noStrike" kern="1200" err="1">
                          <a:solidFill>
                            <a:schemeClr val="tx1"/>
                          </a:solidFill>
                          <a:effectLst/>
                          <a:latin typeface="+mn-lt"/>
                          <a:ea typeface="+mn-ea"/>
                          <a:cs typeface="+mn-cs"/>
                        </a:rPr>
                        <a:t>pricing</a:t>
                      </a:r>
                      <a:endParaRPr lang="pt-BR" sz="1200" b="1" i="1" u="none" strike="noStrike" kern="1200">
                        <a:solidFill>
                          <a:schemeClr val="tx1"/>
                        </a:solidFill>
                        <a:effectLst/>
                        <a:latin typeface="+mn-lt"/>
                        <a:ea typeface="+mn-ea"/>
                        <a:cs typeface="+mn-cs"/>
                      </a:endParaRPr>
                    </a:p>
                  </a:txBody>
                  <a:tcPr marL="108000" marR="108000" marT="46800" marB="46800"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l" defTabSz="914400" rtl="0" eaLnBrk="1" fontAlgn="ctr" latinLnBrk="0" hangingPunct="1"/>
                      <a:r>
                        <a:rPr lang="pt-BR" sz="1200" b="0" i="0" u="none" strike="noStrike" kern="1200">
                          <a:solidFill>
                            <a:schemeClr val="tx1"/>
                          </a:solidFill>
                          <a:effectLst/>
                          <a:latin typeface="+mn-lt"/>
                          <a:ea typeface="+mn-ea"/>
                          <a:cs typeface="+mn-cs"/>
                        </a:rPr>
                        <a:t>Definição de métricas</a:t>
                      </a:r>
                    </a:p>
                  </a:txBody>
                  <a:tcPr marL="108000" marR="108000" marT="46800" marB="46800"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75000"/>
                        </a:schemeClr>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11574329"/>
                  </a:ext>
                </a:extLst>
              </a:tr>
              <a:tr h="197093">
                <a:tc vMerge="1">
                  <a:txBody>
                    <a:bodyPr/>
                    <a:lstStyle/>
                    <a:p>
                      <a:endParaRPr lang="pt-BR"/>
                    </a:p>
                  </a:txBody>
                  <a:tcPr/>
                </a:tc>
                <a:tc>
                  <a:txBody>
                    <a:bodyPr/>
                    <a:lstStyle/>
                    <a:p>
                      <a:pPr marL="0" algn="l" defTabSz="914400" rtl="0" eaLnBrk="1" fontAlgn="ctr" latinLnBrk="0" hangingPunct="1"/>
                      <a:r>
                        <a:rPr lang="pt-BR" sz="1200" b="0" i="0" u="none" strike="noStrike" kern="1200">
                          <a:solidFill>
                            <a:schemeClr val="tx1"/>
                          </a:solidFill>
                          <a:effectLst/>
                          <a:latin typeface="+mn-lt"/>
                          <a:ea typeface="+mn-ea"/>
                          <a:cs typeface="+mn-cs"/>
                        </a:rPr>
                        <a:t>Processo de mensuração</a:t>
                      </a:r>
                    </a:p>
                  </a:txBody>
                  <a:tcPr marL="108000" marR="108000" marT="46800" marB="46800"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75000"/>
                        </a:schemeClr>
                      </a:solidFill>
                      <a:prstDash val="dash"/>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00143310"/>
                  </a:ext>
                </a:extLst>
              </a:tr>
              <a:tr h="197093">
                <a:tc rowSpan="4">
                  <a:txBody>
                    <a:bodyPr/>
                    <a:lstStyle/>
                    <a:p>
                      <a:pPr marL="0" algn="l" defTabSz="914400" rtl="0" eaLnBrk="1" fontAlgn="ctr" latinLnBrk="0" hangingPunct="1"/>
                      <a:r>
                        <a:rPr lang="pt-BR" sz="1200" b="1" u="none" strike="noStrike" kern="1200">
                          <a:solidFill>
                            <a:schemeClr val="tx1"/>
                          </a:solidFill>
                          <a:effectLst/>
                          <a:latin typeface="+mn-lt"/>
                          <a:ea typeface="+mn-ea"/>
                          <a:cs typeface="+mn-cs"/>
                        </a:rPr>
                        <a:t>Infraestrutura e cultura de </a:t>
                      </a:r>
                      <a:r>
                        <a:rPr lang="pt-BR" sz="1200" b="1" i="1" u="none" strike="noStrike" kern="1200" err="1">
                          <a:solidFill>
                            <a:schemeClr val="tx1"/>
                          </a:solidFill>
                          <a:effectLst/>
                          <a:latin typeface="+mn-lt"/>
                          <a:ea typeface="+mn-ea"/>
                          <a:cs typeface="+mn-cs"/>
                        </a:rPr>
                        <a:t>pricing</a:t>
                      </a:r>
                      <a:endParaRPr lang="pt-BR" sz="1200" b="1" i="1" u="none" strike="noStrike" kern="1200">
                        <a:solidFill>
                          <a:schemeClr val="tx1"/>
                        </a:solidFill>
                        <a:effectLst/>
                        <a:latin typeface="+mn-lt"/>
                        <a:ea typeface="+mn-ea"/>
                        <a:cs typeface="+mn-cs"/>
                      </a:endParaRPr>
                    </a:p>
                  </a:txBody>
                  <a:tcPr marL="108000" marR="108000" marT="46800" marB="46800"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l" defTabSz="914400" rtl="0" eaLnBrk="1" fontAlgn="ctr" latinLnBrk="0" hangingPunct="1"/>
                      <a:r>
                        <a:rPr lang="pt-BR" sz="1200" b="0" i="0" u="none" strike="noStrike" kern="1200">
                          <a:solidFill>
                            <a:schemeClr val="tx1"/>
                          </a:solidFill>
                          <a:effectLst/>
                          <a:latin typeface="+mn-lt"/>
                          <a:ea typeface="+mn-ea"/>
                          <a:cs typeface="+mn-cs"/>
                        </a:rPr>
                        <a:t>Ferramentas e tecnologias</a:t>
                      </a:r>
                    </a:p>
                  </a:txBody>
                  <a:tcPr marL="108000" marR="108000" marT="46800" marB="46800"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75000"/>
                        </a:schemeClr>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16894949"/>
                  </a:ext>
                </a:extLst>
              </a:tr>
              <a:tr h="197093">
                <a:tc vMerge="1">
                  <a:txBody>
                    <a:bodyPr/>
                    <a:lstStyle/>
                    <a:p>
                      <a:endParaRPr lang="pt-BR"/>
                    </a:p>
                  </a:txBody>
                  <a:tcPr/>
                </a:tc>
                <a:tc>
                  <a:txBody>
                    <a:bodyPr/>
                    <a:lstStyle/>
                    <a:p>
                      <a:pPr marL="0" algn="l" defTabSz="914400" rtl="0" eaLnBrk="1" fontAlgn="ctr" latinLnBrk="0" hangingPunct="1"/>
                      <a:r>
                        <a:rPr lang="pt-BR" sz="1200" b="0" i="0" u="none" strike="noStrike" kern="1200">
                          <a:solidFill>
                            <a:schemeClr val="tx1"/>
                          </a:solidFill>
                          <a:effectLst/>
                          <a:latin typeface="+mn-lt"/>
                          <a:ea typeface="+mn-ea"/>
                          <a:cs typeface="+mn-cs"/>
                        </a:rPr>
                        <a:t>Funções e responsabilidades</a:t>
                      </a:r>
                    </a:p>
                  </a:txBody>
                  <a:tcPr marL="108000" marR="108000" marT="46800" marB="46800"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75000"/>
                        </a:schemeClr>
                      </a:solidFill>
                      <a:prstDash val="dash"/>
                      <a:round/>
                      <a:headEnd type="none" w="med" len="med"/>
                      <a:tailEnd type="none" w="med" len="med"/>
                    </a:lnT>
                    <a:lnB w="9525" cap="flat" cmpd="sng" algn="ctr">
                      <a:solidFill>
                        <a:schemeClr val="bg1">
                          <a:lumMod val="75000"/>
                        </a:schemeClr>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22204169"/>
                  </a:ext>
                </a:extLst>
              </a:tr>
              <a:tr h="197093">
                <a:tc vMerge="1">
                  <a:txBody>
                    <a:bodyPr/>
                    <a:lstStyle/>
                    <a:p>
                      <a:endParaRPr lang="pt-BR"/>
                    </a:p>
                  </a:txBody>
                  <a:tcPr/>
                </a:tc>
                <a:tc>
                  <a:txBody>
                    <a:bodyPr/>
                    <a:lstStyle/>
                    <a:p>
                      <a:pPr marL="0" algn="l" defTabSz="914400" rtl="0" eaLnBrk="1" fontAlgn="ctr" latinLnBrk="0" hangingPunct="1"/>
                      <a:r>
                        <a:rPr lang="pt-BR" sz="1200" b="0" i="0" u="none" strike="noStrike" kern="1200">
                          <a:solidFill>
                            <a:schemeClr val="tx1"/>
                          </a:solidFill>
                          <a:effectLst/>
                          <a:latin typeface="+mn-lt"/>
                          <a:ea typeface="+mn-ea"/>
                          <a:cs typeface="+mn-cs"/>
                        </a:rPr>
                        <a:t>Liderança</a:t>
                      </a:r>
                    </a:p>
                  </a:txBody>
                  <a:tcPr marL="108000" marR="108000" marT="46800" marB="46800"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75000"/>
                        </a:schemeClr>
                      </a:solidFill>
                      <a:prstDash val="dash"/>
                      <a:round/>
                      <a:headEnd type="none" w="med" len="med"/>
                      <a:tailEnd type="none" w="med" len="med"/>
                    </a:lnT>
                    <a:lnB w="9525" cap="flat" cmpd="sng" algn="ctr">
                      <a:solidFill>
                        <a:schemeClr val="bg1">
                          <a:lumMod val="75000"/>
                        </a:schemeClr>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73722183"/>
                  </a:ext>
                </a:extLst>
              </a:tr>
              <a:tr h="197093">
                <a:tc vMerge="1">
                  <a:txBody>
                    <a:bodyPr/>
                    <a:lstStyle/>
                    <a:p>
                      <a:endParaRPr lang="pt-BR"/>
                    </a:p>
                  </a:txBody>
                  <a:tcPr/>
                </a:tc>
                <a:tc>
                  <a:txBody>
                    <a:bodyPr/>
                    <a:lstStyle/>
                    <a:p>
                      <a:pPr marL="0" algn="l" defTabSz="914400" rtl="0" eaLnBrk="1" fontAlgn="ctr" latinLnBrk="0" hangingPunct="1"/>
                      <a:r>
                        <a:rPr lang="pt-BR" sz="1200" b="0" i="0" u="none" strike="noStrike" kern="1200">
                          <a:solidFill>
                            <a:schemeClr val="tx1"/>
                          </a:solidFill>
                          <a:effectLst/>
                          <a:latin typeface="+mn-lt"/>
                          <a:ea typeface="+mn-ea"/>
                          <a:cs typeface="+mn-cs"/>
                        </a:rPr>
                        <a:t>Investimento em </a:t>
                      </a:r>
                      <a:r>
                        <a:rPr lang="pt-BR" sz="1200" b="0" i="1" u="none" strike="noStrike" kern="1200" err="1">
                          <a:solidFill>
                            <a:schemeClr val="tx1"/>
                          </a:solidFill>
                          <a:effectLst/>
                          <a:latin typeface="+mn-lt"/>
                          <a:ea typeface="+mn-ea"/>
                          <a:cs typeface="+mn-cs"/>
                        </a:rPr>
                        <a:t>pricing</a:t>
                      </a:r>
                      <a:endParaRPr lang="pt-BR" sz="1200" b="0" i="1" u="none" strike="noStrike" kern="1200">
                        <a:solidFill>
                          <a:schemeClr val="tx1"/>
                        </a:solidFill>
                        <a:effectLst/>
                        <a:latin typeface="+mn-lt"/>
                        <a:ea typeface="+mn-ea"/>
                        <a:cs typeface="+mn-cs"/>
                      </a:endParaRPr>
                    </a:p>
                  </a:txBody>
                  <a:tcPr marL="108000" marR="108000" marT="46800" marB="46800"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75000"/>
                        </a:schemeClr>
                      </a:solidFill>
                      <a:prstDash val="dash"/>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33637387"/>
                  </a:ext>
                </a:extLst>
              </a:tr>
            </a:tbl>
          </a:graphicData>
        </a:graphic>
      </p:graphicFrame>
      <p:sp>
        <p:nvSpPr>
          <p:cNvPr id="16" name="Seta: para a Direita 46">
            <a:extLst>
              <a:ext uri="{FF2B5EF4-FFF2-40B4-BE49-F238E27FC236}">
                <a16:creationId xmlns:a16="http://schemas.microsoft.com/office/drawing/2014/main" id="{C33EA911-171B-6EF8-E0DF-FF95791A0270}"/>
              </a:ext>
            </a:extLst>
          </p:cNvPr>
          <p:cNvSpPr/>
          <p:nvPr/>
        </p:nvSpPr>
        <p:spPr>
          <a:xfrm rot="5400000">
            <a:off x="2548310" y="3562245"/>
            <a:ext cx="4218958" cy="508126"/>
          </a:xfrm>
          <a:custGeom>
            <a:avLst/>
            <a:gdLst>
              <a:gd name="connsiteX0" fmla="*/ 0 w 4139174"/>
              <a:gd name="connsiteY0" fmla="*/ 120484 h 481935"/>
              <a:gd name="connsiteX1" fmla="*/ 3898207 w 4139174"/>
              <a:gd name="connsiteY1" fmla="*/ 120484 h 481935"/>
              <a:gd name="connsiteX2" fmla="*/ 3898207 w 4139174"/>
              <a:gd name="connsiteY2" fmla="*/ 0 h 481935"/>
              <a:gd name="connsiteX3" fmla="*/ 4139174 w 4139174"/>
              <a:gd name="connsiteY3" fmla="*/ 240968 h 481935"/>
              <a:gd name="connsiteX4" fmla="*/ 3898207 w 4139174"/>
              <a:gd name="connsiteY4" fmla="*/ 481935 h 481935"/>
              <a:gd name="connsiteX5" fmla="*/ 3898207 w 4139174"/>
              <a:gd name="connsiteY5" fmla="*/ 361451 h 481935"/>
              <a:gd name="connsiteX6" fmla="*/ 0 w 4139174"/>
              <a:gd name="connsiteY6" fmla="*/ 361451 h 481935"/>
              <a:gd name="connsiteX7" fmla="*/ 0 w 4139174"/>
              <a:gd name="connsiteY7" fmla="*/ 120484 h 481935"/>
              <a:gd name="connsiteX0" fmla="*/ 0 w 4139174"/>
              <a:gd name="connsiteY0" fmla="*/ 120484 h 481935"/>
              <a:gd name="connsiteX1" fmla="*/ 3898207 w 4139174"/>
              <a:gd name="connsiteY1" fmla="*/ 120484 h 481935"/>
              <a:gd name="connsiteX2" fmla="*/ 3898207 w 4139174"/>
              <a:gd name="connsiteY2" fmla="*/ 0 h 481935"/>
              <a:gd name="connsiteX3" fmla="*/ 4139174 w 4139174"/>
              <a:gd name="connsiteY3" fmla="*/ 240968 h 481935"/>
              <a:gd name="connsiteX4" fmla="*/ 3898207 w 4139174"/>
              <a:gd name="connsiteY4" fmla="*/ 481935 h 481935"/>
              <a:gd name="connsiteX5" fmla="*/ 3898207 w 4139174"/>
              <a:gd name="connsiteY5" fmla="*/ 361451 h 481935"/>
              <a:gd name="connsiteX6" fmla="*/ 0 w 4139174"/>
              <a:gd name="connsiteY6" fmla="*/ 361451 h 481935"/>
              <a:gd name="connsiteX7" fmla="*/ 1020 w 4139174"/>
              <a:gd name="connsiteY7" fmla="*/ 241699 h 481935"/>
              <a:gd name="connsiteX8" fmla="*/ 0 w 4139174"/>
              <a:gd name="connsiteY8" fmla="*/ 120484 h 481935"/>
              <a:gd name="connsiteX0" fmla="*/ 0 w 4139174"/>
              <a:gd name="connsiteY0" fmla="*/ 120484 h 481935"/>
              <a:gd name="connsiteX1" fmla="*/ 3898207 w 4139174"/>
              <a:gd name="connsiteY1" fmla="*/ 120484 h 481935"/>
              <a:gd name="connsiteX2" fmla="*/ 3898207 w 4139174"/>
              <a:gd name="connsiteY2" fmla="*/ 0 h 481935"/>
              <a:gd name="connsiteX3" fmla="*/ 4139174 w 4139174"/>
              <a:gd name="connsiteY3" fmla="*/ 240968 h 481935"/>
              <a:gd name="connsiteX4" fmla="*/ 3898207 w 4139174"/>
              <a:gd name="connsiteY4" fmla="*/ 481935 h 481935"/>
              <a:gd name="connsiteX5" fmla="*/ 3898207 w 4139174"/>
              <a:gd name="connsiteY5" fmla="*/ 361451 h 481935"/>
              <a:gd name="connsiteX6" fmla="*/ 1020 w 4139174"/>
              <a:gd name="connsiteY6" fmla="*/ 241699 h 481935"/>
              <a:gd name="connsiteX7" fmla="*/ 0 w 4139174"/>
              <a:gd name="connsiteY7" fmla="*/ 120484 h 481935"/>
              <a:gd name="connsiteX0" fmla="*/ 0 w 4138154"/>
              <a:gd name="connsiteY0" fmla="*/ 241699 h 481935"/>
              <a:gd name="connsiteX1" fmla="*/ 3897187 w 4138154"/>
              <a:gd name="connsiteY1" fmla="*/ 120484 h 481935"/>
              <a:gd name="connsiteX2" fmla="*/ 3897187 w 4138154"/>
              <a:gd name="connsiteY2" fmla="*/ 0 h 481935"/>
              <a:gd name="connsiteX3" fmla="*/ 4138154 w 4138154"/>
              <a:gd name="connsiteY3" fmla="*/ 240968 h 481935"/>
              <a:gd name="connsiteX4" fmla="*/ 3897187 w 4138154"/>
              <a:gd name="connsiteY4" fmla="*/ 481935 h 481935"/>
              <a:gd name="connsiteX5" fmla="*/ 3897187 w 4138154"/>
              <a:gd name="connsiteY5" fmla="*/ 361451 h 481935"/>
              <a:gd name="connsiteX6" fmla="*/ 0 w 4138154"/>
              <a:gd name="connsiteY6" fmla="*/ 241699 h 481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38154" h="481935">
                <a:moveTo>
                  <a:pt x="0" y="241699"/>
                </a:moveTo>
                <a:lnTo>
                  <a:pt x="3897187" y="120484"/>
                </a:lnTo>
                <a:lnTo>
                  <a:pt x="3897187" y="0"/>
                </a:lnTo>
                <a:lnTo>
                  <a:pt x="4138154" y="240968"/>
                </a:lnTo>
                <a:lnTo>
                  <a:pt x="3897187" y="481935"/>
                </a:lnTo>
                <a:lnTo>
                  <a:pt x="3897187" y="361451"/>
                </a:lnTo>
                <a:lnTo>
                  <a:pt x="0" y="241699"/>
                </a:lnTo>
                <a:close/>
              </a:path>
            </a:pathLst>
          </a:custGeom>
          <a:solidFill>
            <a:schemeClr val="accent4"/>
          </a:solidFill>
          <a:ln w="12700">
            <a:noFill/>
            <a:miter lim="400000"/>
          </a:ln>
          <a:effectLst/>
        </p:spPr>
        <p:txBody>
          <a:bodyPr lIns="108276" tIns="72184" rIns="108276" bIns="72184"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404" b="1" i="0" u="none" strike="noStrike" kern="1200" cap="none" spc="0" normalizeH="0" baseline="0" noProof="0">
              <a:ln>
                <a:noFill/>
              </a:ln>
              <a:solidFill>
                <a:srgbClr val="020E66"/>
              </a:solidFill>
              <a:effectLst/>
              <a:uLnTx/>
              <a:uFillTx/>
              <a:latin typeface="Arial"/>
              <a:ea typeface="+mn-ea"/>
              <a:cs typeface="+mn-cs"/>
            </a:endParaRPr>
          </a:p>
        </p:txBody>
      </p:sp>
      <p:grpSp>
        <p:nvGrpSpPr>
          <p:cNvPr id="17" name="Gruppieren 132">
            <a:extLst>
              <a:ext uri="{FF2B5EF4-FFF2-40B4-BE49-F238E27FC236}">
                <a16:creationId xmlns:a16="http://schemas.microsoft.com/office/drawing/2014/main" id="{8813571B-8005-EE73-744C-0EEF5A37AACD}"/>
              </a:ext>
            </a:extLst>
          </p:cNvPr>
          <p:cNvGrpSpPr/>
          <p:nvPr/>
        </p:nvGrpSpPr>
        <p:grpSpPr>
          <a:xfrm>
            <a:off x="4470405" y="5984198"/>
            <a:ext cx="374768" cy="374766"/>
            <a:chOff x="274230" y="3719215"/>
            <a:chExt cx="720000" cy="720000"/>
          </a:xfrm>
        </p:grpSpPr>
        <p:sp>
          <p:nvSpPr>
            <p:cNvPr id="18" name="Ellipse 133">
              <a:extLst>
                <a:ext uri="{FF2B5EF4-FFF2-40B4-BE49-F238E27FC236}">
                  <a16:creationId xmlns:a16="http://schemas.microsoft.com/office/drawing/2014/main" id="{0328C726-EC72-4A24-B072-CE767A1DD538}"/>
                </a:ext>
              </a:extLst>
            </p:cNvPr>
            <p:cNvSpPr/>
            <p:nvPr/>
          </p:nvSpPr>
          <p:spPr>
            <a:xfrm>
              <a:off x="274230" y="3719215"/>
              <a:ext cx="720000" cy="720000"/>
            </a:xfrm>
            <a:prstGeom prst="ellipse">
              <a:avLst/>
            </a:prstGeom>
            <a:solidFill>
              <a:schemeClr val="tx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36000" rIns="9144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71C25"/>
                </a:solidFill>
                <a:effectLst/>
                <a:uLnTx/>
                <a:uFillTx/>
                <a:latin typeface="Arial"/>
                <a:ea typeface="+mn-ea"/>
                <a:cs typeface="+mn-cs"/>
              </a:endParaRPr>
            </a:p>
          </p:txBody>
        </p:sp>
        <p:grpSp>
          <p:nvGrpSpPr>
            <p:cNvPr id="19" name="Gruppieren 134">
              <a:extLst>
                <a:ext uri="{FF2B5EF4-FFF2-40B4-BE49-F238E27FC236}">
                  <a16:creationId xmlns:a16="http://schemas.microsoft.com/office/drawing/2014/main" id="{CA43FB91-89A4-4449-5421-F12E4BD73628}"/>
                </a:ext>
              </a:extLst>
            </p:cNvPr>
            <p:cNvGrpSpPr/>
            <p:nvPr/>
          </p:nvGrpSpPr>
          <p:grpSpPr>
            <a:xfrm>
              <a:off x="411377" y="3856362"/>
              <a:ext cx="445706" cy="445706"/>
              <a:chOff x="1268013" y="5868286"/>
              <a:chExt cx="261411" cy="261411"/>
            </a:xfrm>
            <a:solidFill>
              <a:schemeClr val="bg1"/>
            </a:solidFill>
          </p:grpSpPr>
          <p:sp>
            <p:nvSpPr>
              <p:cNvPr id="20" name="AutoShape 34">
                <a:extLst>
                  <a:ext uri="{FF2B5EF4-FFF2-40B4-BE49-F238E27FC236}">
                    <a16:creationId xmlns:a16="http://schemas.microsoft.com/office/drawing/2014/main" id="{9CF19EB6-2420-3456-E507-0446AAF8AD5B}"/>
                  </a:ext>
                </a:extLst>
              </p:cNvPr>
              <p:cNvSpPr>
                <a:spLocks noChangeAspect="1" noChangeArrowheads="1"/>
              </p:cNvSpPr>
              <p:nvPr/>
            </p:nvSpPr>
            <p:spPr bwMode="gray">
              <a:xfrm>
                <a:off x="1268013" y="5968553"/>
                <a:ext cx="261411" cy="60877"/>
              </a:xfrm>
              <a:prstGeom prst="roundRect">
                <a:avLst>
                  <a:gd name="adj" fmla="val 50000"/>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srgbClr val="071C25"/>
                  </a:solidFill>
                  <a:effectLst/>
                  <a:uLnTx/>
                  <a:uFillTx/>
                  <a:latin typeface="Arial"/>
                  <a:ea typeface="+mn-ea"/>
                  <a:cs typeface="Arial" charset="0"/>
                </a:endParaRPr>
              </a:p>
            </p:txBody>
          </p:sp>
          <p:sp>
            <p:nvSpPr>
              <p:cNvPr id="21" name="AutoShape 35">
                <a:extLst>
                  <a:ext uri="{FF2B5EF4-FFF2-40B4-BE49-F238E27FC236}">
                    <a16:creationId xmlns:a16="http://schemas.microsoft.com/office/drawing/2014/main" id="{810DA1E6-A682-54F4-CD6B-1A6460192D86}"/>
                  </a:ext>
                </a:extLst>
              </p:cNvPr>
              <p:cNvSpPr>
                <a:spLocks noChangeAspect="1" noChangeArrowheads="1"/>
              </p:cNvSpPr>
              <p:nvPr/>
            </p:nvSpPr>
            <p:spPr bwMode="gray">
              <a:xfrm rot="5400000">
                <a:off x="1268013" y="5968553"/>
                <a:ext cx="261411" cy="60877"/>
              </a:xfrm>
              <a:prstGeom prst="roundRect">
                <a:avLst>
                  <a:gd name="adj" fmla="val 50000"/>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vert="eaVert"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srgbClr val="071C25"/>
                  </a:solidFill>
                  <a:effectLst/>
                  <a:uLnTx/>
                  <a:uFillTx/>
                  <a:latin typeface="Arial"/>
                  <a:ea typeface="+mn-ea"/>
                  <a:cs typeface="Arial" charset="0"/>
                </a:endParaRPr>
              </a:p>
            </p:txBody>
          </p:sp>
        </p:grpSp>
      </p:grpSp>
      <p:sp>
        <p:nvSpPr>
          <p:cNvPr id="28" name="Elipse 62">
            <a:extLst>
              <a:ext uri="{FF2B5EF4-FFF2-40B4-BE49-F238E27FC236}">
                <a16:creationId xmlns:a16="http://schemas.microsoft.com/office/drawing/2014/main" id="{54F24883-16CB-539E-BA68-066FAB0A5029}"/>
              </a:ext>
            </a:extLst>
          </p:cNvPr>
          <p:cNvSpPr/>
          <p:nvPr/>
        </p:nvSpPr>
        <p:spPr>
          <a:xfrm>
            <a:off x="4485460" y="2051378"/>
            <a:ext cx="344658" cy="344658"/>
          </a:xfrm>
          <a:prstGeom prst="ellipse">
            <a:avLst/>
          </a:prstGeom>
          <a:solidFill>
            <a:schemeClr val="accent2"/>
          </a:solidFill>
          <a:ln w="12700">
            <a:noFill/>
            <a:miter lim="400000"/>
          </a:ln>
          <a:effectLst/>
        </p:spPr>
        <p:txBody>
          <a:bodyPr lIns="108276" tIns="72184" rIns="108276" bIns="72184"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203" b="1" i="0" u="none" strike="noStrike" kern="1200" cap="none" spc="0" normalizeH="0" baseline="0" noProof="0">
                <a:ln>
                  <a:noFill/>
                </a:ln>
                <a:solidFill>
                  <a:prstClr val="white"/>
                </a:solidFill>
                <a:effectLst/>
                <a:uLnTx/>
                <a:uFillTx/>
                <a:latin typeface="Arial"/>
                <a:ea typeface="+mn-ea"/>
                <a:cs typeface="+mn-cs"/>
              </a:rPr>
              <a:t>1</a:t>
            </a:r>
          </a:p>
        </p:txBody>
      </p:sp>
      <p:sp>
        <p:nvSpPr>
          <p:cNvPr id="29" name="Elipse 64">
            <a:extLst>
              <a:ext uri="{FF2B5EF4-FFF2-40B4-BE49-F238E27FC236}">
                <a16:creationId xmlns:a16="http://schemas.microsoft.com/office/drawing/2014/main" id="{A848775B-812D-6C95-D12A-6F9C037E8659}"/>
              </a:ext>
            </a:extLst>
          </p:cNvPr>
          <p:cNvSpPr/>
          <p:nvPr/>
        </p:nvSpPr>
        <p:spPr>
          <a:xfrm>
            <a:off x="4485460" y="2810449"/>
            <a:ext cx="344658" cy="344658"/>
          </a:xfrm>
          <a:prstGeom prst="ellipse">
            <a:avLst/>
          </a:prstGeom>
          <a:solidFill>
            <a:schemeClr val="accent2"/>
          </a:solidFill>
          <a:ln w="12700">
            <a:noFill/>
            <a:miter lim="400000"/>
          </a:ln>
          <a:effectLst/>
        </p:spPr>
        <p:txBody>
          <a:bodyPr lIns="108276" tIns="72184" rIns="108276" bIns="72184"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203" b="1" i="0" u="none" strike="noStrike" kern="1200" cap="none" spc="0" normalizeH="0" baseline="0" noProof="0">
                <a:ln>
                  <a:noFill/>
                </a:ln>
                <a:solidFill>
                  <a:prstClr val="white"/>
                </a:solidFill>
                <a:effectLst/>
                <a:uLnTx/>
                <a:uFillTx/>
                <a:latin typeface="Arial"/>
                <a:ea typeface="+mn-ea"/>
                <a:cs typeface="+mn-cs"/>
              </a:rPr>
              <a:t>2</a:t>
            </a:r>
          </a:p>
        </p:txBody>
      </p:sp>
      <p:sp>
        <p:nvSpPr>
          <p:cNvPr id="30" name="Elipse 65">
            <a:extLst>
              <a:ext uri="{FF2B5EF4-FFF2-40B4-BE49-F238E27FC236}">
                <a16:creationId xmlns:a16="http://schemas.microsoft.com/office/drawing/2014/main" id="{D0FC83F3-86E8-BC23-F44C-94572CC77DF9}"/>
              </a:ext>
            </a:extLst>
          </p:cNvPr>
          <p:cNvSpPr/>
          <p:nvPr/>
        </p:nvSpPr>
        <p:spPr>
          <a:xfrm>
            <a:off x="4485460" y="3569520"/>
            <a:ext cx="344658" cy="344658"/>
          </a:xfrm>
          <a:prstGeom prst="ellipse">
            <a:avLst/>
          </a:prstGeom>
          <a:solidFill>
            <a:schemeClr val="accent2"/>
          </a:solidFill>
          <a:ln w="12700">
            <a:noFill/>
            <a:miter lim="400000"/>
          </a:ln>
          <a:effectLst/>
        </p:spPr>
        <p:txBody>
          <a:bodyPr lIns="108276" tIns="72184" rIns="108276" bIns="72184"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203" b="1" i="0" u="none" strike="noStrike" kern="1200" cap="none" spc="0" normalizeH="0" baseline="0" noProof="0">
                <a:ln>
                  <a:noFill/>
                </a:ln>
                <a:solidFill>
                  <a:prstClr val="white"/>
                </a:solidFill>
                <a:effectLst/>
                <a:uLnTx/>
                <a:uFillTx/>
                <a:latin typeface="Arial"/>
                <a:ea typeface="+mn-ea"/>
                <a:cs typeface="+mn-cs"/>
              </a:rPr>
              <a:t>3</a:t>
            </a:r>
          </a:p>
        </p:txBody>
      </p:sp>
      <p:sp>
        <p:nvSpPr>
          <p:cNvPr id="31" name="Elipse 66">
            <a:extLst>
              <a:ext uri="{FF2B5EF4-FFF2-40B4-BE49-F238E27FC236}">
                <a16:creationId xmlns:a16="http://schemas.microsoft.com/office/drawing/2014/main" id="{024E286B-5794-8E3D-B589-3A2797137B31}"/>
              </a:ext>
            </a:extLst>
          </p:cNvPr>
          <p:cNvSpPr/>
          <p:nvPr/>
        </p:nvSpPr>
        <p:spPr>
          <a:xfrm>
            <a:off x="4485460" y="5087662"/>
            <a:ext cx="344658" cy="344658"/>
          </a:xfrm>
          <a:prstGeom prst="ellipse">
            <a:avLst/>
          </a:prstGeom>
          <a:solidFill>
            <a:schemeClr val="accent2"/>
          </a:solidFill>
          <a:ln w="12700">
            <a:noFill/>
            <a:miter lim="400000"/>
          </a:ln>
          <a:effectLst/>
        </p:spPr>
        <p:txBody>
          <a:bodyPr lIns="108276" tIns="72184" rIns="108276" bIns="72184"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203" b="1" i="0" u="none" strike="noStrike" kern="1200" cap="none" spc="0" normalizeH="0" baseline="0" noProof="0">
                <a:ln>
                  <a:noFill/>
                </a:ln>
                <a:solidFill>
                  <a:prstClr val="white"/>
                </a:solidFill>
                <a:effectLst/>
                <a:uLnTx/>
                <a:uFillTx/>
                <a:latin typeface="Arial"/>
                <a:ea typeface="+mn-ea"/>
                <a:cs typeface="+mn-cs"/>
              </a:rPr>
              <a:t>5</a:t>
            </a:r>
          </a:p>
        </p:txBody>
      </p:sp>
      <p:sp>
        <p:nvSpPr>
          <p:cNvPr id="32" name="Elipse 67">
            <a:extLst>
              <a:ext uri="{FF2B5EF4-FFF2-40B4-BE49-F238E27FC236}">
                <a16:creationId xmlns:a16="http://schemas.microsoft.com/office/drawing/2014/main" id="{B3BEE264-8143-653C-2E40-877BADA12B85}"/>
              </a:ext>
            </a:extLst>
          </p:cNvPr>
          <p:cNvSpPr/>
          <p:nvPr/>
        </p:nvSpPr>
        <p:spPr>
          <a:xfrm>
            <a:off x="4485460" y="4328591"/>
            <a:ext cx="344658" cy="344658"/>
          </a:xfrm>
          <a:prstGeom prst="ellipse">
            <a:avLst/>
          </a:prstGeom>
          <a:solidFill>
            <a:schemeClr val="accent2"/>
          </a:solidFill>
          <a:ln w="12700">
            <a:noFill/>
            <a:miter lim="400000"/>
          </a:ln>
          <a:effectLst/>
        </p:spPr>
        <p:txBody>
          <a:bodyPr lIns="108276" tIns="72184" rIns="108276" bIns="72184"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203" b="1" i="0" u="none" strike="noStrike" kern="1200" cap="none" spc="0" normalizeH="0" baseline="0" noProof="0">
                <a:ln>
                  <a:noFill/>
                </a:ln>
                <a:solidFill>
                  <a:prstClr val="white"/>
                </a:solidFill>
                <a:effectLst/>
                <a:uLnTx/>
                <a:uFillTx/>
                <a:latin typeface="Arial"/>
                <a:ea typeface="+mn-ea"/>
                <a:cs typeface="+mn-cs"/>
              </a:rPr>
              <a:t>4</a:t>
            </a:r>
          </a:p>
        </p:txBody>
      </p:sp>
      <p:cxnSp>
        <p:nvCxnSpPr>
          <p:cNvPr id="41" name="Straight Connector 40">
            <a:extLst>
              <a:ext uri="{FF2B5EF4-FFF2-40B4-BE49-F238E27FC236}">
                <a16:creationId xmlns:a16="http://schemas.microsoft.com/office/drawing/2014/main" id="{67A6D048-5011-4AC3-9CA0-555EFCD018B5}"/>
              </a:ext>
            </a:extLst>
          </p:cNvPr>
          <p:cNvCxnSpPr>
            <a:cxnSpLocks/>
          </p:cNvCxnSpPr>
          <p:nvPr/>
        </p:nvCxnSpPr>
        <p:spPr>
          <a:xfrm>
            <a:off x="6866715" y="2603243"/>
            <a:ext cx="5097744" cy="0"/>
          </a:xfrm>
          <a:prstGeom prst="line">
            <a:avLst/>
          </a:prstGeom>
          <a:ln w="9525">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3E2DBC6C-5FF1-B565-4049-5B6F2B462F71}"/>
              </a:ext>
            </a:extLst>
          </p:cNvPr>
          <p:cNvCxnSpPr>
            <a:cxnSpLocks/>
          </p:cNvCxnSpPr>
          <p:nvPr/>
        </p:nvCxnSpPr>
        <p:spPr>
          <a:xfrm>
            <a:off x="6866715" y="3362315"/>
            <a:ext cx="5097744" cy="0"/>
          </a:xfrm>
          <a:prstGeom prst="line">
            <a:avLst/>
          </a:prstGeom>
          <a:ln w="9525">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49CF3230-325B-9237-022D-102282228995}"/>
              </a:ext>
            </a:extLst>
          </p:cNvPr>
          <p:cNvCxnSpPr>
            <a:cxnSpLocks/>
          </p:cNvCxnSpPr>
          <p:nvPr/>
        </p:nvCxnSpPr>
        <p:spPr>
          <a:xfrm>
            <a:off x="6866715" y="4121387"/>
            <a:ext cx="5097744" cy="0"/>
          </a:xfrm>
          <a:prstGeom prst="line">
            <a:avLst/>
          </a:prstGeom>
          <a:ln w="9525">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FAF00722-B967-0A2B-D1FA-6909DD57FA20}"/>
              </a:ext>
            </a:extLst>
          </p:cNvPr>
          <p:cNvCxnSpPr>
            <a:cxnSpLocks/>
          </p:cNvCxnSpPr>
          <p:nvPr/>
        </p:nvCxnSpPr>
        <p:spPr>
          <a:xfrm>
            <a:off x="6866715" y="4880459"/>
            <a:ext cx="5097744" cy="0"/>
          </a:xfrm>
          <a:prstGeom prst="line">
            <a:avLst/>
          </a:prstGeom>
          <a:ln w="9525">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59820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C6833A67-0F9A-1374-D102-81433DB8BAE2}"/>
              </a:ext>
            </a:extLst>
          </p:cNvPr>
          <p:cNvGraphicFramePr>
            <a:graphicFrameLocks noChangeAspect="1"/>
          </p:cNvGraphicFramePr>
          <p:nvPr>
            <p:custDataLst>
              <p:tags r:id="rId1"/>
            </p:custDataLst>
            <p:extLst>
              <p:ext uri="{D42A27DB-BD31-4B8C-83A1-F6EECF244321}">
                <p14:modId xmlns:p14="http://schemas.microsoft.com/office/powerpoint/2010/main" val="42953497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Slide do think-cell" r:id="rId3" imgW="425" imgH="424" progId="TCLayout.ActiveDocument.1">
                  <p:embed/>
                </p:oleObj>
              </mc:Choice>
              <mc:Fallback>
                <p:oleObj name="Slide do think-cell" r:id="rId3" imgW="425" imgH="424" progId="TCLayout.ActiveDocument.1">
                  <p:embed/>
                  <p:pic>
                    <p:nvPicPr>
                      <p:cNvPr id="5" name="think-cell data - do not delete" hidden="1">
                        <a:extLst>
                          <a:ext uri="{FF2B5EF4-FFF2-40B4-BE49-F238E27FC236}">
                            <a16:creationId xmlns:a16="http://schemas.microsoft.com/office/drawing/2014/main" id="{C6833A67-0F9A-1374-D102-81433DB8BAE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ext Placeholder 1">
            <a:extLst>
              <a:ext uri="{FF2B5EF4-FFF2-40B4-BE49-F238E27FC236}">
                <a16:creationId xmlns:a16="http://schemas.microsoft.com/office/drawing/2014/main" id="{8CDAB3E7-B503-ACA3-AB56-6ABA6D9B64C8}"/>
              </a:ext>
            </a:extLst>
          </p:cNvPr>
          <p:cNvSpPr>
            <a:spLocks noGrp="1"/>
          </p:cNvSpPr>
          <p:nvPr>
            <p:ph type="body" sz="quarter" idx="14"/>
          </p:nvPr>
        </p:nvSpPr>
        <p:spPr>
          <a:xfrm>
            <a:off x="233257" y="6554340"/>
            <a:ext cx="9696000" cy="138499"/>
          </a:xfrm>
        </p:spPr>
        <p:txBody>
          <a:bodyPr/>
          <a:lstStyle/>
          <a:p>
            <a:r>
              <a:rPr lang="pt-BR"/>
              <a:t>Fonte: Mirow &amp; Co.</a:t>
            </a:r>
          </a:p>
        </p:txBody>
      </p:sp>
      <p:sp>
        <p:nvSpPr>
          <p:cNvPr id="3" name="Title 2">
            <a:extLst>
              <a:ext uri="{FF2B5EF4-FFF2-40B4-BE49-F238E27FC236}">
                <a16:creationId xmlns:a16="http://schemas.microsoft.com/office/drawing/2014/main" id="{F7A99673-B853-AB34-F0E2-CD271FD4CB60}"/>
              </a:ext>
            </a:extLst>
          </p:cNvPr>
          <p:cNvSpPr>
            <a:spLocks noGrp="1"/>
          </p:cNvSpPr>
          <p:nvPr>
            <p:ph type="title"/>
          </p:nvPr>
        </p:nvSpPr>
        <p:spPr>
          <a:xfrm>
            <a:off x="478971" y="225177"/>
            <a:ext cx="11485488" cy="615553"/>
          </a:xfrm>
        </p:spPr>
        <p:txBody>
          <a:bodyPr vert="horz"/>
          <a:lstStyle/>
          <a:p>
            <a:r>
              <a:rPr lang="pt-BR"/>
              <a:t>Desenvolveremos análises quantitativas a partir das bases de dados atuais (mapeamento de margens, dispersões de preço, análise de </a:t>
            </a:r>
            <a:r>
              <a:rPr lang="pt-BR" err="1"/>
              <a:t>SKUs</a:t>
            </a:r>
            <a:r>
              <a:rPr lang="pt-BR"/>
              <a:t>, etc.)</a:t>
            </a:r>
          </a:p>
        </p:txBody>
      </p:sp>
      <p:pic>
        <p:nvPicPr>
          <p:cNvPr id="536" name="Picture 535">
            <a:extLst>
              <a:ext uri="{FF2B5EF4-FFF2-40B4-BE49-F238E27FC236}">
                <a16:creationId xmlns:a16="http://schemas.microsoft.com/office/drawing/2014/main" id="{C2C2CCB9-03E5-16F0-89F7-353C1F5F11C0}"/>
              </a:ext>
            </a:extLst>
          </p:cNvPr>
          <p:cNvPicPr>
            <a:picLocks/>
          </p:cNvPicPr>
          <p:nvPr/>
        </p:nvPicPr>
        <p:blipFill rotWithShape="1">
          <a:blip r:embed="rId5" cstate="email">
            <a:extLst>
              <a:ext uri="{28A0092B-C50C-407E-A947-70E740481C1C}">
                <a14:useLocalDpi xmlns:a14="http://schemas.microsoft.com/office/drawing/2010/main"/>
              </a:ext>
            </a:extLst>
          </a:blip>
          <a:srcRect/>
          <a:stretch/>
        </p:blipFill>
        <p:spPr>
          <a:xfrm>
            <a:off x="6321780" y="1397406"/>
            <a:ext cx="4660920" cy="243936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7" name="Picture 16">
            <a:extLst>
              <a:ext uri="{FF2B5EF4-FFF2-40B4-BE49-F238E27FC236}">
                <a16:creationId xmlns:a16="http://schemas.microsoft.com/office/drawing/2014/main" id="{5892FE27-FCA0-FA6C-A5FA-EE6ECB42D9FB}"/>
              </a:ext>
            </a:extLst>
          </p:cNvPr>
          <p:cNvPicPr>
            <a:picLocks/>
          </p:cNvPicPr>
          <p:nvPr/>
        </p:nvPicPr>
        <p:blipFill rotWithShape="1">
          <a:blip r:embed="rId6" cstate="email">
            <a:extLst>
              <a:ext uri="{28A0092B-C50C-407E-A947-70E740481C1C}">
                <a14:useLocalDpi xmlns:a14="http://schemas.microsoft.com/office/drawing/2010/main"/>
              </a:ext>
            </a:extLst>
          </a:blip>
          <a:srcRect/>
          <a:stretch/>
        </p:blipFill>
        <p:spPr>
          <a:xfrm>
            <a:off x="7132944" y="3368042"/>
            <a:ext cx="4660920" cy="243936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6" name="Picture 15">
            <a:extLst>
              <a:ext uri="{FF2B5EF4-FFF2-40B4-BE49-F238E27FC236}">
                <a16:creationId xmlns:a16="http://schemas.microsoft.com/office/drawing/2014/main" id="{5E5C82AF-513D-E65D-D251-6FED34B96A00}"/>
              </a:ext>
            </a:extLst>
          </p:cNvPr>
          <p:cNvPicPr>
            <a:picLocks/>
          </p:cNvPicPr>
          <p:nvPr/>
        </p:nvPicPr>
        <p:blipFill rotWithShape="1">
          <a:blip r:embed="rId7" cstate="email">
            <a:extLst>
              <a:ext uri="{28A0092B-C50C-407E-A947-70E740481C1C}">
                <a14:useLocalDpi xmlns:a14="http://schemas.microsoft.com/office/drawing/2010/main"/>
              </a:ext>
            </a:extLst>
          </a:blip>
          <a:srcRect/>
          <a:stretch/>
        </p:blipFill>
        <p:spPr>
          <a:xfrm>
            <a:off x="658731" y="1397406"/>
            <a:ext cx="4660920" cy="243936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8" name="Picture 17">
            <a:extLst>
              <a:ext uri="{FF2B5EF4-FFF2-40B4-BE49-F238E27FC236}">
                <a16:creationId xmlns:a16="http://schemas.microsoft.com/office/drawing/2014/main" id="{0EFC9050-CFD1-CDC0-90FC-A7718059AFB6}"/>
              </a:ext>
            </a:extLst>
          </p:cNvPr>
          <p:cNvPicPr>
            <a:picLocks/>
          </p:cNvPicPr>
          <p:nvPr/>
        </p:nvPicPr>
        <p:blipFill rotWithShape="1">
          <a:blip r:embed="rId8" cstate="email">
            <a:extLst>
              <a:ext uri="{28A0092B-C50C-407E-A947-70E740481C1C}">
                <a14:useLocalDpi xmlns:a14="http://schemas.microsoft.com/office/drawing/2010/main"/>
              </a:ext>
            </a:extLst>
          </a:blip>
          <a:srcRect/>
          <a:stretch/>
        </p:blipFill>
        <p:spPr>
          <a:xfrm>
            <a:off x="1469895" y="3368042"/>
            <a:ext cx="4660920" cy="243936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 name="Retângulo 3">
            <a:extLst>
              <a:ext uri="{FF2B5EF4-FFF2-40B4-BE49-F238E27FC236}">
                <a16:creationId xmlns:a16="http://schemas.microsoft.com/office/drawing/2014/main" id="{41551AB0-95BD-E425-973A-225F6F156ACC}"/>
              </a:ext>
            </a:extLst>
          </p:cNvPr>
          <p:cNvSpPr/>
          <p:nvPr/>
        </p:nvSpPr>
        <p:spPr>
          <a:xfrm>
            <a:off x="0" y="6013278"/>
            <a:ext cx="12192000" cy="396361"/>
          </a:xfrm>
          <a:prstGeom prst="rect">
            <a:avLst/>
          </a:prstGeom>
          <a:solidFill>
            <a:schemeClr val="accent2"/>
          </a:solidFill>
          <a:ln w="12700">
            <a:solidFill>
              <a:schemeClr val="accent2"/>
            </a:solidFill>
            <a:miter lim="400000"/>
          </a:ln>
          <a:effectLst/>
        </p:spPr>
        <p:txBody>
          <a:bodyPr lIns="720000" tIns="108000" rIns="720000" bIns="108000" rtlCol="0"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400" b="1" i="0" u="none" strike="noStrike" kern="1200" cap="none" spc="0" normalizeH="0" baseline="0" noProof="0">
                <a:ln>
                  <a:noFill/>
                </a:ln>
                <a:solidFill>
                  <a:prstClr val="white"/>
                </a:solidFill>
                <a:effectLst/>
                <a:uLnTx/>
                <a:uFillTx/>
                <a:latin typeface="Arial"/>
                <a:ea typeface="+mn-ea"/>
                <a:cs typeface="+mn-cs"/>
              </a:rPr>
              <a:t>Dependendo da qualidade dos dados, análises poderão ser simplificadas e agregadas no nível segmento/cultura</a:t>
            </a:r>
          </a:p>
        </p:txBody>
      </p:sp>
      <p:sp>
        <p:nvSpPr>
          <p:cNvPr id="8" name="Rectángulo 4">
            <a:extLst>
              <a:ext uri="{FF2B5EF4-FFF2-40B4-BE49-F238E27FC236}">
                <a16:creationId xmlns:a16="http://schemas.microsoft.com/office/drawing/2014/main" id="{270333CE-5907-75CB-C703-DFAB43E37117}"/>
              </a:ext>
            </a:extLst>
          </p:cNvPr>
          <p:cNvSpPr/>
          <p:nvPr/>
        </p:nvSpPr>
        <p:spPr>
          <a:xfrm>
            <a:off x="478970" y="1256368"/>
            <a:ext cx="11485485" cy="4692073"/>
          </a:xfrm>
          <a:prstGeom prst="rect">
            <a:avLst/>
          </a:prstGeom>
          <a:noFill/>
          <a:ln w="12700">
            <a:solidFill>
              <a:schemeClr val="accent4"/>
            </a:solidFill>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300" b="0" i="0" u="none" strike="noStrike" kern="1200" cap="none" spc="0" normalizeH="0" baseline="0" noProof="0" err="1">
              <a:ln>
                <a:noFill/>
              </a:ln>
              <a:solidFill>
                <a:prstClr val="white"/>
              </a:solidFill>
              <a:effectLst/>
              <a:uLnTx/>
              <a:uFillTx/>
              <a:latin typeface="Arial"/>
              <a:ea typeface="+mn-ea"/>
              <a:cs typeface="+mn-cs"/>
            </a:endParaRPr>
          </a:p>
        </p:txBody>
      </p:sp>
      <p:grpSp>
        <p:nvGrpSpPr>
          <p:cNvPr id="14" name="Group 145">
            <a:extLst>
              <a:ext uri="{FF2B5EF4-FFF2-40B4-BE49-F238E27FC236}">
                <a16:creationId xmlns:a16="http://schemas.microsoft.com/office/drawing/2014/main" id="{870F97DE-EE66-A66B-C6E2-CAF3433880A6}"/>
              </a:ext>
            </a:extLst>
          </p:cNvPr>
          <p:cNvGrpSpPr/>
          <p:nvPr/>
        </p:nvGrpSpPr>
        <p:grpSpPr>
          <a:xfrm>
            <a:off x="9276302" y="628364"/>
            <a:ext cx="2688686" cy="212366"/>
            <a:chOff x="6265982" y="859795"/>
            <a:chExt cx="2688686" cy="212366"/>
          </a:xfrm>
        </p:grpSpPr>
        <p:sp>
          <p:nvSpPr>
            <p:cNvPr id="15" name="StickerRectangle">
              <a:extLst>
                <a:ext uri="{FF2B5EF4-FFF2-40B4-BE49-F238E27FC236}">
                  <a16:creationId xmlns:a16="http://schemas.microsoft.com/office/drawing/2014/main" id="{433B606A-1012-6529-26AF-09166895C409}"/>
                </a:ext>
              </a:extLst>
            </p:cNvPr>
            <p:cNvSpPr>
              <a:spLocks noChangeArrowheads="1"/>
            </p:cNvSpPr>
            <p:nvPr/>
          </p:nvSpPr>
          <p:spPr bwMode="auto">
            <a:xfrm>
              <a:off x="6265982" y="859795"/>
              <a:ext cx="2688686" cy="212366"/>
            </a:xfrm>
            <a:prstGeom prst="leftRightArrow">
              <a:avLst>
                <a:gd name="adj1" fmla="val 100000"/>
                <a:gd name="adj2" fmla="val 0"/>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27432" tIns="0" rIns="0" bIns="27432">
              <a:spAutoFit/>
            </a:bodyPr>
            <a:lstStyle/>
            <a:p>
              <a:pPr marL="0" marR="0" lvl="0" indent="0" algn="r" defTabSz="895350" rtl="0" eaLnBrk="1" fontAlgn="auto" latinLnBrk="0" hangingPunct="1">
                <a:lnSpc>
                  <a:spcPct val="100000"/>
                </a:lnSpc>
                <a:spcBef>
                  <a:spcPts val="0"/>
                </a:spcBef>
                <a:spcAft>
                  <a:spcPts val="0"/>
                </a:spcAft>
                <a:buClr>
                  <a:srgbClr val="020E66"/>
                </a:buClr>
                <a:buSzTx/>
                <a:buFontTx/>
                <a:buNone/>
                <a:tabLst/>
                <a:defRPr/>
              </a:pPr>
              <a:r>
                <a:rPr kumimoji="0" lang="pt-BR" sz="1200" b="0" i="0" u="none" strike="noStrike" kern="1200" cap="none" spc="0" normalizeH="0" baseline="0" noProof="0">
                  <a:ln>
                    <a:noFill/>
                  </a:ln>
                  <a:solidFill>
                    <a:srgbClr val="7F7F7F"/>
                  </a:solidFill>
                  <a:effectLst/>
                  <a:uLnTx/>
                  <a:uFillTx/>
                  <a:latin typeface="Arial"/>
                  <a:ea typeface="+mn-ea"/>
                  <a:cs typeface="+mn-cs"/>
                </a:rPr>
                <a:t>EXEMPLO SANITIZADO DE CLIENTE</a:t>
              </a:r>
            </a:p>
          </p:txBody>
        </p:sp>
        <p:cxnSp>
          <p:nvCxnSpPr>
            <p:cNvPr id="23" name="AutoShape 31">
              <a:extLst>
                <a:ext uri="{FF2B5EF4-FFF2-40B4-BE49-F238E27FC236}">
                  <a16:creationId xmlns:a16="http://schemas.microsoft.com/office/drawing/2014/main" id="{69E3F553-613C-4711-544C-8D35163D5576}"/>
                </a:ext>
              </a:extLst>
            </p:cNvPr>
            <p:cNvCxnSpPr>
              <a:cxnSpLocks noChangeShapeType="1"/>
              <a:stCxn id="15" idx="2"/>
              <a:endCxn id="15" idx="4"/>
            </p:cNvCxnSpPr>
            <p:nvPr/>
          </p:nvCxnSpPr>
          <p:spPr bwMode="auto">
            <a:xfrm>
              <a:off x="6265982" y="859795"/>
              <a:ext cx="0" cy="212366"/>
            </a:xfrm>
            <a:prstGeom prst="straightConnector1">
              <a:avLst/>
            </a:prstGeom>
            <a:noFill/>
            <a:ln w="9525">
              <a:solidFill>
                <a:schemeClr val="accent6"/>
              </a:solidFill>
              <a:round/>
              <a:headEnd/>
              <a:tailEnd/>
            </a:ln>
            <a:extLst>
              <a:ext uri="{909E8E84-426E-40dd-AFC4-6F175D3DCCD1}">
                <a14:hiddenFill xmlns:a14="http://schemas.microsoft.com/office/drawing/2010/main" xmlns="">
                  <a:noFill/>
                </a14:hiddenFill>
              </a:ext>
            </a:extLst>
          </p:spPr>
        </p:cxnSp>
        <p:cxnSp>
          <p:nvCxnSpPr>
            <p:cNvPr id="24" name="AutoShape 32">
              <a:extLst>
                <a:ext uri="{FF2B5EF4-FFF2-40B4-BE49-F238E27FC236}">
                  <a16:creationId xmlns:a16="http://schemas.microsoft.com/office/drawing/2014/main" id="{BC604ABE-F7AB-A94A-3336-43B90D6F4D13}"/>
                </a:ext>
              </a:extLst>
            </p:cNvPr>
            <p:cNvCxnSpPr>
              <a:cxnSpLocks noChangeShapeType="1"/>
              <a:stCxn id="15" idx="4"/>
              <a:endCxn id="15" idx="6"/>
            </p:cNvCxnSpPr>
            <p:nvPr/>
          </p:nvCxnSpPr>
          <p:spPr bwMode="auto">
            <a:xfrm>
              <a:off x="6265982" y="1072161"/>
              <a:ext cx="2688686" cy="0"/>
            </a:xfrm>
            <a:prstGeom prst="straightConnector1">
              <a:avLst/>
            </a:prstGeom>
            <a:noFill/>
            <a:ln w="25400">
              <a:solidFill>
                <a:schemeClr val="accent6"/>
              </a:solidFill>
              <a:round/>
              <a:headEnd/>
              <a:tailEnd/>
            </a:ln>
            <a:extLst>
              <a:ext uri="{909E8E84-426E-40dd-AFC4-6F175D3DCCD1}">
                <a14:hiddenFill xmlns:a14="http://schemas.microsoft.com/office/drawing/2010/main" xmlns="">
                  <a:noFill/>
                </a14:hiddenFill>
              </a:ext>
            </a:extLst>
          </p:spPr>
        </p:cxnSp>
      </p:grpSp>
      <p:sp>
        <p:nvSpPr>
          <p:cNvPr id="25" name="Content Placeholder 2">
            <a:extLst>
              <a:ext uri="{FF2B5EF4-FFF2-40B4-BE49-F238E27FC236}">
                <a16:creationId xmlns:a16="http://schemas.microsoft.com/office/drawing/2014/main" id="{09D002EF-FDAA-D5BD-9536-BFC7D04BC344}"/>
              </a:ext>
            </a:extLst>
          </p:cNvPr>
          <p:cNvSpPr txBox="1">
            <a:spLocks/>
          </p:cNvSpPr>
          <p:nvPr/>
        </p:nvSpPr>
        <p:spPr bwMode="auto">
          <a:xfrm>
            <a:off x="478971" y="864001"/>
            <a:ext cx="8794113" cy="246221"/>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marL="195263" indent="-195263" algn="l" rtl="0" eaLnBrk="1" fontAlgn="base" hangingPunct="1">
              <a:spcBef>
                <a:spcPts val="0"/>
              </a:spcBef>
              <a:spcAft>
                <a:spcPts val="600"/>
              </a:spcAft>
              <a:buClr>
                <a:schemeClr val="tx2"/>
              </a:buClr>
              <a:buFont typeface="Wingdings" panose="05000000000000000000" pitchFamily="2" charset="2"/>
              <a:buChar char="§"/>
              <a:defRPr sz="1400">
                <a:solidFill>
                  <a:schemeClr val="tx1"/>
                </a:solidFill>
                <a:latin typeface="+mn-lt"/>
                <a:ea typeface="+mn-ea"/>
                <a:cs typeface="+mn-cs"/>
              </a:defRPr>
            </a:lvl1pPr>
            <a:lvl2pPr marL="404813" indent="-207963" algn="l" rtl="0" eaLnBrk="1" fontAlgn="base" hangingPunct="1">
              <a:spcBef>
                <a:spcPts val="0"/>
              </a:spcBef>
              <a:spcAft>
                <a:spcPts val="600"/>
              </a:spcAft>
              <a:buClr>
                <a:schemeClr val="tx2"/>
              </a:buClr>
              <a:buChar char="–"/>
              <a:defRPr sz="1400">
                <a:solidFill>
                  <a:schemeClr val="tx1"/>
                </a:solidFill>
                <a:latin typeface="+mn-lt"/>
              </a:defRPr>
            </a:lvl2pPr>
            <a:lvl3pPr marL="587375" indent="-180975" algn="l" rtl="0" eaLnBrk="1" fontAlgn="base" hangingPunct="1">
              <a:spcBef>
                <a:spcPct val="20000"/>
              </a:spcBef>
              <a:spcAft>
                <a:spcPct val="0"/>
              </a:spcAft>
              <a:buClr>
                <a:schemeClr val="tx2"/>
              </a:buClr>
              <a:buChar char="•"/>
              <a:defRPr sz="1600">
                <a:solidFill>
                  <a:schemeClr val="tx1"/>
                </a:solidFill>
                <a:latin typeface="+mn-lt"/>
              </a:defRPr>
            </a:lvl3pPr>
            <a:lvl4pPr marL="815975" indent="-227013" algn="l" rtl="0" eaLnBrk="1" fontAlgn="base" hangingPunct="1">
              <a:spcBef>
                <a:spcPct val="20000"/>
              </a:spcBef>
              <a:spcAft>
                <a:spcPct val="0"/>
              </a:spcAft>
              <a:buClr>
                <a:schemeClr val="tx2"/>
              </a:buClr>
              <a:buChar char="–"/>
              <a:defRPr sz="1600">
                <a:solidFill>
                  <a:schemeClr val="tx1"/>
                </a:solidFill>
                <a:latin typeface="+mn-lt"/>
              </a:defRPr>
            </a:lvl4pPr>
            <a:lvl5pPr marL="968375" indent="-150813" algn="l" rtl="0" eaLnBrk="1" fontAlgn="base" hangingPunct="1">
              <a:spcBef>
                <a:spcPct val="20000"/>
              </a:spcBef>
              <a:spcAft>
                <a:spcPct val="0"/>
              </a:spcAft>
              <a:buClr>
                <a:schemeClr val="tx2"/>
              </a:buClr>
              <a:buChar char="»"/>
              <a:defRPr sz="1600">
                <a:solidFill>
                  <a:schemeClr val="tx1"/>
                </a:solidFill>
                <a:latin typeface="+mn-lt"/>
              </a:defRPr>
            </a:lvl5pPr>
            <a:lvl6pPr marL="1425575" indent="-150813" algn="l" rtl="0" eaLnBrk="1" fontAlgn="base" hangingPunct="1">
              <a:spcBef>
                <a:spcPct val="20000"/>
              </a:spcBef>
              <a:spcAft>
                <a:spcPct val="0"/>
              </a:spcAft>
              <a:buChar char="»"/>
              <a:defRPr sz="1000">
                <a:solidFill>
                  <a:schemeClr val="tx1"/>
                </a:solidFill>
                <a:latin typeface="+mn-lt"/>
              </a:defRPr>
            </a:lvl6pPr>
            <a:lvl7pPr marL="1882775" indent="-150813" algn="l" rtl="0" eaLnBrk="1" fontAlgn="base" hangingPunct="1">
              <a:spcBef>
                <a:spcPct val="20000"/>
              </a:spcBef>
              <a:spcAft>
                <a:spcPct val="0"/>
              </a:spcAft>
              <a:buChar char="»"/>
              <a:defRPr sz="1000">
                <a:solidFill>
                  <a:schemeClr val="tx1"/>
                </a:solidFill>
                <a:latin typeface="+mn-lt"/>
              </a:defRPr>
            </a:lvl7pPr>
            <a:lvl8pPr marL="2339975" indent="-150813" algn="l" rtl="0" eaLnBrk="1" fontAlgn="base" hangingPunct="1">
              <a:spcBef>
                <a:spcPct val="20000"/>
              </a:spcBef>
              <a:spcAft>
                <a:spcPct val="0"/>
              </a:spcAft>
              <a:buChar char="»"/>
              <a:defRPr sz="1000">
                <a:solidFill>
                  <a:schemeClr val="tx1"/>
                </a:solidFill>
                <a:latin typeface="+mn-lt"/>
              </a:defRPr>
            </a:lvl8pPr>
            <a:lvl9pPr marL="2797175" indent="-150813" algn="l" rtl="0" eaLnBrk="1" fontAlgn="base" hangingPunct="1">
              <a:spcBef>
                <a:spcPct val="20000"/>
              </a:spcBef>
              <a:spcAft>
                <a:spcPct val="0"/>
              </a:spcAft>
              <a:buChar char="»"/>
              <a:defRPr sz="1000">
                <a:solidFill>
                  <a:schemeClr val="tx1"/>
                </a:solidFill>
                <a:latin typeface="+mn-lt"/>
              </a:defRPr>
            </a:lvl9pPr>
          </a:lstStyle>
          <a:p>
            <a:pPr marL="0" marR="0" lvl="0" indent="0" algn="l" defTabSz="895350" rtl="0" eaLnBrk="1" fontAlgn="auto" latinLnBrk="0" hangingPunct="1">
              <a:lnSpc>
                <a:spcPct val="100000"/>
              </a:lnSpc>
              <a:spcBef>
                <a:spcPts val="0"/>
              </a:spcBef>
              <a:spcAft>
                <a:spcPts val="0"/>
              </a:spcAft>
              <a:buClrTx/>
              <a:buSzTx/>
              <a:buFontTx/>
              <a:buNone/>
              <a:tabLst/>
              <a:defRPr/>
            </a:pPr>
            <a:r>
              <a:rPr kumimoji="0" lang="pt-BR" sz="1600" b="0" i="0" u="none" strike="noStrike" kern="1200" cap="none" spc="0" normalizeH="0" baseline="0" noProof="0">
                <a:ln>
                  <a:noFill/>
                </a:ln>
                <a:solidFill>
                  <a:srgbClr val="808080"/>
                </a:solidFill>
                <a:effectLst/>
                <a:uLnTx/>
                <a:uFillTx/>
                <a:latin typeface="Arial"/>
                <a:ea typeface="+mn-ea"/>
                <a:cs typeface="+mn-cs"/>
              </a:rPr>
              <a:t>Exemplos de análises tipicamente conduzidas em projetos de </a:t>
            </a:r>
            <a:r>
              <a:rPr kumimoji="0" lang="pt-BR" sz="1600" b="0" i="1" u="none" strike="noStrike" kern="1200" cap="none" spc="0" normalizeH="0" baseline="0" noProof="0" err="1">
                <a:ln>
                  <a:noFill/>
                </a:ln>
                <a:solidFill>
                  <a:srgbClr val="808080"/>
                </a:solidFill>
                <a:effectLst/>
                <a:uLnTx/>
                <a:uFillTx/>
                <a:latin typeface="Arial"/>
                <a:ea typeface="+mn-ea"/>
                <a:cs typeface="+mn-cs"/>
              </a:rPr>
              <a:t>pricing</a:t>
            </a:r>
            <a:endParaRPr kumimoji="0" lang="pt-BR" sz="1600" b="0" i="0" u="none" strike="noStrike" kern="1200" cap="none" spc="0" normalizeH="0" baseline="0" noProof="0">
              <a:ln>
                <a:noFill/>
              </a:ln>
              <a:solidFill>
                <a:srgbClr val="808080"/>
              </a:solidFill>
              <a:effectLst/>
              <a:uLnTx/>
              <a:uFillTx/>
              <a:latin typeface="Arial"/>
              <a:ea typeface="+mn-ea"/>
              <a:cs typeface="+mn-cs"/>
            </a:endParaRPr>
          </a:p>
        </p:txBody>
      </p:sp>
    </p:spTree>
    <p:extLst>
      <p:ext uri="{BB962C8B-B14F-4D97-AF65-F5344CB8AC3E}">
        <p14:creationId xmlns:p14="http://schemas.microsoft.com/office/powerpoint/2010/main" val="74827584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22" name="think-cell data - do not delete" hidden="1">
            <a:extLst>
              <a:ext uri="{FF2B5EF4-FFF2-40B4-BE49-F238E27FC236}">
                <a16:creationId xmlns:a16="http://schemas.microsoft.com/office/drawing/2014/main" id="{F58C809C-F769-1841-6827-4D352339159E}"/>
              </a:ext>
            </a:extLst>
          </p:cNvPr>
          <p:cNvGraphicFramePr>
            <a:graphicFrameLocks noChangeAspect="1"/>
          </p:cNvGraphicFramePr>
          <p:nvPr>
            <p:custDataLst>
              <p:tags r:id="rId1"/>
            </p:custDataLst>
            <p:extLst>
              <p:ext uri="{D42A27DB-BD31-4B8C-83A1-F6EECF244321}">
                <p14:modId xmlns:p14="http://schemas.microsoft.com/office/powerpoint/2010/main" val="61033056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Slide do think-cell" r:id="rId47" imgW="395" imgH="394" progId="TCLayout.ActiveDocument.1">
                  <p:embed/>
                </p:oleObj>
              </mc:Choice>
              <mc:Fallback>
                <p:oleObj name="Slide do think-cell" r:id="rId47" imgW="395" imgH="394" progId="TCLayout.ActiveDocument.1">
                  <p:embed/>
                  <p:pic>
                    <p:nvPicPr>
                      <p:cNvPr id="22" name="think-cell data - do not delete" hidden="1">
                        <a:extLst>
                          <a:ext uri="{FF2B5EF4-FFF2-40B4-BE49-F238E27FC236}">
                            <a16:creationId xmlns:a16="http://schemas.microsoft.com/office/drawing/2014/main" id="{F58C809C-F769-1841-6827-4D352339159E}"/>
                          </a:ext>
                        </a:extLst>
                      </p:cNvPr>
                      <p:cNvPicPr/>
                      <p:nvPr/>
                    </p:nvPicPr>
                    <p:blipFill>
                      <a:blip r:embed="rId48"/>
                      <a:stretch>
                        <a:fillRect/>
                      </a:stretch>
                    </p:blipFill>
                    <p:spPr>
                      <a:xfrm>
                        <a:off x="1588" y="1588"/>
                        <a:ext cx="1588" cy="1588"/>
                      </a:xfrm>
                      <a:prstGeom prst="rect">
                        <a:avLst/>
                      </a:prstGeom>
                    </p:spPr>
                  </p:pic>
                </p:oleObj>
              </mc:Fallback>
            </mc:AlternateContent>
          </a:graphicData>
        </a:graphic>
      </p:graphicFrame>
      <p:sp>
        <p:nvSpPr>
          <p:cNvPr id="486" name="Retângulo 402">
            <a:extLst>
              <a:ext uri="{FF2B5EF4-FFF2-40B4-BE49-F238E27FC236}">
                <a16:creationId xmlns:a16="http://schemas.microsoft.com/office/drawing/2014/main" id="{E4D3F08D-1E5A-93FE-38C6-D5A5EB469EBD}"/>
              </a:ext>
            </a:extLst>
          </p:cNvPr>
          <p:cNvSpPr/>
          <p:nvPr/>
        </p:nvSpPr>
        <p:spPr>
          <a:xfrm>
            <a:off x="5784456" y="2035175"/>
            <a:ext cx="2325076" cy="396934"/>
          </a:xfrm>
          <a:prstGeom prst="roundRect">
            <a:avLst>
              <a:gd name="adj" fmla="val 50000"/>
            </a:avLst>
          </a:prstGeom>
          <a:solidFill>
            <a:schemeClr val="accent1"/>
          </a:solidFill>
          <a:ln w="12700">
            <a:noFill/>
            <a:prstDash val="solid"/>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400" b="0" i="0" u="none" strike="noStrike" kern="1200" cap="none" spc="0" normalizeH="0" baseline="0" noProof="0" err="1">
              <a:ln>
                <a:noFill/>
              </a:ln>
              <a:solidFill>
                <a:prstClr val="white"/>
              </a:solidFill>
              <a:effectLst/>
              <a:uLnTx/>
              <a:uFillTx/>
              <a:latin typeface="Arial"/>
              <a:ea typeface="+mn-ea"/>
              <a:cs typeface="+mn-cs"/>
            </a:endParaRPr>
          </a:p>
        </p:txBody>
      </p:sp>
      <p:sp>
        <p:nvSpPr>
          <p:cNvPr id="487" name="Trapezoide 407">
            <a:extLst>
              <a:ext uri="{FF2B5EF4-FFF2-40B4-BE49-F238E27FC236}">
                <a16:creationId xmlns:a16="http://schemas.microsoft.com/office/drawing/2014/main" id="{777A91E2-A41C-7DD4-92EC-CC531867FB6E}"/>
              </a:ext>
            </a:extLst>
          </p:cNvPr>
          <p:cNvSpPr/>
          <p:nvPr/>
        </p:nvSpPr>
        <p:spPr>
          <a:xfrm rot="16200000">
            <a:off x="5631727" y="3136661"/>
            <a:ext cx="4679170" cy="397823"/>
          </a:xfrm>
          <a:custGeom>
            <a:avLst/>
            <a:gdLst>
              <a:gd name="connsiteX0" fmla="*/ 0 w 4682696"/>
              <a:gd name="connsiteY0" fmla="*/ 427766 h 427766"/>
              <a:gd name="connsiteX1" fmla="*/ 106942 w 4682696"/>
              <a:gd name="connsiteY1" fmla="*/ 0 h 427766"/>
              <a:gd name="connsiteX2" fmla="*/ 4575755 w 4682696"/>
              <a:gd name="connsiteY2" fmla="*/ 0 h 427766"/>
              <a:gd name="connsiteX3" fmla="*/ 4682696 w 4682696"/>
              <a:gd name="connsiteY3" fmla="*/ 427766 h 427766"/>
              <a:gd name="connsiteX4" fmla="*/ 0 w 4682696"/>
              <a:gd name="connsiteY4" fmla="*/ 427766 h 427766"/>
              <a:gd name="connsiteX0" fmla="*/ 0 w 4682696"/>
              <a:gd name="connsiteY0" fmla="*/ 436233 h 436233"/>
              <a:gd name="connsiteX1" fmla="*/ 3400475 w 4682696"/>
              <a:gd name="connsiteY1" fmla="*/ 0 h 436233"/>
              <a:gd name="connsiteX2" fmla="*/ 4575755 w 4682696"/>
              <a:gd name="connsiteY2" fmla="*/ 8467 h 436233"/>
              <a:gd name="connsiteX3" fmla="*/ 4682696 w 4682696"/>
              <a:gd name="connsiteY3" fmla="*/ 436233 h 436233"/>
              <a:gd name="connsiteX4" fmla="*/ 0 w 4682696"/>
              <a:gd name="connsiteY4" fmla="*/ 436233 h 436233"/>
              <a:gd name="connsiteX0" fmla="*/ 0 w 4682696"/>
              <a:gd name="connsiteY0" fmla="*/ 470100 h 470100"/>
              <a:gd name="connsiteX1" fmla="*/ 3400475 w 4682696"/>
              <a:gd name="connsiteY1" fmla="*/ 33867 h 470100"/>
              <a:gd name="connsiteX2" fmla="*/ 3737555 w 4682696"/>
              <a:gd name="connsiteY2" fmla="*/ 0 h 470100"/>
              <a:gd name="connsiteX3" fmla="*/ 4682696 w 4682696"/>
              <a:gd name="connsiteY3" fmla="*/ 470100 h 470100"/>
              <a:gd name="connsiteX4" fmla="*/ 0 w 4682696"/>
              <a:gd name="connsiteY4" fmla="*/ 470100 h 470100"/>
              <a:gd name="connsiteX0" fmla="*/ 0 w 4682696"/>
              <a:gd name="connsiteY0" fmla="*/ 436233 h 436233"/>
              <a:gd name="connsiteX1" fmla="*/ 3400475 w 4682696"/>
              <a:gd name="connsiteY1" fmla="*/ 0 h 436233"/>
              <a:gd name="connsiteX2" fmla="*/ 3743905 w 4682696"/>
              <a:gd name="connsiteY2" fmla="*/ 1058 h 436233"/>
              <a:gd name="connsiteX3" fmla="*/ 4682696 w 4682696"/>
              <a:gd name="connsiteY3" fmla="*/ 436233 h 436233"/>
              <a:gd name="connsiteX4" fmla="*/ 0 w 4682696"/>
              <a:gd name="connsiteY4" fmla="*/ 436233 h 436233"/>
              <a:gd name="connsiteX0" fmla="*/ 0 w 4682696"/>
              <a:gd name="connsiteY0" fmla="*/ 436233 h 436233"/>
              <a:gd name="connsiteX1" fmla="*/ 3400475 w 4682696"/>
              <a:gd name="connsiteY1" fmla="*/ 0 h 436233"/>
              <a:gd name="connsiteX2" fmla="*/ 3743905 w 4682696"/>
              <a:gd name="connsiteY2" fmla="*/ 1058 h 436233"/>
              <a:gd name="connsiteX3" fmla="*/ 4682696 w 4682696"/>
              <a:gd name="connsiteY3" fmla="*/ 436233 h 436233"/>
              <a:gd name="connsiteX4" fmla="*/ 0 w 4682696"/>
              <a:gd name="connsiteY4" fmla="*/ 436233 h 436233"/>
              <a:gd name="connsiteX0" fmla="*/ 0 w 4682696"/>
              <a:gd name="connsiteY0" fmla="*/ 436233 h 436233"/>
              <a:gd name="connsiteX1" fmla="*/ 3451776 w 4682696"/>
              <a:gd name="connsiteY1" fmla="*/ 0 h 436233"/>
              <a:gd name="connsiteX2" fmla="*/ 3743905 w 4682696"/>
              <a:gd name="connsiteY2" fmla="*/ 1058 h 436233"/>
              <a:gd name="connsiteX3" fmla="*/ 4682696 w 4682696"/>
              <a:gd name="connsiteY3" fmla="*/ 436233 h 436233"/>
              <a:gd name="connsiteX4" fmla="*/ 0 w 4682696"/>
              <a:gd name="connsiteY4" fmla="*/ 436233 h 436233"/>
              <a:gd name="connsiteX0" fmla="*/ 0 w 4682696"/>
              <a:gd name="connsiteY0" fmla="*/ 436233 h 436233"/>
              <a:gd name="connsiteX1" fmla="*/ 3451776 w 4682696"/>
              <a:gd name="connsiteY1" fmla="*/ 0 h 436233"/>
              <a:gd name="connsiteX2" fmla="*/ 3743905 w 4682696"/>
              <a:gd name="connsiteY2" fmla="*/ 1058 h 436233"/>
              <a:gd name="connsiteX3" fmla="*/ 4682696 w 4682696"/>
              <a:gd name="connsiteY3" fmla="*/ 436233 h 436233"/>
              <a:gd name="connsiteX4" fmla="*/ 0 w 4682696"/>
              <a:gd name="connsiteY4" fmla="*/ 436233 h 436233"/>
              <a:gd name="connsiteX0" fmla="*/ 0 w 4682696"/>
              <a:gd name="connsiteY0" fmla="*/ 436233 h 436233"/>
              <a:gd name="connsiteX1" fmla="*/ 3451776 w 4682696"/>
              <a:gd name="connsiteY1" fmla="*/ 0 h 436233"/>
              <a:gd name="connsiteX2" fmla="*/ 3639323 w 4682696"/>
              <a:gd name="connsiteY2" fmla="*/ 1058 h 436233"/>
              <a:gd name="connsiteX3" fmla="*/ 4682696 w 4682696"/>
              <a:gd name="connsiteY3" fmla="*/ 436233 h 436233"/>
              <a:gd name="connsiteX4" fmla="*/ 0 w 4682696"/>
              <a:gd name="connsiteY4" fmla="*/ 436233 h 4362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2696" h="436233">
                <a:moveTo>
                  <a:pt x="0" y="436233"/>
                </a:moveTo>
                <a:lnTo>
                  <a:pt x="3451776" y="0"/>
                </a:lnTo>
                <a:lnTo>
                  <a:pt x="3639323" y="1058"/>
                </a:lnTo>
                <a:lnTo>
                  <a:pt x="4682696" y="436233"/>
                </a:lnTo>
                <a:lnTo>
                  <a:pt x="0" y="436233"/>
                </a:lnTo>
                <a:close/>
              </a:path>
            </a:pathLst>
          </a:custGeom>
          <a:solidFill>
            <a:schemeClr val="accent1"/>
          </a:solidFill>
          <a:ln w="12700">
            <a:noFill/>
            <a:prstDash val="solid"/>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400" b="0" i="0" u="none" strike="noStrike" kern="1200" cap="none" spc="0" normalizeH="0" baseline="0" noProof="0" err="1">
              <a:ln>
                <a:noFill/>
              </a:ln>
              <a:solidFill>
                <a:prstClr val="white"/>
              </a:solidFill>
              <a:effectLst/>
              <a:uLnTx/>
              <a:uFillTx/>
              <a:latin typeface="Arial"/>
              <a:ea typeface="+mn-ea"/>
              <a:cs typeface="+mn-cs"/>
            </a:endParaRPr>
          </a:p>
        </p:txBody>
      </p:sp>
      <p:grpSp>
        <p:nvGrpSpPr>
          <p:cNvPr id="29" name="Group 28">
            <a:extLst>
              <a:ext uri="{FF2B5EF4-FFF2-40B4-BE49-F238E27FC236}">
                <a16:creationId xmlns:a16="http://schemas.microsoft.com/office/drawing/2014/main" id="{09C6D6E1-38B1-EA70-257F-E530BEB007C4}"/>
              </a:ext>
            </a:extLst>
          </p:cNvPr>
          <p:cNvGrpSpPr/>
          <p:nvPr/>
        </p:nvGrpSpPr>
        <p:grpSpPr>
          <a:xfrm>
            <a:off x="1667882" y="1916113"/>
            <a:ext cx="3818518" cy="3352573"/>
            <a:chOff x="1851422" y="2204641"/>
            <a:chExt cx="3264779" cy="2867025"/>
          </a:xfrm>
        </p:grpSpPr>
        <p:sp>
          <p:nvSpPr>
            <p:cNvPr id="280" name="Forma Livre: Forma 279">
              <a:extLst>
                <a:ext uri="{FF2B5EF4-FFF2-40B4-BE49-F238E27FC236}">
                  <a16:creationId xmlns:a16="http://schemas.microsoft.com/office/drawing/2014/main" id="{9B3ACCAF-B6BC-319D-AB76-DA0B0E8B2FD9}"/>
                </a:ext>
              </a:extLst>
            </p:cNvPr>
            <p:cNvSpPr/>
            <p:nvPr/>
          </p:nvSpPr>
          <p:spPr>
            <a:xfrm rot="5400000">
              <a:off x="3225800" y="2090738"/>
              <a:ext cx="1758950" cy="2021852"/>
            </a:xfrm>
            <a:custGeom>
              <a:avLst/>
              <a:gdLst>
                <a:gd name="connsiteX0" fmla="*/ 0 w 1278730"/>
                <a:gd name="connsiteY0" fmla="*/ 0 h 1327150"/>
                <a:gd name="connsiteX1" fmla="*/ 1277669 w 1278730"/>
                <a:gd name="connsiteY1" fmla="*/ 0 h 1327150"/>
                <a:gd name="connsiteX2" fmla="*/ 1278730 w 1278730"/>
                <a:gd name="connsiteY2" fmla="*/ 22417 h 1327150"/>
                <a:gd name="connsiteX3" fmla="*/ 106157 w 1278730"/>
                <a:gd name="connsiteY3" fmla="*/ 1321790 h 1327150"/>
                <a:gd name="connsiteX4" fmla="*/ 0 w 1278730"/>
                <a:gd name="connsiteY4" fmla="*/ 1327150 h 132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78730" h="1327150">
                  <a:moveTo>
                    <a:pt x="0" y="0"/>
                  </a:moveTo>
                  <a:lnTo>
                    <a:pt x="1277669" y="0"/>
                  </a:lnTo>
                  <a:lnTo>
                    <a:pt x="1278730" y="22417"/>
                  </a:lnTo>
                  <a:cubicBezTo>
                    <a:pt x="1278730" y="698681"/>
                    <a:pt x="764774" y="1254904"/>
                    <a:pt x="106157" y="1321790"/>
                  </a:cubicBezTo>
                  <a:lnTo>
                    <a:pt x="0" y="1327150"/>
                  </a:lnTo>
                  <a:close/>
                </a:path>
              </a:pathLst>
            </a:custGeom>
            <a:solidFill>
              <a:schemeClr val="accent4">
                <a:alpha val="37000"/>
              </a:schemeClr>
            </a:solidFill>
            <a:ln w="12700">
              <a:noFill/>
              <a:miter lim="400000"/>
            </a:ln>
            <a:effectLst/>
          </p:spPr>
          <p:txBody>
            <a:bodyPr wrap="square" lIns="108000" tIns="72000" rIns="108000" bIns="7200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400" b="0" i="0" u="none" strike="noStrike" kern="1200" cap="none" spc="0" normalizeH="0" baseline="0" noProof="0" err="1">
                <a:ln>
                  <a:noFill/>
                </a:ln>
                <a:solidFill>
                  <a:prstClr val="white"/>
                </a:solidFill>
                <a:effectLst/>
                <a:uLnTx/>
                <a:uFillTx/>
                <a:latin typeface="Arial"/>
                <a:ea typeface="+mn-ea"/>
                <a:cs typeface="+mn-cs"/>
              </a:endParaRPr>
            </a:p>
          </p:txBody>
        </p:sp>
        <p:sp>
          <p:nvSpPr>
            <p:cNvPr id="281" name="Forma Livre: Forma 280">
              <a:extLst>
                <a:ext uri="{FF2B5EF4-FFF2-40B4-BE49-F238E27FC236}">
                  <a16:creationId xmlns:a16="http://schemas.microsoft.com/office/drawing/2014/main" id="{C6C33D07-3C25-63E9-DC9A-9887B68BB073}"/>
                </a:ext>
              </a:extLst>
            </p:cNvPr>
            <p:cNvSpPr/>
            <p:nvPr/>
          </p:nvSpPr>
          <p:spPr>
            <a:xfrm rot="5400000">
              <a:off x="2044700" y="2011363"/>
              <a:ext cx="2867025" cy="3253582"/>
            </a:xfrm>
            <a:custGeom>
              <a:avLst/>
              <a:gdLst>
                <a:gd name="connsiteX0" fmla="*/ 0 w 1278730"/>
                <a:gd name="connsiteY0" fmla="*/ 0 h 1327150"/>
                <a:gd name="connsiteX1" fmla="*/ 1277669 w 1278730"/>
                <a:gd name="connsiteY1" fmla="*/ 0 h 1327150"/>
                <a:gd name="connsiteX2" fmla="*/ 1278730 w 1278730"/>
                <a:gd name="connsiteY2" fmla="*/ 22417 h 1327150"/>
                <a:gd name="connsiteX3" fmla="*/ 106157 w 1278730"/>
                <a:gd name="connsiteY3" fmla="*/ 1321790 h 1327150"/>
                <a:gd name="connsiteX4" fmla="*/ 0 w 1278730"/>
                <a:gd name="connsiteY4" fmla="*/ 1327150 h 132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78730" h="1327150">
                  <a:moveTo>
                    <a:pt x="0" y="0"/>
                  </a:moveTo>
                  <a:lnTo>
                    <a:pt x="1277669" y="0"/>
                  </a:lnTo>
                  <a:lnTo>
                    <a:pt x="1278730" y="22417"/>
                  </a:lnTo>
                  <a:cubicBezTo>
                    <a:pt x="1278730" y="698681"/>
                    <a:pt x="764774" y="1254904"/>
                    <a:pt x="106157" y="1321790"/>
                  </a:cubicBezTo>
                  <a:lnTo>
                    <a:pt x="0" y="1327150"/>
                  </a:lnTo>
                  <a:close/>
                </a:path>
              </a:pathLst>
            </a:custGeom>
            <a:solidFill>
              <a:schemeClr val="accent4">
                <a:alpha val="41000"/>
              </a:schemeClr>
            </a:solidFill>
            <a:ln w="12700">
              <a:noFill/>
              <a:miter lim="400000"/>
            </a:ln>
            <a:effectLst/>
          </p:spPr>
          <p:txBody>
            <a:bodyPr wrap="square" lIns="108000" tIns="72000" rIns="108000" bIns="7200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400" b="0" i="0" u="none" strike="noStrike" kern="1200" cap="none" spc="0" normalizeH="0" baseline="0" noProof="0" err="1">
                <a:ln>
                  <a:noFill/>
                </a:ln>
                <a:solidFill>
                  <a:prstClr val="white"/>
                </a:solidFill>
                <a:effectLst/>
                <a:uLnTx/>
                <a:uFillTx/>
                <a:latin typeface="Arial"/>
                <a:ea typeface="+mn-ea"/>
                <a:cs typeface="+mn-cs"/>
              </a:endParaRPr>
            </a:p>
          </p:txBody>
        </p:sp>
      </p:grpSp>
      <p:sp>
        <p:nvSpPr>
          <p:cNvPr id="2" name="Espaço Reservado para Texto 1">
            <a:extLst>
              <a:ext uri="{FF2B5EF4-FFF2-40B4-BE49-F238E27FC236}">
                <a16:creationId xmlns:a16="http://schemas.microsoft.com/office/drawing/2014/main" id="{BAE38C2C-8760-2F2F-FA04-B3488A89A358}"/>
              </a:ext>
            </a:extLst>
          </p:cNvPr>
          <p:cNvSpPr>
            <a:spLocks noGrp="1"/>
          </p:cNvSpPr>
          <p:nvPr>
            <p:ph type="body" sz="quarter" idx="14"/>
          </p:nvPr>
        </p:nvSpPr>
        <p:spPr/>
        <p:txBody>
          <a:bodyPr/>
          <a:lstStyle/>
          <a:p>
            <a:br>
              <a:rPr lang="pt-BR"/>
            </a:br>
            <a:r>
              <a:rPr lang="pt-BR"/>
              <a:t>Fonte: Mirow &amp; Co.</a:t>
            </a:r>
          </a:p>
        </p:txBody>
      </p:sp>
      <p:sp>
        <p:nvSpPr>
          <p:cNvPr id="3" name="Título 2">
            <a:extLst>
              <a:ext uri="{FF2B5EF4-FFF2-40B4-BE49-F238E27FC236}">
                <a16:creationId xmlns:a16="http://schemas.microsoft.com/office/drawing/2014/main" id="{7D5B74D3-3E8F-8F24-EE7B-0A88AB1BAC4D}"/>
              </a:ext>
            </a:extLst>
          </p:cNvPr>
          <p:cNvSpPr>
            <a:spLocks noGrp="1"/>
          </p:cNvSpPr>
          <p:nvPr>
            <p:ph type="title"/>
          </p:nvPr>
        </p:nvSpPr>
        <p:spPr/>
        <p:txBody>
          <a:bodyPr vert="horz"/>
          <a:lstStyle/>
          <a:p>
            <a:r>
              <a:rPr lang="pt-BR"/>
              <a:t>Como resultado, teremos uma macro estimativa de </a:t>
            </a:r>
            <a:r>
              <a:rPr lang="pt-BR" i="1" err="1"/>
              <a:t>quick</a:t>
            </a:r>
            <a:r>
              <a:rPr lang="pt-BR" i="1"/>
              <a:t> </a:t>
            </a:r>
            <a:r>
              <a:rPr lang="pt-BR" i="1" err="1"/>
              <a:t>wins</a:t>
            </a:r>
            <a:r>
              <a:rPr lang="pt-BR" i="1"/>
              <a:t> </a:t>
            </a:r>
            <a:r>
              <a:rPr lang="pt-BR"/>
              <a:t>e oportunidades estruturais</a:t>
            </a:r>
          </a:p>
        </p:txBody>
      </p:sp>
      <p:graphicFrame>
        <p:nvGraphicFramePr>
          <p:cNvPr id="30" name="Chart 3">
            <a:extLst>
              <a:ext uri="{FF2B5EF4-FFF2-40B4-BE49-F238E27FC236}">
                <a16:creationId xmlns:a16="http://schemas.microsoft.com/office/drawing/2014/main" id="{24A190CA-CD01-6625-8B58-C854F77101F8}"/>
              </a:ext>
            </a:extLst>
          </p:cNvPr>
          <p:cNvGraphicFramePr/>
          <p:nvPr>
            <p:custDataLst>
              <p:tags r:id="rId2"/>
            </p:custDataLst>
            <p:extLst>
              <p:ext uri="{D42A27DB-BD31-4B8C-83A1-F6EECF244321}">
                <p14:modId xmlns:p14="http://schemas.microsoft.com/office/powerpoint/2010/main" val="2548103017"/>
              </p:ext>
            </p:extLst>
          </p:nvPr>
        </p:nvGraphicFramePr>
        <p:xfrm>
          <a:off x="1082675" y="1833563"/>
          <a:ext cx="4486275" cy="3976687"/>
        </p:xfrm>
        <a:graphic>
          <a:graphicData uri="http://schemas.openxmlformats.org/drawingml/2006/chart">
            <c:chart xmlns:c="http://schemas.openxmlformats.org/drawingml/2006/chart" xmlns:r="http://schemas.openxmlformats.org/officeDocument/2006/relationships" r:id="rId49"/>
          </a:graphicData>
        </a:graphic>
      </p:graphicFrame>
      <p:sp>
        <p:nvSpPr>
          <p:cNvPr id="5" name="Espaço Reservado para Texto 2">
            <a:extLst>
              <a:ext uri="{FF2B5EF4-FFF2-40B4-BE49-F238E27FC236}">
                <a16:creationId xmlns:a16="http://schemas.microsoft.com/office/drawing/2014/main" id="{227AE56B-C1D4-6B1D-DD6D-31662640C95C}"/>
              </a:ext>
            </a:extLst>
          </p:cNvPr>
          <p:cNvSpPr>
            <a:spLocks noGrp="1"/>
          </p:cNvSpPr>
          <p:nvPr>
            <p:custDataLst>
              <p:tags r:id="rId3"/>
            </p:custDataLst>
          </p:nvPr>
        </p:nvSpPr>
        <p:spPr bwMode="gray">
          <a:xfrm>
            <a:off x="1042988" y="5861050"/>
            <a:ext cx="246063"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lgn="ctr">
              <a:lnSpc>
                <a:spcPct val="90000"/>
              </a:lnSpc>
              <a:spcBef>
                <a:spcPct val="0"/>
              </a:spcBef>
              <a:spcAft>
                <a:spcPct val="0"/>
              </a:spcAft>
            </a:pPr>
            <a:fld id="{A7FC5F48-6C87-480C-B935-0B1C51142F5B}" type="datetime'''0'''''''''''''''''''''''''',''0'''''''''''''''''''''''''''">
              <a:rPr lang="pt-BR" altLang="en-US" smtClean="0">
                <a:effectLst/>
              </a:rPr>
              <a:pPr lvl="0" algn="ctr">
                <a:lnSpc>
                  <a:spcPct val="90000"/>
                </a:lnSpc>
                <a:spcBef>
                  <a:spcPct val="0"/>
                </a:spcBef>
                <a:spcAft>
                  <a:spcPct val="0"/>
                </a:spcAft>
              </a:pPr>
              <a:t>0,0</a:t>
            </a:fld>
            <a:endParaRPr lang="pt-BR"/>
          </a:p>
        </p:txBody>
      </p:sp>
      <p:sp>
        <p:nvSpPr>
          <p:cNvPr id="6" name="Espaço Reservado para Texto 2">
            <a:extLst>
              <a:ext uri="{FF2B5EF4-FFF2-40B4-BE49-F238E27FC236}">
                <a16:creationId xmlns:a16="http://schemas.microsoft.com/office/drawing/2014/main" id="{3E6F7882-CE76-976E-169E-81A22F387526}"/>
              </a:ext>
            </a:extLst>
          </p:cNvPr>
          <p:cNvSpPr>
            <a:spLocks noGrp="1"/>
          </p:cNvSpPr>
          <p:nvPr>
            <p:custDataLst>
              <p:tags r:id="rId4"/>
            </p:custDataLst>
          </p:nvPr>
        </p:nvSpPr>
        <p:spPr bwMode="gray">
          <a:xfrm>
            <a:off x="1763713" y="5861050"/>
            <a:ext cx="246063"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lgn="ctr">
              <a:lnSpc>
                <a:spcPct val="90000"/>
              </a:lnSpc>
              <a:spcBef>
                <a:spcPct val="0"/>
              </a:spcBef>
              <a:spcAft>
                <a:spcPct val="0"/>
              </a:spcAft>
            </a:pPr>
            <a:fld id="{A81F73AE-3AF7-4C93-ABB7-652EB2C2E675}" type="datetime'''''''''''''''''''0'''''''''''''''',''''''''''''5'">
              <a:rPr lang="pt-BR" altLang="en-US" smtClean="0">
                <a:effectLst/>
              </a:rPr>
              <a:pPr lvl="0" algn="ctr">
                <a:lnSpc>
                  <a:spcPct val="90000"/>
                </a:lnSpc>
                <a:spcBef>
                  <a:spcPct val="0"/>
                </a:spcBef>
                <a:spcAft>
                  <a:spcPct val="0"/>
                </a:spcAft>
              </a:pPr>
              <a:t>0,5</a:t>
            </a:fld>
            <a:endParaRPr lang="pt-BR"/>
          </a:p>
        </p:txBody>
      </p:sp>
      <p:sp>
        <p:nvSpPr>
          <p:cNvPr id="7" name="Espaço Reservado para Texto 2">
            <a:extLst>
              <a:ext uri="{FF2B5EF4-FFF2-40B4-BE49-F238E27FC236}">
                <a16:creationId xmlns:a16="http://schemas.microsoft.com/office/drawing/2014/main" id="{4346EF1D-E083-7F62-608F-3FC6EA6A45F3}"/>
              </a:ext>
            </a:extLst>
          </p:cNvPr>
          <p:cNvSpPr>
            <a:spLocks noGrp="1"/>
          </p:cNvSpPr>
          <p:nvPr>
            <p:custDataLst>
              <p:tags r:id="rId5"/>
            </p:custDataLst>
          </p:nvPr>
        </p:nvSpPr>
        <p:spPr bwMode="gray">
          <a:xfrm>
            <a:off x="2482850" y="5861050"/>
            <a:ext cx="246063"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lgn="ctr">
              <a:lnSpc>
                <a:spcPct val="90000"/>
              </a:lnSpc>
              <a:spcBef>
                <a:spcPct val="0"/>
              </a:spcBef>
              <a:spcAft>
                <a:spcPct val="0"/>
              </a:spcAft>
            </a:pPr>
            <a:fld id="{D8EEC7F3-141D-4979-B5F5-EC053ADB140B}" type="datetime'''''''''''''''''1'''''''''''''',0'''''''''">
              <a:rPr lang="pt-BR" altLang="en-US" smtClean="0">
                <a:effectLst/>
              </a:rPr>
              <a:pPr lvl="0" algn="ctr">
                <a:lnSpc>
                  <a:spcPct val="90000"/>
                </a:lnSpc>
                <a:spcBef>
                  <a:spcPct val="0"/>
                </a:spcBef>
                <a:spcAft>
                  <a:spcPct val="0"/>
                </a:spcAft>
              </a:pPr>
              <a:t>1,0</a:t>
            </a:fld>
            <a:endParaRPr lang="pt-BR"/>
          </a:p>
        </p:txBody>
      </p:sp>
      <p:sp>
        <p:nvSpPr>
          <p:cNvPr id="8" name="Espaço Reservado para Texto 2">
            <a:extLst>
              <a:ext uri="{FF2B5EF4-FFF2-40B4-BE49-F238E27FC236}">
                <a16:creationId xmlns:a16="http://schemas.microsoft.com/office/drawing/2014/main" id="{BAD59492-8705-D7F8-FBD7-C8C22485620C}"/>
              </a:ext>
            </a:extLst>
          </p:cNvPr>
          <p:cNvSpPr>
            <a:spLocks noGrp="1"/>
          </p:cNvSpPr>
          <p:nvPr>
            <p:custDataLst>
              <p:tags r:id="rId6"/>
            </p:custDataLst>
          </p:nvPr>
        </p:nvSpPr>
        <p:spPr bwMode="gray">
          <a:xfrm>
            <a:off x="3203575" y="5861050"/>
            <a:ext cx="246063"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lgn="ctr">
              <a:lnSpc>
                <a:spcPct val="90000"/>
              </a:lnSpc>
              <a:spcBef>
                <a:spcPct val="0"/>
              </a:spcBef>
              <a:spcAft>
                <a:spcPct val="0"/>
              </a:spcAft>
            </a:pPr>
            <a:fld id="{2ED3352B-54BD-4148-9A85-754C1B296C31}" type="datetime'''''''''''1'''''''''''''''''''',''5'''''''">
              <a:rPr lang="pt-BR" altLang="en-US" smtClean="0">
                <a:effectLst/>
              </a:rPr>
              <a:pPr lvl="0" algn="ctr">
                <a:lnSpc>
                  <a:spcPct val="90000"/>
                </a:lnSpc>
                <a:spcBef>
                  <a:spcPct val="0"/>
                </a:spcBef>
                <a:spcAft>
                  <a:spcPct val="0"/>
                </a:spcAft>
              </a:pPr>
              <a:t>1,5</a:t>
            </a:fld>
            <a:endParaRPr lang="pt-BR"/>
          </a:p>
        </p:txBody>
      </p:sp>
      <p:sp>
        <p:nvSpPr>
          <p:cNvPr id="9" name="Espaço Reservado para Texto 2">
            <a:extLst>
              <a:ext uri="{FF2B5EF4-FFF2-40B4-BE49-F238E27FC236}">
                <a16:creationId xmlns:a16="http://schemas.microsoft.com/office/drawing/2014/main" id="{8B366523-5937-D523-D2F7-A9AEF4319B14}"/>
              </a:ext>
            </a:extLst>
          </p:cNvPr>
          <p:cNvSpPr>
            <a:spLocks noGrp="1"/>
          </p:cNvSpPr>
          <p:nvPr>
            <p:custDataLst>
              <p:tags r:id="rId7"/>
            </p:custDataLst>
          </p:nvPr>
        </p:nvSpPr>
        <p:spPr bwMode="gray">
          <a:xfrm>
            <a:off x="3924300" y="5861050"/>
            <a:ext cx="246063"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lgn="ctr">
              <a:lnSpc>
                <a:spcPct val="90000"/>
              </a:lnSpc>
              <a:spcBef>
                <a:spcPct val="0"/>
              </a:spcBef>
              <a:spcAft>
                <a:spcPct val="0"/>
              </a:spcAft>
            </a:pPr>
            <a:fld id="{BDB8F206-D63F-44CB-A30B-D3132FE0A470}" type="datetime'''''''2'''''''''''''''''''''''',''''''''''0'''''''''''''''''">
              <a:rPr lang="pt-BR" altLang="en-US" smtClean="0">
                <a:effectLst/>
              </a:rPr>
              <a:pPr lvl="0" algn="ctr">
                <a:lnSpc>
                  <a:spcPct val="90000"/>
                </a:lnSpc>
                <a:spcBef>
                  <a:spcPct val="0"/>
                </a:spcBef>
                <a:spcAft>
                  <a:spcPct val="0"/>
                </a:spcAft>
              </a:pPr>
              <a:t>2,0</a:t>
            </a:fld>
            <a:endParaRPr lang="pt-BR"/>
          </a:p>
        </p:txBody>
      </p:sp>
      <p:sp>
        <p:nvSpPr>
          <p:cNvPr id="11" name="Espaço Reservado para Texto 2">
            <a:extLst>
              <a:ext uri="{FF2B5EF4-FFF2-40B4-BE49-F238E27FC236}">
                <a16:creationId xmlns:a16="http://schemas.microsoft.com/office/drawing/2014/main" id="{AFABA0D3-B6D7-2CF1-0E9E-C7D61CEECDF7}"/>
              </a:ext>
            </a:extLst>
          </p:cNvPr>
          <p:cNvSpPr>
            <a:spLocks noGrp="1"/>
          </p:cNvSpPr>
          <p:nvPr>
            <p:custDataLst>
              <p:tags r:id="rId8"/>
            </p:custDataLst>
          </p:nvPr>
        </p:nvSpPr>
        <p:spPr bwMode="gray">
          <a:xfrm>
            <a:off x="4643438" y="5861050"/>
            <a:ext cx="246063"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lgn="ctr">
              <a:lnSpc>
                <a:spcPct val="90000"/>
              </a:lnSpc>
              <a:spcBef>
                <a:spcPct val="0"/>
              </a:spcBef>
              <a:spcAft>
                <a:spcPct val="0"/>
              </a:spcAft>
            </a:pPr>
            <a:fld id="{ED8A807E-3057-4C1E-8EE5-E4D416BC4C5A}" type="datetime'2'''''''''''''''''''''''''''''',5'''''''''''''''''''''">
              <a:rPr lang="pt-BR" altLang="en-US" smtClean="0">
                <a:effectLst/>
              </a:rPr>
              <a:pPr lvl="0" algn="ctr">
                <a:lnSpc>
                  <a:spcPct val="90000"/>
                </a:lnSpc>
                <a:spcBef>
                  <a:spcPct val="0"/>
                </a:spcBef>
                <a:spcAft>
                  <a:spcPct val="0"/>
                </a:spcAft>
              </a:pPr>
              <a:t>2,5</a:t>
            </a:fld>
            <a:endParaRPr lang="pt-BR"/>
          </a:p>
        </p:txBody>
      </p:sp>
      <p:sp>
        <p:nvSpPr>
          <p:cNvPr id="12" name="Espaço Reservado para Texto 2">
            <a:extLst>
              <a:ext uri="{FF2B5EF4-FFF2-40B4-BE49-F238E27FC236}">
                <a16:creationId xmlns:a16="http://schemas.microsoft.com/office/drawing/2014/main" id="{6A998BFC-A78A-86E3-B728-0FC104F2C6CD}"/>
              </a:ext>
            </a:extLst>
          </p:cNvPr>
          <p:cNvSpPr>
            <a:spLocks noGrp="1"/>
          </p:cNvSpPr>
          <p:nvPr>
            <p:custDataLst>
              <p:tags r:id="rId9"/>
            </p:custDataLst>
          </p:nvPr>
        </p:nvSpPr>
        <p:spPr bwMode="gray">
          <a:xfrm>
            <a:off x="5364163" y="5861050"/>
            <a:ext cx="246063"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lgn="ctr">
              <a:lnSpc>
                <a:spcPct val="90000"/>
              </a:lnSpc>
              <a:spcBef>
                <a:spcPct val="0"/>
              </a:spcBef>
              <a:spcAft>
                <a:spcPct val="0"/>
              </a:spcAft>
            </a:pPr>
            <a:fld id="{0E7B4DD8-4398-4A83-A1AE-F38C672176DD}" type="datetime'''''''''''''3'''''''''''''',''''''''''''''''''''''''''''0'''''">
              <a:rPr lang="pt-BR" altLang="en-US" smtClean="0">
                <a:effectLst/>
              </a:rPr>
              <a:pPr lvl="0" algn="ctr">
                <a:lnSpc>
                  <a:spcPct val="90000"/>
                </a:lnSpc>
                <a:spcBef>
                  <a:spcPct val="0"/>
                </a:spcBef>
                <a:spcAft>
                  <a:spcPct val="0"/>
                </a:spcAft>
              </a:pPr>
              <a:t>3,0</a:t>
            </a:fld>
            <a:endParaRPr lang="pt-BR"/>
          </a:p>
        </p:txBody>
      </p:sp>
      <p:sp>
        <p:nvSpPr>
          <p:cNvPr id="13" name="Espaço Reservado para Texto 2">
            <a:extLst>
              <a:ext uri="{FF2B5EF4-FFF2-40B4-BE49-F238E27FC236}">
                <a16:creationId xmlns:a16="http://schemas.microsoft.com/office/drawing/2014/main" id="{92E510D4-92E9-F903-7732-534D956F94CF}"/>
              </a:ext>
            </a:extLst>
          </p:cNvPr>
          <p:cNvSpPr>
            <a:spLocks noGrp="1"/>
          </p:cNvSpPr>
          <p:nvPr>
            <p:custDataLst>
              <p:tags r:id="rId10"/>
            </p:custDataLst>
          </p:nvPr>
        </p:nvSpPr>
        <p:spPr bwMode="gray">
          <a:xfrm>
            <a:off x="742950" y="5637213"/>
            <a:ext cx="246063"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lgn="r">
              <a:lnSpc>
                <a:spcPct val="90000"/>
              </a:lnSpc>
              <a:spcBef>
                <a:spcPct val="0"/>
              </a:spcBef>
              <a:spcAft>
                <a:spcPct val="0"/>
              </a:spcAft>
            </a:pPr>
            <a:fld id="{FBA8174D-B54F-4577-97F7-AF7810CE834D}" type="datetime'''''''''0,''''''''''0'''">
              <a:rPr lang="pt-BR" altLang="en-US" smtClean="0">
                <a:effectLst/>
              </a:rPr>
              <a:pPr lvl="0" algn="r">
                <a:lnSpc>
                  <a:spcPct val="90000"/>
                </a:lnSpc>
                <a:spcBef>
                  <a:spcPct val="0"/>
                </a:spcBef>
                <a:spcAft>
                  <a:spcPct val="0"/>
                </a:spcAft>
              </a:pPr>
              <a:t>0,0</a:t>
            </a:fld>
            <a:endParaRPr lang="pt-BR"/>
          </a:p>
        </p:txBody>
      </p:sp>
      <p:sp>
        <p:nvSpPr>
          <p:cNvPr id="14" name="Espaço Reservado para Texto 2">
            <a:extLst>
              <a:ext uri="{FF2B5EF4-FFF2-40B4-BE49-F238E27FC236}">
                <a16:creationId xmlns:a16="http://schemas.microsoft.com/office/drawing/2014/main" id="{5D1A30FF-D2AC-408A-8BF1-ED9F0222098A}"/>
              </a:ext>
            </a:extLst>
          </p:cNvPr>
          <p:cNvSpPr>
            <a:spLocks noGrp="1"/>
          </p:cNvSpPr>
          <p:nvPr>
            <p:custDataLst>
              <p:tags r:id="rId11"/>
            </p:custDataLst>
          </p:nvPr>
        </p:nvSpPr>
        <p:spPr bwMode="gray">
          <a:xfrm>
            <a:off x="742950" y="5160963"/>
            <a:ext cx="246063"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lgn="r">
              <a:lnSpc>
                <a:spcPct val="90000"/>
              </a:lnSpc>
              <a:spcBef>
                <a:spcPct val="0"/>
              </a:spcBef>
              <a:spcAft>
                <a:spcPct val="0"/>
              </a:spcAft>
            </a:pPr>
            <a:fld id="{B15F6DCC-ED12-48B8-93F5-1AFE6593D25C}" type="datetime'''''''''0,''''5'''''''">
              <a:rPr lang="pt-BR" altLang="en-US" smtClean="0">
                <a:effectLst/>
              </a:rPr>
              <a:pPr lvl="0" algn="r">
                <a:lnSpc>
                  <a:spcPct val="90000"/>
                </a:lnSpc>
                <a:spcBef>
                  <a:spcPct val="0"/>
                </a:spcBef>
                <a:spcAft>
                  <a:spcPct val="0"/>
                </a:spcAft>
              </a:pPr>
              <a:t>0,5</a:t>
            </a:fld>
            <a:endParaRPr lang="pt-BR"/>
          </a:p>
        </p:txBody>
      </p:sp>
      <p:sp>
        <p:nvSpPr>
          <p:cNvPr id="15" name="Espaço Reservado para Texto 2">
            <a:extLst>
              <a:ext uri="{FF2B5EF4-FFF2-40B4-BE49-F238E27FC236}">
                <a16:creationId xmlns:a16="http://schemas.microsoft.com/office/drawing/2014/main" id="{1F876462-8DAC-4A17-CBA8-D8AE4EEFDDA6}"/>
              </a:ext>
            </a:extLst>
          </p:cNvPr>
          <p:cNvSpPr>
            <a:spLocks noGrp="1"/>
          </p:cNvSpPr>
          <p:nvPr>
            <p:custDataLst>
              <p:tags r:id="rId12"/>
            </p:custDataLst>
          </p:nvPr>
        </p:nvSpPr>
        <p:spPr bwMode="gray">
          <a:xfrm>
            <a:off x="742950" y="4684713"/>
            <a:ext cx="246063"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lgn="r">
              <a:lnSpc>
                <a:spcPct val="90000"/>
              </a:lnSpc>
              <a:spcBef>
                <a:spcPct val="0"/>
              </a:spcBef>
              <a:spcAft>
                <a:spcPct val="0"/>
              </a:spcAft>
            </a:pPr>
            <a:fld id="{B2C2B67C-D6B1-492B-9121-700AF7271D9A}" type="datetime'''''''''''''''''''''''1'''''''''''',''''0'''''''''''''''''">
              <a:rPr lang="pt-BR" altLang="en-US" smtClean="0">
                <a:effectLst/>
              </a:rPr>
              <a:pPr lvl="0" algn="r">
                <a:lnSpc>
                  <a:spcPct val="90000"/>
                </a:lnSpc>
                <a:spcBef>
                  <a:spcPct val="0"/>
                </a:spcBef>
                <a:spcAft>
                  <a:spcPct val="0"/>
                </a:spcAft>
              </a:pPr>
              <a:t>1,0</a:t>
            </a:fld>
            <a:endParaRPr lang="pt-BR"/>
          </a:p>
        </p:txBody>
      </p:sp>
      <p:sp>
        <p:nvSpPr>
          <p:cNvPr id="16" name="Espaço Reservado para Texto 2">
            <a:extLst>
              <a:ext uri="{FF2B5EF4-FFF2-40B4-BE49-F238E27FC236}">
                <a16:creationId xmlns:a16="http://schemas.microsoft.com/office/drawing/2014/main" id="{4B1A9043-3AA7-FF5C-B213-EBC98A6CF0CF}"/>
              </a:ext>
            </a:extLst>
          </p:cNvPr>
          <p:cNvSpPr>
            <a:spLocks noGrp="1"/>
          </p:cNvSpPr>
          <p:nvPr>
            <p:custDataLst>
              <p:tags r:id="rId13"/>
            </p:custDataLst>
          </p:nvPr>
        </p:nvSpPr>
        <p:spPr bwMode="gray">
          <a:xfrm>
            <a:off x="742950" y="4208463"/>
            <a:ext cx="246063"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lgn="r">
              <a:lnSpc>
                <a:spcPct val="90000"/>
              </a:lnSpc>
              <a:spcBef>
                <a:spcPct val="0"/>
              </a:spcBef>
              <a:spcAft>
                <a:spcPct val="0"/>
              </a:spcAft>
            </a:pPr>
            <a:fld id="{6875B55E-682B-4173-A48A-055643A18E94}" type="datetime'''''''''1'''''''''''''''''''',''5'''">
              <a:rPr lang="pt-BR" altLang="en-US" smtClean="0">
                <a:effectLst/>
              </a:rPr>
              <a:pPr lvl="0" algn="r">
                <a:lnSpc>
                  <a:spcPct val="90000"/>
                </a:lnSpc>
                <a:spcBef>
                  <a:spcPct val="0"/>
                </a:spcBef>
                <a:spcAft>
                  <a:spcPct val="0"/>
                </a:spcAft>
              </a:pPr>
              <a:t>1,5</a:t>
            </a:fld>
            <a:endParaRPr lang="pt-BR"/>
          </a:p>
        </p:txBody>
      </p:sp>
      <p:sp>
        <p:nvSpPr>
          <p:cNvPr id="20" name="Espaço Reservado para Texto 2">
            <a:extLst>
              <a:ext uri="{FF2B5EF4-FFF2-40B4-BE49-F238E27FC236}">
                <a16:creationId xmlns:a16="http://schemas.microsoft.com/office/drawing/2014/main" id="{45F4877E-C02E-5C91-2229-EF44839689AE}"/>
              </a:ext>
            </a:extLst>
          </p:cNvPr>
          <p:cNvSpPr>
            <a:spLocks noGrp="1"/>
          </p:cNvSpPr>
          <p:nvPr>
            <p:custDataLst>
              <p:tags r:id="rId14"/>
            </p:custDataLst>
          </p:nvPr>
        </p:nvSpPr>
        <p:spPr bwMode="gray">
          <a:xfrm>
            <a:off x="742950" y="3732213"/>
            <a:ext cx="246063"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lgn="r">
              <a:lnSpc>
                <a:spcPct val="90000"/>
              </a:lnSpc>
              <a:spcBef>
                <a:spcPct val="0"/>
              </a:spcBef>
              <a:spcAft>
                <a:spcPct val="0"/>
              </a:spcAft>
            </a:pPr>
            <a:fld id="{EC83622F-8479-4170-97C8-54584F7A3FCE}" type="datetime'''''''''2'''''''''''''''''''''''''''''''''''''',''''0'''''">
              <a:rPr lang="pt-BR" altLang="en-US" smtClean="0">
                <a:effectLst/>
              </a:rPr>
              <a:pPr lvl="0" algn="r">
                <a:lnSpc>
                  <a:spcPct val="90000"/>
                </a:lnSpc>
                <a:spcBef>
                  <a:spcPct val="0"/>
                </a:spcBef>
                <a:spcAft>
                  <a:spcPct val="0"/>
                </a:spcAft>
              </a:pPr>
              <a:t>2,0</a:t>
            </a:fld>
            <a:endParaRPr lang="pt-BR"/>
          </a:p>
        </p:txBody>
      </p:sp>
      <p:sp>
        <p:nvSpPr>
          <p:cNvPr id="21" name="Espaço Reservado para Texto 2">
            <a:extLst>
              <a:ext uri="{FF2B5EF4-FFF2-40B4-BE49-F238E27FC236}">
                <a16:creationId xmlns:a16="http://schemas.microsoft.com/office/drawing/2014/main" id="{2EF748E5-D22C-BC38-1C14-655AE267EDA0}"/>
              </a:ext>
            </a:extLst>
          </p:cNvPr>
          <p:cNvSpPr>
            <a:spLocks noGrp="1"/>
          </p:cNvSpPr>
          <p:nvPr>
            <p:custDataLst>
              <p:tags r:id="rId15"/>
            </p:custDataLst>
          </p:nvPr>
        </p:nvSpPr>
        <p:spPr bwMode="gray">
          <a:xfrm>
            <a:off x="742950" y="3254375"/>
            <a:ext cx="246063"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lgn="r">
              <a:lnSpc>
                <a:spcPct val="90000"/>
              </a:lnSpc>
              <a:spcBef>
                <a:spcPct val="0"/>
              </a:spcBef>
              <a:spcAft>
                <a:spcPct val="0"/>
              </a:spcAft>
            </a:pPr>
            <a:fld id="{F3B6D7BF-2835-4CB2-B651-E62962738DFC}" type="datetime'''''''''''''''''''2,''''5'''''">
              <a:rPr lang="pt-BR" altLang="en-US" smtClean="0">
                <a:effectLst/>
              </a:rPr>
              <a:pPr lvl="0" algn="r">
                <a:lnSpc>
                  <a:spcPct val="90000"/>
                </a:lnSpc>
                <a:spcBef>
                  <a:spcPct val="0"/>
                </a:spcBef>
                <a:spcAft>
                  <a:spcPct val="0"/>
                </a:spcAft>
              </a:pPr>
              <a:t>2,5</a:t>
            </a:fld>
            <a:endParaRPr lang="pt-BR"/>
          </a:p>
        </p:txBody>
      </p:sp>
      <p:sp>
        <p:nvSpPr>
          <p:cNvPr id="23" name="Espaço Reservado para Texto 2">
            <a:extLst>
              <a:ext uri="{FF2B5EF4-FFF2-40B4-BE49-F238E27FC236}">
                <a16:creationId xmlns:a16="http://schemas.microsoft.com/office/drawing/2014/main" id="{22D720C0-AAEA-9755-B571-B56F91A5A598}"/>
              </a:ext>
            </a:extLst>
          </p:cNvPr>
          <p:cNvSpPr>
            <a:spLocks noGrp="1"/>
          </p:cNvSpPr>
          <p:nvPr>
            <p:custDataLst>
              <p:tags r:id="rId16"/>
            </p:custDataLst>
          </p:nvPr>
        </p:nvSpPr>
        <p:spPr bwMode="gray">
          <a:xfrm>
            <a:off x="742950" y="2778125"/>
            <a:ext cx="246063"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lgn="r">
              <a:lnSpc>
                <a:spcPct val="90000"/>
              </a:lnSpc>
              <a:spcBef>
                <a:spcPct val="0"/>
              </a:spcBef>
              <a:spcAft>
                <a:spcPct val="0"/>
              </a:spcAft>
            </a:pPr>
            <a:fld id="{CCC84EA7-497A-4F58-90C3-5D7AD789D6C5}" type="datetime'''''''3,''''''''''''''''''''0'''''''''''''''''''''''''''''''">
              <a:rPr lang="pt-BR" altLang="en-US" smtClean="0">
                <a:effectLst/>
              </a:rPr>
              <a:pPr lvl="0" algn="r">
                <a:lnSpc>
                  <a:spcPct val="90000"/>
                </a:lnSpc>
                <a:spcBef>
                  <a:spcPct val="0"/>
                </a:spcBef>
                <a:spcAft>
                  <a:spcPct val="0"/>
                </a:spcAft>
              </a:pPr>
              <a:t>3,0</a:t>
            </a:fld>
            <a:endParaRPr lang="pt-BR"/>
          </a:p>
        </p:txBody>
      </p:sp>
      <p:sp>
        <p:nvSpPr>
          <p:cNvPr id="24" name="Espaço Reservado para Texto 2">
            <a:extLst>
              <a:ext uri="{FF2B5EF4-FFF2-40B4-BE49-F238E27FC236}">
                <a16:creationId xmlns:a16="http://schemas.microsoft.com/office/drawing/2014/main" id="{BF661332-791B-835B-0C68-29412F510F60}"/>
              </a:ext>
            </a:extLst>
          </p:cNvPr>
          <p:cNvSpPr>
            <a:spLocks noGrp="1"/>
          </p:cNvSpPr>
          <p:nvPr>
            <p:custDataLst>
              <p:tags r:id="rId17"/>
            </p:custDataLst>
          </p:nvPr>
        </p:nvSpPr>
        <p:spPr bwMode="gray">
          <a:xfrm>
            <a:off x="742950" y="2301875"/>
            <a:ext cx="246063"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lgn="r">
              <a:lnSpc>
                <a:spcPct val="90000"/>
              </a:lnSpc>
              <a:spcBef>
                <a:spcPct val="0"/>
              </a:spcBef>
              <a:spcAft>
                <a:spcPct val="0"/>
              </a:spcAft>
            </a:pPr>
            <a:fld id="{E173F727-AE2C-4A53-A14F-A28A19A1FD6C}" type="datetime'''''''''''''''''3'',''''''''''''''''''''''''5'''''''''''''''''">
              <a:rPr lang="pt-BR" altLang="en-US" smtClean="0">
                <a:effectLst/>
              </a:rPr>
              <a:pPr lvl="0" algn="r">
                <a:lnSpc>
                  <a:spcPct val="90000"/>
                </a:lnSpc>
                <a:spcBef>
                  <a:spcPct val="0"/>
                </a:spcBef>
                <a:spcAft>
                  <a:spcPct val="0"/>
                </a:spcAft>
              </a:pPr>
              <a:t>3,5</a:t>
            </a:fld>
            <a:endParaRPr lang="pt-BR"/>
          </a:p>
        </p:txBody>
      </p:sp>
      <p:sp>
        <p:nvSpPr>
          <p:cNvPr id="25" name="Espaço Reservado para Texto 2">
            <a:extLst>
              <a:ext uri="{FF2B5EF4-FFF2-40B4-BE49-F238E27FC236}">
                <a16:creationId xmlns:a16="http://schemas.microsoft.com/office/drawing/2014/main" id="{D076D8F7-34AA-7728-66CE-BF6B3A9E934F}"/>
              </a:ext>
            </a:extLst>
          </p:cNvPr>
          <p:cNvSpPr>
            <a:spLocks noGrp="1"/>
          </p:cNvSpPr>
          <p:nvPr>
            <p:custDataLst>
              <p:tags r:id="rId18"/>
            </p:custDataLst>
          </p:nvPr>
        </p:nvSpPr>
        <p:spPr bwMode="gray">
          <a:xfrm>
            <a:off x="742950" y="1825625"/>
            <a:ext cx="246063"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lgn="r">
              <a:lnSpc>
                <a:spcPct val="90000"/>
              </a:lnSpc>
              <a:spcBef>
                <a:spcPct val="0"/>
              </a:spcBef>
              <a:spcAft>
                <a:spcPct val="0"/>
              </a:spcAft>
            </a:pPr>
            <a:fld id="{0BF84717-B9C3-41E4-A40D-317867FB95F3}" type="datetime'''''''''''''4'''''''',''''''''0'''''''''''''">
              <a:rPr lang="pt-BR" altLang="en-US" smtClean="0">
                <a:effectLst/>
              </a:rPr>
              <a:pPr lvl="0" algn="r">
                <a:lnSpc>
                  <a:spcPct val="90000"/>
                </a:lnSpc>
                <a:spcBef>
                  <a:spcPct val="0"/>
                </a:spcBef>
                <a:spcAft>
                  <a:spcPct val="0"/>
                </a:spcAft>
              </a:pPr>
              <a:t>4,0</a:t>
            </a:fld>
            <a:endParaRPr lang="pt-BR"/>
          </a:p>
        </p:txBody>
      </p:sp>
      <p:sp>
        <p:nvSpPr>
          <p:cNvPr id="53" name="Retângulo 52">
            <a:extLst>
              <a:ext uri="{FF2B5EF4-FFF2-40B4-BE49-F238E27FC236}">
                <a16:creationId xmlns:a16="http://schemas.microsoft.com/office/drawing/2014/main" id="{2A20C449-CC35-63A3-229A-C660989A6330}"/>
              </a:ext>
            </a:extLst>
          </p:cNvPr>
          <p:cNvSpPr/>
          <p:nvPr>
            <p:custDataLst>
              <p:tags r:id="rId19"/>
            </p:custDataLst>
          </p:nvPr>
        </p:nvSpPr>
        <p:spPr bwMode="auto">
          <a:xfrm>
            <a:off x="5265737" y="6196013"/>
            <a:ext cx="344488" cy="212725"/>
          </a:xfrm>
          <a:prstGeom prst="rect">
            <a:avLst/>
          </a:prstGeom>
          <a:noFill/>
          <a:ln w="12700" cap="flat" cmpd="sng" algn="ctr">
            <a:noFill/>
            <a:prstDash val="solid"/>
            <a:miter lim="400000"/>
            <a:headEnd type="none" w="med" len="med"/>
            <a:tailEnd type="none" w="med" len="med"/>
          </a:ln>
          <a:effectLst/>
          <a:extLst>
            <a:ext uri="{909E8E84-426E-40DD-AFC4-6F175D3DCCD1}">
              <a14:hiddenFill xmlns:a14="http://schemas.microsoft.com/office/drawing/2010/main">
                <a:solidFill>
                  <a:scrgbClr r="0" g="0" b="0"/>
                </a:solidFill>
              </a14:hiddenFill>
            </a:ext>
            <a:ext uri="{91240B29-F687-4F45-9708-019B960494DF}">
              <a14:hiddenLine xmlns:a14="http://schemas.microsoft.com/office/drawing/2010/main" w="12700" cap="flat" cmpd="sng" algn="ctr">
                <a:solidFill>
                  <a:schemeClr val="accent4"/>
                </a:solidFill>
                <a:prstDash val="solid"/>
                <a:miter lim="400000"/>
                <a:headEnd type="none" w="med" len="med"/>
                <a:tailEnd type="none" w="med" len="med"/>
              </a14:hiddenLine>
            </a:ext>
          </a:extLst>
        </p:spPr>
        <p:txBody>
          <a:bodyPr vert="horz" wrap="none" lIns="0" tIns="0" rIns="0" bIns="0" rtlCol="0" anchor="t"/>
          <a:lstStyle/>
          <a:p>
            <a:pPr marL="0" marR="0" lvl="0" indent="0" algn="r" defTabSz="914400" rtl="0" eaLnBrk="1" fontAlgn="auto" latinLnBrk="0" hangingPunct="1">
              <a:lnSpc>
                <a:spcPct val="100000"/>
              </a:lnSpc>
              <a:spcBef>
                <a:spcPct val="0"/>
              </a:spcBef>
              <a:spcAft>
                <a:spcPct val="0"/>
              </a:spcAft>
              <a:buClrTx/>
              <a:buSzTx/>
              <a:buFontTx/>
              <a:buNone/>
              <a:tabLst/>
              <a:defRPr/>
            </a:pPr>
            <a:fld id="{A67679AB-362E-4052-9844-F28FE6748C8E}" type="datetime'''''''''''''''G''''''''''''a''''''''''p'''''''''''''''''''">
              <a:rPr kumimoji="0" lang="pt-BR" altLang="en-US" sz="1400" b="1" i="1" u="none" strike="noStrike" kern="1200" cap="none" spc="0" normalizeH="0" baseline="0" noProof="0" smtClean="0">
                <a:ln>
                  <a:noFill/>
                </a:ln>
                <a:solidFill>
                  <a:srgbClr val="071C25"/>
                </a:solidFill>
                <a:effectLst/>
                <a:uLnTx/>
                <a:uFillTx/>
                <a:latin typeface="Arial"/>
                <a:ea typeface="+mn-ea"/>
                <a:cs typeface="+mn-cs"/>
              </a:rPr>
              <a:pPr marL="0" marR="0" lvl="0" indent="0" algn="r" defTabSz="914400" rtl="0" eaLnBrk="1" fontAlgn="auto" latinLnBrk="0" hangingPunct="1">
                <a:lnSpc>
                  <a:spcPct val="100000"/>
                </a:lnSpc>
                <a:spcBef>
                  <a:spcPct val="0"/>
                </a:spcBef>
                <a:spcAft>
                  <a:spcPct val="0"/>
                </a:spcAft>
                <a:buClrTx/>
                <a:buSzTx/>
                <a:buFontTx/>
                <a:buNone/>
                <a:tabLst/>
                <a:defRPr/>
              </a:pPr>
              <a:t>Gap</a:t>
            </a:fld>
            <a:endParaRPr kumimoji="0" lang="pt-BR" sz="1400" b="1" i="1" u="none" strike="noStrike" kern="1200" cap="none" spc="0" normalizeH="0" baseline="0" noProof="0">
              <a:ln>
                <a:noFill/>
              </a:ln>
              <a:solidFill>
                <a:srgbClr val="071C25"/>
              </a:solidFill>
              <a:effectLst/>
              <a:uLnTx/>
              <a:uFillTx/>
              <a:latin typeface="Arial"/>
              <a:ea typeface="+mn-ea"/>
              <a:cs typeface="+mn-cs"/>
            </a:endParaRPr>
          </a:p>
        </p:txBody>
      </p:sp>
      <p:sp>
        <p:nvSpPr>
          <p:cNvPr id="54" name="Retângulo 53">
            <a:extLst>
              <a:ext uri="{FF2B5EF4-FFF2-40B4-BE49-F238E27FC236}">
                <a16:creationId xmlns:a16="http://schemas.microsoft.com/office/drawing/2014/main" id="{A7E9D183-D323-072E-B82F-3CF85D90AE54}"/>
              </a:ext>
            </a:extLst>
          </p:cNvPr>
          <p:cNvSpPr/>
          <p:nvPr>
            <p:custDataLst>
              <p:tags r:id="rId20"/>
            </p:custDataLst>
          </p:nvPr>
        </p:nvSpPr>
        <p:spPr bwMode="auto">
          <a:xfrm>
            <a:off x="387350" y="2590800"/>
            <a:ext cx="212725" cy="2460625"/>
          </a:xfrm>
          <a:prstGeom prst="rect">
            <a:avLst/>
          </a:prstGeom>
          <a:noFill/>
          <a:ln w="12700" cap="flat" cmpd="sng" algn="ctr">
            <a:noFill/>
            <a:prstDash val="solid"/>
            <a:miter lim="400000"/>
            <a:headEnd type="none" w="med" len="med"/>
            <a:tailEnd type="none" w="med" len="med"/>
          </a:ln>
          <a:effectLst/>
          <a:extLst>
            <a:ext uri="{909E8E84-426E-40DD-AFC4-6F175D3DCCD1}">
              <a14:hiddenFill xmlns:a14="http://schemas.microsoft.com/office/drawing/2010/main">
                <a:solidFill>
                  <a:scrgbClr r="0" g="0" b="0"/>
                </a:solidFill>
              </a14:hiddenFill>
            </a:ext>
            <a:ext uri="{91240B29-F687-4F45-9708-019B960494DF}">
              <a14:hiddenLine xmlns:a14="http://schemas.microsoft.com/office/drawing/2010/main" w="12700" cap="flat" cmpd="sng" algn="ctr">
                <a:solidFill>
                  <a:schemeClr val="accent4"/>
                </a:solidFill>
                <a:prstDash val="solid"/>
                <a:miter lim="400000"/>
                <a:headEnd type="none" w="med" len="med"/>
                <a:tailEnd type="none" w="med" len="med"/>
              </a14:hiddenLine>
            </a:ext>
          </a:extLst>
        </p:spPr>
        <p:txBody>
          <a:bodyPr vert="vert270" wrap="none" lIns="0" tIns="0" rIns="0" bIns="0" rtlCol="0" anchor="b"/>
          <a:lstStyle/>
          <a:p>
            <a:pPr marL="0" marR="0" lvl="0" indent="0" algn="ctr" defTabSz="914400" rtl="0" eaLnBrk="1" fontAlgn="auto" latinLnBrk="0" hangingPunct="1">
              <a:lnSpc>
                <a:spcPct val="100000"/>
              </a:lnSpc>
              <a:spcBef>
                <a:spcPct val="0"/>
              </a:spcBef>
              <a:spcAft>
                <a:spcPct val="0"/>
              </a:spcAft>
              <a:buClrTx/>
              <a:buSzTx/>
              <a:buFontTx/>
              <a:buNone/>
              <a:tabLst/>
              <a:defRPr/>
            </a:pPr>
            <a:r>
              <a:rPr kumimoji="0" lang="pt-BR" altLang="en-US" sz="1400" b="1" i="0" u="none" strike="noStrike" kern="1200" cap="none" spc="0" normalizeH="0" baseline="0" noProof="0">
                <a:ln>
                  <a:noFill/>
                </a:ln>
                <a:solidFill>
                  <a:srgbClr val="071C25"/>
                </a:solidFill>
                <a:effectLst/>
                <a:uLnTx/>
                <a:uFillTx/>
                <a:latin typeface="Arial"/>
                <a:ea typeface="+mn-ea"/>
                <a:cs typeface="+mn-cs"/>
              </a:rPr>
              <a:t>Facilidade de implementação</a:t>
            </a:r>
            <a:endParaRPr kumimoji="0" lang="pt-BR" sz="1400" b="1" i="0" u="none" strike="noStrike" kern="1200" cap="none" spc="0" normalizeH="0" baseline="0" noProof="0">
              <a:ln>
                <a:noFill/>
              </a:ln>
              <a:solidFill>
                <a:srgbClr val="071C25"/>
              </a:solidFill>
              <a:effectLst/>
              <a:uLnTx/>
              <a:uFillTx/>
              <a:latin typeface="Arial"/>
              <a:ea typeface="+mn-ea"/>
              <a:cs typeface="+mn-cs"/>
            </a:endParaRPr>
          </a:p>
        </p:txBody>
      </p:sp>
      <p:sp>
        <p:nvSpPr>
          <p:cNvPr id="55" name="Retângulo 54">
            <a:extLst>
              <a:ext uri="{FF2B5EF4-FFF2-40B4-BE49-F238E27FC236}">
                <a16:creationId xmlns:a16="http://schemas.microsoft.com/office/drawing/2014/main" id="{AFC20DD4-C749-46D4-BDCF-F56AC85AFFEA}"/>
              </a:ext>
            </a:extLst>
          </p:cNvPr>
          <p:cNvSpPr/>
          <p:nvPr>
            <p:custDataLst>
              <p:tags r:id="rId21"/>
            </p:custDataLst>
          </p:nvPr>
        </p:nvSpPr>
        <p:spPr bwMode="gray">
          <a:xfrm>
            <a:off x="2701925" y="3727450"/>
            <a:ext cx="149225" cy="192088"/>
          </a:xfrm>
          <a:prstGeom prst="rect">
            <a:avLst/>
          </a:prstGeom>
          <a:noFill/>
          <a:ln w="12700" cap="flat" cmpd="sng" algn="ctr">
            <a:noFill/>
            <a:prstDash val="solid"/>
            <a:miter lim="400000"/>
            <a:headEnd type="none" w="med" len="med"/>
            <a:tailEnd type="none" w="med" len="med"/>
          </a:ln>
          <a:effectLst/>
          <a:extLst>
            <a:ext uri="{909E8E84-426E-40DD-AFC4-6F175D3DCCD1}">
              <a14:hiddenFill xmlns:a14="http://schemas.microsoft.com/office/drawing/2010/main">
                <a:solidFill>
                  <a:scrgbClr r="0" g="0" b="0"/>
                </a:solidFill>
              </a14:hiddenFill>
            </a:ext>
            <a:ext uri="{91240B29-F687-4F45-9708-019B960494DF}">
              <a14:hiddenLine xmlns:a14="http://schemas.microsoft.com/office/drawing/2010/main" w="12700" cap="flat" cmpd="sng" algn="ctr">
                <a:solidFill>
                  <a:schemeClr val="accent4"/>
                </a:solidFill>
                <a:prstDash val="solid"/>
                <a:miter lim="400000"/>
                <a:headEnd type="none" w="med" len="med"/>
                <a:tailEnd type="none" w="med" len="med"/>
              </a14:hiddenLine>
            </a:ext>
          </a:extLst>
        </p:spPr>
        <p:txBody>
          <a:bodyPr vert="horz" wrap="none" lIns="25400" tIns="0" rIns="25400" bIns="0" rtlCol="0" anchor="ctr"/>
          <a:lstStyle/>
          <a:p>
            <a:pPr marL="0" marR="0" lvl="0" indent="0" algn="l" defTabSz="914400" rtl="0" eaLnBrk="1" fontAlgn="auto" latinLnBrk="0" hangingPunct="1">
              <a:lnSpc>
                <a:spcPct val="90000"/>
              </a:lnSpc>
              <a:spcBef>
                <a:spcPct val="0"/>
              </a:spcBef>
              <a:spcAft>
                <a:spcPct val="0"/>
              </a:spcAft>
              <a:buClrTx/>
              <a:buSzTx/>
              <a:buFontTx/>
              <a:buNone/>
              <a:tabLst/>
              <a:defRPr/>
            </a:pPr>
            <a:fld id="{B67DE927-2912-43FD-AB66-CC5706926413}" type="datetime'''''''''''''''''''''''''''''''''''''''''''''1'''''''">
              <a:rPr kumimoji="0" lang="pt-BR" altLang="en-US" sz="1400" b="0" i="0" u="none" strike="noStrike" kern="1200" cap="none" spc="0" normalizeH="0" baseline="0" noProof="0" smtClean="0">
                <a:ln>
                  <a:noFill/>
                </a:ln>
                <a:solidFill>
                  <a:srgbClr val="071C25"/>
                </a:solidFill>
                <a:effectLst/>
                <a:uLnTx/>
                <a:uFillTx/>
                <a:latin typeface="Arial"/>
                <a:ea typeface="+mn-ea"/>
                <a:cs typeface="+mn-cs"/>
              </a:rPr>
              <a:pPr marL="0" marR="0" lvl="0" indent="0" algn="l" defTabSz="914400" rtl="0" eaLnBrk="1" fontAlgn="auto" latinLnBrk="0" hangingPunct="1">
                <a:lnSpc>
                  <a:spcPct val="90000"/>
                </a:lnSpc>
                <a:spcBef>
                  <a:spcPct val="0"/>
                </a:spcBef>
                <a:spcAft>
                  <a:spcPct val="0"/>
                </a:spcAft>
                <a:buClrTx/>
                <a:buSzTx/>
                <a:buFontTx/>
                <a:buNone/>
                <a:tabLst/>
                <a:defRPr/>
              </a:pPr>
              <a:t>1</a:t>
            </a:fld>
            <a:endParaRPr kumimoji="0" lang="pt-BR" sz="1400" b="0" i="0" u="none" strike="noStrike" kern="1200" cap="none" spc="0" normalizeH="0" baseline="0" noProof="0" err="1">
              <a:ln>
                <a:noFill/>
              </a:ln>
              <a:solidFill>
                <a:srgbClr val="071C25"/>
              </a:solidFill>
              <a:effectLst/>
              <a:uLnTx/>
              <a:uFillTx/>
              <a:latin typeface="Arial"/>
              <a:ea typeface="+mn-ea"/>
              <a:cs typeface="+mn-cs"/>
            </a:endParaRPr>
          </a:p>
        </p:txBody>
      </p:sp>
      <p:sp>
        <p:nvSpPr>
          <p:cNvPr id="56" name="Retângulo 55">
            <a:extLst>
              <a:ext uri="{FF2B5EF4-FFF2-40B4-BE49-F238E27FC236}">
                <a16:creationId xmlns:a16="http://schemas.microsoft.com/office/drawing/2014/main" id="{1842B6E2-853B-AE86-06AF-1F392675D9D8}"/>
              </a:ext>
            </a:extLst>
          </p:cNvPr>
          <p:cNvSpPr/>
          <p:nvPr>
            <p:custDataLst>
              <p:tags r:id="rId22"/>
            </p:custDataLst>
          </p:nvPr>
        </p:nvSpPr>
        <p:spPr bwMode="gray">
          <a:xfrm>
            <a:off x="4143375" y="2773363"/>
            <a:ext cx="149225" cy="192088"/>
          </a:xfrm>
          <a:prstGeom prst="rect">
            <a:avLst/>
          </a:prstGeom>
          <a:noFill/>
          <a:ln w="12700" cap="flat" cmpd="sng" algn="ctr">
            <a:noFill/>
            <a:prstDash val="solid"/>
            <a:miter lim="4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4"/>
                </a:solidFill>
                <a:prstDash val="solid"/>
                <a:miter lim="400000"/>
                <a:headEnd type="none" w="med" len="med"/>
                <a:tailEnd type="none" w="med" len="med"/>
              </a14:hiddenLine>
            </a:ext>
          </a:extLst>
        </p:spPr>
        <p:txBody>
          <a:bodyPr vert="horz" wrap="none" lIns="25400" tIns="0" rIns="25400" bIns="0" rtlCol="0" anchor="ctr"/>
          <a:lstStyle/>
          <a:p>
            <a:pPr marL="0" marR="0" lvl="0" indent="0" algn="l" defTabSz="914400" rtl="0" eaLnBrk="1" fontAlgn="auto" latinLnBrk="0" hangingPunct="1">
              <a:lnSpc>
                <a:spcPct val="90000"/>
              </a:lnSpc>
              <a:spcBef>
                <a:spcPct val="0"/>
              </a:spcBef>
              <a:spcAft>
                <a:spcPct val="0"/>
              </a:spcAft>
              <a:buClrTx/>
              <a:buSzTx/>
              <a:buFontTx/>
              <a:buNone/>
              <a:tabLst/>
              <a:defRPr/>
            </a:pPr>
            <a:fld id="{D4D8D94F-40C3-4060-A4AF-DE8ED21D2FFC}" type="datetime'''''''''''''''''''''2'''''''''''''''''''''''''''">
              <a:rPr kumimoji="0" lang="pt-BR" altLang="en-US" sz="1400" b="0" i="0" u="none" strike="noStrike" kern="1200" cap="none" spc="0" normalizeH="0" baseline="0" noProof="0" smtClean="0">
                <a:ln>
                  <a:noFill/>
                </a:ln>
                <a:solidFill>
                  <a:srgbClr val="071C25"/>
                </a:solidFill>
                <a:effectLst/>
                <a:uLnTx/>
                <a:uFillTx/>
                <a:latin typeface="Arial"/>
                <a:ea typeface="+mn-ea"/>
                <a:cs typeface="+mn-cs"/>
              </a:rPr>
              <a:pPr marL="0" marR="0" lvl="0" indent="0" algn="l" defTabSz="914400" rtl="0" eaLnBrk="1" fontAlgn="auto" latinLnBrk="0" hangingPunct="1">
                <a:lnSpc>
                  <a:spcPct val="90000"/>
                </a:lnSpc>
                <a:spcBef>
                  <a:spcPct val="0"/>
                </a:spcBef>
                <a:spcAft>
                  <a:spcPct val="0"/>
                </a:spcAft>
                <a:buClrTx/>
                <a:buSzTx/>
                <a:buFontTx/>
                <a:buNone/>
                <a:tabLst/>
                <a:defRPr/>
              </a:pPr>
              <a:t>2</a:t>
            </a:fld>
            <a:endParaRPr kumimoji="0" lang="pt-BR" sz="1400" b="0" i="0" u="none" strike="noStrike" kern="1200" cap="none" spc="0" normalizeH="0" baseline="0" noProof="0">
              <a:ln>
                <a:noFill/>
              </a:ln>
              <a:solidFill>
                <a:srgbClr val="071C25"/>
              </a:solidFill>
              <a:effectLst/>
              <a:uLnTx/>
              <a:uFillTx/>
              <a:latin typeface="Arial"/>
              <a:ea typeface="+mn-ea"/>
              <a:cs typeface="+mn-cs"/>
            </a:endParaRPr>
          </a:p>
        </p:txBody>
      </p:sp>
      <p:sp>
        <p:nvSpPr>
          <p:cNvPr id="57" name="Retângulo 56">
            <a:extLst>
              <a:ext uri="{FF2B5EF4-FFF2-40B4-BE49-F238E27FC236}">
                <a16:creationId xmlns:a16="http://schemas.microsoft.com/office/drawing/2014/main" id="{13BC5366-32F0-ED38-41FC-FE6A4FCBA6D0}"/>
              </a:ext>
            </a:extLst>
          </p:cNvPr>
          <p:cNvSpPr/>
          <p:nvPr>
            <p:custDataLst>
              <p:tags r:id="rId23"/>
            </p:custDataLst>
          </p:nvPr>
        </p:nvSpPr>
        <p:spPr bwMode="gray">
          <a:xfrm>
            <a:off x="4862513" y="3630613"/>
            <a:ext cx="149225" cy="192088"/>
          </a:xfrm>
          <a:prstGeom prst="rect">
            <a:avLst/>
          </a:prstGeom>
          <a:noFill/>
          <a:ln w="12700" cap="flat" cmpd="sng" algn="ctr">
            <a:noFill/>
            <a:prstDash val="solid"/>
            <a:miter lim="4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4"/>
                </a:solidFill>
                <a:prstDash val="solid"/>
                <a:miter lim="400000"/>
                <a:headEnd type="none" w="med" len="med"/>
                <a:tailEnd type="none" w="med" len="med"/>
              </a14:hiddenLine>
            </a:ext>
          </a:extLst>
        </p:spPr>
        <p:txBody>
          <a:bodyPr vert="horz" wrap="none" lIns="25400" tIns="0" rIns="25400" bIns="0" rtlCol="0" anchor="ctr"/>
          <a:lstStyle/>
          <a:p>
            <a:pPr marL="0" marR="0" lvl="0" indent="0" algn="l" defTabSz="914400" rtl="0" eaLnBrk="1" fontAlgn="auto" latinLnBrk="0" hangingPunct="1">
              <a:lnSpc>
                <a:spcPct val="90000"/>
              </a:lnSpc>
              <a:spcBef>
                <a:spcPct val="0"/>
              </a:spcBef>
              <a:spcAft>
                <a:spcPct val="0"/>
              </a:spcAft>
              <a:buClrTx/>
              <a:buSzTx/>
              <a:buFontTx/>
              <a:buNone/>
              <a:tabLst/>
              <a:defRPr/>
            </a:pPr>
            <a:fld id="{C10E7183-1541-4B8F-A05D-24644049BA27}" type="datetime'''''''''''''''''3'">
              <a:rPr kumimoji="0" lang="pt-BR" altLang="en-US" sz="1400" b="0" i="0" u="none" strike="noStrike" kern="1200" cap="none" spc="0" normalizeH="0" baseline="0" noProof="0" smtClean="0">
                <a:ln>
                  <a:noFill/>
                </a:ln>
                <a:solidFill>
                  <a:srgbClr val="071C25"/>
                </a:solidFill>
                <a:effectLst/>
                <a:uLnTx/>
                <a:uFillTx/>
                <a:latin typeface="Arial"/>
                <a:ea typeface="+mn-ea"/>
                <a:cs typeface="+mn-cs"/>
              </a:rPr>
              <a:pPr marL="0" marR="0" lvl="0" indent="0" algn="l" defTabSz="914400" rtl="0" eaLnBrk="1" fontAlgn="auto" latinLnBrk="0" hangingPunct="1">
                <a:lnSpc>
                  <a:spcPct val="90000"/>
                </a:lnSpc>
                <a:spcBef>
                  <a:spcPct val="0"/>
                </a:spcBef>
                <a:spcAft>
                  <a:spcPct val="0"/>
                </a:spcAft>
                <a:buClrTx/>
                <a:buSzTx/>
                <a:buFontTx/>
                <a:buNone/>
                <a:tabLst/>
                <a:defRPr/>
              </a:pPr>
              <a:t>3</a:t>
            </a:fld>
            <a:endParaRPr kumimoji="0" lang="pt-BR" sz="1400" b="0" i="0" u="none" strike="noStrike" kern="1200" cap="none" spc="0" normalizeH="0" baseline="0" noProof="0" err="1">
              <a:ln>
                <a:noFill/>
              </a:ln>
              <a:solidFill>
                <a:srgbClr val="071C25"/>
              </a:solidFill>
              <a:effectLst/>
              <a:uLnTx/>
              <a:uFillTx/>
              <a:latin typeface="Arial"/>
              <a:ea typeface="+mn-ea"/>
              <a:cs typeface="+mn-cs"/>
            </a:endParaRPr>
          </a:p>
        </p:txBody>
      </p:sp>
      <p:sp>
        <p:nvSpPr>
          <p:cNvPr id="58" name="Retângulo 57">
            <a:extLst>
              <a:ext uri="{FF2B5EF4-FFF2-40B4-BE49-F238E27FC236}">
                <a16:creationId xmlns:a16="http://schemas.microsoft.com/office/drawing/2014/main" id="{420AA767-09BB-62DE-9152-D00C33ED7393}"/>
              </a:ext>
            </a:extLst>
          </p:cNvPr>
          <p:cNvSpPr/>
          <p:nvPr>
            <p:custDataLst>
              <p:tags r:id="rId24"/>
            </p:custDataLst>
          </p:nvPr>
        </p:nvSpPr>
        <p:spPr bwMode="gray">
          <a:xfrm>
            <a:off x="3422650" y="3727450"/>
            <a:ext cx="149225" cy="192088"/>
          </a:xfrm>
          <a:prstGeom prst="rect">
            <a:avLst/>
          </a:prstGeom>
          <a:noFill/>
          <a:ln w="12700" cap="flat" cmpd="sng" algn="ctr">
            <a:noFill/>
            <a:prstDash val="solid"/>
            <a:miter lim="4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4"/>
                </a:solidFill>
                <a:prstDash val="solid"/>
                <a:miter lim="400000"/>
                <a:headEnd type="none" w="med" len="med"/>
                <a:tailEnd type="none" w="med" len="med"/>
              </a14:hiddenLine>
            </a:ext>
          </a:extLst>
        </p:spPr>
        <p:txBody>
          <a:bodyPr vert="horz" wrap="none" lIns="25400" tIns="0" rIns="25400" bIns="0" rtlCol="0" anchor="ctr"/>
          <a:lstStyle/>
          <a:p>
            <a:pPr marL="0" marR="0" lvl="0" indent="0" algn="l" defTabSz="914400" rtl="0" eaLnBrk="1" fontAlgn="auto" latinLnBrk="0" hangingPunct="1">
              <a:lnSpc>
                <a:spcPct val="90000"/>
              </a:lnSpc>
              <a:spcBef>
                <a:spcPct val="0"/>
              </a:spcBef>
              <a:spcAft>
                <a:spcPct val="0"/>
              </a:spcAft>
              <a:buClrTx/>
              <a:buSzTx/>
              <a:buFontTx/>
              <a:buNone/>
              <a:tabLst/>
              <a:defRPr/>
            </a:pPr>
            <a:fld id="{97F5B826-96EB-408B-97A1-6B5323645435}" type="datetime'''''''''''''''''''''''''''''''4'''''''''''">
              <a:rPr kumimoji="0" lang="pt-BR" altLang="en-US" sz="1400" b="0" i="0" u="none" strike="noStrike" kern="1200" cap="none" spc="0" normalizeH="0" baseline="0" noProof="0" smtClean="0">
                <a:ln>
                  <a:noFill/>
                </a:ln>
                <a:solidFill>
                  <a:srgbClr val="071C25"/>
                </a:solidFill>
                <a:effectLst/>
                <a:uLnTx/>
                <a:uFillTx/>
                <a:latin typeface="Arial"/>
                <a:ea typeface="+mn-ea"/>
                <a:cs typeface="+mn-cs"/>
              </a:rPr>
              <a:pPr marL="0" marR="0" lvl="0" indent="0" algn="l" defTabSz="914400" rtl="0" eaLnBrk="1" fontAlgn="auto" latinLnBrk="0" hangingPunct="1">
                <a:lnSpc>
                  <a:spcPct val="90000"/>
                </a:lnSpc>
                <a:spcBef>
                  <a:spcPct val="0"/>
                </a:spcBef>
                <a:spcAft>
                  <a:spcPct val="0"/>
                </a:spcAft>
                <a:buClrTx/>
                <a:buSzTx/>
                <a:buFontTx/>
                <a:buNone/>
                <a:tabLst/>
                <a:defRPr/>
              </a:pPr>
              <a:t>4</a:t>
            </a:fld>
            <a:endParaRPr kumimoji="0" lang="pt-BR" sz="1400" b="0" i="0" u="none" strike="noStrike" kern="1200" cap="none" spc="0" normalizeH="0" baseline="0" noProof="0" err="1">
              <a:ln>
                <a:noFill/>
              </a:ln>
              <a:solidFill>
                <a:srgbClr val="071C25"/>
              </a:solidFill>
              <a:effectLst/>
              <a:uLnTx/>
              <a:uFillTx/>
              <a:latin typeface="Arial"/>
              <a:ea typeface="+mn-ea"/>
              <a:cs typeface="+mn-cs"/>
            </a:endParaRPr>
          </a:p>
        </p:txBody>
      </p:sp>
      <p:sp>
        <p:nvSpPr>
          <p:cNvPr id="59" name="Retângulo 58">
            <a:extLst>
              <a:ext uri="{FF2B5EF4-FFF2-40B4-BE49-F238E27FC236}">
                <a16:creationId xmlns:a16="http://schemas.microsoft.com/office/drawing/2014/main" id="{BF01FB45-F952-B755-5289-260F7003EB0A}"/>
              </a:ext>
            </a:extLst>
          </p:cNvPr>
          <p:cNvSpPr/>
          <p:nvPr>
            <p:custDataLst>
              <p:tags r:id="rId25"/>
            </p:custDataLst>
          </p:nvPr>
        </p:nvSpPr>
        <p:spPr bwMode="gray">
          <a:xfrm>
            <a:off x="4979988" y="2012950"/>
            <a:ext cx="149225" cy="192088"/>
          </a:xfrm>
          <a:prstGeom prst="rect">
            <a:avLst/>
          </a:prstGeom>
          <a:noFill/>
          <a:ln w="12700" cap="flat" cmpd="sng" algn="ctr">
            <a:noFill/>
            <a:prstDash val="solid"/>
            <a:miter lim="4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4"/>
                </a:solidFill>
                <a:prstDash val="solid"/>
                <a:miter lim="400000"/>
                <a:headEnd type="none" w="med" len="med"/>
                <a:tailEnd type="none" w="med" len="med"/>
              </a14:hiddenLine>
            </a:ext>
          </a:extLst>
        </p:spPr>
        <p:txBody>
          <a:bodyPr vert="horz" wrap="none" lIns="25400" tIns="0" rIns="25400" bIns="0" rtlCol="0" anchor="ctr"/>
          <a:lstStyle/>
          <a:p>
            <a:pPr marL="0" marR="0" lvl="0" indent="0" algn="l" defTabSz="914400" rtl="0" eaLnBrk="1" fontAlgn="auto" latinLnBrk="0" hangingPunct="1">
              <a:lnSpc>
                <a:spcPct val="90000"/>
              </a:lnSpc>
              <a:spcBef>
                <a:spcPct val="0"/>
              </a:spcBef>
              <a:spcAft>
                <a:spcPct val="0"/>
              </a:spcAft>
              <a:buClrTx/>
              <a:buSzTx/>
              <a:buFontTx/>
              <a:buNone/>
              <a:tabLst/>
              <a:defRPr/>
            </a:pPr>
            <a:fld id="{CEE75E3F-D943-42F5-97A4-A5E6D539F6A3}" type="datetime'''''''''''''''''''''''''''''''''''''''''5'''''''''">
              <a:rPr kumimoji="0" lang="pt-BR" altLang="en-US" sz="1400" b="0" i="0" u="none" strike="noStrike" kern="1200" cap="none" spc="0" normalizeH="0" baseline="0" noProof="0" smtClean="0">
                <a:ln>
                  <a:noFill/>
                </a:ln>
                <a:solidFill>
                  <a:srgbClr val="071C25"/>
                </a:solidFill>
                <a:effectLst/>
                <a:uLnTx/>
                <a:uFillTx/>
                <a:latin typeface="Arial"/>
                <a:ea typeface="+mn-ea"/>
                <a:cs typeface="+mn-cs"/>
              </a:rPr>
              <a:pPr marL="0" marR="0" lvl="0" indent="0" algn="l" defTabSz="914400" rtl="0" eaLnBrk="1" fontAlgn="auto" latinLnBrk="0" hangingPunct="1">
                <a:lnSpc>
                  <a:spcPct val="90000"/>
                </a:lnSpc>
                <a:spcBef>
                  <a:spcPct val="0"/>
                </a:spcBef>
                <a:spcAft>
                  <a:spcPct val="0"/>
                </a:spcAft>
                <a:buClrTx/>
                <a:buSzTx/>
                <a:buFontTx/>
                <a:buNone/>
                <a:tabLst/>
                <a:defRPr/>
              </a:pPr>
              <a:t>5</a:t>
            </a:fld>
            <a:endParaRPr kumimoji="0" lang="pt-BR" sz="1400" b="0" i="0" u="none" strike="noStrike" kern="1200" cap="none" spc="0" normalizeH="0" baseline="0" noProof="0" err="1">
              <a:ln>
                <a:noFill/>
              </a:ln>
              <a:solidFill>
                <a:srgbClr val="071C25"/>
              </a:solidFill>
              <a:effectLst/>
              <a:uLnTx/>
              <a:uFillTx/>
              <a:latin typeface="Arial"/>
              <a:ea typeface="+mn-ea"/>
              <a:cs typeface="+mn-cs"/>
            </a:endParaRPr>
          </a:p>
        </p:txBody>
      </p:sp>
      <p:sp>
        <p:nvSpPr>
          <p:cNvPr id="60" name="Retângulo 59">
            <a:extLst>
              <a:ext uri="{FF2B5EF4-FFF2-40B4-BE49-F238E27FC236}">
                <a16:creationId xmlns:a16="http://schemas.microsoft.com/office/drawing/2014/main" id="{7A1FBF55-29FF-2DA9-4D8A-64DB2BF88FCB}"/>
              </a:ext>
            </a:extLst>
          </p:cNvPr>
          <p:cNvSpPr/>
          <p:nvPr>
            <p:custDataLst>
              <p:tags r:id="rId26"/>
            </p:custDataLst>
          </p:nvPr>
        </p:nvSpPr>
        <p:spPr bwMode="gray">
          <a:xfrm>
            <a:off x="5267325" y="2965450"/>
            <a:ext cx="149225" cy="192088"/>
          </a:xfrm>
          <a:prstGeom prst="rect">
            <a:avLst/>
          </a:prstGeom>
          <a:noFill/>
          <a:ln w="12700" cap="flat" cmpd="sng" algn="ctr">
            <a:noFill/>
            <a:prstDash val="solid"/>
            <a:miter lim="4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4"/>
                </a:solidFill>
                <a:prstDash val="solid"/>
                <a:miter lim="400000"/>
                <a:headEnd type="none" w="med" len="med"/>
                <a:tailEnd type="none" w="med" len="med"/>
              </a14:hiddenLine>
            </a:ext>
          </a:extLst>
        </p:spPr>
        <p:txBody>
          <a:bodyPr vert="horz" wrap="none" lIns="25400" tIns="0" rIns="25400" bIns="0" rtlCol="0" anchor="ctr"/>
          <a:lstStyle/>
          <a:p>
            <a:pPr marL="0" marR="0" lvl="0" indent="0" algn="l" defTabSz="914400" rtl="0" eaLnBrk="1" fontAlgn="auto" latinLnBrk="0" hangingPunct="1">
              <a:lnSpc>
                <a:spcPct val="90000"/>
              </a:lnSpc>
              <a:spcBef>
                <a:spcPct val="0"/>
              </a:spcBef>
              <a:spcAft>
                <a:spcPct val="0"/>
              </a:spcAft>
              <a:buClrTx/>
              <a:buSzTx/>
              <a:buFontTx/>
              <a:buNone/>
              <a:tabLst/>
              <a:defRPr/>
            </a:pPr>
            <a:fld id="{0493E10D-009E-4530-B974-D238621A9D5F}" type="datetime'''''''''''''''''''''''''6'''''">
              <a:rPr kumimoji="0" lang="pt-BR" altLang="en-US" sz="1400" b="0" i="0" u="none" strike="noStrike" kern="1200" cap="none" spc="0" normalizeH="0" baseline="0" noProof="0" smtClean="0">
                <a:ln>
                  <a:noFill/>
                </a:ln>
                <a:solidFill>
                  <a:srgbClr val="071C25"/>
                </a:solidFill>
                <a:effectLst/>
                <a:uLnTx/>
                <a:uFillTx/>
                <a:latin typeface="Arial"/>
                <a:ea typeface="+mn-ea"/>
                <a:cs typeface="+mn-cs"/>
              </a:rPr>
              <a:pPr marL="0" marR="0" lvl="0" indent="0" algn="l" defTabSz="914400" rtl="0" eaLnBrk="1" fontAlgn="auto" latinLnBrk="0" hangingPunct="1">
                <a:lnSpc>
                  <a:spcPct val="90000"/>
                </a:lnSpc>
                <a:spcBef>
                  <a:spcPct val="0"/>
                </a:spcBef>
                <a:spcAft>
                  <a:spcPct val="0"/>
                </a:spcAft>
                <a:buClrTx/>
                <a:buSzTx/>
                <a:buFontTx/>
                <a:buNone/>
                <a:tabLst/>
                <a:defRPr/>
              </a:pPr>
              <a:t>6</a:t>
            </a:fld>
            <a:endParaRPr kumimoji="0" lang="pt-BR" sz="1400" b="0" i="0" u="none" strike="noStrike" kern="1200" cap="none" spc="0" normalizeH="0" baseline="0" noProof="0" err="1">
              <a:ln>
                <a:noFill/>
              </a:ln>
              <a:solidFill>
                <a:srgbClr val="071C25"/>
              </a:solidFill>
              <a:effectLst/>
              <a:uLnTx/>
              <a:uFillTx/>
              <a:latin typeface="Arial"/>
              <a:ea typeface="+mn-ea"/>
              <a:cs typeface="+mn-cs"/>
            </a:endParaRPr>
          </a:p>
        </p:txBody>
      </p:sp>
      <p:sp>
        <p:nvSpPr>
          <p:cNvPr id="117" name="Retângulo 116">
            <a:extLst>
              <a:ext uri="{FF2B5EF4-FFF2-40B4-BE49-F238E27FC236}">
                <a16:creationId xmlns:a16="http://schemas.microsoft.com/office/drawing/2014/main" id="{2E81D543-E275-C54F-50A1-8F3D417A9154}"/>
              </a:ext>
            </a:extLst>
          </p:cNvPr>
          <p:cNvSpPr/>
          <p:nvPr>
            <p:custDataLst>
              <p:tags r:id="rId27"/>
            </p:custDataLst>
          </p:nvPr>
        </p:nvSpPr>
        <p:spPr bwMode="gray">
          <a:xfrm>
            <a:off x="4686300" y="4081463"/>
            <a:ext cx="149225" cy="192088"/>
          </a:xfrm>
          <a:prstGeom prst="rect">
            <a:avLst/>
          </a:prstGeom>
          <a:noFill/>
          <a:ln w="12700" cap="flat" cmpd="sng" algn="ctr">
            <a:noFill/>
            <a:prstDash val="solid"/>
            <a:miter lim="4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4"/>
                </a:solidFill>
                <a:prstDash val="solid"/>
                <a:miter lim="400000"/>
                <a:headEnd type="none" w="med" len="med"/>
                <a:tailEnd type="none" w="med" len="med"/>
              </a14:hiddenLine>
            </a:ext>
          </a:extLst>
        </p:spPr>
        <p:txBody>
          <a:bodyPr vert="horz" wrap="none" lIns="25400" tIns="0" rIns="25400" bIns="0" rtlCol="0" anchor="ctr"/>
          <a:lstStyle/>
          <a:p>
            <a:pPr marL="0" marR="0" lvl="0" indent="0" algn="l" defTabSz="914400" rtl="0" eaLnBrk="1" fontAlgn="auto" latinLnBrk="0" hangingPunct="1">
              <a:lnSpc>
                <a:spcPct val="90000"/>
              </a:lnSpc>
              <a:spcBef>
                <a:spcPct val="0"/>
              </a:spcBef>
              <a:spcAft>
                <a:spcPct val="0"/>
              </a:spcAft>
              <a:buClrTx/>
              <a:buSzTx/>
              <a:buFontTx/>
              <a:buNone/>
              <a:tabLst/>
              <a:defRPr/>
            </a:pPr>
            <a:fld id="{C19441EA-B065-4AE1-933C-872AC42B7052}" type="datetime'''''''''''''''''''''''''''''''''''''7'''''''''''''''">
              <a:rPr kumimoji="0" lang="pt-BR" altLang="en-US" sz="1400" b="0" i="0" u="none" strike="noStrike" kern="1200" cap="none" spc="0" normalizeH="0" baseline="0" noProof="0" smtClean="0">
                <a:ln>
                  <a:noFill/>
                </a:ln>
                <a:solidFill>
                  <a:srgbClr val="071C25"/>
                </a:solidFill>
                <a:effectLst/>
                <a:uLnTx/>
                <a:uFillTx/>
                <a:latin typeface="Arial"/>
                <a:ea typeface="+mn-ea"/>
                <a:cs typeface="+mn-cs"/>
              </a:rPr>
              <a:pPr marL="0" marR="0" lvl="0" indent="0" algn="l" defTabSz="914400" rtl="0" eaLnBrk="1" fontAlgn="auto" latinLnBrk="0" hangingPunct="1">
                <a:lnSpc>
                  <a:spcPct val="90000"/>
                </a:lnSpc>
                <a:spcBef>
                  <a:spcPct val="0"/>
                </a:spcBef>
                <a:spcAft>
                  <a:spcPct val="0"/>
                </a:spcAft>
                <a:buClrTx/>
                <a:buSzTx/>
                <a:buFontTx/>
                <a:buNone/>
                <a:tabLst/>
                <a:defRPr/>
              </a:pPr>
              <a:t>7</a:t>
            </a:fld>
            <a:endParaRPr kumimoji="0" lang="pt-BR" sz="1400" b="0" i="0" u="none" strike="noStrike" kern="1200" cap="none" spc="0" normalizeH="0" baseline="0" noProof="0" err="1">
              <a:ln>
                <a:noFill/>
              </a:ln>
              <a:solidFill>
                <a:srgbClr val="071C25"/>
              </a:solidFill>
              <a:effectLst/>
              <a:uLnTx/>
              <a:uFillTx/>
              <a:latin typeface="Arial"/>
              <a:ea typeface="+mn-ea"/>
              <a:cs typeface="+mn-cs"/>
            </a:endParaRPr>
          </a:p>
        </p:txBody>
      </p:sp>
      <p:sp>
        <p:nvSpPr>
          <p:cNvPr id="122" name="Retângulo 121">
            <a:extLst>
              <a:ext uri="{FF2B5EF4-FFF2-40B4-BE49-F238E27FC236}">
                <a16:creationId xmlns:a16="http://schemas.microsoft.com/office/drawing/2014/main" id="{8592EC90-DF22-64C2-29D2-BB46456D536A}"/>
              </a:ext>
            </a:extLst>
          </p:cNvPr>
          <p:cNvSpPr/>
          <p:nvPr>
            <p:custDataLst>
              <p:tags r:id="rId28"/>
            </p:custDataLst>
          </p:nvPr>
        </p:nvSpPr>
        <p:spPr bwMode="gray">
          <a:xfrm>
            <a:off x="1385888" y="3363913"/>
            <a:ext cx="149225" cy="192088"/>
          </a:xfrm>
          <a:prstGeom prst="rect">
            <a:avLst/>
          </a:prstGeom>
          <a:noFill/>
          <a:ln w="12700" cap="flat" cmpd="sng" algn="ctr">
            <a:noFill/>
            <a:prstDash val="solid"/>
            <a:miter lim="4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4"/>
                </a:solidFill>
                <a:prstDash val="solid"/>
                <a:miter lim="400000"/>
                <a:headEnd type="none" w="med" len="med"/>
                <a:tailEnd type="none" w="med" len="med"/>
              </a14:hiddenLine>
            </a:ext>
          </a:extLst>
        </p:spPr>
        <p:txBody>
          <a:bodyPr vert="horz" wrap="none" lIns="25400" tIns="0" rIns="25400" bIns="0" rtlCol="0" anchor="ctr"/>
          <a:lstStyle/>
          <a:p>
            <a:pPr marL="0" marR="0" lvl="0" indent="0" algn="l" defTabSz="914400" rtl="0" eaLnBrk="1" fontAlgn="auto" latinLnBrk="0" hangingPunct="1">
              <a:lnSpc>
                <a:spcPct val="90000"/>
              </a:lnSpc>
              <a:spcBef>
                <a:spcPct val="0"/>
              </a:spcBef>
              <a:spcAft>
                <a:spcPct val="0"/>
              </a:spcAft>
              <a:buClrTx/>
              <a:buSzTx/>
              <a:buFontTx/>
              <a:buNone/>
              <a:tabLst/>
              <a:defRPr/>
            </a:pPr>
            <a:fld id="{2D2704EC-CE07-46AD-97EE-64BCCD2B835E}" type="datetime'''''''''''''''8'''''''''''''''''''''''''''">
              <a:rPr kumimoji="0" lang="pt-BR" altLang="en-US" sz="1400" b="0" i="0" u="none" strike="noStrike" kern="1200" cap="none" spc="0" normalizeH="0" baseline="0" noProof="0" smtClean="0">
                <a:ln>
                  <a:noFill/>
                </a:ln>
                <a:solidFill>
                  <a:srgbClr val="071C25"/>
                </a:solidFill>
                <a:effectLst/>
                <a:uLnTx/>
                <a:uFillTx/>
                <a:latin typeface="Arial"/>
                <a:ea typeface="+mn-ea"/>
                <a:cs typeface="+mn-cs"/>
              </a:rPr>
              <a:pPr marL="0" marR="0" lvl="0" indent="0" algn="l" defTabSz="914400" rtl="0" eaLnBrk="1" fontAlgn="auto" latinLnBrk="0" hangingPunct="1">
                <a:lnSpc>
                  <a:spcPct val="90000"/>
                </a:lnSpc>
                <a:spcBef>
                  <a:spcPct val="0"/>
                </a:spcBef>
                <a:spcAft>
                  <a:spcPct val="0"/>
                </a:spcAft>
                <a:buClrTx/>
                <a:buSzTx/>
                <a:buFontTx/>
                <a:buNone/>
                <a:tabLst/>
                <a:defRPr/>
              </a:pPr>
              <a:t>8</a:t>
            </a:fld>
            <a:endParaRPr kumimoji="0" lang="pt-BR" sz="1400" b="0" i="0" u="none" strike="noStrike" kern="1200" cap="none" spc="0" normalizeH="0" baseline="0" noProof="0" err="1">
              <a:ln>
                <a:noFill/>
              </a:ln>
              <a:solidFill>
                <a:srgbClr val="071C25"/>
              </a:solidFill>
              <a:effectLst/>
              <a:uLnTx/>
              <a:uFillTx/>
              <a:latin typeface="Arial"/>
              <a:ea typeface="+mn-ea"/>
              <a:cs typeface="+mn-cs"/>
            </a:endParaRPr>
          </a:p>
        </p:txBody>
      </p:sp>
      <p:sp>
        <p:nvSpPr>
          <p:cNvPr id="123" name="Retângulo 122">
            <a:extLst>
              <a:ext uri="{FF2B5EF4-FFF2-40B4-BE49-F238E27FC236}">
                <a16:creationId xmlns:a16="http://schemas.microsoft.com/office/drawing/2014/main" id="{40128C38-714F-E339-47B0-71F4F39DF833}"/>
              </a:ext>
            </a:extLst>
          </p:cNvPr>
          <p:cNvSpPr/>
          <p:nvPr>
            <p:custDataLst>
              <p:tags r:id="rId29"/>
            </p:custDataLst>
          </p:nvPr>
        </p:nvSpPr>
        <p:spPr bwMode="gray">
          <a:xfrm>
            <a:off x="4337050" y="3706813"/>
            <a:ext cx="149225" cy="192088"/>
          </a:xfrm>
          <a:prstGeom prst="rect">
            <a:avLst/>
          </a:prstGeom>
          <a:noFill/>
          <a:ln w="12700" cap="flat" cmpd="sng" algn="ctr">
            <a:noFill/>
            <a:prstDash val="solid"/>
            <a:miter lim="4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4"/>
                </a:solidFill>
                <a:prstDash val="solid"/>
                <a:miter lim="400000"/>
                <a:headEnd type="none" w="med" len="med"/>
                <a:tailEnd type="none" w="med" len="med"/>
              </a14:hiddenLine>
            </a:ext>
          </a:extLst>
        </p:spPr>
        <p:txBody>
          <a:bodyPr vert="horz" wrap="none" lIns="25400" tIns="0" rIns="25400" bIns="0" rtlCol="0" anchor="ctr"/>
          <a:lstStyle/>
          <a:p>
            <a:pPr marL="0" marR="0" lvl="0" indent="0" algn="l" defTabSz="914400" rtl="0" eaLnBrk="1" fontAlgn="auto" latinLnBrk="0" hangingPunct="1">
              <a:lnSpc>
                <a:spcPct val="90000"/>
              </a:lnSpc>
              <a:spcBef>
                <a:spcPct val="0"/>
              </a:spcBef>
              <a:spcAft>
                <a:spcPct val="0"/>
              </a:spcAft>
              <a:buClrTx/>
              <a:buSzTx/>
              <a:buFontTx/>
              <a:buNone/>
              <a:tabLst/>
              <a:defRPr/>
            </a:pPr>
            <a:fld id="{B30B9B19-409D-4FE3-A992-2EFECF4637D8}" type="datetime'''''''9'''''''''">
              <a:rPr kumimoji="0" lang="pt-BR" altLang="en-US" sz="1400" b="0" i="0" u="none" strike="noStrike" kern="1200" cap="none" spc="0" normalizeH="0" baseline="0" noProof="0" smtClean="0">
                <a:ln>
                  <a:noFill/>
                </a:ln>
                <a:solidFill>
                  <a:srgbClr val="071C25"/>
                </a:solidFill>
                <a:effectLst/>
                <a:uLnTx/>
                <a:uFillTx/>
                <a:latin typeface="Arial"/>
                <a:ea typeface="+mn-ea"/>
                <a:cs typeface="+mn-cs"/>
              </a:rPr>
              <a:pPr marL="0" marR="0" lvl="0" indent="0" algn="l" defTabSz="914400" rtl="0" eaLnBrk="1" fontAlgn="auto" latinLnBrk="0" hangingPunct="1">
                <a:lnSpc>
                  <a:spcPct val="90000"/>
                </a:lnSpc>
                <a:spcBef>
                  <a:spcPct val="0"/>
                </a:spcBef>
                <a:spcAft>
                  <a:spcPct val="0"/>
                </a:spcAft>
                <a:buClrTx/>
                <a:buSzTx/>
                <a:buFontTx/>
                <a:buNone/>
                <a:tabLst/>
                <a:defRPr/>
              </a:pPr>
              <a:t>9</a:t>
            </a:fld>
            <a:endParaRPr kumimoji="0" lang="pt-BR" sz="1400" b="0" i="0" u="none" strike="noStrike" kern="1200" cap="none" spc="0" normalizeH="0" baseline="0" noProof="0" err="1">
              <a:ln>
                <a:noFill/>
              </a:ln>
              <a:solidFill>
                <a:srgbClr val="071C25"/>
              </a:solidFill>
              <a:effectLst/>
              <a:uLnTx/>
              <a:uFillTx/>
              <a:latin typeface="Arial"/>
              <a:ea typeface="+mn-ea"/>
              <a:cs typeface="+mn-cs"/>
            </a:endParaRPr>
          </a:p>
        </p:txBody>
      </p:sp>
      <p:sp>
        <p:nvSpPr>
          <p:cNvPr id="124" name="Retângulo 123">
            <a:extLst>
              <a:ext uri="{FF2B5EF4-FFF2-40B4-BE49-F238E27FC236}">
                <a16:creationId xmlns:a16="http://schemas.microsoft.com/office/drawing/2014/main" id="{74803A44-EA5B-7C45-E4E7-C58CE25C7E59}"/>
              </a:ext>
            </a:extLst>
          </p:cNvPr>
          <p:cNvSpPr/>
          <p:nvPr>
            <p:custDataLst>
              <p:tags r:id="rId30"/>
            </p:custDataLst>
          </p:nvPr>
        </p:nvSpPr>
        <p:spPr bwMode="gray">
          <a:xfrm>
            <a:off x="2701925" y="4203700"/>
            <a:ext cx="247650" cy="192088"/>
          </a:xfrm>
          <a:prstGeom prst="rect">
            <a:avLst/>
          </a:prstGeom>
          <a:noFill/>
          <a:ln w="12700" cap="flat" cmpd="sng" algn="ctr">
            <a:noFill/>
            <a:prstDash val="solid"/>
            <a:miter lim="4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4"/>
                </a:solidFill>
                <a:prstDash val="solid"/>
                <a:miter lim="400000"/>
                <a:headEnd type="none" w="med" len="med"/>
                <a:tailEnd type="none" w="med" len="med"/>
              </a14:hiddenLine>
            </a:ext>
          </a:extLst>
        </p:spPr>
        <p:txBody>
          <a:bodyPr vert="horz" wrap="none" lIns="25400" tIns="0" rIns="25400" bIns="0" rtlCol="0" anchor="ctr"/>
          <a:lstStyle/>
          <a:p>
            <a:pPr marL="0" marR="0" lvl="0" indent="0" algn="l" defTabSz="914400" rtl="0" eaLnBrk="1" fontAlgn="auto" latinLnBrk="0" hangingPunct="1">
              <a:lnSpc>
                <a:spcPct val="90000"/>
              </a:lnSpc>
              <a:spcBef>
                <a:spcPct val="0"/>
              </a:spcBef>
              <a:spcAft>
                <a:spcPct val="0"/>
              </a:spcAft>
              <a:buClrTx/>
              <a:buSzTx/>
              <a:buFontTx/>
              <a:buNone/>
              <a:tabLst/>
              <a:defRPr/>
            </a:pPr>
            <a:fld id="{DF1B96F2-3012-48FA-A71E-F08AC0ADDF06}" type="datetime'''''''''''''''''''''''''10'''''''''''''''''''''''''''''''''">
              <a:rPr kumimoji="0" lang="pt-BR" altLang="en-US" sz="1400" b="0" i="0" u="none" strike="noStrike" kern="1200" cap="none" spc="0" normalizeH="0" baseline="0" noProof="0" smtClean="0">
                <a:ln>
                  <a:noFill/>
                </a:ln>
                <a:solidFill>
                  <a:srgbClr val="071C25"/>
                </a:solidFill>
                <a:effectLst/>
                <a:uLnTx/>
                <a:uFillTx/>
                <a:latin typeface="Arial"/>
                <a:ea typeface="+mn-ea"/>
                <a:cs typeface="+mn-cs"/>
              </a:rPr>
              <a:pPr marL="0" marR="0" lvl="0" indent="0" algn="l" defTabSz="914400" rtl="0" eaLnBrk="1" fontAlgn="auto" latinLnBrk="0" hangingPunct="1">
                <a:lnSpc>
                  <a:spcPct val="90000"/>
                </a:lnSpc>
                <a:spcBef>
                  <a:spcPct val="0"/>
                </a:spcBef>
                <a:spcAft>
                  <a:spcPct val="0"/>
                </a:spcAft>
                <a:buClrTx/>
                <a:buSzTx/>
                <a:buFontTx/>
                <a:buNone/>
                <a:tabLst/>
                <a:defRPr/>
              </a:pPr>
              <a:t>10</a:t>
            </a:fld>
            <a:endParaRPr kumimoji="0" lang="pt-BR" sz="1400" b="0" i="0" u="none" strike="noStrike" kern="1200" cap="none" spc="0" normalizeH="0" baseline="0" noProof="0" err="1">
              <a:ln>
                <a:noFill/>
              </a:ln>
              <a:solidFill>
                <a:srgbClr val="071C25"/>
              </a:solidFill>
              <a:effectLst/>
              <a:uLnTx/>
              <a:uFillTx/>
              <a:latin typeface="Arial"/>
              <a:ea typeface="+mn-ea"/>
              <a:cs typeface="+mn-cs"/>
            </a:endParaRPr>
          </a:p>
        </p:txBody>
      </p:sp>
      <p:sp>
        <p:nvSpPr>
          <p:cNvPr id="125" name="Retângulo 124">
            <a:extLst>
              <a:ext uri="{FF2B5EF4-FFF2-40B4-BE49-F238E27FC236}">
                <a16:creationId xmlns:a16="http://schemas.microsoft.com/office/drawing/2014/main" id="{68E39761-5EA7-D532-898F-A076C7F52C65}"/>
              </a:ext>
            </a:extLst>
          </p:cNvPr>
          <p:cNvSpPr/>
          <p:nvPr>
            <p:custDataLst>
              <p:tags r:id="rId31"/>
            </p:custDataLst>
          </p:nvPr>
        </p:nvSpPr>
        <p:spPr bwMode="gray">
          <a:xfrm>
            <a:off x="2044700" y="3027363"/>
            <a:ext cx="234950" cy="192088"/>
          </a:xfrm>
          <a:prstGeom prst="rect">
            <a:avLst/>
          </a:prstGeom>
          <a:noFill/>
          <a:ln w="12700" cap="flat" cmpd="sng" algn="ctr">
            <a:noFill/>
            <a:prstDash val="solid"/>
            <a:miter lim="4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4"/>
                </a:solidFill>
                <a:prstDash val="solid"/>
                <a:miter lim="400000"/>
                <a:headEnd type="none" w="med" len="med"/>
                <a:tailEnd type="none" w="med" len="med"/>
              </a14:hiddenLine>
            </a:ext>
          </a:extLst>
        </p:spPr>
        <p:txBody>
          <a:bodyPr vert="horz" wrap="none" lIns="25400" tIns="0" rIns="25400" bIns="0" rtlCol="0" anchor="ctr"/>
          <a:lstStyle/>
          <a:p>
            <a:pPr marL="0" marR="0" lvl="0" indent="0" algn="l" defTabSz="914400" rtl="0" eaLnBrk="1" fontAlgn="auto" latinLnBrk="0" hangingPunct="1">
              <a:lnSpc>
                <a:spcPct val="90000"/>
              </a:lnSpc>
              <a:spcBef>
                <a:spcPct val="0"/>
              </a:spcBef>
              <a:spcAft>
                <a:spcPct val="0"/>
              </a:spcAft>
              <a:buClrTx/>
              <a:buSzTx/>
              <a:buFontTx/>
              <a:buNone/>
              <a:tabLst/>
              <a:defRPr/>
            </a:pPr>
            <a:fld id="{F9575128-07EF-40C3-8A8C-C04659CB0D85}" type="datetime'''''''''''''''''''''1''''''1'''''''''''''''''''''''''''''''''">
              <a:rPr kumimoji="0" lang="pt-BR" altLang="en-US" sz="1400" b="0" i="0" u="none" strike="noStrike" kern="1200" cap="none" spc="0" normalizeH="0" baseline="0" noProof="0" smtClean="0">
                <a:ln>
                  <a:noFill/>
                </a:ln>
                <a:solidFill>
                  <a:srgbClr val="071C25"/>
                </a:solidFill>
                <a:effectLst/>
                <a:uLnTx/>
                <a:uFillTx/>
                <a:latin typeface="Arial"/>
                <a:ea typeface="+mn-ea"/>
                <a:cs typeface="+mn-cs"/>
              </a:rPr>
              <a:pPr marL="0" marR="0" lvl="0" indent="0" algn="l" defTabSz="914400" rtl="0" eaLnBrk="1" fontAlgn="auto" latinLnBrk="0" hangingPunct="1">
                <a:lnSpc>
                  <a:spcPct val="90000"/>
                </a:lnSpc>
                <a:spcBef>
                  <a:spcPct val="0"/>
                </a:spcBef>
                <a:spcAft>
                  <a:spcPct val="0"/>
                </a:spcAft>
                <a:buClrTx/>
                <a:buSzTx/>
                <a:buFontTx/>
                <a:buNone/>
                <a:tabLst/>
                <a:defRPr/>
              </a:pPr>
              <a:t>11</a:t>
            </a:fld>
            <a:endParaRPr kumimoji="0" lang="pt-BR" sz="1400" b="0" i="0" u="none" strike="noStrike" kern="1200" cap="none" spc="0" normalizeH="0" baseline="0" noProof="0" err="1">
              <a:ln>
                <a:noFill/>
              </a:ln>
              <a:solidFill>
                <a:srgbClr val="071C25"/>
              </a:solidFill>
              <a:effectLst/>
              <a:uLnTx/>
              <a:uFillTx/>
              <a:latin typeface="Arial"/>
              <a:ea typeface="+mn-ea"/>
              <a:cs typeface="+mn-cs"/>
            </a:endParaRPr>
          </a:p>
        </p:txBody>
      </p:sp>
      <p:sp>
        <p:nvSpPr>
          <p:cNvPr id="126" name="Retângulo 125">
            <a:extLst>
              <a:ext uri="{FF2B5EF4-FFF2-40B4-BE49-F238E27FC236}">
                <a16:creationId xmlns:a16="http://schemas.microsoft.com/office/drawing/2014/main" id="{B9502B91-9C09-7545-8239-05D05FB8CC6D}"/>
              </a:ext>
            </a:extLst>
          </p:cNvPr>
          <p:cNvSpPr/>
          <p:nvPr>
            <p:custDataLst>
              <p:tags r:id="rId32"/>
            </p:custDataLst>
          </p:nvPr>
        </p:nvSpPr>
        <p:spPr bwMode="gray">
          <a:xfrm>
            <a:off x="4675188" y="4848225"/>
            <a:ext cx="247650" cy="192088"/>
          </a:xfrm>
          <a:prstGeom prst="rect">
            <a:avLst/>
          </a:prstGeom>
          <a:noFill/>
          <a:ln w="12700" cap="flat" cmpd="sng" algn="ctr">
            <a:noFill/>
            <a:prstDash val="solid"/>
            <a:miter lim="4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4"/>
                </a:solidFill>
                <a:prstDash val="solid"/>
                <a:miter lim="400000"/>
                <a:headEnd type="none" w="med" len="med"/>
                <a:tailEnd type="none" w="med" len="med"/>
              </a14:hiddenLine>
            </a:ext>
          </a:extLst>
        </p:spPr>
        <p:txBody>
          <a:bodyPr vert="horz" wrap="none" lIns="25400" tIns="0" rIns="25400" bIns="0" rtlCol="0" anchor="ctr"/>
          <a:lstStyle/>
          <a:p>
            <a:pPr marL="0" marR="0" lvl="0" indent="0" algn="l" defTabSz="914400" rtl="0" eaLnBrk="1" fontAlgn="auto" latinLnBrk="0" hangingPunct="1">
              <a:lnSpc>
                <a:spcPct val="90000"/>
              </a:lnSpc>
              <a:spcBef>
                <a:spcPct val="0"/>
              </a:spcBef>
              <a:spcAft>
                <a:spcPct val="0"/>
              </a:spcAft>
              <a:buClrTx/>
              <a:buSzTx/>
              <a:buFontTx/>
              <a:buNone/>
              <a:tabLst/>
              <a:defRPr/>
            </a:pPr>
            <a:fld id="{53CAB867-CE4E-4891-BD14-3AD0F42A6815}" type="datetime'''1''''''''''''''''''''''''''2'''''''''''''''''''''''''''''">
              <a:rPr kumimoji="0" lang="pt-BR" altLang="en-US" sz="1400" b="0" i="0" u="none" strike="noStrike" kern="1200" cap="none" spc="0" normalizeH="0" baseline="0" noProof="0" smtClean="0">
                <a:ln>
                  <a:noFill/>
                </a:ln>
                <a:solidFill>
                  <a:srgbClr val="071C25"/>
                </a:solidFill>
                <a:effectLst/>
                <a:uLnTx/>
                <a:uFillTx/>
                <a:latin typeface="Arial"/>
                <a:ea typeface="+mn-ea"/>
                <a:cs typeface="+mn-cs"/>
              </a:rPr>
              <a:pPr marL="0" marR="0" lvl="0" indent="0" algn="l" defTabSz="914400" rtl="0" eaLnBrk="1" fontAlgn="auto" latinLnBrk="0" hangingPunct="1">
                <a:lnSpc>
                  <a:spcPct val="90000"/>
                </a:lnSpc>
                <a:spcBef>
                  <a:spcPct val="0"/>
                </a:spcBef>
                <a:spcAft>
                  <a:spcPct val="0"/>
                </a:spcAft>
                <a:buClrTx/>
                <a:buSzTx/>
                <a:buFontTx/>
                <a:buNone/>
                <a:tabLst/>
                <a:defRPr/>
              </a:pPr>
              <a:t>12</a:t>
            </a:fld>
            <a:endParaRPr kumimoji="0" lang="pt-BR" sz="1400" b="0" i="0" u="none" strike="noStrike" kern="1200" cap="none" spc="0" normalizeH="0" baseline="0" noProof="0" err="1">
              <a:ln>
                <a:noFill/>
              </a:ln>
              <a:solidFill>
                <a:srgbClr val="071C25"/>
              </a:solidFill>
              <a:effectLst/>
              <a:uLnTx/>
              <a:uFillTx/>
              <a:latin typeface="Arial"/>
              <a:ea typeface="+mn-ea"/>
              <a:cs typeface="+mn-cs"/>
            </a:endParaRPr>
          </a:p>
        </p:txBody>
      </p:sp>
      <p:sp>
        <p:nvSpPr>
          <p:cNvPr id="373" name="Elipse 372">
            <a:extLst>
              <a:ext uri="{FF2B5EF4-FFF2-40B4-BE49-F238E27FC236}">
                <a16:creationId xmlns:a16="http://schemas.microsoft.com/office/drawing/2014/main" id="{948C2300-FEAD-11D4-5B83-42435C7843C6}"/>
              </a:ext>
            </a:extLst>
          </p:cNvPr>
          <p:cNvSpPr/>
          <p:nvPr/>
        </p:nvSpPr>
        <p:spPr>
          <a:xfrm>
            <a:off x="5888265" y="1712240"/>
            <a:ext cx="301625" cy="301960"/>
          </a:xfrm>
          <a:prstGeom prst="ellipse">
            <a:avLst/>
          </a:prstGeom>
          <a:solidFill>
            <a:schemeClr val="accent5"/>
          </a:solidFill>
          <a:ln w="12700">
            <a:noFill/>
            <a:miter lim="400000"/>
          </a:ln>
          <a:effectLst/>
        </p:spPr>
        <p:txBody>
          <a:bodyPr wrap="none"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400" b="1" i="0" u="none" strike="noStrike" kern="1200" cap="none" spc="0" normalizeH="0" baseline="0" noProof="0">
                <a:ln>
                  <a:noFill/>
                </a:ln>
                <a:solidFill>
                  <a:prstClr val="white"/>
                </a:solidFill>
                <a:effectLst/>
                <a:uLnTx/>
                <a:uFillTx/>
                <a:latin typeface="Arial"/>
                <a:ea typeface="+mn-ea"/>
                <a:cs typeface="+mn-cs"/>
              </a:rPr>
              <a:t>5</a:t>
            </a:r>
          </a:p>
        </p:txBody>
      </p:sp>
      <p:sp>
        <p:nvSpPr>
          <p:cNvPr id="374" name="Elipse 373">
            <a:extLst>
              <a:ext uri="{FF2B5EF4-FFF2-40B4-BE49-F238E27FC236}">
                <a16:creationId xmlns:a16="http://schemas.microsoft.com/office/drawing/2014/main" id="{9558A10F-637B-4664-7CA9-34D5FD1F8A6F}"/>
              </a:ext>
            </a:extLst>
          </p:cNvPr>
          <p:cNvSpPr/>
          <p:nvPr/>
        </p:nvSpPr>
        <p:spPr>
          <a:xfrm>
            <a:off x="5888265" y="2082662"/>
            <a:ext cx="301625" cy="301960"/>
          </a:xfrm>
          <a:prstGeom prst="ellipse">
            <a:avLst/>
          </a:prstGeom>
          <a:solidFill>
            <a:schemeClr val="accent5"/>
          </a:solidFill>
          <a:ln w="12700">
            <a:noFill/>
            <a:miter lim="400000"/>
          </a:ln>
          <a:effectLst/>
        </p:spPr>
        <p:txBody>
          <a:bodyPr wrap="none"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400" b="1" i="0" u="none" strike="noStrike" kern="1200" cap="none" spc="0" normalizeH="0" baseline="0" noProof="0">
                <a:ln>
                  <a:noFill/>
                </a:ln>
                <a:solidFill>
                  <a:prstClr val="white"/>
                </a:solidFill>
                <a:effectLst/>
                <a:uLnTx/>
                <a:uFillTx/>
                <a:latin typeface="Arial"/>
                <a:ea typeface="+mn-ea"/>
                <a:cs typeface="+mn-cs"/>
              </a:rPr>
              <a:t>6</a:t>
            </a:r>
          </a:p>
        </p:txBody>
      </p:sp>
      <p:sp>
        <p:nvSpPr>
          <p:cNvPr id="375" name="Elipse 374">
            <a:extLst>
              <a:ext uri="{FF2B5EF4-FFF2-40B4-BE49-F238E27FC236}">
                <a16:creationId xmlns:a16="http://schemas.microsoft.com/office/drawing/2014/main" id="{31814811-1DB2-086A-291C-EF624BA13C59}"/>
              </a:ext>
            </a:extLst>
          </p:cNvPr>
          <p:cNvSpPr/>
          <p:nvPr/>
        </p:nvSpPr>
        <p:spPr>
          <a:xfrm>
            <a:off x="5888265" y="2453084"/>
            <a:ext cx="301625" cy="301960"/>
          </a:xfrm>
          <a:prstGeom prst="ellipse">
            <a:avLst/>
          </a:prstGeom>
          <a:solidFill>
            <a:schemeClr val="accent5"/>
          </a:solidFill>
          <a:ln w="12700">
            <a:noFill/>
            <a:miter lim="400000"/>
          </a:ln>
          <a:effectLst/>
        </p:spPr>
        <p:txBody>
          <a:bodyPr wrap="none"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400" b="1" i="0" u="none" strike="noStrike" kern="1200" cap="none" spc="0" normalizeH="0" baseline="0" noProof="0">
                <a:ln>
                  <a:noFill/>
                </a:ln>
                <a:solidFill>
                  <a:prstClr val="white"/>
                </a:solidFill>
                <a:effectLst/>
                <a:uLnTx/>
                <a:uFillTx/>
                <a:latin typeface="Arial"/>
                <a:ea typeface="+mn-ea"/>
                <a:cs typeface="+mn-cs"/>
              </a:rPr>
              <a:t>2</a:t>
            </a:r>
          </a:p>
        </p:txBody>
      </p:sp>
      <p:sp>
        <p:nvSpPr>
          <p:cNvPr id="376" name="Elipse 375">
            <a:extLst>
              <a:ext uri="{FF2B5EF4-FFF2-40B4-BE49-F238E27FC236}">
                <a16:creationId xmlns:a16="http://schemas.microsoft.com/office/drawing/2014/main" id="{26A57D39-72FA-E550-D3F4-D38F21B6069C}"/>
              </a:ext>
            </a:extLst>
          </p:cNvPr>
          <p:cNvSpPr/>
          <p:nvPr/>
        </p:nvSpPr>
        <p:spPr>
          <a:xfrm>
            <a:off x="5888265" y="2823506"/>
            <a:ext cx="301625" cy="301960"/>
          </a:xfrm>
          <a:prstGeom prst="ellipse">
            <a:avLst/>
          </a:prstGeom>
          <a:solidFill>
            <a:schemeClr val="accent5"/>
          </a:solidFill>
          <a:ln w="12700">
            <a:noFill/>
            <a:miter lim="400000"/>
          </a:ln>
          <a:effectLst/>
        </p:spPr>
        <p:txBody>
          <a:bodyPr wrap="none"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400" b="1" i="0" u="none" strike="noStrike" kern="1200" cap="none" spc="0" normalizeH="0" baseline="0" noProof="0">
                <a:ln>
                  <a:noFill/>
                </a:ln>
                <a:solidFill>
                  <a:prstClr val="white"/>
                </a:solidFill>
                <a:effectLst/>
                <a:uLnTx/>
                <a:uFillTx/>
                <a:latin typeface="Arial"/>
                <a:ea typeface="+mn-ea"/>
                <a:cs typeface="+mn-cs"/>
              </a:rPr>
              <a:t>3</a:t>
            </a:r>
          </a:p>
        </p:txBody>
      </p:sp>
      <p:sp>
        <p:nvSpPr>
          <p:cNvPr id="377" name="Elipse 376">
            <a:extLst>
              <a:ext uri="{FF2B5EF4-FFF2-40B4-BE49-F238E27FC236}">
                <a16:creationId xmlns:a16="http://schemas.microsoft.com/office/drawing/2014/main" id="{8D5A09A5-E9DF-B570-094E-E7F5F4933E2D}"/>
              </a:ext>
            </a:extLst>
          </p:cNvPr>
          <p:cNvSpPr/>
          <p:nvPr/>
        </p:nvSpPr>
        <p:spPr>
          <a:xfrm>
            <a:off x="5888265" y="3193928"/>
            <a:ext cx="301625" cy="301960"/>
          </a:xfrm>
          <a:prstGeom prst="ellipse">
            <a:avLst/>
          </a:prstGeom>
          <a:solidFill>
            <a:schemeClr val="accent5"/>
          </a:solidFill>
          <a:ln w="12700">
            <a:noFill/>
            <a:miter lim="400000"/>
          </a:ln>
          <a:effectLst/>
        </p:spPr>
        <p:txBody>
          <a:bodyPr wrap="none"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400" b="1" i="0" u="none" strike="noStrike" kern="1200" cap="none" spc="0" normalizeH="0" baseline="0" noProof="0">
                <a:ln>
                  <a:noFill/>
                </a:ln>
                <a:solidFill>
                  <a:prstClr val="white"/>
                </a:solidFill>
                <a:effectLst/>
                <a:uLnTx/>
                <a:uFillTx/>
                <a:latin typeface="Arial"/>
                <a:ea typeface="+mn-ea"/>
                <a:cs typeface="+mn-cs"/>
              </a:rPr>
              <a:t>9</a:t>
            </a:r>
          </a:p>
        </p:txBody>
      </p:sp>
      <p:sp>
        <p:nvSpPr>
          <p:cNvPr id="378" name="Elipse 377">
            <a:extLst>
              <a:ext uri="{FF2B5EF4-FFF2-40B4-BE49-F238E27FC236}">
                <a16:creationId xmlns:a16="http://schemas.microsoft.com/office/drawing/2014/main" id="{B75C36CD-BA8F-966B-EAD4-2892B17EEE6D}"/>
              </a:ext>
            </a:extLst>
          </p:cNvPr>
          <p:cNvSpPr/>
          <p:nvPr/>
        </p:nvSpPr>
        <p:spPr>
          <a:xfrm>
            <a:off x="5888265" y="3564350"/>
            <a:ext cx="301625" cy="301960"/>
          </a:xfrm>
          <a:prstGeom prst="ellipse">
            <a:avLst/>
          </a:prstGeom>
          <a:solidFill>
            <a:schemeClr val="accent5"/>
          </a:solidFill>
          <a:ln w="12700">
            <a:noFill/>
            <a:miter lim="400000"/>
          </a:ln>
          <a:effectLst/>
        </p:spPr>
        <p:txBody>
          <a:bodyPr wrap="none"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400" b="1" i="0" u="none" strike="noStrike" kern="1200" cap="none" spc="0" normalizeH="0" baseline="0" noProof="0">
                <a:ln>
                  <a:noFill/>
                </a:ln>
                <a:solidFill>
                  <a:prstClr val="white"/>
                </a:solidFill>
                <a:effectLst/>
                <a:uLnTx/>
                <a:uFillTx/>
                <a:latin typeface="Arial"/>
                <a:ea typeface="+mn-ea"/>
                <a:cs typeface="+mn-cs"/>
              </a:rPr>
              <a:t>7</a:t>
            </a:r>
          </a:p>
        </p:txBody>
      </p:sp>
      <p:sp>
        <p:nvSpPr>
          <p:cNvPr id="379" name="Elipse 378">
            <a:extLst>
              <a:ext uri="{FF2B5EF4-FFF2-40B4-BE49-F238E27FC236}">
                <a16:creationId xmlns:a16="http://schemas.microsoft.com/office/drawing/2014/main" id="{C9D77CAD-22DF-A545-1805-DB0152336287}"/>
              </a:ext>
            </a:extLst>
          </p:cNvPr>
          <p:cNvSpPr/>
          <p:nvPr/>
        </p:nvSpPr>
        <p:spPr>
          <a:xfrm>
            <a:off x="5888265" y="3934772"/>
            <a:ext cx="301625" cy="301960"/>
          </a:xfrm>
          <a:prstGeom prst="ellipse">
            <a:avLst/>
          </a:prstGeom>
          <a:solidFill>
            <a:schemeClr val="accent5"/>
          </a:solidFill>
          <a:ln w="12700">
            <a:noFill/>
            <a:miter lim="400000"/>
          </a:ln>
          <a:effectLst/>
        </p:spPr>
        <p:txBody>
          <a:bodyPr wrap="none"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400" b="1" i="0" u="none" strike="noStrike" kern="1200" cap="none" spc="0" normalizeH="0" baseline="0" noProof="0">
                <a:ln>
                  <a:noFill/>
                </a:ln>
                <a:solidFill>
                  <a:prstClr val="white"/>
                </a:solidFill>
                <a:effectLst/>
                <a:uLnTx/>
                <a:uFillTx/>
                <a:latin typeface="Arial"/>
                <a:ea typeface="+mn-ea"/>
                <a:cs typeface="+mn-cs"/>
              </a:rPr>
              <a:t>4</a:t>
            </a:r>
          </a:p>
        </p:txBody>
      </p:sp>
      <p:sp>
        <p:nvSpPr>
          <p:cNvPr id="380" name="Elipse 379">
            <a:extLst>
              <a:ext uri="{FF2B5EF4-FFF2-40B4-BE49-F238E27FC236}">
                <a16:creationId xmlns:a16="http://schemas.microsoft.com/office/drawing/2014/main" id="{7B786844-376F-19E3-8A18-8F26933FC246}"/>
              </a:ext>
            </a:extLst>
          </p:cNvPr>
          <p:cNvSpPr/>
          <p:nvPr/>
        </p:nvSpPr>
        <p:spPr>
          <a:xfrm>
            <a:off x="5888265" y="4305194"/>
            <a:ext cx="301625" cy="301960"/>
          </a:xfrm>
          <a:prstGeom prst="ellipse">
            <a:avLst/>
          </a:prstGeom>
          <a:solidFill>
            <a:schemeClr val="accent5"/>
          </a:solidFill>
          <a:ln w="12700">
            <a:noFill/>
            <a:miter lim="400000"/>
          </a:ln>
          <a:effectLst/>
        </p:spPr>
        <p:txBody>
          <a:bodyPr wrap="none"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400" b="1" i="0" u="none" strike="noStrike" kern="1200" cap="none" spc="0" normalizeH="0" baseline="0" noProof="0">
                <a:ln>
                  <a:noFill/>
                </a:ln>
                <a:solidFill>
                  <a:prstClr val="white"/>
                </a:solidFill>
                <a:effectLst/>
                <a:uLnTx/>
                <a:uFillTx/>
                <a:latin typeface="Arial"/>
                <a:ea typeface="+mn-ea"/>
                <a:cs typeface="+mn-cs"/>
              </a:rPr>
              <a:t>12</a:t>
            </a:r>
          </a:p>
        </p:txBody>
      </p:sp>
      <p:sp>
        <p:nvSpPr>
          <p:cNvPr id="381" name="Elipse 380">
            <a:extLst>
              <a:ext uri="{FF2B5EF4-FFF2-40B4-BE49-F238E27FC236}">
                <a16:creationId xmlns:a16="http://schemas.microsoft.com/office/drawing/2014/main" id="{EF3BA7FB-C4C8-4E5C-C101-34337E5F20DA}"/>
              </a:ext>
            </a:extLst>
          </p:cNvPr>
          <p:cNvSpPr/>
          <p:nvPr/>
        </p:nvSpPr>
        <p:spPr>
          <a:xfrm>
            <a:off x="5888265" y="4675616"/>
            <a:ext cx="301625" cy="301960"/>
          </a:xfrm>
          <a:prstGeom prst="ellipse">
            <a:avLst/>
          </a:prstGeom>
          <a:solidFill>
            <a:schemeClr val="accent5"/>
          </a:solidFill>
          <a:ln w="12700">
            <a:noFill/>
            <a:miter lim="400000"/>
          </a:ln>
          <a:effectLst/>
        </p:spPr>
        <p:txBody>
          <a:bodyPr wrap="none"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400" b="1" i="0" u="none" strike="noStrike" kern="1200" cap="none" spc="0" normalizeH="0" baseline="0" noProof="0">
                <a:ln>
                  <a:noFill/>
                </a:ln>
                <a:solidFill>
                  <a:prstClr val="white"/>
                </a:solidFill>
                <a:effectLst/>
                <a:uLnTx/>
                <a:uFillTx/>
                <a:latin typeface="Arial"/>
                <a:ea typeface="+mn-ea"/>
                <a:cs typeface="+mn-cs"/>
              </a:rPr>
              <a:t>1</a:t>
            </a:r>
          </a:p>
        </p:txBody>
      </p:sp>
      <p:sp>
        <p:nvSpPr>
          <p:cNvPr id="382" name="Elipse 381">
            <a:extLst>
              <a:ext uri="{FF2B5EF4-FFF2-40B4-BE49-F238E27FC236}">
                <a16:creationId xmlns:a16="http://schemas.microsoft.com/office/drawing/2014/main" id="{02F276BA-C9DB-B035-9756-9904D036F5C8}"/>
              </a:ext>
            </a:extLst>
          </p:cNvPr>
          <p:cNvSpPr/>
          <p:nvPr/>
        </p:nvSpPr>
        <p:spPr>
          <a:xfrm>
            <a:off x="5888265" y="5046038"/>
            <a:ext cx="301625" cy="301960"/>
          </a:xfrm>
          <a:prstGeom prst="ellipse">
            <a:avLst/>
          </a:prstGeom>
          <a:solidFill>
            <a:schemeClr val="accent5"/>
          </a:solidFill>
          <a:ln w="12700">
            <a:noFill/>
            <a:miter lim="400000"/>
          </a:ln>
          <a:effectLst/>
        </p:spPr>
        <p:txBody>
          <a:bodyPr wrap="none"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400" b="1" i="0" u="none" strike="noStrike" kern="1200" cap="none" spc="0" normalizeH="0" baseline="0" noProof="0">
                <a:ln>
                  <a:noFill/>
                </a:ln>
                <a:solidFill>
                  <a:prstClr val="white"/>
                </a:solidFill>
                <a:effectLst/>
                <a:uLnTx/>
                <a:uFillTx/>
                <a:latin typeface="Arial"/>
                <a:ea typeface="+mn-ea"/>
                <a:cs typeface="+mn-cs"/>
              </a:rPr>
              <a:t>11</a:t>
            </a:r>
          </a:p>
        </p:txBody>
      </p:sp>
      <p:sp>
        <p:nvSpPr>
          <p:cNvPr id="383" name="Elipse 382">
            <a:extLst>
              <a:ext uri="{FF2B5EF4-FFF2-40B4-BE49-F238E27FC236}">
                <a16:creationId xmlns:a16="http://schemas.microsoft.com/office/drawing/2014/main" id="{8190E8F2-1852-42F2-3207-7C9F552AE973}"/>
              </a:ext>
            </a:extLst>
          </p:cNvPr>
          <p:cNvSpPr/>
          <p:nvPr/>
        </p:nvSpPr>
        <p:spPr>
          <a:xfrm>
            <a:off x="5888265" y="5416460"/>
            <a:ext cx="301625" cy="301960"/>
          </a:xfrm>
          <a:prstGeom prst="ellipse">
            <a:avLst/>
          </a:prstGeom>
          <a:solidFill>
            <a:schemeClr val="accent5"/>
          </a:solidFill>
          <a:ln w="12700">
            <a:noFill/>
            <a:miter lim="400000"/>
          </a:ln>
          <a:effectLst/>
        </p:spPr>
        <p:txBody>
          <a:bodyPr wrap="none"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400" b="1" i="0" u="none" strike="noStrike" kern="1200" cap="none" spc="0" normalizeH="0" baseline="0" noProof="0">
                <a:ln>
                  <a:noFill/>
                </a:ln>
                <a:solidFill>
                  <a:prstClr val="white"/>
                </a:solidFill>
                <a:effectLst/>
                <a:uLnTx/>
                <a:uFillTx/>
                <a:latin typeface="Arial"/>
                <a:ea typeface="+mn-ea"/>
                <a:cs typeface="+mn-cs"/>
              </a:rPr>
              <a:t>10</a:t>
            </a:r>
          </a:p>
        </p:txBody>
      </p:sp>
      <p:sp>
        <p:nvSpPr>
          <p:cNvPr id="384" name="Elipse 383">
            <a:extLst>
              <a:ext uri="{FF2B5EF4-FFF2-40B4-BE49-F238E27FC236}">
                <a16:creationId xmlns:a16="http://schemas.microsoft.com/office/drawing/2014/main" id="{0D6CDA84-F156-3F33-1289-4BAFDC33B1EB}"/>
              </a:ext>
            </a:extLst>
          </p:cNvPr>
          <p:cNvSpPr/>
          <p:nvPr/>
        </p:nvSpPr>
        <p:spPr>
          <a:xfrm>
            <a:off x="5888265" y="5786881"/>
            <a:ext cx="301625" cy="301960"/>
          </a:xfrm>
          <a:prstGeom prst="ellipse">
            <a:avLst/>
          </a:prstGeom>
          <a:solidFill>
            <a:schemeClr val="accent5"/>
          </a:solidFill>
          <a:ln w="12700">
            <a:noFill/>
            <a:miter lim="400000"/>
          </a:ln>
          <a:effectLst/>
        </p:spPr>
        <p:txBody>
          <a:bodyPr wrap="none"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400" b="1" i="0" u="none" strike="noStrike" kern="1200" cap="none" spc="0" normalizeH="0" baseline="0" noProof="0">
                <a:ln>
                  <a:noFill/>
                </a:ln>
                <a:solidFill>
                  <a:prstClr val="white"/>
                </a:solidFill>
                <a:effectLst/>
                <a:uLnTx/>
                <a:uFillTx/>
                <a:latin typeface="Arial"/>
                <a:ea typeface="+mn-ea"/>
                <a:cs typeface="+mn-cs"/>
              </a:rPr>
              <a:t>8</a:t>
            </a:r>
          </a:p>
        </p:txBody>
      </p:sp>
      <p:sp>
        <p:nvSpPr>
          <p:cNvPr id="389" name="CaixaDeTexto 388">
            <a:extLst>
              <a:ext uri="{FF2B5EF4-FFF2-40B4-BE49-F238E27FC236}">
                <a16:creationId xmlns:a16="http://schemas.microsoft.com/office/drawing/2014/main" id="{B89CA3A8-5EB6-0ABD-D613-4B26DFDFA75B}"/>
              </a:ext>
            </a:extLst>
          </p:cNvPr>
          <p:cNvSpPr txBox="1"/>
          <p:nvPr/>
        </p:nvSpPr>
        <p:spPr bwMode="auto">
          <a:xfrm>
            <a:off x="6267450" y="1755498"/>
            <a:ext cx="1404937" cy="215444"/>
          </a:xfrm>
          <a:prstGeom prst="rect">
            <a:avLst/>
          </a:prstGeom>
          <a:noFill/>
          <a:ln w="9525">
            <a:noFill/>
            <a:miter lim="800000"/>
            <a:headEnd/>
            <a:tailEnd/>
          </a:ln>
        </p:spPr>
        <p:txBody>
          <a:bodyPr vert="horz" wrap="square" lIns="0" tIns="0" rIns="0" bIns="0" numCol="1" rtlCol="0"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pt-BR" sz="1400" b="0" i="0" u="none" strike="noStrike" kern="0" cap="none" spc="0" normalizeH="0" baseline="0" noProof="0">
                <a:ln>
                  <a:noFill/>
                </a:ln>
                <a:solidFill>
                  <a:srgbClr val="071C25"/>
                </a:solidFill>
                <a:effectLst/>
                <a:uLnTx/>
                <a:uFillTx/>
                <a:latin typeface="Arial"/>
                <a:ea typeface="+mn-ea"/>
                <a:cs typeface="+mn-cs"/>
              </a:rPr>
              <a:t>Oportunidade 5</a:t>
            </a:r>
          </a:p>
        </p:txBody>
      </p:sp>
      <p:sp>
        <p:nvSpPr>
          <p:cNvPr id="390" name="CaixaDeTexto 389">
            <a:extLst>
              <a:ext uri="{FF2B5EF4-FFF2-40B4-BE49-F238E27FC236}">
                <a16:creationId xmlns:a16="http://schemas.microsoft.com/office/drawing/2014/main" id="{1681BA51-34F8-834D-7E5E-E1C7FAECAAD5}"/>
              </a:ext>
            </a:extLst>
          </p:cNvPr>
          <p:cNvSpPr txBox="1"/>
          <p:nvPr/>
        </p:nvSpPr>
        <p:spPr bwMode="auto">
          <a:xfrm>
            <a:off x="6267450" y="2125920"/>
            <a:ext cx="1404937" cy="215444"/>
          </a:xfrm>
          <a:prstGeom prst="rect">
            <a:avLst/>
          </a:prstGeom>
          <a:noFill/>
          <a:ln w="9525">
            <a:noFill/>
            <a:miter lim="800000"/>
            <a:headEnd/>
            <a:tailEnd/>
          </a:ln>
        </p:spPr>
        <p:txBody>
          <a:bodyPr vert="horz" wrap="square" lIns="0" tIns="0" rIns="0" bIns="0" numCol="1" rtlCol="0"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pt-BR" sz="1400" b="1" i="0" u="none" strike="noStrike" kern="0" cap="none" spc="0" normalizeH="0" baseline="0" noProof="0">
                <a:ln>
                  <a:noFill/>
                </a:ln>
                <a:solidFill>
                  <a:srgbClr val="071C25"/>
                </a:solidFill>
                <a:effectLst/>
                <a:uLnTx/>
                <a:uFillTx/>
                <a:latin typeface="Arial"/>
                <a:ea typeface="+mn-ea"/>
                <a:cs typeface="+mn-cs"/>
              </a:rPr>
              <a:t>Oportunidade 6</a:t>
            </a:r>
          </a:p>
        </p:txBody>
      </p:sp>
      <p:sp>
        <p:nvSpPr>
          <p:cNvPr id="391" name="CaixaDeTexto 390">
            <a:extLst>
              <a:ext uri="{FF2B5EF4-FFF2-40B4-BE49-F238E27FC236}">
                <a16:creationId xmlns:a16="http://schemas.microsoft.com/office/drawing/2014/main" id="{A354BE9C-5BF6-DD1B-5788-D972D5D7843B}"/>
              </a:ext>
            </a:extLst>
          </p:cNvPr>
          <p:cNvSpPr txBox="1"/>
          <p:nvPr/>
        </p:nvSpPr>
        <p:spPr bwMode="auto">
          <a:xfrm>
            <a:off x="6267450" y="2496342"/>
            <a:ext cx="1404937" cy="215444"/>
          </a:xfrm>
          <a:prstGeom prst="rect">
            <a:avLst/>
          </a:prstGeom>
          <a:noFill/>
          <a:ln w="9525">
            <a:noFill/>
            <a:miter lim="800000"/>
            <a:headEnd/>
            <a:tailEnd/>
          </a:ln>
        </p:spPr>
        <p:txBody>
          <a:bodyPr vert="horz" wrap="square" lIns="0" tIns="0" rIns="0" bIns="0" numCol="1" rtlCol="0"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pt-BR" sz="1400" b="0" i="0" u="none" strike="noStrike" kern="0" cap="none" spc="0" normalizeH="0" baseline="0" noProof="0">
                <a:ln>
                  <a:noFill/>
                </a:ln>
                <a:solidFill>
                  <a:srgbClr val="071C25"/>
                </a:solidFill>
                <a:effectLst/>
                <a:uLnTx/>
                <a:uFillTx/>
                <a:latin typeface="Arial"/>
                <a:ea typeface="+mn-ea"/>
                <a:cs typeface="+mn-cs"/>
              </a:rPr>
              <a:t>Oportunidade 2</a:t>
            </a:r>
          </a:p>
        </p:txBody>
      </p:sp>
      <p:sp>
        <p:nvSpPr>
          <p:cNvPr id="392" name="CaixaDeTexto 391">
            <a:extLst>
              <a:ext uri="{FF2B5EF4-FFF2-40B4-BE49-F238E27FC236}">
                <a16:creationId xmlns:a16="http://schemas.microsoft.com/office/drawing/2014/main" id="{2F3A450F-33FE-AE57-967B-A0692DC58192}"/>
              </a:ext>
            </a:extLst>
          </p:cNvPr>
          <p:cNvSpPr txBox="1"/>
          <p:nvPr/>
        </p:nvSpPr>
        <p:spPr bwMode="auto">
          <a:xfrm>
            <a:off x="6267450" y="2866764"/>
            <a:ext cx="1404937" cy="215444"/>
          </a:xfrm>
          <a:prstGeom prst="rect">
            <a:avLst/>
          </a:prstGeom>
          <a:noFill/>
          <a:ln w="9525">
            <a:noFill/>
            <a:miter lim="800000"/>
            <a:headEnd/>
            <a:tailEnd/>
          </a:ln>
        </p:spPr>
        <p:txBody>
          <a:bodyPr vert="horz" wrap="square" lIns="0" tIns="0" rIns="0" bIns="0" numCol="1" rtlCol="0"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pt-BR" sz="1400" b="0" i="0" u="none" strike="noStrike" kern="0" cap="none" spc="0" normalizeH="0" baseline="0" noProof="0">
                <a:ln>
                  <a:noFill/>
                </a:ln>
                <a:solidFill>
                  <a:srgbClr val="071C25"/>
                </a:solidFill>
                <a:effectLst/>
                <a:uLnTx/>
                <a:uFillTx/>
                <a:latin typeface="Arial"/>
                <a:ea typeface="+mn-ea"/>
                <a:cs typeface="+mn-cs"/>
              </a:rPr>
              <a:t>Oportunidade 3</a:t>
            </a:r>
          </a:p>
        </p:txBody>
      </p:sp>
      <p:sp>
        <p:nvSpPr>
          <p:cNvPr id="393" name="CaixaDeTexto 392">
            <a:extLst>
              <a:ext uri="{FF2B5EF4-FFF2-40B4-BE49-F238E27FC236}">
                <a16:creationId xmlns:a16="http://schemas.microsoft.com/office/drawing/2014/main" id="{CFE7F4F4-C9D8-AD77-6EFD-273CA1A65605}"/>
              </a:ext>
            </a:extLst>
          </p:cNvPr>
          <p:cNvSpPr txBox="1"/>
          <p:nvPr/>
        </p:nvSpPr>
        <p:spPr bwMode="auto">
          <a:xfrm>
            <a:off x="6267450" y="3237186"/>
            <a:ext cx="1404937" cy="215444"/>
          </a:xfrm>
          <a:prstGeom prst="rect">
            <a:avLst/>
          </a:prstGeom>
          <a:noFill/>
          <a:ln w="9525">
            <a:noFill/>
            <a:miter lim="800000"/>
            <a:headEnd/>
            <a:tailEnd/>
          </a:ln>
        </p:spPr>
        <p:txBody>
          <a:bodyPr vert="horz" wrap="square" lIns="0" tIns="0" rIns="0" bIns="0" numCol="1" rtlCol="0"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pt-BR" sz="1400" b="0" i="0" u="none" strike="noStrike" kern="0" cap="none" spc="0" normalizeH="0" baseline="0" noProof="0">
                <a:ln>
                  <a:noFill/>
                </a:ln>
                <a:solidFill>
                  <a:srgbClr val="071C25"/>
                </a:solidFill>
                <a:effectLst/>
                <a:uLnTx/>
                <a:uFillTx/>
                <a:latin typeface="Arial"/>
                <a:ea typeface="+mn-ea"/>
                <a:cs typeface="+mn-cs"/>
              </a:rPr>
              <a:t>Oportunidade 9</a:t>
            </a:r>
          </a:p>
        </p:txBody>
      </p:sp>
      <p:sp>
        <p:nvSpPr>
          <p:cNvPr id="394" name="CaixaDeTexto 393">
            <a:extLst>
              <a:ext uri="{FF2B5EF4-FFF2-40B4-BE49-F238E27FC236}">
                <a16:creationId xmlns:a16="http://schemas.microsoft.com/office/drawing/2014/main" id="{97850BBA-BB53-ECE4-11B1-67B4287AE822}"/>
              </a:ext>
            </a:extLst>
          </p:cNvPr>
          <p:cNvSpPr txBox="1"/>
          <p:nvPr/>
        </p:nvSpPr>
        <p:spPr bwMode="auto">
          <a:xfrm>
            <a:off x="6267450" y="3607608"/>
            <a:ext cx="1404937" cy="215444"/>
          </a:xfrm>
          <a:prstGeom prst="rect">
            <a:avLst/>
          </a:prstGeom>
          <a:noFill/>
          <a:ln w="9525">
            <a:noFill/>
            <a:miter lim="800000"/>
            <a:headEnd/>
            <a:tailEnd/>
          </a:ln>
        </p:spPr>
        <p:txBody>
          <a:bodyPr vert="horz" wrap="square" lIns="0" tIns="0" rIns="0" bIns="0" numCol="1" rtlCol="0"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pt-BR" sz="1400" b="0" i="0" u="none" strike="noStrike" kern="0" cap="none" spc="0" normalizeH="0" baseline="0" noProof="0">
                <a:ln>
                  <a:noFill/>
                </a:ln>
                <a:solidFill>
                  <a:srgbClr val="071C25"/>
                </a:solidFill>
                <a:effectLst/>
                <a:uLnTx/>
                <a:uFillTx/>
                <a:latin typeface="Arial"/>
                <a:ea typeface="+mn-ea"/>
                <a:cs typeface="+mn-cs"/>
              </a:rPr>
              <a:t>Oportunidade 7</a:t>
            </a:r>
          </a:p>
        </p:txBody>
      </p:sp>
      <p:sp>
        <p:nvSpPr>
          <p:cNvPr id="395" name="CaixaDeTexto 394">
            <a:extLst>
              <a:ext uri="{FF2B5EF4-FFF2-40B4-BE49-F238E27FC236}">
                <a16:creationId xmlns:a16="http://schemas.microsoft.com/office/drawing/2014/main" id="{A66DD19E-EFDF-F276-3B88-20B21DC99F4D}"/>
              </a:ext>
            </a:extLst>
          </p:cNvPr>
          <p:cNvSpPr txBox="1"/>
          <p:nvPr/>
        </p:nvSpPr>
        <p:spPr bwMode="auto">
          <a:xfrm>
            <a:off x="6267450" y="3978030"/>
            <a:ext cx="1404937" cy="215444"/>
          </a:xfrm>
          <a:prstGeom prst="rect">
            <a:avLst/>
          </a:prstGeom>
          <a:noFill/>
          <a:ln w="9525">
            <a:noFill/>
            <a:miter lim="800000"/>
            <a:headEnd/>
            <a:tailEnd/>
          </a:ln>
        </p:spPr>
        <p:txBody>
          <a:bodyPr vert="horz" wrap="square" lIns="0" tIns="0" rIns="0" bIns="0" numCol="1" rtlCol="0"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pt-BR" sz="1400" b="0" i="0" u="none" strike="noStrike" kern="0" cap="none" spc="0" normalizeH="0" baseline="0" noProof="0">
                <a:ln>
                  <a:noFill/>
                </a:ln>
                <a:solidFill>
                  <a:srgbClr val="071C25"/>
                </a:solidFill>
                <a:effectLst/>
                <a:uLnTx/>
                <a:uFillTx/>
                <a:latin typeface="Arial"/>
                <a:ea typeface="+mn-ea"/>
                <a:cs typeface="+mn-cs"/>
              </a:rPr>
              <a:t>Oportunidade 4</a:t>
            </a:r>
          </a:p>
        </p:txBody>
      </p:sp>
      <p:sp>
        <p:nvSpPr>
          <p:cNvPr id="396" name="CaixaDeTexto 395">
            <a:extLst>
              <a:ext uri="{FF2B5EF4-FFF2-40B4-BE49-F238E27FC236}">
                <a16:creationId xmlns:a16="http://schemas.microsoft.com/office/drawing/2014/main" id="{F6636DF6-0FCD-B788-4846-6F8800F3F9F8}"/>
              </a:ext>
            </a:extLst>
          </p:cNvPr>
          <p:cNvSpPr txBox="1"/>
          <p:nvPr/>
        </p:nvSpPr>
        <p:spPr bwMode="auto">
          <a:xfrm>
            <a:off x="6267450" y="4348452"/>
            <a:ext cx="1404937" cy="215444"/>
          </a:xfrm>
          <a:prstGeom prst="rect">
            <a:avLst/>
          </a:prstGeom>
          <a:noFill/>
          <a:ln w="9525">
            <a:noFill/>
            <a:miter lim="800000"/>
            <a:headEnd/>
            <a:tailEnd/>
          </a:ln>
        </p:spPr>
        <p:txBody>
          <a:bodyPr vert="horz" wrap="square" lIns="0" tIns="0" rIns="0" bIns="0" numCol="1" rtlCol="0" anchor="t"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pt-BR" sz="1400" b="0" i="0" u="none" strike="noStrike" kern="0" cap="none" spc="0" normalizeH="0" baseline="0" noProof="0">
                <a:ln>
                  <a:noFill/>
                </a:ln>
                <a:solidFill>
                  <a:srgbClr val="071C25"/>
                </a:solidFill>
                <a:effectLst/>
                <a:uLnTx/>
                <a:uFillTx/>
                <a:latin typeface="Arial"/>
                <a:ea typeface="+mn-ea"/>
                <a:cs typeface="+mn-cs"/>
              </a:rPr>
              <a:t>Oportunidade 12</a:t>
            </a:r>
          </a:p>
        </p:txBody>
      </p:sp>
      <p:sp>
        <p:nvSpPr>
          <p:cNvPr id="397" name="CaixaDeTexto 396">
            <a:extLst>
              <a:ext uri="{FF2B5EF4-FFF2-40B4-BE49-F238E27FC236}">
                <a16:creationId xmlns:a16="http://schemas.microsoft.com/office/drawing/2014/main" id="{D02EA103-A679-A800-1102-093DBFDDE297}"/>
              </a:ext>
            </a:extLst>
          </p:cNvPr>
          <p:cNvSpPr txBox="1"/>
          <p:nvPr/>
        </p:nvSpPr>
        <p:spPr bwMode="auto">
          <a:xfrm>
            <a:off x="6267450" y="4718874"/>
            <a:ext cx="1404937" cy="215444"/>
          </a:xfrm>
          <a:prstGeom prst="rect">
            <a:avLst/>
          </a:prstGeom>
          <a:noFill/>
          <a:ln w="9525">
            <a:noFill/>
            <a:miter lim="800000"/>
            <a:headEnd/>
            <a:tailEnd/>
          </a:ln>
        </p:spPr>
        <p:txBody>
          <a:bodyPr vert="horz" wrap="square" lIns="0" tIns="0" rIns="0" bIns="0" numCol="1" rtlCol="0"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pt-BR" sz="1400" b="0" i="0" u="none" strike="noStrike" kern="0" cap="none" spc="0" normalizeH="0" baseline="0" noProof="0">
                <a:ln>
                  <a:noFill/>
                </a:ln>
                <a:solidFill>
                  <a:srgbClr val="071C25"/>
                </a:solidFill>
                <a:effectLst/>
                <a:uLnTx/>
                <a:uFillTx/>
                <a:latin typeface="Arial"/>
                <a:ea typeface="+mn-ea"/>
                <a:cs typeface="+mn-cs"/>
              </a:rPr>
              <a:t>Oportunidade 1</a:t>
            </a:r>
          </a:p>
        </p:txBody>
      </p:sp>
      <p:sp>
        <p:nvSpPr>
          <p:cNvPr id="398" name="CaixaDeTexto 397">
            <a:extLst>
              <a:ext uri="{FF2B5EF4-FFF2-40B4-BE49-F238E27FC236}">
                <a16:creationId xmlns:a16="http://schemas.microsoft.com/office/drawing/2014/main" id="{6F43554F-3B50-69AD-D257-14114FEDD1B8}"/>
              </a:ext>
            </a:extLst>
          </p:cNvPr>
          <p:cNvSpPr txBox="1"/>
          <p:nvPr/>
        </p:nvSpPr>
        <p:spPr bwMode="auto">
          <a:xfrm>
            <a:off x="6267450" y="5089296"/>
            <a:ext cx="1404937" cy="215444"/>
          </a:xfrm>
          <a:prstGeom prst="rect">
            <a:avLst/>
          </a:prstGeom>
          <a:noFill/>
          <a:ln w="9525">
            <a:noFill/>
            <a:miter lim="800000"/>
            <a:headEnd/>
            <a:tailEnd/>
          </a:ln>
        </p:spPr>
        <p:txBody>
          <a:bodyPr vert="horz" wrap="square" lIns="0" tIns="0" rIns="0" bIns="0" numCol="1" rtlCol="0" anchor="t"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pt-BR" sz="1400" b="0" i="0" u="none" strike="noStrike" kern="0" cap="none" spc="0" normalizeH="0" baseline="0" noProof="0">
                <a:ln>
                  <a:noFill/>
                </a:ln>
                <a:solidFill>
                  <a:srgbClr val="071C25"/>
                </a:solidFill>
                <a:effectLst/>
                <a:uLnTx/>
                <a:uFillTx/>
                <a:latin typeface="Arial"/>
                <a:ea typeface="+mn-ea"/>
                <a:cs typeface="+mn-cs"/>
              </a:rPr>
              <a:t>Oportunidade 11</a:t>
            </a:r>
          </a:p>
        </p:txBody>
      </p:sp>
      <p:sp>
        <p:nvSpPr>
          <p:cNvPr id="399" name="CaixaDeTexto 398">
            <a:extLst>
              <a:ext uri="{FF2B5EF4-FFF2-40B4-BE49-F238E27FC236}">
                <a16:creationId xmlns:a16="http://schemas.microsoft.com/office/drawing/2014/main" id="{7BF1C25A-DDB5-B387-CD02-4CC820618F01}"/>
              </a:ext>
            </a:extLst>
          </p:cNvPr>
          <p:cNvSpPr txBox="1"/>
          <p:nvPr/>
        </p:nvSpPr>
        <p:spPr bwMode="auto">
          <a:xfrm>
            <a:off x="6267450" y="5459718"/>
            <a:ext cx="1404937" cy="215444"/>
          </a:xfrm>
          <a:prstGeom prst="rect">
            <a:avLst/>
          </a:prstGeom>
          <a:noFill/>
          <a:ln w="9525">
            <a:noFill/>
            <a:miter lim="800000"/>
            <a:headEnd/>
            <a:tailEnd/>
          </a:ln>
        </p:spPr>
        <p:txBody>
          <a:bodyPr vert="horz" wrap="square" lIns="0" tIns="0" rIns="0" bIns="0" numCol="1" rtlCol="0" anchor="t"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pt-BR" sz="1400" b="0" i="0" u="none" strike="noStrike" kern="0" cap="none" spc="0" normalizeH="0" baseline="0" noProof="0">
                <a:ln>
                  <a:noFill/>
                </a:ln>
                <a:solidFill>
                  <a:srgbClr val="071C25"/>
                </a:solidFill>
                <a:effectLst/>
                <a:uLnTx/>
                <a:uFillTx/>
                <a:latin typeface="Arial"/>
                <a:ea typeface="+mn-ea"/>
                <a:cs typeface="+mn-cs"/>
              </a:rPr>
              <a:t>Oportunidade 10</a:t>
            </a:r>
          </a:p>
        </p:txBody>
      </p:sp>
      <p:sp>
        <p:nvSpPr>
          <p:cNvPr id="400" name="CaixaDeTexto 399">
            <a:extLst>
              <a:ext uri="{FF2B5EF4-FFF2-40B4-BE49-F238E27FC236}">
                <a16:creationId xmlns:a16="http://schemas.microsoft.com/office/drawing/2014/main" id="{53411039-442B-A395-87CE-E4B78D6797AD}"/>
              </a:ext>
            </a:extLst>
          </p:cNvPr>
          <p:cNvSpPr txBox="1"/>
          <p:nvPr/>
        </p:nvSpPr>
        <p:spPr bwMode="auto">
          <a:xfrm>
            <a:off x="6267450" y="5830139"/>
            <a:ext cx="1404937" cy="215444"/>
          </a:xfrm>
          <a:prstGeom prst="rect">
            <a:avLst/>
          </a:prstGeom>
          <a:noFill/>
          <a:ln w="9525">
            <a:noFill/>
            <a:miter lim="800000"/>
            <a:headEnd/>
            <a:tailEnd/>
          </a:ln>
        </p:spPr>
        <p:txBody>
          <a:bodyPr vert="horz" wrap="square" lIns="0" tIns="0" rIns="0" bIns="0" numCol="1" rtlCol="0"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pt-BR" sz="1400" b="0" i="0" u="none" strike="noStrike" kern="0" cap="none" spc="0" normalizeH="0" baseline="0" noProof="0">
                <a:ln>
                  <a:noFill/>
                </a:ln>
                <a:solidFill>
                  <a:srgbClr val="071C25"/>
                </a:solidFill>
                <a:effectLst/>
                <a:uLnTx/>
                <a:uFillTx/>
                <a:latin typeface="Arial"/>
                <a:ea typeface="+mn-ea"/>
                <a:cs typeface="+mn-cs"/>
              </a:rPr>
              <a:t>Oportunidade 8</a:t>
            </a:r>
          </a:p>
        </p:txBody>
      </p:sp>
      <p:grpSp>
        <p:nvGrpSpPr>
          <p:cNvPr id="17" name="Agrupar 260">
            <a:extLst>
              <a:ext uri="{FF2B5EF4-FFF2-40B4-BE49-F238E27FC236}">
                <a16:creationId xmlns:a16="http://schemas.microsoft.com/office/drawing/2014/main" id="{C19FB0A7-65E1-A1E5-D747-20F65B3735DC}"/>
              </a:ext>
            </a:extLst>
          </p:cNvPr>
          <p:cNvGrpSpPr/>
          <p:nvPr/>
        </p:nvGrpSpPr>
        <p:grpSpPr>
          <a:xfrm>
            <a:off x="387350" y="1119188"/>
            <a:ext cx="5222875" cy="466725"/>
            <a:chOff x="619665" y="1118336"/>
            <a:chExt cx="5476335" cy="467239"/>
          </a:xfrm>
        </p:grpSpPr>
        <p:cxnSp>
          <p:nvCxnSpPr>
            <p:cNvPr id="18" name="Straight Connector 94">
              <a:extLst>
                <a:ext uri="{FF2B5EF4-FFF2-40B4-BE49-F238E27FC236}">
                  <a16:creationId xmlns:a16="http://schemas.microsoft.com/office/drawing/2014/main" id="{EC02880B-FC0B-915E-549E-A00D6572A42D}"/>
                </a:ext>
              </a:extLst>
            </p:cNvPr>
            <p:cNvCxnSpPr>
              <a:cxnSpLocks/>
            </p:cNvCxnSpPr>
            <p:nvPr/>
          </p:nvCxnSpPr>
          <p:spPr>
            <a:xfrm>
              <a:off x="619665" y="1585145"/>
              <a:ext cx="5476335" cy="0"/>
            </a:xfrm>
            <a:prstGeom prst="line">
              <a:avLst/>
            </a:prstGeom>
            <a:ln w="9525" cmpd="sng">
              <a:solidFill>
                <a:schemeClr val="accent4">
                  <a:lumMod val="10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19" name="TextBox 96">
              <a:extLst>
                <a:ext uri="{FF2B5EF4-FFF2-40B4-BE49-F238E27FC236}">
                  <a16:creationId xmlns:a16="http://schemas.microsoft.com/office/drawing/2014/main" id="{5D4D5F95-D235-C011-1988-2D86CB454F62}"/>
                </a:ext>
              </a:extLst>
            </p:cNvPr>
            <p:cNvSpPr txBox="1">
              <a:spLocks/>
            </p:cNvSpPr>
            <p:nvPr/>
          </p:nvSpPr>
          <p:spPr>
            <a:xfrm>
              <a:off x="619665" y="1118336"/>
              <a:ext cx="5476335" cy="467239"/>
            </a:xfrm>
            <a:prstGeom prst="rect">
              <a:avLst/>
            </a:prstGeom>
            <a:noFill/>
          </p:spPr>
          <p:txBody>
            <a:bodyPr wrap="square" lIns="0" tIns="0" rIns="0" bIns="3600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400" b="1" i="0" u="none" strike="noStrike" kern="1200" cap="none" spc="0" normalizeH="0" baseline="0" noProof="0">
                  <a:ln>
                    <a:noFill/>
                  </a:ln>
                  <a:solidFill>
                    <a:srgbClr val="020E66"/>
                  </a:solidFill>
                  <a:effectLst/>
                  <a:uLnTx/>
                  <a:uFillTx/>
                  <a:latin typeface="Arial"/>
                  <a:ea typeface="+mn-ea"/>
                  <a:cs typeface="Arial" charset="0"/>
                </a:rPr>
                <a:t>Oportunidades identificadas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400" b="0" i="1" u="none" strike="noStrike" kern="1200" cap="none" spc="0" normalizeH="0" baseline="0" noProof="0">
                  <a:ln>
                    <a:noFill/>
                  </a:ln>
                  <a:solidFill>
                    <a:srgbClr val="7F7F7F"/>
                  </a:solidFill>
                  <a:effectLst/>
                  <a:uLnTx/>
                  <a:uFillTx/>
                  <a:latin typeface="Arial"/>
                  <a:ea typeface="+mn-ea"/>
                  <a:cs typeface="Arial" charset="0"/>
                </a:rPr>
                <a:t>Gap </a:t>
              </a:r>
              <a:r>
                <a:rPr kumimoji="0" lang="pt-BR" sz="1400" b="0" i="0" u="none" strike="noStrike" kern="1200" cap="none" spc="0" normalizeH="0" baseline="0" noProof="0">
                  <a:ln>
                    <a:noFill/>
                  </a:ln>
                  <a:solidFill>
                    <a:srgbClr val="7F7F7F"/>
                  </a:solidFill>
                  <a:effectLst/>
                  <a:uLnTx/>
                  <a:uFillTx/>
                  <a:latin typeface="Arial"/>
                  <a:ea typeface="+mn-ea"/>
                  <a:cs typeface="Arial" charset="0"/>
                </a:rPr>
                <a:t>(objetivo – atual) vs. facilidade de implementação</a:t>
              </a:r>
            </a:p>
          </p:txBody>
        </p:sp>
      </p:grpSp>
      <p:grpSp>
        <p:nvGrpSpPr>
          <p:cNvPr id="466" name="Group 465">
            <a:extLst>
              <a:ext uri="{FF2B5EF4-FFF2-40B4-BE49-F238E27FC236}">
                <a16:creationId xmlns:a16="http://schemas.microsoft.com/office/drawing/2014/main" id="{B580F432-D4A7-8906-E9D5-F1C6BA97BD70}"/>
              </a:ext>
            </a:extLst>
          </p:cNvPr>
          <p:cNvGrpSpPr/>
          <p:nvPr/>
        </p:nvGrpSpPr>
        <p:grpSpPr>
          <a:xfrm>
            <a:off x="5888265" y="1119188"/>
            <a:ext cx="1731735" cy="466725"/>
            <a:chOff x="5888265" y="1119188"/>
            <a:chExt cx="1731735" cy="466725"/>
          </a:xfrm>
        </p:grpSpPr>
        <p:cxnSp>
          <p:nvCxnSpPr>
            <p:cNvPr id="462" name="Straight Connector 94">
              <a:extLst>
                <a:ext uri="{FF2B5EF4-FFF2-40B4-BE49-F238E27FC236}">
                  <a16:creationId xmlns:a16="http://schemas.microsoft.com/office/drawing/2014/main" id="{B6E6AF98-BABB-60BB-F24B-D7D2DC9C9205}"/>
                </a:ext>
              </a:extLst>
            </p:cNvPr>
            <p:cNvCxnSpPr>
              <a:cxnSpLocks/>
            </p:cNvCxnSpPr>
            <p:nvPr/>
          </p:nvCxnSpPr>
          <p:spPr>
            <a:xfrm>
              <a:off x="5888265" y="1585483"/>
              <a:ext cx="1731735" cy="0"/>
            </a:xfrm>
            <a:prstGeom prst="line">
              <a:avLst/>
            </a:prstGeom>
            <a:ln w="9525" cmpd="sng">
              <a:solidFill>
                <a:schemeClr val="accent4">
                  <a:lumMod val="10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63" name="TextBox 96">
              <a:extLst>
                <a:ext uri="{FF2B5EF4-FFF2-40B4-BE49-F238E27FC236}">
                  <a16:creationId xmlns:a16="http://schemas.microsoft.com/office/drawing/2014/main" id="{19DCB1B1-4BAB-763E-B556-10329AF66036}"/>
                </a:ext>
              </a:extLst>
            </p:cNvPr>
            <p:cNvSpPr txBox="1">
              <a:spLocks/>
            </p:cNvSpPr>
            <p:nvPr/>
          </p:nvSpPr>
          <p:spPr>
            <a:xfrm>
              <a:off x="5888265" y="1119188"/>
              <a:ext cx="1731735" cy="466725"/>
            </a:xfrm>
            <a:prstGeom prst="rect">
              <a:avLst/>
            </a:prstGeom>
            <a:noFill/>
          </p:spPr>
          <p:txBody>
            <a:bodyPr wrap="square" lIns="0" tIns="0" rIns="0" bIns="3600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400" b="1" i="0" u="none" strike="noStrike" kern="1200" cap="none" spc="0" normalizeH="0" baseline="0" noProof="0">
                  <a:ln>
                    <a:noFill/>
                  </a:ln>
                  <a:solidFill>
                    <a:srgbClr val="020E66"/>
                  </a:solidFill>
                  <a:effectLst/>
                  <a:uLnTx/>
                  <a:uFillTx/>
                  <a:latin typeface="Arial"/>
                  <a:ea typeface="+mn-ea"/>
                  <a:cs typeface="Arial" charset="0"/>
                </a:rPr>
                <a:t>Priorização das oportunidades</a:t>
              </a:r>
            </a:p>
          </p:txBody>
        </p:sp>
      </p:grpSp>
      <p:sp>
        <p:nvSpPr>
          <p:cNvPr id="485" name="Pentagon 42">
            <a:extLst>
              <a:ext uri="{FF2B5EF4-FFF2-40B4-BE49-F238E27FC236}">
                <a16:creationId xmlns:a16="http://schemas.microsoft.com/office/drawing/2014/main" id="{C6705868-A59A-A023-657A-2F13C85566BC}"/>
              </a:ext>
            </a:extLst>
          </p:cNvPr>
          <p:cNvSpPr/>
          <p:nvPr/>
        </p:nvSpPr>
        <p:spPr>
          <a:xfrm>
            <a:off x="8170223" y="995993"/>
            <a:ext cx="3746135" cy="4679170"/>
          </a:xfrm>
          <a:prstGeom prst="rect">
            <a:avLst/>
          </a:prstGeom>
          <a:noFill/>
          <a:ln>
            <a:solidFill>
              <a:schemeClr val="accent4"/>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400" b="1" i="0" u="none" strike="noStrike" kern="1200" cap="none" spc="0" normalizeH="0" baseline="0" noProof="0">
              <a:ln>
                <a:noFill/>
              </a:ln>
              <a:solidFill>
                <a:srgbClr val="FFFFFF"/>
              </a:solidFill>
              <a:effectLst/>
              <a:uLnTx/>
              <a:uFillTx/>
              <a:latin typeface="Arial"/>
              <a:ea typeface="ＭＳ Ｐゴシック" pitchFamily="34" charset="-128"/>
              <a:cs typeface="+mn-cs"/>
            </a:endParaRPr>
          </a:p>
        </p:txBody>
      </p:sp>
      <p:grpSp>
        <p:nvGrpSpPr>
          <p:cNvPr id="489" name="Group 7">
            <a:extLst>
              <a:ext uri="{FF2B5EF4-FFF2-40B4-BE49-F238E27FC236}">
                <a16:creationId xmlns:a16="http://schemas.microsoft.com/office/drawing/2014/main" id="{925C3A6F-0094-578D-636F-1606037C61FC}"/>
              </a:ext>
            </a:extLst>
          </p:cNvPr>
          <p:cNvGrpSpPr/>
          <p:nvPr/>
        </p:nvGrpSpPr>
        <p:grpSpPr>
          <a:xfrm>
            <a:off x="8365636" y="1142142"/>
            <a:ext cx="3355308" cy="682682"/>
            <a:chOff x="4638027" y="1100314"/>
            <a:chExt cx="2572769" cy="682269"/>
          </a:xfrm>
        </p:grpSpPr>
        <p:cxnSp>
          <p:nvCxnSpPr>
            <p:cNvPr id="490" name="AutoShape 249">
              <a:extLst>
                <a:ext uri="{FF2B5EF4-FFF2-40B4-BE49-F238E27FC236}">
                  <a16:creationId xmlns:a16="http://schemas.microsoft.com/office/drawing/2014/main" id="{F7BF8766-0D22-F343-DA0C-9583A218CEF2}"/>
                </a:ext>
              </a:extLst>
            </p:cNvPr>
            <p:cNvCxnSpPr>
              <a:cxnSpLocks noChangeShapeType="1"/>
              <a:stCxn id="491" idx="4"/>
              <a:endCxn id="491" idx="6"/>
            </p:cNvCxnSpPr>
            <p:nvPr/>
          </p:nvCxnSpPr>
          <p:spPr bwMode="auto">
            <a:xfrm>
              <a:off x="4638027" y="1782583"/>
              <a:ext cx="2572769" cy="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91" name="AutoShape 250">
              <a:extLst>
                <a:ext uri="{FF2B5EF4-FFF2-40B4-BE49-F238E27FC236}">
                  <a16:creationId xmlns:a16="http://schemas.microsoft.com/office/drawing/2014/main" id="{14C290F1-93EE-CF35-7338-A5139782BFD1}"/>
                </a:ext>
              </a:extLst>
            </p:cNvPr>
            <p:cNvSpPr>
              <a:spLocks noChangeArrowheads="1"/>
            </p:cNvSpPr>
            <p:nvPr/>
          </p:nvSpPr>
          <p:spPr bwMode="auto">
            <a:xfrm>
              <a:off x="4638027" y="1100314"/>
              <a:ext cx="2572769" cy="682269"/>
            </a:xfrm>
            <a:prstGeom prst="leftRightArrow">
              <a:avLst>
                <a:gd name="adj1" fmla="val 100000"/>
                <a:gd name="adj2"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3600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400" b="1" i="0" u="none" strike="noStrike" kern="0" cap="none" spc="0" normalizeH="0" baseline="0" noProof="0">
                  <a:ln>
                    <a:noFill/>
                  </a:ln>
                  <a:solidFill>
                    <a:srgbClr val="020E66"/>
                  </a:solidFill>
                  <a:effectLst/>
                  <a:uLnTx/>
                  <a:uFillTx/>
                  <a:latin typeface="Arial"/>
                  <a:ea typeface="+mn-ea"/>
                  <a:cs typeface="+mn-cs"/>
                </a:rPr>
                <a:t>Estimativa de potencial de margem de contribuição adicional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400" b="0" i="0" u="none" strike="noStrike" kern="0" cap="none" spc="0" normalizeH="0" baseline="0" noProof="0">
                  <a:ln>
                    <a:noFill/>
                  </a:ln>
                  <a:solidFill>
                    <a:srgbClr val="7F7F7F"/>
                  </a:solidFill>
                  <a:effectLst/>
                  <a:uLnTx/>
                  <a:uFillTx/>
                  <a:latin typeface="Arial"/>
                  <a:ea typeface="+mn-ea"/>
                  <a:cs typeface="+mn-cs"/>
                </a:rPr>
                <a:t>R$ milhões, </a:t>
              </a:r>
              <a:r>
                <a:rPr kumimoji="0" lang="pt-BR" sz="1400" b="0" i="0" u="none" strike="noStrike" kern="0" cap="none" spc="0" normalizeH="0" baseline="0" noProof="0" err="1">
                  <a:ln>
                    <a:noFill/>
                  </a:ln>
                  <a:solidFill>
                    <a:srgbClr val="7F7F7F"/>
                  </a:solidFill>
                  <a:effectLst/>
                  <a:uLnTx/>
                  <a:uFillTx/>
                  <a:latin typeface="Arial"/>
                  <a:ea typeface="+mn-ea"/>
                  <a:cs typeface="+mn-cs"/>
                </a:rPr>
                <a:t>jan</a:t>
              </a:r>
              <a:r>
                <a:rPr kumimoji="0" lang="pt-BR" sz="1400" b="0" i="0" u="none" strike="noStrike" kern="0" cap="none" spc="0" normalizeH="0" baseline="0" noProof="0">
                  <a:ln>
                    <a:noFill/>
                  </a:ln>
                  <a:solidFill>
                    <a:srgbClr val="7F7F7F"/>
                  </a:solidFill>
                  <a:effectLst/>
                  <a:uLnTx/>
                  <a:uFillTx/>
                  <a:latin typeface="Arial"/>
                  <a:ea typeface="+mn-ea"/>
                  <a:cs typeface="+mn-cs"/>
                </a:rPr>
                <a:t>/24-dez/24</a:t>
              </a:r>
              <a:endParaRPr kumimoji="0" lang="pt-BR" sz="1400" b="0" i="0" u="none" strike="noStrike" kern="0" cap="none" spc="0" normalizeH="0" baseline="0" noProof="0">
                <a:ln>
                  <a:noFill/>
                </a:ln>
                <a:solidFill>
                  <a:srgbClr val="020E66"/>
                </a:solidFill>
                <a:effectLst/>
                <a:uLnTx/>
                <a:uFillTx/>
                <a:latin typeface="Arial"/>
                <a:ea typeface="+mn-ea"/>
                <a:cs typeface="+mn-cs"/>
              </a:endParaRPr>
            </a:p>
          </p:txBody>
        </p:sp>
      </p:grpSp>
      <p:graphicFrame>
        <p:nvGraphicFramePr>
          <p:cNvPr id="27" name="Chart 3">
            <a:extLst>
              <a:ext uri="{FF2B5EF4-FFF2-40B4-BE49-F238E27FC236}">
                <a16:creationId xmlns:a16="http://schemas.microsoft.com/office/drawing/2014/main" id="{E2A87277-4E6B-AC17-496B-C7314568189E}"/>
              </a:ext>
            </a:extLst>
          </p:cNvPr>
          <p:cNvGraphicFramePr/>
          <p:nvPr>
            <p:custDataLst>
              <p:tags r:id="rId33"/>
            </p:custDataLst>
            <p:extLst>
              <p:ext uri="{D42A27DB-BD31-4B8C-83A1-F6EECF244321}">
                <p14:modId xmlns:p14="http://schemas.microsoft.com/office/powerpoint/2010/main" val="1553292967"/>
              </p:ext>
            </p:extLst>
          </p:nvPr>
        </p:nvGraphicFramePr>
        <p:xfrm>
          <a:off x="9358313" y="2000250"/>
          <a:ext cx="1571625" cy="3414713"/>
        </p:xfrm>
        <a:graphic>
          <a:graphicData uri="http://schemas.openxmlformats.org/drawingml/2006/chart">
            <c:chart xmlns:c="http://schemas.openxmlformats.org/drawingml/2006/chart" xmlns:r="http://schemas.openxmlformats.org/officeDocument/2006/relationships" r:id="rId50"/>
          </a:graphicData>
        </a:graphic>
      </p:graphicFrame>
      <p:cxnSp>
        <p:nvCxnSpPr>
          <p:cNvPr id="417" name="Straight Connector 118">
            <a:extLst>
              <a:ext uri="{FF2B5EF4-FFF2-40B4-BE49-F238E27FC236}">
                <a16:creationId xmlns:a16="http://schemas.microsoft.com/office/drawing/2014/main" id="{F764478C-C504-F8AA-AD34-1591FD1C3D9A}"/>
              </a:ext>
            </a:extLst>
          </p:cNvPr>
          <p:cNvCxnSpPr>
            <a:cxnSpLocks/>
          </p:cNvCxnSpPr>
          <p:nvPr>
            <p:custDataLst>
              <p:tags r:id="rId34"/>
            </p:custDataLst>
          </p:nvPr>
        </p:nvCxnSpPr>
        <p:spPr bwMode="auto">
          <a:xfrm>
            <a:off x="10945813" y="2489200"/>
            <a:ext cx="414338" cy="0"/>
          </a:xfrm>
          <a:prstGeom prst="line">
            <a:avLst/>
          </a:prstGeom>
          <a:ln w="12700" cap="flat" cmpd="sng" algn="ctr">
            <a:solidFill>
              <a:schemeClr val="tx1"/>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15" name="Straight Connector 119">
            <a:extLst>
              <a:ext uri="{FF2B5EF4-FFF2-40B4-BE49-F238E27FC236}">
                <a16:creationId xmlns:a16="http://schemas.microsoft.com/office/drawing/2014/main" id="{EE8A8E6D-B3E4-6954-595C-B147F1A0C83D}"/>
              </a:ext>
            </a:extLst>
          </p:cNvPr>
          <p:cNvCxnSpPr/>
          <p:nvPr>
            <p:custDataLst>
              <p:tags r:id="rId35"/>
            </p:custDataLst>
          </p:nvPr>
        </p:nvCxnSpPr>
        <p:spPr bwMode="auto">
          <a:xfrm>
            <a:off x="11360150" y="2489201"/>
            <a:ext cx="0" cy="2436813"/>
          </a:xfrm>
          <a:prstGeom prst="line">
            <a:avLst/>
          </a:prstGeom>
          <a:ln w="12700" cap="flat" cmpd="sng" algn="ctr">
            <a:solidFill>
              <a:schemeClr val="tx1"/>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16" name="Straight Connector 120">
            <a:extLst>
              <a:ext uri="{FF2B5EF4-FFF2-40B4-BE49-F238E27FC236}">
                <a16:creationId xmlns:a16="http://schemas.microsoft.com/office/drawing/2014/main" id="{096BB701-E316-7D93-F171-063426BA3A92}"/>
              </a:ext>
            </a:extLst>
          </p:cNvPr>
          <p:cNvCxnSpPr>
            <a:cxnSpLocks/>
          </p:cNvCxnSpPr>
          <p:nvPr>
            <p:custDataLst>
              <p:tags r:id="rId36"/>
            </p:custDataLst>
          </p:nvPr>
        </p:nvCxnSpPr>
        <p:spPr bwMode="auto">
          <a:xfrm flipH="1">
            <a:off x="11207750" y="4926013"/>
            <a:ext cx="152400" cy="0"/>
          </a:xfrm>
          <a:prstGeom prst="line">
            <a:avLst/>
          </a:prstGeom>
          <a:ln w="12700" cap="flat" cmpd="sng" algn="ctr">
            <a:solidFill>
              <a:schemeClr val="tx1"/>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57" name="Retângulo 456">
            <a:extLst>
              <a:ext uri="{FF2B5EF4-FFF2-40B4-BE49-F238E27FC236}">
                <a16:creationId xmlns:a16="http://schemas.microsoft.com/office/drawing/2014/main" id="{75840006-94AA-8F78-DFD9-4C51E2C563B0}"/>
              </a:ext>
            </a:extLst>
          </p:cNvPr>
          <p:cNvSpPr/>
          <p:nvPr>
            <p:custDataLst>
              <p:tags r:id="rId37"/>
            </p:custDataLst>
          </p:nvPr>
        </p:nvSpPr>
        <p:spPr bwMode="auto">
          <a:xfrm>
            <a:off x="8348663" y="2382838"/>
            <a:ext cx="404813" cy="212725"/>
          </a:xfrm>
          <a:prstGeom prst="rect">
            <a:avLst/>
          </a:prstGeom>
          <a:noFill/>
          <a:ln w="12700" cap="flat" cmpd="sng" algn="ctr">
            <a:noFill/>
            <a:prstDash val="solid"/>
            <a:miter lim="400000"/>
            <a:headEnd type="none" w="med" len="med"/>
            <a:tailEnd type="none" w="med" len="med"/>
          </a:ln>
          <a:effectLst/>
          <a:extLst>
            <a:ext uri="{909E8E84-426E-40DD-AFC4-6F175D3DCCD1}">
              <a14:hiddenFill xmlns:a14="http://schemas.microsoft.com/office/drawing/2010/main">
                <a:solidFill>
                  <a:scrgbClr r="0" g="0" b="0"/>
                </a:solidFill>
              </a14:hiddenFill>
            </a:ext>
            <a:ext uri="{91240B29-F687-4F45-9708-019B960494DF}">
              <a14:hiddenLine xmlns:a14="http://schemas.microsoft.com/office/drawing/2010/main" w="12700" cap="flat" cmpd="sng" algn="ctr">
                <a:solidFill>
                  <a:schemeClr val="accent4"/>
                </a:solidFill>
                <a:prstDash val="solid"/>
                <a:miter lim="400000"/>
                <a:headEnd type="none" w="med" len="med"/>
                <a:tailEnd type="none" w="med" len="med"/>
              </a14:hiddenLine>
            </a:ext>
          </a:extLst>
        </p:spPr>
        <p:txBody>
          <a:bodyPr vert="horz" wrap="none" lIns="0" tIns="0" rIns="0" bIns="0" rtlCol="0" anchor="ctr"/>
          <a:lstStyle/>
          <a:p>
            <a:pPr marL="0" marR="0" lvl="0" indent="0" algn="l" defTabSz="914400" rtl="0" eaLnBrk="1" fontAlgn="auto" latinLnBrk="0" hangingPunct="1">
              <a:lnSpc>
                <a:spcPct val="100000"/>
              </a:lnSpc>
              <a:spcBef>
                <a:spcPct val="0"/>
              </a:spcBef>
              <a:spcAft>
                <a:spcPct val="0"/>
              </a:spcAft>
              <a:buClrTx/>
              <a:buSzTx/>
              <a:buFontTx/>
              <a:buNone/>
              <a:tabLst/>
              <a:defRPr/>
            </a:pPr>
            <a:fld id="{B6006C30-7BF6-4A8D-A5EF-2084169E6611}" type="datetime'''''A''''t''''''u''''''''''''''a''''''l'''''''''''''''''">
              <a:rPr kumimoji="0" lang="pt-BR" altLang="en-US" sz="1400" b="0" i="0" u="none" strike="noStrike" kern="1200" cap="none" spc="0" normalizeH="0" baseline="0" noProof="0" smtClean="0">
                <a:ln>
                  <a:noFill/>
                </a:ln>
                <a:solidFill>
                  <a:srgbClr val="071C25"/>
                </a:solidFill>
                <a:effectLst/>
                <a:uLnTx/>
                <a:uFillTx/>
                <a:latin typeface="Arial"/>
                <a:ea typeface="+mn-ea"/>
                <a:cs typeface="+mn-cs"/>
                <a:sym typeface="+mn-lt"/>
              </a:rPr>
              <a:pPr marL="0" marR="0" lvl="0" indent="0" algn="l" defTabSz="914400" rtl="0" eaLnBrk="1" fontAlgn="auto" latinLnBrk="0" hangingPunct="1">
                <a:lnSpc>
                  <a:spcPct val="100000"/>
                </a:lnSpc>
                <a:spcBef>
                  <a:spcPct val="0"/>
                </a:spcBef>
                <a:spcAft>
                  <a:spcPct val="0"/>
                </a:spcAft>
                <a:buClrTx/>
                <a:buSzTx/>
                <a:buFontTx/>
                <a:buNone/>
                <a:tabLst/>
                <a:defRPr/>
              </a:pPr>
              <a:t>Atual</a:t>
            </a:fld>
            <a:endParaRPr kumimoji="0" lang="pt-BR" sz="1400" b="0" i="0" u="none" strike="noStrike" kern="1200" cap="none" spc="0" normalizeH="0" baseline="0" noProof="0">
              <a:ln>
                <a:noFill/>
              </a:ln>
              <a:solidFill>
                <a:srgbClr val="071C25"/>
              </a:solidFill>
              <a:effectLst/>
              <a:uLnTx/>
              <a:uFillTx/>
              <a:latin typeface="Arial"/>
              <a:ea typeface="+mn-ea"/>
              <a:cs typeface="+mn-cs"/>
              <a:sym typeface="+mn-lt"/>
            </a:endParaRPr>
          </a:p>
        </p:txBody>
      </p:sp>
      <p:sp>
        <p:nvSpPr>
          <p:cNvPr id="459" name="Retângulo 458">
            <a:extLst>
              <a:ext uri="{FF2B5EF4-FFF2-40B4-BE49-F238E27FC236}">
                <a16:creationId xmlns:a16="http://schemas.microsoft.com/office/drawing/2014/main" id="{E5758C3A-2990-867D-A5E9-81F34E6BAC78}"/>
              </a:ext>
            </a:extLst>
          </p:cNvPr>
          <p:cNvSpPr/>
          <p:nvPr>
            <p:custDataLst>
              <p:tags r:id="rId38"/>
            </p:custDataLst>
          </p:nvPr>
        </p:nvSpPr>
        <p:spPr bwMode="auto">
          <a:xfrm>
            <a:off x="8348663" y="3089275"/>
            <a:ext cx="974725" cy="425450"/>
          </a:xfrm>
          <a:prstGeom prst="rect">
            <a:avLst/>
          </a:prstGeom>
          <a:noFill/>
          <a:ln w="12700" cap="flat" cmpd="sng" algn="ctr">
            <a:noFill/>
            <a:prstDash val="solid"/>
            <a:miter lim="400000"/>
            <a:headEnd type="none" w="med" len="med"/>
            <a:tailEnd type="none" w="med" len="med"/>
          </a:ln>
          <a:effectLst/>
          <a:extLst>
            <a:ext uri="{909E8E84-426E-40DD-AFC4-6F175D3DCCD1}">
              <a14:hiddenFill xmlns:a14="http://schemas.microsoft.com/office/drawing/2010/main">
                <a:solidFill>
                  <a:scrgbClr r="0" g="0" b="0"/>
                </a:solidFill>
              </a14:hiddenFill>
            </a:ext>
            <a:ext uri="{91240B29-F687-4F45-9708-019B960494DF}">
              <a14:hiddenLine xmlns:a14="http://schemas.microsoft.com/office/drawing/2010/main" w="12700" cap="flat" cmpd="sng" algn="ctr">
                <a:solidFill>
                  <a:schemeClr val="accent4"/>
                </a:solidFill>
                <a:prstDash val="solid"/>
                <a:miter lim="400000"/>
                <a:headEnd type="none" w="med" len="med"/>
                <a:tailEnd type="none" w="med" len="med"/>
              </a14:hiddenLine>
            </a:ext>
          </a:extLst>
        </p:spPr>
        <p:txBody>
          <a:bodyPr vert="horz" wrap="none" lIns="0" tIns="0" rIns="0" bIns="0" rtlCol="0" anchor="ctr"/>
          <a:lstStyle/>
          <a:p>
            <a:pPr marL="0" marR="0" lvl="0" indent="0" algn="l" defTabSz="914400" rtl="0" eaLnBrk="1" fontAlgn="auto" latinLnBrk="0" hangingPunct="1">
              <a:lnSpc>
                <a:spcPct val="100000"/>
              </a:lnSpc>
              <a:spcBef>
                <a:spcPct val="0"/>
              </a:spcBef>
              <a:spcAft>
                <a:spcPct val="0"/>
              </a:spcAft>
              <a:buClrTx/>
              <a:buSzTx/>
              <a:buFontTx/>
              <a:buNone/>
              <a:tabLst/>
              <a:defRPr/>
            </a:pPr>
            <a:fld id="{3CAA48B8-149E-484C-9771-61D1D05E8B0B}" type="datetime'Cená''''r''''i''''o'' ''&#10;cons''e''rv''''''''''ado''''r'''">
              <a:rPr kumimoji="0" lang="pt-BR" altLang="en-US" sz="1400" b="0" i="0" u="none" strike="noStrike" kern="1200" cap="none" spc="0" normalizeH="0" baseline="0" noProof="0" smtClean="0">
                <a:ln>
                  <a:noFill/>
                </a:ln>
                <a:solidFill>
                  <a:srgbClr val="071C25"/>
                </a:solidFill>
                <a:effectLst/>
                <a:uLnTx/>
                <a:uFillTx/>
                <a:latin typeface="Arial"/>
                <a:ea typeface="+mn-ea"/>
                <a:cs typeface="+mn-cs"/>
                <a:sym typeface="+mn-lt"/>
              </a:rPr>
              <a:pPr marL="0" marR="0" lvl="0" indent="0" algn="l" defTabSz="914400" rtl="0" eaLnBrk="1" fontAlgn="auto" latinLnBrk="0" hangingPunct="1">
                <a:lnSpc>
                  <a:spcPct val="100000"/>
                </a:lnSpc>
                <a:spcBef>
                  <a:spcPct val="0"/>
                </a:spcBef>
                <a:spcAft>
                  <a:spcPct val="0"/>
                </a:spcAft>
                <a:buClrTx/>
                <a:buSzTx/>
                <a:buFontTx/>
                <a:buNone/>
                <a:tabLst/>
                <a:defRPr/>
              </a:pPr>
              <a:t>Cenário 
conservador</a:t>
            </a:fld>
            <a:endParaRPr kumimoji="0" lang="pt-BR" sz="1400" b="0" i="0" u="none" strike="noStrike" kern="1200" cap="none" spc="0" normalizeH="0" baseline="0" noProof="0" err="1">
              <a:ln>
                <a:noFill/>
              </a:ln>
              <a:solidFill>
                <a:srgbClr val="071C25"/>
              </a:solidFill>
              <a:effectLst/>
              <a:uLnTx/>
              <a:uFillTx/>
              <a:latin typeface="Arial"/>
              <a:ea typeface="+mn-ea"/>
              <a:cs typeface="+mn-cs"/>
              <a:sym typeface="+mn-lt"/>
            </a:endParaRPr>
          </a:p>
        </p:txBody>
      </p:sp>
      <p:sp>
        <p:nvSpPr>
          <p:cNvPr id="460" name="Retângulo 459">
            <a:extLst>
              <a:ext uri="{FF2B5EF4-FFF2-40B4-BE49-F238E27FC236}">
                <a16:creationId xmlns:a16="http://schemas.microsoft.com/office/drawing/2014/main" id="{A0DCF12E-0A15-CD59-B1ED-FFE73D4845E7}"/>
              </a:ext>
            </a:extLst>
          </p:cNvPr>
          <p:cNvSpPr/>
          <p:nvPr>
            <p:custDataLst>
              <p:tags r:id="rId39"/>
            </p:custDataLst>
          </p:nvPr>
        </p:nvSpPr>
        <p:spPr bwMode="auto">
          <a:xfrm>
            <a:off x="8348663" y="3900488"/>
            <a:ext cx="796925" cy="425450"/>
          </a:xfrm>
          <a:prstGeom prst="rect">
            <a:avLst/>
          </a:prstGeom>
          <a:noFill/>
          <a:ln w="12700" cap="flat" cmpd="sng" algn="ctr">
            <a:noFill/>
            <a:prstDash val="solid"/>
            <a:miter lim="400000"/>
            <a:headEnd type="none" w="med" len="med"/>
            <a:tailEnd type="none" w="med" len="med"/>
          </a:ln>
          <a:effectLst/>
          <a:extLst>
            <a:ext uri="{909E8E84-426E-40DD-AFC4-6F175D3DCCD1}">
              <a14:hiddenFill xmlns:a14="http://schemas.microsoft.com/office/drawing/2010/main">
                <a:solidFill>
                  <a:scrgbClr r="0" g="0" b="0"/>
                </a:solidFill>
              </a14:hiddenFill>
            </a:ext>
            <a:ext uri="{91240B29-F687-4F45-9708-019B960494DF}">
              <a14:hiddenLine xmlns:a14="http://schemas.microsoft.com/office/drawing/2010/main" w="12700" cap="flat" cmpd="sng" algn="ctr">
                <a:solidFill>
                  <a:schemeClr val="accent4"/>
                </a:solidFill>
                <a:prstDash val="solid"/>
                <a:miter lim="400000"/>
                <a:headEnd type="none" w="med" len="med"/>
                <a:tailEnd type="none" w="med" len="med"/>
              </a14:hiddenLine>
            </a:ext>
          </a:extLst>
        </p:spPr>
        <p:txBody>
          <a:bodyPr vert="horz" wrap="none" lIns="0" tIns="0" rIns="0" bIns="0" rtlCol="0" anchor="ctr"/>
          <a:lstStyle/>
          <a:p>
            <a:pPr marL="0" marR="0" lvl="0" indent="0" algn="l" defTabSz="914400" rtl="0" eaLnBrk="1" fontAlgn="auto" latinLnBrk="0" hangingPunct="1">
              <a:lnSpc>
                <a:spcPct val="100000"/>
              </a:lnSpc>
              <a:spcBef>
                <a:spcPct val="0"/>
              </a:spcBef>
              <a:spcAft>
                <a:spcPct val="0"/>
              </a:spcAft>
              <a:buClrTx/>
              <a:buSzTx/>
              <a:buFontTx/>
              <a:buNone/>
              <a:tabLst/>
              <a:defRPr/>
            </a:pPr>
            <a:fld id="{130F8797-11F3-49C8-8DBF-1264D9EB7546}" type="datetime'''Cen''á''''r''''''''io ''''&#10;''''''mo''d''e''''r''''''ad''o'">
              <a:rPr kumimoji="0" lang="pt-BR" altLang="en-US" sz="1400" b="0" i="0" u="none" strike="noStrike" kern="1200" cap="none" spc="0" normalizeH="0" baseline="0" noProof="0" smtClean="0">
                <a:ln>
                  <a:noFill/>
                </a:ln>
                <a:solidFill>
                  <a:srgbClr val="071C25"/>
                </a:solidFill>
                <a:effectLst/>
                <a:uLnTx/>
                <a:uFillTx/>
                <a:latin typeface="Arial"/>
                <a:ea typeface="+mn-ea"/>
                <a:cs typeface="+mn-cs"/>
                <a:sym typeface="+mn-lt"/>
              </a:rPr>
              <a:pPr marL="0" marR="0" lvl="0" indent="0" algn="l" defTabSz="914400" rtl="0" eaLnBrk="1" fontAlgn="auto" latinLnBrk="0" hangingPunct="1">
                <a:lnSpc>
                  <a:spcPct val="100000"/>
                </a:lnSpc>
                <a:spcBef>
                  <a:spcPct val="0"/>
                </a:spcBef>
                <a:spcAft>
                  <a:spcPct val="0"/>
                </a:spcAft>
                <a:buClrTx/>
                <a:buSzTx/>
                <a:buFontTx/>
                <a:buNone/>
                <a:tabLst/>
                <a:defRPr/>
              </a:pPr>
              <a:t>Cenário 
moderado</a:t>
            </a:fld>
            <a:endParaRPr kumimoji="0" lang="pt-BR" sz="1400" b="0" i="0" u="none" strike="noStrike" kern="1200" cap="none" spc="0" normalizeH="0" baseline="0" noProof="0" err="1">
              <a:ln>
                <a:noFill/>
              </a:ln>
              <a:solidFill>
                <a:srgbClr val="071C25"/>
              </a:solidFill>
              <a:effectLst/>
              <a:uLnTx/>
              <a:uFillTx/>
              <a:latin typeface="Arial"/>
              <a:ea typeface="+mn-ea"/>
              <a:cs typeface="+mn-cs"/>
              <a:sym typeface="+mn-lt"/>
            </a:endParaRPr>
          </a:p>
        </p:txBody>
      </p:sp>
      <p:sp>
        <p:nvSpPr>
          <p:cNvPr id="461" name="Retângulo 460">
            <a:extLst>
              <a:ext uri="{FF2B5EF4-FFF2-40B4-BE49-F238E27FC236}">
                <a16:creationId xmlns:a16="http://schemas.microsoft.com/office/drawing/2014/main" id="{F1758101-F5E3-56AE-85C1-DE03F81305C1}"/>
              </a:ext>
            </a:extLst>
          </p:cNvPr>
          <p:cNvSpPr/>
          <p:nvPr>
            <p:custDataLst>
              <p:tags r:id="rId40"/>
            </p:custDataLst>
          </p:nvPr>
        </p:nvSpPr>
        <p:spPr bwMode="auto">
          <a:xfrm>
            <a:off x="8348663" y="4713288"/>
            <a:ext cx="758825" cy="425450"/>
          </a:xfrm>
          <a:prstGeom prst="rect">
            <a:avLst/>
          </a:prstGeom>
          <a:noFill/>
          <a:ln w="12700" cap="flat" cmpd="sng" algn="ctr">
            <a:noFill/>
            <a:prstDash val="solid"/>
            <a:miter lim="400000"/>
            <a:headEnd type="none" w="med" len="med"/>
            <a:tailEnd type="none" w="med" len="med"/>
          </a:ln>
          <a:effectLst/>
          <a:extLst>
            <a:ext uri="{909E8E84-426E-40DD-AFC4-6F175D3DCCD1}">
              <a14:hiddenFill xmlns:a14="http://schemas.microsoft.com/office/drawing/2010/main">
                <a:solidFill>
                  <a:scrgbClr r="0" g="0" b="0"/>
                </a:solidFill>
              </a14:hiddenFill>
            </a:ext>
            <a:ext uri="{91240B29-F687-4F45-9708-019B960494DF}">
              <a14:hiddenLine xmlns:a14="http://schemas.microsoft.com/office/drawing/2010/main" w="12700" cap="flat" cmpd="sng" algn="ctr">
                <a:solidFill>
                  <a:schemeClr val="accent4"/>
                </a:solidFill>
                <a:prstDash val="solid"/>
                <a:miter lim="400000"/>
                <a:headEnd type="none" w="med" len="med"/>
                <a:tailEnd type="none" w="med" len="med"/>
              </a14:hiddenLine>
            </a:ext>
          </a:extLst>
        </p:spPr>
        <p:txBody>
          <a:bodyPr vert="horz" wrap="none" lIns="0" tIns="0" rIns="0" bIns="0" rtlCol="0" anchor="ctr"/>
          <a:lstStyle/>
          <a:p>
            <a:pPr marL="0" marR="0" lvl="0" indent="0" algn="l" defTabSz="914400" rtl="0" eaLnBrk="1" fontAlgn="auto" latinLnBrk="0" hangingPunct="1">
              <a:lnSpc>
                <a:spcPct val="100000"/>
              </a:lnSpc>
              <a:spcBef>
                <a:spcPct val="0"/>
              </a:spcBef>
              <a:spcAft>
                <a:spcPct val="0"/>
              </a:spcAft>
              <a:buClrTx/>
              <a:buSzTx/>
              <a:buFontTx/>
              <a:buNone/>
              <a:tabLst/>
              <a:defRPr/>
            </a:pPr>
            <a:fld id="{39883E99-FADB-4028-BF9A-47084E184A26}" type="datetime'''''C''''e''n''á''r''''''''io''&#10;a''gre''''''s''''''''si''vo'''">
              <a:rPr kumimoji="0" lang="pt-BR" altLang="en-US" sz="1400" b="0" i="0" u="none" strike="noStrike" kern="1200" cap="none" spc="0" normalizeH="0" baseline="0" noProof="0" smtClean="0">
                <a:ln>
                  <a:noFill/>
                </a:ln>
                <a:solidFill>
                  <a:srgbClr val="071C25"/>
                </a:solidFill>
                <a:effectLst/>
                <a:uLnTx/>
                <a:uFillTx/>
                <a:latin typeface="Arial"/>
                <a:ea typeface="+mn-ea"/>
                <a:cs typeface="+mn-cs"/>
              </a:rPr>
              <a:pPr marL="0" marR="0" lvl="0" indent="0" algn="l" defTabSz="914400" rtl="0" eaLnBrk="1" fontAlgn="auto" latinLnBrk="0" hangingPunct="1">
                <a:lnSpc>
                  <a:spcPct val="100000"/>
                </a:lnSpc>
                <a:spcBef>
                  <a:spcPct val="0"/>
                </a:spcBef>
                <a:spcAft>
                  <a:spcPct val="0"/>
                </a:spcAft>
                <a:buClrTx/>
                <a:buSzTx/>
                <a:buFontTx/>
                <a:buNone/>
                <a:tabLst/>
                <a:defRPr/>
              </a:pPr>
              <a:t>Cenário
agressivo</a:t>
            </a:fld>
            <a:endParaRPr kumimoji="0" lang="pt-BR" sz="1400" b="0" i="0" u="none" strike="noStrike" kern="1200" cap="none" spc="0" normalizeH="0" baseline="0" noProof="0">
              <a:ln>
                <a:noFill/>
              </a:ln>
              <a:solidFill>
                <a:srgbClr val="071C25"/>
              </a:solidFill>
              <a:effectLst/>
              <a:uLnTx/>
              <a:uFillTx/>
              <a:latin typeface="Arial"/>
              <a:ea typeface="+mn-ea"/>
              <a:cs typeface="+mn-cs"/>
              <a:sym typeface="+mn-lt"/>
            </a:endParaRPr>
          </a:p>
        </p:txBody>
      </p:sp>
      <p:sp>
        <p:nvSpPr>
          <p:cNvPr id="418" name="Espaço Reservado para Texto 2">
            <a:extLst>
              <a:ext uri="{FF2B5EF4-FFF2-40B4-BE49-F238E27FC236}">
                <a16:creationId xmlns:a16="http://schemas.microsoft.com/office/drawing/2014/main" id="{CBB500DD-73AF-38A4-10EF-2844712A20BD}"/>
              </a:ext>
            </a:extLst>
          </p:cNvPr>
          <p:cNvSpPr>
            <a:spLocks noGrp="1"/>
          </p:cNvSpPr>
          <p:nvPr>
            <p:custDataLst>
              <p:tags r:id="rId41"/>
            </p:custDataLst>
          </p:nvPr>
        </p:nvSpPr>
        <p:spPr bwMode="gray">
          <a:xfrm>
            <a:off x="10610850" y="2382838"/>
            <a:ext cx="296863" cy="212725"/>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25400" tIns="0" rIns="25400" bIns="0" numCol="1" spcCol="0" rtlCol="0" anchor="ctr" anchorCtr="0">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Tx/>
              <a:buSzTx/>
              <a:buFont typeface="Arial" pitchFamily="34" charset="0"/>
              <a:buNone/>
              <a:tabLst/>
              <a:defRPr/>
            </a:pPr>
            <a:fld id="{130C738C-28EF-4207-8FC4-7DEEAF7C652F}" type="datetime'''''''''1'''''''',''4'''''''''''''">
              <a:rPr kumimoji="0" lang="pt-BR" altLang="en-US" sz="1400" b="0" i="0" u="none" strike="noStrike" kern="1200" cap="none" spc="0" normalizeH="0" baseline="0" noProof="0" smtClean="0">
                <a:ln>
                  <a:noFill/>
                </a:ln>
                <a:solidFill>
                  <a:srgbClr val="071C25"/>
                </a:solidFill>
                <a:effectLst/>
                <a:uLnTx/>
                <a:uFillTx/>
                <a:latin typeface="Arial"/>
                <a:ea typeface="+mn-ea"/>
                <a:cs typeface="+mn-cs"/>
              </a:rPr>
              <a:pPr marL="0" marR="0" lvl="0" indent="0" algn="l" defTabSz="914400" rtl="0" eaLnBrk="1" fontAlgn="auto" latinLnBrk="0" hangingPunct="1">
                <a:lnSpc>
                  <a:spcPct val="100000"/>
                </a:lnSpc>
                <a:spcBef>
                  <a:spcPct val="0"/>
                </a:spcBef>
                <a:spcAft>
                  <a:spcPct val="0"/>
                </a:spcAft>
                <a:buClrTx/>
                <a:buSzTx/>
                <a:buFont typeface="Arial" pitchFamily="34" charset="0"/>
                <a:buNone/>
                <a:tabLst/>
                <a:defRPr/>
              </a:pPr>
              <a:t>1,4</a:t>
            </a:fld>
            <a:endParaRPr kumimoji="0" lang="en-US" sz="1400" b="0" i="0" u="none" strike="noStrike" kern="1200" cap="none" spc="0" normalizeH="0" baseline="0" noProof="0">
              <a:ln>
                <a:noFill/>
              </a:ln>
              <a:solidFill>
                <a:srgbClr val="071C25"/>
              </a:solidFill>
              <a:effectLst/>
              <a:uLnTx/>
              <a:uFillTx/>
              <a:latin typeface="Arial"/>
              <a:ea typeface="+mn-ea"/>
              <a:cs typeface="+mn-cs"/>
              <a:sym typeface="+mn-lt"/>
            </a:endParaRPr>
          </a:p>
        </p:txBody>
      </p:sp>
      <p:sp>
        <p:nvSpPr>
          <p:cNvPr id="420" name="Espaço Reservado para Texto 2">
            <a:extLst>
              <a:ext uri="{FF2B5EF4-FFF2-40B4-BE49-F238E27FC236}">
                <a16:creationId xmlns:a16="http://schemas.microsoft.com/office/drawing/2014/main" id="{30DC4D65-9D2D-D9BA-F587-8320BCE81748}"/>
              </a:ext>
            </a:extLst>
          </p:cNvPr>
          <p:cNvSpPr>
            <a:spLocks noGrp="1"/>
          </p:cNvSpPr>
          <p:nvPr>
            <p:custDataLst>
              <p:tags r:id="rId42"/>
            </p:custDataLst>
          </p:nvPr>
        </p:nvSpPr>
        <p:spPr bwMode="gray">
          <a:xfrm>
            <a:off x="10752138" y="3195638"/>
            <a:ext cx="296863" cy="212725"/>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25400" tIns="0" rIns="25400" bIns="0" numCol="1" spcCol="0" rtlCol="0" anchor="ctr" anchorCtr="0">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Tx/>
              <a:buSzTx/>
              <a:buFont typeface="Arial" pitchFamily="34" charset="0"/>
              <a:buNone/>
              <a:tabLst/>
              <a:defRPr/>
            </a:pPr>
            <a:fld id="{5CE98C6B-D6B4-466B-AF4C-08D107D0D6F5}" type="datetime'''''''''1'''''''''''',''5'''''''''''''''''''''''''">
              <a:rPr kumimoji="0" lang="pt-BR" altLang="en-US" sz="1400" b="0" i="0" u="none" strike="noStrike" kern="1200" cap="none" spc="0" normalizeH="0" baseline="0" noProof="0" smtClean="0">
                <a:ln>
                  <a:noFill/>
                </a:ln>
                <a:solidFill>
                  <a:srgbClr val="071C25"/>
                </a:solidFill>
                <a:effectLst/>
                <a:uLnTx/>
                <a:uFillTx/>
                <a:latin typeface="Arial"/>
                <a:ea typeface="+mn-ea"/>
                <a:cs typeface="+mn-cs"/>
              </a:rPr>
              <a:pPr marL="0" marR="0" lvl="0" indent="0" algn="l" defTabSz="914400" rtl="0" eaLnBrk="1" fontAlgn="auto" latinLnBrk="0" hangingPunct="1">
                <a:lnSpc>
                  <a:spcPct val="100000"/>
                </a:lnSpc>
                <a:spcBef>
                  <a:spcPct val="0"/>
                </a:spcBef>
                <a:spcAft>
                  <a:spcPct val="0"/>
                </a:spcAft>
                <a:buClrTx/>
                <a:buSzTx/>
                <a:buFont typeface="Arial" pitchFamily="34" charset="0"/>
                <a:buNone/>
                <a:tabLst/>
                <a:defRPr/>
              </a:pPr>
              <a:t>1,5</a:t>
            </a:fld>
            <a:endParaRPr kumimoji="0" lang="en-US" sz="1400" b="0" i="0" u="none" strike="noStrike" kern="1200" cap="none" spc="0" normalizeH="0" baseline="0" noProof="0">
              <a:ln>
                <a:noFill/>
              </a:ln>
              <a:solidFill>
                <a:srgbClr val="071C25"/>
              </a:solidFill>
              <a:effectLst/>
              <a:uLnTx/>
              <a:uFillTx/>
              <a:latin typeface="Arial"/>
              <a:ea typeface="+mn-ea"/>
              <a:cs typeface="+mn-cs"/>
              <a:sym typeface="+mn-lt"/>
            </a:endParaRPr>
          </a:p>
        </p:txBody>
      </p:sp>
      <p:sp>
        <p:nvSpPr>
          <p:cNvPr id="419" name="Espaço Reservado para Texto 2">
            <a:extLst>
              <a:ext uri="{FF2B5EF4-FFF2-40B4-BE49-F238E27FC236}">
                <a16:creationId xmlns:a16="http://schemas.microsoft.com/office/drawing/2014/main" id="{8232FACA-635E-7545-1E5C-B9F749A72EDD}"/>
              </a:ext>
            </a:extLst>
          </p:cNvPr>
          <p:cNvSpPr>
            <a:spLocks noGrp="1"/>
          </p:cNvSpPr>
          <p:nvPr>
            <p:custDataLst>
              <p:tags r:id="rId43"/>
            </p:custDataLst>
          </p:nvPr>
        </p:nvSpPr>
        <p:spPr bwMode="gray">
          <a:xfrm>
            <a:off x="10812463" y="4006850"/>
            <a:ext cx="296863" cy="212725"/>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25400" tIns="0" rIns="25400" bIns="0" numCol="1" spcCol="0" rtlCol="0" anchor="ctr" anchorCtr="0">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Tx/>
              <a:buSzTx/>
              <a:buFont typeface="Arial" pitchFamily="34" charset="0"/>
              <a:buNone/>
              <a:tabLst/>
              <a:defRPr/>
            </a:pPr>
            <a:fld id="{D968DA10-4246-4DCF-B8DD-E6FF6D165896}" type="datetime'''''''''''''''1'''''''''',''''''6'''''''''''">
              <a:rPr kumimoji="0" lang="pt-BR" altLang="en-US" sz="1400" b="0" i="0" u="none" strike="noStrike" kern="1200" cap="none" spc="0" normalizeH="0" baseline="0" noProof="0" smtClean="0">
                <a:ln>
                  <a:noFill/>
                </a:ln>
                <a:solidFill>
                  <a:srgbClr val="071C25"/>
                </a:solidFill>
                <a:effectLst/>
                <a:uLnTx/>
                <a:uFillTx/>
                <a:latin typeface="Arial"/>
                <a:ea typeface="+mn-ea"/>
                <a:cs typeface="+mn-cs"/>
              </a:rPr>
              <a:pPr marL="0" marR="0" lvl="0" indent="0" algn="l" defTabSz="914400" rtl="0" eaLnBrk="1" fontAlgn="auto" latinLnBrk="0" hangingPunct="1">
                <a:lnSpc>
                  <a:spcPct val="100000"/>
                </a:lnSpc>
                <a:spcBef>
                  <a:spcPct val="0"/>
                </a:spcBef>
                <a:spcAft>
                  <a:spcPct val="0"/>
                </a:spcAft>
                <a:buClrTx/>
                <a:buSzTx/>
                <a:buFont typeface="Arial" pitchFamily="34" charset="0"/>
                <a:buNone/>
                <a:tabLst/>
                <a:defRPr/>
              </a:pPr>
              <a:t>1,6</a:t>
            </a:fld>
            <a:endParaRPr kumimoji="0" lang="en-US" sz="1400" b="0" i="0" u="none" strike="noStrike" kern="1200" cap="none" spc="0" normalizeH="0" baseline="0" noProof="0">
              <a:ln>
                <a:noFill/>
              </a:ln>
              <a:solidFill>
                <a:srgbClr val="071C25"/>
              </a:solidFill>
              <a:effectLst/>
              <a:uLnTx/>
              <a:uFillTx/>
              <a:latin typeface="Arial"/>
              <a:ea typeface="+mn-ea"/>
              <a:cs typeface="+mn-cs"/>
              <a:sym typeface="+mn-lt"/>
            </a:endParaRPr>
          </a:p>
        </p:txBody>
      </p:sp>
      <p:sp>
        <p:nvSpPr>
          <p:cNvPr id="421" name="Espaço Reservado para Texto 2">
            <a:extLst>
              <a:ext uri="{FF2B5EF4-FFF2-40B4-BE49-F238E27FC236}">
                <a16:creationId xmlns:a16="http://schemas.microsoft.com/office/drawing/2014/main" id="{53C3D3AB-FA1F-D1B2-A234-CC316B0038D1}"/>
              </a:ext>
            </a:extLst>
          </p:cNvPr>
          <p:cNvSpPr>
            <a:spLocks noGrp="1"/>
          </p:cNvSpPr>
          <p:nvPr>
            <p:custDataLst>
              <p:tags r:id="rId44"/>
            </p:custDataLst>
          </p:nvPr>
        </p:nvSpPr>
        <p:spPr bwMode="gray">
          <a:xfrm>
            <a:off x="10872788" y="4819650"/>
            <a:ext cx="296863" cy="212725"/>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25400" tIns="0" rIns="25400" bIns="0" numCol="1" spcCol="0" rtlCol="0" anchor="ctr" anchorCtr="0">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Tx/>
              <a:buSzTx/>
              <a:buFont typeface="Arial" pitchFamily="34" charset="0"/>
              <a:buNone/>
              <a:tabLst/>
              <a:defRPr/>
            </a:pPr>
            <a:fld id="{5F630848-272F-416A-A3A0-2536CACD2279}" type="datetime'''''''''''''''1'''''''''''',''''''''''''''''''''''''''7'''''''">
              <a:rPr kumimoji="0" lang="pt-BR" altLang="en-US" sz="1400" b="0" i="0" u="none" strike="noStrike" kern="1200" cap="none" spc="0" normalizeH="0" baseline="0" noProof="0" smtClean="0">
                <a:ln>
                  <a:noFill/>
                </a:ln>
                <a:solidFill>
                  <a:srgbClr val="071C25"/>
                </a:solidFill>
                <a:effectLst/>
                <a:uLnTx/>
                <a:uFillTx/>
                <a:latin typeface="Arial"/>
                <a:ea typeface="+mn-ea"/>
                <a:cs typeface="+mn-cs"/>
              </a:rPr>
              <a:pPr marL="0" marR="0" lvl="0" indent="0" algn="l" defTabSz="914400" rtl="0" eaLnBrk="1" fontAlgn="auto" latinLnBrk="0" hangingPunct="1">
                <a:lnSpc>
                  <a:spcPct val="100000"/>
                </a:lnSpc>
                <a:spcBef>
                  <a:spcPct val="0"/>
                </a:spcBef>
                <a:spcAft>
                  <a:spcPct val="0"/>
                </a:spcAft>
                <a:buClrTx/>
                <a:buSzTx/>
                <a:buFont typeface="Arial" pitchFamily="34" charset="0"/>
                <a:buNone/>
                <a:tabLst/>
                <a:defRPr/>
              </a:pPr>
              <a:t>1,7</a:t>
            </a:fld>
            <a:endParaRPr kumimoji="0" lang="en-US" sz="1400" b="0" i="0" u="none" strike="noStrike" kern="1200" cap="none" spc="0" normalizeH="0" baseline="0" noProof="0">
              <a:ln>
                <a:noFill/>
              </a:ln>
              <a:solidFill>
                <a:srgbClr val="071C25"/>
              </a:solidFill>
              <a:effectLst/>
              <a:uLnTx/>
              <a:uFillTx/>
              <a:latin typeface="Arial"/>
              <a:ea typeface="+mn-ea"/>
              <a:cs typeface="+mn-cs"/>
              <a:sym typeface="+mn-lt"/>
            </a:endParaRPr>
          </a:p>
        </p:txBody>
      </p:sp>
      <p:sp>
        <p:nvSpPr>
          <p:cNvPr id="422" name="Espaço Reservado para Texto 2">
            <a:extLst>
              <a:ext uri="{FF2B5EF4-FFF2-40B4-BE49-F238E27FC236}">
                <a16:creationId xmlns:a16="http://schemas.microsoft.com/office/drawing/2014/main" id="{655943F4-B7B5-653F-7C44-AB0A0F4AF3DC}"/>
              </a:ext>
            </a:extLst>
          </p:cNvPr>
          <p:cNvSpPr>
            <a:spLocks noGrp="1"/>
          </p:cNvSpPr>
          <p:nvPr>
            <p:custDataLst>
              <p:tags r:id="rId45"/>
            </p:custDataLst>
          </p:nvPr>
        </p:nvSpPr>
        <p:spPr bwMode="auto">
          <a:xfrm>
            <a:off x="11117263" y="3556000"/>
            <a:ext cx="487363" cy="301625"/>
          </a:xfrm>
          <a:prstGeom prst="ellipse">
            <a:avLst/>
          </a:prstGeom>
          <a:solidFill>
            <a:schemeClr val="bg1"/>
          </a:solidFill>
          <a:ln w="9525" algn="ctr">
            <a:solidFill>
              <a:schemeClr val="tx1"/>
            </a:solidFill>
          </a:ln>
        </p:spPr>
        <p:txBody>
          <a:bodyPr vert="horz" wrap="none" lIns="0" tIns="0" rIns="0" bIns="0" numCol="1" spcCol="0" rtlCol="0" anchor="ctr" anchorCtr="0">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 typeface="Arial" pitchFamily="34" charset="0"/>
              <a:buNone/>
              <a:tabLst/>
              <a:defRPr/>
            </a:pPr>
            <a:r>
              <a:rPr kumimoji="0" lang="pt-BR" altLang="en-US" sz="1400" b="1" i="0" u="none" strike="noStrike" kern="1200" cap="none" spc="0" normalizeH="0" baseline="0" noProof="0">
                <a:ln>
                  <a:noFill/>
                </a:ln>
                <a:solidFill>
                  <a:srgbClr val="071C25"/>
                </a:solidFill>
                <a:effectLst/>
                <a:uLnTx/>
                <a:uFillTx/>
                <a:latin typeface="Arial"/>
                <a:ea typeface="+mn-ea"/>
                <a:cs typeface="+mn-cs"/>
              </a:rPr>
              <a:t> </a:t>
            </a:r>
            <a:fld id="{BA800883-7DE2-477B-9A7F-7B6BBDB957E6}" type="datetime'''0'''''''''''''''',''''''''''''''''''''''''''''''''''''''3'''">
              <a:rPr kumimoji="0" lang="pt-BR" altLang="en-US" sz="1400" b="1" i="0" u="none" strike="noStrike" kern="1200" cap="none" spc="0" normalizeH="0" baseline="0" noProof="0" smtClean="0">
                <a:ln>
                  <a:noFill/>
                </a:ln>
                <a:solidFill>
                  <a:srgbClr val="071C25"/>
                </a:solidFill>
                <a:effectLst/>
                <a:uLnTx/>
                <a:uFillTx/>
                <a:latin typeface="Arial"/>
                <a:ea typeface="+mn-ea"/>
                <a:cs typeface="+mn-cs"/>
              </a:rPr>
              <a:pPr marL="0" marR="0" lvl="0" indent="0" algn="ctr" defTabSz="914400" rtl="0" eaLnBrk="1" fontAlgn="auto" latinLnBrk="0" hangingPunct="1">
                <a:lnSpc>
                  <a:spcPct val="100000"/>
                </a:lnSpc>
                <a:spcBef>
                  <a:spcPct val="0"/>
                </a:spcBef>
                <a:spcAft>
                  <a:spcPct val="0"/>
                </a:spcAft>
                <a:buClrTx/>
                <a:buSzTx/>
                <a:buFont typeface="Arial" pitchFamily="34" charset="0"/>
                <a:buNone/>
                <a:tabLst/>
                <a:defRPr/>
              </a:pPr>
              <a:t>0,3</a:t>
            </a:fld>
            <a:r>
              <a:rPr kumimoji="0" lang="pt-BR" altLang="en-US" sz="1400" b="1" i="0" u="none" strike="noStrike" kern="1200" cap="none" spc="0" normalizeH="0" baseline="0" noProof="0">
                <a:ln>
                  <a:noFill/>
                </a:ln>
                <a:solidFill>
                  <a:srgbClr val="071C25"/>
                </a:solidFill>
                <a:effectLst/>
                <a:uLnTx/>
                <a:uFillTx/>
                <a:latin typeface="Arial"/>
                <a:ea typeface="+mn-ea"/>
                <a:cs typeface="+mn-cs"/>
              </a:rPr>
              <a:t> </a:t>
            </a:r>
            <a:endParaRPr kumimoji="0" lang="en-US" sz="1400" b="1" i="0" u="none" strike="noStrike" kern="1200" cap="none" spc="0" normalizeH="0" baseline="0" noProof="0">
              <a:ln>
                <a:noFill/>
              </a:ln>
              <a:solidFill>
                <a:srgbClr val="071C25"/>
              </a:solidFill>
              <a:effectLst/>
              <a:uLnTx/>
              <a:uFillTx/>
              <a:latin typeface="Arial"/>
              <a:ea typeface="+mn-ea"/>
              <a:cs typeface="+mn-cs"/>
              <a:sym typeface="+mn-lt"/>
            </a:endParaRPr>
          </a:p>
        </p:txBody>
      </p:sp>
    </p:spTree>
    <p:extLst>
      <p:ext uri="{BB962C8B-B14F-4D97-AF65-F5344CB8AC3E}">
        <p14:creationId xmlns:p14="http://schemas.microsoft.com/office/powerpoint/2010/main" val="13558316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56643A34-979C-4518-BC5E-CD2FCE820F1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Slide do think-cell" r:id="rId3" imgW="421" imgH="423" progId="TCLayout.ActiveDocument.1">
                  <p:embed/>
                </p:oleObj>
              </mc:Choice>
              <mc:Fallback>
                <p:oleObj name="Slide do think-cell" r:id="rId3" imgW="421" imgH="423" progId="TCLayout.ActiveDocument.1">
                  <p:embed/>
                  <p:pic>
                    <p:nvPicPr>
                      <p:cNvPr id="5" name="Object 4" hidden="1">
                        <a:extLst>
                          <a:ext uri="{FF2B5EF4-FFF2-40B4-BE49-F238E27FC236}">
                            <a16:creationId xmlns:a16="http://schemas.microsoft.com/office/drawing/2014/main" id="{56643A34-979C-4518-BC5E-CD2FCE820F1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Text Placeholder 3">
            <a:extLst>
              <a:ext uri="{FF2B5EF4-FFF2-40B4-BE49-F238E27FC236}">
                <a16:creationId xmlns:a16="http://schemas.microsoft.com/office/drawing/2014/main" id="{659ADDB9-DE9A-4C0E-A365-D0E4A67C961F}"/>
              </a:ext>
            </a:extLst>
          </p:cNvPr>
          <p:cNvSpPr>
            <a:spLocks noGrp="1"/>
          </p:cNvSpPr>
          <p:nvPr>
            <p:ph type="body" sz="quarter" idx="14"/>
          </p:nvPr>
        </p:nvSpPr>
        <p:spPr/>
        <p:txBody>
          <a:bodyPr/>
          <a:lstStyle/>
          <a:p>
            <a:r>
              <a:rPr lang="pt-BR"/>
              <a:t>Fonte: Mirow &amp; Co.</a:t>
            </a:r>
          </a:p>
        </p:txBody>
      </p:sp>
      <p:sp>
        <p:nvSpPr>
          <p:cNvPr id="7" name="Título 6">
            <a:extLst>
              <a:ext uri="{FF2B5EF4-FFF2-40B4-BE49-F238E27FC236}">
                <a16:creationId xmlns:a16="http://schemas.microsoft.com/office/drawing/2014/main" id="{0BFE4463-3CC3-90C2-FF2D-3C677704AA12}"/>
              </a:ext>
            </a:extLst>
          </p:cNvPr>
          <p:cNvSpPr>
            <a:spLocks noGrp="1"/>
          </p:cNvSpPr>
          <p:nvPr>
            <p:ph type="title"/>
          </p:nvPr>
        </p:nvSpPr>
        <p:spPr/>
        <p:txBody>
          <a:bodyPr vert="horz"/>
          <a:lstStyle/>
          <a:p>
            <a:r>
              <a:rPr lang="pt-BR"/>
              <a:t>Para entendermos o histórico, precisaremos de uma série de dados, organizados no </a:t>
            </a:r>
            <a:r>
              <a:rPr lang="pt-BR" i="1"/>
              <a:t>data </a:t>
            </a:r>
            <a:r>
              <a:rPr lang="pt-BR" i="1" err="1"/>
              <a:t>request</a:t>
            </a:r>
            <a:r>
              <a:rPr lang="pt-BR"/>
              <a:t> abaixo (1/2)</a:t>
            </a:r>
          </a:p>
        </p:txBody>
      </p:sp>
      <p:sp>
        <p:nvSpPr>
          <p:cNvPr id="2" name="Rectangle 1">
            <a:extLst>
              <a:ext uri="{FF2B5EF4-FFF2-40B4-BE49-F238E27FC236}">
                <a16:creationId xmlns:a16="http://schemas.microsoft.com/office/drawing/2014/main" id="{FB16B22A-CDDC-8822-C38E-C98474C62B8A}"/>
              </a:ext>
            </a:extLst>
          </p:cNvPr>
          <p:cNvSpPr/>
          <p:nvPr/>
        </p:nvSpPr>
        <p:spPr>
          <a:xfrm>
            <a:off x="433634" y="1057863"/>
            <a:ext cx="2061027" cy="246221"/>
          </a:xfrm>
          <a:prstGeom prst="rect">
            <a:avLst/>
          </a:prstGeom>
          <a:noFill/>
          <a:ln w="12700">
            <a:noFill/>
            <a:miter lim="400000"/>
          </a:ln>
          <a:effectLst/>
        </p:spPr>
        <p:txBody>
          <a:bodyPr lIns="36000" tIns="0" rIns="3600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400" b="1" i="0" u="none" strike="noStrike" kern="1200" cap="none" spc="0" normalizeH="0" baseline="0" noProof="0">
                <a:ln>
                  <a:noFill/>
                </a:ln>
                <a:solidFill>
                  <a:srgbClr val="071C25"/>
                </a:solidFill>
                <a:effectLst/>
                <a:uLnTx/>
                <a:uFillTx/>
                <a:latin typeface="Arial"/>
                <a:ea typeface="+mn-ea"/>
                <a:cs typeface="+mn-cs"/>
              </a:rPr>
              <a:t>Tipo</a:t>
            </a:r>
          </a:p>
        </p:txBody>
      </p:sp>
      <p:sp>
        <p:nvSpPr>
          <p:cNvPr id="3" name="Rectangle 2">
            <a:extLst>
              <a:ext uri="{FF2B5EF4-FFF2-40B4-BE49-F238E27FC236}">
                <a16:creationId xmlns:a16="http://schemas.microsoft.com/office/drawing/2014/main" id="{AD4B127F-37B4-E30C-5DFF-DBD587DD27F2}"/>
              </a:ext>
            </a:extLst>
          </p:cNvPr>
          <p:cNvSpPr/>
          <p:nvPr/>
        </p:nvSpPr>
        <p:spPr>
          <a:xfrm>
            <a:off x="2944905" y="1057863"/>
            <a:ext cx="2061027" cy="246221"/>
          </a:xfrm>
          <a:prstGeom prst="rect">
            <a:avLst/>
          </a:prstGeom>
          <a:noFill/>
          <a:ln w="12700">
            <a:noFill/>
            <a:miter lim="400000"/>
          </a:ln>
          <a:effectLst/>
        </p:spPr>
        <p:txBody>
          <a:bodyPr lIns="36000" tIns="0" rIns="3600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400" b="1" i="0" u="none" strike="noStrike" kern="1200" cap="none" spc="0" normalizeH="0" baseline="0" noProof="0">
                <a:ln>
                  <a:noFill/>
                </a:ln>
                <a:solidFill>
                  <a:srgbClr val="071C25"/>
                </a:solidFill>
                <a:effectLst/>
                <a:uLnTx/>
                <a:uFillTx/>
                <a:latin typeface="Arial"/>
                <a:ea typeface="+mn-ea"/>
                <a:cs typeface="+mn-cs"/>
              </a:rPr>
              <a:t>Nível da informação</a:t>
            </a:r>
          </a:p>
        </p:txBody>
      </p:sp>
      <p:sp>
        <p:nvSpPr>
          <p:cNvPr id="10" name="Rectangle 9">
            <a:extLst>
              <a:ext uri="{FF2B5EF4-FFF2-40B4-BE49-F238E27FC236}">
                <a16:creationId xmlns:a16="http://schemas.microsoft.com/office/drawing/2014/main" id="{8E02C991-D5D1-A4E4-09D7-B7375A707D97}"/>
              </a:ext>
            </a:extLst>
          </p:cNvPr>
          <p:cNvSpPr/>
          <p:nvPr/>
        </p:nvSpPr>
        <p:spPr>
          <a:xfrm>
            <a:off x="5627149" y="1057863"/>
            <a:ext cx="2061027" cy="246221"/>
          </a:xfrm>
          <a:prstGeom prst="rect">
            <a:avLst/>
          </a:prstGeom>
          <a:noFill/>
          <a:ln w="12700">
            <a:noFill/>
            <a:miter lim="400000"/>
          </a:ln>
          <a:effectLst/>
        </p:spPr>
        <p:txBody>
          <a:bodyPr lIns="36000" tIns="0" rIns="3600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400" b="1" i="0" u="none" strike="noStrike" kern="1200" cap="none" spc="0" normalizeH="0" baseline="0" noProof="0">
                <a:ln>
                  <a:noFill/>
                </a:ln>
                <a:solidFill>
                  <a:srgbClr val="071C25"/>
                </a:solidFill>
                <a:effectLst/>
                <a:uLnTx/>
                <a:uFillTx/>
                <a:latin typeface="Arial"/>
                <a:ea typeface="+mn-ea"/>
                <a:cs typeface="+mn-cs"/>
              </a:rPr>
              <a:t>Detalhamento</a:t>
            </a:r>
          </a:p>
        </p:txBody>
      </p:sp>
      <p:sp>
        <p:nvSpPr>
          <p:cNvPr id="17" name="Rectangle 17">
            <a:extLst>
              <a:ext uri="{FF2B5EF4-FFF2-40B4-BE49-F238E27FC236}">
                <a16:creationId xmlns:a16="http://schemas.microsoft.com/office/drawing/2014/main" id="{DB69DE81-0BBD-4812-B086-7392D2844C89}"/>
              </a:ext>
            </a:extLst>
          </p:cNvPr>
          <p:cNvSpPr/>
          <p:nvPr/>
        </p:nvSpPr>
        <p:spPr>
          <a:xfrm>
            <a:off x="433634" y="1362233"/>
            <a:ext cx="2061027" cy="2880000"/>
          </a:xfrm>
          <a:prstGeom prst="rect">
            <a:avLst/>
          </a:prstGeom>
          <a:solidFill>
            <a:schemeClr val="accent5"/>
          </a:solidFill>
          <a:ln w="12700">
            <a:noFill/>
            <a:miter lim="400000"/>
          </a:ln>
          <a:effectLst/>
        </p:spPr>
        <p:txBody>
          <a:bodyPr lIns="144000" tIns="72000" rIns="72000" bIns="7200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400" b="1" i="1" u="none" strike="noStrike" kern="1200" cap="none" spc="0" normalizeH="0" baseline="0" noProof="0" err="1">
                <a:ln>
                  <a:noFill/>
                </a:ln>
                <a:solidFill>
                  <a:prstClr val="white"/>
                </a:solidFill>
                <a:effectLst/>
                <a:uLnTx/>
                <a:uFillTx/>
                <a:latin typeface="Arial"/>
                <a:ea typeface="+mn-ea"/>
                <a:cs typeface="+mn-cs"/>
              </a:rPr>
              <a:t>Invoices</a:t>
            </a:r>
            <a:endParaRPr kumimoji="0" lang="pt-BR" sz="1400" b="1" i="1" u="none" strike="noStrike" kern="1200" cap="none" spc="0" normalizeH="0" baseline="0" noProof="0">
              <a:ln>
                <a:noFill/>
              </a:ln>
              <a:solidFill>
                <a:prstClr val="white"/>
              </a:solidFill>
              <a:effectLst/>
              <a:uLnTx/>
              <a:uFillTx/>
              <a:latin typeface="Arial"/>
              <a:ea typeface="+mn-ea"/>
              <a:cs typeface="+mn-cs"/>
            </a:endParaRPr>
          </a:p>
        </p:txBody>
      </p:sp>
      <p:sp>
        <p:nvSpPr>
          <p:cNvPr id="9" name="CaixaDeTexto 8">
            <a:extLst>
              <a:ext uri="{FF2B5EF4-FFF2-40B4-BE49-F238E27FC236}">
                <a16:creationId xmlns:a16="http://schemas.microsoft.com/office/drawing/2014/main" id="{C47EB61E-F025-46D7-B6B3-171706B56658}"/>
              </a:ext>
            </a:extLst>
          </p:cNvPr>
          <p:cNvSpPr txBox="1"/>
          <p:nvPr/>
        </p:nvSpPr>
        <p:spPr bwMode="auto">
          <a:xfrm>
            <a:off x="2944905" y="1362233"/>
            <a:ext cx="2232000" cy="2880000"/>
          </a:xfrm>
          <a:prstGeom prst="rect">
            <a:avLst/>
          </a:prstGeom>
          <a:solidFill>
            <a:schemeClr val="bg1">
              <a:lumMod val="95000"/>
            </a:schemeClr>
          </a:solidFill>
          <a:ln w="9525">
            <a:noFill/>
            <a:miter lim="800000"/>
            <a:headEnd/>
            <a:tailEnd/>
          </a:ln>
        </p:spPr>
        <p:txBody>
          <a:bodyPr vert="horz" wrap="square" lIns="144000" tIns="72000" rIns="72000" bIns="72000" numCol="1" rtlCol="0" anchor="ctr" anchorCtr="0" compatLnSpc="1">
            <a:prstTxWarp prst="textNoShape">
              <a:avLst/>
            </a:prstTxWarp>
            <a:noAutofit/>
          </a:bodyPr>
          <a:lstStyle/>
          <a:p>
            <a:pPr marL="285750" marR="0" lvl="0" indent="-285750"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pt-BR" sz="1400" b="0" i="0" u="none" strike="noStrike" kern="0" cap="none" spc="0" normalizeH="0" baseline="0" noProof="0">
                <a:ln>
                  <a:noFill/>
                </a:ln>
                <a:solidFill>
                  <a:srgbClr val="071C25"/>
                </a:solidFill>
                <a:effectLst/>
                <a:uLnTx/>
                <a:uFillTx/>
                <a:latin typeface="Arial"/>
                <a:ea typeface="+mn-ea"/>
                <a:cs typeface="+mn-cs"/>
              </a:rPr>
              <a:t>SKU</a:t>
            </a:r>
          </a:p>
          <a:p>
            <a:pPr marL="285750" marR="0" lvl="0" indent="-285750"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pt-BR" sz="1400" b="0" i="0" u="none" strike="noStrike" kern="0" cap="none" spc="0" normalizeH="0" baseline="0" noProof="0">
                <a:ln>
                  <a:noFill/>
                </a:ln>
                <a:solidFill>
                  <a:srgbClr val="071C25"/>
                </a:solidFill>
                <a:effectLst/>
                <a:uLnTx/>
                <a:uFillTx/>
                <a:latin typeface="Arial"/>
                <a:ea typeface="+mn-ea"/>
                <a:cs typeface="+mn-cs"/>
              </a:rPr>
              <a:t>Cliente</a:t>
            </a:r>
          </a:p>
          <a:p>
            <a:pPr marL="285750" marR="0" lvl="0" indent="-285750"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pt-BR" sz="1400" b="0" i="0" u="none" strike="noStrike" kern="0" cap="none" spc="0" normalizeH="0" baseline="0" noProof="0">
                <a:ln>
                  <a:noFill/>
                </a:ln>
                <a:solidFill>
                  <a:srgbClr val="071C25"/>
                </a:solidFill>
                <a:effectLst/>
                <a:uLnTx/>
                <a:uFillTx/>
                <a:latin typeface="Arial"/>
                <a:ea typeface="+mn-ea"/>
                <a:cs typeface="+mn-cs"/>
              </a:rPr>
              <a:t>Segmento</a:t>
            </a:r>
          </a:p>
        </p:txBody>
      </p:sp>
      <p:sp>
        <p:nvSpPr>
          <p:cNvPr id="6" name="CaixaDeTexto 8">
            <a:extLst>
              <a:ext uri="{FF2B5EF4-FFF2-40B4-BE49-F238E27FC236}">
                <a16:creationId xmlns:a16="http://schemas.microsoft.com/office/drawing/2014/main" id="{DC25D59A-BDA7-59B5-6517-5069C027DB42}"/>
              </a:ext>
            </a:extLst>
          </p:cNvPr>
          <p:cNvSpPr txBox="1"/>
          <p:nvPr/>
        </p:nvSpPr>
        <p:spPr bwMode="auto">
          <a:xfrm>
            <a:off x="5627149" y="1362233"/>
            <a:ext cx="3492000" cy="2880000"/>
          </a:xfrm>
          <a:prstGeom prst="rect">
            <a:avLst/>
          </a:prstGeom>
          <a:solidFill>
            <a:schemeClr val="bg1">
              <a:lumMod val="95000"/>
            </a:schemeClr>
          </a:solidFill>
          <a:ln w="9525">
            <a:noFill/>
            <a:miter lim="800000"/>
            <a:headEnd/>
            <a:tailEnd/>
          </a:ln>
        </p:spPr>
        <p:txBody>
          <a:bodyPr vert="horz" wrap="square" lIns="144000" tIns="72000" rIns="72000" bIns="72000" numCol="1" rtlCol="0" anchor="t" anchorCtr="0" compatLnSpc="1">
            <a:prstTxWarp prst="textNoShape">
              <a:avLst/>
            </a:prstTxWarp>
            <a:spAutoFit/>
          </a:bodyPr>
          <a:lstStyle/>
          <a:p>
            <a:pPr marL="176213" marR="0" lvl="0" indent="-176213"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pt-BR" sz="1400" b="0" i="0" u="none" strike="noStrike" kern="0" cap="none" spc="0" normalizeH="0" baseline="0" noProof="0">
                <a:ln>
                  <a:noFill/>
                </a:ln>
                <a:solidFill>
                  <a:srgbClr val="071C25"/>
                </a:solidFill>
                <a:effectLst/>
                <a:uLnTx/>
                <a:uFillTx/>
                <a:latin typeface="Arial"/>
                <a:ea typeface="+mn-ea"/>
                <a:cs typeface="+mn-cs"/>
              </a:rPr>
              <a:t>Receita bruta</a:t>
            </a:r>
          </a:p>
          <a:p>
            <a:pPr marL="176213" marR="0" lvl="0" indent="-176213"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pt-BR" sz="1400" b="0" i="0" u="none" strike="noStrike" kern="0" cap="none" spc="0" normalizeH="0" baseline="0" noProof="0">
                <a:ln>
                  <a:noFill/>
                </a:ln>
                <a:solidFill>
                  <a:srgbClr val="071C25"/>
                </a:solidFill>
                <a:effectLst/>
                <a:uLnTx/>
                <a:uFillTx/>
                <a:latin typeface="Arial"/>
                <a:ea typeface="+mn-ea"/>
                <a:cs typeface="+mn-cs"/>
              </a:rPr>
              <a:t>Impostos</a:t>
            </a:r>
          </a:p>
          <a:p>
            <a:pPr marL="176213" marR="0" lvl="0" indent="-176213"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pt-BR" sz="1400" b="0" i="0" u="none" strike="noStrike" kern="0" cap="none" spc="0" normalizeH="0" baseline="0" noProof="0">
                <a:ln>
                  <a:noFill/>
                </a:ln>
                <a:solidFill>
                  <a:srgbClr val="071C25"/>
                </a:solidFill>
                <a:effectLst/>
                <a:uLnTx/>
                <a:uFillTx/>
                <a:latin typeface="Arial"/>
                <a:ea typeface="+mn-ea"/>
                <a:cs typeface="+mn-cs"/>
              </a:rPr>
              <a:t>Receita líquida</a:t>
            </a:r>
          </a:p>
          <a:p>
            <a:pPr marL="176213" marR="0" lvl="0" indent="-176213"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pt-BR" sz="1400" b="0" i="0" u="none" strike="noStrike" kern="0" cap="none" spc="0" normalizeH="0" baseline="0" noProof="0">
                <a:ln>
                  <a:noFill/>
                </a:ln>
                <a:solidFill>
                  <a:srgbClr val="071C25"/>
                </a:solidFill>
                <a:effectLst/>
                <a:uLnTx/>
                <a:uFillTx/>
                <a:latin typeface="Arial"/>
                <a:ea typeface="+mn-ea"/>
                <a:cs typeface="+mn-cs"/>
              </a:rPr>
              <a:t>Comissão comercial</a:t>
            </a:r>
          </a:p>
          <a:p>
            <a:pPr marL="176213" marR="0" lvl="0" indent="-176213"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pt-BR" sz="1400" b="0" i="0" u="none" strike="noStrike" kern="0" cap="none" spc="0" normalizeH="0" baseline="0" noProof="0">
                <a:ln>
                  <a:noFill/>
                </a:ln>
                <a:solidFill>
                  <a:srgbClr val="071C25"/>
                </a:solidFill>
                <a:effectLst/>
                <a:uLnTx/>
                <a:uFillTx/>
                <a:latin typeface="Arial"/>
                <a:ea typeface="+mn-ea"/>
                <a:cs typeface="+mn-cs"/>
              </a:rPr>
              <a:t>Frete</a:t>
            </a:r>
          </a:p>
          <a:p>
            <a:pPr marL="176213" marR="0" lvl="0" indent="-176213"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pt-BR" sz="1400" b="0" i="0" u="none" strike="noStrike" kern="0" cap="none" spc="0" normalizeH="0" baseline="0" noProof="0">
                <a:ln>
                  <a:noFill/>
                </a:ln>
                <a:solidFill>
                  <a:srgbClr val="071C25"/>
                </a:solidFill>
                <a:effectLst/>
                <a:uLnTx/>
                <a:uFillTx/>
                <a:latin typeface="Arial"/>
                <a:ea typeface="+mn-ea"/>
                <a:cs typeface="+mn-cs"/>
              </a:rPr>
              <a:t>Rebate</a:t>
            </a:r>
          </a:p>
          <a:p>
            <a:pPr marL="176213" marR="0" lvl="0" indent="-176213"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pt-BR" sz="1400" b="0" i="0" u="none" strike="noStrike" kern="0" cap="none" spc="0" normalizeH="0" baseline="0" noProof="0">
                <a:ln>
                  <a:noFill/>
                </a:ln>
                <a:solidFill>
                  <a:srgbClr val="071C25"/>
                </a:solidFill>
                <a:effectLst/>
                <a:uLnTx/>
                <a:uFillTx/>
                <a:latin typeface="Arial"/>
                <a:ea typeface="+mn-ea"/>
                <a:cs typeface="+mn-cs"/>
              </a:rPr>
              <a:t>Marketing</a:t>
            </a:r>
          </a:p>
          <a:p>
            <a:pPr marL="176213" marR="0" lvl="0" indent="-176213"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pt-BR" sz="1400" b="0" i="0" u="none" strike="noStrike" kern="0" cap="none" spc="0" normalizeH="0" baseline="0" noProof="0">
                <a:ln>
                  <a:noFill/>
                </a:ln>
                <a:solidFill>
                  <a:srgbClr val="071C25"/>
                </a:solidFill>
                <a:effectLst/>
                <a:uLnTx/>
                <a:uFillTx/>
                <a:latin typeface="Arial"/>
                <a:ea typeface="+mn-ea"/>
                <a:cs typeface="+mn-cs"/>
              </a:rPr>
              <a:t>PDD</a:t>
            </a:r>
          </a:p>
          <a:p>
            <a:pPr marL="176213" marR="0" lvl="0" indent="-176213"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pt-BR" sz="1400" b="0" i="0" u="none" strike="noStrike" kern="0" cap="none" spc="0" normalizeH="0" baseline="0" noProof="0">
                <a:ln>
                  <a:noFill/>
                </a:ln>
                <a:solidFill>
                  <a:srgbClr val="071C25"/>
                </a:solidFill>
                <a:effectLst/>
                <a:uLnTx/>
                <a:uFillTx/>
                <a:latin typeface="Arial"/>
                <a:ea typeface="+mn-ea"/>
                <a:cs typeface="+mn-cs"/>
              </a:rPr>
              <a:t>Garantia</a:t>
            </a:r>
          </a:p>
          <a:p>
            <a:pPr marL="176213" marR="0" lvl="0" indent="-176213"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pt-BR" sz="1400" b="0" i="0" u="none" strike="noStrike" kern="0" cap="none" spc="0" normalizeH="0" baseline="0" noProof="0">
                <a:ln>
                  <a:noFill/>
                </a:ln>
                <a:solidFill>
                  <a:srgbClr val="071C25"/>
                </a:solidFill>
                <a:effectLst/>
                <a:uLnTx/>
                <a:uFillTx/>
                <a:latin typeface="Arial"/>
                <a:ea typeface="+mn-ea"/>
                <a:cs typeface="+mn-cs"/>
              </a:rPr>
              <a:t>Custos variáveis</a:t>
            </a:r>
          </a:p>
          <a:p>
            <a:pPr marL="176213" marR="0" lvl="0" indent="-176213"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pt-BR" sz="1400" b="0" i="0" u="none" strike="noStrike" kern="0" cap="none" spc="0" normalizeH="0" baseline="0" noProof="0">
                <a:ln>
                  <a:noFill/>
                </a:ln>
                <a:solidFill>
                  <a:srgbClr val="071C25"/>
                </a:solidFill>
                <a:effectLst/>
                <a:uLnTx/>
                <a:uFillTx/>
                <a:latin typeface="Arial"/>
                <a:ea typeface="+mn-ea"/>
                <a:cs typeface="+mn-cs"/>
              </a:rPr>
              <a:t>Margem de contribuição por operação</a:t>
            </a:r>
          </a:p>
        </p:txBody>
      </p:sp>
      <p:sp>
        <p:nvSpPr>
          <p:cNvPr id="27" name="CaixaDeTexto 8">
            <a:extLst>
              <a:ext uri="{FF2B5EF4-FFF2-40B4-BE49-F238E27FC236}">
                <a16:creationId xmlns:a16="http://schemas.microsoft.com/office/drawing/2014/main" id="{FFCF203A-ABB8-4739-C998-91711C41520C}"/>
              </a:ext>
            </a:extLst>
          </p:cNvPr>
          <p:cNvSpPr txBox="1"/>
          <p:nvPr/>
        </p:nvSpPr>
        <p:spPr bwMode="auto">
          <a:xfrm>
            <a:off x="9569394" y="1362233"/>
            <a:ext cx="2196000" cy="2880000"/>
          </a:xfrm>
          <a:prstGeom prst="rect">
            <a:avLst/>
          </a:prstGeom>
          <a:solidFill>
            <a:schemeClr val="bg1">
              <a:lumMod val="95000"/>
            </a:schemeClr>
          </a:solidFill>
          <a:ln w="9525">
            <a:noFill/>
            <a:miter lim="800000"/>
            <a:headEnd/>
            <a:tailEnd/>
          </a:ln>
        </p:spPr>
        <p:txBody>
          <a:bodyPr vert="horz" wrap="square" lIns="144000" tIns="72000" rIns="72000" bIns="72000" numCol="1" rtlCol="0" anchor="ctr"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pt-BR" sz="1400" b="0" i="0" u="none" strike="noStrike" kern="0" cap="none" spc="0" normalizeH="0" baseline="0" noProof="0">
                <a:ln>
                  <a:noFill/>
                </a:ln>
                <a:solidFill>
                  <a:srgbClr val="071C25"/>
                </a:solidFill>
                <a:effectLst/>
                <a:uLnTx/>
                <a:uFillTx/>
                <a:latin typeface="Arial"/>
                <a:ea typeface="+mn-ea"/>
                <a:cs typeface="+mn-cs"/>
              </a:rPr>
              <a:t>01/01/2022 – 31/12/2023</a:t>
            </a:r>
          </a:p>
        </p:txBody>
      </p:sp>
      <p:sp>
        <p:nvSpPr>
          <p:cNvPr id="28" name="Rectangle 27">
            <a:extLst>
              <a:ext uri="{FF2B5EF4-FFF2-40B4-BE49-F238E27FC236}">
                <a16:creationId xmlns:a16="http://schemas.microsoft.com/office/drawing/2014/main" id="{11120CF0-BFCB-ED09-D2CA-FA0C20CFE2BB}"/>
              </a:ext>
            </a:extLst>
          </p:cNvPr>
          <p:cNvSpPr/>
          <p:nvPr/>
        </p:nvSpPr>
        <p:spPr>
          <a:xfrm>
            <a:off x="9569395" y="1057863"/>
            <a:ext cx="2061027" cy="246221"/>
          </a:xfrm>
          <a:prstGeom prst="rect">
            <a:avLst/>
          </a:prstGeom>
          <a:noFill/>
          <a:ln w="12700">
            <a:noFill/>
            <a:miter lim="400000"/>
          </a:ln>
          <a:effectLst/>
        </p:spPr>
        <p:txBody>
          <a:bodyPr lIns="36000" tIns="0" rIns="3600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400" b="1" i="0" u="none" strike="noStrike" kern="1200" cap="none" spc="0" normalizeH="0" baseline="0" noProof="0">
                <a:ln>
                  <a:noFill/>
                </a:ln>
                <a:solidFill>
                  <a:srgbClr val="071C25"/>
                </a:solidFill>
                <a:effectLst/>
                <a:uLnTx/>
                <a:uFillTx/>
                <a:latin typeface="Arial"/>
                <a:ea typeface="+mn-ea"/>
                <a:cs typeface="+mn-cs"/>
              </a:rPr>
              <a:t>Período</a:t>
            </a:r>
          </a:p>
        </p:txBody>
      </p:sp>
      <p:sp>
        <p:nvSpPr>
          <p:cNvPr id="31" name="Rectangle 17">
            <a:extLst>
              <a:ext uri="{FF2B5EF4-FFF2-40B4-BE49-F238E27FC236}">
                <a16:creationId xmlns:a16="http://schemas.microsoft.com/office/drawing/2014/main" id="{5A818DAF-A4FE-0287-B269-7A77B2228DAA}"/>
              </a:ext>
            </a:extLst>
          </p:cNvPr>
          <p:cNvSpPr/>
          <p:nvPr/>
        </p:nvSpPr>
        <p:spPr>
          <a:xfrm>
            <a:off x="433634" y="4378996"/>
            <a:ext cx="2061027" cy="1123200"/>
          </a:xfrm>
          <a:prstGeom prst="rect">
            <a:avLst/>
          </a:prstGeom>
          <a:solidFill>
            <a:schemeClr val="accent5"/>
          </a:solidFill>
          <a:ln w="12700">
            <a:noFill/>
            <a:miter lim="400000"/>
          </a:ln>
          <a:effectLst/>
        </p:spPr>
        <p:txBody>
          <a:bodyPr lIns="144000" tIns="72000" rIns="72000" bIns="7200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400" b="1" i="0" u="none" strike="noStrike" kern="1200" cap="none" spc="0" normalizeH="0" baseline="0" noProof="0">
                <a:ln>
                  <a:noFill/>
                </a:ln>
                <a:solidFill>
                  <a:prstClr val="white"/>
                </a:solidFill>
                <a:effectLst/>
                <a:uLnTx/>
                <a:uFillTx/>
                <a:latin typeface="Arial"/>
                <a:ea typeface="+mn-ea"/>
                <a:cs typeface="+mn-cs"/>
              </a:rPr>
              <a:t>Portfólio de  produtos</a:t>
            </a:r>
          </a:p>
        </p:txBody>
      </p:sp>
      <p:sp>
        <p:nvSpPr>
          <p:cNvPr id="33" name="CaixaDeTexto 8">
            <a:extLst>
              <a:ext uri="{FF2B5EF4-FFF2-40B4-BE49-F238E27FC236}">
                <a16:creationId xmlns:a16="http://schemas.microsoft.com/office/drawing/2014/main" id="{B9A763A9-EAEB-B31E-14A9-1B454A980EE2}"/>
              </a:ext>
            </a:extLst>
          </p:cNvPr>
          <p:cNvSpPr txBox="1"/>
          <p:nvPr/>
        </p:nvSpPr>
        <p:spPr bwMode="auto">
          <a:xfrm>
            <a:off x="2944905" y="4378995"/>
            <a:ext cx="2232000" cy="1123200"/>
          </a:xfrm>
          <a:prstGeom prst="rect">
            <a:avLst/>
          </a:prstGeom>
          <a:solidFill>
            <a:schemeClr val="bg1">
              <a:lumMod val="95000"/>
            </a:schemeClr>
          </a:solidFill>
          <a:ln w="9525">
            <a:noFill/>
            <a:miter lim="800000"/>
            <a:headEnd/>
            <a:tailEnd/>
          </a:ln>
        </p:spPr>
        <p:txBody>
          <a:bodyPr vert="horz" wrap="square" lIns="144000" tIns="72000" rIns="72000" bIns="72000" numCol="1" rtlCol="0" anchor="ctr" anchorCtr="0" compatLnSpc="1">
            <a:prstTxWarp prst="textNoShape">
              <a:avLst/>
            </a:prstTxWarp>
            <a:spAutoFit/>
          </a:bodyPr>
          <a:lstStyle/>
          <a:p>
            <a:pPr marL="285750" marR="0" lvl="0" indent="-285750"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pt-BR" sz="1400" b="0" i="0" u="none" strike="noStrike" kern="0" cap="none" spc="0" normalizeH="0" baseline="0" noProof="0">
                <a:ln>
                  <a:noFill/>
                </a:ln>
                <a:solidFill>
                  <a:srgbClr val="071C25"/>
                </a:solidFill>
                <a:effectLst/>
                <a:uLnTx/>
                <a:uFillTx/>
                <a:latin typeface="Arial"/>
                <a:ea typeface="+mn-ea"/>
                <a:cs typeface="+mn-cs"/>
              </a:rPr>
              <a:t>Segmento</a:t>
            </a:r>
          </a:p>
          <a:p>
            <a:pPr marL="285750" marR="0" lvl="0" indent="-285750"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pt-BR" sz="1400" b="0" i="0" u="none" strike="noStrike" kern="0" cap="none" spc="0" normalizeH="0" baseline="0" noProof="0">
                <a:ln>
                  <a:noFill/>
                </a:ln>
                <a:solidFill>
                  <a:srgbClr val="071C25"/>
                </a:solidFill>
                <a:effectLst/>
                <a:uLnTx/>
                <a:uFillTx/>
                <a:latin typeface="Arial"/>
                <a:ea typeface="+mn-ea"/>
                <a:cs typeface="+mn-cs"/>
              </a:rPr>
              <a:t>Família produto</a:t>
            </a:r>
          </a:p>
          <a:p>
            <a:pPr marL="285750" marR="0" lvl="0" indent="-285750"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pt-BR" sz="1400" b="0" i="0" u="none" strike="noStrike" kern="0" cap="none" spc="0" normalizeH="0" baseline="0" noProof="0">
                <a:ln>
                  <a:noFill/>
                </a:ln>
                <a:solidFill>
                  <a:srgbClr val="071C25"/>
                </a:solidFill>
                <a:effectLst/>
                <a:uLnTx/>
                <a:uFillTx/>
                <a:latin typeface="Arial"/>
                <a:ea typeface="+mn-ea"/>
                <a:cs typeface="+mn-cs"/>
              </a:rPr>
              <a:t>SKU</a:t>
            </a:r>
          </a:p>
        </p:txBody>
      </p:sp>
      <p:sp>
        <p:nvSpPr>
          <p:cNvPr id="36" name="CaixaDeTexto 8">
            <a:extLst>
              <a:ext uri="{FF2B5EF4-FFF2-40B4-BE49-F238E27FC236}">
                <a16:creationId xmlns:a16="http://schemas.microsoft.com/office/drawing/2014/main" id="{1996B708-3DD3-6086-C286-DF4A5A5BBFCF}"/>
              </a:ext>
            </a:extLst>
          </p:cNvPr>
          <p:cNvSpPr txBox="1"/>
          <p:nvPr/>
        </p:nvSpPr>
        <p:spPr bwMode="auto">
          <a:xfrm>
            <a:off x="5627149" y="4378994"/>
            <a:ext cx="3492000" cy="1123200"/>
          </a:xfrm>
          <a:prstGeom prst="rect">
            <a:avLst/>
          </a:prstGeom>
          <a:solidFill>
            <a:schemeClr val="bg1">
              <a:lumMod val="95000"/>
            </a:schemeClr>
          </a:solidFill>
          <a:ln w="9525">
            <a:noFill/>
            <a:miter lim="800000"/>
            <a:headEnd/>
            <a:tailEnd/>
          </a:ln>
        </p:spPr>
        <p:txBody>
          <a:bodyPr vert="horz" wrap="square" lIns="144000" tIns="72000" rIns="72000" bIns="72000" numCol="1" rtlCol="0" anchor="t" anchorCtr="0" compatLnSpc="1">
            <a:prstTxWarp prst="textNoShape">
              <a:avLst/>
            </a:prstTxWarp>
            <a:spAutoFit/>
          </a:bodyPr>
          <a:lstStyle/>
          <a:p>
            <a:pPr marL="176213" marR="0" lvl="0" indent="-176213"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pt-BR" sz="1400" b="0" i="0" u="none" strike="noStrike" kern="0" cap="none" spc="0" normalizeH="0" baseline="0" noProof="0">
                <a:ln>
                  <a:noFill/>
                </a:ln>
                <a:solidFill>
                  <a:srgbClr val="071C25"/>
                </a:solidFill>
                <a:effectLst/>
                <a:uLnTx/>
                <a:uFillTx/>
                <a:latin typeface="Arial"/>
                <a:ea typeface="+mn-ea"/>
                <a:cs typeface="+mn-cs"/>
              </a:rPr>
              <a:t>Preço lista</a:t>
            </a:r>
          </a:p>
          <a:p>
            <a:pPr marL="176213" marR="0" lvl="0" indent="-176213"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pt-BR" sz="1400" b="0" i="0" u="none" strike="noStrike" kern="0" cap="none" spc="0" normalizeH="0" baseline="0" noProof="0">
                <a:ln>
                  <a:noFill/>
                </a:ln>
                <a:solidFill>
                  <a:srgbClr val="071C25"/>
                </a:solidFill>
                <a:effectLst/>
                <a:uLnTx/>
                <a:uFillTx/>
                <a:latin typeface="Arial"/>
                <a:ea typeface="+mn-ea"/>
                <a:cs typeface="+mn-cs"/>
              </a:rPr>
              <a:t>Descrição produto</a:t>
            </a:r>
          </a:p>
          <a:p>
            <a:pPr marL="176213" marR="0" lvl="0" indent="-176213"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pt-BR" sz="1400" b="0" i="0" u="none" strike="noStrike" kern="0" cap="none" spc="0" normalizeH="0" baseline="0" noProof="0">
                <a:ln>
                  <a:noFill/>
                </a:ln>
                <a:solidFill>
                  <a:srgbClr val="071C25"/>
                </a:solidFill>
                <a:effectLst/>
                <a:uLnTx/>
                <a:uFillTx/>
                <a:latin typeface="Arial"/>
                <a:ea typeface="+mn-ea"/>
                <a:cs typeface="+mn-cs"/>
              </a:rPr>
              <a:t>Custo</a:t>
            </a:r>
          </a:p>
        </p:txBody>
      </p:sp>
      <p:sp>
        <p:nvSpPr>
          <p:cNvPr id="37" name="CaixaDeTexto 8">
            <a:extLst>
              <a:ext uri="{FF2B5EF4-FFF2-40B4-BE49-F238E27FC236}">
                <a16:creationId xmlns:a16="http://schemas.microsoft.com/office/drawing/2014/main" id="{B7723DD1-244E-305C-504E-06367C85A65B}"/>
              </a:ext>
            </a:extLst>
          </p:cNvPr>
          <p:cNvSpPr txBox="1"/>
          <p:nvPr/>
        </p:nvSpPr>
        <p:spPr bwMode="auto">
          <a:xfrm>
            <a:off x="9569394" y="4378996"/>
            <a:ext cx="2196000" cy="1123200"/>
          </a:xfrm>
          <a:prstGeom prst="rect">
            <a:avLst/>
          </a:prstGeom>
          <a:solidFill>
            <a:schemeClr val="bg1">
              <a:lumMod val="95000"/>
            </a:schemeClr>
          </a:solidFill>
          <a:ln w="9525">
            <a:noFill/>
            <a:miter lim="800000"/>
            <a:headEnd/>
            <a:tailEnd/>
          </a:ln>
        </p:spPr>
        <p:txBody>
          <a:bodyPr vert="horz" wrap="square" lIns="144000" tIns="72000" rIns="72000" bIns="72000" numCol="1" rtlCol="0" anchor="ctr"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pt-BR" sz="1400" b="0" i="0" u="none" strike="noStrike" kern="0" cap="none" spc="0" normalizeH="0" baseline="0" noProof="0">
                <a:ln>
                  <a:noFill/>
                </a:ln>
                <a:solidFill>
                  <a:srgbClr val="071C25"/>
                </a:solidFill>
                <a:effectLst/>
                <a:uLnTx/>
                <a:uFillTx/>
                <a:latin typeface="Arial"/>
                <a:ea typeface="+mn-ea"/>
                <a:cs typeface="+mn-cs"/>
              </a:rPr>
              <a:t>01/01/2022 – 31/12/2023</a:t>
            </a:r>
          </a:p>
        </p:txBody>
      </p:sp>
      <p:sp>
        <p:nvSpPr>
          <p:cNvPr id="51" name="Rectangle 17">
            <a:extLst>
              <a:ext uri="{FF2B5EF4-FFF2-40B4-BE49-F238E27FC236}">
                <a16:creationId xmlns:a16="http://schemas.microsoft.com/office/drawing/2014/main" id="{D2B323AB-4C86-7124-F1D7-0B09B5BA0B35}"/>
              </a:ext>
            </a:extLst>
          </p:cNvPr>
          <p:cNvSpPr/>
          <p:nvPr/>
        </p:nvSpPr>
        <p:spPr>
          <a:xfrm>
            <a:off x="433634" y="5638958"/>
            <a:ext cx="2061027" cy="576293"/>
          </a:xfrm>
          <a:prstGeom prst="rect">
            <a:avLst/>
          </a:prstGeom>
          <a:solidFill>
            <a:schemeClr val="accent5"/>
          </a:solidFill>
          <a:ln w="12700">
            <a:noFill/>
            <a:miter lim="400000"/>
          </a:ln>
          <a:effectLst/>
        </p:spPr>
        <p:txBody>
          <a:bodyPr lIns="144000" tIns="72000" rIns="72000" bIns="7200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400" b="1" i="1" u="none" strike="noStrike" kern="1200" cap="none" spc="0" normalizeH="0" baseline="0" noProof="0" err="1">
                <a:ln>
                  <a:noFill/>
                </a:ln>
                <a:solidFill>
                  <a:prstClr val="white"/>
                </a:solidFill>
                <a:effectLst/>
                <a:uLnTx/>
                <a:uFillTx/>
                <a:latin typeface="Arial"/>
                <a:ea typeface="+mn-ea"/>
                <a:cs typeface="+mn-cs"/>
              </a:rPr>
              <a:t>Share</a:t>
            </a:r>
            <a:r>
              <a:rPr kumimoji="0" lang="pt-BR" sz="1400" b="1" i="1" u="none" strike="noStrike" kern="1200" cap="none" spc="0" normalizeH="0" baseline="0" noProof="0">
                <a:ln>
                  <a:noFill/>
                </a:ln>
                <a:solidFill>
                  <a:prstClr val="white"/>
                </a:solidFill>
                <a:effectLst/>
                <a:uLnTx/>
                <a:uFillTx/>
                <a:latin typeface="Arial"/>
                <a:ea typeface="+mn-ea"/>
                <a:cs typeface="+mn-cs"/>
              </a:rPr>
              <a:t> </a:t>
            </a:r>
            <a:r>
              <a:rPr kumimoji="0" lang="pt-BR" sz="1400" b="1" i="0" u="none" strike="noStrike" kern="1200" cap="none" spc="0" normalizeH="0" baseline="0" noProof="0">
                <a:ln>
                  <a:noFill/>
                </a:ln>
                <a:solidFill>
                  <a:prstClr val="white"/>
                </a:solidFill>
                <a:effectLst/>
                <a:uLnTx/>
                <a:uFillTx/>
                <a:latin typeface="Arial"/>
                <a:ea typeface="+mn-ea"/>
                <a:cs typeface="+mn-cs"/>
              </a:rPr>
              <a:t>de mercado</a:t>
            </a:r>
          </a:p>
        </p:txBody>
      </p:sp>
      <p:sp>
        <p:nvSpPr>
          <p:cNvPr id="52" name="CaixaDeTexto 8">
            <a:extLst>
              <a:ext uri="{FF2B5EF4-FFF2-40B4-BE49-F238E27FC236}">
                <a16:creationId xmlns:a16="http://schemas.microsoft.com/office/drawing/2014/main" id="{E2E3E585-56F9-D6D2-593D-5B7A486CC6EA}"/>
              </a:ext>
            </a:extLst>
          </p:cNvPr>
          <p:cNvSpPr txBox="1"/>
          <p:nvPr/>
        </p:nvSpPr>
        <p:spPr bwMode="auto">
          <a:xfrm>
            <a:off x="2944905" y="5638958"/>
            <a:ext cx="2232000" cy="576000"/>
          </a:xfrm>
          <a:prstGeom prst="rect">
            <a:avLst/>
          </a:prstGeom>
          <a:solidFill>
            <a:schemeClr val="bg1">
              <a:lumMod val="95000"/>
            </a:schemeClr>
          </a:solidFill>
          <a:ln w="9525">
            <a:noFill/>
            <a:miter lim="800000"/>
            <a:headEnd/>
            <a:tailEnd/>
          </a:ln>
        </p:spPr>
        <p:txBody>
          <a:bodyPr vert="horz" wrap="square" lIns="144000" tIns="72000" rIns="72000" bIns="72000" numCol="1" rtlCol="0" anchor="ctr"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pt-BR" sz="1400" b="0" i="0" u="none" strike="noStrike" kern="0" cap="none" spc="0" normalizeH="0" baseline="0" noProof="0">
                <a:ln>
                  <a:noFill/>
                </a:ln>
                <a:solidFill>
                  <a:srgbClr val="071C25"/>
                </a:solidFill>
                <a:effectLst/>
                <a:uLnTx/>
                <a:uFillTx/>
                <a:latin typeface="Arial"/>
                <a:ea typeface="+mn-ea"/>
                <a:cs typeface="+mn-cs"/>
              </a:rPr>
              <a:t>SKU/Família</a:t>
            </a:r>
          </a:p>
        </p:txBody>
      </p:sp>
      <p:sp>
        <p:nvSpPr>
          <p:cNvPr id="53" name="CaixaDeTexto 8">
            <a:extLst>
              <a:ext uri="{FF2B5EF4-FFF2-40B4-BE49-F238E27FC236}">
                <a16:creationId xmlns:a16="http://schemas.microsoft.com/office/drawing/2014/main" id="{EDB2BC15-7E17-0A6E-54E1-0EE08C09DECC}"/>
              </a:ext>
            </a:extLst>
          </p:cNvPr>
          <p:cNvSpPr txBox="1"/>
          <p:nvPr/>
        </p:nvSpPr>
        <p:spPr bwMode="auto">
          <a:xfrm>
            <a:off x="5627149" y="5638958"/>
            <a:ext cx="3492000" cy="576000"/>
          </a:xfrm>
          <a:prstGeom prst="rect">
            <a:avLst/>
          </a:prstGeom>
          <a:solidFill>
            <a:schemeClr val="bg1">
              <a:lumMod val="95000"/>
            </a:schemeClr>
          </a:solidFill>
          <a:ln w="9525">
            <a:noFill/>
            <a:miter lim="800000"/>
            <a:headEnd/>
            <a:tailEnd/>
          </a:ln>
        </p:spPr>
        <p:txBody>
          <a:bodyPr vert="horz" wrap="square" lIns="144000" tIns="72000" rIns="72000" bIns="72000" numCol="1" rtlCol="0"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endParaRPr kumimoji="0" lang="pt-BR" sz="1400" b="0" i="0" u="none" strike="noStrike" kern="0" cap="none" spc="0" normalizeH="0" baseline="0" noProof="0">
              <a:ln>
                <a:noFill/>
              </a:ln>
              <a:solidFill>
                <a:srgbClr val="071C25"/>
              </a:solidFill>
              <a:effectLst/>
              <a:uLnTx/>
              <a:uFillTx/>
              <a:latin typeface="Arial"/>
              <a:ea typeface="+mn-ea"/>
              <a:cs typeface="+mn-cs"/>
            </a:endParaRPr>
          </a:p>
        </p:txBody>
      </p:sp>
      <p:sp>
        <p:nvSpPr>
          <p:cNvPr id="54" name="CaixaDeTexto 8">
            <a:extLst>
              <a:ext uri="{FF2B5EF4-FFF2-40B4-BE49-F238E27FC236}">
                <a16:creationId xmlns:a16="http://schemas.microsoft.com/office/drawing/2014/main" id="{E6729B2A-6A1B-C636-CAC4-2F0421F965EA}"/>
              </a:ext>
            </a:extLst>
          </p:cNvPr>
          <p:cNvSpPr txBox="1"/>
          <p:nvPr/>
        </p:nvSpPr>
        <p:spPr bwMode="auto">
          <a:xfrm>
            <a:off x="9569394" y="5638958"/>
            <a:ext cx="2196000" cy="576000"/>
          </a:xfrm>
          <a:prstGeom prst="rect">
            <a:avLst/>
          </a:prstGeom>
          <a:solidFill>
            <a:schemeClr val="bg1">
              <a:lumMod val="95000"/>
            </a:schemeClr>
          </a:solidFill>
          <a:ln w="9525">
            <a:noFill/>
            <a:miter lim="800000"/>
            <a:headEnd/>
            <a:tailEnd/>
          </a:ln>
        </p:spPr>
        <p:txBody>
          <a:bodyPr vert="horz" wrap="square" lIns="144000" tIns="72000" rIns="72000" bIns="72000" numCol="1" rtlCol="0" anchor="ctr"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pt-BR" sz="1400" b="0" i="0" u="none" strike="noStrike" kern="0" cap="none" spc="0" normalizeH="0" baseline="0" noProof="0">
                <a:ln>
                  <a:noFill/>
                </a:ln>
                <a:solidFill>
                  <a:srgbClr val="071C25"/>
                </a:solidFill>
                <a:effectLst/>
                <a:uLnTx/>
                <a:uFillTx/>
                <a:latin typeface="Arial"/>
                <a:ea typeface="+mn-ea"/>
                <a:cs typeface="+mn-cs"/>
              </a:rPr>
              <a:t>01/01/2022 – 31/12/2023</a:t>
            </a:r>
          </a:p>
        </p:txBody>
      </p:sp>
    </p:spTree>
    <p:extLst>
      <p:ext uri="{BB962C8B-B14F-4D97-AF65-F5344CB8AC3E}">
        <p14:creationId xmlns:p14="http://schemas.microsoft.com/office/powerpoint/2010/main" val="207595578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56643A34-979C-4518-BC5E-CD2FCE820F1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Slide do think-cell" r:id="rId3" imgW="421" imgH="423" progId="TCLayout.ActiveDocument.1">
                  <p:embed/>
                </p:oleObj>
              </mc:Choice>
              <mc:Fallback>
                <p:oleObj name="Slide do think-cell" r:id="rId3" imgW="421" imgH="423" progId="TCLayout.ActiveDocument.1">
                  <p:embed/>
                  <p:pic>
                    <p:nvPicPr>
                      <p:cNvPr id="5" name="Object 4" hidden="1">
                        <a:extLst>
                          <a:ext uri="{FF2B5EF4-FFF2-40B4-BE49-F238E27FC236}">
                            <a16:creationId xmlns:a16="http://schemas.microsoft.com/office/drawing/2014/main" id="{56643A34-979C-4518-BC5E-CD2FCE820F1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Text Placeholder 3">
            <a:extLst>
              <a:ext uri="{FF2B5EF4-FFF2-40B4-BE49-F238E27FC236}">
                <a16:creationId xmlns:a16="http://schemas.microsoft.com/office/drawing/2014/main" id="{659ADDB9-DE9A-4C0E-A365-D0E4A67C961F}"/>
              </a:ext>
            </a:extLst>
          </p:cNvPr>
          <p:cNvSpPr>
            <a:spLocks noGrp="1"/>
          </p:cNvSpPr>
          <p:nvPr>
            <p:ph type="body" sz="quarter" idx="14"/>
          </p:nvPr>
        </p:nvSpPr>
        <p:spPr/>
        <p:txBody>
          <a:bodyPr/>
          <a:lstStyle/>
          <a:p>
            <a:r>
              <a:rPr lang="pt-BR"/>
              <a:t>Fonte: Mirow &amp; Co.</a:t>
            </a:r>
          </a:p>
        </p:txBody>
      </p:sp>
      <p:sp>
        <p:nvSpPr>
          <p:cNvPr id="6" name="Título 5">
            <a:extLst>
              <a:ext uri="{FF2B5EF4-FFF2-40B4-BE49-F238E27FC236}">
                <a16:creationId xmlns:a16="http://schemas.microsoft.com/office/drawing/2014/main" id="{36A95534-0B70-EB1A-44E0-1241C8B1BB2A}"/>
              </a:ext>
            </a:extLst>
          </p:cNvPr>
          <p:cNvSpPr>
            <a:spLocks noGrp="1"/>
          </p:cNvSpPr>
          <p:nvPr>
            <p:ph type="title"/>
          </p:nvPr>
        </p:nvSpPr>
        <p:spPr/>
        <p:txBody>
          <a:bodyPr vert="horz"/>
          <a:lstStyle/>
          <a:p>
            <a:r>
              <a:rPr lang="pt-BR"/>
              <a:t>Para entendermos o histórico, precisaremos de uma série de dados, organizados no </a:t>
            </a:r>
            <a:r>
              <a:rPr lang="pt-BR" i="1"/>
              <a:t>data </a:t>
            </a:r>
            <a:r>
              <a:rPr lang="pt-BR" i="1" err="1"/>
              <a:t>request</a:t>
            </a:r>
            <a:r>
              <a:rPr lang="pt-BR"/>
              <a:t> abaixo (2/2)</a:t>
            </a:r>
          </a:p>
        </p:txBody>
      </p:sp>
      <p:sp>
        <p:nvSpPr>
          <p:cNvPr id="2" name="Rectangle 1">
            <a:extLst>
              <a:ext uri="{FF2B5EF4-FFF2-40B4-BE49-F238E27FC236}">
                <a16:creationId xmlns:a16="http://schemas.microsoft.com/office/drawing/2014/main" id="{FB16B22A-CDDC-8822-C38E-C98474C62B8A}"/>
              </a:ext>
            </a:extLst>
          </p:cNvPr>
          <p:cNvSpPr/>
          <p:nvPr/>
        </p:nvSpPr>
        <p:spPr>
          <a:xfrm>
            <a:off x="433634" y="1057863"/>
            <a:ext cx="2061027" cy="246221"/>
          </a:xfrm>
          <a:prstGeom prst="rect">
            <a:avLst/>
          </a:prstGeom>
          <a:noFill/>
          <a:ln w="12700">
            <a:noFill/>
            <a:miter lim="400000"/>
          </a:ln>
          <a:effectLst/>
        </p:spPr>
        <p:txBody>
          <a:bodyPr lIns="36000" tIns="0" rIns="3600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400" b="1" i="0" u="none" strike="noStrike" kern="1200" cap="none" spc="0" normalizeH="0" baseline="0" noProof="0">
                <a:ln>
                  <a:noFill/>
                </a:ln>
                <a:solidFill>
                  <a:srgbClr val="071C25"/>
                </a:solidFill>
                <a:effectLst/>
                <a:uLnTx/>
                <a:uFillTx/>
                <a:latin typeface="Arial"/>
                <a:ea typeface="+mn-ea"/>
                <a:cs typeface="+mn-cs"/>
              </a:rPr>
              <a:t>Tipo</a:t>
            </a:r>
          </a:p>
        </p:txBody>
      </p:sp>
      <p:sp>
        <p:nvSpPr>
          <p:cNvPr id="3" name="Rectangle 2">
            <a:extLst>
              <a:ext uri="{FF2B5EF4-FFF2-40B4-BE49-F238E27FC236}">
                <a16:creationId xmlns:a16="http://schemas.microsoft.com/office/drawing/2014/main" id="{AD4B127F-37B4-E30C-5DFF-DBD587DD27F2}"/>
              </a:ext>
            </a:extLst>
          </p:cNvPr>
          <p:cNvSpPr/>
          <p:nvPr/>
        </p:nvSpPr>
        <p:spPr>
          <a:xfrm>
            <a:off x="2944905" y="1057863"/>
            <a:ext cx="2061027" cy="246221"/>
          </a:xfrm>
          <a:prstGeom prst="rect">
            <a:avLst/>
          </a:prstGeom>
          <a:noFill/>
          <a:ln w="12700">
            <a:noFill/>
            <a:miter lim="400000"/>
          </a:ln>
          <a:effectLst/>
        </p:spPr>
        <p:txBody>
          <a:bodyPr lIns="36000" tIns="0" rIns="3600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400" b="1" i="0" u="none" strike="noStrike" kern="1200" cap="none" spc="0" normalizeH="0" baseline="0" noProof="0">
                <a:ln>
                  <a:noFill/>
                </a:ln>
                <a:solidFill>
                  <a:srgbClr val="071C25"/>
                </a:solidFill>
                <a:effectLst/>
                <a:uLnTx/>
                <a:uFillTx/>
                <a:latin typeface="Arial"/>
                <a:ea typeface="+mn-ea"/>
                <a:cs typeface="+mn-cs"/>
              </a:rPr>
              <a:t>Nível da informação</a:t>
            </a:r>
          </a:p>
        </p:txBody>
      </p:sp>
      <p:sp>
        <p:nvSpPr>
          <p:cNvPr id="10" name="Rectangle 9">
            <a:extLst>
              <a:ext uri="{FF2B5EF4-FFF2-40B4-BE49-F238E27FC236}">
                <a16:creationId xmlns:a16="http://schemas.microsoft.com/office/drawing/2014/main" id="{8E02C991-D5D1-A4E4-09D7-B7375A707D97}"/>
              </a:ext>
            </a:extLst>
          </p:cNvPr>
          <p:cNvSpPr/>
          <p:nvPr/>
        </p:nvSpPr>
        <p:spPr>
          <a:xfrm>
            <a:off x="5627149" y="1057863"/>
            <a:ext cx="2061027" cy="246221"/>
          </a:xfrm>
          <a:prstGeom prst="rect">
            <a:avLst/>
          </a:prstGeom>
          <a:noFill/>
          <a:ln w="12700">
            <a:noFill/>
            <a:miter lim="400000"/>
          </a:ln>
          <a:effectLst/>
        </p:spPr>
        <p:txBody>
          <a:bodyPr lIns="36000" tIns="0" rIns="3600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400" b="1" i="0" u="none" strike="noStrike" kern="1200" cap="none" spc="0" normalizeH="0" baseline="0" noProof="0">
                <a:ln>
                  <a:noFill/>
                </a:ln>
                <a:solidFill>
                  <a:srgbClr val="071C25"/>
                </a:solidFill>
                <a:effectLst/>
                <a:uLnTx/>
                <a:uFillTx/>
                <a:latin typeface="Arial"/>
                <a:ea typeface="+mn-ea"/>
                <a:cs typeface="+mn-cs"/>
              </a:rPr>
              <a:t>Detalhamento</a:t>
            </a:r>
          </a:p>
        </p:txBody>
      </p:sp>
      <p:sp>
        <p:nvSpPr>
          <p:cNvPr id="28" name="Rectangle 27">
            <a:extLst>
              <a:ext uri="{FF2B5EF4-FFF2-40B4-BE49-F238E27FC236}">
                <a16:creationId xmlns:a16="http://schemas.microsoft.com/office/drawing/2014/main" id="{11120CF0-BFCB-ED09-D2CA-FA0C20CFE2BB}"/>
              </a:ext>
            </a:extLst>
          </p:cNvPr>
          <p:cNvSpPr/>
          <p:nvPr/>
        </p:nvSpPr>
        <p:spPr>
          <a:xfrm>
            <a:off x="9569395" y="1057863"/>
            <a:ext cx="2061027" cy="246221"/>
          </a:xfrm>
          <a:prstGeom prst="rect">
            <a:avLst/>
          </a:prstGeom>
          <a:noFill/>
          <a:ln w="12700">
            <a:noFill/>
            <a:miter lim="400000"/>
          </a:ln>
          <a:effectLst/>
        </p:spPr>
        <p:txBody>
          <a:bodyPr lIns="36000" tIns="0" rIns="3600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400" b="1" i="0" u="none" strike="noStrike" kern="1200" cap="none" spc="0" normalizeH="0" baseline="0" noProof="0">
                <a:ln>
                  <a:noFill/>
                </a:ln>
                <a:solidFill>
                  <a:srgbClr val="071C25"/>
                </a:solidFill>
                <a:effectLst/>
                <a:uLnTx/>
                <a:uFillTx/>
                <a:latin typeface="Arial"/>
                <a:ea typeface="+mn-ea"/>
                <a:cs typeface="+mn-cs"/>
              </a:rPr>
              <a:t>Período</a:t>
            </a:r>
          </a:p>
        </p:txBody>
      </p:sp>
      <p:sp>
        <p:nvSpPr>
          <p:cNvPr id="31" name="Rectangle 17">
            <a:extLst>
              <a:ext uri="{FF2B5EF4-FFF2-40B4-BE49-F238E27FC236}">
                <a16:creationId xmlns:a16="http://schemas.microsoft.com/office/drawing/2014/main" id="{5A818DAF-A4FE-0287-B269-7A77B2228DAA}"/>
              </a:ext>
            </a:extLst>
          </p:cNvPr>
          <p:cNvSpPr/>
          <p:nvPr/>
        </p:nvSpPr>
        <p:spPr>
          <a:xfrm>
            <a:off x="433634" y="1362233"/>
            <a:ext cx="2061027" cy="867600"/>
          </a:xfrm>
          <a:prstGeom prst="rect">
            <a:avLst/>
          </a:prstGeom>
          <a:solidFill>
            <a:schemeClr val="accent5"/>
          </a:solidFill>
          <a:ln w="12700">
            <a:noFill/>
            <a:miter lim="400000"/>
          </a:ln>
          <a:effectLst/>
        </p:spPr>
        <p:txBody>
          <a:bodyPr lIns="144000" tIns="72000" rIns="72000" bIns="7200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400" b="1" i="0" u="none" strike="noStrike" kern="1200" cap="none" spc="0" normalizeH="0" baseline="0" noProof="0">
                <a:ln>
                  <a:noFill/>
                </a:ln>
                <a:solidFill>
                  <a:prstClr val="white"/>
                </a:solidFill>
                <a:effectLst/>
                <a:uLnTx/>
                <a:uFillTx/>
                <a:latin typeface="Arial"/>
                <a:ea typeface="+mn-ea"/>
                <a:cs typeface="+mn-cs"/>
              </a:rPr>
              <a:t>Volume de vendas</a:t>
            </a:r>
          </a:p>
        </p:txBody>
      </p:sp>
      <p:sp>
        <p:nvSpPr>
          <p:cNvPr id="33" name="CaixaDeTexto 8">
            <a:extLst>
              <a:ext uri="{FF2B5EF4-FFF2-40B4-BE49-F238E27FC236}">
                <a16:creationId xmlns:a16="http://schemas.microsoft.com/office/drawing/2014/main" id="{B9A763A9-EAEB-B31E-14A9-1B454A980EE2}"/>
              </a:ext>
            </a:extLst>
          </p:cNvPr>
          <p:cNvSpPr txBox="1"/>
          <p:nvPr/>
        </p:nvSpPr>
        <p:spPr bwMode="auto">
          <a:xfrm>
            <a:off x="2944905" y="1362233"/>
            <a:ext cx="2232000" cy="868681"/>
          </a:xfrm>
          <a:prstGeom prst="rect">
            <a:avLst/>
          </a:prstGeom>
          <a:solidFill>
            <a:schemeClr val="bg1">
              <a:lumMod val="95000"/>
            </a:schemeClr>
          </a:solidFill>
          <a:ln w="9525">
            <a:noFill/>
            <a:miter lim="800000"/>
            <a:headEnd/>
            <a:tailEnd/>
          </a:ln>
        </p:spPr>
        <p:txBody>
          <a:bodyPr vert="horz" wrap="square" lIns="144000" tIns="72000" rIns="72000" bIns="72000" numCol="1" rtlCol="0" anchor="ctr" anchorCtr="0" compatLnSpc="1">
            <a:prstTxWarp prst="textNoShape">
              <a:avLst/>
            </a:prstTxWarp>
            <a:spAutoFit/>
          </a:bodyPr>
          <a:lstStyle/>
          <a:p>
            <a:pPr marL="285750" marR="0" lvl="0" indent="-285750"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pt-BR" sz="1400" b="0" i="0" u="none" strike="noStrike" kern="0" cap="none" spc="0" normalizeH="0" baseline="0" noProof="0">
                <a:ln>
                  <a:noFill/>
                </a:ln>
                <a:solidFill>
                  <a:srgbClr val="071C25"/>
                </a:solidFill>
                <a:effectLst/>
                <a:uLnTx/>
                <a:uFillTx/>
                <a:latin typeface="Arial"/>
                <a:ea typeface="+mn-ea"/>
                <a:cs typeface="+mn-cs"/>
              </a:rPr>
              <a:t>SKU</a:t>
            </a:r>
          </a:p>
          <a:p>
            <a:pPr marL="285750" marR="0" lvl="0" indent="-285750"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pt-BR" sz="1400" b="0" i="0" u="none" strike="noStrike" kern="0" cap="none" spc="0" normalizeH="0" baseline="0" noProof="0">
                <a:ln>
                  <a:noFill/>
                </a:ln>
                <a:solidFill>
                  <a:srgbClr val="071C25"/>
                </a:solidFill>
                <a:effectLst/>
                <a:uLnTx/>
                <a:uFillTx/>
                <a:latin typeface="Arial"/>
                <a:ea typeface="+mn-ea"/>
                <a:cs typeface="+mn-cs"/>
              </a:rPr>
              <a:t>Cliente</a:t>
            </a:r>
          </a:p>
          <a:p>
            <a:pPr marL="285750" marR="0" lvl="0" indent="-285750"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pt-BR" sz="1400" b="0" i="0" u="none" strike="noStrike" kern="0" cap="none" spc="0" normalizeH="0" baseline="0" noProof="0">
                <a:ln>
                  <a:noFill/>
                </a:ln>
                <a:solidFill>
                  <a:srgbClr val="071C25"/>
                </a:solidFill>
                <a:effectLst/>
                <a:uLnTx/>
                <a:uFillTx/>
                <a:latin typeface="Arial"/>
                <a:ea typeface="+mn-ea"/>
                <a:cs typeface="+mn-cs"/>
              </a:rPr>
              <a:t>Segmento</a:t>
            </a:r>
          </a:p>
        </p:txBody>
      </p:sp>
      <p:sp>
        <p:nvSpPr>
          <p:cNvPr id="36" name="CaixaDeTexto 8">
            <a:extLst>
              <a:ext uri="{FF2B5EF4-FFF2-40B4-BE49-F238E27FC236}">
                <a16:creationId xmlns:a16="http://schemas.microsoft.com/office/drawing/2014/main" id="{1996B708-3DD3-6086-C286-DF4A5A5BBFCF}"/>
              </a:ext>
            </a:extLst>
          </p:cNvPr>
          <p:cNvSpPr txBox="1"/>
          <p:nvPr/>
        </p:nvSpPr>
        <p:spPr bwMode="auto">
          <a:xfrm>
            <a:off x="5627149" y="1362233"/>
            <a:ext cx="3492000" cy="867600"/>
          </a:xfrm>
          <a:prstGeom prst="rect">
            <a:avLst/>
          </a:prstGeom>
          <a:solidFill>
            <a:schemeClr val="bg1">
              <a:lumMod val="95000"/>
            </a:schemeClr>
          </a:solidFill>
          <a:ln w="9525">
            <a:noFill/>
            <a:miter lim="800000"/>
            <a:headEnd/>
            <a:tailEnd/>
          </a:ln>
        </p:spPr>
        <p:txBody>
          <a:bodyPr vert="horz" wrap="square" lIns="144000" tIns="72000" rIns="72000" bIns="72000" numCol="1" rtlCol="0" anchor="ctr"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pt-BR" sz="1400" b="0" i="0" u="none" strike="noStrike" kern="0" cap="none" spc="0" normalizeH="0" baseline="0" noProof="0">
                <a:ln>
                  <a:noFill/>
                </a:ln>
                <a:solidFill>
                  <a:srgbClr val="071C25"/>
                </a:solidFill>
                <a:effectLst/>
                <a:uLnTx/>
                <a:uFillTx/>
                <a:latin typeface="Arial"/>
                <a:ea typeface="+mn-ea"/>
                <a:cs typeface="+mn-cs"/>
              </a:rPr>
              <a:t>Desagregada por mês</a:t>
            </a:r>
          </a:p>
        </p:txBody>
      </p:sp>
      <p:sp>
        <p:nvSpPr>
          <p:cNvPr id="37" name="CaixaDeTexto 8">
            <a:extLst>
              <a:ext uri="{FF2B5EF4-FFF2-40B4-BE49-F238E27FC236}">
                <a16:creationId xmlns:a16="http://schemas.microsoft.com/office/drawing/2014/main" id="{B7723DD1-244E-305C-504E-06367C85A65B}"/>
              </a:ext>
            </a:extLst>
          </p:cNvPr>
          <p:cNvSpPr txBox="1"/>
          <p:nvPr/>
        </p:nvSpPr>
        <p:spPr bwMode="auto">
          <a:xfrm>
            <a:off x="9569394" y="1362233"/>
            <a:ext cx="2196000" cy="867600"/>
          </a:xfrm>
          <a:prstGeom prst="rect">
            <a:avLst/>
          </a:prstGeom>
          <a:solidFill>
            <a:schemeClr val="bg1">
              <a:lumMod val="95000"/>
            </a:schemeClr>
          </a:solidFill>
          <a:ln w="9525">
            <a:noFill/>
            <a:miter lim="800000"/>
            <a:headEnd/>
            <a:tailEnd/>
          </a:ln>
        </p:spPr>
        <p:txBody>
          <a:bodyPr vert="horz" wrap="square" lIns="144000" tIns="72000" rIns="72000" bIns="72000" numCol="1" rtlCol="0" anchor="ctr"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pt-BR" sz="1400" b="0" i="0" u="none" strike="noStrike" kern="0" cap="none" spc="0" normalizeH="0" baseline="0" noProof="0">
                <a:ln>
                  <a:noFill/>
                </a:ln>
                <a:solidFill>
                  <a:srgbClr val="071C25"/>
                </a:solidFill>
                <a:effectLst/>
                <a:uLnTx/>
                <a:uFillTx/>
                <a:latin typeface="Arial"/>
                <a:ea typeface="+mn-ea"/>
                <a:cs typeface="+mn-cs"/>
              </a:rPr>
              <a:t>01/01/2022 – 31/12/2023</a:t>
            </a:r>
          </a:p>
        </p:txBody>
      </p:sp>
      <p:sp>
        <p:nvSpPr>
          <p:cNvPr id="13" name="Rectangle 17">
            <a:extLst>
              <a:ext uri="{FF2B5EF4-FFF2-40B4-BE49-F238E27FC236}">
                <a16:creationId xmlns:a16="http://schemas.microsoft.com/office/drawing/2014/main" id="{C54F58CB-8044-E444-1005-C268B112CFE7}"/>
              </a:ext>
            </a:extLst>
          </p:cNvPr>
          <p:cNvSpPr/>
          <p:nvPr/>
        </p:nvSpPr>
        <p:spPr>
          <a:xfrm>
            <a:off x="433634" y="2374800"/>
            <a:ext cx="2061027" cy="867600"/>
          </a:xfrm>
          <a:prstGeom prst="rect">
            <a:avLst/>
          </a:prstGeom>
          <a:solidFill>
            <a:schemeClr val="accent5"/>
          </a:solidFill>
          <a:ln w="12700">
            <a:noFill/>
            <a:miter lim="400000"/>
          </a:ln>
          <a:effectLst/>
        </p:spPr>
        <p:txBody>
          <a:bodyPr lIns="144000" tIns="72000" rIns="72000" bIns="7200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400" b="1" i="0" u="none" strike="noStrike" kern="1200" cap="none" spc="0" normalizeH="0" baseline="0" noProof="0">
                <a:ln>
                  <a:noFill/>
                </a:ln>
                <a:solidFill>
                  <a:prstClr val="white"/>
                </a:solidFill>
                <a:effectLst/>
                <a:uLnTx/>
                <a:uFillTx/>
                <a:latin typeface="Arial"/>
                <a:ea typeface="+mn-ea"/>
                <a:cs typeface="+mn-cs"/>
              </a:rPr>
              <a:t>Base de clientes</a:t>
            </a:r>
          </a:p>
        </p:txBody>
      </p:sp>
      <p:sp>
        <p:nvSpPr>
          <p:cNvPr id="14" name="CaixaDeTexto 8">
            <a:extLst>
              <a:ext uri="{FF2B5EF4-FFF2-40B4-BE49-F238E27FC236}">
                <a16:creationId xmlns:a16="http://schemas.microsoft.com/office/drawing/2014/main" id="{E731A85E-1933-3FD0-A96B-0EE8006C5F5A}"/>
              </a:ext>
            </a:extLst>
          </p:cNvPr>
          <p:cNvSpPr txBox="1"/>
          <p:nvPr/>
        </p:nvSpPr>
        <p:spPr bwMode="auto">
          <a:xfrm>
            <a:off x="2944905" y="2374800"/>
            <a:ext cx="2232000" cy="868681"/>
          </a:xfrm>
          <a:prstGeom prst="rect">
            <a:avLst/>
          </a:prstGeom>
          <a:solidFill>
            <a:schemeClr val="bg1">
              <a:lumMod val="95000"/>
            </a:schemeClr>
          </a:solidFill>
          <a:ln w="9525">
            <a:noFill/>
            <a:miter lim="800000"/>
            <a:headEnd/>
            <a:tailEnd/>
          </a:ln>
        </p:spPr>
        <p:txBody>
          <a:bodyPr vert="horz" wrap="square" lIns="144000" tIns="72000" rIns="72000" bIns="72000" numCol="1" rtlCol="0" anchor="ctr" anchorCtr="0" compatLnSpc="1">
            <a:prstTxWarp prst="textNoShape">
              <a:avLst/>
            </a:prstTxWarp>
            <a:spAutoFit/>
          </a:bodyPr>
          <a:lstStyle/>
          <a:p>
            <a:pPr marL="285750" marR="0" lvl="0" indent="-285750"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pt-BR" sz="1400" b="0" i="0" u="none" strike="noStrike" kern="0" cap="none" spc="0" normalizeH="0" baseline="0" noProof="0">
                <a:ln>
                  <a:noFill/>
                </a:ln>
                <a:solidFill>
                  <a:srgbClr val="071C25"/>
                </a:solidFill>
                <a:effectLst/>
                <a:uLnTx/>
                <a:uFillTx/>
                <a:latin typeface="Arial"/>
                <a:ea typeface="+mn-ea"/>
                <a:cs typeface="+mn-cs"/>
              </a:rPr>
              <a:t>SKU</a:t>
            </a:r>
          </a:p>
          <a:p>
            <a:pPr marL="285750" marR="0" lvl="0" indent="-285750"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pt-BR" sz="1400" b="0" i="0" u="none" strike="noStrike" kern="0" cap="none" spc="0" normalizeH="0" baseline="0" noProof="0">
                <a:ln>
                  <a:noFill/>
                </a:ln>
                <a:solidFill>
                  <a:srgbClr val="071C25"/>
                </a:solidFill>
                <a:effectLst/>
                <a:uLnTx/>
                <a:uFillTx/>
                <a:latin typeface="Arial"/>
                <a:ea typeface="+mn-ea"/>
                <a:cs typeface="+mn-cs"/>
              </a:rPr>
              <a:t>Cliente</a:t>
            </a:r>
          </a:p>
          <a:p>
            <a:pPr marL="285750" marR="0" lvl="0" indent="-285750"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pt-BR" sz="1400" b="0" i="0" u="none" strike="noStrike" kern="0" cap="none" spc="0" normalizeH="0" baseline="0" noProof="0">
                <a:ln>
                  <a:noFill/>
                </a:ln>
                <a:solidFill>
                  <a:srgbClr val="071C25"/>
                </a:solidFill>
                <a:effectLst/>
                <a:uLnTx/>
                <a:uFillTx/>
                <a:latin typeface="Arial"/>
                <a:ea typeface="+mn-ea"/>
                <a:cs typeface="+mn-cs"/>
              </a:rPr>
              <a:t>Segmento</a:t>
            </a:r>
          </a:p>
        </p:txBody>
      </p:sp>
      <p:sp>
        <p:nvSpPr>
          <p:cNvPr id="15" name="CaixaDeTexto 8">
            <a:extLst>
              <a:ext uri="{FF2B5EF4-FFF2-40B4-BE49-F238E27FC236}">
                <a16:creationId xmlns:a16="http://schemas.microsoft.com/office/drawing/2014/main" id="{06281A18-CF69-9D8D-C7B6-BFE1A79AFE62}"/>
              </a:ext>
            </a:extLst>
          </p:cNvPr>
          <p:cNvSpPr txBox="1"/>
          <p:nvPr/>
        </p:nvSpPr>
        <p:spPr bwMode="auto">
          <a:xfrm>
            <a:off x="5627149" y="2374800"/>
            <a:ext cx="3492000" cy="867600"/>
          </a:xfrm>
          <a:prstGeom prst="rect">
            <a:avLst/>
          </a:prstGeom>
          <a:solidFill>
            <a:schemeClr val="bg1">
              <a:lumMod val="95000"/>
            </a:schemeClr>
          </a:solidFill>
          <a:ln w="9525">
            <a:noFill/>
            <a:miter lim="800000"/>
            <a:headEnd/>
            <a:tailEnd/>
          </a:ln>
        </p:spPr>
        <p:txBody>
          <a:bodyPr vert="horz" wrap="square" lIns="144000" tIns="72000" rIns="72000" bIns="72000" numCol="1" rtlCol="0" anchor="ctr" anchorCtr="0" compatLnSpc="1">
            <a:prstTxWarp prst="textNoShape">
              <a:avLst/>
            </a:prstTxWarp>
            <a:noAutofit/>
          </a:bodyPr>
          <a:lstStyle/>
          <a:p>
            <a:pPr marL="285750" marR="0" lvl="0" indent="-285750"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pt-BR" sz="1400" b="0" i="0" u="none" strike="noStrike" kern="0" cap="none" spc="0" normalizeH="0" baseline="0" noProof="0">
                <a:ln>
                  <a:noFill/>
                </a:ln>
                <a:solidFill>
                  <a:srgbClr val="071C25"/>
                </a:solidFill>
                <a:effectLst/>
                <a:uLnTx/>
                <a:uFillTx/>
                <a:latin typeface="Arial"/>
                <a:ea typeface="+mn-ea"/>
                <a:cs typeface="+mn-cs"/>
              </a:rPr>
              <a:t>Localidade</a:t>
            </a:r>
          </a:p>
        </p:txBody>
      </p:sp>
      <p:sp>
        <p:nvSpPr>
          <p:cNvPr id="16" name="CaixaDeTexto 8">
            <a:extLst>
              <a:ext uri="{FF2B5EF4-FFF2-40B4-BE49-F238E27FC236}">
                <a16:creationId xmlns:a16="http://schemas.microsoft.com/office/drawing/2014/main" id="{D48408A1-2E44-6E69-A5E2-B7F669CF3F38}"/>
              </a:ext>
            </a:extLst>
          </p:cNvPr>
          <p:cNvSpPr txBox="1"/>
          <p:nvPr/>
        </p:nvSpPr>
        <p:spPr bwMode="auto">
          <a:xfrm>
            <a:off x="9569394" y="2374800"/>
            <a:ext cx="2196000" cy="867600"/>
          </a:xfrm>
          <a:prstGeom prst="rect">
            <a:avLst/>
          </a:prstGeom>
          <a:solidFill>
            <a:schemeClr val="bg1">
              <a:lumMod val="95000"/>
            </a:schemeClr>
          </a:solidFill>
          <a:ln w="9525">
            <a:noFill/>
            <a:miter lim="800000"/>
            <a:headEnd/>
            <a:tailEnd/>
          </a:ln>
        </p:spPr>
        <p:txBody>
          <a:bodyPr vert="horz" wrap="square" lIns="144000" tIns="72000" rIns="72000" bIns="72000" numCol="1" rtlCol="0" anchor="ctr"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pt-BR" sz="1400" b="0" i="0" u="none" strike="noStrike" kern="0" cap="none" spc="0" normalizeH="0" baseline="0" noProof="0">
                <a:ln>
                  <a:noFill/>
                </a:ln>
                <a:solidFill>
                  <a:srgbClr val="071C25"/>
                </a:solidFill>
                <a:effectLst/>
                <a:uLnTx/>
                <a:uFillTx/>
                <a:latin typeface="Arial"/>
                <a:ea typeface="+mn-ea"/>
                <a:cs typeface="+mn-cs"/>
              </a:rPr>
              <a:t>01/01/2022 – 31/12/2023</a:t>
            </a:r>
          </a:p>
        </p:txBody>
      </p:sp>
      <p:sp>
        <p:nvSpPr>
          <p:cNvPr id="18" name="Rectangle 17">
            <a:extLst>
              <a:ext uri="{FF2B5EF4-FFF2-40B4-BE49-F238E27FC236}">
                <a16:creationId xmlns:a16="http://schemas.microsoft.com/office/drawing/2014/main" id="{2AFAAADA-C0B1-1B48-E6AC-D8A4A087ECFB}"/>
              </a:ext>
            </a:extLst>
          </p:cNvPr>
          <p:cNvSpPr/>
          <p:nvPr/>
        </p:nvSpPr>
        <p:spPr>
          <a:xfrm>
            <a:off x="433634" y="3387367"/>
            <a:ext cx="2061027" cy="791737"/>
          </a:xfrm>
          <a:prstGeom prst="rect">
            <a:avLst/>
          </a:prstGeom>
          <a:solidFill>
            <a:schemeClr val="accent5"/>
          </a:solidFill>
          <a:ln w="12700">
            <a:noFill/>
            <a:miter lim="400000"/>
          </a:ln>
          <a:effectLst/>
        </p:spPr>
        <p:txBody>
          <a:bodyPr lIns="144000" tIns="72000" rIns="72000" bIns="7200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400" b="1" i="0" u="none" strike="noStrike" kern="1200" cap="none" spc="0" normalizeH="0" baseline="0" noProof="0">
                <a:ln>
                  <a:noFill/>
                </a:ln>
                <a:solidFill>
                  <a:prstClr val="white"/>
                </a:solidFill>
                <a:effectLst/>
                <a:uLnTx/>
                <a:uFillTx/>
                <a:latin typeface="Arial"/>
                <a:ea typeface="+mn-ea"/>
                <a:cs typeface="+mn-cs"/>
              </a:rPr>
              <a:t>Evolução de preços, custo e margem</a:t>
            </a:r>
          </a:p>
        </p:txBody>
      </p:sp>
      <p:sp>
        <p:nvSpPr>
          <p:cNvPr id="19" name="CaixaDeTexto 8">
            <a:extLst>
              <a:ext uri="{FF2B5EF4-FFF2-40B4-BE49-F238E27FC236}">
                <a16:creationId xmlns:a16="http://schemas.microsoft.com/office/drawing/2014/main" id="{1614AB60-4F9F-697E-041B-F885160C55AD}"/>
              </a:ext>
            </a:extLst>
          </p:cNvPr>
          <p:cNvSpPr txBox="1"/>
          <p:nvPr/>
        </p:nvSpPr>
        <p:spPr bwMode="auto">
          <a:xfrm>
            <a:off x="2944905" y="3387367"/>
            <a:ext cx="2232000" cy="792000"/>
          </a:xfrm>
          <a:prstGeom prst="rect">
            <a:avLst/>
          </a:prstGeom>
          <a:solidFill>
            <a:schemeClr val="bg1">
              <a:lumMod val="95000"/>
            </a:schemeClr>
          </a:solidFill>
          <a:ln w="9525">
            <a:noFill/>
            <a:miter lim="800000"/>
            <a:headEnd/>
            <a:tailEnd/>
          </a:ln>
        </p:spPr>
        <p:txBody>
          <a:bodyPr vert="horz" wrap="square" lIns="144000" tIns="72000" rIns="72000" bIns="72000" numCol="1" rtlCol="0" anchor="ctr"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pt-BR" sz="1400" b="0" i="0" u="none" strike="noStrike" kern="0" cap="none" spc="0" normalizeH="0" baseline="0" noProof="0">
                <a:ln>
                  <a:noFill/>
                </a:ln>
                <a:solidFill>
                  <a:srgbClr val="071C25"/>
                </a:solidFill>
                <a:effectLst/>
                <a:uLnTx/>
                <a:uFillTx/>
                <a:latin typeface="Arial"/>
                <a:ea typeface="+mn-ea"/>
                <a:cs typeface="+mn-cs"/>
              </a:rPr>
              <a:t>SKU/Família</a:t>
            </a:r>
          </a:p>
        </p:txBody>
      </p:sp>
      <p:sp>
        <p:nvSpPr>
          <p:cNvPr id="21" name="CaixaDeTexto 8">
            <a:extLst>
              <a:ext uri="{FF2B5EF4-FFF2-40B4-BE49-F238E27FC236}">
                <a16:creationId xmlns:a16="http://schemas.microsoft.com/office/drawing/2014/main" id="{99802EA5-559B-1149-B6E7-1BEE26D956F6}"/>
              </a:ext>
            </a:extLst>
          </p:cNvPr>
          <p:cNvSpPr txBox="1"/>
          <p:nvPr/>
        </p:nvSpPr>
        <p:spPr bwMode="auto">
          <a:xfrm>
            <a:off x="5627149" y="3387367"/>
            <a:ext cx="3492000" cy="792000"/>
          </a:xfrm>
          <a:prstGeom prst="rect">
            <a:avLst/>
          </a:prstGeom>
          <a:solidFill>
            <a:schemeClr val="bg1">
              <a:lumMod val="95000"/>
            </a:schemeClr>
          </a:solidFill>
          <a:ln w="9525">
            <a:noFill/>
            <a:miter lim="800000"/>
            <a:headEnd/>
            <a:tailEnd/>
          </a:ln>
        </p:spPr>
        <p:txBody>
          <a:bodyPr vert="horz" wrap="square" lIns="144000" tIns="72000" rIns="72000" bIns="72000" numCol="1" rtlCol="0" anchor="ctr"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pt-BR" sz="1400" b="0" i="0" u="none" strike="noStrike" kern="0" cap="none" spc="0" normalizeH="0" baseline="0" noProof="0">
                <a:ln>
                  <a:noFill/>
                </a:ln>
                <a:solidFill>
                  <a:srgbClr val="071C25"/>
                </a:solidFill>
                <a:effectLst/>
                <a:uLnTx/>
                <a:uFillTx/>
                <a:latin typeface="Arial"/>
                <a:ea typeface="+mn-ea"/>
                <a:cs typeface="+mn-cs"/>
              </a:rPr>
              <a:t>Histórico do preço, custo e margem praticado no portifólio no tempo</a:t>
            </a:r>
          </a:p>
        </p:txBody>
      </p:sp>
      <p:sp>
        <p:nvSpPr>
          <p:cNvPr id="22" name="CaixaDeTexto 8">
            <a:extLst>
              <a:ext uri="{FF2B5EF4-FFF2-40B4-BE49-F238E27FC236}">
                <a16:creationId xmlns:a16="http://schemas.microsoft.com/office/drawing/2014/main" id="{C7C58A3A-4BD2-C9AD-5943-64275D16BA5F}"/>
              </a:ext>
            </a:extLst>
          </p:cNvPr>
          <p:cNvSpPr txBox="1"/>
          <p:nvPr/>
        </p:nvSpPr>
        <p:spPr bwMode="auto">
          <a:xfrm>
            <a:off x="9569394" y="3387367"/>
            <a:ext cx="2196000" cy="792000"/>
          </a:xfrm>
          <a:prstGeom prst="rect">
            <a:avLst/>
          </a:prstGeom>
          <a:solidFill>
            <a:schemeClr val="bg1">
              <a:lumMod val="95000"/>
            </a:schemeClr>
          </a:solidFill>
          <a:ln w="9525">
            <a:noFill/>
            <a:miter lim="800000"/>
            <a:headEnd/>
            <a:tailEnd/>
          </a:ln>
        </p:spPr>
        <p:txBody>
          <a:bodyPr vert="horz" wrap="square" lIns="144000" tIns="72000" rIns="72000" bIns="72000" numCol="1" rtlCol="0" anchor="ctr"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pt-BR" sz="1400" b="0" i="0" u="none" strike="noStrike" kern="0" cap="none" spc="0" normalizeH="0" baseline="0" noProof="0">
                <a:ln>
                  <a:noFill/>
                </a:ln>
                <a:solidFill>
                  <a:srgbClr val="071C25"/>
                </a:solidFill>
                <a:effectLst/>
                <a:uLnTx/>
                <a:uFillTx/>
                <a:latin typeface="Arial"/>
                <a:ea typeface="+mn-ea"/>
                <a:cs typeface="+mn-cs"/>
              </a:rPr>
              <a:t>01/01/2022 – 31/12/2023</a:t>
            </a:r>
          </a:p>
        </p:txBody>
      </p:sp>
      <p:sp>
        <p:nvSpPr>
          <p:cNvPr id="23" name="Rectangle 22">
            <a:extLst>
              <a:ext uri="{FF2B5EF4-FFF2-40B4-BE49-F238E27FC236}">
                <a16:creationId xmlns:a16="http://schemas.microsoft.com/office/drawing/2014/main" id="{BA81FC7C-133C-4D3B-B464-179B9908C860}"/>
              </a:ext>
            </a:extLst>
          </p:cNvPr>
          <p:cNvSpPr/>
          <p:nvPr/>
        </p:nvSpPr>
        <p:spPr>
          <a:xfrm>
            <a:off x="433634" y="4323253"/>
            <a:ext cx="2061027" cy="1007181"/>
          </a:xfrm>
          <a:prstGeom prst="rect">
            <a:avLst/>
          </a:prstGeom>
          <a:solidFill>
            <a:schemeClr val="accent5"/>
          </a:solidFill>
          <a:ln w="12700">
            <a:noFill/>
            <a:miter lim="400000"/>
          </a:ln>
          <a:effectLst/>
        </p:spPr>
        <p:txBody>
          <a:bodyPr lIns="144000" tIns="72000" rIns="72000" bIns="7200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400" b="1" i="0" u="none" strike="noStrike" kern="1200" cap="none" spc="0" normalizeH="0" baseline="0" noProof="0">
                <a:ln>
                  <a:noFill/>
                </a:ln>
                <a:solidFill>
                  <a:prstClr val="white"/>
                </a:solidFill>
                <a:effectLst/>
                <a:uLnTx/>
                <a:uFillTx/>
                <a:latin typeface="Arial"/>
                <a:ea typeface="+mn-ea"/>
                <a:cs typeface="+mn-cs"/>
              </a:rPr>
              <a:t>Estrutura e segmentação da equipe comercial</a:t>
            </a:r>
          </a:p>
        </p:txBody>
      </p:sp>
      <p:sp>
        <p:nvSpPr>
          <p:cNvPr id="24" name="CaixaDeTexto 8">
            <a:extLst>
              <a:ext uri="{FF2B5EF4-FFF2-40B4-BE49-F238E27FC236}">
                <a16:creationId xmlns:a16="http://schemas.microsoft.com/office/drawing/2014/main" id="{6F6CD43B-546D-4D61-F6B1-563DCCF34C7D}"/>
              </a:ext>
            </a:extLst>
          </p:cNvPr>
          <p:cNvSpPr txBox="1"/>
          <p:nvPr/>
        </p:nvSpPr>
        <p:spPr bwMode="auto">
          <a:xfrm>
            <a:off x="2944905" y="4323253"/>
            <a:ext cx="2232000" cy="1008000"/>
          </a:xfrm>
          <a:prstGeom prst="rect">
            <a:avLst/>
          </a:prstGeom>
          <a:solidFill>
            <a:schemeClr val="bg1">
              <a:lumMod val="95000"/>
            </a:schemeClr>
          </a:solidFill>
          <a:ln w="9525">
            <a:noFill/>
            <a:miter lim="800000"/>
            <a:headEnd/>
            <a:tailEnd/>
          </a:ln>
        </p:spPr>
        <p:txBody>
          <a:bodyPr vert="horz" wrap="square" lIns="144000" tIns="72000" rIns="72000" bIns="72000" numCol="1" rtlCol="0" anchor="ctr"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endParaRPr kumimoji="0" lang="pt-BR" sz="1400" b="0" i="0" u="none" strike="noStrike" kern="0" cap="none" spc="0" normalizeH="0" baseline="0" noProof="0">
              <a:ln>
                <a:noFill/>
              </a:ln>
              <a:solidFill>
                <a:srgbClr val="071C25"/>
              </a:solidFill>
              <a:effectLst/>
              <a:uLnTx/>
              <a:uFillTx/>
              <a:latin typeface="Arial"/>
              <a:ea typeface="+mn-ea"/>
              <a:cs typeface="+mn-cs"/>
            </a:endParaRPr>
          </a:p>
        </p:txBody>
      </p:sp>
      <p:sp>
        <p:nvSpPr>
          <p:cNvPr id="25" name="CaixaDeTexto 8">
            <a:extLst>
              <a:ext uri="{FF2B5EF4-FFF2-40B4-BE49-F238E27FC236}">
                <a16:creationId xmlns:a16="http://schemas.microsoft.com/office/drawing/2014/main" id="{0995230D-9033-E049-57AB-70F6A7293395}"/>
              </a:ext>
            </a:extLst>
          </p:cNvPr>
          <p:cNvSpPr txBox="1"/>
          <p:nvPr/>
        </p:nvSpPr>
        <p:spPr bwMode="auto">
          <a:xfrm>
            <a:off x="5627149" y="4323253"/>
            <a:ext cx="3492000" cy="1008000"/>
          </a:xfrm>
          <a:prstGeom prst="rect">
            <a:avLst/>
          </a:prstGeom>
          <a:solidFill>
            <a:schemeClr val="bg1">
              <a:lumMod val="95000"/>
            </a:schemeClr>
          </a:solidFill>
          <a:ln w="9525">
            <a:noFill/>
            <a:miter lim="800000"/>
            <a:headEnd/>
            <a:tailEnd/>
          </a:ln>
        </p:spPr>
        <p:txBody>
          <a:bodyPr vert="horz" wrap="square" lIns="144000" tIns="72000" rIns="72000" bIns="72000" numCol="1" rtlCol="0" anchor="ctr"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pt-BR" sz="1400" b="0" i="0" u="none" strike="noStrike" kern="0" cap="none" spc="0" normalizeH="0" baseline="0" noProof="0">
                <a:ln>
                  <a:noFill/>
                </a:ln>
                <a:solidFill>
                  <a:srgbClr val="071C25"/>
                </a:solidFill>
                <a:effectLst/>
                <a:uLnTx/>
                <a:uFillTx/>
                <a:latin typeface="Arial"/>
                <a:ea typeface="+mn-ea"/>
                <a:cs typeface="+mn-cs"/>
              </a:rPr>
              <a:t>Visão atual</a:t>
            </a:r>
          </a:p>
        </p:txBody>
      </p:sp>
      <p:sp>
        <p:nvSpPr>
          <p:cNvPr id="26" name="CaixaDeTexto 8">
            <a:extLst>
              <a:ext uri="{FF2B5EF4-FFF2-40B4-BE49-F238E27FC236}">
                <a16:creationId xmlns:a16="http://schemas.microsoft.com/office/drawing/2014/main" id="{9BCC9DCC-9E04-6EA9-6E91-C38C243F569C}"/>
              </a:ext>
            </a:extLst>
          </p:cNvPr>
          <p:cNvSpPr txBox="1"/>
          <p:nvPr/>
        </p:nvSpPr>
        <p:spPr bwMode="auto">
          <a:xfrm>
            <a:off x="9569394" y="4323253"/>
            <a:ext cx="2196000" cy="1008000"/>
          </a:xfrm>
          <a:prstGeom prst="rect">
            <a:avLst/>
          </a:prstGeom>
          <a:solidFill>
            <a:schemeClr val="bg1">
              <a:lumMod val="95000"/>
            </a:schemeClr>
          </a:solidFill>
          <a:ln w="9525">
            <a:noFill/>
            <a:miter lim="800000"/>
            <a:headEnd/>
            <a:tailEnd/>
          </a:ln>
        </p:spPr>
        <p:txBody>
          <a:bodyPr vert="horz" wrap="square" lIns="144000" tIns="72000" rIns="72000" bIns="72000" numCol="1" rtlCol="0" anchor="ctr"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endParaRPr kumimoji="0" lang="pt-BR" sz="1400" b="0" i="0" u="none" strike="noStrike" kern="0" cap="none" spc="0" normalizeH="0" baseline="0" noProof="0">
              <a:ln>
                <a:noFill/>
              </a:ln>
              <a:solidFill>
                <a:srgbClr val="071C25"/>
              </a:solidFill>
              <a:effectLst/>
              <a:uLnTx/>
              <a:uFillTx/>
              <a:latin typeface="Arial"/>
              <a:ea typeface="+mn-ea"/>
              <a:cs typeface="+mn-cs"/>
            </a:endParaRPr>
          </a:p>
        </p:txBody>
      </p:sp>
      <p:sp>
        <p:nvSpPr>
          <p:cNvPr id="43" name="Rectangle 42">
            <a:extLst>
              <a:ext uri="{FF2B5EF4-FFF2-40B4-BE49-F238E27FC236}">
                <a16:creationId xmlns:a16="http://schemas.microsoft.com/office/drawing/2014/main" id="{E4AE6769-F3BE-EB14-3001-1FF77068B9FF}"/>
              </a:ext>
            </a:extLst>
          </p:cNvPr>
          <p:cNvSpPr/>
          <p:nvPr/>
        </p:nvSpPr>
        <p:spPr>
          <a:xfrm>
            <a:off x="433634" y="5475139"/>
            <a:ext cx="2061027" cy="791737"/>
          </a:xfrm>
          <a:prstGeom prst="rect">
            <a:avLst/>
          </a:prstGeom>
          <a:solidFill>
            <a:schemeClr val="accent5"/>
          </a:solidFill>
          <a:ln w="12700">
            <a:noFill/>
            <a:miter lim="400000"/>
          </a:ln>
          <a:effectLst/>
        </p:spPr>
        <p:txBody>
          <a:bodyPr lIns="144000" tIns="72000" rIns="72000" bIns="7200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400" b="1" i="0" u="none" strike="noStrike" kern="1200" cap="none" spc="0" normalizeH="0" baseline="0" noProof="0">
                <a:ln>
                  <a:noFill/>
                </a:ln>
                <a:solidFill>
                  <a:prstClr val="white"/>
                </a:solidFill>
                <a:effectLst/>
                <a:uLnTx/>
                <a:uFillTx/>
                <a:latin typeface="Arial"/>
                <a:ea typeface="+mn-ea"/>
                <a:cs typeface="+mn-cs"/>
              </a:rPr>
              <a:t>Estudos de mercados existentes</a:t>
            </a:r>
          </a:p>
        </p:txBody>
      </p:sp>
      <p:sp>
        <p:nvSpPr>
          <p:cNvPr id="44" name="CaixaDeTexto 8">
            <a:extLst>
              <a:ext uri="{FF2B5EF4-FFF2-40B4-BE49-F238E27FC236}">
                <a16:creationId xmlns:a16="http://schemas.microsoft.com/office/drawing/2014/main" id="{0B20C93A-041D-89CE-C4A0-D834DC13E1AC}"/>
              </a:ext>
            </a:extLst>
          </p:cNvPr>
          <p:cNvSpPr txBox="1"/>
          <p:nvPr/>
        </p:nvSpPr>
        <p:spPr bwMode="auto">
          <a:xfrm>
            <a:off x="2944905" y="5475139"/>
            <a:ext cx="2232000" cy="792000"/>
          </a:xfrm>
          <a:prstGeom prst="rect">
            <a:avLst/>
          </a:prstGeom>
          <a:solidFill>
            <a:schemeClr val="bg1">
              <a:lumMod val="95000"/>
            </a:schemeClr>
          </a:solidFill>
          <a:ln w="9525">
            <a:noFill/>
            <a:miter lim="800000"/>
            <a:headEnd/>
            <a:tailEnd/>
          </a:ln>
        </p:spPr>
        <p:txBody>
          <a:bodyPr vert="horz" wrap="square" lIns="144000" tIns="72000" rIns="72000" bIns="72000" numCol="1" rtlCol="0" anchor="ctr"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endParaRPr kumimoji="0" lang="pt-BR" sz="1400" b="0" i="0" u="none" strike="noStrike" kern="0" cap="none" spc="0" normalizeH="0" baseline="0" noProof="0">
              <a:ln>
                <a:noFill/>
              </a:ln>
              <a:solidFill>
                <a:srgbClr val="071C25"/>
              </a:solidFill>
              <a:effectLst/>
              <a:uLnTx/>
              <a:uFillTx/>
              <a:latin typeface="Arial"/>
              <a:ea typeface="+mn-ea"/>
              <a:cs typeface="+mn-cs"/>
            </a:endParaRPr>
          </a:p>
        </p:txBody>
      </p:sp>
      <p:sp>
        <p:nvSpPr>
          <p:cNvPr id="45" name="CaixaDeTexto 8">
            <a:extLst>
              <a:ext uri="{FF2B5EF4-FFF2-40B4-BE49-F238E27FC236}">
                <a16:creationId xmlns:a16="http://schemas.microsoft.com/office/drawing/2014/main" id="{F3574C4E-D128-3EDD-F38E-D5DB55979AD2}"/>
              </a:ext>
            </a:extLst>
          </p:cNvPr>
          <p:cNvSpPr txBox="1"/>
          <p:nvPr/>
        </p:nvSpPr>
        <p:spPr bwMode="auto">
          <a:xfrm>
            <a:off x="5627149" y="5475139"/>
            <a:ext cx="3492000" cy="792000"/>
          </a:xfrm>
          <a:prstGeom prst="rect">
            <a:avLst/>
          </a:prstGeom>
          <a:solidFill>
            <a:schemeClr val="bg1">
              <a:lumMod val="95000"/>
            </a:schemeClr>
          </a:solidFill>
          <a:ln w="9525">
            <a:noFill/>
            <a:miter lim="800000"/>
            <a:headEnd/>
            <a:tailEnd/>
          </a:ln>
        </p:spPr>
        <p:txBody>
          <a:bodyPr vert="horz" wrap="square" lIns="144000" tIns="72000" rIns="72000" bIns="72000" numCol="1" rtlCol="0" anchor="ctr"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pt-BR" sz="1400" b="0" i="0" u="none" strike="noStrike" kern="0" cap="none" spc="0" normalizeH="0" baseline="0" noProof="0">
                <a:ln>
                  <a:noFill/>
                </a:ln>
                <a:solidFill>
                  <a:srgbClr val="071C25"/>
                </a:solidFill>
                <a:effectLst/>
                <a:uLnTx/>
                <a:uFillTx/>
                <a:latin typeface="Arial"/>
                <a:ea typeface="+mn-ea"/>
                <a:cs typeface="+mn-cs"/>
              </a:rPr>
              <a:t>Visão atual</a:t>
            </a:r>
          </a:p>
        </p:txBody>
      </p:sp>
      <p:sp>
        <p:nvSpPr>
          <p:cNvPr id="46" name="CaixaDeTexto 8">
            <a:extLst>
              <a:ext uri="{FF2B5EF4-FFF2-40B4-BE49-F238E27FC236}">
                <a16:creationId xmlns:a16="http://schemas.microsoft.com/office/drawing/2014/main" id="{AEFEA7F4-FC44-C1EA-8994-D517A6926CCE}"/>
              </a:ext>
            </a:extLst>
          </p:cNvPr>
          <p:cNvSpPr txBox="1"/>
          <p:nvPr/>
        </p:nvSpPr>
        <p:spPr bwMode="auto">
          <a:xfrm>
            <a:off x="9569394" y="5475139"/>
            <a:ext cx="2196000" cy="792000"/>
          </a:xfrm>
          <a:prstGeom prst="rect">
            <a:avLst/>
          </a:prstGeom>
          <a:solidFill>
            <a:schemeClr val="bg1">
              <a:lumMod val="95000"/>
            </a:schemeClr>
          </a:solidFill>
          <a:ln w="9525">
            <a:noFill/>
            <a:miter lim="800000"/>
            <a:headEnd/>
            <a:tailEnd/>
          </a:ln>
        </p:spPr>
        <p:txBody>
          <a:bodyPr vert="horz" wrap="square" lIns="144000" tIns="72000" rIns="72000" bIns="72000" numCol="1" rtlCol="0" anchor="ctr"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endParaRPr kumimoji="0" lang="pt-BR" sz="1400" b="0" i="0" u="none" strike="noStrike" kern="0" cap="none" spc="0" normalizeH="0" baseline="0" noProof="0">
              <a:ln>
                <a:noFill/>
              </a:ln>
              <a:solidFill>
                <a:srgbClr val="071C25"/>
              </a:solidFill>
              <a:effectLst/>
              <a:uLnTx/>
              <a:uFillTx/>
              <a:latin typeface="Arial"/>
              <a:ea typeface="+mn-ea"/>
              <a:cs typeface="+mn-cs"/>
            </a:endParaRPr>
          </a:p>
        </p:txBody>
      </p:sp>
    </p:spTree>
    <p:extLst>
      <p:ext uri="{BB962C8B-B14F-4D97-AF65-F5344CB8AC3E}">
        <p14:creationId xmlns:p14="http://schemas.microsoft.com/office/powerpoint/2010/main" val="390510734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Object 14" hidden="1">
            <a:extLst>
              <a:ext uri="{FF2B5EF4-FFF2-40B4-BE49-F238E27FC236}">
                <a16:creationId xmlns:a16="http://schemas.microsoft.com/office/drawing/2014/main" id="{13724922-CDD7-3371-BE58-F1CABA347B08}"/>
              </a:ext>
            </a:extLst>
          </p:cNvPr>
          <p:cNvGraphicFramePr>
            <a:graphicFrameLocks noChangeAspect="1"/>
          </p:cNvGraphicFramePr>
          <p:nvPr>
            <p:custDataLst>
              <p:tags r:id="rId1"/>
            </p:custDataLst>
            <p:extLst>
              <p:ext uri="{D42A27DB-BD31-4B8C-83A1-F6EECF244321}">
                <p14:modId xmlns:p14="http://schemas.microsoft.com/office/powerpoint/2010/main" val="302294740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Slide do think-cell" r:id="rId6" imgW="344" imgH="344" progId="TCLayout.ActiveDocument.1">
                  <p:embed/>
                </p:oleObj>
              </mc:Choice>
              <mc:Fallback>
                <p:oleObj name="Slide do think-cell" r:id="rId6" imgW="344" imgH="344" progId="TCLayout.ActiveDocument.1">
                  <p:embed/>
                  <p:pic>
                    <p:nvPicPr>
                      <p:cNvPr id="15" name="Object 14" hidden="1">
                        <a:extLst>
                          <a:ext uri="{FF2B5EF4-FFF2-40B4-BE49-F238E27FC236}">
                            <a16:creationId xmlns:a16="http://schemas.microsoft.com/office/drawing/2014/main" id="{13724922-CDD7-3371-BE58-F1CABA347B08}"/>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 name="Text Placeholder 1">
            <a:extLst>
              <a:ext uri="{FF2B5EF4-FFF2-40B4-BE49-F238E27FC236}">
                <a16:creationId xmlns:a16="http://schemas.microsoft.com/office/drawing/2014/main" id="{154666A6-8368-3C4F-DA56-09C50B52FBF1}"/>
              </a:ext>
            </a:extLst>
          </p:cNvPr>
          <p:cNvSpPr>
            <a:spLocks noGrp="1"/>
          </p:cNvSpPr>
          <p:nvPr>
            <p:ph type="body" sz="quarter" idx="14"/>
          </p:nvPr>
        </p:nvSpPr>
        <p:spPr/>
        <p:txBody>
          <a:bodyPr/>
          <a:lstStyle/>
          <a:p>
            <a:r>
              <a:rPr lang="pt-BR"/>
              <a:t>Fonte: Mirow &amp; Co.</a:t>
            </a:r>
          </a:p>
        </p:txBody>
      </p:sp>
      <p:sp>
        <p:nvSpPr>
          <p:cNvPr id="3" name="Title 2">
            <a:extLst>
              <a:ext uri="{FF2B5EF4-FFF2-40B4-BE49-F238E27FC236}">
                <a16:creationId xmlns:a16="http://schemas.microsoft.com/office/drawing/2014/main" id="{C4BD3EC2-7CEF-C6DB-8429-ADACE9691ABB}"/>
              </a:ext>
            </a:extLst>
          </p:cNvPr>
          <p:cNvSpPr>
            <a:spLocks noGrp="1"/>
          </p:cNvSpPr>
          <p:nvPr>
            <p:ph type="title"/>
          </p:nvPr>
        </p:nvSpPr>
        <p:spPr/>
        <p:txBody>
          <a:bodyPr vert="horz"/>
          <a:lstStyle/>
          <a:p>
            <a:r>
              <a:rPr lang="pt-BR"/>
              <a:t>Realizaremos um </a:t>
            </a:r>
            <a:r>
              <a:rPr lang="pt-BR" i="1"/>
              <a:t>workshop </a:t>
            </a:r>
            <a:r>
              <a:rPr lang="pt-BR"/>
              <a:t>para discutir diagnóstico da situação atual e identificar oportunidades de melhoria no acesso à mercado</a:t>
            </a:r>
          </a:p>
        </p:txBody>
      </p:sp>
      <p:grpSp>
        <p:nvGrpSpPr>
          <p:cNvPr id="22" name="Group 24">
            <a:extLst>
              <a:ext uri="{FF2B5EF4-FFF2-40B4-BE49-F238E27FC236}">
                <a16:creationId xmlns:a16="http://schemas.microsoft.com/office/drawing/2014/main" id="{CE7B6231-E315-BC96-C8F0-D80CFEA9366A}"/>
              </a:ext>
            </a:extLst>
          </p:cNvPr>
          <p:cNvGrpSpPr/>
          <p:nvPr/>
        </p:nvGrpSpPr>
        <p:grpSpPr>
          <a:xfrm>
            <a:off x="10938280" y="628364"/>
            <a:ext cx="1026179" cy="212366"/>
            <a:chOff x="7714596" y="285750"/>
            <a:chExt cx="1026179" cy="212366"/>
          </a:xfrm>
        </p:grpSpPr>
        <p:sp>
          <p:nvSpPr>
            <p:cNvPr id="23" name="StickerRectangle">
              <a:extLst>
                <a:ext uri="{FF2B5EF4-FFF2-40B4-BE49-F238E27FC236}">
                  <a16:creationId xmlns:a16="http://schemas.microsoft.com/office/drawing/2014/main" id="{549B0D3E-CC40-E9AC-FFA3-AEEB4FAAC55D}"/>
                </a:ext>
              </a:extLst>
            </p:cNvPr>
            <p:cNvSpPr>
              <a:spLocks noChangeArrowheads="1"/>
            </p:cNvSpPr>
            <p:nvPr/>
          </p:nvSpPr>
          <p:spPr bwMode="auto">
            <a:xfrm>
              <a:off x="7714596" y="285750"/>
              <a:ext cx="1026179" cy="212366"/>
            </a:xfrm>
            <a:prstGeom prst="leftRightArrow">
              <a:avLst>
                <a:gd name="adj1" fmla="val 100000"/>
                <a:gd name="adj2"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 tIns="0" rIns="0" bIns="27432">
              <a:spAutoFit/>
            </a:bodyPr>
            <a:lstStyle/>
            <a:p>
              <a:pPr marL="0" marR="0" lvl="0" indent="0" algn="r" defTabSz="895350" rtl="0" eaLnBrk="1" fontAlgn="auto" latinLnBrk="0" hangingPunct="1">
                <a:lnSpc>
                  <a:spcPct val="100000"/>
                </a:lnSpc>
                <a:spcBef>
                  <a:spcPts val="0"/>
                </a:spcBef>
                <a:spcAft>
                  <a:spcPts val="0"/>
                </a:spcAft>
                <a:buClr>
                  <a:srgbClr val="020E66"/>
                </a:buClr>
                <a:buSzTx/>
                <a:buFontTx/>
                <a:buNone/>
                <a:tabLst/>
                <a:defRPr/>
              </a:pPr>
              <a:r>
                <a:rPr kumimoji="0" lang="pt-BR" sz="1200" b="0" i="0" u="none" strike="noStrike" kern="1200" cap="none" spc="0" normalizeH="0" baseline="0" noProof="0">
                  <a:ln>
                    <a:noFill/>
                  </a:ln>
                  <a:solidFill>
                    <a:srgbClr val="808080"/>
                  </a:solidFill>
                  <a:effectLst/>
                  <a:uLnTx/>
                  <a:uFillTx/>
                  <a:latin typeface="Arial"/>
                  <a:ea typeface="+mn-ea"/>
                  <a:cs typeface="+mn-cs"/>
                </a:rPr>
                <a:t>ILUSTRATIVO</a:t>
              </a:r>
            </a:p>
          </p:txBody>
        </p:sp>
        <p:cxnSp>
          <p:nvCxnSpPr>
            <p:cNvPr id="24" name="AutoShape 31">
              <a:extLst>
                <a:ext uri="{FF2B5EF4-FFF2-40B4-BE49-F238E27FC236}">
                  <a16:creationId xmlns:a16="http://schemas.microsoft.com/office/drawing/2014/main" id="{DE1B37E8-852A-2AFC-D090-B2473F70A950}"/>
                </a:ext>
              </a:extLst>
            </p:cNvPr>
            <p:cNvCxnSpPr>
              <a:cxnSpLocks noChangeShapeType="1"/>
              <a:stCxn id="23" idx="2"/>
              <a:endCxn id="23" idx="4"/>
            </p:cNvCxnSpPr>
            <p:nvPr/>
          </p:nvCxnSpPr>
          <p:spPr bwMode="auto">
            <a:xfrm>
              <a:off x="7714596" y="285750"/>
              <a:ext cx="0" cy="212366"/>
            </a:xfrm>
            <a:prstGeom prst="straightConnector1">
              <a:avLst/>
            </a:prstGeom>
            <a:noFill/>
            <a:ln w="9525">
              <a:solidFill>
                <a:srgbClr val="808080"/>
              </a:solidFill>
              <a:round/>
              <a:headEnd/>
              <a:tailEnd/>
            </a:ln>
            <a:extLst>
              <a:ext uri="{909E8E84-426E-40DD-AFC4-6F175D3DCCD1}">
                <a14:hiddenFill xmlns:a14="http://schemas.microsoft.com/office/drawing/2010/main">
                  <a:noFill/>
                </a14:hiddenFill>
              </a:ext>
            </a:extLst>
          </p:spPr>
        </p:cxnSp>
        <p:cxnSp>
          <p:nvCxnSpPr>
            <p:cNvPr id="25" name="AutoShape 32">
              <a:extLst>
                <a:ext uri="{FF2B5EF4-FFF2-40B4-BE49-F238E27FC236}">
                  <a16:creationId xmlns:a16="http://schemas.microsoft.com/office/drawing/2014/main" id="{8D03B8CA-FA67-337B-9A5B-A614512975A4}"/>
                </a:ext>
              </a:extLst>
            </p:cNvPr>
            <p:cNvCxnSpPr>
              <a:cxnSpLocks noChangeShapeType="1"/>
              <a:stCxn id="23" idx="4"/>
              <a:endCxn id="23" idx="6"/>
            </p:cNvCxnSpPr>
            <p:nvPr/>
          </p:nvCxnSpPr>
          <p:spPr bwMode="auto">
            <a:xfrm>
              <a:off x="7714596" y="498116"/>
              <a:ext cx="1026179" cy="0"/>
            </a:xfrm>
            <a:prstGeom prst="straightConnector1">
              <a:avLst/>
            </a:prstGeom>
            <a:noFill/>
            <a:ln w="25400">
              <a:solidFill>
                <a:srgbClr val="808080"/>
              </a:solidFill>
              <a:round/>
              <a:headEnd/>
              <a:tailEnd/>
            </a:ln>
            <a:extLst>
              <a:ext uri="{909E8E84-426E-40DD-AFC4-6F175D3DCCD1}">
                <a14:hiddenFill xmlns:a14="http://schemas.microsoft.com/office/drawing/2010/main">
                  <a:noFill/>
                </a14:hiddenFill>
              </a:ext>
            </a:extLst>
          </p:spPr>
        </p:cxnSp>
      </p:grpSp>
      <p:sp>
        <p:nvSpPr>
          <p:cNvPr id="86" name="Freeform: Shape 85">
            <a:extLst>
              <a:ext uri="{FF2B5EF4-FFF2-40B4-BE49-F238E27FC236}">
                <a16:creationId xmlns:a16="http://schemas.microsoft.com/office/drawing/2014/main" id="{FDC22561-C785-9804-9137-30CC261D4DC7}"/>
              </a:ext>
            </a:extLst>
          </p:cNvPr>
          <p:cNvSpPr>
            <a:spLocks noChangeArrowheads="1"/>
          </p:cNvSpPr>
          <p:nvPr/>
        </p:nvSpPr>
        <p:spPr bwMode="auto">
          <a:xfrm>
            <a:off x="5878381" y="1273215"/>
            <a:ext cx="6240881" cy="5152090"/>
          </a:xfrm>
          <a:custGeom>
            <a:avLst/>
            <a:gdLst>
              <a:gd name="connsiteX0" fmla="*/ 0 w 6240881"/>
              <a:gd name="connsiteY0" fmla="*/ 0 h 5152090"/>
              <a:gd name="connsiteX1" fmla="*/ 6240881 w 6240881"/>
              <a:gd name="connsiteY1" fmla="*/ 0 h 5152090"/>
              <a:gd name="connsiteX2" fmla="*/ 6240881 w 6240881"/>
              <a:gd name="connsiteY2" fmla="*/ 5152090 h 5152090"/>
              <a:gd name="connsiteX3" fmla="*/ 1 w 6240881"/>
              <a:gd name="connsiteY3" fmla="*/ 5152090 h 5152090"/>
              <a:gd name="connsiteX4" fmla="*/ 400163 w 6240881"/>
              <a:gd name="connsiteY4" fmla="*/ 2576046 h 51520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40881" h="5152090">
                <a:moveTo>
                  <a:pt x="0" y="0"/>
                </a:moveTo>
                <a:lnTo>
                  <a:pt x="6240881" y="0"/>
                </a:lnTo>
                <a:lnTo>
                  <a:pt x="6240881" y="5152090"/>
                </a:lnTo>
                <a:lnTo>
                  <a:pt x="1" y="5152090"/>
                </a:lnTo>
                <a:lnTo>
                  <a:pt x="400163" y="2576046"/>
                </a:lnTo>
                <a:close/>
              </a:path>
            </a:pathLst>
          </a:custGeom>
          <a:noFill/>
          <a:ln w="12700">
            <a:solidFill>
              <a:schemeClr val="accent4"/>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500" b="0" i="0" u="none" strike="noStrike" kern="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27" name="AutoShape 21">
            <a:extLst>
              <a:ext uri="{FF2B5EF4-FFF2-40B4-BE49-F238E27FC236}">
                <a16:creationId xmlns:a16="http://schemas.microsoft.com/office/drawing/2014/main" id="{C1D44D36-0282-EEEC-CB69-C055A78223A6}"/>
              </a:ext>
            </a:extLst>
          </p:cNvPr>
          <p:cNvSpPr>
            <a:spLocks noChangeArrowheads="1"/>
          </p:cNvSpPr>
          <p:nvPr/>
        </p:nvSpPr>
        <p:spPr bwMode="auto">
          <a:xfrm>
            <a:off x="0" y="1273215"/>
            <a:ext cx="6192000" cy="5152092"/>
          </a:xfrm>
          <a:prstGeom prst="homePlate">
            <a:avLst>
              <a:gd name="adj" fmla="val 7767"/>
            </a:avLst>
          </a:prstGeom>
          <a:solidFill>
            <a:srgbClr val="F2F2F2">
              <a:alpha val="69804"/>
            </a:srgbClr>
          </a:solidFill>
          <a:ln w="19050">
            <a:noFill/>
            <a:miter lim="400000"/>
          </a:ln>
          <a:effectLst/>
        </p:spPr>
        <p:txBody>
          <a:bodyPr wrap="square" lIns="108000" tIns="72000" rIns="108000" bIns="7200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500" b="0" i="0" u="none" strike="noStrike" kern="1200" cap="none" spc="0" normalizeH="0" baseline="0" noProof="0">
              <a:ln>
                <a:noFill/>
              </a:ln>
              <a:solidFill>
                <a:prstClr val="white"/>
              </a:solidFill>
              <a:effectLst/>
              <a:uLnTx/>
              <a:uFillTx/>
              <a:latin typeface="Arial"/>
              <a:ea typeface="+mn-ea"/>
              <a:cs typeface="+mn-cs"/>
            </a:endParaRPr>
          </a:p>
        </p:txBody>
      </p:sp>
      <p:sp>
        <p:nvSpPr>
          <p:cNvPr id="85" name="Freeform: Shape 84">
            <a:extLst>
              <a:ext uri="{FF2B5EF4-FFF2-40B4-BE49-F238E27FC236}">
                <a16:creationId xmlns:a16="http://schemas.microsoft.com/office/drawing/2014/main" id="{B1FB8484-05C0-9475-55B1-0857FC38385A}"/>
              </a:ext>
            </a:extLst>
          </p:cNvPr>
          <p:cNvSpPr>
            <a:spLocks noChangeArrowheads="1"/>
          </p:cNvSpPr>
          <p:nvPr/>
        </p:nvSpPr>
        <p:spPr bwMode="auto">
          <a:xfrm>
            <a:off x="5905200" y="1445852"/>
            <a:ext cx="6214062" cy="432000"/>
          </a:xfrm>
          <a:custGeom>
            <a:avLst/>
            <a:gdLst>
              <a:gd name="connsiteX0" fmla="*/ 0 w 6214062"/>
              <a:gd name="connsiteY0" fmla="*/ 0 h 432000"/>
              <a:gd name="connsiteX1" fmla="*/ 6214062 w 6214062"/>
              <a:gd name="connsiteY1" fmla="*/ 0 h 432000"/>
              <a:gd name="connsiteX2" fmla="*/ 6214062 w 6214062"/>
              <a:gd name="connsiteY2" fmla="*/ 432000 h 432000"/>
              <a:gd name="connsiteX3" fmla="*/ 67107 w 6214062"/>
              <a:gd name="connsiteY3" fmla="*/ 432000 h 432000"/>
            </a:gdLst>
            <a:ahLst/>
            <a:cxnLst>
              <a:cxn ang="0">
                <a:pos x="connsiteX0" y="connsiteY0"/>
              </a:cxn>
              <a:cxn ang="0">
                <a:pos x="connsiteX1" y="connsiteY1"/>
              </a:cxn>
              <a:cxn ang="0">
                <a:pos x="connsiteX2" y="connsiteY2"/>
              </a:cxn>
              <a:cxn ang="0">
                <a:pos x="connsiteX3" y="connsiteY3"/>
              </a:cxn>
            </a:cxnLst>
            <a:rect l="l" t="t" r="r" b="b"/>
            <a:pathLst>
              <a:path w="6214062" h="432000">
                <a:moveTo>
                  <a:pt x="0" y="0"/>
                </a:moveTo>
                <a:lnTo>
                  <a:pt x="6214062" y="0"/>
                </a:lnTo>
                <a:lnTo>
                  <a:pt x="6214062" y="432000"/>
                </a:lnTo>
                <a:lnTo>
                  <a:pt x="67107" y="432000"/>
                </a:lnTo>
                <a:close/>
              </a:path>
            </a:pathLst>
          </a:custGeom>
          <a:solidFill>
            <a:schemeClr val="tx2"/>
          </a:solidFill>
          <a:ln w="12700">
            <a:noFill/>
            <a:miter lim="800000"/>
            <a:headEnd/>
            <a:tailEnd/>
          </a:ln>
          <a:effectLst/>
        </p:spPr>
        <p:txBody>
          <a:bodyPr wrap="square" lIns="108000" rIns="108000" anchor="ctr">
            <a:noAutofit/>
          </a:bodyPr>
          <a:lstStyle/>
          <a:p>
            <a:pPr marL="0" marR="0" lvl="0" indent="0" algn="ctr" defTabSz="914400" rtl="0" eaLnBrk="0" fontAlgn="auto" latinLnBrk="0" hangingPunct="0">
              <a:lnSpc>
                <a:spcPct val="100000"/>
              </a:lnSpc>
              <a:spcBef>
                <a:spcPct val="50000"/>
              </a:spcBef>
              <a:spcAft>
                <a:spcPts val="0"/>
              </a:spcAft>
              <a:buClrTx/>
              <a:buSzTx/>
              <a:buFontTx/>
              <a:buNone/>
              <a:tabLst/>
              <a:defRPr/>
            </a:pPr>
            <a:r>
              <a:rPr kumimoji="0" lang="pt-BR" altLang="en-US" sz="1400" b="1" i="0" u="none" strike="noStrike" kern="1200" cap="none" spc="0" normalizeH="0" baseline="0" noProof="0">
                <a:ln>
                  <a:noFill/>
                </a:ln>
                <a:solidFill>
                  <a:prstClr val="white"/>
                </a:solidFill>
                <a:effectLst/>
                <a:uLnTx/>
                <a:uFillTx/>
                <a:latin typeface="Arial"/>
                <a:ea typeface="+mn-ea"/>
                <a:cs typeface="Arial" panose="020B0604020202020204" pitchFamily="34" charset="0"/>
              </a:rPr>
              <a:t>Exemplos de resultados</a:t>
            </a:r>
          </a:p>
        </p:txBody>
      </p:sp>
      <p:pic>
        <p:nvPicPr>
          <p:cNvPr id="41" name="Picture 40">
            <a:extLst>
              <a:ext uri="{FF2B5EF4-FFF2-40B4-BE49-F238E27FC236}">
                <a16:creationId xmlns:a16="http://schemas.microsoft.com/office/drawing/2014/main" id="{895F12D9-327E-EDB0-A6FB-31B8F35F6C44}"/>
              </a:ext>
            </a:extLst>
          </p:cNvPr>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7291881" y="2210624"/>
            <a:ext cx="3557342" cy="2001005"/>
          </a:xfrm>
          <a:prstGeom prst="rect">
            <a:avLst/>
          </a:prstGeom>
          <a:ln>
            <a:solidFill>
              <a:schemeClr val="bg1">
                <a:lumMod val="75000"/>
              </a:schemeClr>
            </a:solidFill>
          </a:ln>
        </p:spPr>
      </p:pic>
      <p:sp>
        <p:nvSpPr>
          <p:cNvPr id="42" name="3. Unit of measure">
            <a:extLst>
              <a:ext uri="{FF2B5EF4-FFF2-40B4-BE49-F238E27FC236}">
                <a16:creationId xmlns:a16="http://schemas.microsoft.com/office/drawing/2014/main" id="{9711BBBD-080C-F120-985B-DC51461D76F7}"/>
              </a:ext>
            </a:extLst>
          </p:cNvPr>
          <p:cNvSpPr txBox="1">
            <a:spLocks noChangeArrowheads="1"/>
          </p:cNvSpPr>
          <p:nvPr/>
        </p:nvSpPr>
        <p:spPr bwMode="auto">
          <a:xfrm>
            <a:off x="7291881" y="1951905"/>
            <a:ext cx="2006486"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895350">
              <a:defRPr sz="2400">
                <a:solidFill>
                  <a:schemeClr val="tx1"/>
                </a:solidFill>
                <a:latin typeface="Arial" charset="0"/>
              </a:defRPr>
            </a:lvl1pPr>
            <a:lvl2pPr marL="447675" defTabSz="895350">
              <a:defRPr sz="2400">
                <a:solidFill>
                  <a:schemeClr val="tx1"/>
                </a:solidFill>
                <a:latin typeface="Arial" charset="0"/>
              </a:defRPr>
            </a:lvl2pPr>
            <a:lvl3pPr marL="895350" defTabSz="895350">
              <a:defRPr sz="2400">
                <a:solidFill>
                  <a:schemeClr val="tx1"/>
                </a:solidFill>
                <a:latin typeface="Arial" charset="0"/>
              </a:defRPr>
            </a:lvl3pPr>
            <a:lvl4pPr marL="1344613" defTabSz="895350">
              <a:defRPr sz="2400">
                <a:solidFill>
                  <a:schemeClr val="tx1"/>
                </a:solidFill>
                <a:latin typeface="Arial" charset="0"/>
              </a:defRPr>
            </a:lvl4pPr>
            <a:lvl5pPr marL="1792288" defTabSz="895350">
              <a:defRPr sz="2400">
                <a:solidFill>
                  <a:schemeClr val="tx1"/>
                </a:solidFill>
                <a:latin typeface="Arial" charset="0"/>
              </a:defRPr>
            </a:lvl5pPr>
            <a:lvl6pPr marL="2249488" defTabSz="895350" fontAlgn="base">
              <a:spcBef>
                <a:spcPct val="0"/>
              </a:spcBef>
              <a:spcAft>
                <a:spcPct val="0"/>
              </a:spcAft>
              <a:defRPr sz="2400">
                <a:solidFill>
                  <a:schemeClr val="tx1"/>
                </a:solidFill>
                <a:latin typeface="Arial" charset="0"/>
              </a:defRPr>
            </a:lvl6pPr>
            <a:lvl7pPr marL="2706688" defTabSz="895350" fontAlgn="base">
              <a:spcBef>
                <a:spcPct val="0"/>
              </a:spcBef>
              <a:spcAft>
                <a:spcPct val="0"/>
              </a:spcAft>
              <a:defRPr sz="2400">
                <a:solidFill>
                  <a:schemeClr val="tx1"/>
                </a:solidFill>
                <a:latin typeface="Arial" charset="0"/>
              </a:defRPr>
            </a:lvl7pPr>
            <a:lvl8pPr marL="3163888" defTabSz="895350" fontAlgn="base">
              <a:spcBef>
                <a:spcPct val="0"/>
              </a:spcBef>
              <a:spcAft>
                <a:spcPct val="0"/>
              </a:spcAft>
              <a:defRPr sz="2400">
                <a:solidFill>
                  <a:schemeClr val="tx1"/>
                </a:solidFill>
                <a:latin typeface="Arial" charset="0"/>
              </a:defRPr>
            </a:lvl8pPr>
            <a:lvl9pPr marL="3621088" defTabSz="895350" fontAlgn="base">
              <a:spcBef>
                <a:spcPct val="0"/>
              </a:spcBef>
              <a:spcAft>
                <a:spcPct val="0"/>
              </a:spcAft>
              <a:defRPr sz="2400">
                <a:solidFill>
                  <a:schemeClr val="tx1"/>
                </a:solidFill>
                <a:latin typeface="Arial" charset="0"/>
              </a:defRPr>
            </a:lvl9pPr>
          </a:lstStyle>
          <a:p>
            <a:pPr marL="0" marR="0" lvl="0" indent="0" algn="l" defTabSz="89535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a:ln>
                  <a:noFill/>
                </a:ln>
                <a:solidFill>
                  <a:srgbClr val="808080"/>
                </a:solidFill>
                <a:effectLst/>
                <a:uLnTx/>
                <a:uFillTx/>
                <a:latin typeface="Arial"/>
                <a:ea typeface="+mn-ea"/>
                <a:cs typeface="+mn-cs"/>
              </a:rPr>
              <a:t>Exemplos de ideias geradas</a:t>
            </a:r>
          </a:p>
        </p:txBody>
      </p:sp>
      <p:sp>
        <p:nvSpPr>
          <p:cNvPr id="43" name="3. Unit of measure">
            <a:extLst>
              <a:ext uri="{FF2B5EF4-FFF2-40B4-BE49-F238E27FC236}">
                <a16:creationId xmlns:a16="http://schemas.microsoft.com/office/drawing/2014/main" id="{290F1D87-C1E9-D956-99AE-350225E3309B}"/>
              </a:ext>
            </a:extLst>
          </p:cNvPr>
          <p:cNvSpPr txBox="1">
            <a:spLocks noChangeArrowheads="1"/>
          </p:cNvSpPr>
          <p:nvPr/>
        </p:nvSpPr>
        <p:spPr bwMode="auto">
          <a:xfrm>
            <a:off x="6402546" y="4285682"/>
            <a:ext cx="2184558"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895350">
              <a:defRPr sz="2400">
                <a:solidFill>
                  <a:schemeClr val="tx1"/>
                </a:solidFill>
                <a:latin typeface="Arial" charset="0"/>
              </a:defRPr>
            </a:lvl1pPr>
            <a:lvl2pPr marL="447675" defTabSz="895350">
              <a:defRPr sz="2400">
                <a:solidFill>
                  <a:schemeClr val="tx1"/>
                </a:solidFill>
                <a:latin typeface="Arial" charset="0"/>
              </a:defRPr>
            </a:lvl2pPr>
            <a:lvl3pPr marL="895350" defTabSz="895350">
              <a:defRPr sz="2400">
                <a:solidFill>
                  <a:schemeClr val="tx1"/>
                </a:solidFill>
                <a:latin typeface="Arial" charset="0"/>
              </a:defRPr>
            </a:lvl3pPr>
            <a:lvl4pPr marL="1344613" defTabSz="895350">
              <a:defRPr sz="2400">
                <a:solidFill>
                  <a:schemeClr val="tx1"/>
                </a:solidFill>
                <a:latin typeface="Arial" charset="0"/>
              </a:defRPr>
            </a:lvl4pPr>
            <a:lvl5pPr marL="1792288" defTabSz="895350">
              <a:defRPr sz="2400">
                <a:solidFill>
                  <a:schemeClr val="tx1"/>
                </a:solidFill>
                <a:latin typeface="Arial" charset="0"/>
              </a:defRPr>
            </a:lvl5pPr>
            <a:lvl6pPr marL="2249488" defTabSz="895350" fontAlgn="base">
              <a:spcBef>
                <a:spcPct val="0"/>
              </a:spcBef>
              <a:spcAft>
                <a:spcPct val="0"/>
              </a:spcAft>
              <a:defRPr sz="2400">
                <a:solidFill>
                  <a:schemeClr val="tx1"/>
                </a:solidFill>
                <a:latin typeface="Arial" charset="0"/>
              </a:defRPr>
            </a:lvl6pPr>
            <a:lvl7pPr marL="2706688" defTabSz="895350" fontAlgn="base">
              <a:spcBef>
                <a:spcPct val="0"/>
              </a:spcBef>
              <a:spcAft>
                <a:spcPct val="0"/>
              </a:spcAft>
              <a:defRPr sz="2400">
                <a:solidFill>
                  <a:schemeClr val="tx1"/>
                </a:solidFill>
                <a:latin typeface="Arial" charset="0"/>
              </a:defRPr>
            </a:lvl7pPr>
            <a:lvl8pPr marL="3163888" defTabSz="895350" fontAlgn="base">
              <a:spcBef>
                <a:spcPct val="0"/>
              </a:spcBef>
              <a:spcAft>
                <a:spcPct val="0"/>
              </a:spcAft>
              <a:defRPr sz="2400">
                <a:solidFill>
                  <a:schemeClr val="tx1"/>
                </a:solidFill>
                <a:latin typeface="Arial" charset="0"/>
              </a:defRPr>
            </a:lvl8pPr>
            <a:lvl9pPr marL="3621088" defTabSz="895350" fontAlgn="base">
              <a:spcBef>
                <a:spcPct val="0"/>
              </a:spcBef>
              <a:spcAft>
                <a:spcPct val="0"/>
              </a:spcAft>
              <a:defRPr sz="2400">
                <a:solidFill>
                  <a:schemeClr val="tx1"/>
                </a:solidFill>
                <a:latin typeface="Arial" charset="0"/>
              </a:defRPr>
            </a:lvl9pPr>
          </a:lstStyle>
          <a:p>
            <a:pPr marL="0" marR="0" lvl="0" indent="0" algn="l" defTabSz="89535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a:ln>
                  <a:noFill/>
                </a:ln>
                <a:solidFill>
                  <a:srgbClr val="808080"/>
                </a:solidFill>
                <a:effectLst/>
                <a:uLnTx/>
                <a:uFillTx/>
                <a:latin typeface="Arial"/>
                <a:ea typeface="+mn-ea"/>
                <a:cs typeface="+mn-cs"/>
              </a:rPr>
              <a:t>Exemplos de ideias detalhadas</a:t>
            </a:r>
          </a:p>
        </p:txBody>
      </p:sp>
      <p:pic>
        <p:nvPicPr>
          <p:cNvPr id="44" name="Picture 43">
            <a:extLst>
              <a:ext uri="{FF2B5EF4-FFF2-40B4-BE49-F238E27FC236}">
                <a16:creationId xmlns:a16="http://schemas.microsoft.com/office/drawing/2014/main" id="{B3D0CC3B-7424-CF7D-FEEC-5EE68C6A2817}"/>
              </a:ext>
            </a:extLst>
          </p:cNvPr>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6402546" y="4544402"/>
            <a:ext cx="2024614" cy="1138845"/>
          </a:xfrm>
          <a:prstGeom prst="rect">
            <a:avLst/>
          </a:prstGeom>
          <a:ln>
            <a:solidFill>
              <a:schemeClr val="bg1">
                <a:lumMod val="75000"/>
              </a:schemeClr>
            </a:solidFill>
          </a:ln>
        </p:spPr>
      </p:pic>
      <p:pic>
        <p:nvPicPr>
          <p:cNvPr id="45" name="Picture 44">
            <a:extLst>
              <a:ext uri="{FF2B5EF4-FFF2-40B4-BE49-F238E27FC236}">
                <a16:creationId xmlns:a16="http://schemas.microsoft.com/office/drawing/2014/main" id="{028B1B4C-8187-4931-A7C4-B4CDEBD57E43}"/>
              </a:ext>
            </a:extLst>
          </p:cNvPr>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8181216" y="4544402"/>
            <a:ext cx="2024614" cy="1138845"/>
          </a:xfrm>
          <a:prstGeom prst="rect">
            <a:avLst/>
          </a:prstGeom>
          <a:ln>
            <a:solidFill>
              <a:schemeClr val="bg1">
                <a:lumMod val="75000"/>
              </a:schemeClr>
            </a:solidFill>
          </a:ln>
        </p:spPr>
      </p:pic>
      <p:pic>
        <p:nvPicPr>
          <p:cNvPr id="46" name="Picture 45">
            <a:extLst>
              <a:ext uri="{FF2B5EF4-FFF2-40B4-BE49-F238E27FC236}">
                <a16:creationId xmlns:a16="http://schemas.microsoft.com/office/drawing/2014/main" id="{379BCFE3-D1FD-2C2A-D646-0CAA68ADD7A9}"/>
              </a:ext>
            </a:extLst>
          </p:cNvPr>
          <p:cNvPicPr>
            <a:picLocks noChangeAspect="1"/>
          </p:cNvPicPr>
          <p:nvPr/>
        </p:nvPicPr>
        <p:blipFill>
          <a:blip r:embed="rId11" cstate="email">
            <a:extLst>
              <a:ext uri="{28A0092B-C50C-407E-A947-70E740481C1C}">
                <a14:useLocalDpi xmlns:a14="http://schemas.microsoft.com/office/drawing/2010/main"/>
              </a:ext>
            </a:extLst>
          </a:blip>
          <a:stretch>
            <a:fillRect/>
          </a:stretch>
        </p:blipFill>
        <p:spPr>
          <a:xfrm>
            <a:off x="9959887" y="4544402"/>
            <a:ext cx="2024614" cy="1138845"/>
          </a:xfrm>
          <a:prstGeom prst="rect">
            <a:avLst/>
          </a:prstGeom>
          <a:ln>
            <a:solidFill>
              <a:schemeClr val="bg1">
                <a:lumMod val="75000"/>
              </a:schemeClr>
            </a:solidFill>
          </a:ln>
        </p:spPr>
      </p:pic>
      <p:pic>
        <p:nvPicPr>
          <p:cNvPr id="47" name="Picture 46">
            <a:extLst>
              <a:ext uri="{FF2B5EF4-FFF2-40B4-BE49-F238E27FC236}">
                <a16:creationId xmlns:a16="http://schemas.microsoft.com/office/drawing/2014/main" id="{8FFCD7DB-A86F-6D26-21DA-D658292398C5}"/>
              </a:ext>
            </a:extLst>
          </p:cNvPr>
          <p:cNvPicPr>
            <a:picLocks noChangeAspect="1"/>
          </p:cNvPicPr>
          <p:nvPr/>
        </p:nvPicPr>
        <p:blipFill>
          <a:blip r:embed="rId12" cstate="email">
            <a:extLst>
              <a:ext uri="{28A0092B-C50C-407E-A947-70E740481C1C}">
                <a14:useLocalDpi xmlns:a14="http://schemas.microsoft.com/office/drawing/2010/main"/>
              </a:ext>
            </a:extLst>
          </a:blip>
          <a:stretch>
            <a:fillRect/>
          </a:stretch>
        </p:blipFill>
        <p:spPr>
          <a:xfrm>
            <a:off x="7291881" y="5113824"/>
            <a:ext cx="2024614" cy="1138845"/>
          </a:xfrm>
          <a:prstGeom prst="rect">
            <a:avLst/>
          </a:prstGeom>
          <a:ln>
            <a:solidFill>
              <a:schemeClr val="bg1">
                <a:lumMod val="75000"/>
              </a:schemeClr>
            </a:solidFill>
          </a:ln>
        </p:spPr>
      </p:pic>
      <p:pic>
        <p:nvPicPr>
          <p:cNvPr id="48" name="Picture 47">
            <a:extLst>
              <a:ext uri="{FF2B5EF4-FFF2-40B4-BE49-F238E27FC236}">
                <a16:creationId xmlns:a16="http://schemas.microsoft.com/office/drawing/2014/main" id="{ADFDBF15-7428-3F43-6D38-94F5E070630A}"/>
              </a:ext>
            </a:extLst>
          </p:cNvPr>
          <p:cNvPicPr>
            <a:picLocks noChangeAspect="1"/>
          </p:cNvPicPr>
          <p:nvPr/>
        </p:nvPicPr>
        <p:blipFill>
          <a:blip r:embed="rId13" cstate="email">
            <a:extLst>
              <a:ext uri="{28A0092B-C50C-407E-A947-70E740481C1C}">
                <a14:useLocalDpi xmlns:a14="http://schemas.microsoft.com/office/drawing/2010/main"/>
              </a:ext>
            </a:extLst>
          </a:blip>
          <a:stretch>
            <a:fillRect/>
          </a:stretch>
        </p:blipFill>
        <p:spPr>
          <a:xfrm>
            <a:off x="9070551" y="5113824"/>
            <a:ext cx="2024614" cy="1138845"/>
          </a:xfrm>
          <a:prstGeom prst="rect">
            <a:avLst/>
          </a:prstGeom>
          <a:ln>
            <a:solidFill>
              <a:schemeClr val="bg1">
                <a:lumMod val="75000"/>
              </a:schemeClr>
            </a:solidFill>
          </a:ln>
        </p:spPr>
      </p:pic>
      <p:sp>
        <p:nvSpPr>
          <p:cNvPr id="4" name="Content Placeholder 2">
            <a:extLst>
              <a:ext uri="{FF2B5EF4-FFF2-40B4-BE49-F238E27FC236}">
                <a16:creationId xmlns:a16="http://schemas.microsoft.com/office/drawing/2014/main" id="{6D905889-92A0-465F-D895-CFB967F5E2AB}"/>
              </a:ext>
            </a:extLst>
          </p:cNvPr>
          <p:cNvSpPr txBox="1">
            <a:spLocks/>
          </p:cNvSpPr>
          <p:nvPr/>
        </p:nvSpPr>
        <p:spPr bwMode="auto">
          <a:xfrm>
            <a:off x="478971" y="864001"/>
            <a:ext cx="8794113" cy="246221"/>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marL="195263" indent="-195263" algn="l" rtl="0" eaLnBrk="1" fontAlgn="base" hangingPunct="1">
              <a:spcBef>
                <a:spcPts val="0"/>
              </a:spcBef>
              <a:spcAft>
                <a:spcPts val="600"/>
              </a:spcAft>
              <a:buClr>
                <a:schemeClr val="tx2"/>
              </a:buClr>
              <a:buFont typeface="Wingdings" panose="05000000000000000000" pitchFamily="2" charset="2"/>
              <a:buChar char="§"/>
              <a:defRPr sz="1400">
                <a:solidFill>
                  <a:schemeClr val="tx1"/>
                </a:solidFill>
                <a:latin typeface="+mn-lt"/>
                <a:ea typeface="+mn-ea"/>
                <a:cs typeface="+mn-cs"/>
              </a:defRPr>
            </a:lvl1pPr>
            <a:lvl2pPr marL="404813" indent="-207963" algn="l" rtl="0" eaLnBrk="1" fontAlgn="base" hangingPunct="1">
              <a:spcBef>
                <a:spcPts val="0"/>
              </a:spcBef>
              <a:spcAft>
                <a:spcPts val="600"/>
              </a:spcAft>
              <a:buClr>
                <a:schemeClr val="tx2"/>
              </a:buClr>
              <a:buChar char="–"/>
              <a:defRPr sz="1400">
                <a:solidFill>
                  <a:schemeClr val="tx1"/>
                </a:solidFill>
                <a:latin typeface="+mn-lt"/>
              </a:defRPr>
            </a:lvl2pPr>
            <a:lvl3pPr marL="587375" indent="-180975" algn="l" rtl="0" eaLnBrk="1" fontAlgn="base" hangingPunct="1">
              <a:spcBef>
                <a:spcPct val="20000"/>
              </a:spcBef>
              <a:spcAft>
                <a:spcPct val="0"/>
              </a:spcAft>
              <a:buClr>
                <a:schemeClr val="tx2"/>
              </a:buClr>
              <a:buChar char="•"/>
              <a:defRPr sz="1600">
                <a:solidFill>
                  <a:schemeClr val="tx1"/>
                </a:solidFill>
                <a:latin typeface="+mn-lt"/>
              </a:defRPr>
            </a:lvl3pPr>
            <a:lvl4pPr marL="815975" indent="-227013" algn="l" rtl="0" eaLnBrk="1" fontAlgn="base" hangingPunct="1">
              <a:spcBef>
                <a:spcPct val="20000"/>
              </a:spcBef>
              <a:spcAft>
                <a:spcPct val="0"/>
              </a:spcAft>
              <a:buClr>
                <a:schemeClr val="tx2"/>
              </a:buClr>
              <a:buChar char="–"/>
              <a:defRPr sz="1600">
                <a:solidFill>
                  <a:schemeClr val="tx1"/>
                </a:solidFill>
                <a:latin typeface="+mn-lt"/>
              </a:defRPr>
            </a:lvl4pPr>
            <a:lvl5pPr marL="968375" indent="-150813" algn="l" rtl="0" eaLnBrk="1" fontAlgn="base" hangingPunct="1">
              <a:spcBef>
                <a:spcPct val="20000"/>
              </a:spcBef>
              <a:spcAft>
                <a:spcPct val="0"/>
              </a:spcAft>
              <a:buClr>
                <a:schemeClr val="tx2"/>
              </a:buClr>
              <a:buChar char="»"/>
              <a:defRPr sz="1600">
                <a:solidFill>
                  <a:schemeClr val="tx1"/>
                </a:solidFill>
                <a:latin typeface="+mn-lt"/>
              </a:defRPr>
            </a:lvl5pPr>
            <a:lvl6pPr marL="1425575" indent="-150813" algn="l" rtl="0" eaLnBrk="1" fontAlgn="base" hangingPunct="1">
              <a:spcBef>
                <a:spcPct val="20000"/>
              </a:spcBef>
              <a:spcAft>
                <a:spcPct val="0"/>
              </a:spcAft>
              <a:buChar char="»"/>
              <a:defRPr sz="1000">
                <a:solidFill>
                  <a:schemeClr val="tx1"/>
                </a:solidFill>
                <a:latin typeface="+mn-lt"/>
              </a:defRPr>
            </a:lvl6pPr>
            <a:lvl7pPr marL="1882775" indent="-150813" algn="l" rtl="0" eaLnBrk="1" fontAlgn="base" hangingPunct="1">
              <a:spcBef>
                <a:spcPct val="20000"/>
              </a:spcBef>
              <a:spcAft>
                <a:spcPct val="0"/>
              </a:spcAft>
              <a:buChar char="»"/>
              <a:defRPr sz="1000">
                <a:solidFill>
                  <a:schemeClr val="tx1"/>
                </a:solidFill>
                <a:latin typeface="+mn-lt"/>
              </a:defRPr>
            </a:lvl7pPr>
            <a:lvl8pPr marL="2339975" indent="-150813" algn="l" rtl="0" eaLnBrk="1" fontAlgn="base" hangingPunct="1">
              <a:spcBef>
                <a:spcPct val="20000"/>
              </a:spcBef>
              <a:spcAft>
                <a:spcPct val="0"/>
              </a:spcAft>
              <a:buChar char="»"/>
              <a:defRPr sz="1000">
                <a:solidFill>
                  <a:schemeClr val="tx1"/>
                </a:solidFill>
                <a:latin typeface="+mn-lt"/>
              </a:defRPr>
            </a:lvl8pPr>
            <a:lvl9pPr marL="2797175" indent="-150813" algn="l" rtl="0" eaLnBrk="1" fontAlgn="base" hangingPunct="1">
              <a:spcBef>
                <a:spcPct val="20000"/>
              </a:spcBef>
              <a:spcAft>
                <a:spcPct val="0"/>
              </a:spcAft>
              <a:buChar char="»"/>
              <a:defRPr sz="1000">
                <a:solidFill>
                  <a:schemeClr val="tx1"/>
                </a:solidFill>
                <a:latin typeface="+mn-lt"/>
              </a:defRPr>
            </a:lvl9pPr>
          </a:lstStyle>
          <a:p>
            <a:pPr marL="0" marR="0" lvl="0" indent="0" algn="l" defTabSz="895350" rtl="0" eaLnBrk="1" fontAlgn="auto" latinLnBrk="0" hangingPunct="1">
              <a:lnSpc>
                <a:spcPct val="100000"/>
              </a:lnSpc>
              <a:spcBef>
                <a:spcPts val="0"/>
              </a:spcBef>
              <a:spcAft>
                <a:spcPts val="0"/>
              </a:spcAft>
              <a:buClrTx/>
              <a:buSzTx/>
              <a:buFontTx/>
              <a:buNone/>
              <a:tabLst/>
              <a:defRPr/>
            </a:pPr>
            <a:r>
              <a:rPr kumimoji="0" lang="pt-BR" sz="1600" b="0" i="0" u="none" strike="noStrike" kern="1200" cap="none" spc="0" normalizeH="0" baseline="0" noProof="0">
                <a:ln>
                  <a:noFill/>
                </a:ln>
                <a:solidFill>
                  <a:srgbClr val="808080"/>
                </a:solidFill>
                <a:effectLst/>
                <a:uLnTx/>
                <a:uFillTx/>
                <a:latin typeface="Arial"/>
                <a:ea typeface="+mn-ea"/>
                <a:cs typeface="+mn-cs"/>
              </a:rPr>
              <a:t>Exemplo de </a:t>
            </a:r>
            <a:r>
              <a:rPr kumimoji="0" lang="pt-BR" sz="1600" b="0" i="1" u="none" strike="noStrike" kern="1200" cap="none" spc="0" normalizeH="0" baseline="0" noProof="0">
                <a:ln>
                  <a:noFill/>
                </a:ln>
                <a:solidFill>
                  <a:srgbClr val="808080"/>
                </a:solidFill>
                <a:effectLst/>
                <a:uLnTx/>
                <a:uFillTx/>
                <a:latin typeface="Arial"/>
                <a:ea typeface="+mn-ea"/>
                <a:cs typeface="+mn-cs"/>
              </a:rPr>
              <a:t>workshop</a:t>
            </a:r>
          </a:p>
        </p:txBody>
      </p:sp>
      <p:grpSp>
        <p:nvGrpSpPr>
          <p:cNvPr id="49" name="Group 48">
            <a:extLst>
              <a:ext uri="{FF2B5EF4-FFF2-40B4-BE49-F238E27FC236}">
                <a16:creationId xmlns:a16="http://schemas.microsoft.com/office/drawing/2014/main" id="{45C0C306-B8C4-09EE-AFCF-4F2E90B9D72E}"/>
              </a:ext>
            </a:extLst>
          </p:cNvPr>
          <p:cNvGrpSpPr/>
          <p:nvPr/>
        </p:nvGrpSpPr>
        <p:grpSpPr>
          <a:xfrm>
            <a:off x="1423616" y="1514504"/>
            <a:ext cx="4167675" cy="236406"/>
            <a:chOff x="2423112" y="1592487"/>
            <a:chExt cx="6148066" cy="236406"/>
          </a:xfrm>
        </p:grpSpPr>
        <p:sp>
          <p:nvSpPr>
            <p:cNvPr id="50" name="Line 14">
              <a:extLst>
                <a:ext uri="{FF2B5EF4-FFF2-40B4-BE49-F238E27FC236}">
                  <a16:creationId xmlns:a16="http://schemas.microsoft.com/office/drawing/2014/main" id="{4F1DBDD9-DB65-BA32-BBBC-7B6B248484F3}"/>
                </a:ext>
              </a:extLst>
            </p:cNvPr>
            <p:cNvSpPr>
              <a:spLocks noChangeShapeType="1"/>
            </p:cNvSpPr>
            <p:nvPr/>
          </p:nvSpPr>
          <p:spPr bwMode="auto">
            <a:xfrm>
              <a:off x="2423112" y="1828893"/>
              <a:ext cx="614806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36000" anchor="b" anchorCtr="0">
              <a:spAutoFit/>
            </a:bodyPr>
            <a:lstStyle/>
            <a:p>
              <a:pPr marL="0" marR="0" lvl="0" indent="0" algn="l" defTabSz="914400" rtl="0" eaLnBrk="0" fontAlgn="base" latinLnBrk="0" hangingPunct="0">
                <a:lnSpc>
                  <a:spcPct val="100000"/>
                </a:lnSpc>
                <a:spcBef>
                  <a:spcPts val="0"/>
                </a:spcBef>
                <a:spcAft>
                  <a:spcPts val="0"/>
                </a:spcAft>
                <a:buClrTx/>
                <a:buSzTx/>
                <a:buFontTx/>
                <a:buNone/>
                <a:tabLst/>
                <a:defRPr/>
              </a:pPr>
              <a:endParaRPr kumimoji="0" lang="pt-BR" sz="1300" b="0" i="0" u="none" strike="noStrike" kern="0" cap="none" spc="0" normalizeH="0" baseline="0" noProof="0">
                <a:ln>
                  <a:noFill/>
                </a:ln>
                <a:solidFill>
                  <a:srgbClr val="020E66"/>
                </a:solidFill>
                <a:effectLst/>
                <a:uLnTx/>
                <a:uFillTx/>
                <a:latin typeface="Arial"/>
                <a:ea typeface="-윤고딕130" pitchFamily="18" charset="-127"/>
                <a:cs typeface="+mn-cs"/>
              </a:endParaRPr>
            </a:p>
          </p:txBody>
        </p:sp>
        <p:sp>
          <p:nvSpPr>
            <p:cNvPr id="51" name="Rectangle 15">
              <a:extLst>
                <a:ext uri="{FF2B5EF4-FFF2-40B4-BE49-F238E27FC236}">
                  <a16:creationId xmlns:a16="http://schemas.microsoft.com/office/drawing/2014/main" id="{6B8FCB0D-BD1E-812C-2EF3-12162F1F169D}"/>
                </a:ext>
              </a:extLst>
            </p:cNvPr>
            <p:cNvSpPr>
              <a:spLocks noChangeArrowheads="1"/>
            </p:cNvSpPr>
            <p:nvPr/>
          </p:nvSpPr>
          <p:spPr bwMode="auto">
            <a:xfrm>
              <a:off x="2423112" y="1592487"/>
              <a:ext cx="6146513" cy="2364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36000" anchor="b" anchorCtr="0">
              <a:spAutoFit/>
            </a:bodyPr>
            <a:lstStyle>
              <a:lvl1pPr defTabSz="895350">
                <a:buSzPct val="120000"/>
                <a:defRPr sz="1600">
                  <a:solidFill>
                    <a:schemeClr val="tx1"/>
                  </a:solidFill>
                  <a:latin typeface="Arial" panose="020B0604020202020204" pitchFamily="34" charset="0"/>
                  <a:ea typeface="-윤고딕130" pitchFamily="18" charset="-127"/>
                </a:defRPr>
              </a:lvl1pPr>
              <a:lvl2pPr marL="144463" indent="-142875" defTabSz="895350">
                <a:buSzPct val="120000"/>
                <a:buChar char="•"/>
                <a:defRPr sz="1600">
                  <a:solidFill>
                    <a:schemeClr val="tx1"/>
                  </a:solidFill>
                  <a:latin typeface="Arial" panose="020B0604020202020204" pitchFamily="34" charset="0"/>
                  <a:ea typeface="-윤고딕130" pitchFamily="18" charset="-127"/>
                </a:defRPr>
              </a:lvl2pPr>
              <a:lvl3pPr marL="295275" indent="-149225" defTabSz="895350">
                <a:buChar char="–"/>
                <a:defRPr sz="1600">
                  <a:solidFill>
                    <a:schemeClr val="tx1"/>
                  </a:solidFill>
                  <a:latin typeface="Arial" panose="020B0604020202020204" pitchFamily="34" charset="0"/>
                  <a:ea typeface="-윤고딕130" pitchFamily="18" charset="-127"/>
                </a:defRPr>
              </a:lvl3pPr>
              <a:lvl4pPr marL="431800" indent="-134938" defTabSz="895350">
                <a:buSzPct val="89000"/>
                <a:buChar char="•"/>
                <a:defRPr sz="1600">
                  <a:solidFill>
                    <a:schemeClr val="tx1"/>
                  </a:solidFill>
                  <a:latin typeface="Arial" panose="020B0604020202020204" pitchFamily="34" charset="0"/>
                  <a:ea typeface="-윤고딕130" pitchFamily="18" charset="-127"/>
                </a:defRPr>
              </a:lvl4pPr>
              <a:lvl5pPr marL="582613" indent="-149225" defTabSz="895350">
                <a:buSzPct val="75000"/>
                <a:buChar char="–"/>
                <a:defRPr sz="1600">
                  <a:solidFill>
                    <a:schemeClr val="tx1"/>
                  </a:solidFill>
                  <a:latin typeface="Arial" panose="020B0604020202020204" pitchFamily="34" charset="0"/>
                  <a:ea typeface="-윤고딕130" pitchFamily="18" charset="-127"/>
                </a:defRPr>
              </a:lvl5pPr>
              <a:lvl6pPr marL="1039813" indent="-149225" defTabSz="895350" eaLnBrk="0" fontAlgn="base" hangingPunct="0">
                <a:spcBef>
                  <a:spcPct val="0"/>
                </a:spcBef>
                <a:spcAft>
                  <a:spcPct val="0"/>
                </a:spcAft>
                <a:buSzPct val="75000"/>
                <a:buChar char="–"/>
                <a:defRPr sz="1600">
                  <a:solidFill>
                    <a:schemeClr val="tx1"/>
                  </a:solidFill>
                  <a:latin typeface="Arial" panose="020B0604020202020204" pitchFamily="34" charset="0"/>
                  <a:ea typeface="-윤고딕130" pitchFamily="18" charset="-127"/>
                </a:defRPr>
              </a:lvl6pPr>
              <a:lvl7pPr marL="1497013" indent="-149225" defTabSz="895350" eaLnBrk="0" fontAlgn="base" hangingPunct="0">
                <a:spcBef>
                  <a:spcPct val="0"/>
                </a:spcBef>
                <a:spcAft>
                  <a:spcPct val="0"/>
                </a:spcAft>
                <a:buSzPct val="75000"/>
                <a:buChar char="–"/>
                <a:defRPr sz="1600">
                  <a:solidFill>
                    <a:schemeClr val="tx1"/>
                  </a:solidFill>
                  <a:latin typeface="Arial" panose="020B0604020202020204" pitchFamily="34" charset="0"/>
                  <a:ea typeface="-윤고딕130" pitchFamily="18" charset="-127"/>
                </a:defRPr>
              </a:lvl7pPr>
              <a:lvl8pPr marL="1954213" indent="-149225" defTabSz="895350" eaLnBrk="0" fontAlgn="base" hangingPunct="0">
                <a:spcBef>
                  <a:spcPct val="0"/>
                </a:spcBef>
                <a:spcAft>
                  <a:spcPct val="0"/>
                </a:spcAft>
                <a:buSzPct val="75000"/>
                <a:buChar char="–"/>
                <a:defRPr sz="1600">
                  <a:solidFill>
                    <a:schemeClr val="tx1"/>
                  </a:solidFill>
                  <a:latin typeface="Arial" panose="020B0604020202020204" pitchFamily="34" charset="0"/>
                  <a:ea typeface="-윤고딕130" pitchFamily="18" charset="-127"/>
                </a:defRPr>
              </a:lvl8pPr>
              <a:lvl9pPr marL="2411413" indent="-149225" defTabSz="895350" eaLnBrk="0" fontAlgn="base" hangingPunct="0">
                <a:spcBef>
                  <a:spcPct val="0"/>
                </a:spcBef>
                <a:spcAft>
                  <a:spcPct val="0"/>
                </a:spcAft>
                <a:buSzPct val="75000"/>
                <a:buChar char="–"/>
                <a:defRPr sz="1600">
                  <a:solidFill>
                    <a:schemeClr val="tx1"/>
                  </a:solidFill>
                  <a:latin typeface="Arial" panose="020B0604020202020204" pitchFamily="34" charset="0"/>
                  <a:ea typeface="-윤고딕130" pitchFamily="18" charset="-127"/>
                </a:defRPr>
              </a:lvl9pPr>
            </a:lstStyle>
            <a:p>
              <a:pPr marL="0" marR="0" lvl="0" indent="0" algn="l" defTabSz="895350" rtl="0" eaLnBrk="1" fontAlgn="base" latinLnBrk="0" hangingPunct="1">
                <a:lnSpc>
                  <a:spcPct val="100000"/>
                </a:lnSpc>
                <a:spcBef>
                  <a:spcPts val="0"/>
                </a:spcBef>
                <a:spcAft>
                  <a:spcPts val="0"/>
                </a:spcAft>
                <a:buClrTx/>
                <a:buSzPct val="120000"/>
                <a:buFontTx/>
                <a:buNone/>
                <a:tabLst/>
                <a:defRPr/>
              </a:pPr>
              <a:r>
                <a:rPr kumimoji="0" lang="pt-BR" altLang="ko-KR" sz="1300" b="1" i="1" u="none" strike="noStrike" kern="1200" cap="none" spc="0" normalizeH="0" baseline="0" noProof="0">
                  <a:ln>
                    <a:noFill/>
                  </a:ln>
                  <a:solidFill>
                    <a:srgbClr val="020E66"/>
                  </a:solidFill>
                  <a:effectLst/>
                  <a:uLnTx/>
                  <a:uFillTx/>
                  <a:latin typeface="Arial"/>
                  <a:ea typeface="Gulim" panose="020B0600000101010101" pitchFamily="34" charset="-127"/>
                  <a:cs typeface="+mn-cs"/>
                </a:rPr>
                <a:t>Workshop</a:t>
              </a:r>
              <a:r>
                <a:rPr kumimoji="0" lang="pt-BR" altLang="ko-KR" sz="1300" b="1" i="0" u="none" strike="noStrike" kern="1200" cap="none" spc="0" normalizeH="0" baseline="0" noProof="0">
                  <a:ln>
                    <a:noFill/>
                  </a:ln>
                  <a:solidFill>
                    <a:srgbClr val="020E66"/>
                  </a:solidFill>
                  <a:effectLst/>
                  <a:uLnTx/>
                  <a:uFillTx/>
                  <a:latin typeface="Arial"/>
                  <a:ea typeface="Gulim" panose="020B0600000101010101" pitchFamily="34" charset="-127"/>
                  <a:cs typeface="+mn-cs"/>
                </a:rPr>
                <a:t> aberto</a:t>
              </a:r>
            </a:p>
          </p:txBody>
        </p:sp>
      </p:grpSp>
      <p:sp>
        <p:nvSpPr>
          <p:cNvPr id="52" name="Rectangle 9">
            <a:extLst>
              <a:ext uri="{FF2B5EF4-FFF2-40B4-BE49-F238E27FC236}">
                <a16:creationId xmlns:a16="http://schemas.microsoft.com/office/drawing/2014/main" id="{29418060-0ED2-B081-44CE-D52A63705E07}"/>
              </a:ext>
            </a:extLst>
          </p:cNvPr>
          <p:cNvSpPr>
            <a:spLocks noChangeArrowheads="1"/>
          </p:cNvSpPr>
          <p:nvPr>
            <p:custDataLst>
              <p:tags r:id="rId2"/>
            </p:custDataLst>
          </p:nvPr>
        </p:nvSpPr>
        <p:spPr bwMode="blackWhite">
          <a:xfrm>
            <a:off x="1" y="1823297"/>
            <a:ext cx="1332000" cy="1296000"/>
          </a:xfrm>
          <a:prstGeom prst="rect">
            <a:avLst/>
          </a:prstGeom>
          <a:solidFill>
            <a:schemeClr val="tx2"/>
          </a:solidFill>
          <a:ln w="9525">
            <a:noFill/>
            <a:miter lim="800000"/>
            <a:headEnd/>
            <a:tailEnd/>
          </a:ln>
          <a:effectLst/>
        </p:spPr>
        <p:txBody>
          <a:bodyPr wrap="square" lIns="108000" tIns="72000" rIns="108000" bIns="72000" anchor="ctr">
            <a:noAutofit/>
          </a:bodyPr>
          <a:lstStyle>
            <a:lvl1pPr>
              <a:defRPr sz="1600">
                <a:solidFill>
                  <a:schemeClr val="tx1"/>
                </a:solidFill>
                <a:latin typeface="Arial" panose="020B0604020202020204" pitchFamily="34" charset="0"/>
                <a:ea typeface="-윤고딕130" pitchFamily="18" charset="-127"/>
              </a:defRPr>
            </a:lvl1pPr>
            <a:lvl2pPr marL="742950" indent="-285750">
              <a:defRPr sz="1600">
                <a:solidFill>
                  <a:schemeClr val="tx1"/>
                </a:solidFill>
                <a:latin typeface="Arial" panose="020B0604020202020204" pitchFamily="34" charset="0"/>
                <a:ea typeface="-윤고딕130" pitchFamily="18" charset="-127"/>
              </a:defRPr>
            </a:lvl2pPr>
            <a:lvl3pPr marL="1143000" indent="-228600">
              <a:defRPr sz="1600">
                <a:solidFill>
                  <a:schemeClr val="tx1"/>
                </a:solidFill>
                <a:latin typeface="Arial" panose="020B0604020202020204" pitchFamily="34" charset="0"/>
                <a:ea typeface="-윤고딕130" pitchFamily="18" charset="-127"/>
              </a:defRPr>
            </a:lvl3pPr>
            <a:lvl4pPr marL="1600200" indent="-228600">
              <a:defRPr sz="1600">
                <a:solidFill>
                  <a:schemeClr val="tx1"/>
                </a:solidFill>
                <a:latin typeface="Arial" panose="020B0604020202020204" pitchFamily="34" charset="0"/>
                <a:ea typeface="-윤고딕130" pitchFamily="18" charset="-127"/>
              </a:defRPr>
            </a:lvl4pPr>
            <a:lvl5pPr marL="2057400" indent="-228600">
              <a:defRPr sz="1600">
                <a:solidFill>
                  <a:schemeClr val="tx1"/>
                </a:solidFill>
                <a:latin typeface="Arial" panose="020B0604020202020204" pitchFamily="34" charset="0"/>
                <a:ea typeface="-윤고딕130" pitchFamily="18" charset="-127"/>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윤고딕130" pitchFamily="18" charset="-127"/>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윤고딕130" pitchFamily="18" charset="-127"/>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윤고딕130" pitchFamily="18" charset="-127"/>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윤고딕130" pitchFamily="18" charset="-127"/>
              </a:defRPr>
            </a:lvl9pPr>
          </a:lstStyle>
          <a:p>
            <a:pPr marL="0" marR="0" lvl="0" indent="0" algn="l" defTabSz="895350" rtl="0" eaLnBrk="1" fontAlgn="auto" latinLnBrk="0" hangingPunct="1">
              <a:lnSpc>
                <a:spcPct val="100000"/>
              </a:lnSpc>
              <a:spcBef>
                <a:spcPts val="0"/>
              </a:spcBef>
              <a:spcAft>
                <a:spcPts val="0"/>
              </a:spcAft>
              <a:buClrTx/>
              <a:buSzPct val="120000"/>
              <a:buFontTx/>
              <a:buNone/>
              <a:tabLst/>
              <a:defRPr/>
            </a:pPr>
            <a:r>
              <a:rPr kumimoji="0" lang="pt-BR" altLang="ko-KR" sz="1300" b="1" i="0" u="none" strike="noStrike" kern="0" cap="none" spc="0" normalizeH="0" baseline="0" noProof="0">
                <a:ln>
                  <a:noFill/>
                </a:ln>
                <a:solidFill>
                  <a:prstClr val="white"/>
                </a:solidFill>
                <a:effectLst/>
                <a:uLnTx/>
                <a:uFillTx/>
                <a:latin typeface="Arial"/>
                <a:ea typeface="-윤명조130" pitchFamily="18" charset="-127"/>
                <a:cs typeface="+mn-cs"/>
              </a:rPr>
              <a:t>Objetivos </a:t>
            </a:r>
          </a:p>
        </p:txBody>
      </p:sp>
      <p:sp>
        <p:nvSpPr>
          <p:cNvPr id="53" name="Rectangle 17">
            <a:extLst>
              <a:ext uri="{FF2B5EF4-FFF2-40B4-BE49-F238E27FC236}">
                <a16:creationId xmlns:a16="http://schemas.microsoft.com/office/drawing/2014/main" id="{D2D78EA5-6389-BF00-64FA-978C73526F7E}"/>
              </a:ext>
            </a:extLst>
          </p:cNvPr>
          <p:cNvSpPr>
            <a:spLocks noChangeArrowheads="1"/>
          </p:cNvSpPr>
          <p:nvPr/>
        </p:nvSpPr>
        <p:spPr bwMode="auto">
          <a:xfrm>
            <a:off x="1423686" y="1932688"/>
            <a:ext cx="4332877" cy="1077218"/>
          </a:xfrm>
          <a:prstGeom prst="rect">
            <a:avLst/>
          </a:prstGeom>
          <a:noFill/>
        </p:spPr>
        <p:txBody>
          <a:bodyPr vert="horz" wrap="square" lIns="0" tIns="0" rIns="0" bIns="0" rtlCol="0" anchor="ctr">
            <a:spAutoFit/>
          </a:bodyPr>
          <a:lstStyle>
            <a:lvl1pPr marL="342900" indent="-342900" defTabSz="895350">
              <a:buSzPct val="120000"/>
              <a:defRPr sz="1600">
                <a:solidFill>
                  <a:schemeClr val="tx1"/>
                </a:solidFill>
                <a:latin typeface="Arial" panose="020B0604020202020204" pitchFamily="34" charset="0"/>
                <a:ea typeface="-윤고딕130" pitchFamily="18" charset="-127"/>
              </a:defRPr>
            </a:lvl1pPr>
            <a:lvl2pPr marL="144463" indent="-142875" defTabSz="895350">
              <a:buSzPct val="120000"/>
              <a:buChar char="•"/>
              <a:defRPr sz="1600">
                <a:solidFill>
                  <a:schemeClr val="tx1"/>
                </a:solidFill>
                <a:latin typeface="Arial" panose="020B0604020202020204" pitchFamily="34" charset="0"/>
                <a:ea typeface="-윤고딕130" pitchFamily="18" charset="-127"/>
              </a:defRPr>
            </a:lvl2pPr>
            <a:lvl3pPr marL="295275" indent="-149225" defTabSz="895350">
              <a:buChar char="–"/>
              <a:defRPr sz="1600">
                <a:solidFill>
                  <a:schemeClr val="tx1"/>
                </a:solidFill>
                <a:latin typeface="Arial" panose="020B0604020202020204" pitchFamily="34" charset="0"/>
                <a:ea typeface="-윤고딕130" pitchFamily="18" charset="-127"/>
              </a:defRPr>
            </a:lvl3pPr>
            <a:lvl4pPr marL="431800" indent="-134938" defTabSz="895350">
              <a:buSzPct val="89000"/>
              <a:buChar char="•"/>
              <a:defRPr sz="1600">
                <a:solidFill>
                  <a:schemeClr val="tx1"/>
                </a:solidFill>
                <a:latin typeface="Arial" panose="020B0604020202020204" pitchFamily="34" charset="0"/>
                <a:ea typeface="-윤고딕130" pitchFamily="18" charset="-127"/>
              </a:defRPr>
            </a:lvl4pPr>
            <a:lvl5pPr marL="582613" indent="-149225" defTabSz="895350">
              <a:buSzPct val="75000"/>
              <a:buChar char="–"/>
              <a:defRPr sz="1600">
                <a:solidFill>
                  <a:schemeClr val="tx1"/>
                </a:solidFill>
                <a:latin typeface="Arial" panose="020B0604020202020204" pitchFamily="34" charset="0"/>
                <a:ea typeface="-윤고딕130" pitchFamily="18" charset="-127"/>
              </a:defRPr>
            </a:lvl5pPr>
            <a:lvl6pPr marL="1039813" indent="-149225" defTabSz="895350" eaLnBrk="0" fontAlgn="base" hangingPunct="0">
              <a:spcBef>
                <a:spcPct val="0"/>
              </a:spcBef>
              <a:spcAft>
                <a:spcPct val="0"/>
              </a:spcAft>
              <a:buSzPct val="75000"/>
              <a:buChar char="–"/>
              <a:defRPr sz="1600">
                <a:solidFill>
                  <a:schemeClr val="tx1"/>
                </a:solidFill>
                <a:latin typeface="Arial" panose="020B0604020202020204" pitchFamily="34" charset="0"/>
                <a:ea typeface="-윤고딕130" pitchFamily="18" charset="-127"/>
              </a:defRPr>
            </a:lvl6pPr>
            <a:lvl7pPr marL="1497013" indent="-149225" defTabSz="895350" eaLnBrk="0" fontAlgn="base" hangingPunct="0">
              <a:spcBef>
                <a:spcPct val="0"/>
              </a:spcBef>
              <a:spcAft>
                <a:spcPct val="0"/>
              </a:spcAft>
              <a:buSzPct val="75000"/>
              <a:buChar char="–"/>
              <a:defRPr sz="1600">
                <a:solidFill>
                  <a:schemeClr val="tx1"/>
                </a:solidFill>
                <a:latin typeface="Arial" panose="020B0604020202020204" pitchFamily="34" charset="0"/>
                <a:ea typeface="-윤고딕130" pitchFamily="18" charset="-127"/>
              </a:defRPr>
            </a:lvl7pPr>
            <a:lvl8pPr marL="1954213" indent="-149225" defTabSz="895350" eaLnBrk="0" fontAlgn="base" hangingPunct="0">
              <a:spcBef>
                <a:spcPct val="0"/>
              </a:spcBef>
              <a:spcAft>
                <a:spcPct val="0"/>
              </a:spcAft>
              <a:buSzPct val="75000"/>
              <a:buChar char="–"/>
              <a:defRPr sz="1600">
                <a:solidFill>
                  <a:schemeClr val="tx1"/>
                </a:solidFill>
                <a:latin typeface="Arial" panose="020B0604020202020204" pitchFamily="34" charset="0"/>
                <a:ea typeface="-윤고딕130" pitchFamily="18" charset="-127"/>
              </a:defRPr>
            </a:lvl8pPr>
            <a:lvl9pPr marL="2411413" indent="-149225" defTabSz="895350" eaLnBrk="0" fontAlgn="base" hangingPunct="0">
              <a:spcBef>
                <a:spcPct val="0"/>
              </a:spcBef>
              <a:spcAft>
                <a:spcPct val="0"/>
              </a:spcAft>
              <a:buSzPct val="75000"/>
              <a:buChar char="–"/>
              <a:defRPr sz="1600">
                <a:solidFill>
                  <a:schemeClr val="tx1"/>
                </a:solidFill>
                <a:latin typeface="Arial" panose="020B0604020202020204" pitchFamily="34" charset="0"/>
                <a:ea typeface="-윤고딕130" pitchFamily="18" charset="-127"/>
              </a:defRPr>
            </a:lvl9pPr>
          </a:lstStyle>
          <a:p>
            <a:pPr marL="197607" marR="0" lvl="1" indent="-195987" algn="l" defTabSz="913526" rtl="0" eaLnBrk="1" fontAlgn="auto" latinLnBrk="0" hangingPunct="1">
              <a:lnSpc>
                <a:spcPct val="100000"/>
              </a:lnSpc>
              <a:spcBef>
                <a:spcPts val="600"/>
              </a:spcBef>
              <a:spcAft>
                <a:spcPts val="0"/>
              </a:spcAft>
              <a:buClrTx/>
              <a:buSzPct val="125000"/>
              <a:buFont typeface="Arial" charset="0"/>
              <a:buChar char="▪"/>
              <a:tabLst/>
              <a:defRPr/>
            </a:pPr>
            <a:r>
              <a:rPr kumimoji="0" lang="pt-BR" altLang="ko-KR" sz="1300" b="0" i="0" u="none" strike="noStrike" kern="1200" cap="none" spc="0" normalizeH="0" baseline="0" noProof="0">
                <a:ln>
                  <a:noFill/>
                </a:ln>
                <a:solidFill>
                  <a:srgbClr val="071C25"/>
                </a:solidFill>
                <a:effectLst/>
                <a:uLnTx/>
                <a:uFillTx/>
                <a:latin typeface="Arial"/>
                <a:ea typeface="-윤고딕130" pitchFamily="18" charset="-127"/>
                <a:cs typeface="+mn-cs"/>
              </a:rPr>
              <a:t>Nivelar conhecimento sobre o diagnóstico realizado</a:t>
            </a:r>
            <a:br>
              <a:rPr kumimoji="0" lang="pt-BR" altLang="ko-KR" sz="1300" b="0" i="0" u="none" strike="noStrike" kern="1200" cap="none" spc="0" normalizeH="0" baseline="0" noProof="0">
                <a:ln>
                  <a:noFill/>
                </a:ln>
                <a:solidFill>
                  <a:srgbClr val="071C25"/>
                </a:solidFill>
                <a:effectLst/>
                <a:uLnTx/>
                <a:uFillTx/>
                <a:latin typeface="Arial"/>
                <a:ea typeface="-윤고딕130" pitchFamily="18" charset="-127"/>
                <a:cs typeface="+mn-cs"/>
              </a:rPr>
            </a:br>
            <a:r>
              <a:rPr kumimoji="0" lang="pt-BR" altLang="ko-KR" sz="1300" b="0" i="0" u="none" strike="noStrike" kern="1200" cap="none" spc="0" normalizeH="0" baseline="0" noProof="0">
                <a:ln>
                  <a:noFill/>
                </a:ln>
                <a:solidFill>
                  <a:srgbClr val="071C25"/>
                </a:solidFill>
                <a:effectLst/>
                <a:uLnTx/>
                <a:uFillTx/>
                <a:latin typeface="Arial"/>
                <a:ea typeface="-윤고딕130" pitchFamily="18" charset="-127"/>
                <a:cs typeface="+mn-cs"/>
              </a:rPr>
              <a:t>(ex. segmentação atual, performance das equipes comerciais, percepções de clientes, visitas a campo etc.)</a:t>
            </a:r>
          </a:p>
          <a:p>
            <a:pPr marL="197607" marR="0" lvl="1" indent="-195987" algn="l" defTabSz="913526" rtl="0" eaLnBrk="1" fontAlgn="auto" latinLnBrk="0" hangingPunct="1">
              <a:lnSpc>
                <a:spcPct val="100000"/>
              </a:lnSpc>
              <a:spcBef>
                <a:spcPts val="600"/>
              </a:spcBef>
              <a:spcAft>
                <a:spcPts val="0"/>
              </a:spcAft>
              <a:buClrTx/>
              <a:buSzPct val="125000"/>
              <a:buFont typeface="Arial" charset="0"/>
              <a:buChar char="▪"/>
              <a:tabLst/>
              <a:defRPr/>
            </a:pPr>
            <a:r>
              <a:rPr kumimoji="0" lang="pt-BR" altLang="ko-KR" sz="1300" b="0" i="0" u="none" strike="noStrike" kern="1200" cap="none" spc="0" normalizeH="0" baseline="0" noProof="0">
                <a:ln>
                  <a:noFill/>
                </a:ln>
                <a:solidFill>
                  <a:srgbClr val="071C25"/>
                </a:solidFill>
                <a:effectLst/>
                <a:uLnTx/>
                <a:uFillTx/>
                <a:latin typeface="Arial"/>
                <a:ea typeface="-윤고딕130" pitchFamily="18" charset="-127"/>
                <a:cs typeface="+mn-cs"/>
              </a:rPr>
              <a:t>Discutir hipóteses de melhoria no acesso à mercado e precificação</a:t>
            </a:r>
          </a:p>
        </p:txBody>
      </p:sp>
      <p:sp>
        <p:nvSpPr>
          <p:cNvPr id="55" name="Rectangle 9">
            <a:extLst>
              <a:ext uri="{FF2B5EF4-FFF2-40B4-BE49-F238E27FC236}">
                <a16:creationId xmlns:a16="http://schemas.microsoft.com/office/drawing/2014/main" id="{EE812C3C-FE5D-3F87-D6CB-DF1E1D4FA363}"/>
              </a:ext>
            </a:extLst>
          </p:cNvPr>
          <p:cNvSpPr>
            <a:spLocks noChangeArrowheads="1"/>
          </p:cNvSpPr>
          <p:nvPr>
            <p:custDataLst>
              <p:tags r:id="rId3"/>
            </p:custDataLst>
          </p:nvPr>
        </p:nvSpPr>
        <p:spPr bwMode="blackWhite">
          <a:xfrm>
            <a:off x="1" y="3265659"/>
            <a:ext cx="1332000" cy="900000"/>
          </a:xfrm>
          <a:prstGeom prst="rect">
            <a:avLst/>
          </a:prstGeom>
          <a:solidFill>
            <a:schemeClr val="tx2"/>
          </a:solidFill>
          <a:ln w="9525">
            <a:noFill/>
            <a:miter lim="800000"/>
            <a:headEnd/>
            <a:tailEnd/>
          </a:ln>
          <a:effectLst/>
        </p:spPr>
        <p:txBody>
          <a:bodyPr wrap="square" lIns="108000" tIns="72000" rIns="108000" bIns="72000" anchor="ctr">
            <a:noAutofit/>
          </a:bodyPr>
          <a:lstStyle>
            <a:lvl1pPr>
              <a:defRPr sz="1600">
                <a:solidFill>
                  <a:schemeClr val="tx1"/>
                </a:solidFill>
                <a:latin typeface="Arial" panose="020B0604020202020204" pitchFamily="34" charset="0"/>
                <a:ea typeface="-윤고딕130" pitchFamily="18" charset="-127"/>
              </a:defRPr>
            </a:lvl1pPr>
            <a:lvl2pPr marL="742950" indent="-285750">
              <a:defRPr sz="1600">
                <a:solidFill>
                  <a:schemeClr val="tx1"/>
                </a:solidFill>
                <a:latin typeface="Arial" panose="020B0604020202020204" pitchFamily="34" charset="0"/>
                <a:ea typeface="-윤고딕130" pitchFamily="18" charset="-127"/>
              </a:defRPr>
            </a:lvl2pPr>
            <a:lvl3pPr marL="1143000" indent="-228600">
              <a:defRPr sz="1600">
                <a:solidFill>
                  <a:schemeClr val="tx1"/>
                </a:solidFill>
                <a:latin typeface="Arial" panose="020B0604020202020204" pitchFamily="34" charset="0"/>
                <a:ea typeface="-윤고딕130" pitchFamily="18" charset="-127"/>
              </a:defRPr>
            </a:lvl3pPr>
            <a:lvl4pPr marL="1600200" indent="-228600">
              <a:defRPr sz="1600">
                <a:solidFill>
                  <a:schemeClr val="tx1"/>
                </a:solidFill>
                <a:latin typeface="Arial" panose="020B0604020202020204" pitchFamily="34" charset="0"/>
                <a:ea typeface="-윤고딕130" pitchFamily="18" charset="-127"/>
              </a:defRPr>
            </a:lvl4pPr>
            <a:lvl5pPr marL="2057400" indent="-228600">
              <a:defRPr sz="1600">
                <a:solidFill>
                  <a:schemeClr val="tx1"/>
                </a:solidFill>
                <a:latin typeface="Arial" panose="020B0604020202020204" pitchFamily="34" charset="0"/>
                <a:ea typeface="-윤고딕130" pitchFamily="18" charset="-127"/>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윤고딕130" pitchFamily="18" charset="-127"/>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윤고딕130" pitchFamily="18" charset="-127"/>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윤고딕130" pitchFamily="18" charset="-127"/>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윤고딕130" pitchFamily="18" charset="-127"/>
              </a:defRPr>
            </a:lvl9pPr>
          </a:lstStyle>
          <a:p>
            <a:pPr marL="0" marR="0" lvl="0" indent="0" algn="l" defTabSz="895350" rtl="0" eaLnBrk="1" fontAlgn="auto" latinLnBrk="0" hangingPunct="1">
              <a:lnSpc>
                <a:spcPct val="100000"/>
              </a:lnSpc>
              <a:spcBef>
                <a:spcPts val="0"/>
              </a:spcBef>
              <a:spcAft>
                <a:spcPts val="0"/>
              </a:spcAft>
              <a:buClrTx/>
              <a:buSzPct val="120000"/>
              <a:buFontTx/>
              <a:buNone/>
              <a:tabLst/>
              <a:defRPr/>
            </a:pPr>
            <a:r>
              <a:rPr kumimoji="0" lang="pt-BR" altLang="ko-KR" sz="1300" b="1" i="0" u="none" strike="noStrike" kern="0" cap="none" spc="0" normalizeH="0" baseline="0" noProof="0">
                <a:ln>
                  <a:noFill/>
                </a:ln>
                <a:solidFill>
                  <a:prstClr val="white"/>
                </a:solidFill>
                <a:effectLst/>
                <a:uLnTx/>
                <a:uFillTx/>
                <a:latin typeface="Arial"/>
                <a:ea typeface="-윤명조130" pitchFamily="18" charset="-127"/>
                <a:cs typeface="+mn-cs"/>
              </a:rPr>
              <a:t>Participantes</a:t>
            </a:r>
          </a:p>
        </p:txBody>
      </p:sp>
      <p:sp>
        <p:nvSpPr>
          <p:cNvPr id="56" name="Rectangle 17">
            <a:extLst>
              <a:ext uri="{FF2B5EF4-FFF2-40B4-BE49-F238E27FC236}">
                <a16:creationId xmlns:a16="http://schemas.microsoft.com/office/drawing/2014/main" id="{B15F3F9C-7E6E-416A-8735-5186DFD6AA84}"/>
              </a:ext>
            </a:extLst>
          </p:cNvPr>
          <p:cNvSpPr>
            <a:spLocks noChangeArrowheads="1"/>
          </p:cNvSpPr>
          <p:nvPr/>
        </p:nvSpPr>
        <p:spPr bwMode="auto">
          <a:xfrm>
            <a:off x="1423686" y="3338633"/>
            <a:ext cx="4332877" cy="754053"/>
          </a:xfrm>
          <a:prstGeom prst="rect">
            <a:avLst/>
          </a:prstGeom>
          <a:noFill/>
        </p:spPr>
        <p:txBody>
          <a:bodyPr vert="horz" wrap="square" lIns="0" tIns="0" rIns="0" bIns="0" rtlCol="0" anchor="ctr">
            <a:spAutoFit/>
          </a:bodyPr>
          <a:lstStyle>
            <a:lvl1pPr marL="342900" indent="-342900" defTabSz="895350">
              <a:buSzPct val="120000"/>
              <a:defRPr sz="1600">
                <a:solidFill>
                  <a:schemeClr val="tx1"/>
                </a:solidFill>
                <a:latin typeface="Arial" panose="020B0604020202020204" pitchFamily="34" charset="0"/>
                <a:ea typeface="-윤고딕130" pitchFamily="18" charset="-127"/>
              </a:defRPr>
            </a:lvl1pPr>
            <a:lvl2pPr marL="144463" indent="-142875" defTabSz="895350">
              <a:buSzPct val="120000"/>
              <a:buChar char="•"/>
              <a:defRPr sz="1600">
                <a:solidFill>
                  <a:schemeClr val="tx1"/>
                </a:solidFill>
                <a:latin typeface="Arial" panose="020B0604020202020204" pitchFamily="34" charset="0"/>
                <a:ea typeface="-윤고딕130" pitchFamily="18" charset="-127"/>
              </a:defRPr>
            </a:lvl2pPr>
            <a:lvl3pPr marL="295275" indent="-149225" defTabSz="895350">
              <a:buChar char="–"/>
              <a:defRPr sz="1600">
                <a:solidFill>
                  <a:schemeClr val="tx1"/>
                </a:solidFill>
                <a:latin typeface="Arial" panose="020B0604020202020204" pitchFamily="34" charset="0"/>
                <a:ea typeface="-윤고딕130" pitchFamily="18" charset="-127"/>
              </a:defRPr>
            </a:lvl3pPr>
            <a:lvl4pPr marL="431800" indent="-134938" defTabSz="895350">
              <a:buSzPct val="89000"/>
              <a:buChar char="•"/>
              <a:defRPr sz="1600">
                <a:solidFill>
                  <a:schemeClr val="tx1"/>
                </a:solidFill>
                <a:latin typeface="Arial" panose="020B0604020202020204" pitchFamily="34" charset="0"/>
                <a:ea typeface="-윤고딕130" pitchFamily="18" charset="-127"/>
              </a:defRPr>
            </a:lvl4pPr>
            <a:lvl5pPr marL="582613" indent="-149225" defTabSz="895350">
              <a:buSzPct val="75000"/>
              <a:buChar char="–"/>
              <a:defRPr sz="1600">
                <a:solidFill>
                  <a:schemeClr val="tx1"/>
                </a:solidFill>
                <a:latin typeface="Arial" panose="020B0604020202020204" pitchFamily="34" charset="0"/>
                <a:ea typeface="-윤고딕130" pitchFamily="18" charset="-127"/>
              </a:defRPr>
            </a:lvl5pPr>
            <a:lvl6pPr marL="1039813" indent="-149225" defTabSz="895350" eaLnBrk="0" fontAlgn="base" hangingPunct="0">
              <a:spcBef>
                <a:spcPct val="0"/>
              </a:spcBef>
              <a:spcAft>
                <a:spcPct val="0"/>
              </a:spcAft>
              <a:buSzPct val="75000"/>
              <a:buChar char="–"/>
              <a:defRPr sz="1600">
                <a:solidFill>
                  <a:schemeClr val="tx1"/>
                </a:solidFill>
                <a:latin typeface="Arial" panose="020B0604020202020204" pitchFamily="34" charset="0"/>
                <a:ea typeface="-윤고딕130" pitchFamily="18" charset="-127"/>
              </a:defRPr>
            </a:lvl6pPr>
            <a:lvl7pPr marL="1497013" indent="-149225" defTabSz="895350" eaLnBrk="0" fontAlgn="base" hangingPunct="0">
              <a:spcBef>
                <a:spcPct val="0"/>
              </a:spcBef>
              <a:spcAft>
                <a:spcPct val="0"/>
              </a:spcAft>
              <a:buSzPct val="75000"/>
              <a:buChar char="–"/>
              <a:defRPr sz="1600">
                <a:solidFill>
                  <a:schemeClr val="tx1"/>
                </a:solidFill>
                <a:latin typeface="Arial" panose="020B0604020202020204" pitchFamily="34" charset="0"/>
                <a:ea typeface="-윤고딕130" pitchFamily="18" charset="-127"/>
              </a:defRPr>
            </a:lvl7pPr>
            <a:lvl8pPr marL="1954213" indent="-149225" defTabSz="895350" eaLnBrk="0" fontAlgn="base" hangingPunct="0">
              <a:spcBef>
                <a:spcPct val="0"/>
              </a:spcBef>
              <a:spcAft>
                <a:spcPct val="0"/>
              </a:spcAft>
              <a:buSzPct val="75000"/>
              <a:buChar char="–"/>
              <a:defRPr sz="1600">
                <a:solidFill>
                  <a:schemeClr val="tx1"/>
                </a:solidFill>
                <a:latin typeface="Arial" panose="020B0604020202020204" pitchFamily="34" charset="0"/>
                <a:ea typeface="-윤고딕130" pitchFamily="18" charset="-127"/>
              </a:defRPr>
            </a:lvl8pPr>
            <a:lvl9pPr marL="2411413" indent="-149225" defTabSz="895350" eaLnBrk="0" fontAlgn="base" hangingPunct="0">
              <a:spcBef>
                <a:spcPct val="0"/>
              </a:spcBef>
              <a:spcAft>
                <a:spcPct val="0"/>
              </a:spcAft>
              <a:buSzPct val="75000"/>
              <a:buChar char="–"/>
              <a:defRPr sz="1600">
                <a:solidFill>
                  <a:schemeClr val="tx1"/>
                </a:solidFill>
                <a:latin typeface="Arial" panose="020B0604020202020204" pitchFamily="34" charset="0"/>
                <a:ea typeface="-윤고딕130" pitchFamily="18" charset="-127"/>
              </a:defRPr>
            </a:lvl9pPr>
          </a:lstStyle>
          <a:p>
            <a:pPr marL="197607" marR="0" lvl="1" indent="-195987" algn="l" defTabSz="913526" rtl="0" eaLnBrk="1" fontAlgn="auto" latinLnBrk="0" hangingPunct="1">
              <a:lnSpc>
                <a:spcPct val="100000"/>
              </a:lnSpc>
              <a:spcBef>
                <a:spcPts val="600"/>
              </a:spcBef>
              <a:spcAft>
                <a:spcPts val="0"/>
              </a:spcAft>
              <a:buClrTx/>
              <a:buSzPct val="125000"/>
              <a:buFont typeface="Arial" charset="0"/>
              <a:buChar char="▪"/>
              <a:tabLst/>
              <a:defRPr/>
            </a:pPr>
            <a:r>
              <a:rPr kumimoji="0" lang="pt-BR" altLang="ko-KR" sz="1300" b="0" i="0" u="none" strike="noStrike" kern="1200" cap="none" spc="0" normalizeH="0" baseline="0" noProof="0">
                <a:ln>
                  <a:noFill/>
                </a:ln>
                <a:solidFill>
                  <a:srgbClr val="071C25"/>
                </a:solidFill>
                <a:effectLst/>
                <a:uLnTx/>
                <a:uFillTx/>
                <a:latin typeface="Arial"/>
                <a:ea typeface="-윤고딕130" pitchFamily="18" charset="-127"/>
                <a:cs typeface="+mn-cs"/>
              </a:rPr>
              <a:t>Lideranças da Morro Verde</a:t>
            </a:r>
          </a:p>
          <a:p>
            <a:pPr marL="197607" marR="0" lvl="1" indent="-195987" algn="l" defTabSz="913526" rtl="0" eaLnBrk="1" fontAlgn="auto" latinLnBrk="0" hangingPunct="1">
              <a:lnSpc>
                <a:spcPct val="100000"/>
              </a:lnSpc>
              <a:spcBef>
                <a:spcPts val="600"/>
              </a:spcBef>
              <a:spcAft>
                <a:spcPts val="0"/>
              </a:spcAft>
              <a:buClrTx/>
              <a:buSzPct val="125000"/>
              <a:buFont typeface="Arial" charset="0"/>
              <a:buChar char="▪"/>
              <a:tabLst/>
              <a:defRPr/>
            </a:pPr>
            <a:r>
              <a:rPr kumimoji="0" lang="pt-BR" altLang="ko-KR" sz="1300" b="0" i="0" u="none" strike="noStrike" kern="1200" cap="none" spc="0" normalizeH="0" baseline="0" noProof="0">
                <a:ln>
                  <a:noFill/>
                </a:ln>
                <a:solidFill>
                  <a:srgbClr val="071C25"/>
                </a:solidFill>
                <a:effectLst/>
                <a:uLnTx/>
                <a:uFillTx/>
                <a:latin typeface="Arial"/>
                <a:ea typeface="-윤고딕130" pitchFamily="18" charset="-127"/>
                <a:cs typeface="+mn-cs"/>
              </a:rPr>
              <a:t>Gestores comerciais da Morro Verde</a:t>
            </a:r>
          </a:p>
          <a:p>
            <a:pPr marL="197607" marR="0" lvl="1" indent="-195987" algn="l" defTabSz="913526" rtl="0" eaLnBrk="1" fontAlgn="auto" latinLnBrk="0" hangingPunct="1">
              <a:lnSpc>
                <a:spcPct val="100000"/>
              </a:lnSpc>
              <a:spcBef>
                <a:spcPts val="600"/>
              </a:spcBef>
              <a:spcAft>
                <a:spcPts val="0"/>
              </a:spcAft>
              <a:buClrTx/>
              <a:buSzPct val="125000"/>
              <a:buFont typeface="Arial" charset="0"/>
              <a:buChar char="▪"/>
              <a:tabLst/>
              <a:defRPr/>
            </a:pPr>
            <a:r>
              <a:rPr kumimoji="0" lang="pt-BR" altLang="ko-KR" sz="1300" b="0" i="0" u="none" strike="noStrike" kern="1200" cap="none" spc="0" normalizeH="0" baseline="0" noProof="0">
                <a:ln>
                  <a:noFill/>
                </a:ln>
                <a:solidFill>
                  <a:srgbClr val="071C25"/>
                </a:solidFill>
                <a:effectLst/>
                <a:uLnTx/>
                <a:uFillTx/>
                <a:latin typeface="Arial"/>
                <a:ea typeface="-윤고딕130" pitchFamily="18" charset="-127"/>
                <a:cs typeface="+mn-cs"/>
              </a:rPr>
              <a:t>Especialistas de outras empresas e academia</a:t>
            </a:r>
          </a:p>
        </p:txBody>
      </p:sp>
      <p:sp>
        <p:nvSpPr>
          <p:cNvPr id="57" name="Rectangle 9">
            <a:extLst>
              <a:ext uri="{FF2B5EF4-FFF2-40B4-BE49-F238E27FC236}">
                <a16:creationId xmlns:a16="http://schemas.microsoft.com/office/drawing/2014/main" id="{83D1CE7A-A6FC-9CF3-9651-FD0ADB843310}"/>
              </a:ext>
            </a:extLst>
          </p:cNvPr>
          <p:cNvSpPr>
            <a:spLocks noChangeArrowheads="1"/>
          </p:cNvSpPr>
          <p:nvPr>
            <p:custDataLst>
              <p:tags r:id="rId4"/>
            </p:custDataLst>
          </p:nvPr>
        </p:nvSpPr>
        <p:spPr bwMode="blackWhite">
          <a:xfrm>
            <a:off x="1" y="4312019"/>
            <a:ext cx="1332000" cy="1872000"/>
          </a:xfrm>
          <a:prstGeom prst="rect">
            <a:avLst/>
          </a:prstGeom>
          <a:solidFill>
            <a:schemeClr val="tx2"/>
          </a:solidFill>
          <a:ln w="9525">
            <a:noFill/>
            <a:miter lim="800000"/>
            <a:headEnd/>
            <a:tailEnd/>
          </a:ln>
          <a:effectLst/>
        </p:spPr>
        <p:txBody>
          <a:bodyPr wrap="square" lIns="108000" tIns="72000" rIns="108000" bIns="72000" anchor="ctr">
            <a:noAutofit/>
          </a:bodyPr>
          <a:lstStyle>
            <a:lvl1pPr>
              <a:defRPr sz="1600">
                <a:solidFill>
                  <a:schemeClr val="tx1"/>
                </a:solidFill>
                <a:latin typeface="Arial" panose="020B0604020202020204" pitchFamily="34" charset="0"/>
                <a:ea typeface="-윤고딕130" pitchFamily="18" charset="-127"/>
              </a:defRPr>
            </a:lvl1pPr>
            <a:lvl2pPr marL="742950" indent="-285750">
              <a:defRPr sz="1600">
                <a:solidFill>
                  <a:schemeClr val="tx1"/>
                </a:solidFill>
                <a:latin typeface="Arial" panose="020B0604020202020204" pitchFamily="34" charset="0"/>
                <a:ea typeface="-윤고딕130" pitchFamily="18" charset="-127"/>
              </a:defRPr>
            </a:lvl2pPr>
            <a:lvl3pPr marL="1143000" indent="-228600">
              <a:defRPr sz="1600">
                <a:solidFill>
                  <a:schemeClr val="tx1"/>
                </a:solidFill>
                <a:latin typeface="Arial" panose="020B0604020202020204" pitchFamily="34" charset="0"/>
                <a:ea typeface="-윤고딕130" pitchFamily="18" charset="-127"/>
              </a:defRPr>
            </a:lvl3pPr>
            <a:lvl4pPr marL="1600200" indent="-228600">
              <a:defRPr sz="1600">
                <a:solidFill>
                  <a:schemeClr val="tx1"/>
                </a:solidFill>
                <a:latin typeface="Arial" panose="020B0604020202020204" pitchFamily="34" charset="0"/>
                <a:ea typeface="-윤고딕130" pitchFamily="18" charset="-127"/>
              </a:defRPr>
            </a:lvl4pPr>
            <a:lvl5pPr marL="2057400" indent="-228600">
              <a:defRPr sz="1600">
                <a:solidFill>
                  <a:schemeClr val="tx1"/>
                </a:solidFill>
                <a:latin typeface="Arial" panose="020B0604020202020204" pitchFamily="34" charset="0"/>
                <a:ea typeface="-윤고딕130" pitchFamily="18" charset="-127"/>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윤고딕130" pitchFamily="18" charset="-127"/>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윤고딕130" pitchFamily="18" charset="-127"/>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윤고딕130" pitchFamily="18" charset="-127"/>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윤고딕130" pitchFamily="18" charset="-127"/>
              </a:defRPr>
            </a:lvl9pPr>
          </a:lstStyle>
          <a:p>
            <a:pPr marL="0" marR="0" lvl="0" indent="0" algn="l" defTabSz="895350" rtl="0" eaLnBrk="1" fontAlgn="auto" latinLnBrk="0" hangingPunct="1">
              <a:lnSpc>
                <a:spcPct val="100000"/>
              </a:lnSpc>
              <a:spcBef>
                <a:spcPts val="0"/>
              </a:spcBef>
              <a:spcAft>
                <a:spcPts val="0"/>
              </a:spcAft>
              <a:buClrTx/>
              <a:buSzPct val="120000"/>
              <a:buFontTx/>
              <a:buNone/>
              <a:tabLst/>
              <a:defRPr/>
            </a:pPr>
            <a:r>
              <a:rPr kumimoji="0" lang="pt-BR" altLang="ko-KR" sz="1300" b="1" i="0" u="none" strike="noStrike" kern="0" cap="none" spc="0" normalizeH="0" baseline="0" noProof="0">
                <a:ln>
                  <a:noFill/>
                </a:ln>
                <a:solidFill>
                  <a:prstClr val="white"/>
                </a:solidFill>
                <a:effectLst/>
                <a:uLnTx/>
                <a:uFillTx/>
                <a:latin typeface="Arial"/>
                <a:ea typeface="-윤명조130" pitchFamily="18" charset="-127"/>
                <a:cs typeface="+mn-cs"/>
              </a:rPr>
              <a:t>Formato</a:t>
            </a:r>
          </a:p>
        </p:txBody>
      </p:sp>
      <p:sp>
        <p:nvSpPr>
          <p:cNvPr id="58" name="Rectangle 17">
            <a:extLst>
              <a:ext uri="{FF2B5EF4-FFF2-40B4-BE49-F238E27FC236}">
                <a16:creationId xmlns:a16="http://schemas.microsoft.com/office/drawing/2014/main" id="{66635E23-69B2-16AC-FEEE-4883079F3488}"/>
              </a:ext>
            </a:extLst>
          </p:cNvPr>
          <p:cNvSpPr>
            <a:spLocks noChangeArrowheads="1"/>
          </p:cNvSpPr>
          <p:nvPr/>
        </p:nvSpPr>
        <p:spPr bwMode="auto">
          <a:xfrm>
            <a:off x="1423686" y="4370856"/>
            <a:ext cx="4332877" cy="1754326"/>
          </a:xfrm>
          <a:prstGeom prst="rect">
            <a:avLst/>
          </a:prstGeom>
          <a:noFill/>
        </p:spPr>
        <p:txBody>
          <a:bodyPr vert="horz" wrap="square" lIns="0" tIns="0" rIns="0" bIns="0" rtlCol="0" anchor="ctr">
            <a:spAutoFit/>
          </a:bodyPr>
          <a:lstStyle>
            <a:lvl1pPr marL="342900" indent="-342900" defTabSz="895350">
              <a:buSzPct val="120000"/>
              <a:defRPr sz="1600">
                <a:solidFill>
                  <a:schemeClr val="tx1"/>
                </a:solidFill>
                <a:latin typeface="Arial" panose="020B0604020202020204" pitchFamily="34" charset="0"/>
                <a:ea typeface="-윤고딕130" pitchFamily="18" charset="-127"/>
              </a:defRPr>
            </a:lvl1pPr>
            <a:lvl2pPr marL="144463" indent="-142875" defTabSz="895350">
              <a:buSzPct val="120000"/>
              <a:buChar char="•"/>
              <a:defRPr sz="1600">
                <a:solidFill>
                  <a:schemeClr val="tx1"/>
                </a:solidFill>
                <a:latin typeface="Arial" panose="020B0604020202020204" pitchFamily="34" charset="0"/>
                <a:ea typeface="-윤고딕130" pitchFamily="18" charset="-127"/>
              </a:defRPr>
            </a:lvl2pPr>
            <a:lvl3pPr marL="295275" indent="-149225" defTabSz="895350">
              <a:buChar char="–"/>
              <a:defRPr sz="1600">
                <a:solidFill>
                  <a:schemeClr val="tx1"/>
                </a:solidFill>
                <a:latin typeface="Arial" panose="020B0604020202020204" pitchFamily="34" charset="0"/>
                <a:ea typeface="-윤고딕130" pitchFamily="18" charset="-127"/>
              </a:defRPr>
            </a:lvl3pPr>
            <a:lvl4pPr marL="431800" indent="-134938" defTabSz="895350">
              <a:buSzPct val="89000"/>
              <a:buChar char="•"/>
              <a:defRPr sz="1600">
                <a:solidFill>
                  <a:schemeClr val="tx1"/>
                </a:solidFill>
                <a:latin typeface="Arial" panose="020B0604020202020204" pitchFamily="34" charset="0"/>
                <a:ea typeface="-윤고딕130" pitchFamily="18" charset="-127"/>
              </a:defRPr>
            </a:lvl4pPr>
            <a:lvl5pPr marL="582613" indent="-149225" defTabSz="895350">
              <a:buSzPct val="75000"/>
              <a:buChar char="–"/>
              <a:defRPr sz="1600">
                <a:solidFill>
                  <a:schemeClr val="tx1"/>
                </a:solidFill>
                <a:latin typeface="Arial" panose="020B0604020202020204" pitchFamily="34" charset="0"/>
                <a:ea typeface="-윤고딕130" pitchFamily="18" charset="-127"/>
              </a:defRPr>
            </a:lvl5pPr>
            <a:lvl6pPr marL="1039813" indent="-149225" defTabSz="895350" eaLnBrk="0" fontAlgn="base" hangingPunct="0">
              <a:spcBef>
                <a:spcPct val="0"/>
              </a:spcBef>
              <a:spcAft>
                <a:spcPct val="0"/>
              </a:spcAft>
              <a:buSzPct val="75000"/>
              <a:buChar char="–"/>
              <a:defRPr sz="1600">
                <a:solidFill>
                  <a:schemeClr val="tx1"/>
                </a:solidFill>
                <a:latin typeface="Arial" panose="020B0604020202020204" pitchFamily="34" charset="0"/>
                <a:ea typeface="-윤고딕130" pitchFamily="18" charset="-127"/>
              </a:defRPr>
            </a:lvl6pPr>
            <a:lvl7pPr marL="1497013" indent="-149225" defTabSz="895350" eaLnBrk="0" fontAlgn="base" hangingPunct="0">
              <a:spcBef>
                <a:spcPct val="0"/>
              </a:spcBef>
              <a:spcAft>
                <a:spcPct val="0"/>
              </a:spcAft>
              <a:buSzPct val="75000"/>
              <a:buChar char="–"/>
              <a:defRPr sz="1600">
                <a:solidFill>
                  <a:schemeClr val="tx1"/>
                </a:solidFill>
                <a:latin typeface="Arial" panose="020B0604020202020204" pitchFamily="34" charset="0"/>
                <a:ea typeface="-윤고딕130" pitchFamily="18" charset="-127"/>
              </a:defRPr>
            </a:lvl7pPr>
            <a:lvl8pPr marL="1954213" indent="-149225" defTabSz="895350" eaLnBrk="0" fontAlgn="base" hangingPunct="0">
              <a:spcBef>
                <a:spcPct val="0"/>
              </a:spcBef>
              <a:spcAft>
                <a:spcPct val="0"/>
              </a:spcAft>
              <a:buSzPct val="75000"/>
              <a:buChar char="–"/>
              <a:defRPr sz="1600">
                <a:solidFill>
                  <a:schemeClr val="tx1"/>
                </a:solidFill>
                <a:latin typeface="Arial" panose="020B0604020202020204" pitchFamily="34" charset="0"/>
                <a:ea typeface="-윤고딕130" pitchFamily="18" charset="-127"/>
              </a:defRPr>
            </a:lvl8pPr>
            <a:lvl9pPr marL="2411413" indent="-149225" defTabSz="895350" eaLnBrk="0" fontAlgn="base" hangingPunct="0">
              <a:spcBef>
                <a:spcPct val="0"/>
              </a:spcBef>
              <a:spcAft>
                <a:spcPct val="0"/>
              </a:spcAft>
              <a:buSzPct val="75000"/>
              <a:buChar char="–"/>
              <a:defRPr sz="1600">
                <a:solidFill>
                  <a:schemeClr val="tx1"/>
                </a:solidFill>
                <a:latin typeface="Arial" panose="020B0604020202020204" pitchFamily="34" charset="0"/>
                <a:ea typeface="-윤고딕130" pitchFamily="18" charset="-127"/>
              </a:defRPr>
            </a:lvl9pPr>
          </a:lstStyle>
          <a:p>
            <a:pPr marL="197607" marR="0" lvl="1" indent="-195987" algn="l" defTabSz="913526" rtl="0" eaLnBrk="1" fontAlgn="auto" latinLnBrk="0" hangingPunct="1">
              <a:lnSpc>
                <a:spcPct val="100000"/>
              </a:lnSpc>
              <a:spcBef>
                <a:spcPts val="600"/>
              </a:spcBef>
              <a:spcAft>
                <a:spcPts val="0"/>
              </a:spcAft>
              <a:buClrTx/>
              <a:buSzPct val="125000"/>
              <a:buFont typeface="Arial" charset="0"/>
              <a:buChar char="▪"/>
              <a:tabLst/>
              <a:defRPr/>
            </a:pPr>
            <a:r>
              <a:rPr kumimoji="0" lang="pt-BR" altLang="ko-KR" sz="1300" b="0" i="0" u="none" strike="noStrike" kern="1200" cap="none" spc="0" normalizeH="0" baseline="0" noProof="0">
                <a:ln>
                  <a:noFill/>
                </a:ln>
                <a:solidFill>
                  <a:srgbClr val="071C25"/>
                </a:solidFill>
                <a:effectLst/>
                <a:uLnTx/>
                <a:uFillTx/>
                <a:latin typeface="Arial"/>
                <a:ea typeface="-윤고딕130" pitchFamily="18" charset="-127"/>
                <a:cs typeface="+mn-cs"/>
              </a:rPr>
              <a:t>1 dia de </a:t>
            </a:r>
            <a:r>
              <a:rPr kumimoji="0" lang="pt-BR" altLang="ko-KR" sz="1300" b="0" i="1" u="none" strike="noStrike" kern="1200" cap="none" spc="0" normalizeH="0" baseline="0" noProof="0">
                <a:ln>
                  <a:noFill/>
                </a:ln>
                <a:solidFill>
                  <a:srgbClr val="071C25"/>
                </a:solidFill>
                <a:effectLst/>
                <a:uLnTx/>
                <a:uFillTx/>
                <a:latin typeface="Arial"/>
                <a:ea typeface="-윤고딕130" pitchFamily="18" charset="-127"/>
                <a:cs typeface="+mn-cs"/>
              </a:rPr>
              <a:t>workshop</a:t>
            </a:r>
          </a:p>
          <a:p>
            <a:pPr marL="197607" marR="0" lvl="1" indent="-195987" algn="l" defTabSz="913526" rtl="0" eaLnBrk="1" fontAlgn="auto" latinLnBrk="0" hangingPunct="1">
              <a:lnSpc>
                <a:spcPct val="100000"/>
              </a:lnSpc>
              <a:spcBef>
                <a:spcPts val="600"/>
              </a:spcBef>
              <a:spcAft>
                <a:spcPts val="0"/>
              </a:spcAft>
              <a:buClrTx/>
              <a:buSzPct val="125000"/>
              <a:buFont typeface="Arial" charset="0"/>
              <a:buChar char="▪"/>
              <a:tabLst/>
              <a:defRPr/>
            </a:pPr>
            <a:r>
              <a:rPr kumimoji="0" lang="pt-BR" altLang="ko-KR" sz="1300" b="0" i="0" u="none" strike="noStrike" kern="1200" cap="none" spc="0" normalizeH="0" baseline="0" noProof="0">
                <a:ln>
                  <a:noFill/>
                </a:ln>
                <a:solidFill>
                  <a:srgbClr val="071C25"/>
                </a:solidFill>
                <a:effectLst/>
                <a:uLnTx/>
                <a:uFillTx/>
                <a:latin typeface="Arial"/>
                <a:ea typeface="-윤고딕130" pitchFamily="18" charset="-127"/>
                <a:cs typeface="+mn-cs"/>
              </a:rPr>
              <a:t>Formato de inovação aberta, reunindo profissionais-chave da </a:t>
            </a:r>
            <a:r>
              <a:rPr lang="pt-BR" altLang="ko-KR" sz="1300">
                <a:solidFill>
                  <a:srgbClr val="071C25"/>
                </a:solidFill>
                <a:latin typeface="Arial"/>
              </a:rPr>
              <a:t>Morro Verde</a:t>
            </a:r>
            <a:r>
              <a:rPr kumimoji="0" lang="pt-BR" altLang="ko-KR" sz="1300" b="0" i="0" u="none" strike="noStrike" kern="1200" cap="none" spc="0" normalizeH="0" baseline="0" noProof="0">
                <a:ln>
                  <a:noFill/>
                </a:ln>
                <a:solidFill>
                  <a:srgbClr val="071C25"/>
                </a:solidFill>
                <a:effectLst/>
                <a:uLnTx/>
                <a:uFillTx/>
                <a:latin typeface="Arial"/>
                <a:ea typeface="-윤고딕130" pitchFamily="18" charset="-127"/>
                <a:cs typeface="+mn-cs"/>
              </a:rPr>
              <a:t> com especialistas de outras empresas </a:t>
            </a:r>
            <a:endParaRPr lang="pt-BR" altLang="ko-KR" sz="1300">
              <a:solidFill>
                <a:srgbClr val="071C25"/>
              </a:solidFill>
              <a:latin typeface="Arial"/>
            </a:endParaRPr>
          </a:p>
          <a:p>
            <a:pPr marL="197607" marR="0" lvl="1" indent="-195987" algn="l" defTabSz="913526" rtl="0" eaLnBrk="1" fontAlgn="auto" latinLnBrk="0" hangingPunct="1">
              <a:lnSpc>
                <a:spcPct val="100000"/>
              </a:lnSpc>
              <a:spcBef>
                <a:spcPts val="600"/>
              </a:spcBef>
              <a:spcAft>
                <a:spcPts val="0"/>
              </a:spcAft>
              <a:buClrTx/>
              <a:buSzPct val="125000"/>
              <a:buFont typeface="Arial" charset="0"/>
              <a:buChar char="▪"/>
              <a:tabLst/>
              <a:defRPr/>
            </a:pPr>
            <a:r>
              <a:rPr kumimoji="0" lang="pt-BR" altLang="ko-KR" sz="1300" b="0" i="1" u="none" strike="noStrike" kern="1200" cap="none" spc="0" normalizeH="0" baseline="0" noProof="0">
                <a:ln>
                  <a:noFill/>
                </a:ln>
                <a:solidFill>
                  <a:srgbClr val="071C25"/>
                </a:solidFill>
                <a:effectLst/>
                <a:uLnTx/>
                <a:uFillTx/>
                <a:latin typeface="Arial"/>
                <a:ea typeface="-윤고딕130" pitchFamily="18" charset="-127"/>
                <a:cs typeface="+mn-cs"/>
              </a:rPr>
              <a:t>Workshop</a:t>
            </a:r>
            <a:r>
              <a:rPr kumimoji="0" lang="pt-BR" altLang="ko-KR" sz="1300" b="0" i="0" u="none" strike="noStrike" kern="1200" cap="none" spc="0" normalizeH="0" baseline="0" noProof="0">
                <a:ln>
                  <a:noFill/>
                </a:ln>
                <a:solidFill>
                  <a:srgbClr val="071C25"/>
                </a:solidFill>
                <a:effectLst/>
                <a:uLnTx/>
                <a:uFillTx/>
                <a:latin typeface="Arial"/>
                <a:ea typeface="-윤고딕130" pitchFamily="18" charset="-127"/>
                <a:cs typeface="+mn-cs"/>
              </a:rPr>
              <a:t> orientado a resultados com sessões inspiracionais que permitam a fertilização cruzada de ideias e o trabalho em grupo disciplinado para gerar ideias de melhorias nas jornadas</a:t>
            </a:r>
          </a:p>
        </p:txBody>
      </p:sp>
      <p:cxnSp>
        <p:nvCxnSpPr>
          <p:cNvPr id="64" name="Straight Connector 63">
            <a:extLst>
              <a:ext uri="{FF2B5EF4-FFF2-40B4-BE49-F238E27FC236}">
                <a16:creationId xmlns:a16="http://schemas.microsoft.com/office/drawing/2014/main" id="{59E6AABF-5D4F-CBDD-553E-0F3220B78527}"/>
              </a:ext>
            </a:extLst>
          </p:cNvPr>
          <p:cNvCxnSpPr>
            <a:cxnSpLocks/>
          </p:cNvCxnSpPr>
          <p:nvPr/>
        </p:nvCxnSpPr>
        <p:spPr>
          <a:xfrm>
            <a:off x="1423988" y="3191684"/>
            <a:ext cx="4333257" cy="3573"/>
          </a:xfrm>
          <a:prstGeom prst="line">
            <a:avLst/>
          </a:prstGeom>
          <a:ln w="9525">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2BA6B72D-58D5-21C9-4CAC-612A71AAB4DD}"/>
              </a:ext>
            </a:extLst>
          </p:cNvPr>
          <p:cNvCxnSpPr>
            <a:cxnSpLocks/>
          </p:cNvCxnSpPr>
          <p:nvPr/>
        </p:nvCxnSpPr>
        <p:spPr>
          <a:xfrm>
            <a:off x="1423988" y="4238046"/>
            <a:ext cx="4333257" cy="3573"/>
          </a:xfrm>
          <a:prstGeom prst="line">
            <a:avLst/>
          </a:prstGeom>
          <a:ln w="9525">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4431619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graphicFrame>
        <p:nvGraphicFramePr>
          <p:cNvPr id="11" name="Object 10" hidden="1"/>
          <p:cNvGraphicFramePr>
            <a:graphicFrameLocks noChangeAspect="1"/>
          </p:cNvGraphicFramePr>
          <p:nvPr>
            <p:custDataLst>
              <p:tags r:id="rId1"/>
            </p:custDataLst>
          </p:nvPr>
        </p:nvGraphicFramePr>
        <p:xfrm>
          <a:off x="1525589" y="1589"/>
          <a:ext cx="1587" cy="1587"/>
        </p:xfrm>
        <a:graphic>
          <a:graphicData uri="http://schemas.openxmlformats.org/presentationml/2006/ole">
            <mc:AlternateContent xmlns:mc="http://schemas.openxmlformats.org/markup-compatibility/2006">
              <mc:Choice xmlns:v="urn:schemas-microsoft-com:vml" Requires="v">
                <p:oleObj name="Slide do think-cell" r:id="rId5" imgW="360" imgH="360" progId="TCLayout.ActiveDocument.1">
                  <p:embed/>
                </p:oleObj>
              </mc:Choice>
              <mc:Fallback>
                <p:oleObj name="Slide do think-cell" r:id="rId5" imgW="360" imgH="360" progId="TCLayout.ActiveDocument.1">
                  <p:embed/>
                  <p:pic>
                    <p:nvPicPr>
                      <p:cNvPr id="11" name="Object 10"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25589" y="1589"/>
                        <a:ext cx="1587" cy="1587"/>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sp>
        <p:nvSpPr>
          <p:cNvPr id="6" name="Rectangle 5" hidden="1"/>
          <p:cNvSpPr/>
          <p:nvPr>
            <p:custDataLst>
              <p:tags r:id="rId2"/>
            </p:custDataLst>
          </p:nvPr>
        </p:nvSpPr>
        <p:spPr bwMode="auto">
          <a:xfrm>
            <a:off x="1524000" y="0"/>
            <a:ext cx="158750" cy="158750"/>
          </a:xfrm>
          <a:prstGeom prst="rect">
            <a:avLst/>
          </a:prstGeom>
          <a:solidFill>
            <a:schemeClr val="accent1"/>
          </a:solidFill>
          <a:ln w="12700"/>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marR="0" lvl="0" indent="0" algn="ctr" defTabSz="914400" rtl="0" eaLnBrk="1" fontAlgn="auto" latinLnBrk="0" hangingPunct="1">
              <a:lnSpc>
                <a:spcPct val="100000"/>
              </a:lnSpc>
              <a:spcBef>
                <a:spcPct val="0"/>
              </a:spcBef>
              <a:spcAft>
                <a:spcPct val="0"/>
              </a:spcAft>
              <a:buClrTx/>
              <a:buSzTx/>
              <a:buFontTx/>
              <a:buNone/>
              <a:tabLst/>
              <a:defRPr/>
            </a:pPr>
            <a:endParaRPr kumimoji="0" lang="pt-BR" sz="2000" b="1" i="0" u="none" strike="noStrike" kern="1200" cap="none" spc="0" normalizeH="0" baseline="0" noProof="0">
              <a:ln>
                <a:noFill/>
              </a:ln>
              <a:solidFill>
                <a:prstClr val="white"/>
              </a:solidFill>
              <a:effectLst/>
              <a:uLnTx/>
              <a:uFillTx/>
              <a:latin typeface="Arial" panose="020B0604020202020204" pitchFamily="34" charset="0"/>
              <a:ea typeface="+mn-ea"/>
              <a:cs typeface="+mn-cs"/>
              <a:sym typeface="Arial" panose="020B0604020202020204" pitchFamily="34" charset="0"/>
            </a:endParaRPr>
          </a:p>
        </p:txBody>
      </p:sp>
      <p:sp>
        <p:nvSpPr>
          <p:cNvPr id="3" name="Text Placeholder 2"/>
          <p:cNvSpPr>
            <a:spLocks noGrp="1"/>
          </p:cNvSpPr>
          <p:nvPr>
            <p:ph type="body" sz="quarter" idx="14"/>
          </p:nvPr>
        </p:nvSpPr>
        <p:spPr/>
        <p:txBody>
          <a:bodyPr/>
          <a:lstStyle/>
          <a:p>
            <a:r>
              <a:rPr lang="pt-BR"/>
              <a:t>Fonte: </a:t>
            </a:r>
            <a:r>
              <a:rPr lang="pt-BR" err="1"/>
              <a:t>Mirow</a:t>
            </a:r>
            <a:r>
              <a:rPr lang="pt-BR"/>
              <a:t> &amp; </a:t>
            </a:r>
            <a:r>
              <a:rPr lang="pt-BR" err="1"/>
              <a:t>Co</a:t>
            </a:r>
            <a:r>
              <a:rPr lang="pt-BR"/>
              <a:t>.</a:t>
            </a:r>
          </a:p>
        </p:txBody>
      </p:sp>
      <p:sp>
        <p:nvSpPr>
          <p:cNvPr id="2" name="Title 1"/>
          <p:cNvSpPr>
            <a:spLocks noGrp="1"/>
          </p:cNvSpPr>
          <p:nvPr>
            <p:ph type="title"/>
          </p:nvPr>
        </p:nvSpPr>
        <p:spPr/>
        <p:txBody>
          <a:bodyPr vert="horz"/>
          <a:lstStyle/>
          <a:p>
            <a:r>
              <a:rPr lang="pt-BR"/>
              <a:t>Modelo de </a:t>
            </a:r>
            <a:r>
              <a:rPr lang="pt-BR" i="1"/>
              <a:t>workshop </a:t>
            </a:r>
            <a:r>
              <a:rPr lang="pt-BR"/>
              <a:t>promove participação e engajamento</a:t>
            </a:r>
          </a:p>
        </p:txBody>
      </p:sp>
      <p:grpSp>
        <p:nvGrpSpPr>
          <p:cNvPr id="4" name="Agrupar 3">
            <a:extLst>
              <a:ext uri="{FF2B5EF4-FFF2-40B4-BE49-F238E27FC236}">
                <a16:creationId xmlns:a16="http://schemas.microsoft.com/office/drawing/2014/main" id="{3DDF9271-A9A9-22D6-8D0A-B8EE63D42283}"/>
              </a:ext>
            </a:extLst>
          </p:cNvPr>
          <p:cNvGrpSpPr/>
          <p:nvPr/>
        </p:nvGrpSpPr>
        <p:grpSpPr>
          <a:xfrm>
            <a:off x="45097" y="816967"/>
            <a:ext cx="12101807" cy="5385479"/>
            <a:chOff x="59892" y="816967"/>
            <a:chExt cx="12101807" cy="5385479"/>
          </a:xfrm>
        </p:grpSpPr>
        <p:pic>
          <p:nvPicPr>
            <p:cNvPr id="9" name="Imagem 8" descr="Grupo de pessoas sentadas em sala de aula&#10;&#10;Descrição gerada automaticamente com confiança média">
              <a:extLst>
                <a:ext uri="{FF2B5EF4-FFF2-40B4-BE49-F238E27FC236}">
                  <a16:creationId xmlns:a16="http://schemas.microsoft.com/office/drawing/2014/main" id="{7C33C5F2-170B-82DE-27B2-264522939170}"/>
                </a:ext>
              </a:extLst>
            </p:cNvPr>
            <p:cNvPicPr>
              <a:picLocks noChangeAspect="1"/>
            </p:cNvPicPr>
            <p:nvPr/>
          </p:nvPicPr>
          <p:blipFill rotWithShape="1">
            <a:blip r:embed="rId7" cstate="email">
              <a:extLst>
                <a:ext uri="{28A0092B-C50C-407E-A947-70E740481C1C}">
                  <a14:useLocalDpi xmlns:a14="http://schemas.microsoft.com/office/drawing/2010/main"/>
                </a:ext>
              </a:extLst>
            </a:blip>
            <a:srcRect/>
            <a:stretch/>
          </p:blipFill>
          <p:spPr>
            <a:xfrm>
              <a:off x="9795299" y="816967"/>
              <a:ext cx="2366398" cy="1774800"/>
            </a:xfrm>
            <a:prstGeom prst="rect">
              <a:avLst/>
            </a:prstGeom>
            <a:solidFill>
              <a:srgbClr val="FFFFFF">
                <a:shade val="85000"/>
              </a:srgbClr>
            </a:solidFill>
            <a:ln w="381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8" name="Imagem 17" descr="Uma imagem contendo no interior, pessoa, homem, segurando&#10;&#10;Descrição gerada automaticamente">
              <a:extLst>
                <a:ext uri="{FF2B5EF4-FFF2-40B4-BE49-F238E27FC236}">
                  <a16:creationId xmlns:a16="http://schemas.microsoft.com/office/drawing/2014/main" id="{1124FCE9-30D8-951D-22CF-0D18034DFAD0}"/>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9795299" y="2619023"/>
              <a:ext cx="2366399" cy="1774800"/>
            </a:xfrm>
            <a:prstGeom prst="rect">
              <a:avLst/>
            </a:prstGeom>
            <a:solidFill>
              <a:srgbClr val="FFFFFF">
                <a:shade val="85000"/>
              </a:srgbClr>
            </a:solidFill>
            <a:ln w="381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7" name="Imagem 6" descr="Grupo de pessoas sentadas ao redor de uma mesa&#10;&#10;Descrição gerada automaticamente">
              <a:extLst>
                <a:ext uri="{FF2B5EF4-FFF2-40B4-BE49-F238E27FC236}">
                  <a16:creationId xmlns:a16="http://schemas.microsoft.com/office/drawing/2014/main" id="{A16DBE60-669F-B3D9-06BD-DA5D22E3646E}"/>
                </a:ext>
              </a:extLst>
            </p:cNvPr>
            <p:cNvPicPr>
              <a:picLocks noChangeAspect="1"/>
            </p:cNvPicPr>
            <p:nvPr/>
          </p:nvPicPr>
          <p:blipFill rotWithShape="1">
            <a:blip r:embed="rId9" cstate="email">
              <a:extLst>
                <a:ext uri="{28A0092B-C50C-407E-A947-70E740481C1C}">
                  <a14:useLocalDpi xmlns:a14="http://schemas.microsoft.com/office/drawing/2010/main"/>
                </a:ext>
              </a:extLst>
            </a:blip>
            <a:srcRect/>
            <a:stretch/>
          </p:blipFill>
          <p:spPr>
            <a:xfrm>
              <a:off x="9795297" y="4427646"/>
              <a:ext cx="2366402" cy="1774800"/>
            </a:xfrm>
            <a:prstGeom prst="rect">
              <a:avLst/>
            </a:prstGeom>
            <a:solidFill>
              <a:srgbClr val="FFFFFF">
                <a:shade val="85000"/>
              </a:srgbClr>
            </a:solidFill>
            <a:ln w="381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36" name="Imagem 35" descr="Grupo de pessoas sentadas ao redor de uma mesa&#10;&#10;Descrição gerada automaticamente">
              <a:extLst>
                <a:ext uri="{FF2B5EF4-FFF2-40B4-BE49-F238E27FC236}">
                  <a16:creationId xmlns:a16="http://schemas.microsoft.com/office/drawing/2014/main" id="{D3C11B39-7505-1A1A-D0CE-90BE3987FA99}"/>
                </a:ext>
              </a:extLst>
            </p:cNvPr>
            <p:cNvPicPr>
              <a:picLocks noChangeAspect="1"/>
            </p:cNvPicPr>
            <p:nvPr/>
          </p:nvPicPr>
          <p:blipFill rotWithShape="1">
            <a:blip r:embed="rId10" cstate="email">
              <a:extLst>
                <a:ext uri="{28A0092B-C50C-407E-A947-70E740481C1C}">
                  <a14:useLocalDpi xmlns:a14="http://schemas.microsoft.com/office/drawing/2010/main"/>
                </a:ext>
              </a:extLst>
            </a:blip>
            <a:srcRect/>
            <a:stretch/>
          </p:blipFill>
          <p:spPr>
            <a:xfrm>
              <a:off x="7333801" y="4427646"/>
              <a:ext cx="2366401" cy="1774800"/>
            </a:xfrm>
            <a:prstGeom prst="rect">
              <a:avLst/>
            </a:prstGeom>
            <a:solidFill>
              <a:srgbClr val="FFFFFF">
                <a:shade val="85000"/>
              </a:srgbClr>
            </a:solidFill>
            <a:ln w="381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2" name="Imagem 11" descr="Grupo de pessoas sentadas ao redor de uma mesa&#10;&#10;Descrição gerada automaticamente">
              <a:extLst>
                <a:ext uri="{FF2B5EF4-FFF2-40B4-BE49-F238E27FC236}">
                  <a16:creationId xmlns:a16="http://schemas.microsoft.com/office/drawing/2014/main" id="{AB7C300B-B101-74B5-B632-1E04CAD6B468}"/>
                </a:ext>
              </a:extLst>
            </p:cNvPr>
            <p:cNvPicPr>
              <a:picLocks noChangeAspect="1"/>
            </p:cNvPicPr>
            <p:nvPr/>
          </p:nvPicPr>
          <p:blipFill>
            <a:blip r:embed="rId11" cstate="email">
              <a:extLst>
                <a:ext uri="{28A0092B-C50C-407E-A947-70E740481C1C}">
                  <a14:useLocalDpi xmlns:a14="http://schemas.microsoft.com/office/drawing/2010/main"/>
                </a:ext>
              </a:extLst>
            </a:blip>
            <a:stretch>
              <a:fillRect/>
            </a:stretch>
          </p:blipFill>
          <p:spPr>
            <a:xfrm>
              <a:off x="59892" y="816967"/>
              <a:ext cx="7178814" cy="5384107"/>
            </a:xfrm>
            <a:prstGeom prst="rect">
              <a:avLst/>
            </a:prstGeom>
            <a:solidFill>
              <a:srgbClr val="FFFFFF">
                <a:shade val="85000"/>
              </a:srgbClr>
            </a:solidFill>
            <a:ln w="381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4" name="Imagem 13" descr="Grupo de pessoas sentadas ao redor de uma mesa&#10;&#10;Descrição gerada automaticamente">
              <a:extLst>
                <a:ext uri="{FF2B5EF4-FFF2-40B4-BE49-F238E27FC236}">
                  <a16:creationId xmlns:a16="http://schemas.microsoft.com/office/drawing/2014/main" id="{6C221F1C-1728-8761-B6AE-1DAF3F9D7366}"/>
                </a:ext>
              </a:extLst>
            </p:cNvPr>
            <p:cNvPicPr>
              <a:picLocks noChangeAspect="1"/>
            </p:cNvPicPr>
            <p:nvPr/>
          </p:nvPicPr>
          <p:blipFill>
            <a:blip r:embed="rId12" cstate="email">
              <a:extLst>
                <a:ext uri="{28A0092B-C50C-407E-A947-70E740481C1C}">
                  <a14:useLocalDpi xmlns:a14="http://schemas.microsoft.com/office/drawing/2010/main"/>
                </a:ext>
              </a:extLst>
            </a:blip>
            <a:stretch>
              <a:fillRect/>
            </a:stretch>
          </p:blipFill>
          <p:spPr>
            <a:xfrm>
              <a:off x="7333801" y="816967"/>
              <a:ext cx="2366402" cy="1774800"/>
            </a:xfrm>
            <a:prstGeom prst="rect">
              <a:avLst/>
            </a:prstGeom>
            <a:solidFill>
              <a:srgbClr val="FFFFFF">
                <a:shade val="85000"/>
              </a:srgbClr>
            </a:solidFill>
            <a:ln w="381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38" name="Imagem 37" descr="Pessoas sentadas em uma sala&#10;&#10;Descrição gerada automaticamente com confiança média">
              <a:extLst>
                <a:ext uri="{FF2B5EF4-FFF2-40B4-BE49-F238E27FC236}">
                  <a16:creationId xmlns:a16="http://schemas.microsoft.com/office/drawing/2014/main" id="{B8D47FC7-8412-C7F4-1442-B3F5E81097C3}"/>
                </a:ext>
              </a:extLst>
            </p:cNvPr>
            <p:cNvPicPr>
              <a:picLocks noChangeAspect="1"/>
            </p:cNvPicPr>
            <p:nvPr/>
          </p:nvPicPr>
          <p:blipFill rotWithShape="1">
            <a:blip r:embed="rId13" cstate="screen">
              <a:extLst>
                <a:ext uri="{28A0092B-C50C-407E-A947-70E740481C1C}">
                  <a14:useLocalDpi xmlns:a14="http://schemas.microsoft.com/office/drawing/2010/main"/>
                </a:ext>
              </a:extLst>
            </a:blip>
            <a:srcRect l="-493"/>
            <a:stretch/>
          </p:blipFill>
          <p:spPr>
            <a:xfrm>
              <a:off x="7333801" y="2622307"/>
              <a:ext cx="2366400" cy="1774800"/>
            </a:xfrm>
            <a:prstGeom prst="rect">
              <a:avLst/>
            </a:prstGeom>
            <a:solidFill>
              <a:srgbClr val="FFFFFF">
                <a:shade val="85000"/>
              </a:srgbClr>
            </a:solidFill>
            <a:ln w="381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grpSp>
      <p:grpSp>
        <p:nvGrpSpPr>
          <p:cNvPr id="5" name="Group 2">
            <a:extLst>
              <a:ext uri="{FF2B5EF4-FFF2-40B4-BE49-F238E27FC236}">
                <a16:creationId xmlns:a16="http://schemas.microsoft.com/office/drawing/2014/main" id="{CE4F3768-AAFC-F021-E50D-5D73405A1889}"/>
              </a:ext>
            </a:extLst>
          </p:cNvPr>
          <p:cNvGrpSpPr/>
          <p:nvPr/>
        </p:nvGrpSpPr>
        <p:grpSpPr>
          <a:xfrm>
            <a:off x="10244517" y="320588"/>
            <a:ext cx="1720471" cy="212366"/>
            <a:chOff x="7243234" y="529869"/>
            <a:chExt cx="1720471" cy="212366"/>
          </a:xfrm>
        </p:grpSpPr>
        <p:sp>
          <p:nvSpPr>
            <p:cNvPr id="8" name="StickerRectangle">
              <a:extLst>
                <a:ext uri="{FF2B5EF4-FFF2-40B4-BE49-F238E27FC236}">
                  <a16:creationId xmlns:a16="http://schemas.microsoft.com/office/drawing/2014/main" id="{9E7EEE1D-3333-CDD8-F016-7DBE1DC547D4}"/>
                </a:ext>
              </a:extLst>
            </p:cNvPr>
            <p:cNvSpPr>
              <a:spLocks noChangeArrowheads="1"/>
            </p:cNvSpPr>
            <p:nvPr/>
          </p:nvSpPr>
          <p:spPr bwMode="auto">
            <a:xfrm>
              <a:off x="7243234" y="529869"/>
              <a:ext cx="1720471" cy="212366"/>
            </a:xfrm>
            <a:prstGeom prst="leftRightArrow">
              <a:avLst>
                <a:gd name="adj1" fmla="val 100000"/>
                <a:gd name="adj2" fmla="val 0"/>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27432" tIns="0" rIns="0" bIns="27432">
              <a:spAutoFit/>
            </a:bodyPr>
            <a:lstStyle/>
            <a:p>
              <a:pPr marL="0" marR="0" lvl="0" indent="0" algn="r" defTabSz="895350" rtl="0" eaLnBrk="1" fontAlgn="auto" latinLnBrk="0" hangingPunct="1">
                <a:lnSpc>
                  <a:spcPct val="100000"/>
                </a:lnSpc>
                <a:spcBef>
                  <a:spcPts val="0"/>
                </a:spcBef>
                <a:spcAft>
                  <a:spcPts val="0"/>
                </a:spcAft>
                <a:buClr>
                  <a:srgbClr val="073E87"/>
                </a:buClr>
                <a:buSzTx/>
                <a:buFontTx/>
                <a:buNone/>
                <a:tabLst/>
                <a:defRPr/>
              </a:pPr>
              <a:r>
                <a:rPr kumimoji="0" lang="pt-BR" sz="1200" b="0" i="0" u="none" strike="noStrike" kern="1200" cap="none" spc="0" normalizeH="0" baseline="0" noProof="0">
                  <a:ln>
                    <a:noFill/>
                  </a:ln>
                  <a:solidFill>
                    <a:srgbClr val="808080"/>
                  </a:solidFill>
                  <a:effectLst/>
                  <a:uLnTx/>
                  <a:uFillTx/>
                  <a:latin typeface="Arial"/>
                  <a:ea typeface="+mn-ea"/>
                  <a:cs typeface="+mn-cs"/>
                </a:rPr>
                <a:t>EXEMPLO DE CLIENTE</a:t>
              </a:r>
            </a:p>
          </p:txBody>
        </p:sp>
        <p:cxnSp>
          <p:nvCxnSpPr>
            <p:cNvPr id="10" name="AutoShape 31">
              <a:extLst>
                <a:ext uri="{FF2B5EF4-FFF2-40B4-BE49-F238E27FC236}">
                  <a16:creationId xmlns:a16="http://schemas.microsoft.com/office/drawing/2014/main" id="{5D29C89B-6128-E672-6459-7F857BE9DFC5}"/>
                </a:ext>
              </a:extLst>
            </p:cNvPr>
            <p:cNvCxnSpPr>
              <a:cxnSpLocks noChangeShapeType="1"/>
              <a:stCxn id="8" idx="2"/>
              <a:endCxn id="8" idx="4"/>
            </p:cNvCxnSpPr>
            <p:nvPr/>
          </p:nvCxnSpPr>
          <p:spPr bwMode="auto">
            <a:xfrm>
              <a:off x="7243234" y="529869"/>
              <a:ext cx="0" cy="212366"/>
            </a:xfrm>
            <a:prstGeom prst="straightConnector1">
              <a:avLst/>
            </a:prstGeom>
            <a:noFill/>
            <a:ln w="9525">
              <a:solidFill>
                <a:srgbClr val="808080"/>
              </a:solidFill>
              <a:round/>
              <a:headEnd/>
              <a:tailEnd/>
            </a:ln>
            <a:extLst>
              <a:ext uri="{909E8E84-426E-40dd-AFC4-6F175D3DCCD1}">
                <a14:hiddenFill xmlns:a14="http://schemas.microsoft.com/office/drawing/2010/main" xmlns="">
                  <a:noFill/>
                </a14:hiddenFill>
              </a:ext>
            </a:extLst>
          </p:spPr>
        </p:cxnSp>
        <p:cxnSp>
          <p:nvCxnSpPr>
            <p:cNvPr id="13" name="AutoShape 32">
              <a:extLst>
                <a:ext uri="{FF2B5EF4-FFF2-40B4-BE49-F238E27FC236}">
                  <a16:creationId xmlns:a16="http://schemas.microsoft.com/office/drawing/2014/main" id="{B2D23F5E-CF69-5B42-BFDF-62DA3797E733}"/>
                </a:ext>
              </a:extLst>
            </p:cNvPr>
            <p:cNvCxnSpPr>
              <a:cxnSpLocks noChangeShapeType="1"/>
              <a:stCxn id="8" idx="4"/>
              <a:endCxn id="8" idx="6"/>
            </p:cNvCxnSpPr>
            <p:nvPr/>
          </p:nvCxnSpPr>
          <p:spPr bwMode="auto">
            <a:xfrm>
              <a:off x="7243234" y="742235"/>
              <a:ext cx="1720471" cy="0"/>
            </a:xfrm>
            <a:prstGeom prst="straightConnector1">
              <a:avLst/>
            </a:prstGeom>
            <a:noFill/>
            <a:ln w="25400">
              <a:solidFill>
                <a:srgbClr val="808080"/>
              </a:solidFill>
              <a:round/>
              <a:headEnd/>
              <a:tailEnd/>
            </a:ln>
            <a:extLst>
              <a:ext uri="{909E8E84-426E-40dd-AFC4-6F175D3DCCD1}">
                <a14:hiddenFill xmlns:a14="http://schemas.microsoft.com/office/drawing/2010/main" xmlns="">
                  <a:noFill/>
                </a14:hiddenFill>
              </a:ext>
            </a:extLst>
          </p:spPr>
        </p:cxnSp>
      </p:grpSp>
    </p:spTree>
    <p:extLst>
      <p:ext uri="{BB962C8B-B14F-4D97-AF65-F5344CB8AC3E}">
        <p14:creationId xmlns:p14="http://schemas.microsoft.com/office/powerpoint/2010/main" val="50133093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to 3" hidden="1">
            <a:extLst>
              <a:ext uri="{FF2B5EF4-FFF2-40B4-BE49-F238E27FC236}">
                <a16:creationId xmlns:a16="http://schemas.microsoft.com/office/drawing/2014/main" id="{190B7726-31B9-4598-95AF-2E9B1E32E3FC}"/>
              </a:ext>
            </a:extLst>
          </p:cNvPr>
          <p:cNvGraphicFramePr>
            <a:graphicFrameLocks noChangeAspect="1"/>
          </p:cNvGraphicFramePr>
          <p:nvPr>
            <p:custDataLst>
              <p:tags r:id="rId1"/>
            </p:custDataLst>
            <p:extLst>
              <p:ext uri="{D42A27DB-BD31-4B8C-83A1-F6EECF244321}">
                <p14:modId xmlns:p14="http://schemas.microsoft.com/office/powerpoint/2010/main" val="342446189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Slide do think-cell" r:id="rId3" imgW="395" imgH="396" progId="TCLayout.ActiveDocument.1">
                  <p:embed/>
                </p:oleObj>
              </mc:Choice>
              <mc:Fallback>
                <p:oleObj name="Slide do think-cell" r:id="rId3" imgW="395" imgH="396" progId="TCLayout.ActiveDocument.1">
                  <p:embed/>
                  <p:pic>
                    <p:nvPicPr>
                      <p:cNvPr id="4" name="Objeto 3" hidden="1">
                        <a:extLst>
                          <a:ext uri="{FF2B5EF4-FFF2-40B4-BE49-F238E27FC236}">
                            <a16:creationId xmlns:a16="http://schemas.microsoft.com/office/drawing/2014/main" id="{190B7726-31B9-4598-95AF-2E9B1E32E3F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Espaço Reservado para Texto 1">
            <a:extLst>
              <a:ext uri="{FF2B5EF4-FFF2-40B4-BE49-F238E27FC236}">
                <a16:creationId xmlns:a16="http://schemas.microsoft.com/office/drawing/2014/main" id="{C2410FC2-91B2-6D78-A691-8A3EC6410B03}"/>
              </a:ext>
            </a:extLst>
          </p:cNvPr>
          <p:cNvSpPr>
            <a:spLocks noGrp="1"/>
          </p:cNvSpPr>
          <p:nvPr>
            <p:ph type="body" sz="quarter" idx="14"/>
          </p:nvPr>
        </p:nvSpPr>
        <p:spPr/>
        <p:txBody>
          <a:bodyPr/>
          <a:lstStyle/>
          <a:p>
            <a:r>
              <a:rPr lang="pt-BR"/>
              <a:t>Fonte: Mirow &amp; Co.</a:t>
            </a:r>
            <a:endParaRPr lang="en-US"/>
          </a:p>
        </p:txBody>
      </p:sp>
      <p:sp>
        <p:nvSpPr>
          <p:cNvPr id="3" name="Título 2">
            <a:extLst>
              <a:ext uri="{FF2B5EF4-FFF2-40B4-BE49-F238E27FC236}">
                <a16:creationId xmlns:a16="http://schemas.microsoft.com/office/drawing/2014/main" id="{89C138EA-F7F4-8506-C3C8-B142D868AD12}"/>
              </a:ext>
            </a:extLst>
          </p:cNvPr>
          <p:cNvSpPr>
            <a:spLocks noGrp="1"/>
          </p:cNvSpPr>
          <p:nvPr>
            <p:ph type="title"/>
          </p:nvPr>
        </p:nvSpPr>
        <p:spPr>
          <a:xfrm>
            <a:off x="478971" y="225177"/>
            <a:ext cx="11485488" cy="615553"/>
          </a:xfrm>
        </p:spPr>
        <p:txBody>
          <a:bodyPr vert="horz"/>
          <a:lstStyle/>
          <a:p>
            <a:r>
              <a:rPr lang="pt-BR"/>
              <a:t>Por fim, traremos uma perspectiva futura sobre o mercado de fertilizantes fosfatados no Brasil, incluindo demanda, produção, preços e estoques</a:t>
            </a:r>
          </a:p>
        </p:txBody>
      </p:sp>
      <p:grpSp>
        <p:nvGrpSpPr>
          <p:cNvPr id="33" name="Group 145">
            <a:extLst>
              <a:ext uri="{FF2B5EF4-FFF2-40B4-BE49-F238E27FC236}">
                <a16:creationId xmlns:a16="http://schemas.microsoft.com/office/drawing/2014/main" id="{F78195E6-7D2A-6A04-25BB-08B5D5B1C4E4}"/>
              </a:ext>
            </a:extLst>
          </p:cNvPr>
          <p:cNvGrpSpPr/>
          <p:nvPr/>
        </p:nvGrpSpPr>
        <p:grpSpPr>
          <a:xfrm>
            <a:off x="9276302" y="628364"/>
            <a:ext cx="2688686" cy="212366"/>
            <a:chOff x="6265982" y="859795"/>
            <a:chExt cx="2688686" cy="212366"/>
          </a:xfrm>
        </p:grpSpPr>
        <p:sp>
          <p:nvSpPr>
            <p:cNvPr id="34" name="StickerRectangle">
              <a:extLst>
                <a:ext uri="{FF2B5EF4-FFF2-40B4-BE49-F238E27FC236}">
                  <a16:creationId xmlns:a16="http://schemas.microsoft.com/office/drawing/2014/main" id="{E5DD3F58-04D6-499B-9302-4AC52AE74F23}"/>
                </a:ext>
              </a:extLst>
            </p:cNvPr>
            <p:cNvSpPr>
              <a:spLocks noChangeArrowheads="1"/>
            </p:cNvSpPr>
            <p:nvPr/>
          </p:nvSpPr>
          <p:spPr bwMode="auto">
            <a:xfrm>
              <a:off x="6265982" y="859795"/>
              <a:ext cx="2688686" cy="212366"/>
            </a:xfrm>
            <a:prstGeom prst="leftRightArrow">
              <a:avLst>
                <a:gd name="adj1" fmla="val 100000"/>
                <a:gd name="adj2" fmla="val 0"/>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27432" tIns="0" rIns="0" bIns="27432">
              <a:spAutoFit/>
            </a:bodyPr>
            <a:lstStyle/>
            <a:p>
              <a:pPr marL="0" marR="0" lvl="0" indent="0" algn="r" defTabSz="895350" rtl="0" eaLnBrk="1" fontAlgn="auto" latinLnBrk="0" hangingPunct="1">
                <a:lnSpc>
                  <a:spcPct val="100000"/>
                </a:lnSpc>
                <a:spcBef>
                  <a:spcPts val="0"/>
                </a:spcBef>
                <a:spcAft>
                  <a:spcPts val="0"/>
                </a:spcAft>
                <a:buClr>
                  <a:srgbClr val="020E66"/>
                </a:buClr>
                <a:buSzTx/>
                <a:buFontTx/>
                <a:buNone/>
                <a:tabLst/>
                <a:defRPr/>
              </a:pPr>
              <a:r>
                <a:rPr kumimoji="0" lang="pt-BR" sz="1200" b="0" i="0" u="none" strike="noStrike" kern="1200" cap="none" spc="0" normalizeH="0" baseline="0" noProof="0">
                  <a:ln>
                    <a:noFill/>
                  </a:ln>
                  <a:solidFill>
                    <a:srgbClr val="7F7F7F"/>
                  </a:solidFill>
                  <a:effectLst/>
                  <a:uLnTx/>
                  <a:uFillTx/>
                  <a:latin typeface="Arial"/>
                  <a:ea typeface="+mn-ea"/>
                  <a:cs typeface="+mn-cs"/>
                </a:rPr>
                <a:t>EXEMPLO SANITIZADO DE CLIENTE</a:t>
              </a:r>
            </a:p>
          </p:txBody>
        </p:sp>
        <p:cxnSp>
          <p:nvCxnSpPr>
            <p:cNvPr id="35" name="AutoShape 31">
              <a:extLst>
                <a:ext uri="{FF2B5EF4-FFF2-40B4-BE49-F238E27FC236}">
                  <a16:creationId xmlns:a16="http://schemas.microsoft.com/office/drawing/2014/main" id="{DE19956A-0850-43FC-5B28-4F0DB837E91E}"/>
                </a:ext>
              </a:extLst>
            </p:cNvPr>
            <p:cNvCxnSpPr>
              <a:cxnSpLocks noChangeShapeType="1"/>
              <a:stCxn id="34" idx="2"/>
              <a:endCxn id="34" idx="4"/>
            </p:cNvCxnSpPr>
            <p:nvPr/>
          </p:nvCxnSpPr>
          <p:spPr bwMode="auto">
            <a:xfrm>
              <a:off x="6265982" y="859795"/>
              <a:ext cx="0" cy="212366"/>
            </a:xfrm>
            <a:prstGeom prst="straightConnector1">
              <a:avLst/>
            </a:prstGeom>
            <a:noFill/>
            <a:ln w="9525">
              <a:solidFill>
                <a:schemeClr val="accent6"/>
              </a:solidFill>
              <a:round/>
              <a:headEnd/>
              <a:tailEnd/>
            </a:ln>
            <a:extLst>
              <a:ext uri="{909E8E84-426E-40dd-AFC4-6F175D3DCCD1}">
                <a14:hiddenFill xmlns:a14="http://schemas.microsoft.com/office/drawing/2010/main" xmlns="">
                  <a:noFill/>
                </a14:hiddenFill>
              </a:ext>
            </a:extLst>
          </p:spPr>
        </p:cxnSp>
        <p:cxnSp>
          <p:nvCxnSpPr>
            <p:cNvPr id="36" name="AutoShape 32">
              <a:extLst>
                <a:ext uri="{FF2B5EF4-FFF2-40B4-BE49-F238E27FC236}">
                  <a16:creationId xmlns:a16="http://schemas.microsoft.com/office/drawing/2014/main" id="{F5783561-D689-B343-3BD2-B8F31CFD6614}"/>
                </a:ext>
              </a:extLst>
            </p:cNvPr>
            <p:cNvCxnSpPr>
              <a:cxnSpLocks noChangeShapeType="1"/>
              <a:stCxn id="34" idx="4"/>
              <a:endCxn id="34" idx="6"/>
            </p:cNvCxnSpPr>
            <p:nvPr/>
          </p:nvCxnSpPr>
          <p:spPr bwMode="auto">
            <a:xfrm>
              <a:off x="6265982" y="1072161"/>
              <a:ext cx="2688686" cy="0"/>
            </a:xfrm>
            <a:prstGeom prst="straightConnector1">
              <a:avLst/>
            </a:prstGeom>
            <a:noFill/>
            <a:ln w="25400">
              <a:solidFill>
                <a:schemeClr val="accent6"/>
              </a:solidFill>
              <a:round/>
              <a:headEnd/>
              <a:tailEnd/>
            </a:ln>
            <a:extLst>
              <a:ext uri="{909E8E84-426E-40dd-AFC4-6F175D3DCCD1}">
                <a14:hiddenFill xmlns:a14="http://schemas.microsoft.com/office/drawing/2010/main" xmlns="">
                  <a:noFill/>
                </a14:hiddenFill>
              </a:ext>
            </a:extLst>
          </p:spPr>
        </p:cxnSp>
      </p:grpSp>
      <p:sp>
        <p:nvSpPr>
          <p:cNvPr id="37" name="Content Placeholder 2">
            <a:extLst>
              <a:ext uri="{FF2B5EF4-FFF2-40B4-BE49-F238E27FC236}">
                <a16:creationId xmlns:a16="http://schemas.microsoft.com/office/drawing/2014/main" id="{90A6EA10-D1BC-B208-C322-728ED710E144}"/>
              </a:ext>
            </a:extLst>
          </p:cNvPr>
          <p:cNvSpPr txBox="1">
            <a:spLocks/>
          </p:cNvSpPr>
          <p:nvPr/>
        </p:nvSpPr>
        <p:spPr bwMode="auto">
          <a:xfrm>
            <a:off x="478971" y="864001"/>
            <a:ext cx="8794113" cy="246221"/>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marL="195263" indent="-195263" algn="l" rtl="0" eaLnBrk="1" fontAlgn="base" hangingPunct="1">
              <a:spcBef>
                <a:spcPts val="0"/>
              </a:spcBef>
              <a:spcAft>
                <a:spcPts val="600"/>
              </a:spcAft>
              <a:buClr>
                <a:schemeClr val="tx2"/>
              </a:buClr>
              <a:buFont typeface="Wingdings" panose="05000000000000000000" pitchFamily="2" charset="2"/>
              <a:buChar char="§"/>
              <a:defRPr sz="1400">
                <a:solidFill>
                  <a:schemeClr val="tx1"/>
                </a:solidFill>
                <a:latin typeface="+mn-lt"/>
                <a:ea typeface="+mn-ea"/>
                <a:cs typeface="+mn-cs"/>
              </a:defRPr>
            </a:lvl1pPr>
            <a:lvl2pPr marL="404813" indent="-207963" algn="l" rtl="0" eaLnBrk="1" fontAlgn="base" hangingPunct="1">
              <a:spcBef>
                <a:spcPts val="0"/>
              </a:spcBef>
              <a:spcAft>
                <a:spcPts val="600"/>
              </a:spcAft>
              <a:buClr>
                <a:schemeClr val="tx2"/>
              </a:buClr>
              <a:buChar char="–"/>
              <a:defRPr sz="1400">
                <a:solidFill>
                  <a:schemeClr val="tx1"/>
                </a:solidFill>
                <a:latin typeface="+mn-lt"/>
              </a:defRPr>
            </a:lvl2pPr>
            <a:lvl3pPr marL="587375" indent="-180975" algn="l" rtl="0" eaLnBrk="1" fontAlgn="base" hangingPunct="1">
              <a:spcBef>
                <a:spcPct val="20000"/>
              </a:spcBef>
              <a:spcAft>
                <a:spcPct val="0"/>
              </a:spcAft>
              <a:buClr>
                <a:schemeClr val="tx2"/>
              </a:buClr>
              <a:buChar char="•"/>
              <a:defRPr sz="1600">
                <a:solidFill>
                  <a:schemeClr val="tx1"/>
                </a:solidFill>
                <a:latin typeface="+mn-lt"/>
              </a:defRPr>
            </a:lvl3pPr>
            <a:lvl4pPr marL="815975" indent="-227013" algn="l" rtl="0" eaLnBrk="1" fontAlgn="base" hangingPunct="1">
              <a:spcBef>
                <a:spcPct val="20000"/>
              </a:spcBef>
              <a:spcAft>
                <a:spcPct val="0"/>
              </a:spcAft>
              <a:buClr>
                <a:schemeClr val="tx2"/>
              </a:buClr>
              <a:buChar char="–"/>
              <a:defRPr sz="1600">
                <a:solidFill>
                  <a:schemeClr val="tx1"/>
                </a:solidFill>
                <a:latin typeface="+mn-lt"/>
              </a:defRPr>
            </a:lvl4pPr>
            <a:lvl5pPr marL="968375" indent="-150813" algn="l" rtl="0" eaLnBrk="1" fontAlgn="base" hangingPunct="1">
              <a:spcBef>
                <a:spcPct val="20000"/>
              </a:spcBef>
              <a:spcAft>
                <a:spcPct val="0"/>
              </a:spcAft>
              <a:buClr>
                <a:schemeClr val="tx2"/>
              </a:buClr>
              <a:buChar char="»"/>
              <a:defRPr sz="1600">
                <a:solidFill>
                  <a:schemeClr val="tx1"/>
                </a:solidFill>
                <a:latin typeface="+mn-lt"/>
              </a:defRPr>
            </a:lvl5pPr>
            <a:lvl6pPr marL="1425575" indent="-150813" algn="l" rtl="0" eaLnBrk="1" fontAlgn="base" hangingPunct="1">
              <a:spcBef>
                <a:spcPct val="20000"/>
              </a:spcBef>
              <a:spcAft>
                <a:spcPct val="0"/>
              </a:spcAft>
              <a:buChar char="»"/>
              <a:defRPr sz="1000">
                <a:solidFill>
                  <a:schemeClr val="tx1"/>
                </a:solidFill>
                <a:latin typeface="+mn-lt"/>
              </a:defRPr>
            </a:lvl6pPr>
            <a:lvl7pPr marL="1882775" indent="-150813" algn="l" rtl="0" eaLnBrk="1" fontAlgn="base" hangingPunct="1">
              <a:spcBef>
                <a:spcPct val="20000"/>
              </a:spcBef>
              <a:spcAft>
                <a:spcPct val="0"/>
              </a:spcAft>
              <a:buChar char="»"/>
              <a:defRPr sz="1000">
                <a:solidFill>
                  <a:schemeClr val="tx1"/>
                </a:solidFill>
                <a:latin typeface="+mn-lt"/>
              </a:defRPr>
            </a:lvl7pPr>
            <a:lvl8pPr marL="2339975" indent="-150813" algn="l" rtl="0" eaLnBrk="1" fontAlgn="base" hangingPunct="1">
              <a:spcBef>
                <a:spcPct val="20000"/>
              </a:spcBef>
              <a:spcAft>
                <a:spcPct val="0"/>
              </a:spcAft>
              <a:buChar char="»"/>
              <a:defRPr sz="1000">
                <a:solidFill>
                  <a:schemeClr val="tx1"/>
                </a:solidFill>
                <a:latin typeface="+mn-lt"/>
              </a:defRPr>
            </a:lvl8pPr>
            <a:lvl9pPr marL="2797175" indent="-150813" algn="l" rtl="0" eaLnBrk="1" fontAlgn="base" hangingPunct="1">
              <a:spcBef>
                <a:spcPct val="20000"/>
              </a:spcBef>
              <a:spcAft>
                <a:spcPct val="0"/>
              </a:spcAft>
              <a:buChar char="»"/>
              <a:defRPr sz="1000">
                <a:solidFill>
                  <a:schemeClr val="tx1"/>
                </a:solidFill>
                <a:latin typeface="+mn-lt"/>
              </a:defRPr>
            </a:lvl9pPr>
          </a:lstStyle>
          <a:p>
            <a:pPr marL="0" marR="0" lvl="0" indent="0" algn="l" defTabSz="895350" rtl="0" eaLnBrk="1" fontAlgn="auto" latinLnBrk="0" hangingPunct="1">
              <a:lnSpc>
                <a:spcPct val="100000"/>
              </a:lnSpc>
              <a:spcBef>
                <a:spcPts val="0"/>
              </a:spcBef>
              <a:spcAft>
                <a:spcPts val="0"/>
              </a:spcAft>
              <a:buClrTx/>
              <a:buSzTx/>
              <a:buFontTx/>
              <a:buNone/>
              <a:tabLst/>
              <a:defRPr/>
            </a:pPr>
            <a:r>
              <a:rPr kumimoji="0" lang="pt-BR" sz="1600" b="0" i="0" u="none" strike="noStrike" kern="1200" cap="none" spc="0" normalizeH="0" baseline="0" noProof="0">
                <a:ln>
                  <a:noFill/>
                </a:ln>
                <a:solidFill>
                  <a:srgbClr val="808080"/>
                </a:solidFill>
                <a:effectLst/>
                <a:uLnTx/>
                <a:uFillTx/>
                <a:latin typeface="Arial"/>
                <a:ea typeface="+mn-ea"/>
                <a:cs typeface="+mn-cs"/>
              </a:rPr>
              <a:t>Exemplos de análises conduzidas em empresa de fertilizantes fosfatados, 2021</a:t>
            </a:r>
          </a:p>
        </p:txBody>
      </p:sp>
      <p:pic>
        <p:nvPicPr>
          <p:cNvPr id="7" name="Imagem 6">
            <a:extLst>
              <a:ext uri="{FF2B5EF4-FFF2-40B4-BE49-F238E27FC236}">
                <a16:creationId xmlns:a16="http://schemas.microsoft.com/office/drawing/2014/main" id="{D0B053DD-A339-97EF-C9F4-FA71FA4663E1}"/>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681239" y="1805964"/>
            <a:ext cx="4322559" cy="1800000"/>
          </a:xfrm>
          <a:prstGeom prst="rect">
            <a:avLst/>
          </a:prstGeom>
          <a:solidFill>
            <a:srgbClr val="FFFFFF">
              <a:shade val="85000"/>
            </a:srgbClr>
          </a:solidFill>
          <a:ln w="88900" cap="sq">
            <a:solidFill>
              <a:srgbClr val="FFFFFF"/>
            </a:solidFill>
            <a:miter lim="800000"/>
          </a:ln>
          <a:effectLst/>
          <a:scene3d>
            <a:camera prst="orthographicFront"/>
            <a:lightRig rig="twoPt" dir="t">
              <a:rot lat="0" lon="0" rev="7200000"/>
            </a:lightRig>
          </a:scene3d>
          <a:sp3d>
            <a:bevelT w="25400" h="19050"/>
            <a:contourClr>
              <a:srgbClr val="FFFFFF"/>
            </a:contourClr>
          </a:sp3d>
        </p:spPr>
      </p:pic>
      <p:pic>
        <p:nvPicPr>
          <p:cNvPr id="20" name="Imagem 19">
            <a:extLst>
              <a:ext uri="{FF2B5EF4-FFF2-40B4-BE49-F238E27FC236}">
                <a16:creationId xmlns:a16="http://schemas.microsoft.com/office/drawing/2014/main" id="{DB09B32B-C008-140A-D35D-9679D9643232}"/>
              </a:ext>
            </a:extLst>
          </p:cNvPr>
          <p:cNvPicPr>
            <a:picLocks noChangeAspect="1"/>
          </p:cNvPicPr>
          <p:nvPr/>
        </p:nvPicPr>
        <p:blipFill rotWithShape="1">
          <a:blip r:embed="rId6" cstate="screen">
            <a:extLst>
              <a:ext uri="{28A0092B-C50C-407E-A947-70E740481C1C}">
                <a14:useLocalDpi xmlns:a14="http://schemas.microsoft.com/office/drawing/2010/main"/>
              </a:ext>
            </a:extLst>
          </a:blip>
          <a:srcRect/>
          <a:stretch/>
        </p:blipFill>
        <p:spPr>
          <a:xfrm>
            <a:off x="1049198" y="3090178"/>
            <a:ext cx="4480576" cy="1800000"/>
          </a:xfrm>
          <a:prstGeom prst="rect">
            <a:avLst/>
          </a:prstGeom>
          <a:solidFill>
            <a:srgbClr val="FFFFFF">
              <a:shade val="85000"/>
            </a:srgbClr>
          </a:solidFill>
          <a:ln w="88900" cap="sq">
            <a:solidFill>
              <a:srgbClr val="FFFFFF"/>
            </a:solidFill>
            <a:miter lim="800000"/>
          </a:ln>
          <a:effectLst/>
          <a:scene3d>
            <a:camera prst="orthographicFront"/>
            <a:lightRig rig="twoPt" dir="t">
              <a:rot lat="0" lon="0" rev="7200000"/>
            </a:lightRig>
          </a:scene3d>
          <a:sp3d>
            <a:bevelT w="25400" h="19050"/>
            <a:contourClr>
              <a:srgbClr val="FFFFFF"/>
            </a:contourClr>
          </a:sp3d>
        </p:spPr>
      </p:pic>
      <p:pic>
        <p:nvPicPr>
          <p:cNvPr id="15" name="Imagem 14">
            <a:extLst>
              <a:ext uri="{FF2B5EF4-FFF2-40B4-BE49-F238E27FC236}">
                <a16:creationId xmlns:a16="http://schemas.microsoft.com/office/drawing/2014/main" id="{D1A2BE6C-08D6-2025-DD17-78A8AB1B605A}"/>
              </a:ext>
            </a:extLst>
          </p:cNvPr>
          <p:cNvPicPr>
            <a:picLocks noChangeAspect="1"/>
          </p:cNvPicPr>
          <p:nvPr/>
        </p:nvPicPr>
        <p:blipFill rotWithShape="1">
          <a:blip r:embed="rId7" cstate="screen">
            <a:extLst>
              <a:ext uri="{28A0092B-C50C-407E-A947-70E740481C1C}">
                <a14:useLocalDpi xmlns:a14="http://schemas.microsoft.com/office/drawing/2010/main"/>
              </a:ext>
            </a:extLst>
          </a:blip>
          <a:srcRect/>
          <a:stretch/>
        </p:blipFill>
        <p:spPr>
          <a:xfrm>
            <a:off x="1575173" y="4380238"/>
            <a:ext cx="4444370" cy="1800000"/>
          </a:xfrm>
          <a:prstGeom prst="rect">
            <a:avLst/>
          </a:prstGeom>
          <a:solidFill>
            <a:srgbClr val="FFFFFF">
              <a:shade val="85000"/>
            </a:srgbClr>
          </a:solidFill>
          <a:ln w="88900" cap="sq">
            <a:solidFill>
              <a:srgbClr val="FFFFFF"/>
            </a:solidFill>
            <a:miter lim="800000"/>
          </a:ln>
          <a:effectLst/>
          <a:scene3d>
            <a:camera prst="orthographicFront"/>
            <a:lightRig rig="twoPt" dir="t">
              <a:rot lat="0" lon="0" rev="7200000"/>
            </a:lightRig>
          </a:scene3d>
          <a:sp3d>
            <a:bevelT w="25400" h="19050"/>
            <a:contourClr>
              <a:srgbClr val="FFFFFF"/>
            </a:contourClr>
          </a:sp3d>
        </p:spPr>
      </p:pic>
      <p:sp>
        <p:nvSpPr>
          <p:cNvPr id="26" name="Rectángulo 4">
            <a:extLst>
              <a:ext uri="{FF2B5EF4-FFF2-40B4-BE49-F238E27FC236}">
                <a16:creationId xmlns:a16="http://schemas.microsoft.com/office/drawing/2014/main" id="{8FCC10C9-6426-41E4-E7ED-262D028B20A4}"/>
              </a:ext>
            </a:extLst>
          </p:cNvPr>
          <p:cNvSpPr/>
          <p:nvPr/>
        </p:nvSpPr>
        <p:spPr>
          <a:xfrm>
            <a:off x="478971" y="1277150"/>
            <a:ext cx="5733703" cy="5039736"/>
          </a:xfrm>
          <a:prstGeom prst="rect">
            <a:avLst/>
          </a:prstGeom>
          <a:noFill/>
          <a:ln w="12700">
            <a:solidFill>
              <a:schemeClr val="accent4"/>
            </a:solidFill>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300" b="0" i="0" u="none" strike="noStrike" kern="1200" cap="none" spc="0" normalizeH="0" baseline="0" noProof="0" err="1">
              <a:ln>
                <a:noFill/>
              </a:ln>
              <a:solidFill>
                <a:prstClr val="white"/>
              </a:solidFill>
              <a:effectLst/>
              <a:uLnTx/>
              <a:uFillTx/>
              <a:latin typeface="Arial"/>
              <a:ea typeface="+mn-ea"/>
              <a:cs typeface="+mn-cs"/>
            </a:endParaRPr>
          </a:p>
        </p:txBody>
      </p:sp>
      <p:sp>
        <p:nvSpPr>
          <p:cNvPr id="10" name="Rectángulo 4">
            <a:extLst>
              <a:ext uri="{FF2B5EF4-FFF2-40B4-BE49-F238E27FC236}">
                <a16:creationId xmlns:a16="http://schemas.microsoft.com/office/drawing/2014/main" id="{F9577C12-441B-A468-5BA2-EA86BF7DA5A8}"/>
              </a:ext>
            </a:extLst>
          </p:cNvPr>
          <p:cNvSpPr/>
          <p:nvPr/>
        </p:nvSpPr>
        <p:spPr>
          <a:xfrm>
            <a:off x="478971" y="1277150"/>
            <a:ext cx="5733703" cy="396116"/>
          </a:xfrm>
          <a:prstGeom prst="rect">
            <a:avLst/>
          </a:prstGeom>
          <a:solidFill>
            <a:schemeClr val="accent5"/>
          </a:solidFill>
          <a:ln w="12700">
            <a:solidFill>
              <a:schemeClr val="accent5"/>
            </a:solidFill>
            <a:miter lim="400000"/>
          </a:ln>
          <a:effectLst/>
        </p:spPr>
        <p:txBody>
          <a:bodyPr lIns="108000" tIns="72000" rIns="108000" bIns="72000" rtlCol="0" anchor="ctr"/>
          <a:lstStyle/>
          <a:p>
            <a:pPr marL="0" marR="0" lvl="0" indent="0" algn="l" defTabSz="787400" rtl="0" eaLnBrk="1" fontAlgn="auto" latinLnBrk="0" hangingPunct="1">
              <a:lnSpc>
                <a:spcPct val="100000"/>
              </a:lnSpc>
              <a:spcBef>
                <a:spcPts val="0"/>
              </a:spcBef>
              <a:spcAft>
                <a:spcPts val="0"/>
              </a:spcAft>
              <a:buClrTx/>
              <a:buSzPct val="120000"/>
              <a:buFontTx/>
              <a:buNone/>
              <a:tabLst/>
              <a:defRPr/>
            </a:pPr>
            <a:r>
              <a:rPr kumimoji="0" lang="pt-BR" altLang="zh-CN" sz="1400" b="1" i="0" u="none" strike="noStrike" kern="1200" cap="none" spc="0" normalizeH="0" baseline="0" noProof="0">
                <a:ln>
                  <a:noFill/>
                </a:ln>
                <a:solidFill>
                  <a:prstClr val="white"/>
                </a:solidFill>
                <a:effectLst/>
                <a:uLnTx/>
                <a:uFillTx/>
                <a:latin typeface="Arial" charset="0"/>
                <a:ea typeface="-윤고딕130" pitchFamily="18" charset="-127"/>
                <a:cs typeface="+mn-cs"/>
              </a:rPr>
              <a:t>Perfil de demanda</a:t>
            </a:r>
          </a:p>
        </p:txBody>
      </p:sp>
      <p:pic>
        <p:nvPicPr>
          <p:cNvPr id="11" name="Imagem 10">
            <a:extLst>
              <a:ext uri="{FF2B5EF4-FFF2-40B4-BE49-F238E27FC236}">
                <a16:creationId xmlns:a16="http://schemas.microsoft.com/office/drawing/2014/main" id="{CE88773A-5622-E08F-AF31-12922DE14140}"/>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7456193" y="4562721"/>
            <a:ext cx="3383547" cy="1586493"/>
          </a:xfrm>
          <a:prstGeom prst="rect">
            <a:avLst/>
          </a:prstGeom>
          <a:solidFill>
            <a:srgbClr val="FFFFFF">
              <a:shade val="85000"/>
            </a:srgbClr>
          </a:solidFill>
          <a:ln w="88900" cap="sq">
            <a:solidFill>
              <a:srgbClr val="FFFFFF"/>
            </a:solidFill>
            <a:miter lim="800000"/>
          </a:ln>
          <a:effectLst/>
          <a:scene3d>
            <a:camera prst="orthographicFront"/>
            <a:lightRig rig="twoPt" dir="t">
              <a:rot lat="0" lon="0" rev="7200000"/>
            </a:lightRig>
          </a:scene3d>
          <a:sp3d>
            <a:bevelT w="25400" h="19050"/>
            <a:contourClr>
              <a:srgbClr val="FFFFFF"/>
            </a:contourClr>
          </a:sp3d>
        </p:spPr>
      </p:pic>
      <p:pic>
        <p:nvPicPr>
          <p:cNvPr id="24" name="Imagem 23">
            <a:extLst>
              <a:ext uri="{FF2B5EF4-FFF2-40B4-BE49-F238E27FC236}">
                <a16:creationId xmlns:a16="http://schemas.microsoft.com/office/drawing/2014/main" id="{2D15CC63-369E-1DD3-521A-7F4721EC0D4D}"/>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6502400" y="1803400"/>
            <a:ext cx="3710558" cy="1592532"/>
          </a:xfrm>
          <a:prstGeom prst="rect">
            <a:avLst/>
          </a:prstGeom>
          <a:solidFill>
            <a:srgbClr val="FFFFFF">
              <a:shade val="85000"/>
            </a:srgbClr>
          </a:solidFill>
          <a:ln w="88900" cap="sq">
            <a:solidFill>
              <a:srgbClr val="FFFFFF"/>
            </a:solidFill>
            <a:miter lim="800000"/>
          </a:ln>
          <a:effectLst/>
          <a:scene3d>
            <a:camera prst="orthographicFront"/>
            <a:lightRig rig="twoPt" dir="t">
              <a:rot lat="0" lon="0" rev="7200000"/>
            </a:lightRig>
          </a:scene3d>
          <a:sp3d>
            <a:bevelT w="25400" h="19050"/>
            <a:contourClr>
              <a:srgbClr val="FFFFFF"/>
            </a:contourClr>
          </a:sp3d>
        </p:spPr>
      </p:pic>
      <p:sp>
        <p:nvSpPr>
          <p:cNvPr id="32" name="Rectángulo 4">
            <a:extLst>
              <a:ext uri="{FF2B5EF4-FFF2-40B4-BE49-F238E27FC236}">
                <a16:creationId xmlns:a16="http://schemas.microsoft.com/office/drawing/2014/main" id="{E9D9FFD4-C450-79D2-6844-DBE78F40035C}"/>
              </a:ext>
            </a:extLst>
          </p:cNvPr>
          <p:cNvSpPr/>
          <p:nvPr/>
        </p:nvSpPr>
        <p:spPr>
          <a:xfrm>
            <a:off x="6331474" y="1277150"/>
            <a:ext cx="5632986" cy="2618137"/>
          </a:xfrm>
          <a:prstGeom prst="rect">
            <a:avLst/>
          </a:prstGeom>
          <a:noFill/>
          <a:ln w="12700">
            <a:solidFill>
              <a:schemeClr val="accent4"/>
            </a:solidFill>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300" b="0" i="0" u="none" strike="noStrike" kern="1200" cap="none" spc="0" normalizeH="0" baseline="0" noProof="0" err="1">
              <a:ln>
                <a:noFill/>
              </a:ln>
              <a:solidFill>
                <a:prstClr val="white"/>
              </a:solidFill>
              <a:effectLst/>
              <a:uLnTx/>
              <a:uFillTx/>
              <a:latin typeface="Arial"/>
              <a:ea typeface="+mn-ea"/>
              <a:cs typeface="+mn-cs"/>
            </a:endParaRPr>
          </a:p>
        </p:txBody>
      </p:sp>
      <p:sp>
        <p:nvSpPr>
          <p:cNvPr id="6" name="Rectángulo 4">
            <a:extLst>
              <a:ext uri="{FF2B5EF4-FFF2-40B4-BE49-F238E27FC236}">
                <a16:creationId xmlns:a16="http://schemas.microsoft.com/office/drawing/2014/main" id="{585EE06A-5D68-C7F7-F04E-39D8E8E07666}"/>
              </a:ext>
            </a:extLst>
          </p:cNvPr>
          <p:cNvSpPr/>
          <p:nvPr/>
        </p:nvSpPr>
        <p:spPr>
          <a:xfrm>
            <a:off x="6331474" y="4008125"/>
            <a:ext cx="5632986" cy="2308760"/>
          </a:xfrm>
          <a:prstGeom prst="rect">
            <a:avLst/>
          </a:prstGeom>
          <a:noFill/>
          <a:ln w="12700">
            <a:solidFill>
              <a:schemeClr val="accent4"/>
            </a:solidFill>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300" b="0" i="0" u="none" strike="noStrike" kern="1200" cap="none" spc="0" normalizeH="0" baseline="0" noProof="0" err="1">
              <a:ln>
                <a:noFill/>
              </a:ln>
              <a:solidFill>
                <a:prstClr val="white"/>
              </a:solidFill>
              <a:effectLst/>
              <a:uLnTx/>
              <a:uFillTx/>
              <a:latin typeface="Arial"/>
              <a:ea typeface="+mn-ea"/>
              <a:cs typeface="+mn-cs"/>
            </a:endParaRPr>
          </a:p>
        </p:txBody>
      </p:sp>
      <p:sp>
        <p:nvSpPr>
          <p:cNvPr id="12" name="Rectángulo 4">
            <a:extLst>
              <a:ext uri="{FF2B5EF4-FFF2-40B4-BE49-F238E27FC236}">
                <a16:creationId xmlns:a16="http://schemas.microsoft.com/office/drawing/2014/main" id="{AB719FFF-0137-F365-9EEF-FD81DC31812D}"/>
              </a:ext>
            </a:extLst>
          </p:cNvPr>
          <p:cNvSpPr/>
          <p:nvPr/>
        </p:nvSpPr>
        <p:spPr>
          <a:xfrm>
            <a:off x="6331474" y="1277150"/>
            <a:ext cx="5632986" cy="396116"/>
          </a:xfrm>
          <a:prstGeom prst="rect">
            <a:avLst/>
          </a:prstGeom>
          <a:solidFill>
            <a:schemeClr val="accent5"/>
          </a:solidFill>
          <a:ln w="12700">
            <a:solidFill>
              <a:schemeClr val="accent5"/>
            </a:solidFill>
            <a:miter lim="400000"/>
          </a:ln>
          <a:effectLst/>
        </p:spPr>
        <p:txBody>
          <a:bodyPr lIns="108000" tIns="72000" rIns="108000" bIns="72000" rtlCol="0" anchor="ctr"/>
          <a:lstStyle/>
          <a:p>
            <a:pPr marL="0" marR="0" lvl="0" indent="0" algn="l" defTabSz="787400" rtl="0" eaLnBrk="1" fontAlgn="auto" latinLnBrk="0" hangingPunct="1">
              <a:lnSpc>
                <a:spcPct val="100000"/>
              </a:lnSpc>
              <a:spcBef>
                <a:spcPts val="0"/>
              </a:spcBef>
              <a:spcAft>
                <a:spcPts val="0"/>
              </a:spcAft>
              <a:buClrTx/>
              <a:buSzPct val="120000"/>
              <a:buFontTx/>
              <a:buNone/>
              <a:tabLst/>
              <a:defRPr/>
            </a:pPr>
            <a:r>
              <a:rPr kumimoji="0" lang="pt-BR" altLang="zh-CN" sz="1400" b="1" i="0" u="none" strike="noStrike" kern="1200" cap="none" spc="0" normalizeH="0" baseline="0" noProof="0">
                <a:ln>
                  <a:noFill/>
                </a:ln>
                <a:solidFill>
                  <a:prstClr val="white"/>
                </a:solidFill>
                <a:effectLst/>
                <a:uLnTx/>
                <a:uFillTx/>
                <a:latin typeface="Arial" charset="0"/>
                <a:ea typeface="-윤고딕130" pitchFamily="18" charset="-127"/>
                <a:cs typeface="+mn-cs"/>
              </a:rPr>
              <a:t>Capacidade produtiva</a:t>
            </a:r>
          </a:p>
        </p:txBody>
      </p:sp>
      <p:sp>
        <p:nvSpPr>
          <p:cNvPr id="13" name="Rectángulo 4">
            <a:extLst>
              <a:ext uri="{FF2B5EF4-FFF2-40B4-BE49-F238E27FC236}">
                <a16:creationId xmlns:a16="http://schemas.microsoft.com/office/drawing/2014/main" id="{ADE38D3C-89D1-709B-9E49-C5C35F222CE0}"/>
              </a:ext>
            </a:extLst>
          </p:cNvPr>
          <p:cNvSpPr/>
          <p:nvPr/>
        </p:nvSpPr>
        <p:spPr>
          <a:xfrm>
            <a:off x="6331474" y="4008125"/>
            <a:ext cx="5632986" cy="396116"/>
          </a:xfrm>
          <a:prstGeom prst="rect">
            <a:avLst/>
          </a:prstGeom>
          <a:solidFill>
            <a:schemeClr val="accent5"/>
          </a:solidFill>
          <a:ln w="12700">
            <a:solidFill>
              <a:schemeClr val="accent5"/>
            </a:solidFill>
            <a:miter lim="400000"/>
          </a:ln>
          <a:effectLst/>
        </p:spPr>
        <p:txBody>
          <a:bodyPr lIns="108000" tIns="72000" rIns="108000" bIns="72000" rtlCol="0" anchor="ctr"/>
          <a:lstStyle/>
          <a:p>
            <a:pPr marL="0" marR="0" lvl="0" indent="0" algn="l" defTabSz="787400" rtl="0" eaLnBrk="1" fontAlgn="auto" latinLnBrk="0" hangingPunct="1">
              <a:lnSpc>
                <a:spcPct val="100000"/>
              </a:lnSpc>
              <a:spcBef>
                <a:spcPts val="0"/>
              </a:spcBef>
              <a:spcAft>
                <a:spcPts val="0"/>
              </a:spcAft>
              <a:buClrTx/>
              <a:buSzPct val="120000"/>
              <a:buFontTx/>
              <a:buNone/>
              <a:tabLst/>
              <a:defRPr/>
            </a:pPr>
            <a:r>
              <a:rPr kumimoji="0" lang="pt-BR" altLang="zh-CN" sz="1400" b="1" i="0" u="none" strike="noStrike" kern="1200" cap="none" spc="0" normalizeH="0" baseline="0" noProof="0">
                <a:ln>
                  <a:noFill/>
                </a:ln>
                <a:solidFill>
                  <a:prstClr val="white"/>
                </a:solidFill>
                <a:effectLst/>
                <a:uLnTx/>
                <a:uFillTx/>
                <a:latin typeface="Arial" charset="0"/>
                <a:ea typeface="-윤고딕130" pitchFamily="18" charset="-127"/>
                <a:cs typeface="+mn-cs"/>
              </a:rPr>
              <a:t>Estimativa de preços</a:t>
            </a:r>
          </a:p>
        </p:txBody>
      </p:sp>
      <p:pic>
        <p:nvPicPr>
          <p:cNvPr id="9" name="Imagem 8">
            <a:extLst>
              <a:ext uri="{FF2B5EF4-FFF2-40B4-BE49-F238E27FC236}">
                <a16:creationId xmlns:a16="http://schemas.microsoft.com/office/drawing/2014/main" id="{5BA5AA1C-8BCA-A267-B97A-101C9E7D216D}"/>
              </a:ext>
            </a:extLst>
          </p:cNvPr>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a:xfrm>
            <a:off x="8102600" y="2171700"/>
            <a:ext cx="3710558" cy="1581613"/>
          </a:xfrm>
          <a:prstGeom prst="rect">
            <a:avLst/>
          </a:prstGeom>
          <a:solidFill>
            <a:srgbClr val="FFFFFF">
              <a:shade val="85000"/>
            </a:srgbClr>
          </a:solidFill>
          <a:ln w="88900" cap="sq">
            <a:solidFill>
              <a:srgbClr val="FFFFFF"/>
            </a:solidFill>
            <a:miter lim="800000"/>
          </a:ln>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46415567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to 4" hidden="1">
            <a:extLst>
              <a:ext uri="{FF2B5EF4-FFF2-40B4-BE49-F238E27FC236}">
                <a16:creationId xmlns:a16="http://schemas.microsoft.com/office/drawing/2014/main" id="{D4A188E8-8C11-73CA-C6CA-ADC0BB4CAD29}"/>
              </a:ext>
            </a:extLst>
          </p:cNvPr>
          <p:cNvGraphicFramePr>
            <a:graphicFrameLocks noChangeAspect="1"/>
          </p:cNvGraphicFramePr>
          <p:nvPr>
            <p:custDataLst>
              <p:tags r:id="rId1"/>
            </p:custDataLst>
            <p:extLst>
              <p:ext uri="{D42A27DB-BD31-4B8C-83A1-F6EECF244321}">
                <p14:modId xmlns:p14="http://schemas.microsoft.com/office/powerpoint/2010/main" val="37370492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Slide do think-cell" r:id="rId4" imgW="395" imgH="396" progId="TCLayout.ActiveDocument.1">
                  <p:embed/>
                </p:oleObj>
              </mc:Choice>
              <mc:Fallback>
                <p:oleObj name="Slide do think-cell" r:id="rId4" imgW="395" imgH="396" progId="TCLayout.ActiveDocument.1">
                  <p:embed/>
                  <p:pic>
                    <p:nvPicPr>
                      <p:cNvPr id="5" name="Objeto 4" hidden="1">
                        <a:extLst>
                          <a:ext uri="{FF2B5EF4-FFF2-40B4-BE49-F238E27FC236}">
                            <a16:creationId xmlns:a16="http://schemas.microsoft.com/office/drawing/2014/main" id="{D4A188E8-8C11-73CA-C6CA-ADC0BB4CAD2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cxnSp>
        <p:nvCxnSpPr>
          <p:cNvPr id="27" name="Conector de Seta Reta 39">
            <a:extLst>
              <a:ext uri="{FF2B5EF4-FFF2-40B4-BE49-F238E27FC236}">
                <a16:creationId xmlns:a16="http://schemas.microsoft.com/office/drawing/2014/main" id="{8719459D-EFB1-9EE7-5B20-CA6C7CE888EC}"/>
              </a:ext>
            </a:extLst>
          </p:cNvPr>
          <p:cNvCxnSpPr>
            <a:cxnSpLocks/>
          </p:cNvCxnSpPr>
          <p:nvPr/>
        </p:nvCxnSpPr>
        <p:spPr>
          <a:xfrm>
            <a:off x="965714" y="843733"/>
            <a:ext cx="3456000" cy="0"/>
          </a:xfrm>
          <a:prstGeom prst="straightConnector1">
            <a:avLst/>
          </a:prstGeom>
          <a:ln w="19050">
            <a:solidFill>
              <a:schemeClr val="bg1">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8" name="CaixaDeTexto 40">
            <a:extLst>
              <a:ext uri="{FF2B5EF4-FFF2-40B4-BE49-F238E27FC236}">
                <a16:creationId xmlns:a16="http://schemas.microsoft.com/office/drawing/2014/main" id="{74D287C3-C04C-A58E-C4AA-9951FDB2CE9A}"/>
              </a:ext>
            </a:extLst>
          </p:cNvPr>
          <p:cNvSpPr txBox="1"/>
          <p:nvPr/>
        </p:nvSpPr>
        <p:spPr bwMode="auto">
          <a:xfrm>
            <a:off x="2207953" y="755248"/>
            <a:ext cx="971521" cy="176972"/>
          </a:xfrm>
          <a:prstGeom prst="rect">
            <a:avLst/>
          </a:prstGeom>
          <a:solidFill>
            <a:schemeClr val="bg1"/>
          </a:solidFill>
          <a:ln w="9525">
            <a:noFill/>
            <a:miter lim="800000"/>
            <a:headEnd/>
            <a:tailEnd/>
          </a:ln>
        </p:spPr>
        <p:txBody>
          <a:bodyPr vert="horz" wrap="none" lIns="108000" tIns="0" rIns="108000" bIns="0" numCol="1" rtlCol="0" anchor="ctr" anchorCtr="0" compatLnSpc="1">
            <a:prstTxWarp prst="textNoShape">
              <a:avLst/>
            </a:prstTxWarp>
            <a:spAutoFit/>
          </a:bodyPr>
          <a:lstStyle>
            <a:defPPr>
              <a:defRPr lang="pt-BR"/>
            </a:defPPr>
            <a:lvl1pPr algn="ctr">
              <a:spcBef>
                <a:spcPts val="0"/>
              </a:spcBef>
              <a:spcAft>
                <a:spcPts val="600"/>
              </a:spcAft>
              <a:defRPr sz="1200" kern="0"/>
            </a:lvl1p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pt-BR" sz="1150" b="1" i="0" u="none" strike="noStrike" kern="0" cap="none" spc="0" normalizeH="0" baseline="0" noProof="0">
                <a:ln>
                  <a:noFill/>
                </a:ln>
                <a:solidFill>
                  <a:srgbClr val="071C25"/>
                </a:solidFill>
                <a:effectLst/>
                <a:uLnTx/>
                <a:uFillTx/>
                <a:latin typeface="Arial"/>
                <a:ea typeface="+mn-ea"/>
                <a:cs typeface="+mn-cs"/>
              </a:rPr>
              <a:t>5 semanas</a:t>
            </a:r>
          </a:p>
        </p:txBody>
      </p:sp>
      <p:sp>
        <p:nvSpPr>
          <p:cNvPr id="14" name="Arrow: Chevron 70">
            <a:extLst>
              <a:ext uri="{FF2B5EF4-FFF2-40B4-BE49-F238E27FC236}">
                <a16:creationId xmlns:a16="http://schemas.microsoft.com/office/drawing/2014/main" id="{95DA9894-740F-0C42-A9D0-69C3C5F865CC}"/>
              </a:ext>
            </a:extLst>
          </p:cNvPr>
          <p:cNvSpPr>
            <a:spLocks/>
          </p:cNvSpPr>
          <p:nvPr/>
        </p:nvSpPr>
        <p:spPr>
          <a:xfrm>
            <a:off x="965713" y="994451"/>
            <a:ext cx="3708000" cy="525600"/>
          </a:xfrm>
          <a:prstGeom prst="homePlate">
            <a:avLst>
              <a:gd name="adj" fmla="val 17254"/>
            </a:avLst>
          </a:prstGeom>
          <a:solidFill>
            <a:schemeClr val="accent2"/>
          </a:solidFill>
          <a:ln w="38100">
            <a:noFill/>
          </a:ln>
          <a:effectLst/>
        </p:spPr>
        <p:style>
          <a:lnRef idx="1">
            <a:schemeClr val="accent1"/>
          </a:lnRef>
          <a:fillRef idx="3">
            <a:schemeClr val="accent1"/>
          </a:fillRef>
          <a:effectRef idx="2">
            <a:schemeClr val="accent1"/>
          </a:effectRef>
          <a:fontRef idx="minor">
            <a:schemeClr val="lt1"/>
          </a:fontRef>
        </p:style>
        <p:txBody>
          <a:bodyPr lIns="108000" tIns="0" rIns="108000" bIns="0" rtlCol="0" anchor="ctr" anchorCtr="1"/>
          <a:lstStyle/>
          <a:p>
            <a:pPr marL="0" marR="0" lvl="1" indent="0" algn="l" defTabSz="914400" rtl="0" eaLnBrk="1" fontAlgn="auto" latinLnBrk="0" hangingPunct="1">
              <a:lnSpc>
                <a:spcPts val="1400"/>
              </a:lnSpc>
              <a:spcBef>
                <a:spcPts val="0"/>
              </a:spcBef>
              <a:spcAft>
                <a:spcPts val="0"/>
              </a:spcAft>
              <a:buClrTx/>
              <a:buSzTx/>
              <a:buFontTx/>
              <a:buNone/>
              <a:tabLst/>
              <a:defRPr/>
            </a:pPr>
            <a:r>
              <a:rPr kumimoji="0" lang="pt-BR" sz="1150" b="1" i="0" u="none" strike="noStrike" kern="1200" cap="none" spc="0" normalizeH="0" baseline="0" noProof="0">
                <a:ln>
                  <a:noFill/>
                </a:ln>
                <a:solidFill>
                  <a:prstClr val="white"/>
                </a:solidFill>
                <a:effectLst/>
                <a:uLnTx/>
                <a:uFillTx/>
                <a:latin typeface="Arial"/>
                <a:ea typeface="+mn-ea"/>
                <a:cs typeface="+mn-cs"/>
              </a:rPr>
              <a:t>Visão do Mercado &amp; Diagnóstico comercial</a:t>
            </a:r>
          </a:p>
        </p:txBody>
      </p:sp>
      <p:sp>
        <p:nvSpPr>
          <p:cNvPr id="45" name="Rectangle 53">
            <a:extLst>
              <a:ext uri="{FF2B5EF4-FFF2-40B4-BE49-F238E27FC236}">
                <a16:creationId xmlns:a16="http://schemas.microsoft.com/office/drawing/2014/main" id="{B3DAC3CF-AB2E-B135-9067-745034BBEF3C}"/>
              </a:ext>
            </a:extLst>
          </p:cNvPr>
          <p:cNvSpPr txBox="1"/>
          <p:nvPr/>
        </p:nvSpPr>
        <p:spPr>
          <a:xfrm>
            <a:off x="965714" y="1582541"/>
            <a:ext cx="3528000" cy="3716402"/>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marL="0" lvl="0" indent="0" defTabSz="895350" eaLnBrk="1" hangingPunct="1">
              <a:buClr>
                <a:schemeClr val="tx2"/>
              </a:buClr>
              <a:defRPr baseline="0">
                <a:latin typeface="+mn-lt"/>
              </a:defRPr>
            </a:lvl1pPr>
            <a:lvl2pPr marL="193675" lvl="1" indent="-192088" defTabSz="895350" eaLnBrk="1" hangingPunct="1">
              <a:buClr>
                <a:schemeClr val="tx2"/>
              </a:buClr>
              <a:buSzPct val="125000"/>
              <a:buFont typeface="Arial" charset="0"/>
              <a:buChar char="▪"/>
              <a:defRPr baseline="0">
                <a:latin typeface="+mn-lt"/>
              </a:defRPr>
            </a:lvl2pPr>
            <a:lvl3pPr marL="457200" lvl="2" indent="-261938" defTabSz="895350" eaLnBrk="1" hangingPunct="1">
              <a:buClr>
                <a:schemeClr val="tx2"/>
              </a:buClr>
              <a:buSzPct val="120000"/>
              <a:buFont typeface="Arial" charset="0"/>
              <a:buChar char="–"/>
              <a:defRPr baseline="0">
                <a:latin typeface="+mn-lt"/>
              </a:defRPr>
            </a:lvl3pPr>
            <a:lvl4pPr marL="614363" lvl="3" indent="-155575" defTabSz="895350" eaLnBrk="1" hangingPunct="1">
              <a:buClr>
                <a:schemeClr val="tx2"/>
              </a:buClr>
              <a:buSzPct val="120000"/>
              <a:buFont typeface="Arial" charset="0"/>
              <a:buChar char="▫"/>
              <a:defRPr baseline="0">
                <a:latin typeface="+mn-lt"/>
              </a:defRPr>
            </a:lvl4pPr>
            <a:lvl5pPr marL="749808" lvl="4" indent="-130175" defTabSz="895350" eaLnBrk="1" hangingPunct="1">
              <a:buClr>
                <a:schemeClr val="tx2"/>
              </a:buClr>
              <a:buSzPct val="89000"/>
              <a:buFont typeface="Arial" charset="0"/>
              <a:buChar char="-"/>
              <a:defRPr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Entrevistar executivos e gestores (incluindo área comercial) para mapear visão, estratégia e ambição para a Morro Verde</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Analisar potencial de demanda por fertilizantes fosfatados em raios de distância das minas atuais (300 ~ 600 km)</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Ajustar proposta de valor e segmentação (ex. culturas, tamanho do cliente e distância da fábrica)</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Mapear e identificar dores, desafios e lacunas atuais na atuação comercial (ex. canais usados, segmentos, preços)</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Realizar diagnóstico abrangente do desempenho comercial da Morro Verde (ex. evolução de vendas e rentabilidade por região/cliente/canal, margens, </a:t>
            </a:r>
            <a:r>
              <a:rPr kumimoji="0" lang="pt-BR" sz="1150" b="0" i="1" u="none" strike="noStrike" kern="1200" cap="none" spc="0" normalizeH="0" baseline="0" noProof="0" err="1">
                <a:ln>
                  <a:noFill/>
                </a:ln>
                <a:solidFill>
                  <a:srgbClr val="071C25"/>
                </a:solidFill>
                <a:effectLst/>
                <a:uLnTx/>
                <a:uFillTx/>
                <a:latin typeface="Arial"/>
                <a:ea typeface="+mn-ea"/>
                <a:cs typeface="+mn-cs"/>
              </a:rPr>
              <a:t>market</a:t>
            </a:r>
            <a:r>
              <a:rPr kumimoji="0" lang="pt-BR" sz="1150" b="0" i="1" u="none" strike="noStrike" kern="1200" cap="none" spc="0" normalizeH="0" baseline="0" noProof="0">
                <a:ln>
                  <a:noFill/>
                </a:ln>
                <a:solidFill>
                  <a:srgbClr val="071C25"/>
                </a:solidFill>
                <a:effectLst/>
                <a:uLnTx/>
                <a:uFillTx/>
                <a:latin typeface="Arial"/>
                <a:ea typeface="+mn-ea"/>
                <a:cs typeface="+mn-cs"/>
              </a:rPr>
              <a:t> </a:t>
            </a:r>
            <a:r>
              <a:rPr kumimoji="0" lang="pt-BR" sz="1150" b="0" i="1" u="none" strike="noStrike" kern="1200" cap="none" spc="0" normalizeH="0" baseline="0" noProof="0" err="1">
                <a:ln>
                  <a:noFill/>
                </a:ln>
                <a:solidFill>
                  <a:srgbClr val="071C25"/>
                </a:solidFill>
                <a:effectLst/>
                <a:uLnTx/>
                <a:uFillTx/>
                <a:latin typeface="Arial"/>
                <a:ea typeface="+mn-ea"/>
                <a:cs typeface="+mn-cs"/>
              </a:rPr>
              <a:t>share</a:t>
            </a:r>
            <a:r>
              <a:rPr kumimoji="0" lang="pt-BR" sz="1150" b="0" i="0" u="none" strike="noStrike" kern="1200" cap="none" spc="0" normalizeH="0" baseline="0" noProof="0">
                <a:ln>
                  <a:noFill/>
                </a:ln>
                <a:solidFill>
                  <a:srgbClr val="071C25"/>
                </a:solidFill>
                <a:effectLst/>
                <a:uLnTx/>
                <a:uFillTx/>
                <a:latin typeface="Arial"/>
                <a:ea typeface="+mn-ea"/>
                <a:cs typeface="+mn-cs"/>
              </a:rPr>
              <a:t>, distribuição da força comercial etc.)</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Conduzir diagnóstico rápido em </a:t>
            </a:r>
            <a:r>
              <a:rPr kumimoji="0" lang="pt-BR" sz="1150" b="0" i="1" u="none" strike="noStrike" kern="1200" cap="none" spc="0" normalizeH="0" baseline="0" noProof="0" err="1">
                <a:ln>
                  <a:noFill/>
                </a:ln>
                <a:solidFill>
                  <a:srgbClr val="071C25"/>
                </a:solidFill>
                <a:effectLst/>
                <a:uLnTx/>
                <a:uFillTx/>
                <a:latin typeface="Arial"/>
                <a:ea typeface="+mn-ea"/>
                <a:cs typeface="+mn-cs"/>
              </a:rPr>
              <a:t>pricing</a:t>
            </a:r>
            <a:r>
              <a:rPr kumimoji="0" lang="pt-BR" sz="1150" b="0" i="1" u="none" strike="noStrike" kern="1200" cap="none" spc="0" normalizeH="0" baseline="0" noProof="0">
                <a:ln>
                  <a:noFill/>
                </a:ln>
                <a:solidFill>
                  <a:srgbClr val="071C25"/>
                </a:solidFill>
                <a:effectLst/>
                <a:uLnTx/>
                <a:uFillTx/>
                <a:latin typeface="Arial"/>
                <a:ea typeface="+mn-ea"/>
                <a:cs typeface="+mn-cs"/>
              </a:rPr>
              <a:t> </a:t>
            </a:r>
            <a:r>
              <a:rPr kumimoji="0" lang="pt-BR" sz="1150" b="0" i="0" u="none" strike="noStrike" kern="1200" cap="none" spc="0" normalizeH="0" baseline="0" noProof="0">
                <a:ln>
                  <a:noFill/>
                </a:ln>
                <a:solidFill>
                  <a:srgbClr val="071C25"/>
                </a:solidFill>
                <a:effectLst/>
                <a:uLnTx/>
                <a:uFillTx/>
                <a:latin typeface="Arial"/>
                <a:ea typeface="+mn-ea"/>
                <a:cs typeface="+mn-cs"/>
              </a:rPr>
              <a:t>para identificar principais dores e desafios do processo de precificação atual, bem como oportunidades de melhoria</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Avaliar perspectiva futura do mercado de fosfato, incluindo estimativa de preços e estoques</a:t>
            </a:r>
          </a:p>
        </p:txBody>
      </p:sp>
      <p:sp>
        <p:nvSpPr>
          <p:cNvPr id="49" name="Rectangle 53">
            <a:extLst>
              <a:ext uri="{FF2B5EF4-FFF2-40B4-BE49-F238E27FC236}">
                <a16:creationId xmlns:a16="http://schemas.microsoft.com/office/drawing/2014/main" id="{055A0BBA-99C0-7FD9-C3FC-698DB37CE77B}"/>
              </a:ext>
            </a:extLst>
          </p:cNvPr>
          <p:cNvSpPr txBox="1"/>
          <p:nvPr/>
        </p:nvSpPr>
        <p:spPr>
          <a:xfrm>
            <a:off x="1289714" y="5644971"/>
            <a:ext cx="3132000" cy="176972"/>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marL="0" lvl="0" indent="0" defTabSz="895350" eaLnBrk="1" hangingPunct="1">
              <a:buClr>
                <a:schemeClr val="tx2"/>
              </a:buClr>
              <a:defRPr baseline="0">
                <a:latin typeface="+mn-lt"/>
              </a:defRPr>
            </a:lvl1pPr>
            <a:lvl2pPr marL="193675" lvl="1" indent="-192088" defTabSz="895350" eaLnBrk="1" hangingPunct="1">
              <a:buClr>
                <a:schemeClr val="tx2"/>
              </a:buClr>
              <a:buSzPct val="125000"/>
              <a:buFont typeface="Arial" charset="0"/>
              <a:buChar char="▪"/>
              <a:defRPr baseline="0">
                <a:latin typeface="+mn-lt"/>
              </a:defRPr>
            </a:lvl2pPr>
            <a:lvl3pPr marL="457200" lvl="2" indent="-261938" defTabSz="895350" eaLnBrk="1" hangingPunct="1">
              <a:buClr>
                <a:schemeClr val="tx2"/>
              </a:buClr>
              <a:buSzPct val="120000"/>
              <a:buFont typeface="Arial" charset="0"/>
              <a:buChar char="–"/>
              <a:defRPr baseline="0">
                <a:latin typeface="+mn-lt"/>
              </a:defRPr>
            </a:lvl3pPr>
            <a:lvl4pPr marL="614363" lvl="3" indent="-155575" defTabSz="895350" eaLnBrk="1" hangingPunct="1">
              <a:buClr>
                <a:schemeClr val="tx2"/>
              </a:buClr>
              <a:buSzPct val="120000"/>
              <a:buFont typeface="Arial" charset="0"/>
              <a:buChar char="▫"/>
              <a:defRPr baseline="0">
                <a:latin typeface="+mn-lt"/>
              </a:defRPr>
            </a:lvl4pPr>
            <a:lvl5pPr marL="749808" lvl="4" indent="-130175" defTabSz="895350" eaLnBrk="1" hangingPunct="1">
              <a:buClr>
                <a:schemeClr val="tx2"/>
              </a:buClr>
              <a:buSzPct val="89000"/>
              <a:buFont typeface="Arial" charset="0"/>
              <a:buChar char="-"/>
              <a:defRPr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marL="0" marR="0" lvl="1" indent="0" algn="l" defTabSz="895350" rtl="0" eaLnBrk="1" fontAlgn="auto" latinLnBrk="0" hangingPunct="1">
              <a:lnSpc>
                <a:spcPct val="100000"/>
              </a:lnSpc>
              <a:spcBef>
                <a:spcPts val="0"/>
              </a:spcBef>
              <a:spcAft>
                <a:spcPts val="0"/>
              </a:spcAft>
              <a:buClr>
                <a:srgbClr val="020E66"/>
              </a:buClr>
              <a:buSzPct val="125000"/>
              <a:buFont typeface="Arial" charset="0"/>
              <a:buNone/>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Diagnóstico do desempenho comercial atual</a:t>
            </a:r>
          </a:p>
        </p:txBody>
      </p:sp>
      <p:sp>
        <p:nvSpPr>
          <p:cNvPr id="56" name="Oval 43">
            <a:extLst>
              <a:ext uri="{FF2B5EF4-FFF2-40B4-BE49-F238E27FC236}">
                <a16:creationId xmlns:a16="http://schemas.microsoft.com/office/drawing/2014/main" id="{8E702B63-91F6-C983-FDB5-05B34CF5FA5D}"/>
              </a:ext>
            </a:extLst>
          </p:cNvPr>
          <p:cNvSpPr/>
          <p:nvPr/>
        </p:nvSpPr>
        <p:spPr>
          <a:xfrm>
            <a:off x="965714" y="5381087"/>
            <a:ext cx="216000" cy="216000"/>
          </a:xfrm>
          <a:prstGeom prst="ellipse">
            <a:avLst/>
          </a:prstGeom>
          <a:solidFill>
            <a:schemeClr val="accent5"/>
          </a:solidFill>
          <a:ln w="9525">
            <a:noFill/>
            <a:round/>
            <a:headEnd/>
            <a:tailEnd/>
          </a:ln>
          <a:effec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150" b="1" i="0" u="none" strike="noStrike" kern="0" cap="none" spc="0" normalizeH="0" baseline="0" noProof="0">
                <a:ln>
                  <a:noFill/>
                </a:ln>
                <a:solidFill>
                  <a:prstClr val="white"/>
                </a:solidFill>
                <a:effectLst/>
                <a:uLnTx/>
                <a:uFillTx/>
                <a:latin typeface="Arial"/>
                <a:ea typeface="+mn-ea"/>
                <a:cs typeface="Calibri" panose="020F0502020204030204" pitchFamily="34" charset="0"/>
              </a:rPr>
              <a:t>1</a:t>
            </a:r>
          </a:p>
        </p:txBody>
      </p:sp>
      <p:sp>
        <p:nvSpPr>
          <p:cNvPr id="110" name="Oval 43">
            <a:extLst>
              <a:ext uri="{FF2B5EF4-FFF2-40B4-BE49-F238E27FC236}">
                <a16:creationId xmlns:a16="http://schemas.microsoft.com/office/drawing/2014/main" id="{BA9A75C6-AA35-0871-715D-A511DC5238BD}"/>
              </a:ext>
            </a:extLst>
          </p:cNvPr>
          <p:cNvSpPr/>
          <p:nvPr/>
        </p:nvSpPr>
        <p:spPr>
          <a:xfrm>
            <a:off x="965714" y="5644971"/>
            <a:ext cx="216000" cy="216000"/>
          </a:xfrm>
          <a:prstGeom prst="ellipse">
            <a:avLst/>
          </a:prstGeom>
          <a:solidFill>
            <a:schemeClr val="accent5"/>
          </a:solidFill>
          <a:ln w="9525">
            <a:noFill/>
            <a:round/>
            <a:headEnd/>
            <a:tailEnd/>
          </a:ln>
          <a:effec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150" b="1" i="0" u="none" strike="noStrike" kern="0" cap="none" spc="0" normalizeH="0" baseline="0" noProof="0">
                <a:ln>
                  <a:noFill/>
                </a:ln>
                <a:solidFill>
                  <a:prstClr val="white"/>
                </a:solidFill>
                <a:effectLst/>
                <a:uLnTx/>
                <a:uFillTx/>
                <a:latin typeface="Arial"/>
                <a:ea typeface="+mn-ea"/>
                <a:cs typeface="Calibri" panose="020F0502020204030204" pitchFamily="34" charset="0"/>
              </a:rPr>
              <a:t>2</a:t>
            </a:r>
          </a:p>
        </p:txBody>
      </p:sp>
      <p:sp>
        <p:nvSpPr>
          <p:cNvPr id="38" name="Rectangle 53">
            <a:extLst>
              <a:ext uri="{FF2B5EF4-FFF2-40B4-BE49-F238E27FC236}">
                <a16:creationId xmlns:a16="http://schemas.microsoft.com/office/drawing/2014/main" id="{71AF2B9D-7952-B2C1-0187-CBC34AADF296}"/>
              </a:ext>
            </a:extLst>
          </p:cNvPr>
          <p:cNvSpPr txBox="1"/>
          <p:nvPr/>
        </p:nvSpPr>
        <p:spPr>
          <a:xfrm>
            <a:off x="1289714" y="5908855"/>
            <a:ext cx="3132000" cy="176972"/>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marL="0" lvl="0" indent="0" defTabSz="895350" eaLnBrk="1" hangingPunct="1">
              <a:buClr>
                <a:schemeClr val="tx2"/>
              </a:buClr>
              <a:defRPr baseline="0">
                <a:latin typeface="+mn-lt"/>
              </a:defRPr>
            </a:lvl1pPr>
            <a:lvl2pPr marL="193675" lvl="1" indent="-192088" defTabSz="895350" eaLnBrk="1" hangingPunct="1">
              <a:buClr>
                <a:schemeClr val="tx2"/>
              </a:buClr>
              <a:buSzPct val="125000"/>
              <a:buFont typeface="Arial" charset="0"/>
              <a:buChar char="▪"/>
              <a:defRPr baseline="0">
                <a:latin typeface="+mn-lt"/>
              </a:defRPr>
            </a:lvl2pPr>
            <a:lvl3pPr marL="457200" lvl="2" indent="-261938" defTabSz="895350" eaLnBrk="1" hangingPunct="1">
              <a:buClr>
                <a:schemeClr val="tx2"/>
              </a:buClr>
              <a:buSzPct val="120000"/>
              <a:buFont typeface="Arial" charset="0"/>
              <a:buChar char="–"/>
              <a:defRPr baseline="0">
                <a:latin typeface="+mn-lt"/>
              </a:defRPr>
            </a:lvl3pPr>
            <a:lvl4pPr marL="614363" lvl="3" indent="-155575" defTabSz="895350" eaLnBrk="1" hangingPunct="1">
              <a:buClr>
                <a:schemeClr val="tx2"/>
              </a:buClr>
              <a:buSzPct val="120000"/>
              <a:buFont typeface="Arial" charset="0"/>
              <a:buChar char="▫"/>
              <a:defRPr baseline="0">
                <a:latin typeface="+mn-lt"/>
              </a:defRPr>
            </a:lvl4pPr>
            <a:lvl5pPr marL="749808" lvl="4" indent="-130175" defTabSz="895350" eaLnBrk="1" hangingPunct="1">
              <a:buClr>
                <a:schemeClr val="tx2"/>
              </a:buClr>
              <a:buSzPct val="89000"/>
              <a:buFont typeface="Arial" charset="0"/>
              <a:buChar char="-"/>
              <a:defRPr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marL="0" marR="0" lvl="0" indent="0" algn="l" defTabSz="895350" rtl="0" eaLnBrk="1" fontAlgn="auto" latinLnBrk="0" hangingPunct="1">
              <a:lnSpc>
                <a:spcPct val="100000"/>
              </a:lnSpc>
              <a:spcBef>
                <a:spcPts val="0"/>
              </a:spcBef>
              <a:spcAft>
                <a:spcPts val="0"/>
              </a:spcAft>
              <a:buClrTx/>
              <a:buSzTx/>
              <a:buFontTx/>
              <a:buNone/>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Diagnóstico focado em </a:t>
            </a:r>
            <a:r>
              <a:rPr kumimoji="0" lang="pt-BR" sz="1150" b="0" i="1" u="none" strike="noStrike" kern="1200" cap="none" spc="0" normalizeH="0" baseline="0" noProof="0" err="1">
                <a:ln>
                  <a:noFill/>
                </a:ln>
                <a:solidFill>
                  <a:srgbClr val="071C25"/>
                </a:solidFill>
                <a:effectLst/>
                <a:uLnTx/>
                <a:uFillTx/>
                <a:latin typeface="Arial"/>
                <a:ea typeface="+mn-ea"/>
                <a:cs typeface="+mn-cs"/>
              </a:rPr>
              <a:t>pricing</a:t>
            </a:r>
            <a:endParaRPr kumimoji="0" lang="pt-BR" sz="1150" b="0" i="0" u="none" strike="noStrike" kern="1200" cap="none" spc="0" normalizeH="0" baseline="0" noProof="0">
              <a:ln>
                <a:noFill/>
              </a:ln>
              <a:solidFill>
                <a:srgbClr val="071C25"/>
              </a:solidFill>
              <a:effectLst/>
              <a:uLnTx/>
              <a:uFillTx/>
              <a:latin typeface="Arial"/>
              <a:ea typeface="+mn-ea"/>
              <a:cs typeface="+mn-cs"/>
            </a:endParaRPr>
          </a:p>
        </p:txBody>
      </p:sp>
      <p:sp>
        <p:nvSpPr>
          <p:cNvPr id="39" name="Oval 43">
            <a:extLst>
              <a:ext uri="{FF2B5EF4-FFF2-40B4-BE49-F238E27FC236}">
                <a16:creationId xmlns:a16="http://schemas.microsoft.com/office/drawing/2014/main" id="{C7E17575-A0E3-3C51-737B-E7C6F2BAB8B5}"/>
              </a:ext>
            </a:extLst>
          </p:cNvPr>
          <p:cNvSpPr/>
          <p:nvPr/>
        </p:nvSpPr>
        <p:spPr>
          <a:xfrm>
            <a:off x="965714" y="5908855"/>
            <a:ext cx="216000" cy="216000"/>
          </a:xfrm>
          <a:prstGeom prst="ellipse">
            <a:avLst/>
          </a:prstGeom>
          <a:solidFill>
            <a:schemeClr val="accent5"/>
          </a:solidFill>
          <a:ln w="9525">
            <a:noFill/>
            <a:round/>
            <a:headEnd/>
            <a:tailEnd/>
          </a:ln>
          <a:effec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150" b="1" i="0" u="none" strike="noStrike" kern="0" cap="none" spc="0" normalizeH="0" baseline="0" noProof="0">
                <a:ln>
                  <a:noFill/>
                </a:ln>
                <a:solidFill>
                  <a:prstClr val="white"/>
                </a:solidFill>
                <a:effectLst/>
                <a:uLnTx/>
                <a:uFillTx/>
                <a:latin typeface="Arial"/>
                <a:ea typeface="+mn-ea"/>
                <a:cs typeface="Calibri" panose="020F0502020204030204" pitchFamily="34" charset="0"/>
              </a:rPr>
              <a:t>3</a:t>
            </a:r>
          </a:p>
        </p:txBody>
      </p:sp>
      <p:sp>
        <p:nvSpPr>
          <p:cNvPr id="10" name="Rectangle 53">
            <a:extLst>
              <a:ext uri="{FF2B5EF4-FFF2-40B4-BE49-F238E27FC236}">
                <a16:creationId xmlns:a16="http://schemas.microsoft.com/office/drawing/2014/main" id="{012B78C5-17EB-EEAC-BBC1-C8888809F539}"/>
              </a:ext>
            </a:extLst>
          </p:cNvPr>
          <p:cNvSpPr txBox="1"/>
          <p:nvPr/>
        </p:nvSpPr>
        <p:spPr>
          <a:xfrm>
            <a:off x="1289714" y="5381087"/>
            <a:ext cx="3132000" cy="176972"/>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marL="0" lvl="0" indent="0" defTabSz="895350" eaLnBrk="1" hangingPunct="1">
              <a:buClr>
                <a:schemeClr val="tx2"/>
              </a:buClr>
              <a:defRPr baseline="0">
                <a:latin typeface="+mn-lt"/>
              </a:defRPr>
            </a:lvl1pPr>
            <a:lvl2pPr marL="193675" lvl="1" indent="-192088" defTabSz="895350" eaLnBrk="1" hangingPunct="1">
              <a:buClr>
                <a:schemeClr val="tx2"/>
              </a:buClr>
              <a:buSzPct val="125000"/>
              <a:buFont typeface="Arial" charset="0"/>
              <a:buChar char="▪"/>
              <a:defRPr baseline="0">
                <a:latin typeface="+mn-lt"/>
              </a:defRPr>
            </a:lvl2pPr>
            <a:lvl3pPr marL="457200" lvl="2" indent="-261938" defTabSz="895350" eaLnBrk="1" hangingPunct="1">
              <a:buClr>
                <a:schemeClr val="tx2"/>
              </a:buClr>
              <a:buSzPct val="120000"/>
              <a:buFont typeface="Arial" charset="0"/>
              <a:buChar char="–"/>
              <a:defRPr baseline="0">
                <a:latin typeface="+mn-lt"/>
              </a:defRPr>
            </a:lvl3pPr>
            <a:lvl4pPr marL="614363" lvl="3" indent="-155575" defTabSz="895350" eaLnBrk="1" hangingPunct="1">
              <a:buClr>
                <a:schemeClr val="tx2"/>
              </a:buClr>
              <a:buSzPct val="120000"/>
              <a:buFont typeface="Arial" charset="0"/>
              <a:buChar char="▫"/>
              <a:defRPr baseline="0">
                <a:latin typeface="+mn-lt"/>
              </a:defRPr>
            </a:lvl4pPr>
            <a:lvl5pPr marL="749808" lvl="4" indent="-130175" defTabSz="895350" eaLnBrk="1" hangingPunct="1">
              <a:buClr>
                <a:schemeClr val="tx2"/>
              </a:buClr>
              <a:buSzPct val="89000"/>
              <a:buFont typeface="Arial" charset="0"/>
              <a:buChar char="-"/>
              <a:defRPr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marL="0" marR="0" lvl="1" indent="0" algn="l" defTabSz="895350" rtl="0" eaLnBrk="1" fontAlgn="auto" latinLnBrk="0" hangingPunct="1">
              <a:lnSpc>
                <a:spcPct val="100000"/>
              </a:lnSpc>
              <a:spcBef>
                <a:spcPts val="0"/>
              </a:spcBef>
              <a:spcAft>
                <a:spcPts val="0"/>
              </a:spcAft>
              <a:buClr>
                <a:srgbClr val="020E66"/>
              </a:buClr>
              <a:buSzPct val="125000"/>
              <a:buFont typeface="Arial" charset="0"/>
              <a:buNone/>
              <a:tabLst/>
              <a:defRPr/>
            </a:pPr>
            <a:r>
              <a:rPr kumimoji="0" lang="pt-BR" sz="1150" b="0" i="0" u="none" strike="noStrike" kern="1200" cap="none" spc="0" normalizeH="0" baseline="0" noProof="0" err="1">
                <a:ln>
                  <a:noFill/>
                </a:ln>
                <a:solidFill>
                  <a:srgbClr val="071C25"/>
                </a:solidFill>
                <a:effectLst/>
                <a:uLnTx/>
                <a:uFillTx/>
                <a:latin typeface="Arial"/>
                <a:ea typeface="+mn-ea"/>
                <a:cs typeface="+mn-cs"/>
              </a:rPr>
              <a:t>Mapeament</a:t>
            </a:r>
            <a:r>
              <a:rPr kumimoji="0" lang="pt-BR" sz="1150" b="0" i="0" u="none" strike="noStrike" kern="1200" cap="none" spc="0" normalizeH="0" baseline="0" noProof="0">
                <a:ln>
                  <a:noFill/>
                </a:ln>
                <a:solidFill>
                  <a:srgbClr val="071C25"/>
                </a:solidFill>
                <a:effectLst/>
                <a:uLnTx/>
                <a:uFillTx/>
                <a:latin typeface="Arial"/>
                <a:ea typeface="+mn-ea"/>
                <a:cs typeface="+mn-cs"/>
              </a:rPr>
              <a:t>o do mercado potencial</a:t>
            </a:r>
          </a:p>
        </p:txBody>
      </p:sp>
      <p:sp>
        <p:nvSpPr>
          <p:cNvPr id="13" name="Rectangle 53">
            <a:extLst>
              <a:ext uri="{FF2B5EF4-FFF2-40B4-BE49-F238E27FC236}">
                <a16:creationId xmlns:a16="http://schemas.microsoft.com/office/drawing/2014/main" id="{EBA43932-02C1-B4DC-A2D9-C1AD67205440}"/>
              </a:ext>
            </a:extLst>
          </p:cNvPr>
          <p:cNvSpPr txBox="1"/>
          <p:nvPr/>
        </p:nvSpPr>
        <p:spPr>
          <a:xfrm>
            <a:off x="1289714" y="6172739"/>
            <a:ext cx="3132000" cy="176972"/>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marL="0" lvl="0" indent="0" defTabSz="895350" eaLnBrk="1" hangingPunct="1">
              <a:buClr>
                <a:schemeClr val="tx2"/>
              </a:buClr>
              <a:defRPr baseline="0">
                <a:latin typeface="+mn-lt"/>
              </a:defRPr>
            </a:lvl1pPr>
            <a:lvl2pPr marL="193675" lvl="1" indent="-192088" defTabSz="895350" eaLnBrk="1" hangingPunct="1">
              <a:buClr>
                <a:schemeClr val="tx2"/>
              </a:buClr>
              <a:buSzPct val="125000"/>
              <a:buFont typeface="Arial" charset="0"/>
              <a:buChar char="▪"/>
              <a:defRPr baseline="0">
                <a:latin typeface="+mn-lt"/>
              </a:defRPr>
            </a:lvl2pPr>
            <a:lvl3pPr marL="457200" lvl="2" indent="-261938" defTabSz="895350" eaLnBrk="1" hangingPunct="1">
              <a:buClr>
                <a:schemeClr val="tx2"/>
              </a:buClr>
              <a:buSzPct val="120000"/>
              <a:buFont typeface="Arial" charset="0"/>
              <a:buChar char="–"/>
              <a:defRPr baseline="0">
                <a:latin typeface="+mn-lt"/>
              </a:defRPr>
            </a:lvl3pPr>
            <a:lvl4pPr marL="614363" lvl="3" indent="-155575" defTabSz="895350" eaLnBrk="1" hangingPunct="1">
              <a:buClr>
                <a:schemeClr val="tx2"/>
              </a:buClr>
              <a:buSzPct val="120000"/>
              <a:buFont typeface="Arial" charset="0"/>
              <a:buChar char="▫"/>
              <a:defRPr baseline="0">
                <a:latin typeface="+mn-lt"/>
              </a:defRPr>
            </a:lvl4pPr>
            <a:lvl5pPr marL="749808" lvl="4" indent="-130175" defTabSz="895350" eaLnBrk="1" hangingPunct="1">
              <a:buClr>
                <a:schemeClr val="tx2"/>
              </a:buClr>
              <a:buSzPct val="89000"/>
              <a:buFont typeface="Arial" charset="0"/>
              <a:buChar char="-"/>
              <a:defRPr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marL="0" marR="0" lvl="0" indent="0" algn="l" defTabSz="895350" rtl="0" eaLnBrk="1" fontAlgn="auto" latinLnBrk="0" hangingPunct="1">
              <a:lnSpc>
                <a:spcPct val="100000"/>
              </a:lnSpc>
              <a:spcBef>
                <a:spcPts val="0"/>
              </a:spcBef>
              <a:spcAft>
                <a:spcPts val="0"/>
              </a:spcAft>
              <a:buClrTx/>
              <a:buSzTx/>
              <a:buFontTx/>
              <a:buNone/>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Perspectiva futura do mercado</a:t>
            </a:r>
          </a:p>
        </p:txBody>
      </p:sp>
      <p:sp>
        <p:nvSpPr>
          <p:cNvPr id="15" name="Oval 43">
            <a:extLst>
              <a:ext uri="{FF2B5EF4-FFF2-40B4-BE49-F238E27FC236}">
                <a16:creationId xmlns:a16="http://schemas.microsoft.com/office/drawing/2014/main" id="{FD38B3C0-17B2-9175-03E4-47C6FD99FE44}"/>
              </a:ext>
            </a:extLst>
          </p:cNvPr>
          <p:cNvSpPr/>
          <p:nvPr/>
        </p:nvSpPr>
        <p:spPr>
          <a:xfrm>
            <a:off x="965714" y="6172739"/>
            <a:ext cx="216000" cy="216000"/>
          </a:xfrm>
          <a:prstGeom prst="ellipse">
            <a:avLst/>
          </a:prstGeom>
          <a:solidFill>
            <a:schemeClr val="accent5"/>
          </a:solidFill>
          <a:ln w="9525">
            <a:noFill/>
            <a:round/>
            <a:headEnd/>
            <a:tailEnd/>
          </a:ln>
          <a:effec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150" b="1" i="0" u="none" strike="noStrike" kern="0" cap="none" spc="0" normalizeH="0" baseline="0" noProof="0">
                <a:ln>
                  <a:noFill/>
                </a:ln>
                <a:solidFill>
                  <a:prstClr val="white"/>
                </a:solidFill>
                <a:effectLst/>
                <a:uLnTx/>
                <a:uFillTx/>
                <a:latin typeface="Arial"/>
                <a:ea typeface="+mn-ea"/>
                <a:cs typeface="Calibri" panose="020F0502020204030204" pitchFamily="34" charset="0"/>
              </a:rPr>
              <a:t>4</a:t>
            </a:r>
          </a:p>
        </p:txBody>
      </p:sp>
      <p:sp>
        <p:nvSpPr>
          <p:cNvPr id="2" name="Espaço Reservado para Texto 1">
            <a:extLst>
              <a:ext uri="{FF2B5EF4-FFF2-40B4-BE49-F238E27FC236}">
                <a16:creationId xmlns:a16="http://schemas.microsoft.com/office/drawing/2014/main" id="{F41A965C-A252-297C-C052-2BC361C8BDA8}"/>
              </a:ext>
            </a:extLst>
          </p:cNvPr>
          <p:cNvSpPr>
            <a:spLocks noGrp="1"/>
          </p:cNvSpPr>
          <p:nvPr>
            <p:ph type="body" sz="quarter" idx="14"/>
          </p:nvPr>
        </p:nvSpPr>
        <p:spPr/>
        <p:txBody>
          <a:bodyPr/>
          <a:lstStyle/>
          <a:p>
            <a:r>
              <a:rPr lang="pt-BR"/>
              <a:t>Fonte: Mirow &amp; Co.</a:t>
            </a:r>
          </a:p>
        </p:txBody>
      </p:sp>
      <p:sp>
        <p:nvSpPr>
          <p:cNvPr id="3" name="Título 2">
            <a:extLst>
              <a:ext uri="{FF2B5EF4-FFF2-40B4-BE49-F238E27FC236}">
                <a16:creationId xmlns:a16="http://schemas.microsoft.com/office/drawing/2014/main" id="{77CBEC07-AC6F-0526-80DB-FC1FE15877B6}"/>
              </a:ext>
            </a:extLst>
          </p:cNvPr>
          <p:cNvSpPr>
            <a:spLocks noGrp="1"/>
          </p:cNvSpPr>
          <p:nvPr>
            <p:ph type="title"/>
          </p:nvPr>
        </p:nvSpPr>
        <p:spPr>
          <a:xfrm>
            <a:off x="478971" y="225177"/>
            <a:ext cx="11485488" cy="307777"/>
          </a:xfrm>
        </p:spPr>
        <p:txBody>
          <a:bodyPr vert="horz"/>
          <a:lstStyle/>
          <a:p>
            <a:r>
              <a:rPr lang="pt-BR"/>
              <a:t>Propomos realizar o trabalho em 9 semanas</a:t>
            </a:r>
          </a:p>
        </p:txBody>
      </p:sp>
      <p:grpSp>
        <p:nvGrpSpPr>
          <p:cNvPr id="19" name="Group 37">
            <a:extLst>
              <a:ext uri="{FF2B5EF4-FFF2-40B4-BE49-F238E27FC236}">
                <a16:creationId xmlns:a16="http://schemas.microsoft.com/office/drawing/2014/main" id="{B57F6217-ADEC-B877-C60D-0AB75ABAE7C0}"/>
              </a:ext>
            </a:extLst>
          </p:cNvPr>
          <p:cNvGrpSpPr/>
          <p:nvPr/>
        </p:nvGrpSpPr>
        <p:grpSpPr>
          <a:xfrm>
            <a:off x="10589274" y="320588"/>
            <a:ext cx="1375185" cy="212366"/>
            <a:chOff x="7365590" y="285750"/>
            <a:chExt cx="1375185" cy="212366"/>
          </a:xfrm>
        </p:grpSpPr>
        <p:sp>
          <p:nvSpPr>
            <p:cNvPr id="20" name="StickerRectangle">
              <a:extLst>
                <a:ext uri="{FF2B5EF4-FFF2-40B4-BE49-F238E27FC236}">
                  <a16:creationId xmlns:a16="http://schemas.microsoft.com/office/drawing/2014/main" id="{3CDCE1CD-D2D3-95BC-0FE6-794994A171A9}"/>
                </a:ext>
              </a:extLst>
            </p:cNvPr>
            <p:cNvSpPr>
              <a:spLocks noChangeArrowheads="1"/>
            </p:cNvSpPr>
            <p:nvPr/>
          </p:nvSpPr>
          <p:spPr bwMode="auto">
            <a:xfrm>
              <a:off x="7365590" y="285750"/>
              <a:ext cx="1375185" cy="212366"/>
            </a:xfrm>
            <a:prstGeom prst="leftRightArrow">
              <a:avLst>
                <a:gd name="adj1" fmla="val 100000"/>
                <a:gd name="adj2"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 tIns="0" rIns="0" bIns="27432">
              <a:spAutoFit/>
            </a:bodyPr>
            <a:lstStyle/>
            <a:p>
              <a:pPr marL="0" marR="0" lvl="0" indent="0" algn="r" defTabSz="895350" rtl="0" eaLnBrk="1" fontAlgn="auto" latinLnBrk="0" hangingPunct="1">
                <a:lnSpc>
                  <a:spcPct val="100000"/>
                </a:lnSpc>
                <a:spcBef>
                  <a:spcPts val="0"/>
                </a:spcBef>
                <a:spcAft>
                  <a:spcPts val="0"/>
                </a:spcAft>
                <a:buClr>
                  <a:srgbClr val="020E66"/>
                </a:buClr>
                <a:buSzTx/>
                <a:buFontTx/>
                <a:buNone/>
                <a:tabLst/>
                <a:defRPr/>
              </a:pPr>
              <a:r>
                <a:rPr kumimoji="0" lang="pt-BR" sz="1200" b="0" i="0" u="none" strike="noStrike" kern="1200" cap="none" spc="0" normalizeH="0" baseline="0" noProof="0">
                  <a:ln>
                    <a:noFill/>
                  </a:ln>
                  <a:solidFill>
                    <a:srgbClr val="7F7F7F"/>
                  </a:solidFill>
                  <a:effectLst/>
                  <a:uLnTx/>
                  <a:uFillTx/>
                  <a:latin typeface="Arial"/>
                  <a:ea typeface="+mn-ea"/>
                  <a:cs typeface="+mn-cs"/>
                </a:rPr>
                <a:t>PARA DISCUSSÃO</a:t>
              </a:r>
            </a:p>
          </p:txBody>
        </p:sp>
        <p:cxnSp>
          <p:nvCxnSpPr>
            <p:cNvPr id="21" name="AutoShape 31">
              <a:extLst>
                <a:ext uri="{FF2B5EF4-FFF2-40B4-BE49-F238E27FC236}">
                  <a16:creationId xmlns:a16="http://schemas.microsoft.com/office/drawing/2014/main" id="{9B2ED8D6-AF8F-68B4-0407-FD727C5C990E}"/>
                </a:ext>
              </a:extLst>
            </p:cNvPr>
            <p:cNvCxnSpPr>
              <a:cxnSpLocks noChangeShapeType="1"/>
              <a:stCxn id="20" idx="2"/>
              <a:endCxn id="20" idx="4"/>
            </p:cNvCxnSpPr>
            <p:nvPr/>
          </p:nvCxnSpPr>
          <p:spPr bwMode="auto">
            <a:xfrm>
              <a:off x="7365590" y="285750"/>
              <a:ext cx="0" cy="212366"/>
            </a:xfrm>
            <a:prstGeom prst="straightConnector1">
              <a:avLst/>
            </a:prstGeom>
            <a:noFill/>
            <a:ln w="9525">
              <a:solidFill>
                <a:srgbClr val="808080"/>
              </a:solidFill>
              <a:round/>
              <a:headEnd/>
              <a:tailEnd/>
            </a:ln>
            <a:extLst>
              <a:ext uri="{909E8E84-426E-40DD-AFC4-6F175D3DCCD1}">
                <a14:hiddenFill xmlns:a14="http://schemas.microsoft.com/office/drawing/2010/main">
                  <a:noFill/>
                </a14:hiddenFill>
              </a:ext>
            </a:extLst>
          </p:spPr>
        </p:cxnSp>
        <p:cxnSp>
          <p:nvCxnSpPr>
            <p:cNvPr id="23" name="AutoShape 32">
              <a:extLst>
                <a:ext uri="{FF2B5EF4-FFF2-40B4-BE49-F238E27FC236}">
                  <a16:creationId xmlns:a16="http://schemas.microsoft.com/office/drawing/2014/main" id="{16D67CAD-8B78-D242-AA74-E8032822AB24}"/>
                </a:ext>
              </a:extLst>
            </p:cNvPr>
            <p:cNvCxnSpPr>
              <a:cxnSpLocks noChangeShapeType="1"/>
              <a:stCxn id="20" idx="4"/>
              <a:endCxn id="20" idx="6"/>
            </p:cNvCxnSpPr>
            <p:nvPr/>
          </p:nvCxnSpPr>
          <p:spPr bwMode="auto">
            <a:xfrm>
              <a:off x="7365590" y="498116"/>
              <a:ext cx="1375185" cy="0"/>
            </a:xfrm>
            <a:prstGeom prst="straightConnector1">
              <a:avLst/>
            </a:prstGeom>
            <a:noFill/>
            <a:ln w="25400">
              <a:solidFill>
                <a:srgbClr val="808080"/>
              </a:solidFill>
              <a:round/>
              <a:headEnd/>
              <a:tailEnd/>
            </a:ln>
            <a:extLst>
              <a:ext uri="{909E8E84-426E-40DD-AFC4-6F175D3DCCD1}">
                <a14:hiddenFill xmlns:a14="http://schemas.microsoft.com/office/drawing/2010/main">
                  <a:noFill/>
                </a14:hiddenFill>
              </a:ext>
            </a:extLst>
          </p:spPr>
        </p:cxnSp>
      </p:grpSp>
      <p:sp>
        <p:nvSpPr>
          <p:cNvPr id="47" name="Rectangle 53">
            <a:extLst>
              <a:ext uri="{FF2B5EF4-FFF2-40B4-BE49-F238E27FC236}">
                <a16:creationId xmlns:a16="http://schemas.microsoft.com/office/drawing/2014/main" id="{C9008702-C141-B8D6-0442-AB67800D6AB4}"/>
              </a:ext>
            </a:extLst>
          </p:cNvPr>
          <p:cNvSpPr txBox="1"/>
          <p:nvPr/>
        </p:nvSpPr>
        <p:spPr>
          <a:xfrm>
            <a:off x="7564935" y="1582541"/>
            <a:ext cx="2080800" cy="707886"/>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marL="0" lvl="0" indent="0" defTabSz="895350" eaLnBrk="1" hangingPunct="1">
              <a:buClr>
                <a:schemeClr val="tx2"/>
              </a:buClr>
              <a:defRPr baseline="0">
                <a:latin typeface="+mn-lt"/>
              </a:defRPr>
            </a:lvl1pPr>
            <a:lvl2pPr marL="193675" lvl="1" indent="-192088" defTabSz="895350" eaLnBrk="1" hangingPunct="1">
              <a:buClr>
                <a:schemeClr val="tx2"/>
              </a:buClr>
              <a:buSzPct val="125000"/>
              <a:buFont typeface="Arial" charset="0"/>
              <a:buChar char="▪"/>
              <a:defRPr baseline="0">
                <a:latin typeface="+mn-lt"/>
              </a:defRPr>
            </a:lvl2pPr>
            <a:lvl3pPr marL="457200" lvl="2" indent="-261938" defTabSz="895350" eaLnBrk="1" hangingPunct="1">
              <a:buClr>
                <a:schemeClr val="tx2"/>
              </a:buClr>
              <a:buSzPct val="120000"/>
              <a:buFont typeface="Arial" charset="0"/>
              <a:buChar char="–"/>
              <a:defRPr baseline="0">
                <a:latin typeface="+mn-lt"/>
              </a:defRPr>
            </a:lvl3pPr>
            <a:lvl4pPr marL="614363" lvl="3" indent="-155575" defTabSz="895350" eaLnBrk="1" hangingPunct="1">
              <a:buClr>
                <a:schemeClr val="tx2"/>
              </a:buClr>
              <a:buSzPct val="120000"/>
              <a:buFont typeface="Arial" charset="0"/>
              <a:buChar char="▫"/>
              <a:defRPr baseline="0">
                <a:latin typeface="+mn-lt"/>
              </a:defRPr>
            </a:lvl4pPr>
            <a:lvl5pPr marL="749808" lvl="4" indent="-130175" defTabSz="895350" eaLnBrk="1" hangingPunct="1">
              <a:buClr>
                <a:schemeClr val="tx2"/>
              </a:buClr>
              <a:buSzPct val="89000"/>
              <a:buFont typeface="Arial" charset="0"/>
              <a:buChar char="-"/>
              <a:defRPr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Construir um macro plano de implementação, incluindo:</a:t>
            </a:r>
          </a:p>
          <a:p>
            <a:pPr marL="358775" marR="0" lvl="2" indent="-163513" algn="l" defTabSz="895350" rtl="0" eaLnBrk="1" fontAlgn="auto" latinLnBrk="0" hangingPunct="1">
              <a:lnSpc>
                <a:spcPct val="100000"/>
              </a:lnSpc>
              <a:spcBef>
                <a:spcPts val="0"/>
              </a:spcBef>
              <a:spcAft>
                <a:spcPts val="0"/>
              </a:spcAft>
              <a:buClrTx/>
              <a:buSzPct val="120000"/>
              <a:buFont typeface="Arial" charset="0"/>
              <a:buChar char="–"/>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Atividades, responsáveis e prazos</a:t>
            </a:r>
          </a:p>
          <a:p>
            <a:pPr marL="358775" marR="0" lvl="2" indent="-163513" algn="l" defTabSz="895350" rtl="0" eaLnBrk="1" fontAlgn="auto" latinLnBrk="0" hangingPunct="1">
              <a:lnSpc>
                <a:spcPct val="100000"/>
              </a:lnSpc>
              <a:spcBef>
                <a:spcPts val="0"/>
              </a:spcBef>
              <a:spcAft>
                <a:spcPts val="0"/>
              </a:spcAft>
              <a:buClrTx/>
              <a:buSzPct val="120000"/>
              <a:buFont typeface="Arial" charset="0"/>
              <a:buChar char="–"/>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Recursos necessários </a:t>
            </a:r>
          </a:p>
        </p:txBody>
      </p:sp>
      <p:sp>
        <p:nvSpPr>
          <p:cNvPr id="68" name="Rectangle 53">
            <a:extLst>
              <a:ext uri="{FF2B5EF4-FFF2-40B4-BE49-F238E27FC236}">
                <a16:creationId xmlns:a16="http://schemas.microsoft.com/office/drawing/2014/main" id="{693103EC-7D2A-3DB8-CBFF-2C3189678E33}"/>
              </a:ext>
            </a:extLst>
          </p:cNvPr>
          <p:cNvSpPr txBox="1"/>
          <p:nvPr/>
        </p:nvSpPr>
        <p:spPr>
          <a:xfrm>
            <a:off x="7888935" y="5381087"/>
            <a:ext cx="1756800" cy="707886"/>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marL="0" lvl="0" indent="0" defTabSz="895350" eaLnBrk="1" hangingPunct="1">
              <a:buClr>
                <a:schemeClr val="tx2"/>
              </a:buClr>
              <a:defRPr baseline="0">
                <a:latin typeface="+mn-lt"/>
              </a:defRPr>
            </a:lvl1pPr>
            <a:lvl2pPr marL="193675" lvl="1" indent="-192088" defTabSz="895350" eaLnBrk="1" hangingPunct="1">
              <a:buClr>
                <a:schemeClr val="tx2"/>
              </a:buClr>
              <a:buSzPct val="125000"/>
              <a:buFont typeface="Arial" charset="0"/>
              <a:buChar char="▪"/>
              <a:defRPr baseline="0">
                <a:latin typeface="+mn-lt"/>
              </a:defRPr>
            </a:lvl2pPr>
            <a:lvl3pPr marL="457200" lvl="2" indent="-261938" defTabSz="895350" eaLnBrk="1" hangingPunct="1">
              <a:buClr>
                <a:schemeClr val="tx2"/>
              </a:buClr>
              <a:buSzPct val="120000"/>
              <a:buFont typeface="Arial" charset="0"/>
              <a:buChar char="–"/>
              <a:defRPr baseline="0">
                <a:latin typeface="+mn-lt"/>
              </a:defRPr>
            </a:lvl3pPr>
            <a:lvl4pPr marL="614363" lvl="3" indent="-155575" defTabSz="895350" eaLnBrk="1" hangingPunct="1">
              <a:buClr>
                <a:schemeClr val="tx2"/>
              </a:buClr>
              <a:buSzPct val="120000"/>
              <a:buFont typeface="Arial" charset="0"/>
              <a:buChar char="▫"/>
              <a:defRPr baseline="0">
                <a:latin typeface="+mn-lt"/>
              </a:defRPr>
            </a:lvl4pPr>
            <a:lvl5pPr marL="749808" lvl="4" indent="-130175" defTabSz="895350" eaLnBrk="1" hangingPunct="1">
              <a:buClr>
                <a:schemeClr val="tx2"/>
              </a:buClr>
              <a:buSzPct val="89000"/>
              <a:buFont typeface="Arial" charset="0"/>
              <a:buChar char="-"/>
              <a:defRPr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marL="0" marR="0" lvl="0" indent="0" algn="l" defTabSz="895350" rtl="0" eaLnBrk="1" fontAlgn="auto" latinLnBrk="0" hangingPunct="1">
              <a:lnSpc>
                <a:spcPct val="100000"/>
              </a:lnSpc>
              <a:spcBef>
                <a:spcPts val="0"/>
              </a:spcBef>
              <a:spcAft>
                <a:spcPts val="0"/>
              </a:spcAft>
              <a:buClrTx/>
              <a:buSzTx/>
              <a:buFontTx/>
              <a:buNone/>
              <a:tabLst/>
              <a:defRPr/>
            </a:pPr>
            <a:r>
              <a:rPr kumimoji="0" lang="pt-BR" sz="1150" b="0" i="0" u="none" strike="noStrike" kern="1200" cap="none" spc="0" normalizeH="0" baseline="0" noProof="0" err="1">
                <a:ln>
                  <a:noFill/>
                </a:ln>
                <a:solidFill>
                  <a:srgbClr val="071C25"/>
                </a:solidFill>
                <a:effectLst/>
                <a:uLnTx/>
                <a:uFillTx/>
                <a:latin typeface="Arial"/>
                <a:ea typeface="+mn-ea"/>
                <a:cs typeface="+mn-cs"/>
              </a:rPr>
              <a:t>Macroplano</a:t>
            </a:r>
            <a:r>
              <a:rPr kumimoji="0" lang="pt-BR" sz="1150" b="0" i="0" u="none" strike="noStrike" kern="1200" cap="none" spc="0" normalizeH="0" baseline="0" noProof="0">
                <a:ln>
                  <a:noFill/>
                </a:ln>
                <a:solidFill>
                  <a:srgbClr val="071C25"/>
                </a:solidFill>
                <a:effectLst/>
                <a:uLnTx/>
                <a:uFillTx/>
                <a:latin typeface="Arial"/>
                <a:ea typeface="+mn-ea"/>
                <a:cs typeface="+mn-cs"/>
              </a:rPr>
              <a:t> de implementação</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Faseamento das iniciativas</a:t>
            </a:r>
          </a:p>
        </p:txBody>
      </p:sp>
      <p:sp>
        <p:nvSpPr>
          <p:cNvPr id="69" name="Oval 43">
            <a:extLst>
              <a:ext uri="{FF2B5EF4-FFF2-40B4-BE49-F238E27FC236}">
                <a16:creationId xmlns:a16="http://schemas.microsoft.com/office/drawing/2014/main" id="{287611C1-24AB-1665-D299-5DC7296C525F}"/>
              </a:ext>
            </a:extLst>
          </p:cNvPr>
          <p:cNvSpPr/>
          <p:nvPr/>
        </p:nvSpPr>
        <p:spPr>
          <a:xfrm>
            <a:off x="7564935" y="5381087"/>
            <a:ext cx="216000" cy="216000"/>
          </a:xfrm>
          <a:prstGeom prst="ellipse">
            <a:avLst/>
          </a:prstGeom>
          <a:solidFill>
            <a:schemeClr val="accent5"/>
          </a:solidFill>
          <a:ln w="9525">
            <a:noFill/>
            <a:round/>
            <a:headEnd/>
            <a:tailEnd/>
          </a:ln>
          <a:effec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150" b="1" i="0" u="none" strike="noStrike" kern="0" cap="none" spc="0" normalizeH="0" baseline="0" noProof="0">
                <a:ln>
                  <a:noFill/>
                </a:ln>
                <a:solidFill>
                  <a:prstClr val="white"/>
                </a:solidFill>
                <a:effectLst/>
                <a:uLnTx/>
                <a:uFillTx/>
                <a:latin typeface="Arial"/>
                <a:ea typeface="+mn-ea"/>
                <a:cs typeface="Calibri" panose="020F0502020204030204" pitchFamily="34" charset="0"/>
              </a:rPr>
              <a:t>6</a:t>
            </a:r>
          </a:p>
        </p:txBody>
      </p:sp>
      <p:sp>
        <p:nvSpPr>
          <p:cNvPr id="9" name="Arrow: Chevron 70">
            <a:extLst>
              <a:ext uri="{FF2B5EF4-FFF2-40B4-BE49-F238E27FC236}">
                <a16:creationId xmlns:a16="http://schemas.microsoft.com/office/drawing/2014/main" id="{F2FE4820-45AD-C6CB-47EB-6500884D1043}"/>
              </a:ext>
            </a:extLst>
          </p:cNvPr>
          <p:cNvSpPr>
            <a:spLocks/>
          </p:cNvSpPr>
          <p:nvPr/>
        </p:nvSpPr>
        <p:spPr>
          <a:xfrm>
            <a:off x="7564935" y="994451"/>
            <a:ext cx="2188314" cy="526787"/>
          </a:xfrm>
          <a:prstGeom prst="chevron">
            <a:avLst>
              <a:gd name="adj" fmla="val 16392"/>
            </a:avLst>
          </a:prstGeom>
          <a:solidFill>
            <a:schemeClr val="accent2"/>
          </a:solidFill>
          <a:ln w="38100">
            <a:noFill/>
          </a:ln>
          <a:effectLst/>
        </p:spPr>
        <p:style>
          <a:lnRef idx="1">
            <a:schemeClr val="accent1"/>
          </a:lnRef>
          <a:fillRef idx="3">
            <a:schemeClr val="accent1"/>
          </a:fillRef>
          <a:effectRef idx="2">
            <a:schemeClr val="accent1"/>
          </a:effectRef>
          <a:fontRef idx="minor">
            <a:schemeClr val="lt1"/>
          </a:fontRef>
        </p:style>
        <p:txBody>
          <a:bodyPr lIns="108000" tIns="0" rIns="108000" bIns="0" rtlCol="0" anchor="ctr" anchorCtr="1"/>
          <a:lstStyle/>
          <a:p>
            <a:pPr marL="0" marR="0" lvl="1" indent="0" algn="l" defTabSz="914400" rtl="0" eaLnBrk="1" fontAlgn="auto" latinLnBrk="0" hangingPunct="1">
              <a:lnSpc>
                <a:spcPct val="100000"/>
              </a:lnSpc>
              <a:spcBef>
                <a:spcPts val="0"/>
              </a:spcBef>
              <a:spcAft>
                <a:spcPts val="0"/>
              </a:spcAft>
              <a:buClrTx/>
              <a:buSzTx/>
              <a:buFontTx/>
              <a:buNone/>
              <a:tabLst/>
              <a:defRPr/>
            </a:pPr>
            <a:r>
              <a:rPr kumimoji="0" lang="pt-BR" sz="1150" b="1" i="0" u="none" strike="noStrike" kern="1200" cap="none" spc="0" normalizeH="0" baseline="0" noProof="0">
                <a:ln>
                  <a:noFill/>
                </a:ln>
                <a:solidFill>
                  <a:prstClr val="white"/>
                </a:solidFill>
                <a:effectLst/>
                <a:uLnTx/>
                <a:uFillTx/>
                <a:latin typeface="Arial"/>
                <a:ea typeface="+mn-ea"/>
                <a:cs typeface="+mn-cs"/>
              </a:rPr>
              <a:t>Planejamento da implementação</a:t>
            </a:r>
          </a:p>
        </p:txBody>
      </p:sp>
      <p:sp>
        <p:nvSpPr>
          <p:cNvPr id="4" name="Rectangle 53">
            <a:extLst>
              <a:ext uri="{FF2B5EF4-FFF2-40B4-BE49-F238E27FC236}">
                <a16:creationId xmlns:a16="http://schemas.microsoft.com/office/drawing/2014/main" id="{DDCC58B4-F8C6-A4F6-B87C-B7D5AA254772}"/>
              </a:ext>
            </a:extLst>
          </p:cNvPr>
          <p:cNvSpPr txBox="1"/>
          <p:nvPr/>
        </p:nvSpPr>
        <p:spPr>
          <a:xfrm>
            <a:off x="9776145" y="1582541"/>
            <a:ext cx="2080800" cy="884858"/>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marL="0" lvl="0" indent="0" defTabSz="895350" eaLnBrk="1" hangingPunct="1">
              <a:buClr>
                <a:schemeClr val="tx2"/>
              </a:buClr>
              <a:defRPr baseline="0">
                <a:latin typeface="+mn-lt"/>
              </a:defRPr>
            </a:lvl1pPr>
            <a:lvl2pPr marL="193675" lvl="1" indent="-192088" defTabSz="895350" eaLnBrk="1" hangingPunct="1">
              <a:buClr>
                <a:schemeClr val="tx2"/>
              </a:buClr>
              <a:buSzPct val="125000"/>
              <a:buFont typeface="Arial" charset="0"/>
              <a:buChar char="▪"/>
              <a:defRPr baseline="0">
                <a:latin typeface="+mn-lt"/>
              </a:defRPr>
            </a:lvl2pPr>
            <a:lvl3pPr marL="457200" lvl="2" indent="-261938" defTabSz="895350" eaLnBrk="1" hangingPunct="1">
              <a:buClr>
                <a:schemeClr val="tx2"/>
              </a:buClr>
              <a:buSzPct val="120000"/>
              <a:buFont typeface="Arial" charset="0"/>
              <a:buChar char="–"/>
              <a:defRPr baseline="0">
                <a:latin typeface="+mn-lt"/>
              </a:defRPr>
            </a:lvl3pPr>
            <a:lvl4pPr marL="614363" lvl="3" indent="-155575" defTabSz="895350" eaLnBrk="1" hangingPunct="1">
              <a:buClr>
                <a:schemeClr val="tx2"/>
              </a:buClr>
              <a:buSzPct val="120000"/>
              <a:buFont typeface="Arial" charset="0"/>
              <a:buChar char="▫"/>
              <a:defRPr baseline="0">
                <a:latin typeface="+mn-lt"/>
              </a:defRPr>
            </a:lvl4pPr>
            <a:lvl5pPr marL="749808" lvl="4" indent="-130175" defTabSz="895350" eaLnBrk="1" hangingPunct="1">
              <a:buClr>
                <a:schemeClr val="tx2"/>
              </a:buClr>
              <a:buSzPct val="89000"/>
              <a:buFont typeface="Arial" charset="0"/>
              <a:buChar char="-"/>
              <a:defRPr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Mapear riscos potenciais do novo modelo e especificar estratégia de mitigação</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Estruturar PMO para apoiar implementação</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Definir governança para monitorar progresso da implementação</a:t>
            </a:r>
          </a:p>
        </p:txBody>
      </p:sp>
      <p:sp>
        <p:nvSpPr>
          <p:cNvPr id="16" name="Arrow: Chevron 70">
            <a:extLst>
              <a:ext uri="{FF2B5EF4-FFF2-40B4-BE49-F238E27FC236}">
                <a16:creationId xmlns:a16="http://schemas.microsoft.com/office/drawing/2014/main" id="{A8E8B826-32C9-C7A8-7F8F-4AAEFAB58F2B}"/>
              </a:ext>
            </a:extLst>
          </p:cNvPr>
          <p:cNvSpPr>
            <a:spLocks/>
          </p:cNvSpPr>
          <p:nvPr/>
        </p:nvSpPr>
        <p:spPr>
          <a:xfrm>
            <a:off x="9776145" y="994451"/>
            <a:ext cx="2188314" cy="526787"/>
          </a:xfrm>
          <a:prstGeom prst="chevron">
            <a:avLst>
              <a:gd name="adj" fmla="val 16392"/>
            </a:avLst>
          </a:prstGeom>
          <a:solidFill>
            <a:schemeClr val="accent1"/>
          </a:solidFill>
          <a:ln w="38100">
            <a:noFill/>
          </a:ln>
          <a:effectLst/>
        </p:spPr>
        <p:style>
          <a:lnRef idx="1">
            <a:schemeClr val="accent1"/>
          </a:lnRef>
          <a:fillRef idx="3">
            <a:schemeClr val="accent1"/>
          </a:fillRef>
          <a:effectRef idx="2">
            <a:schemeClr val="accent1"/>
          </a:effectRef>
          <a:fontRef idx="minor">
            <a:schemeClr val="lt1"/>
          </a:fontRef>
        </p:style>
        <p:txBody>
          <a:bodyPr lIns="108000" tIns="0" rIns="108000" bIns="0" rtlCol="0" anchor="ctr" anchorCtr="1"/>
          <a:lstStyle/>
          <a:p>
            <a:pPr marL="0" marR="0" lvl="1" indent="0" algn="l" defTabSz="914400" rtl="0" eaLnBrk="1" fontAlgn="auto" latinLnBrk="0" hangingPunct="1">
              <a:lnSpc>
                <a:spcPct val="100000"/>
              </a:lnSpc>
              <a:spcBef>
                <a:spcPts val="0"/>
              </a:spcBef>
              <a:spcAft>
                <a:spcPts val="0"/>
              </a:spcAft>
              <a:buClrTx/>
              <a:buSzTx/>
              <a:buFontTx/>
              <a:buNone/>
              <a:tabLst/>
              <a:defRPr/>
            </a:pPr>
            <a:r>
              <a:rPr kumimoji="0" lang="pt-BR" sz="1150" b="1" i="0" u="none" strike="noStrike" kern="1200" cap="none" spc="0" normalizeH="0" baseline="0" noProof="0">
                <a:ln>
                  <a:noFill/>
                </a:ln>
                <a:solidFill>
                  <a:prstClr val="white"/>
                </a:solidFill>
                <a:effectLst/>
                <a:uLnTx/>
                <a:uFillTx/>
                <a:latin typeface="Arial"/>
                <a:ea typeface="+mn-ea"/>
                <a:cs typeface="+mn-cs"/>
              </a:rPr>
              <a:t>Detalhamento da implementação</a:t>
            </a:r>
          </a:p>
        </p:txBody>
      </p:sp>
      <p:cxnSp>
        <p:nvCxnSpPr>
          <p:cNvPr id="26" name="Conector de Seta Reta 39">
            <a:extLst>
              <a:ext uri="{FF2B5EF4-FFF2-40B4-BE49-F238E27FC236}">
                <a16:creationId xmlns:a16="http://schemas.microsoft.com/office/drawing/2014/main" id="{2DBA033E-E5A6-F00D-1BA0-D34DFFD67275}"/>
              </a:ext>
            </a:extLst>
          </p:cNvPr>
          <p:cNvCxnSpPr>
            <a:cxnSpLocks/>
          </p:cNvCxnSpPr>
          <p:nvPr/>
        </p:nvCxnSpPr>
        <p:spPr>
          <a:xfrm>
            <a:off x="9776145" y="843731"/>
            <a:ext cx="2080800" cy="0"/>
          </a:xfrm>
          <a:prstGeom prst="straightConnector1">
            <a:avLst/>
          </a:prstGeom>
          <a:ln w="19050">
            <a:solidFill>
              <a:schemeClr val="bg1">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9" name="CaixaDeTexto 40">
            <a:extLst>
              <a:ext uri="{FF2B5EF4-FFF2-40B4-BE49-F238E27FC236}">
                <a16:creationId xmlns:a16="http://schemas.microsoft.com/office/drawing/2014/main" id="{3E3904CB-14D4-3369-16AA-9ECF95A7ABB1}"/>
              </a:ext>
            </a:extLst>
          </p:cNvPr>
          <p:cNvSpPr txBox="1"/>
          <p:nvPr/>
        </p:nvSpPr>
        <p:spPr bwMode="auto">
          <a:xfrm>
            <a:off x="10170488" y="755246"/>
            <a:ext cx="1292121" cy="176972"/>
          </a:xfrm>
          <a:prstGeom prst="rect">
            <a:avLst/>
          </a:prstGeom>
          <a:solidFill>
            <a:schemeClr val="bg1"/>
          </a:solidFill>
          <a:ln w="9525">
            <a:noFill/>
            <a:miter lim="800000"/>
            <a:headEnd/>
            <a:tailEnd/>
          </a:ln>
        </p:spPr>
        <p:txBody>
          <a:bodyPr vert="horz" wrap="none" lIns="108000" tIns="0" rIns="108000" bIns="0" numCol="1" rtlCol="0" anchor="ctr" anchorCtr="0" compatLnSpc="1">
            <a:prstTxWarp prst="textNoShape">
              <a:avLst/>
            </a:prstTxWarp>
            <a:spAutoFit/>
          </a:bodyPr>
          <a:lstStyle>
            <a:defPPr>
              <a:defRPr lang="pt-BR"/>
            </a:defPPr>
            <a:lvl1pPr algn="ctr">
              <a:spcBef>
                <a:spcPts val="0"/>
              </a:spcBef>
              <a:spcAft>
                <a:spcPts val="600"/>
              </a:spcAft>
              <a:defRPr sz="1200" kern="0"/>
            </a:lvl1p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pt-BR" sz="1150" b="1" i="0" u="none" strike="noStrike" kern="0" cap="none" spc="0" normalizeH="0" baseline="0" noProof="0">
                <a:ln>
                  <a:noFill/>
                </a:ln>
                <a:solidFill>
                  <a:srgbClr val="071C25"/>
                </a:solidFill>
                <a:effectLst/>
                <a:uLnTx/>
                <a:uFillTx/>
                <a:latin typeface="Arial"/>
                <a:ea typeface="+mn-ea"/>
                <a:cs typeface="+mn-cs"/>
              </a:rPr>
              <a:t>Opcional (TBD)</a:t>
            </a:r>
          </a:p>
        </p:txBody>
      </p:sp>
      <p:sp>
        <p:nvSpPr>
          <p:cNvPr id="18" name="Retângulo 17">
            <a:extLst>
              <a:ext uri="{FF2B5EF4-FFF2-40B4-BE49-F238E27FC236}">
                <a16:creationId xmlns:a16="http://schemas.microsoft.com/office/drawing/2014/main" id="{D81BBE26-475C-6475-4AA1-4DA2DC5EA268}"/>
              </a:ext>
            </a:extLst>
          </p:cNvPr>
          <p:cNvSpPr/>
          <p:nvPr/>
        </p:nvSpPr>
        <p:spPr>
          <a:xfrm>
            <a:off x="0" y="745994"/>
            <a:ext cx="12192000" cy="5692203"/>
          </a:xfrm>
          <a:prstGeom prst="rect">
            <a:avLst/>
          </a:prstGeom>
          <a:solidFill>
            <a:schemeClr val="bg1">
              <a:alpha val="75000"/>
            </a:schemeClr>
          </a:solidFill>
          <a:ln w="19050">
            <a:noFill/>
            <a:miter lim="400000"/>
          </a:ln>
          <a:effectLst/>
        </p:spPr>
        <p:txBody>
          <a:bodyPr wrap="square" lIns="108000" tIns="72000" rIns="108000" bIns="7200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400" b="0" i="0" u="none" strike="noStrike" kern="1200" cap="none" spc="0" normalizeH="0" baseline="0" noProof="0" err="1">
              <a:ln>
                <a:noFill/>
              </a:ln>
              <a:solidFill>
                <a:prstClr val="white"/>
              </a:solidFill>
              <a:effectLst/>
              <a:uLnTx/>
              <a:uFillTx/>
              <a:latin typeface="Arial"/>
              <a:ea typeface="+mn-ea"/>
              <a:cs typeface="+mn-cs"/>
            </a:endParaRPr>
          </a:p>
        </p:txBody>
      </p:sp>
      <p:sp>
        <p:nvSpPr>
          <p:cNvPr id="7" name="Rectangle 8">
            <a:extLst>
              <a:ext uri="{FF2B5EF4-FFF2-40B4-BE49-F238E27FC236}">
                <a16:creationId xmlns:a16="http://schemas.microsoft.com/office/drawing/2014/main" id="{E2295AF7-9D45-BE11-8B04-45D6E95D8BEE}"/>
              </a:ext>
            </a:extLst>
          </p:cNvPr>
          <p:cNvSpPr>
            <a:spLocks noChangeArrowheads="1"/>
          </p:cNvSpPr>
          <p:nvPr/>
        </p:nvSpPr>
        <p:spPr bwMode="auto">
          <a:xfrm>
            <a:off x="107291" y="1582541"/>
            <a:ext cx="742577" cy="17697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0" tIns="0" rIns="0" bIns="0" anchor="t" anchorCtr="0">
            <a:spAutoFit/>
          </a:bodyPr>
          <a:lstStyle>
            <a:lvl1pPr defTabSz="787400" eaLnBrk="0" hangingPunct="0">
              <a:defRPr sz="1600">
                <a:solidFill>
                  <a:schemeClr val="tx1"/>
                </a:solidFill>
                <a:latin typeface="Arial" charset="0"/>
                <a:ea typeface="-윤고딕130" pitchFamily="18" charset="-127"/>
              </a:defRPr>
            </a:lvl1pPr>
            <a:lvl2pPr marL="742950" indent="-285750" defTabSz="787400" eaLnBrk="0" hangingPunct="0">
              <a:defRPr sz="1600">
                <a:solidFill>
                  <a:schemeClr val="tx1"/>
                </a:solidFill>
                <a:latin typeface="Arial" charset="0"/>
                <a:ea typeface="-윤고딕130" pitchFamily="18" charset="-127"/>
              </a:defRPr>
            </a:lvl2pPr>
            <a:lvl3pPr marL="1143000" indent="-228600" defTabSz="787400" eaLnBrk="0" hangingPunct="0">
              <a:defRPr sz="1600">
                <a:solidFill>
                  <a:schemeClr val="tx1"/>
                </a:solidFill>
                <a:latin typeface="Arial" charset="0"/>
                <a:ea typeface="-윤고딕130" pitchFamily="18" charset="-127"/>
              </a:defRPr>
            </a:lvl3pPr>
            <a:lvl4pPr marL="1600200" indent="-228600" defTabSz="787400" eaLnBrk="0" hangingPunct="0">
              <a:defRPr sz="1600">
                <a:solidFill>
                  <a:schemeClr val="tx1"/>
                </a:solidFill>
                <a:latin typeface="Arial" charset="0"/>
                <a:ea typeface="-윤고딕130" pitchFamily="18" charset="-127"/>
              </a:defRPr>
            </a:lvl4pPr>
            <a:lvl5pPr marL="2057400" indent="-228600" defTabSz="787400" eaLnBrk="0" hangingPunct="0">
              <a:defRPr sz="1600">
                <a:solidFill>
                  <a:schemeClr val="tx1"/>
                </a:solidFill>
                <a:latin typeface="Arial" charset="0"/>
                <a:ea typeface="-윤고딕130" pitchFamily="18" charset="-127"/>
              </a:defRPr>
            </a:lvl5pPr>
            <a:lvl6pPr marL="2514600" indent="-228600" defTabSz="787400" eaLnBrk="0" fontAlgn="base" hangingPunct="0">
              <a:spcBef>
                <a:spcPct val="0"/>
              </a:spcBef>
              <a:spcAft>
                <a:spcPct val="0"/>
              </a:spcAft>
              <a:defRPr sz="1600">
                <a:solidFill>
                  <a:schemeClr val="tx1"/>
                </a:solidFill>
                <a:latin typeface="Arial" charset="0"/>
                <a:ea typeface="-윤고딕130" pitchFamily="18" charset="-127"/>
              </a:defRPr>
            </a:lvl6pPr>
            <a:lvl7pPr marL="2971800" indent="-228600" defTabSz="787400" eaLnBrk="0" fontAlgn="base" hangingPunct="0">
              <a:spcBef>
                <a:spcPct val="0"/>
              </a:spcBef>
              <a:spcAft>
                <a:spcPct val="0"/>
              </a:spcAft>
              <a:defRPr sz="1600">
                <a:solidFill>
                  <a:schemeClr val="tx1"/>
                </a:solidFill>
                <a:latin typeface="Arial" charset="0"/>
                <a:ea typeface="-윤고딕130" pitchFamily="18" charset="-127"/>
              </a:defRPr>
            </a:lvl7pPr>
            <a:lvl8pPr marL="3429000" indent="-228600" defTabSz="787400" eaLnBrk="0" fontAlgn="base" hangingPunct="0">
              <a:spcBef>
                <a:spcPct val="0"/>
              </a:spcBef>
              <a:spcAft>
                <a:spcPct val="0"/>
              </a:spcAft>
              <a:defRPr sz="1600">
                <a:solidFill>
                  <a:schemeClr val="tx1"/>
                </a:solidFill>
                <a:latin typeface="Arial" charset="0"/>
                <a:ea typeface="-윤고딕130" pitchFamily="18" charset="-127"/>
              </a:defRPr>
            </a:lvl8pPr>
            <a:lvl9pPr marL="3886200" indent="-228600" defTabSz="787400" eaLnBrk="0" fontAlgn="base" hangingPunct="0">
              <a:spcBef>
                <a:spcPct val="0"/>
              </a:spcBef>
              <a:spcAft>
                <a:spcPct val="0"/>
              </a:spcAft>
              <a:defRPr sz="1600">
                <a:solidFill>
                  <a:schemeClr val="tx1"/>
                </a:solidFill>
                <a:latin typeface="Arial" charset="0"/>
                <a:ea typeface="-윤고딕130" pitchFamily="18" charset="-127"/>
              </a:defRPr>
            </a:lvl9pPr>
          </a:lstStyle>
          <a:p>
            <a:pPr marL="0" marR="0" lvl="0" indent="0" algn="l" defTabSz="787400" rtl="0" eaLnBrk="1" fontAlgn="auto" latinLnBrk="0" hangingPunct="1">
              <a:lnSpc>
                <a:spcPct val="100000"/>
              </a:lnSpc>
              <a:spcBef>
                <a:spcPts val="0"/>
              </a:spcBef>
              <a:spcAft>
                <a:spcPts val="0"/>
              </a:spcAft>
              <a:buClrTx/>
              <a:buSzPct val="120000"/>
              <a:buFontTx/>
              <a:buNone/>
              <a:tabLst/>
              <a:defRPr/>
            </a:pPr>
            <a:r>
              <a:rPr kumimoji="0" lang="pt-BR" altLang="zh-CN" sz="1150" b="1" i="0" u="none" strike="noStrike" kern="0" cap="none" spc="0" normalizeH="0" baseline="0" noProof="0">
                <a:ln>
                  <a:noFill/>
                </a:ln>
                <a:solidFill>
                  <a:srgbClr val="020E66"/>
                </a:solidFill>
                <a:effectLst/>
                <a:uLnTx/>
                <a:uFillTx/>
                <a:latin typeface="Arial"/>
                <a:ea typeface="-윤고딕130" pitchFamily="18" charset="-127"/>
                <a:cs typeface="+mn-cs"/>
              </a:rPr>
              <a:t>Atividades</a:t>
            </a:r>
          </a:p>
        </p:txBody>
      </p:sp>
      <p:sp>
        <p:nvSpPr>
          <p:cNvPr id="8" name="Rectangle 8">
            <a:extLst>
              <a:ext uri="{FF2B5EF4-FFF2-40B4-BE49-F238E27FC236}">
                <a16:creationId xmlns:a16="http://schemas.microsoft.com/office/drawing/2014/main" id="{1FBE7481-2948-78C8-DDF4-261F077B417D}"/>
              </a:ext>
            </a:extLst>
          </p:cNvPr>
          <p:cNvSpPr>
            <a:spLocks noChangeArrowheads="1"/>
          </p:cNvSpPr>
          <p:nvPr/>
        </p:nvSpPr>
        <p:spPr bwMode="auto">
          <a:xfrm>
            <a:off x="107291" y="5381087"/>
            <a:ext cx="742577" cy="35394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0" tIns="0" rIns="0" bIns="0" anchor="t" anchorCtr="0">
            <a:spAutoFit/>
          </a:bodyPr>
          <a:lstStyle>
            <a:lvl1pPr defTabSz="787400" eaLnBrk="0" hangingPunct="0">
              <a:defRPr sz="1600">
                <a:solidFill>
                  <a:schemeClr val="tx1"/>
                </a:solidFill>
                <a:latin typeface="Arial" charset="0"/>
                <a:ea typeface="-윤고딕130" pitchFamily="18" charset="-127"/>
              </a:defRPr>
            </a:lvl1pPr>
            <a:lvl2pPr marL="742950" indent="-285750" defTabSz="787400" eaLnBrk="0" hangingPunct="0">
              <a:defRPr sz="1600">
                <a:solidFill>
                  <a:schemeClr val="tx1"/>
                </a:solidFill>
                <a:latin typeface="Arial" charset="0"/>
                <a:ea typeface="-윤고딕130" pitchFamily="18" charset="-127"/>
              </a:defRPr>
            </a:lvl2pPr>
            <a:lvl3pPr marL="1143000" indent="-228600" defTabSz="787400" eaLnBrk="0" hangingPunct="0">
              <a:defRPr sz="1600">
                <a:solidFill>
                  <a:schemeClr val="tx1"/>
                </a:solidFill>
                <a:latin typeface="Arial" charset="0"/>
                <a:ea typeface="-윤고딕130" pitchFamily="18" charset="-127"/>
              </a:defRPr>
            </a:lvl3pPr>
            <a:lvl4pPr marL="1600200" indent="-228600" defTabSz="787400" eaLnBrk="0" hangingPunct="0">
              <a:defRPr sz="1600">
                <a:solidFill>
                  <a:schemeClr val="tx1"/>
                </a:solidFill>
                <a:latin typeface="Arial" charset="0"/>
                <a:ea typeface="-윤고딕130" pitchFamily="18" charset="-127"/>
              </a:defRPr>
            </a:lvl4pPr>
            <a:lvl5pPr marL="2057400" indent="-228600" defTabSz="787400" eaLnBrk="0" hangingPunct="0">
              <a:defRPr sz="1600">
                <a:solidFill>
                  <a:schemeClr val="tx1"/>
                </a:solidFill>
                <a:latin typeface="Arial" charset="0"/>
                <a:ea typeface="-윤고딕130" pitchFamily="18" charset="-127"/>
              </a:defRPr>
            </a:lvl5pPr>
            <a:lvl6pPr marL="2514600" indent="-228600" defTabSz="787400" eaLnBrk="0" fontAlgn="base" hangingPunct="0">
              <a:spcBef>
                <a:spcPct val="0"/>
              </a:spcBef>
              <a:spcAft>
                <a:spcPct val="0"/>
              </a:spcAft>
              <a:defRPr sz="1600">
                <a:solidFill>
                  <a:schemeClr val="tx1"/>
                </a:solidFill>
                <a:latin typeface="Arial" charset="0"/>
                <a:ea typeface="-윤고딕130" pitchFamily="18" charset="-127"/>
              </a:defRPr>
            </a:lvl6pPr>
            <a:lvl7pPr marL="2971800" indent="-228600" defTabSz="787400" eaLnBrk="0" fontAlgn="base" hangingPunct="0">
              <a:spcBef>
                <a:spcPct val="0"/>
              </a:spcBef>
              <a:spcAft>
                <a:spcPct val="0"/>
              </a:spcAft>
              <a:defRPr sz="1600">
                <a:solidFill>
                  <a:schemeClr val="tx1"/>
                </a:solidFill>
                <a:latin typeface="Arial" charset="0"/>
                <a:ea typeface="-윤고딕130" pitchFamily="18" charset="-127"/>
              </a:defRPr>
            </a:lvl7pPr>
            <a:lvl8pPr marL="3429000" indent="-228600" defTabSz="787400" eaLnBrk="0" fontAlgn="base" hangingPunct="0">
              <a:spcBef>
                <a:spcPct val="0"/>
              </a:spcBef>
              <a:spcAft>
                <a:spcPct val="0"/>
              </a:spcAft>
              <a:defRPr sz="1600">
                <a:solidFill>
                  <a:schemeClr val="tx1"/>
                </a:solidFill>
                <a:latin typeface="Arial" charset="0"/>
                <a:ea typeface="-윤고딕130" pitchFamily="18" charset="-127"/>
              </a:defRPr>
            </a:lvl8pPr>
            <a:lvl9pPr marL="3886200" indent="-228600" defTabSz="787400" eaLnBrk="0" fontAlgn="base" hangingPunct="0">
              <a:spcBef>
                <a:spcPct val="0"/>
              </a:spcBef>
              <a:spcAft>
                <a:spcPct val="0"/>
              </a:spcAft>
              <a:defRPr sz="1600">
                <a:solidFill>
                  <a:schemeClr val="tx1"/>
                </a:solidFill>
                <a:latin typeface="Arial" charset="0"/>
                <a:ea typeface="-윤고딕130" pitchFamily="18" charset="-127"/>
              </a:defRPr>
            </a:lvl9pPr>
          </a:lstStyle>
          <a:p>
            <a:pPr marL="0" marR="0" lvl="0" indent="0" algn="l" defTabSz="787400" rtl="0" eaLnBrk="1" fontAlgn="auto" latinLnBrk="0" hangingPunct="1">
              <a:lnSpc>
                <a:spcPct val="100000"/>
              </a:lnSpc>
              <a:spcBef>
                <a:spcPts val="0"/>
              </a:spcBef>
              <a:spcAft>
                <a:spcPts val="0"/>
              </a:spcAft>
              <a:buClrTx/>
              <a:buSzPct val="120000"/>
              <a:buFontTx/>
              <a:buNone/>
              <a:tabLst/>
              <a:defRPr/>
            </a:pPr>
            <a:r>
              <a:rPr kumimoji="0" lang="pt-BR" altLang="zh-CN" sz="1150" b="1" i="0" u="none" strike="noStrike" kern="0" cap="none" spc="0" normalizeH="0" baseline="0" noProof="0">
                <a:ln>
                  <a:noFill/>
                </a:ln>
                <a:solidFill>
                  <a:srgbClr val="020E66"/>
                </a:solidFill>
                <a:effectLst/>
                <a:uLnTx/>
                <a:uFillTx/>
                <a:latin typeface="Arial"/>
                <a:ea typeface="-윤고딕130" pitchFamily="18" charset="-127"/>
                <a:cs typeface="+mn-cs"/>
              </a:rPr>
              <a:t>Produtos</a:t>
            </a:r>
            <a:br>
              <a:rPr kumimoji="0" lang="pt-BR" altLang="zh-CN" sz="1150" b="1" i="0" u="none" strike="noStrike" kern="0" cap="none" spc="0" normalizeH="0" baseline="0" noProof="0">
                <a:ln>
                  <a:noFill/>
                </a:ln>
                <a:solidFill>
                  <a:srgbClr val="020E66"/>
                </a:solidFill>
                <a:effectLst/>
                <a:uLnTx/>
                <a:uFillTx/>
                <a:latin typeface="Arial"/>
                <a:ea typeface="-윤고딕130" pitchFamily="18" charset="-127"/>
                <a:cs typeface="+mn-cs"/>
              </a:rPr>
            </a:br>
            <a:r>
              <a:rPr kumimoji="0" lang="pt-BR" altLang="zh-CN" sz="1150" b="1" i="0" u="none" strike="noStrike" kern="0" cap="none" spc="0" normalizeH="0" baseline="0" noProof="0">
                <a:ln>
                  <a:noFill/>
                </a:ln>
                <a:solidFill>
                  <a:srgbClr val="020E66"/>
                </a:solidFill>
                <a:effectLst/>
                <a:uLnTx/>
                <a:uFillTx/>
                <a:latin typeface="Arial"/>
                <a:ea typeface="-윤고딕130" pitchFamily="18" charset="-127"/>
                <a:cs typeface="+mn-cs"/>
              </a:rPr>
              <a:t>finais</a:t>
            </a:r>
          </a:p>
        </p:txBody>
      </p:sp>
      <p:cxnSp>
        <p:nvCxnSpPr>
          <p:cNvPr id="143" name="Straight Connector 142">
            <a:extLst>
              <a:ext uri="{FF2B5EF4-FFF2-40B4-BE49-F238E27FC236}">
                <a16:creationId xmlns:a16="http://schemas.microsoft.com/office/drawing/2014/main" id="{A08CADA1-129F-C2C7-A40C-B93C5519A6D6}"/>
              </a:ext>
            </a:extLst>
          </p:cNvPr>
          <p:cNvCxnSpPr>
            <a:cxnSpLocks/>
          </p:cNvCxnSpPr>
          <p:nvPr/>
        </p:nvCxnSpPr>
        <p:spPr>
          <a:xfrm>
            <a:off x="965714" y="5335814"/>
            <a:ext cx="11016000" cy="0"/>
          </a:xfrm>
          <a:prstGeom prst="line">
            <a:avLst/>
          </a:prstGeom>
          <a:ln w="9525">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sp>
        <p:nvSpPr>
          <p:cNvPr id="12" name="Arrow: Chevron 70">
            <a:extLst>
              <a:ext uri="{FF2B5EF4-FFF2-40B4-BE49-F238E27FC236}">
                <a16:creationId xmlns:a16="http://schemas.microsoft.com/office/drawing/2014/main" id="{C815964E-00B4-8430-C1EB-4972D8EB0BEC}"/>
              </a:ext>
            </a:extLst>
          </p:cNvPr>
          <p:cNvSpPr>
            <a:spLocks/>
          </p:cNvSpPr>
          <p:nvPr/>
        </p:nvSpPr>
        <p:spPr>
          <a:xfrm>
            <a:off x="4696609" y="994451"/>
            <a:ext cx="2845430" cy="526787"/>
          </a:xfrm>
          <a:prstGeom prst="chevron">
            <a:avLst>
              <a:gd name="adj" fmla="val 16392"/>
            </a:avLst>
          </a:prstGeom>
          <a:solidFill>
            <a:schemeClr val="accent2"/>
          </a:solidFill>
          <a:ln w="38100">
            <a:noFill/>
          </a:ln>
          <a:effectLst/>
        </p:spPr>
        <p:style>
          <a:lnRef idx="1">
            <a:schemeClr val="accent1"/>
          </a:lnRef>
          <a:fillRef idx="3">
            <a:schemeClr val="accent1"/>
          </a:fillRef>
          <a:effectRef idx="2">
            <a:schemeClr val="accent1"/>
          </a:effectRef>
          <a:fontRef idx="minor">
            <a:schemeClr val="lt1"/>
          </a:fontRef>
        </p:style>
        <p:txBody>
          <a:bodyPr lIns="108000" tIns="0" rIns="108000" bIns="0" rtlCol="0" anchor="ctr" anchorCtr="1"/>
          <a:lstStyle/>
          <a:p>
            <a:pPr marL="0" marR="0" lvl="1" indent="0" algn="l" defTabSz="914400" rtl="0" eaLnBrk="1" fontAlgn="auto" latinLnBrk="0" hangingPunct="1">
              <a:lnSpc>
                <a:spcPct val="100000"/>
              </a:lnSpc>
              <a:spcBef>
                <a:spcPts val="0"/>
              </a:spcBef>
              <a:spcAft>
                <a:spcPts val="0"/>
              </a:spcAft>
              <a:buClrTx/>
              <a:buSzTx/>
              <a:buFontTx/>
              <a:buNone/>
              <a:tabLst/>
              <a:defRPr/>
            </a:pPr>
            <a:r>
              <a:rPr kumimoji="0" lang="pt-BR" sz="1150" b="1" i="0" u="none" strike="noStrike" kern="1200" cap="none" spc="0" normalizeH="0" baseline="0" noProof="0">
                <a:ln>
                  <a:noFill/>
                </a:ln>
                <a:solidFill>
                  <a:prstClr val="white"/>
                </a:solidFill>
                <a:effectLst/>
                <a:uLnTx/>
                <a:uFillTx/>
                <a:latin typeface="Arial"/>
                <a:ea typeface="+mn-ea"/>
                <a:cs typeface="+mn-cs"/>
              </a:rPr>
              <a:t>Desenho do novo modelo de acesso à mercado</a:t>
            </a:r>
          </a:p>
        </p:txBody>
      </p:sp>
      <p:sp>
        <p:nvSpPr>
          <p:cNvPr id="65" name="Rectangle 53">
            <a:extLst>
              <a:ext uri="{FF2B5EF4-FFF2-40B4-BE49-F238E27FC236}">
                <a16:creationId xmlns:a16="http://schemas.microsoft.com/office/drawing/2014/main" id="{87068C71-6404-8D77-F3DE-83D3E8334B19}"/>
              </a:ext>
            </a:extLst>
          </p:cNvPr>
          <p:cNvSpPr txBox="1"/>
          <p:nvPr/>
        </p:nvSpPr>
        <p:spPr>
          <a:xfrm>
            <a:off x="4996859" y="5381087"/>
            <a:ext cx="2376000" cy="1061829"/>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marL="0" lvl="0" indent="0" defTabSz="895350" eaLnBrk="1" hangingPunct="1">
              <a:buClr>
                <a:schemeClr val="tx2"/>
              </a:buClr>
              <a:defRPr baseline="0">
                <a:latin typeface="+mn-lt"/>
              </a:defRPr>
            </a:lvl1pPr>
            <a:lvl2pPr marL="193675" lvl="1" indent="-192088" defTabSz="895350" eaLnBrk="1" hangingPunct="1">
              <a:buClr>
                <a:schemeClr val="tx2"/>
              </a:buClr>
              <a:buSzPct val="125000"/>
              <a:buFont typeface="Arial" charset="0"/>
              <a:buChar char="▪"/>
              <a:defRPr baseline="0">
                <a:latin typeface="+mn-lt"/>
              </a:defRPr>
            </a:lvl2pPr>
            <a:lvl3pPr marL="457200" lvl="2" indent="-261938" defTabSz="895350" eaLnBrk="1" hangingPunct="1">
              <a:buClr>
                <a:schemeClr val="tx2"/>
              </a:buClr>
              <a:buSzPct val="120000"/>
              <a:buFont typeface="Arial" charset="0"/>
              <a:buChar char="–"/>
              <a:defRPr baseline="0">
                <a:latin typeface="+mn-lt"/>
              </a:defRPr>
            </a:lvl3pPr>
            <a:lvl4pPr marL="614363" lvl="3" indent="-155575" defTabSz="895350" eaLnBrk="1" hangingPunct="1">
              <a:buClr>
                <a:schemeClr val="tx2"/>
              </a:buClr>
              <a:buSzPct val="120000"/>
              <a:buFont typeface="Arial" charset="0"/>
              <a:buChar char="▫"/>
              <a:defRPr baseline="0">
                <a:latin typeface="+mn-lt"/>
              </a:defRPr>
            </a:lvl4pPr>
            <a:lvl5pPr marL="749808" lvl="4" indent="-130175" defTabSz="895350" eaLnBrk="1" hangingPunct="1">
              <a:buClr>
                <a:schemeClr val="tx2"/>
              </a:buClr>
              <a:buSzPct val="89000"/>
              <a:buFont typeface="Arial" charset="0"/>
              <a:buChar char="-"/>
              <a:defRPr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marL="0" marR="0" lvl="0" indent="0" algn="l" defTabSz="895350" rtl="0" eaLnBrk="1" fontAlgn="auto" latinLnBrk="0" hangingPunct="1">
              <a:lnSpc>
                <a:spcPct val="100000"/>
              </a:lnSpc>
              <a:spcBef>
                <a:spcPts val="0"/>
              </a:spcBef>
              <a:spcAft>
                <a:spcPts val="0"/>
              </a:spcAft>
              <a:buClrTx/>
              <a:buSzTx/>
              <a:buFontTx/>
              <a:buNone/>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Novo modelo comercial</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Proposta de valor </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Novo modelo de acesso à mercado</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Modelo de governança</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I</a:t>
            </a:r>
            <a:r>
              <a:rPr kumimoji="0" lang="pt-BR" sz="1150" b="0" i="0" u="none" strike="noStrike" kern="1200" cap="none" spc="0" normalizeH="0" baseline="0" noProof="0" err="1">
                <a:ln>
                  <a:noFill/>
                </a:ln>
                <a:solidFill>
                  <a:srgbClr val="071C25"/>
                </a:solidFill>
                <a:effectLst/>
                <a:uLnTx/>
                <a:uFillTx/>
                <a:latin typeface="Arial"/>
                <a:ea typeface="+mn-ea"/>
                <a:cs typeface="+mn-cs"/>
              </a:rPr>
              <a:t>mpactos</a:t>
            </a:r>
            <a:r>
              <a:rPr kumimoji="0" lang="pt-BR" sz="1150" b="0" i="0" u="none" strike="noStrike" kern="1200" cap="none" spc="0" normalizeH="0" baseline="0" noProof="0">
                <a:ln>
                  <a:noFill/>
                </a:ln>
                <a:solidFill>
                  <a:srgbClr val="071C25"/>
                </a:solidFill>
                <a:effectLst/>
                <a:uLnTx/>
                <a:uFillTx/>
                <a:latin typeface="Arial"/>
                <a:ea typeface="+mn-ea"/>
                <a:cs typeface="+mn-cs"/>
              </a:rPr>
              <a:t> financeiros</a:t>
            </a:r>
          </a:p>
        </p:txBody>
      </p:sp>
      <p:sp>
        <p:nvSpPr>
          <p:cNvPr id="66" name="Oval 43">
            <a:extLst>
              <a:ext uri="{FF2B5EF4-FFF2-40B4-BE49-F238E27FC236}">
                <a16:creationId xmlns:a16="http://schemas.microsoft.com/office/drawing/2014/main" id="{FDB2096B-D8B7-A923-858F-DF3374A76207}"/>
              </a:ext>
            </a:extLst>
          </p:cNvPr>
          <p:cNvSpPr/>
          <p:nvPr/>
        </p:nvSpPr>
        <p:spPr>
          <a:xfrm>
            <a:off x="4672859" y="5381087"/>
            <a:ext cx="216000" cy="216000"/>
          </a:xfrm>
          <a:prstGeom prst="ellipse">
            <a:avLst/>
          </a:prstGeom>
          <a:solidFill>
            <a:schemeClr val="accent5"/>
          </a:solidFill>
          <a:ln w="9525">
            <a:noFill/>
            <a:round/>
            <a:headEnd/>
            <a:tailEnd/>
          </a:ln>
          <a:effec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150" b="1" i="0" u="none" strike="noStrike" kern="0" cap="none" spc="0" normalizeH="0" baseline="0" noProof="0">
                <a:ln>
                  <a:noFill/>
                </a:ln>
                <a:solidFill>
                  <a:prstClr val="white"/>
                </a:solidFill>
                <a:effectLst/>
                <a:uLnTx/>
                <a:uFillTx/>
                <a:latin typeface="Arial"/>
                <a:ea typeface="+mn-ea"/>
                <a:cs typeface="Calibri" panose="020F0502020204030204" pitchFamily="34" charset="0"/>
              </a:rPr>
              <a:t>5</a:t>
            </a:r>
          </a:p>
        </p:txBody>
      </p:sp>
      <p:sp>
        <p:nvSpPr>
          <p:cNvPr id="6" name="Rectangle 53">
            <a:extLst>
              <a:ext uri="{FF2B5EF4-FFF2-40B4-BE49-F238E27FC236}">
                <a16:creationId xmlns:a16="http://schemas.microsoft.com/office/drawing/2014/main" id="{E1362351-8E3B-348B-F225-8B9EC0F4C020}"/>
              </a:ext>
            </a:extLst>
          </p:cNvPr>
          <p:cNvSpPr txBox="1"/>
          <p:nvPr/>
        </p:nvSpPr>
        <p:spPr>
          <a:xfrm>
            <a:off x="4672859" y="1582541"/>
            <a:ext cx="2700000" cy="1946687"/>
          </a:xfrm>
          <a:prstGeom prst="rect">
            <a:avLst/>
          </a:prstGeom>
          <a:noFill/>
          <a:ln w="9525">
            <a:noFill/>
            <a:miter lim="800000"/>
            <a:headEnd/>
            <a:tailEnd/>
          </a:ln>
          <a:effectLst/>
        </p:spPr>
        <p:txBody>
          <a:bodyPr vert="horz" wrap="square" lIns="0" tIns="0" rIns="0" bIns="0" numCol="1" anchor="t" anchorCtr="0" compatLnSpc="1">
            <a:prstTxWarp prst="textNoShape">
              <a:avLst/>
            </a:prstTxWarp>
            <a:spAutoFit/>
          </a:bodyPr>
          <a:lstStyle>
            <a:lvl1pPr marL="0" lvl="0" indent="0" defTabSz="895350" eaLnBrk="1" hangingPunct="1">
              <a:buClr>
                <a:schemeClr val="tx2"/>
              </a:buClr>
              <a:defRPr baseline="0">
                <a:latin typeface="+mn-lt"/>
              </a:defRPr>
            </a:lvl1pPr>
            <a:lvl2pPr marL="193675" lvl="1" indent="-192088" defTabSz="895350" eaLnBrk="1" hangingPunct="1">
              <a:buClr>
                <a:schemeClr val="tx2"/>
              </a:buClr>
              <a:buSzPct val="125000"/>
              <a:buFont typeface="Arial" charset="0"/>
              <a:buChar char="▪"/>
              <a:defRPr baseline="0">
                <a:latin typeface="+mn-lt"/>
              </a:defRPr>
            </a:lvl2pPr>
            <a:lvl3pPr marL="457200" lvl="2" indent="-261938" defTabSz="895350" eaLnBrk="1" hangingPunct="1">
              <a:buClr>
                <a:schemeClr val="tx2"/>
              </a:buClr>
              <a:buSzPct val="120000"/>
              <a:buFont typeface="Arial" charset="0"/>
              <a:buChar char="–"/>
              <a:defRPr baseline="0">
                <a:latin typeface="+mn-lt"/>
              </a:defRPr>
            </a:lvl3pPr>
            <a:lvl4pPr marL="614363" lvl="3" indent="-155575" defTabSz="895350" eaLnBrk="1" hangingPunct="1">
              <a:buClr>
                <a:schemeClr val="tx2"/>
              </a:buClr>
              <a:buSzPct val="120000"/>
              <a:buFont typeface="Arial" charset="0"/>
              <a:buChar char="▫"/>
              <a:defRPr baseline="0">
                <a:latin typeface="+mn-lt"/>
              </a:defRPr>
            </a:lvl4pPr>
            <a:lvl5pPr marL="749808" lvl="4" indent="-130175" defTabSz="895350" eaLnBrk="1" hangingPunct="1">
              <a:buClr>
                <a:schemeClr val="tx2"/>
              </a:buClr>
              <a:buSzPct val="89000"/>
              <a:buFont typeface="Arial" charset="0"/>
              <a:buChar char="-"/>
              <a:defRPr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Definir canais de vendas (ex. venda direta, grandes revendas, revendas de especialidade, cooperativas etc.) com base na proposta de valor e segmentação </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Desenhar modelo de organização comercial da Morro Verde</a:t>
            </a:r>
          </a:p>
          <a:p>
            <a:pPr marL="358775" marR="0" lvl="2" indent="-163513" algn="l" defTabSz="895350" rtl="0" eaLnBrk="1" fontAlgn="auto" latinLnBrk="0" hangingPunct="1">
              <a:lnSpc>
                <a:spcPct val="100000"/>
              </a:lnSpc>
              <a:spcBef>
                <a:spcPts val="0"/>
              </a:spcBef>
              <a:spcAft>
                <a:spcPts val="0"/>
              </a:spcAft>
              <a:buClrTx/>
              <a:buSzPct val="120000"/>
              <a:buFont typeface="Arial" charset="0"/>
              <a:buChar char="–"/>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Estrutura, reportes, papeis e responsabilidades</a:t>
            </a:r>
          </a:p>
          <a:p>
            <a:pPr marL="358775" marR="0" lvl="2" indent="-163513" algn="l" defTabSz="895350" rtl="0" eaLnBrk="1" fontAlgn="auto" latinLnBrk="0" hangingPunct="1">
              <a:lnSpc>
                <a:spcPct val="100000"/>
              </a:lnSpc>
              <a:spcBef>
                <a:spcPts val="0"/>
              </a:spcBef>
              <a:spcAft>
                <a:spcPts val="0"/>
              </a:spcAft>
              <a:buClrTx/>
              <a:buSzPct val="120000"/>
              <a:buFont typeface="Arial" charset="0"/>
              <a:buChar char="–"/>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Quantitativo de </a:t>
            </a:r>
            <a:r>
              <a:rPr kumimoji="0" lang="pt-BR" sz="1150" b="0" i="0" u="none" strike="noStrike" kern="1200" cap="none" spc="0" normalizeH="0" baseline="0" noProof="0" err="1">
                <a:ln>
                  <a:noFill/>
                </a:ln>
                <a:solidFill>
                  <a:srgbClr val="071C25"/>
                </a:solidFill>
                <a:effectLst/>
                <a:uLnTx/>
                <a:uFillTx/>
                <a:latin typeface="Arial"/>
                <a:ea typeface="+mn-ea"/>
                <a:cs typeface="+mn-cs"/>
              </a:rPr>
              <a:t>FTEs</a:t>
            </a:r>
            <a:endParaRPr kumimoji="0" lang="pt-BR" sz="1150" b="0" i="0" u="none" strike="noStrike" kern="1200" cap="none" spc="0" normalizeH="0" baseline="0" noProof="0">
              <a:ln>
                <a:noFill/>
              </a:ln>
              <a:solidFill>
                <a:srgbClr val="071C25"/>
              </a:solidFill>
              <a:effectLst/>
              <a:uLnTx/>
              <a:uFillTx/>
              <a:latin typeface="Arial"/>
              <a:ea typeface="+mn-ea"/>
              <a:cs typeface="+mn-cs"/>
            </a:endParaRPr>
          </a:p>
          <a:p>
            <a:pPr marL="358775" marR="0" lvl="2" indent="-163513" algn="l" defTabSz="895350" rtl="0" eaLnBrk="1" fontAlgn="auto" latinLnBrk="0" hangingPunct="1">
              <a:lnSpc>
                <a:spcPct val="100000"/>
              </a:lnSpc>
              <a:spcBef>
                <a:spcPts val="0"/>
              </a:spcBef>
              <a:spcAft>
                <a:spcPts val="0"/>
              </a:spcAft>
              <a:buClrTx/>
              <a:buSzPct val="120000"/>
              <a:buFont typeface="Arial" charset="0"/>
              <a:buChar char="–"/>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Competências desejadas</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Quantificar impacto financeiro esperado do novo modelo de GTM (idealmente por segmento/canal)</a:t>
            </a:r>
          </a:p>
        </p:txBody>
      </p:sp>
      <p:cxnSp>
        <p:nvCxnSpPr>
          <p:cNvPr id="31" name="Conector de Seta Reta 39">
            <a:extLst>
              <a:ext uri="{FF2B5EF4-FFF2-40B4-BE49-F238E27FC236}">
                <a16:creationId xmlns:a16="http://schemas.microsoft.com/office/drawing/2014/main" id="{B9392279-4838-D3A2-120F-BA9AEFF35CF9}"/>
              </a:ext>
            </a:extLst>
          </p:cNvPr>
          <p:cNvCxnSpPr>
            <a:cxnSpLocks/>
          </p:cNvCxnSpPr>
          <p:nvPr/>
        </p:nvCxnSpPr>
        <p:spPr>
          <a:xfrm>
            <a:off x="4672859" y="843731"/>
            <a:ext cx="4932000" cy="0"/>
          </a:xfrm>
          <a:prstGeom prst="straightConnector1">
            <a:avLst/>
          </a:prstGeom>
          <a:ln w="19050">
            <a:solidFill>
              <a:schemeClr val="bg1">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3" name="CaixaDeTexto 40">
            <a:extLst>
              <a:ext uri="{FF2B5EF4-FFF2-40B4-BE49-F238E27FC236}">
                <a16:creationId xmlns:a16="http://schemas.microsoft.com/office/drawing/2014/main" id="{C75E2F82-68C7-08C1-3303-FB495C4CB86D}"/>
              </a:ext>
            </a:extLst>
          </p:cNvPr>
          <p:cNvSpPr txBox="1"/>
          <p:nvPr/>
        </p:nvSpPr>
        <p:spPr bwMode="auto">
          <a:xfrm>
            <a:off x="6653099" y="755246"/>
            <a:ext cx="971521" cy="176972"/>
          </a:xfrm>
          <a:prstGeom prst="rect">
            <a:avLst/>
          </a:prstGeom>
          <a:solidFill>
            <a:schemeClr val="bg1"/>
          </a:solidFill>
          <a:ln w="9525">
            <a:noFill/>
            <a:miter lim="800000"/>
            <a:headEnd/>
            <a:tailEnd/>
          </a:ln>
        </p:spPr>
        <p:txBody>
          <a:bodyPr vert="horz" wrap="none" lIns="108000" tIns="0" rIns="108000" bIns="0" numCol="1" rtlCol="0" anchor="ctr" anchorCtr="0" compatLnSpc="1">
            <a:prstTxWarp prst="textNoShape">
              <a:avLst/>
            </a:prstTxWarp>
            <a:spAutoFit/>
          </a:bodyPr>
          <a:lstStyle>
            <a:defPPr>
              <a:defRPr lang="pt-BR"/>
            </a:defPPr>
            <a:lvl1pPr algn="ctr">
              <a:spcBef>
                <a:spcPts val="0"/>
              </a:spcBef>
              <a:spcAft>
                <a:spcPts val="600"/>
              </a:spcAft>
              <a:defRPr sz="1200" kern="0"/>
            </a:lvl1p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pt-BR" sz="1150" b="1" i="0" u="none" strike="noStrike" kern="0" cap="none" spc="0" normalizeH="0" baseline="0" noProof="0">
                <a:ln>
                  <a:noFill/>
                </a:ln>
                <a:solidFill>
                  <a:srgbClr val="071C25"/>
                </a:solidFill>
                <a:effectLst/>
                <a:uLnTx/>
                <a:uFillTx/>
                <a:latin typeface="Arial"/>
                <a:ea typeface="+mn-ea"/>
                <a:cs typeface="+mn-cs"/>
              </a:rPr>
              <a:t>4 semanas</a:t>
            </a:r>
          </a:p>
        </p:txBody>
      </p:sp>
    </p:spTree>
    <p:extLst>
      <p:ext uri="{BB962C8B-B14F-4D97-AF65-F5344CB8AC3E}">
        <p14:creationId xmlns:p14="http://schemas.microsoft.com/office/powerpoint/2010/main" val="176056631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 name="Object 24" hidden="1"/>
          <p:cNvGraphicFramePr>
            <a:graphicFrameLocks noChangeAspect="1"/>
          </p:cNvGraphicFramePr>
          <p:nvPr>
            <p:custDataLst>
              <p:tags r:id="rId1"/>
            </p:custDataLst>
            <p:extLst>
              <p:ext uri="{D42A27DB-BD31-4B8C-83A1-F6EECF244321}">
                <p14:modId xmlns:p14="http://schemas.microsoft.com/office/powerpoint/2010/main" val="879512026"/>
              </p:ext>
            </p:extLst>
          </p:nvPr>
        </p:nvGraphicFramePr>
        <p:xfrm>
          <a:off x="1144589" y="1589"/>
          <a:ext cx="1587" cy="1587"/>
        </p:xfrm>
        <a:graphic>
          <a:graphicData uri="http://schemas.openxmlformats.org/presentationml/2006/ole">
            <mc:AlternateContent xmlns:mc="http://schemas.openxmlformats.org/markup-compatibility/2006">
              <mc:Choice xmlns:v="urn:schemas-microsoft-com:vml" Requires="v">
                <p:oleObj name="Slide do think-cell" r:id="rId3" imgW="270" imgH="270" progId="TCLayout.ActiveDocument.1">
                  <p:embed/>
                </p:oleObj>
              </mc:Choice>
              <mc:Fallback>
                <p:oleObj name="Slide do think-cell" r:id="rId3" imgW="270" imgH="270" progId="TCLayout.ActiveDocument.1">
                  <p:embed/>
                  <p:pic>
                    <p:nvPicPr>
                      <p:cNvPr id="25" name="Object 24" hidden="1"/>
                      <p:cNvPicPr/>
                      <p:nvPr/>
                    </p:nvPicPr>
                    <p:blipFill>
                      <a:blip r:embed="rId4"/>
                      <a:stretch>
                        <a:fillRect/>
                      </a:stretch>
                    </p:blipFill>
                    <p:spPr>
                      <a:xfrm>
                        <a:off x="1144589" y="1589"/>
                        <a:ext cx="1587" cy="1587"/>
                      </a:xfrm>
                      <a:prstGeom prst="rect">
                        <a:avLst/>
                      </a:prstGeom>
                    </p:spPr>
                  </p:pic>
                </p:oleObj>
              </mc:Fallback>
            </mc:AlternateContent>
          </a:graphicData>
        </a:graphic>
      </p:graphicFrame>
      <p:sp>
        <p:nvSpPr>
          <p:cNvPr id="3" name="Espaço Reservado para Texto 2">
            <a:extLst>
              <a:ext uri="{FF2B5EF4-FFF2-40B4-BE49-F238E27FC236}">
                <a16:creationId xmlns:a16="http://schemas.microsoft.com/office/drawing/2014/main" id="{D941CEBA-0015-F0F2-DECA-7321298EDD10}"/>
              </a:ext>
            </a:extLst>
          </p:cNvPr>
          <p:cNvSpPr>
            <a:spLocks noGrp="1"/>
          </p:cNvSpPr>
          <p:nvPr>
            <p:ph type="body" sz="quarter" idx="14"/>
          </p:nvPr>
        </p:nvSpPr>
        <p:spPr>
          <a:xfrm>
            <a:off x="233257" y="6528855"/>
            <a:ext cx="9696000" cy="138499"/>
          </a:xfrm>
        </p:spPr>
        <p:txBody>
          <a:bodyPr/>
          <a:lstStyle/>
          <a:p>
            <a:r>
              <a:rPr lang="pt-BR" dirty="0"/>
              <a:t>1. </a:t>
            </a:r>
            <a:r>
              <a:rPr lang="pt-BR" i="1" dirty="0" err="1"/>
              <a:t>Agricultural</a:t>
            </a:r>
            <a:r>
              <a:rPr lang="pt-BR" i="1" dirty="0"/>
              <a:t> </a:t>
            </a:r>
            <a:r>
              <a:rPr lang="pt-BR" i="1" dirty="0" err="1"/>
              <a:t>companies</a:t>
            </a:r>
            <a:r>
              <a:rPr lang="pt-BR" dirty="0"/>
              <a:t> – grandes companhias agrícolas (ex. </a:t>
            </a:r>
            <a:r>
              <a:rPr lang="pt-BR" dirty="0" err="1"/>
              <a:t>Raizen</a:t>
            </a:r>
            <a:r>
              <a:rPr lang="pt-BR" dirty="0"/>
              <a:t>). 2. </a:t>
            </a:r>
            <a:r>
              <a:rPr lang="pt-BR" i="1" dirty="0" err="1"/>
              <a:t>One-to-one</a:t>
            </a:r>
            <a:r>
              <a:rPr lang="pt-BR" i="1" dirty="0"/>
              <a:t> – </a:t>
            </a:r>
            <a:r>
              <a:rPr lang="pt-BR" dirty="0"/>
              <a:t>agricultores muito grandes (ex. família Maggi). Fonte: Mirow &amp; Co.</a:t>
            </a:r>
          </a:p>
        </p:txBody>
      </p:sp>
      <p:sp>
        <p:nvSpPr>
          <p:cNvPr id="2" name="Title 1"/>
          <p:cNvSpPr>
            <a:spLocks noGrp="1"/>
          </p:cNvSpPr>
          <p:nvPr>
            <p:ph type="title"/>
          </p:nvPr>
        </p:nvSpPr>
        <p:spPr>
          <a:xfrm>
            <a:off x="478971" y="225177"/>
            <a:ext cx="11485488" cy="615553"/>
          </a:xfrm>
        </p:spPr>
        <p:txBody>
          <a:bodyPr vert="horz"/>
          <a:lstStyle/>
          <a:p>
            <a:r>
              <a:rPr lang="pt-BR" b="1"/>
              <a:t>Será necessário avaliar e revisitar os canais de venda na distribuição de insumos agrícolas para cada segmento de clientes</a:t>
            </a:r>
            <a:endParaRPr lang="en-US"/>
          </a:p>
        </p:txBody>
      </p:sp>
      <p:sp>
        <p:nvSpPr>
          <p:cNvPr id="85" name="Rectángulo 84">
            <a:extLst>
              <a:ext uri="{FF2B5EF4-FFF2-40B4-BE49-F238E27FC236}">
                <a16:creationId xmlns:a16="http://schemas.microsoft.com/office/drawing/2014/main" id="{9606F764-B1F6-47CF-AE9A-21F0B40F56AF}"/>
              </a:ext>
            </a:extLst>
          </p:cNvPr>
          <p:cNvSpPr/>
          <p:nvPr/>
        </p:nvSpPr>
        <p:spPr>
          <a:xfrm>
            <a:off x="5918199" y="955964"/>
            <a:ext cx="6028179" cy="5449447"/>
          </a:xfrm>
          <a:prstGeom prst="rect">
            <a:avLst/>
          </a:prstGeom>
          <a:noFill/>
          <a:ln w="12700">
            <a:solidFill>
              <a:schemeClr val="accent4"/>
            </a:solidFill>
            <a:miter lim="400000"/>
          </a:ln>
          <a:effectLst/>
        </p:spPr>
        <p:txBody>
          <a:bodyPr lIns="108000" tIns="72000" rIns="108000" bIns="72000" rtlCol="0" anchor="ctr"/>
          <a:lstStyle/>
          <a:p>
            <a:pPr algn="l"/>
            <a:endParaRPr lang="pt-BR" sz="1400" err="1">
              <a:solidFill>
                <a:schemeClr val="bg1"/>
              </a:solidFill>
              <a:latin typeface="+mj-lt"/>
            </a:endParaRPr>
          </a:p>
        </p:txBody>
      </p:sp>
      <p:sp>
        <p:nvSpPr>
          <p:cNvPr id="86" name="Rectángulo 85">
            <a:extLst>
              <a:ext uri="{FF2B5EF4-FFF2-40B4-BE49-F238E27FC236}">
                <a16:creationId xmlns:a16="http://schemas.microsoft.com/office/drawing/2014/main" id="{90243820-29F0-0A11-BCA5-7547083BB990}"/>
              </a:ext>
            </a:extLst>
          </p:cNvPr>
          <p:cNvSpPr/>
          <p:nvPr/>
        </p:nvSpPr>
        <p:spPr>
          <a:xfrm>
            <a:off x="5918199" y="955964"/>
            <a:ext cx="6028179" cy="493596"/>
          </a:xfrm>
          <a:prstGeom prst="rect">
            <a:avLst/>
          </a:prstGeom>
          <a:solidFill>
            <a:schemeClr val="accent5"/>
          </a:solidFill>
          <a:ln w="12700">
            <a:solidFill>
              <a:schemeClr val="tx2"/>
            </a:solidFill>
            <a:miter lim="400000"/>
          </a:ln>
          <a:effectLst/>
        </p:spPr>
        <p:txBody>
          <a:bodyPr lIns="108000" tIns="72000" rIns="108000" bIns="72000" rtlCol="0" anchor="ctr"/>
          <a:lstStyle/>
          <a:p>
            <a:pPr>
              <a:spcBef>
                <a:spcPts val="0"/>
              </a:spcBef>
            </a:pPr>
            <a:r>
              <a:rPr lang="pt-BR" sz="1400" b="1" kern="0" dirty="0">
                <a:solidFill>
                  <a:schemeClr val="bg1"/>
                </a:solidFill>
                <a:latin typeface="+mj-lt"/>
              </a:rPr>
              <a:t>Modelo de acesso futuro</a:t>
            </a:r>
          </a:p>
        </p:txBody>
      </p:sp>
      <p:sp>
        <p:nvSpPr>
          <p:cNvPr id="90" name="Forma libre: forma 89">
            <a:extLst>
              <a:ext uri="{FF2B5EF4-FFF2-40B4-BE49-F238E27FC236}">
                <a16:creationId xmlns:a16="http://schemas.microsoft.com/office/drawing/2014/main" id="{3489FC7E-437C-8594-8D20-5988AA5B5606}"/>
              </a:ext>
            </a:extLst>
          </p:cNvPr>
          <p:cNvSpPr>
            <a:spLocks noChangeAspect="1"/>
          </p:cNvSpPr>
          <p:nvPr/>
        </p:nvSpPr>
        <p:spPr>
          <a:xfrm>
            <a:off x="249788" y="2092798"/>
            <a:ext cx="553568" cy="1113664"/>
          </a:xfrm>
          <a:custGeom>
            <a:avLst/>
            <a:gdLst>
              <a:gd name="connsiteX0" fmla="*/ 0 w 598281"/>
              <a:gd name="connsiteY0" fmla="*/ 0 h 1113664"/>
              <a:gd name="connsiteX1" fmla="*/ 598281 w 598281"/>
              <a:gd name="connsiteY1" fmla="*/ 1113664 h 1113664"/>
              <a:gd name="connsiteX2" fmla="*/ 0 w 598281"/>
              <a:gd name="connsiteY2" fmla="*/ 1113664 h 1113664"/>
              <a:gd name="connsiteX3" fmla="*/ 0 w 598281"/>
              <a:gd name="connsiteY3" fmla="*/ 0 h 1113664"/>
            </a:gdLst>
            <a:ahLst/>
            <a:cxnLst>
              <a:cxn ang="0">
                <a:pos x="connsiteX0" y="connsiteY0"/>
              </a:cxn>
              <a:cxn ang="0">
                <a:pos x="connsiteX1" y="connsiteY1"/>
              </a:cxn>
              <a:cxn ang="0">
                <a:pos x="connsiteX2" y="connsiteY2"/>
              </a:cxn>
              <a:cxn ang="0">
                <a:pos x="connsiteX3" y="connsiteY3"/>
              </a:cxn>
            </a:cxnLst>
            <a:rect l="l" t="t" r="r" b="b"/>
            <a:pathLst>
              <a:path w="598281" h="1113664">
                <a:moveTo>
                  <a:pt x="0" y="0"/>
                </a:moveTo>
                <a:lnTo>
                  <a:pt x="598281" y="1113664"/>
                </a:lnTo>
                <a:lnTo>
                  <a:pt x="0" y="1113664"/>
                </a:lnTo>
                <a:lnTo>
                  <a:pt x="0"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00">
              <a:latin typeface="+mj-lt"/>
            </a:endParaRPr>
          </a:p>
        </p:txBody>
      </p:sp>
      <p:sp>
        <p:nvSpPr>
          <p:cNvPr id="99" name="Forma libre: forma 98">
            <a:extLst>
              <a:ext uri="{FF2B5EF4-FFF2-40B4-BE49-F238E27FC236}">
                <a16:creationId xmlns:a16="http://schemas.microsoft.com/office/drawing/2014/main" id="{8636D813-E4E9-2C9A-BA44-B0528C17E466}"/>
              </a:ext>
            </a:extLst>
          </p:cNvPr>
          <p:cNvSpPr/>
          <p:nvPr/>
        </p:nvSpPr>
        <p:spPr>
          <a:xfrm>
            <a:off x="249790" y="5356135"/>
            <a:ext cx="2046130" cy="899730"/>
          </a:xfrm>
          <a:custGeom>
            <a:avLst/>
            <a:gdLst>
              <a:gd name="connsiteX0" fmla="*/ 0 w 2211403"/>
              <a:gd name="connsiteY0" fmla="*/ 0 h 899730"/>
              <a:gd name="connsiteX1" fmla="*/ 1694589 w 2211403"/>
              <a:gd name="connsiteY1" fmla="*/ 0 h 899730"/>
              <a:gd name="connsiteX2" fmla="*/ 2211403 w 2211403"/>
              <a:gd name="connsiteY2" fmla="*/ 899730 h 899730"/>
              <a:gd name="connsiteX3" fmla="*/ 0 w 2211403"/>
              <a:gd name="connsiteY3" fmla="*/ 899730 h 899730"/>
              <a:gd name="connsiteX4" fmla="*/ 0 w 2211403"/>
              <a:gd name="connsiteY4" fmla="*/ 0 h 8997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1403" h="899730">
                <a:moveTo>
                  <a:pt x="0" y="0"/>
                </a:moveTo>
                <a:lnTo>
                  <a:pt x="1694589" y="0"/>
                </a:lnTo>
                <a:lnTo>
                  <a:pt x="2211403" y="899730"/>
                </a:lnTo>
                <a:lnTo>
                  <a:pt x="0" y="899730"/>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00">
              <a:latin typeface="+mj-lt"/>
            </a:endParaRPr>
          </a:p>
        </p:txBody>
      </p:sp>
      <p:sp>
        <p:nvSpPr>
          <p:cNvPr id="96" name="Forma libre: forma 95">
            <a:extLst>
              <a:ext uri="{FF2B5EF4-FFF2-40B4-BE49-F238E27FC236}">
                <a16:creationId xmlns:a16="http://schemas.microsoft.com/office/drawing/2014/main" id="{C2EE7339-5FCD-70D2-FF20-7C3907CEA1D1}"/>
              </a:ext>
            </a:extLst>
          </p:cNvPr>
          <p:cNvSpPr/>
          <p:nvPr/>
        </p:nvSpPr>
        <p:spPr>
          <a:xfrm>
            <a:off x="249788" y="4339667"/>
            <a:ext cx="1531411" cy="899730"/>
          </a:xfrm>
          <a:custGeom>
            <a:avLst/>
            <a:gdLst>
              <a:gd name="connsiteX0" fmla="*/ 0 w 1655108"/>
              <a:gd name="connsiteY0" fmla="*/ 0 h 899730"/>
              <a:gd name="connsiteX1" fmla="*/ 1138294 w 1655108"/>
              <a:gd name="connsiteY1" fmla="*/ 0 h 899730"/>
              <a:gd name="connsiteX2" fmla="*/ 1655108 w 1655108"/>
              <a:gd name="connsiteY2" fmla="*/ 899730 h 899730"/>
              <a:gd name="connsiteX3" fmla="*/ 0 w 1655108"/>
              <a:gd name="connsiteY3" fmla="*/ 899730 h 899730"/>
              <a:gd name="connsiteX4" fmla="*/ 0 w 1655108"/>
              <a:gd name="connsiteY4" fmla="*/ 0 h 8997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5108" h="899730">
                <a:moveTo>
                  <a:pt x="0" y="0"/>
                </a:moveTo>
                <a:lnTo>
                  <a:pt x="1138294" y="0"/>
                </a:lnTo>
                <a:lnTo>
                  <a:pt x="1655108" y="899730"/>
                </a:lnTo>
                <a:lnTo>
                  <a:pt x="0" y="899730"/>
                </a:lnTo>
                <a:lnTo>
                  <a:pt x="0"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00">
              <a:latin typeface="+mj-lt"/>
            </a:endParaRPr>
          </a:p>
        </p:txBody>
      </p:sp>
      <p:sp>
        <p:nvSpPr>
          <p:cNvPr id="93" name="Forma libre: forma 92">
            <a:extLst>
              <a:ext uri="{FF2B5EF4-FFF2-40B4-BE49-F238E27FC236}">
                <a16:creationId xmlns:a16="http://schemas.microsoft.com/office/drawing/2014/main" id="{39B53735-1125-6FD9-0657-501C05DBF93C}"/>
              </a:ext>
            </a:extLst>
          </p:cNvPr>
          <p:cNvSpPr/>
          <p:nvPr/>
        </p:nvSpPr>
        <p:spPr>
          <a:xfrm>
            <a:off x="249788" y="3323200"/>
            <a:ext cx="1041699" cy="899730"/>
          </a:xfrm>
          <a:custGeom>
            <a:avLst/>
            <a:gdLst>
              <a:gd name="connsiteX0" fmla="*/ 0 w 1125840"/>
              <a:gd name="connsiteY0" fmla="*/ 0 h 899730"/>
              <a:gd name="connsiteX1" fmla="*/ 609026 w 1125840"/>
              <a:gd name="connsiteY1" fmla="*/ 0 h 899730"/>
              <a:gd name="connsiteX2" fmla="*/ 1125840 w 1125840"/>
              <a:gd name="connsiteY2" fmla="*/ 899730 h 899730"/>
              <a:gd name="connsiteX3" fmla="*/ 0 w 1125840"/>
              <a:gd name="connsiteY3" fmla="*/ 899730 h 899730"/>
              <a:gd name="connsiteX4" fmla="*/ 0 w 1125840"/>
              <a:gd name="connsiteY4" fmla="*/ 0 h 8997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5840" h="899730">
                <a:moveTo>
                  <a:pt x="0" y="0"/>
                </a:moveTo>
                <a:lnTo>
                  <a:pt x="609026" y="0"/>
                </a:lnTo>
                <a:lnTo>
                  <a:pt x="1125840" y="899730"/>
                </a:lnTo>
                <a:lnTo>
                  <a:pt x="0" y="899730"/>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00">
              <a:latin typeface="+mj-lt"/>
            </a:endParaRPr>
          </a:p>
        </p:txBody>
      </p:sp>
      <p:sp>
        <p:nvSpPr>
          <p:cNvPr id="82" name="Rectángulo 81">
            <a:extLst>
              <a:ext uri="{FF2B5EF4-FFF2-40B4-BE49-F238E27FC236}">
                <a16:creationId xmlns:a16="http://schemas.microsoft.com/office/drawing/2014/main" id="{6B20A05A-60EE-1E2B-C562-040784C1544C}"/>
              </a:ext>
            </a:extLst>
          </p:cNvPr>
          <p:cNvSpPr/>
          <p:nvPr/>
        </p:nvSpPr>
        <p:spPr>
          <a:xfrm>
            <a:off x="245624" y="955964"/>
            <a:ext cx="5305186" cy="5449447"/>
          </a:xfrm>
          <a:prstGeom prst="rect">
            <a:avLst/>
          </a:prstGeom>
          <a:noFill/>
          <a:ln w="12700">
            <a:solidFill>
              <a:schemeClr val="accent4"/>
            </a:solidFill>
            <a:miter lim="400000"/>
          </a:ln>
          <a:effectLst/>
        </p:spPr>
        <p:txBody>
          <a:bodyPr lIns="108000" tIns="72000" rIns="108000" bIns="72000" rtlCol="0" anchor="ctr"/>
          <a:lstStyle/>
          <a:p>
            <a:pPr algn="l"/>
            <a:endParaRPr lang="pt-BR" sz="1300" err="1">
              <a:solidFill>
                <a:schemeClr val="bg1"/>
              </a:solidFill>
              <a:latin typeface="+mj-lt"/>
            </a:endParaRPr>
          </a:p>
        </p:txBody>
      </p:sp>
      <p:sp>
        <p:nvSpPr>
          <p:cNvPr id="83" name="Rectángulo 82">
            <a:extLst>
              <a:ext uri="{FF2B5EF4-FFF2-40B4-BE49-F238E27FC236}">
                <a16:creationId xmlns:a16="http://schemas.microsoft.com/office/drawing/2014/main" id="{322AC827-4D1A-7E04-8CCE-07CF1BBDFF0A}"/>
              </a:ext>
            </a:extLst>
          </p:cNvPr>
          <p:cNvSpPr/>
          <p:nvPr/>
        </p:nvSpPr>
        <p:spPr>
          <a:xfrm>
            <a:off x="245624" y="955964"/>
            <a:ext cx="5305186" cy="493596"/>
          </a:xfrm>
          <a:prstGeom prst="rect">
            <a:avLst/>
          </a:prstGeom>
          <a:solidFill>
            <a:schemeClr val="accent5"/>
          </a:solidFill>
          <a:ln w="12700">
            <a:solidFill>
              <a:schemeClr val="tx2"/>
            </a:solidFill>
            <a:miter lim="400000"/>
          </a:ln>
          <a:effectLst/>
        </p:spPr>
        <p:txBody>
          <a:bodyPr lIns="108000" tIns="72000" rIns="108000" bIns="72000" rtlCol="0" anchor="ctr"/>
          <a:lstStyle/>
          <a:p>
            <a:pPr>
              <a:spcBef>
                <a:spcPts val="0"/>
              </a:spcBef>
            </a:pPr>
            <a:r>
              <a:rPr lang="pt-BR" sz="1300" b="1" kern="0" dirty="0">
                <a:solidFill>
                  <a:schemeClr val="bg1"/>
                </a:solidFill>
                <a:latin typeface="+mj-lt"/>
              </a:rPr>
              <a:t>Modelo de acesso histórico</a:t>
            </a:r>
          </a:p>
        </p:txBody>
      </p:sp>
      <p:sp>
        <p:nvSpPr>
          <p:cNvPr id="102" name="TextBox 15">
            <a:extLst>
              <a:ext uri="{FF2B5EF4-FFF2-40B4-BE49-F238E27FC236}">
                <a16:creationId xmlns:a16="http://schemas.microsoft.com/office/drawing/2014/main" id="{7A2E1ADA-96F8-4405-5D7D-5C7F79EE2E4C}"/>
              </a:ext>
            </a:extLst>
          </p:cNvPr>
          <p:cNvSpPr txBox="1"/>
          <p:nvPr/>
        </p:nvSpPr>
        <p:spPr>
          <a:xfrm rot="16200000">
            <a:off x="98885" y="2688121"/>
            <a:ext cx="613135" cy="200055"/>
          </a:xfrm>
          <a:prstGeom prst="rect">
            <a:avLst/>
          </a:prstGeom>
          <a:noFill/>
        </p:spPr>
        <p:txBody>
          <a:bodyPr wrap="square" lIns="0" tIns="0" rIns="0" bIns="0" rtlCol="0" anchor="b">
            <a:spAutoFit/>
          </a:bodyPr>
          <a:lstStyle/>
          <a:p>
            <a:pPr algn="ctr"/>
            <a:r>
              <a:rPr lang="en-US" sz="1300" b="1">
                <a:solidFill>
                  <a:schemeClr val="accent5"/>
                </a:solidFill>
                <a:latin typeface="+mj-lt"/>
              </a:rPr>
              <a:t>Mega</a:t>
            </a:r>
          </a:p>
        </p:txBody>
      </p:sp>
      <p:sp>
        <p:nvSpPr>
          <p:cNvPr id="103" name="TextBox 15">
            <a:extLst>
              <a:ext uri="{FF2B5EF4-FFF2-40B4-BE49-F238E27FC236}">
                <a16:creationId xmlns:a16="http://schemas.microsoft.com/office/drawing/2014/main" id="{56293C57-1A16-E610-FE85-1430D1251E94}"/>
              </a:ext>
            </a:extLst>
          </p:cNvPr>
          <p:cNvSpPr txBox="1"/>
          <p:nvPr/>
        </p:nvSpPr>
        <p:spPr>
          <a:xfrm rot="16200000">
            <a:off x="98885" y="3664607"/>
            <a:ext cx="613135" cy="200055"/>
          </a:xfrm>
          <a:prstGeom prst="rect">
            <a:avLst/>
          </a:prstGeom>
          <a:noFill/>
        </p:spPr>
        <p:txBody>
          <a:bodyPr wrap="square" lIns="0" tIns="0" rIns="0" bIns="0" rtlCol="0" anchor="b">
            <a:spAutoFit/>
          </a:bodyPr>
          <a:lstStyle/>
          <a:p>
            <a:pPr algn="ctr"/>
            <a:r>
              <a:rPr lang="en-US" sz="1300" b="1">
                <a:solidFill>
                  <a:schemeClr val="accent5"/>
                </a:solidFill>
                <a:latin typeface="+mj-lt"/>
              </a:rPr>
              <a:t>Grande</a:t>
            </a:r>
            <a:endParaRPr lang="en-US" sz="1300" b="1">
              <a:solidFill>
                <a:schemeClr val="accent5"/>
              </a:solidFill>
              <a:latin typeface="+mj-lt"/>
              <a:cs typeface="Arial" pitchFamily="34" charset="0"/>
            </a:endParaRPr>
          </a:p>
        </p:txBody>
      </p:sp>
      <p:sp>
        <p:nvSpPr>
          <p:cNvPr id="104" name="TextBox 15">
            <a:extLst>
              <a:ext uri="{FF2B5EF4-FFF2-40B4-BE49-F238E27FC236}">
                <a16:creationId xmlns:a16="http://schemas.microsoft.com/office/drawing/2014/main" id="{0C6266D8-794C-FB7E-2A1C-8E47CE393063}"/>
              </a:ext>
            </a:extLst>
          </p:cNvPr>
          <p:cNvSpPr txBox="1"/>
          <p:nvPr/>
        </p:nvSpPr>
        <p:spPr>
          <a:xfrm rot="16200000">
            <a:off x="98885" y="4682942"/>
            <a:ext cx="613135" cy="200055"/>
          </a:xfrm>
          <a:prstGeom prst="rect">
            <a:avLst/>
          </a:prstGeom>
          <a:noFill/>
        </p:spPr>
        <p:txBody>
          <a:bodyPr wrap="square" lIns="0" tIns="0" rIns="0" bIns="0" rtlCol="0" anchor="b">
            <a:spAutoFit/>
          </a:bodyPr>
          <a:lstStyle/>
          <a:p>
            <a:pPr algn="ctr"/>
            <a:r>
              <a:rPr lang="en-US" sz="1300" b="1" err="1">
                <a:solidFill>
                  <a:schemeClr val="accent5"/>
                </a:solidFill>
                <a:latin typeface="+mj-lt"/>
              </a:rPr>
              <a:t>Médio</a:t>
            </a:r>
            <a:endParaRPr lang="en-US" sz="1300" b="1">
              <a:solidFill>
                <a:schemeClr val="accent5"/>
              </a:solidFill>
              <a:latin typeface="+mj-lt"/>
              <a:cs typeface="Arial" pitchFamily="34" charset="0"/>
            </a:endParaRPr>
          </a:p>
        </p:txBody>
      </p:sp>
      <p:sp>
        <p:nvSpPr>
          <p:cNvPr id="105" name="TextBox 15">
            <a:extLst>
              <a:ext uri="{FF2B5EF4-FFF2-40B4-BE49-F238E27FC236}">
                <a16:creationId xmlns:a16="http://schemas.microsoft.com/office/drawing/2014/main" id="{BBE9D9CA-FB61-48AC-5AF2-C6218B011EF5}"/>
              </a:ext>
            </a:extLst>
          </p:cNvPr>
          <p:cNvSpPr txBox="1"/>
          <p:nvPr/>
        </p:nvSpPr>
        <p:spPr>
          <a:xfrm rot="16200000">
            <a:off x="49540" y="5701826"/>
            <a:ext cx="711826" cy="200055"/>
          </a:xfrm>
          <a:prstGeom prst="rect">
            <a:avLst/>
          </a:prstGeom>
          <a:noFill/>
        </p:spPr>
        <p:txBody>
          <a:bodyPr wrap="square" lIns="0" tIns="0" rIns="0" bIns="0" rtlCol="0" anchor="b">
            <a:spAutoFit/>
          </a:bodyPr>
          <a:lstStyle/>
          <a:p>
            <a:pPr algn="ctr"/>
            <a:r>
              <a:rPr lang="en-US" sz="1300" b="1" err="1">
                <a:solidFill>
                  <a:schemeClr val="accent5"/>
                </a:solidFill>
                <a:latin typeface="+mj-lt"/>
              </a:rPr>
              <a:t>Pequeno</a:t>
            </a:r>
            <a:endParaRPr lang="en-US" sz="1300" b="1">
              <a:solidFill>
                <a:schemeClr val="accent5"/>
              </a:solidFill>
              <a:latin typeface="+mj-lt"/>
              <a:cs typeface="Arial" pitchFamily="34" charset="0"/>
            </a:endParaRPr>
          </a:p>
        </p:txBody>
      </p:sp>
      <p:cxnSp>
        <p:nvCxnSpPr>
          <p:cNvPr id="107" name="Conector recto 106">
            <a:extLst>
              <a:ext uri="{FF2B5EF4-FFF2-40B4-BE49-F238E27FC236}">
                <a16:creationId xmlns:a16="http://schemas.microsoft.com/office/drawing/2014/main" id="{803EB819-CAAD-0027-4D47-33D5D2FF7936}"/>
              </a:ext>
            </a:extLst>
          </p:cNvPr>
          <p:cNvCxnSpPr>
            <a:cxnSpLocks/>
          </p:cNvCxnSpPr>
          <p:nvPr/>
        </p:nvCxnSpPr>
        <p:spPr>
          <a:xfrm>
            <a:off x="461432" y="3252475"/>
            <a:ext cx="4945431" cy="0"/>
          </a:xfrm>
          <a:prstGeom prst="line">
            <a:avLst/>
          </a:prstGeom>
          <a:ln w="12700">
            <a:solidFill>
              <a:schemeClr val="accent5"/>
            </a:solidFill>
            <a:prstDash val="sysDash"/>
          </a:ln>
        </p:spPr>
        <p:style>
          <a:lnRef idx="1">
            <a:schemeClr val="accent1"/>
          </a:lnRef>
          <a:fillRef idx="0">
            <a:schemeClr val="accent1"/>
          </a:fillRef>
          <a:effectRef idx="0">
            <a:schemeClr val="accent1"/>
          </a:effectRef>
          <a:fontRef idx="minor">
            <a:schemeClr val="tx1"/>
          </a:fontRef>
        </p:style>
      </p:cxnSp>
      <p:cxnSp>
        <p:nvCxnSpPr>
          <p:cNvPr id="113" name="AutoShape 249">
            <a:extLst>
              <a:ext uri="{FF2B5EF4-FFF2-40B4-BE49-F238E27FC236}">
                <a16:creationId xmlns:a16="http://schemas.microsoft.com/office/drawing/2014/main" id="{6911C698-167E-ED56-DFAF-5E2564E282A3}"/>
              </a:ext>
            </a:extLst>
          </p:cNvPr>
          <p:cNvCxnSpPr>
            <a:cxnSpLocks noChangeShapeType="1"/>
          </p:cNvCxnSpPr>
          <p:nvPr/>
        </p:nvCxnSpPr>
        <p:spPr bwMode="auto">
          <a:xfrm>
            <a:off x="461432" y="2001536"/>
            <a:ext cx="1744681" cy="0"/>
          </a:xfrm>
          <a:prstGeom prst="straightConnector1">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114" name="Rectangle 8">
            <a:extLst>
              <a:ext uri="{FF2B5EF4-FFF2-40B4-BE49-F238E27FC236}">
                <a16:creationId xmlns:a16="http://schemas.microsoft.com/office/drawing/2014/main" id="{8AD2D1C0-087A-8303-6934-29071A9006ED}"/>
              </a:ext>
            </a:extLst>
          </p:cNvPr>
          <p:cNvSpPr>
            <a:spLocks noChangeArrowheads="1"/>
          </p:cNvSpPr>
          <p:nvPr/>
        </p:nvSpPr>
        <p:spPr bwMode="auto">
          <a:xfrm>
            <a:off x="461432" y="1565075"/>
            <a:ext cx="1744681" cy="43646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36000" anchor="b">
            <a:spAutoFit/>
          </a:bodyPr>
          <a:lstStyle>
            <a:lvl1pPr defTabSz="787400" eaLnBrk="0" hangingPunct="0">
              <a:defRPr sz="1600">
                <a:solidFill>
                  <a:schemeClr val="tx1"/>
                </a:solidFill>
                <a:latin typeface="Arial" charset="0"/>
                <a:ea typeface="-윤고딕130" pitchFamily="18" charset="-127"/>
              </a:defRPr>
            </a:lvl1pPr>
            <a:lvl2pPr marL="742950" indent="-285750" defTabSz="787400" eaLnBrk="0" hangingPunct="0">
              <a:defRPr sz="1600">
                <a:solidFill>
                  <a:schemeClr val="tx1"/>
                </a:solidFill>
                <a:latin typeface="Arial" charset="0"/>
                <a:ea typeface="-윤고딕130" pitchFamily="18" charset="-127"/>
              </a:defRPr>
            </a:lvl2pPr>
            <a:lvl3pPr marL="1143000" indent="-228600" defTabSz="787400" eaLnBrk="0" hangingPunct="0">
              <a:defRPr sz="1600">
                <a:solidFill>
                  <a:schemeClr val="tx1"/>
                </a:solidFill>
                <a:latin typeface="Arial" charset="0"/>
                <a:ea typeface="-윤고딕130" pitchFamily="18" charset="-127"/>
              </a:defRPr>
            </a:lvl3pPr>
            <a:lvl4pPr marL="1600200" indent="-228600" defTabSz="787400" eaLnBrk="0" hangingPunct="0">
              <a:defRPr sz="1600">
                <a:solidFill>
                  <a:schemeClr val="tx1"/>
                </a:solidFill>
                <a:latin typeface="Arial" charset="0"/>
                <a:ea typeface="-윤고딕130" pitchFamily="18" charset="-127"/>
              </a:defRPr>
            </a:lvl4pPr>
            <a:lvl5pPr marL="2057400" indent="-228600" defTabSz="787400" eaLnBrk="0" hangingPunct="0">
              <a:defRPr sz="1600">
                <a:solidFill>
                  <a:schemeClr val="tx1"/>
                </a:solidFill>
                <a:latin typeface="Arial" charset="0"/>
                <a:ea typeface="-윤고딕130" pitchFamily="18" charset="-127"/>
              </a:defRPr>
            </a:lvl5pPr>
            <a:lvl6pPr marL="2514600" indent="-228600" defTabSz="787400" eaLnBrk="0" fontAlgn="base" hangingPunct="0">
              <a:spcBef>
                <a:spcPct val="0"/>
              </a:spcBef>
              <a:spcAft>
                <a:spcPct val="0"/>
              </a:spcAft>
              <a:defRPr sz="1600">
                <a:solidFill>
                  <a:schemeClr val="tx1"/>
                </a:solidFill>
                <a:latin typeface="Arial" charset="0"/>
                <a:ea typeface="-윤고딕130" pitchFamily="18" charset="-127"/>
              </a:defRPr>
            </a:lvl6pPr>
            <a:lvl7pPr marL="2971800" indent="-228600" defTabSz="787400" eaLnBrk="0" fontAlgn="base" hangingPunct="0">
              <a:spcBef>
                <a:spcPct val="0"/>
              </a:spcBef>
              <a:spcAft>
                <a:spcPct val="0"/>
              </a:spcAft>
              <a:defRPr sz="1600">
                <a:solidFill>
                  <a:schemeClr val="tx1"/>
                </a:solidFill>
                <a:latin typeface="Arial" charset="0"/>
                <a:ea typeface="-윤고딕130" pitchFamily="18" charset="-127"/>
              </a:defRPr>
            </a:lvl7pPr>
            <a:lvl8pPr marL="3429000" indent="-228600" defTabSz="787400" eaLnBrk="0" fontAlgn="base" hangingPunct="0">
              <a:spcBef>
                <a:spcPct val="0"/>
              </a:spcBef>
              <a:spcAft>
                <a:spcPct val="0"/>
              </a:spcAft>
              <a:defRPr sz="1600">
                <a:solidFill>
                  <a:schemeClr val="tx1"/>
                </a:solidFill>
                <a:latin typeface="Arial" charset="0"/>
                <a:ea typeface="-윤고딕130" pitchFamily="18" charset="-127"/>
              </a:defRPr>
            </a:lvl8pPr>
            <a:lvl9pPr marL="3886200" indent="-228600" defTabSz="787400" eaLnBrk="0" fontAlgn="base" hangingPunct="0">
              <a:spcBef>
                <a:spcPct val="0"/>
              </a:spcBef>
              <a:spcAft>
                <a:spcPct val="0"/>
              </a:spcAft>
              <a:defRPr sz="1600">
                <a:solidFill>
                  <a:schemeClr val="tx1"/>
                </a:solidFill>
                <a:latin typeface="Arial" charset="0"/>
                <a:ea typeface="-윤고딕130" pitchFamily="18" charset="-127"/>
              </a:defRPr>
            </a:lvl9pPr>
          </a:lstStyle>
          <a:p>
            <a:pPr eaLnBrk="1" hangingPunct="1">
              <a:buSzPct val="120000"/>
              <a:defRPr/>
            </a:pPr>
            <a:r>
              <a:rPr lang="pt-BR" altLang="zh-CN" sz="1300" b="1">
                <a:solidFill>
                  <a:srgbClr val="020E66"/>
                </a:solidFill>
                <a:latin typeface="+mj-lt"/>
              </a:rPr>
              <a:t>Segmentação de Agricultores</a:t>
            </a:r>
          </a:p>
        </p:txBody>
      </p:sp>
      <p:sp>
        <p:nvSpPr>
          <p:cNvPr id="11" name="Rounded Rectangle 10"/>
          <p:cNvSpPr/>
          <p:nvPr/>
        </p:nvSpPr>
        <p:spPr>
          <a:xfrm>
            <a:off x="2530457" y="2263568"/>
            <a:ext cx="1332380" cy="720000"/>
          </a:xfrm>
          <a:prstGeom prst="rect">
            <a:avLst/>
          </a:prstGeom>
          <a:solidFill>
            <a:schemeClr val="accent2"/>
          </a:solidFill>
          <a:ln>
            <a:noFill/>
          </a:ln>
          <a:effectLst/>
        </p:spPr>
        <p:style>
          <a:lnRef idx="1">
            <a:schemeClr val="accent3"/>
          </a:lnRef>
          <a:fillRef idx="3">
            <a:schemeClr val="accent3"/>
          </a:fillRef>
          <a:effectRef idx="2">
            <a:schemeClr val="accent3"/>
          </a:effectRef>
          <a:fontRef idx="minor">
            <a:schemeClr val="lt1"/>
          </a:fontRef>
        </p:style>
        <p:txBody>
          <a:bodyPr anchor="ctr"/>
          <a:lstStyle/>
          <a:p>
            <a:pPr algn="ctr"/>
            <a:r>
              <a:rPr lang="en-US" sz="1300" b="1">
                <a:solidFill>
                  <a:schemeClr val="bg1"/>
                </a:solidFill>
                <a:latin typeface="+mj-lt"/>
              </a:rPr>
              <a:t>Agri Co</a:t>
            </a:r>
            <a:r>
              <a:rPr lang="en-US" sz="1300" b="1" baseline="30000">
                <a:solidFill>
                  <a:schemeClr val="bg1"/>
                </a:solidFill>
                <a:latin typeface="+mj-lt"/>
              </a:rPr>
              <a:t>1</a:t>
            </a:r>
          </a:p>
        </p:txBody>
      </p:sp>
      <p:sp>
        <p:nvSpPr>
          <p:cNvPr id="12" name="Rounded Rectangle 11"/>
          <p:cNvSpPr/>
          <p:nvPr/>
        </p:nvSpPr>
        <p:spPr>
          <a:xfrm>
            <a:off x="4019520" y="2263568"/>
            <a:ext cx="1332380" cy="720000"/>
          </a:xfrm>
          <a:prstGeom prst="rect">
            <a:avLst/>
          </a:prstGeom>
          <a:solidFill>
            <a:schemeClr val="accent2"/>
          </a:solidFill>
          <a:ln>
            <a:noFill/>
          </a:ln>
          <a:effectLst/>
        </p:spPr>
        <p:style>
          <a:lnRef idx="1">
            <a:schemeClr val="accent3"/>
          </a:lnRef>
          <a:fillRef idx="3">
            <a:schemeClr val="accent3"/>
          </a:fillRef>
          <a:effectRef idx="2">
            <a:schemeClr val="accent3"/>
          </a:effectRef>
          <a:fontRef idx="minor">
            <a:schemeClr val="lt1"/>
          </a:fontRef>
        </p:style>
        <p:txBody>
          <a:bodyPr anchor="ctr"/>
          <a:lstStyle/>
          <a:p>
            <a:pPr algn="ctr"/>
            <a:r>
              <a:rPr lang="en-US" sz="1300" b="1">
                <a:solidFill>
                  <a:schemeClr val="bg1"/>
                </a:solidFill>
                <a:latin typeface="+mj-lt"/>
              </a:rPr>
              <a:t>OTO</a:t>
            </a:r>
            <a:r>
              <a:rPr lang="en-US" sz="1300" b="1" baseline="30000">
                <a:solidFill>
                  <a:schemeClr val="bg1"/>
                </a:solidFill>
                <a:latin typeface="+mj-lt"/>
              </a:rPr>
              <a:t>2</a:t>
            </a:r>
          </a:p>
        </p:txBody>
      </p:sp>
      <p:sp>
        <p:nvSpPr>
          <p:cNvPr id="15" name="Rounded Rectangle 14"/>
          <p:cNvSpPr/>
          <p:nvPr/>
        </p:nvSpPr>
        <p:spPr>
          <a:xfrm>
            <a:off x="3274989" y="5432687"/>
            <a:ext cx="1332380" cy="684501"/>
          </a:xfrm>
          <a:prstGeom prst="rect">
            <a:avLst/>
          </a:prstGeom>
          <a:solidFill>
            <a:schemeClr val="accent2"/>
          </a:solidFill>
          <a:ln>
            <a:noFill/>
          </a:ln>
          <a:effectLst/>
        </p:spPr>
        <p:style>
          <a:lnRef idx="1">
            <a:schemeClr val="accent3"/>
          </a:lnRef>
          <a:fillRef idx="3">
            <a:schemeClr val="accent3"/>
          </a:fillRef>
          <a:effectRef idx="2">
            <a:schemeClr val="accent3"/>
          </a:effectRef>
          <a:fontRef idx="minor">
            <a:schemeClr val="lt1"/>
          </a:fontRef>
        </p:style>
        <p:txBody>
          <a:bodyPr anchor="ctr"/>
          <a:lstStyle/>
          <a:p>
            <a:pPr algn="ctr"/>
            <a:r>
              <a:rPr lang="en-US" sz="1300" b="1" err="1">
                <a:solidFill>
                  <a:schemeClr val="bg1"/>
                </a:solidFill>
                <a:latin typeface="+mj-lt"/>
              </a:rPr>
              <a:t>Varejistas</a:t>
            </a:r>
            <a:endParaRPr lang="en-US" sz="1300" b="1">
              <a:solidFill>
                <a:schemeClr val="bg1"/>
              </a:solidFill>
              <a:latin typeface="+mj-lt"/>
            </a:endParaRPr>
          </a:p>
        </p:txBody>
      </p:sp>
      <p:grpSp>
        <p:nvGrpSpPr>
          <p:cNvPr id="115" name="Group 17">
            <a:extLst>
              <a:ext uri="{FF2B5EF4-FFF2-40B4-BE49-F238E27FC236}">
                <a16:creationId xmlns:a16="http://schemas.microsoft.com/office/drawing/2014/main" id="{61B20DD6-3542-A29E-0FC1-955E55FA2A08}"/>
              </a:ext>
            </a:extLst>
          </p:cNvPr>
          <p:cNvGrpSpPr/>
          <p:nvPr/>
        </p:nvGrpSpPr>
        <p:grpSpPr>
          <a:xfrm>
            <a:off x="2439426" y="1765130"/>
            <a:ext cx="2967436" cy="236406"/>
            <a:chOff x="420586" y="1484241"/>
            <a:chExt cx="11351885" cy="236406"/>
          </a:xfrm>
        </p:grpSpPr>
        <p:cxnSp>
          <p:nvCxnSpPr>
            <p:cNvPr id="116" name="AutoShape 249">
              <a:extLst>
                <a:ext uri="{FF2B5EF4-FFF2-40B4-BE49-F238E27FC236}">
                  <a16:creationId xmlns:a16="http://schemas.microsoft.com/office/drawing/2014/main" id="{A41577A3-5720-BF23-1227-FAE433B0EF08}"/>
                </a:ext>
              </a:extLst>
            </p:cNvPr>
            <p:cNvCxnSpPr>
              <a:cxnSpLocks noChangeShapeType="1"/>
            </p:cNvCxnSpPr>
            <p:nvPr/>
          </p:nvCxnSpPr>
          <p:spPr bwMode="auto">
            <a:xfrm>
              <a:off x="420586" y="1720647"/>
              <a:ext cx="11351885" cy="0"/>
            </a:xfrm>
            <a:prstGeom prst="straightConnector1">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117" name="Rectangle 8">
              <a:extLst>
                <a:ext uri="{FF2B5EF4-FFF2-40B4-BE49-F238E27FC236}">
                  <a16:creationId xmlns:a16="http://schemas.microsoft.com/office/drawing/2014/main" id="{6C4D44FF-3F46-7C7B-E4C7-E90CB14D6DA7}"/>
                </a:ext>
              </a:extLst>
            </p:cNvPr>
            <p:cNvSpPr>
              <a:spLocks noChangeArrowheads="1"/>
            </p:cNvSpPr>
            <p:nvPr/>
          </p:nvSpPr>
          <p:spPr bwMode="auto">
            <a:xfrm>
              <a:off x="420586" y="1484241"/>
              <a:ext cx="11351885" cy="23640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36000" anchor="b">
              <a:spAutoFit/>
            </a:bodyPr>
            <a:lstStyle>
              <a:lvl1pPr defTabSz="787400" eaLnBrk="0" hangingPunct="0">
                <a:defRPr sz="1600">
                  <a:solidFill>
                    <a:schemeClr val="tx1"/>
                  </a:solidFill>
                  <a:latin typeface="Arial" charset="0"/>
                  <a:ea typeface="-윤고딕130" pitchFamily="18" charset="-127"/>
                </a:defRPr>
              </a:lvl1pPr>
              <a:lvl2pPr marL="742950" indent="-285750" defTabSz="787400" eaLnBrk="0" hangingPunct="0">
                <a:defRPr sz="1600">
                  <a:solidFill>
                    <a:schemeClr val="tx1"/>
                  </a:solidFill>
                  <a:latin typeface="Arial" charset="0"/>
                  <a:ea typeface="-윤고딕130" pitchFamily="18" charset="-127"/>
                </a:defRPr>
              </a:lvl2pPr>
              <a:lvl3pPr marL="1143000" indent="-228600" defTabSz="787400" eaLnBrk="0" hangingPunct="0">
                <a:defRPr sz="1600">
                  <a:solidFill>
                    <a:schemeClr val="tx1"/>
                  </a:solidFill>
                  <a:latin typeface="Arial" charset="0"/>
                  <a:ea typeface="-윤고딕130" pitchFamily="18" charset="-127"/>
                </a:defRPr>
              </a:lvl3pPr>
              <a:lvl4pPr marL="1600200" indent="-228600" defTabSz="787400" eaLnBrk="0" hangingPunct="0">
                <a:defRPr sz="1600">
                  <a:solidFill>
                    <a:schemeClr val="tx1"/>
                  </a:solidFill>
                  <a:latin typeface="Arial" charset="0"/>
                  <a:ea typeface="-윤고딕130" pitchFamily="18" charset="-127"/>
                </a:defRPr>
              </a:lvl4pPr>
              <a:lvl5pPr marL="2057400" indent="-228600" defTabSz="787400" eaLnBrk="0" hangingPunct="0">
                <a:defRPr sz="1600">
                  <a:solidFill>
                    <a:schemeClr val="tx1"/>
                  </a:solidFill>
                  <a:latin typeface="Arial" charset="0"/>
                  <a:ea typeface="-윤고딕130" pitchFamily="18" charset="-127"/>
                </a:defRPr>
              </a:lvl5pPr>
              <a:lvl6pPr marL="2514600" indent="-228600" defTabSz="787400" eaLnBrk="0" fontAlgn="base" hangingPunct="0">
                <a:spcBef>
                  <a:spcPct val="0"/>
                </a:spcBef>
                <a:spcAft>
                  <a:spcPct val="0"/>
                </a:spcAft>
                <a:defRPr sz="1600">
                  <a:solidFill>
                    <a:schemeClr val="tx1"/>
                  </a:solidFill>
                  <a:latin typeface="Arial" charset="0"/>
                  <a:ea typeface="-윤고딕130" pitchFamily="18" charset="-127"/>
                </a:defRPr>
              </a:lvl6pPr>
              <a:lvl7pPr marL="2971800" indent="-228600" defTabSz="787400" eaLnBrk="0" fontAlgn="base" hangingPunct="0">
                <a:spcBef>
                  <a:spcPct val="0"/>
                </a:spcBef>
                <a:spcAft>
                  <a:spcPct val="0"/>
                </a:spcAft>
                <a:defRPr sz="1600">
                  <a:solidFill>
                    <a:schemeClr val="tx1"/>
                  </a:solidFill>
                  <a:latin typeface="Arial" charset="0"/>
                  <a:ea typeface="-윤고딕130" pitchFamily="18" charset="-127"/>
                </a:defRPr>
              </a:lvl7pPr>
              <a:lvl8pPr marL="3429000" indent="-228600" defTabSz="787400" eaLnBrk="0" fontAlgn="base" hangingPunct="0">
                <a:spcBef>
                  <a:spcPct val="0"/>
                </a:spcBef>
                <a:spcAft>
                  <a:spcPct val="0"/>
                </a:spcAft>
                <a:defRPr sz="1600">
                  <a:solidFill>
                    <a:schemeClr val="tx1"/>
                  </a:solidFill>
                  <a:latin typeface="Arial" charset="0"/>
                  <a:ea typeface="-윤고딕130" pitchFamily="18" charset="-127"/>
                </a:defRPr>
              </a:lvl8pPr>
              <a:lvl9pPr marL="3886200" indent="-228600" defTabSz="787400" eaLnBrk="0" fontAlgn="base" hangingPunct="0">
                <a:spcBef>
                  <a:spcPct val="0"/>
                </a:spcBef>
                <a:spcAft>
                  <a:spcPct val="0"/>
                </a:spcAft>
                <a:defRPr sz="1600">
                  <a:solidFill>
                    <a:schemeClr val="tx1"/>
                  </a:solidFill>
                  <a:latin typeface="Arial" charset="0"/>
                  <a:ea typeface="-윤고딕130" pitchFamily="18" charset="-127"/>
                </a:defRPr>
              </a:lvl9pPr>
            </a:lstStyle>
            <a:p>
              <a:pPr eaLnBrk="1" hangingPunct="1">
                <a:buSzPct val="120000"/>
                <a:defRPr/>
              </a:pPr>
              <a:r>
                <a:rPr lang="pt-BR" altLang="zh-CN" sz="1300" b="1">
                  <a:solidFill>
                    <a:srgbClr val="020E66"/>
                  </a:solidFill>
                  <a:latin typeface="+mj-lt"/>
                </a:rPr>
                <a:t>Clientes/Parceiros de Canal</a:t>
              </a:r>
            </a:p>
          </p:txBody>
        </p:sp>
      </p:grpSp>
      <p:sp>
        <p:nvSpPr>
          <p:cNvPr id="118" name="TextBox 15">
            <a:extLst>
              <a:ext uri="{FF2B5EF4-FFF2-40B4-BE49-F238E27FC236}">
                <a16:creationId xmlns:a16="http://schemas.microsoft.com/office/drawing/2014/main" id="{8F0B90D5-1275-41E3-63D7-6A911C237773}"/>
              </a:ext>
            </a:extLst>
          </p:cNvPr>
          <p:cNvSpPr txBox="1"/>
          <p:nvPr/>
        </p:nvSpPr>
        <p:spPr>
          <a:xfrm>
            <a:off x="731049" y="2523541"/>
            <a:ext cx="1067589" cy="200055"/>
          </a:xfrm>
          <a:prstGeom prst="rect">
            <a:avLst/>
          </a:prstGeom>
          <a:noFill/>
        </p:spPr>
        <p:txBody>
          <a:bodyPr wrap="square" lIns="0" tIns="0" rIns="0" bIns="0" rtlCol="0" anchor="b">
            <a:spAutoFit/>
          </a:bodyPr>
          <a:lstStyle/>
          <a:p>
            <a:r>
              <a:rPr lang="en-US" sz="1300" b="1" err="1">
                <a:solidFill>
                  <a:schemeClr val="bg1">
                    <a:lumMod val="65000"/>
                  </a:schemeClr>
                </a:solidFill>
                <a:latin typeface="+mj-lt"/>
              </a:rPr>
              <a:t>Direto</a:t>
            </a:r>
            <a:endParaRPr lang="en-US" sz="1300" b="1">
              <a:solidFill>
                <a:schemeClr val="bg1">
                  <a:lumMod val="65000"/>
                </a:schemeClr>
              </a:solidFill>
              <a:latin typeface="+mj-lt"/>
            </a:endParaRPr>
          </a:p>
        </p:txBody>
      </p:sp>
      <p:sp>
        <p:nvSpPr>
          <p:cNvPr id="119" name="TextBox 15">
            <a:extLst>
              <a:ext uri="{FF2B5EF4-FFF2-40B4-BE49-F238E27FC236}">
                <a16:creationId xmlns:a16="http://schemas.microsoft.com/office/drawing/2014/main" id="{A43AA5E8-4820-ECF3-0B9E-6126DFA96D4B}"/>
              </a:ext>
            </a:extLst>
          </p:cNvPr>
          <p:cNvSpPr txBox="1"/>
          <p:nvPr/>
        </p:nvSpPr>
        <p:spPr>
          <a:xfrm>
            <a:off x="1614793" y="4391449"/>
            <a:ext cx="1067589" cy="200055"/>
          </a:xfrm>
          <a:prstGeom prst="rect">
            <a:avLst/>
          </a:prstGeom>
          <a:noFill/>
        </p:spPr>
        <p:txBody>
          <a:bodyPr wrap="square" lIns="0" tIns="0" rIns="0" bIns="0" rtlCol="0" anchor="b">
            <a:spAutoFit/>
          </a:bodyPr>
          <a:lstStyle/>
          <a:p>
            <a:r>
              <a:rPr lang="en-US" sz="1300" b="1" err="1">
                <a:solidFill>
                  <a:schemeClr val="bg1">
                    <a:lumMod val="65000"/>
                  </a:schemeClr>
                </a:solidFill>
                <a:latin typeface="+mj-lt"/>
              </a:rPr>
              <a:t>Indireto</a:t>
            </a:r>
            <a:endParaRPr lang="en-US" sz="1300" b="1">
              <a:solidFill>
                <a:schemeClr val="bg1">
                  <a:lumMod val="65000"/>
                </a:schemeClr>
              </a:solidFill>
              <a:latin typeface="+mj-lt"/>
            </a:endParaRPr>
          </a:p>
        </p:txBody>
      </p:sp>
      <p:grpSp>
        <p:nvGrpSpPr>
          <p:cNvPr id="148" name="Grupo 147">
            <a:extLst>
              <a:ext uri="{FF2B5EF4-FFF2-40B4-BE49-F238E27FC236}">
                <a16:creationId xmlns:a16="http://schemas.microsoft.com/office/drawing/2014/main" id="{B5DD3BB8-8443-119D-4FDE-859D2518FB55}"/>
              </a:ext>
            </a:extLst>
          </p:cNvPr>
          <p:cNvGrpSpPr/>
          <p:nvPr/>
        </p:nvGrpSpPr>
        <p:grpSpPr>
          <a:xfrm>
            <a:off x="6096000" y="1565075"/>
            <a:ext cx="1878808" cy="436461"/>
            <a:chOff x="6096000" y="1601287"/>
            <a:chExt cx="2120900" cy="436461"/>
          </a:xfrm>
        </p:grpSpPr>
        <p:cxnSp>
          <p:nvCxnSpPr>
            <p:cNvPr id="129" name="AutoShape 249">
              <a:extLst>
                <a:ext uri="{FF2B5EF4-FFF2-40B4-BE49-F238E27FC236}">
                  <a16:creationId xmlns:a16="http://schemas.microsoft.com/office/drawing/2014/main" id="{345EB1C8-8188-ADE3-32F4-0512EC822E5C}"/>
                </a:ext>
              </a:extLst>
            </p:cNvPr>
            <p:cNvCxnSpPr>
              <a:cxnSpLocks noChangeShapeType="1"/>
            </p:cNvCxnSpPr>
            <p:nvPr/>
          </p:nvCxnSpPr>
          <p:spPr bwMode="auto">
            <a:xfrm>
              <a:off x="6096000" y="2037748"/>
              <a:ext cx="2120900" cy="0"/>
            </a:xfrm>
            <a:prstGeom prst="straightConnector1">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130" name="Rectangle 8">
              <a:extLst>
                <a:ext uri="{FF2B5EF4-FFF2-40B4-BE49-F238E27FC236}">
                  <a16:creationId xmlns:a16="http://schemas.microsoft.com/office/drawing/2014/main" id="{3C0B635A-170C-E9CA-616A-FAB76900778D}"/>
                </a:ext>
              </a:extLst>
            </p:cNvPr>
            <p:cNvSpPr>
              <a:spLocks noChangeArrowheads="1"/>
            </p:cNvSpPr>
            <p:nvPr/>
          </p:nvSpPr>
          <p:spPr bwMode="auto">
            <a:xfrm>
              <a:off x="6096000" y="1601287"/>
              <a:ext cx="2120900" cy="43646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36000" anchor="b">
              <a:spAutoFit/>
            </a:bodyPr>
            <a:lstStyle>
              <a:lvl1pPr defTabSz="787400" eaLnBrk="0" hangingPunct="0">
                <a:defRPr sz="1600">
                  <a:solidFill>
                    <a:schemeClr val="tx1"/>
                  </a:solidFill>
                  <a:latin typeface="Arial" charset="0"/>
                  <a:ea typeface="-윤고딕130" pitchFamily="18" charset="-127"/>
                </a:defRPr>
              </a:lvl1pPr>
              <a:lvl2pPr marL="742950" indent="-285750" defTabSz="787400" eaLnBrk="0" hangingPunct="0">
                <a:defRPr sz="1600">
                  <a:solidFill>
                    <a:schemeClr val="tx1"/>
                  </a:solidFill>
                  <a:latin typeface="Arial" charset="0"/>
                  <a:ea typeface="-윤고딕130" pitchFamily="18" charset="-127"/>
                </a:defRPr>
              </a:lvl2pPr>
              <a:lvl3pPr marL="1143000" indent="-228600" defTabSz="787400" eaLnBrk="0" hangingPunct="0">
                <a:defRPr sz="1600">
                  <a:solidFill>
                    <a:schemeClr val="tx1"/>
                  </a:solidFill>
                  <a:latin typeface="Arial" charset="0"/>
                  <a:ea typeface="-윤고딕130" pitchFamily="18" charset="-127"/>
                </a:defRPr>
              </a:lvl3pPr>
              <a:lvl4pPr marL="1600200" indent="-228600" defTabSz="787400" eaLnBrk="0" hangingPunct="0">
                <a:defRPr sz="1600">
                  <a:solidFill>
                    <a:schemeClr val="tx1"/>
                  </a:solidFill>
                  <a:latin typeface="Arial" charset="0"/>
                  <a:ea typeface="-윤고딕130" pitchFamily="18" charset="-127"/>
                </a:defRPr>
              </a:lvl4pPr>
              <a:lvl5pPr marL="2057400" indent="-228600" defTabSz="787400" eaLnBrk="0" hangingPunct="0">
                <a:defRPr sz="1600">
                  <a:solidFill>
                    <a:schemeClr val="tx1"/>
                  </a:solidFill>
                  <a:latin typeface="Arial" charset="0"/>
                  <a:ea typeface="-윤고딕130" pitchFamily="18" charset="-127"/>
                </a:defRPr>
              </a:lvl5pPr>
              <a:lvl6pPr marL="2514600" indent="-228600" defTabSz="787400" eaLnBrk="0" fontAlgn="base" hangingPunct="0">
                <a:spcBef>
                  <a:spcPct val="0"/>
                </a:spcBef>
                <a:spcAft>
                  <a:spcPct val="0"/>
                </a:spcAft>
                <a:defRPr sz="1600">
                  <a:solidFill>
                    <a:schemeClr val="tx1"/>
                  </a:solidFill>
                  <a:latin typeface="Arial" charset="0"/>
                  <a:ea typeface="-윤고딕130" pitchFamily="18" charset="-127"/>
                </a:defRPr>
              </a:lvl6pPr>
              <a:lvl7pPr marL="2971800" indent="-228600" defTabSz="787400" eaLnBrk="0" fontAlgn="base" hangingPunct="0">
                <a:spcBef>
                  <a:spcPct val="0"/>
                </a:spcBef>
                <a:spcAft>
                  <a:spcPct val="0"/>
                </a:spcAft>
                <a:defRPr sz="1600">
                  <a:solidFill>
                    <a:schemeClr val="tx1"/>
                  </a:solidFill>
                  <a:latin typeface="Arial" charset="0"/>
                  <a:ea typeface="-윤고딕130" pitchFamily="18" charset="-127"/>
                </a:defRPr>
              </a:lvl7pPr>
              <a:lvl8pPr marL="3429000" indent="-228600" defTabSz="787400" eaLnBrk="0" fontAlgn="base" hangingPunct="0">
                <a:spcBef>
                  <a:spcPct val="0"/>
                </a:spcBef>
                <a:spcAft>
                  <a:spcPct val="0"/>
                </a:spcAft>
                <a:defRPr sz="1600">
                  <a:solidFill>
                    <a:schemeClr val="tx1"/>
                  </a:solidFill>
                  <a:latin typeface="Arial" charset="0"/>
                  <a:ea typeface="-윤고딕130" pitchFamily="18" charset="-127"/>
                </a:defRPr>
              </a:lvl8pPr>
              <a:lvl9pPr marL="3886200" indent="-228600" defTabSz="787400" eaLnBrk="0" fontAlgn="base" hangingPunct="0">
                <a:spcBef>
                  <a:spcPct val="0"/>
                </a:spcBef>
                <a:spcAft>
                  <a:spcPct val="0"/>
                </a:spcAft>
                <a:defRPr sz="1600">
                  <a:solidFill>
                    <a:schemeClr val="tx1"/>
                  </a:solidFill>
                  <a:latin typeface="Arial" charset="0"/>
                  <a:ea typeface="-윤고딕130" pitchFamily="18" charset="-127"/>
                </a:defRPr>
              </a:lvl9pPr>
            </a:lstStyle>
            <a:p>
              <a:pPr eaLnBrk="1" hangingPunct="1">
                <a:buSzPct val="120000"/>
                <a:defRPr/>
              </a:pPr>
              <a:r>
                <a:rPr lang="pt-BR" altLang="zh-CN" sz="1300" b="1">
                  <a:solidFill>
                    <a:srgbClr val="020E66"/>
                  </a:solidFill>
                  <a:latin typeface="+mj-lt"/>
                </a:rPr>
                <a:t>Segmentação de Agricultores</a:t>
              </a:r>
            </a:p>
          </p:txBody>
        </p:sp>
      </p:grpSp>
      <p:grpSp>
        <p:nvGrpSpPr>
          <p:cNvPr id="131" name="Group 17">
            <a:extLst>
              <a:ext uri="{FF2B5EF4-FFF2-40B4-BE49-F238E27FC236}">
                <a16:creationId xmlns:a16="http://schemas.microsoft.com/office/drawing/2014/main" id="{52FC108A-D725-0F0E-1BFD-9878EA3CE2EC}"/>
              </a:ext>
            </a:extLst>
          </p:cNvPr>
          <p:cNvGrpSpPr/>
          <p:nvPr/>
        </p:nvGrpSpPr>
        <p:grpSpPr>
          <a:xfrm>
            <a:off x="8077200" y="1765130"/>
            <a:ext cx="3653368" cy="236406"/>
            <a:chOff x="420586" y="1484241"/>
            <a:chExt cx="11351885" cy="236406"/>
          </a:xfrm>
        </p:grpSpPr>
        <p:cxnSp>
          <p:nvCxnSpPr>
            <p:cNvPr id="132" name="AutoShape 249">
              <a:extLst>
                <a:ext uri="{FF2B5EF4-FFF2-40B4-BE49-F238E27FC236}">
                  <a16:creationId xmlns:a16="http://schemas.microsoft.com/office/drawing/2014/main" id="{CB79E3C3-29E2-3DC1-B923-42DE3E2AC99F}"/>
                </a:ext>
              </a:extLst>
            </p:cNvPr>
            <p:cNvCxnSpPr>
              <a:cxnSpLocks noChangeShapeType="1"/>
            </p:cNvCxnSpPr>
            <p:nvPr/>
          </p:nvCxnSpPr>
          <p:spPr bwMode="auto">
            <a:xfrm>
              <a:off x="420586" y="1720647"/>
              <a:ext cx="11351885" cy="0"/>
            </a:xfrm>
            <a:prstGeom prst="straightConnector1">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133" name="Rectangle 8">
              <a:extLst>
                <a:ext uri="{FF2B5EF4-FFF2-40B4-BE49-F238E27FC236}">
                  <a16:creationId xmlns:a16="http://schemas.microsoft.com/office/drawing/2014/main" id="{31E36F2E-17A3-C547-1F34-461B87399555}"/>
                </a:ext>
              </a:extLst>
            </p:cNvPr>
            <p:cNvSpPr>
              <a:spLocks noChangeArrowheads="1"/>
            </p:cNvSpPr>
            <p:nvPr/>
          </p:nvSpPr>
          <p:spPr bwMode="auto">
            <a:xfrm>
              <a:off x="420586" y="1484241"/>
              <a:ext cx="11351885" cy="23640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36000" anchor="b">
              <a:spAutoFit/>
            </a:bodyPr>
            <a:lstStyle>
              <a:lvl1pPr defTabSz="787400" eaLnBrk="0" hangingPunct="0">
                <a:defRPr sz="1600">
                  <a:solidFill>
                    <a:schemeClr val="tx1"/>
                  </a:solidFill>
                  <a:latin typeface="Arial" charset="0"/>
                  <a:ea typeface="-윤고딕130" pitchFamily="18" charset="-127"/>
                </a:defRPr>
              </a:lvl1pPr>
              <a:lvl2pPr marL="742950" indent="-285750" defTabSz="787400" eaLnBrk="0" hangingPunct="0">
                <a:defRPr sz="1600">
                  <a:solidFill>
                    <a:schemeClr val="tx1"/>
                  </a:solidFill>
                  <a:latin typeface="Arial" charset="0"/>
                  <a:ea typeface="-윤고딕130" pitchFamily="18" charset="-127"/>
                </a:defRPr>
              </a:lvl2pPr>
              <a:lvl3pPr marL="1143000" indent="-228600" defTabSz="787400" eaLnBrk="0" hangingPunct="0">
                <a:defRPr sz="1600">
                  <a:solidFill>
                    <a:schemeClr val="tx1"/>
                  </a:solidFill>
                  <a:latin typeface="Arial" charset="0"/>
                  <a:ea typeface="-윤고딕130" pitchFamily="18" charset="-127"/>
                </a:defRPr>
              </a:lvl3pPr>
              <a:lvl4pPr marL="1600200" indent="-228600" defTabSz="787400" eaLnBrk="0" hangingPunct="0">
                <a:defRPr sz="1600">
                  <a:solidFill>
                    <a:schemeClr val="tx1"/>
                  </a:solidFill>
                  <a:latin typeface="Arial" charset="0"/>
                  <a:ea typeface="-윤고딕130" pitchFamily="18" charset="-127"/>
                </a:defRPr>
              </a:lvl4pPr>
              <a:lvl5pPr marL="2057400" indent="-228600" defTabSz="787400" eaLnBrk="0" hangingPunct="0">
                <a:defRPr sz="1600">
                  <a:solidFill>
                    <a:schemeClr val="tx1"/>
                  </a:solidFill>
                  <a:latin typeface="Arial" charset="0"/>
                  <a:ea typeface="-윤고딕130" pitchFamily="18" charset="-127"/>
                </a:defRPr>
              </a:lvl5pPr>
              <a:lvl6pPr marL="2514600" indent="-228600" defTabSz="787400" eaLnBrk="0" fontAlgn="base" hangingPunct="0">
                <a:spcBef>
                  <a:spcPct val="0"/>
                </a:spcBef>
                <a:spcAft>
                  <a:spcPct val="0"/>
                </a:spcAft>
                <a:defRPr sz="1600">
                  <a:solidFill>
                    <a:schemeClr val="tx1"/>
                  </a:solidFill>
                  <a:latin typeface="Arial" charset="0"/>
                  <a:ea typeface="-윤고딕130" pitchFamily="18" charset="-127"/>
                </a:defRPr>
              </a:lvl6pPr>
              <a:lvl7pPr marL="2971800" indent="-228600" defTabSz="787400" eaLnBrk="0" fontAlgn="base" hangingPunct="0">
                <a:spcBef>
                  <a:spcPct val="0"/>
                </a:spcBef>
                <a:spcAft>
                  <a:spcPct val="0"/>
                </a:spcAft>
                <a:defRPr sz="1600">
                  <a:solidFill>
                    <a:schemeClr val="tx1"/>
                  </a:solidFill>
                  <a:latin typeface="Arial" charset="0"/>
                  <a:ea typeface="-윤고딕130" pitchFamily="18" charset="-127"/>
                </a:defRPr>
              </a:lvl7pPr>
              <a:lvl8pPr marL="3429000" indent="-228600" defTabSz="787400" eaLnBrk="0" fontAlgn="base" hangingPunct="0">
                <a:spcBef>
                  <a:spcPct val="0"/>
                </a:spcBef>
                <a:spcAft>
                  <a:spcPct val="0"/>
                </a:spcAft>
                <a:defRPr sz="1600">
                  <a:solidFill>
                    <a:schemeClr val="tx1"/>
                  </a:solidFill>
                  <a:latin typeface="Arial" charset="0"/>
                  <a:ea typeface="-윤고딕130" pitchFamily="18" charset="-127"/>
                </a:defRPr>
              </a:lvl8pPr>
              <a:lvl9pPr marL="3886200" indent="-228600" defTabSz="787400" eaLnBrk="0" fontAlgn="base" hangingPunct="0">
                <a:spcBef>
                  <a:spcPct val="0"/>
                </a:spcBef>
                <a:spcAft>
                  <a:spcPct val="0"/>
                </a:spcAft>
                <a:defRPr sz="1600">
                  <a:solidFill>
                    <a:schemeClr val="tx1"/>
                  </a:solidFill>
                  <a:latin typeface="Arial" charset="0"/>
                  <a:ea typeface="-윤고딕130" pitchFamily="18" charset="-127"/>
                </a:defRPr>
              </a:lvl9pPr>
            </a:lstStyle>
            <a:p>
              <a:pPr eaLnBrk="1" hangingPunct="1">
                <a:buSzPct val="120000"/>
                <a:defRPr/>
              </a:pPr>
              <a:r>
                <a:rPr lang="pt-BR" altLang="zh-CN" sz="1300" b="1">
                  <a:solidFill>
                    <a:srgbClr val="020E66"/>
                  </a:solidFill>
                  <a:latin typeface="+mj-lt"/>
                </a:rPr>
                <a:t>Clientes/Parceiros de Canal</a:t>
              </a:r>
            </a:p>
          </p:txBody>
        </p:sp>
      </p:grpSp>
      <p:sp>
        <p:nvSpPr>
          <p:cNvPr id="135" name="Forma libre: forma 134">
            <a:extLst>
              <a:ext uri="{FF2B5EF4-FFF2-40B4-BE49-F238E27FC236}">
                <a16:creationId xmlns:a16="http://schemas.microsoft.com/office/drawing/2014/main" id="{29467EE6-2D3A-B3FE-F23A-C76980DE742C}"/>
              </a:ext>
            </a:extLst>
          </p:cNvPr>
          <p:cNvSpPr>
            <a:spLocks noChangeAspect="1"/>
          </p:cNvSpPr>
          <p:nvPr/>
        </p:nvSpPr>
        <p:spPr>
          <a:xfrm>
            <a:off x="5928676" y="2092798"/>
            <a:ext cx="553568" cy="1113664"/>
          </a:xfrm>
          <a:custGeom>
            <a:avLst/>
            <a:gdLst>
              <a:gd name="connsiteX0" fmla="*/ 0 w 598281"/>
              <a:gd name="connsiteY0" fmla="*/ 0 h 1113664"/>
              <a:gd name="connsiteX1" fmla="*/ 598281 w 598281"/>
              <a:gd name="connsiteY1" fmla="*/ 1113664 h 1113664"/>
              <a:gd name="connsiteX2" fmla="*/ 0 w 598281"/>
              <a:gd name="connsiteY2" fmla="*/ 1113664 h 1113664"/>
              <a:gd name="connsiteX3" fmla="*/ 0 w 598281"/>
              <a:gd name="connsiteY3" fmla="*/ 0 h 1113664"/>
            </a:gdLst>
            <a:ahLst/>
            <a:cxnLst>
              <a:cxn ang="0">
                <a:pos x="connsiteX0" y="connsiteY0"/>
              </a:cxn>
              <a:cxn ang="0">
                <a:pos x="connsiteX1" y="connsiteY1"/>
              </a:cxn>
              <a:cxn ang="0">
                <a:pos x="connsiteX2" y="connsiteY2"/>
              </a:cxn>
              <a:cxn ang="0">
                <a:pos x="connsiteX3" y="connsiteY3"/>
              </a:cxn>
            </a:cxnLst>
            <a:rect l="l" t="t" r="r" b="b"/>
            <a:pathLst>
              <a:path w="598281" h="1113664">
                <a:moveTo>
                  <a:pt x="0" y="0"/>
                </a:moveTo>
                <a:lnTo>
                  <a:pt x="598281" y="1113664"/>
                </a:lnTo>
                <a:lnTo>
                  <a:pt x="0" y="1113664"/>
                </a:lnTo>
                <a:lnTo>
                  <a:pt x="0"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00">
              <a:latin typeface="+mj-lt"/>
            </a:endParaRPr>
          </a:p>
        </p:txBody>
      </p:sp>
      <p:sp>
        <p:nvSpPr>
          <p:cNvPr id="136" name="Forma libre: forma 135">
            <a:extLst>
              <a:ext uri="{FF2B5EF4-FFF2-40B4-BE49-F238E27FC236}">
                <a16:creationId xmlns:a16="http://schemas.microsoft.com/office/drawing/2014/main" id="{FA503D84-3AED-355D-8E6D-CFF8CBA09379}"/>
              </a:ext>
            </a:extLst>
          </p:cNvPr>
          <p:cNvSpPr/>
          <p:nvPr/>
        </p:nvSpPr>
        <p:spPr>
          <a:xfrm>
            <a:off x="5928678" y="5356135"/>
            <a:ext cx="2046130" cy="899730"/>
          </a:xfrm>
          <a:custGeom>
            <a:avLst/>
            <a:gdLst>
              <a:gd name="connsiteX0" fmla="*/ 0 w 2211403"/>
              <a:gd name="connsiteY0" fmla="*/ 0 h 899730"/>
              <a:gd name="connsiteX1" fmla="*/ 1694589 w 2211403"/>
              <a:gd name="connsiteY1" fmla="*/ 0 h 899730"/>
              <a:gd name="connsiteX2" fmla="*/ 2211403 w 2211403"/>
              <a:gd name="connsiteY2" fmla="*/ 899730 h 899730"/>
              <a:gd name="connsiteX3" fmla="*/ 0 w 2211403"/>
              <a:gd name="connsiteY3" fmla="*/ 899730 h 899730"/>
              <a:gd name="connsiteX4" fmla="*/ 0 w 2211403"/>
              <a:gd name="connsiteY4" fmla="*/ 0 h 8997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1403" h="899730">
                <a:moveTo>
                  <a:pt x="0" y="0"/>
                </a:moveTo>
                <a:lnTo>
                  <a:pt x="1694589" y="0"/>
                </a:lnTo>
                <a:lnTo>
                  <a:pt x="2211403" y="899730"/>
                </a:lnTo>
                <a:lnTo>
                  <a:pt x="0" y="899730"/>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00">
              <a:latin typeface="+mj-lt"/>
            </a:endParaRPr>
          </a:p>
        </p:txBody>
      </p:sp>
      <p:sp>
        <p:nvSpPr>
          <p:cNvPr id="137" name="Forma libre: forma 136">
            <a:extLst>
              <a:ext uri="{FF2B5EF4-FFF2-40B4-BE49-F238E27FC236}">
                <a16:creationId xmlns:a16="http://schemas.microsoft.com/office/drawing/2014/main" id="{44FB1848-0962-7D1C-9502-6CA47BD8BC9E}"/>
              </a:ext>
            </a:extLst>
          </p:cNvPr>
          <p:cNvSpPr/>
          <p:nvPr/>
        </p:nvSpPr>
        <p:spPr>
          <a:xfrm>
            <a:off x="5928676" y="4339667"/>
            <a:ext cx="1531411" cy="899730"/>
          </a:xfrm>
          <a:custGeom>
            <a:avLst/>
            <a:gdLst>
              <a:gd name="connsiteX0" fmla="*/ 0 w 1655108"/>
              <a:gd name="connsiteY0" fmla="*/ 0 h 899730"/>
              <a:gd name="connsiteX1" fmla="*/ 1138294 w 1655108"/>
              <a:gd name="connsiteY1" fmla="*/ 0 h 899730"/>
              <a:gd name="connsiteX2" fmla="*/ 1655108 w 1655108"/>
              <a:gd name="connsiteY2" fmla="*/ 899730 h 899730"/>
              <a:gd name="connsiteX3" fmla="*/ 0 w 1655108"/>
              <a:gd name="connsiteY3" fmla="*/ 899730 h 899730"/>
              <a:gd name="connsiteX4" fmla="*/ 0 w 1655108"/>
              <a:gd name="connsiteY4" fmla="*/ 0 h 8997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5108" h="899730">
                <a:moveTo>
                  <a:pt x="0" y="0"/>
                </a:moveTo>
                <a:lnTo>
                  <a:pt x="1138294" y="0"/>
                </a:lnTo>
                <a:lnTo>
                  <a:pt x="1655108" y="899730"/>
                </a:lnTo>
                <a:lnTo>
                  <a:pt x="0" y="899730"/>
                </a:lnTo>
                <a:lnTo>
                  <a:pt x="0"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00">
              <a:latin typeface="+mj-lt"/>
            </a:endParaRPr>
          </a:p>
        </p:txBody>
      </p:sp>
      <p:sp>
        <p:nvSpPr>
          <p:cNvPr id="138" name="Forma libre: forma 137">
            <a:extLst>
              <a:ext uri="{FF2B5EF4-FFF2-40B4-BE49-F238E27FC236}">
                <a16:creationId xmlns:a16="http://schemas.microsoft.com/office/drawing/2014/main" id="{41B383D3-0CBC-CB58-532B-6F39E16CDFCF}"/>
              </a:ext>
            </a:extLst>
          </p:cNvPr>
          <p:cNvSpPr/>
          <p:nvPr/>
        </p:nvSpPr>
        <p:spPr>
          <a:xfrm>
            <a:off x="5928676" y="3323200"/>
            <a:ext cx="1041699" cy="899730"/>
          </a:xfrm>
          <a:custGeom>
            <a:avLst/>
            <a:gdLst>
              <a:gd name="connsiteX0" fmla="*/ 0 w 1125840"/>
              <a:gd name="connsiteY0" fmla="*/ 0 h 899730"/>
              <a:gd name="connsiteX1" fmla="*/ 609026 w 1125840"/>
              <a:gd name="connsiteY1" fmla="*/ 0 h 899730"/>
              <a:gd name="connsiteX2" fmla="*/ 1125840 w 1125840"/>
              <a:gd name="connsiteY2" fmla="*/ 899730 h 899730"/>
              <a:gd name="connsiteX3" fmla="*/ 0 w 1125840"/>
              <a:gd name="connsiteY3" fmla="*/ 899730 h 899730"/>
              <a:gd name="connsiteX4" fmla="*/ 0 w 1125840"/>
              <a:gd name="connsiteY4" fmla="*/ 0 h 8997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5840" h="899730">
                <a:moveTo>
                  <a:pt x="0" y="0"/>
                </a:moveTo>
                <a:lnTo>
                  <a:pt x="609026" y="0"/>
                </a:lnTo>
                <a:lnTo>
                  <a:pt x="1125840" y="899730"/>
                </a:lnTo>
                <a:lnTo>
                  <a:pt x="0" y="899730"/>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00">
              <a:latin typeface="+mj-lt"/>
            </a:endParaRPr>
          </a:p>
        </p:txBody>
      </p:sp>
      <p:sp>
        <p:nvSpPr>
          <p:cNvPr id="143" name="TextBox 15">
            <a:extLst>
              <a:ext uri="{FF2B5EF4-FFF2-40B4-BE49-F238E27FC236}">
                <a16:creationId xmlns:a16="http://schemas.microsoft.com/office/drawing/2014/main" id="{8FF07A38-1D0F-B526-3F49-AE200B9216D7}"/>
              </a:ext>
            </a:extLst>
          </p:cNvPr>
          <p:cNvSpPr txBox="1"/>
          <p:nvPr/>
        </p:nvSpPr>
        <p:spPr>
          <a:xfrm>
            <a:off x="6412161" y="2523541"/>
            <a:ext cx="1067589" cy="200055"/>
          </a:xfrm>
          <a:prstGeom prst="rect">
            <a:avLst/>
          </a:prstGeom>
          <a:noFill/>
        </p:spPr>
        <p:txBody>
          <a:bodyPr wrap="square" lIns="0" tIns="0" rIns="0" bIns="0" rtlCol="0" anchor="b">
            <a:spAutoFit/>
          </a:bodyPr>
          <a:lstStyle/>
          <a:p>
            <a:r>
              <a:rPr lang="en-US" sz="1300" b="1" err="1">
                <a:solidFill>
                  <a:schemeClr val="bg1">
                    <a:lumMod val="65000"/>
                  </a:schemeClr>
                </a:solidFill>
                <a:latin typeface="+mj-lt"/>
              </a:rPr>
              <a:t>Direto</a:t>
            </a:r>
            <a:endParaRPr lang="en-US" sz="1300" b="1">
              <a:solidFill>
                <a:schemeClr val="bg1">
                  <a:lumMod val="65000"/>
                </a:schemeClr>
              </a:solidFill>
              <a:latin typeface="+mj-lt"/>
            </a:endParaRPr>
          </a:p>
        </p:txBody>
      </p:sp>
      <p:sp>
        <p:nvSpPr>
          <p:cNvPr id="144" name="TextBox 15">
            <a:extLst>
              <a:ext uri="{FF2B5EF4-FFF2-40B4-BE49-F238E27FC236}">
                <a16:creationId xmlns:a16="http://schemas.microsoft.com/office/drawing/2014/main" id="{1395AC6C-40EB-72B6-7FEE-6CAA2A40D92D}"/>
              </a:ext>
            </a:extLst>
          </p:cNvPr>
          <p:cNvSpPr txBox="1"/>
          <p:nvPr/>
        </p:nvSpPr>
        <p:spPr>
          <a:xfrm>
            <a:off x="7219712" y="4391448"/>
            <a:ext cx="1067589" cy="200055"/>
          </a:xfrm>
          <a:prstGeom prst="rect">
            <a:avLst/>
          </a:prstGeom>
          <a:noFill/>
        </p:spPr>
        <p:txBody>
          <a:bodyPr wrap="square" lIns="0" tIns="0" rIns="0" bIns="0" rtlCol="0" anchor="b">
            <a:spAutoFit/>
          </a:bodyPr>
          <a:lstStyle/>
          <a:p>
            <a:r>
              <a:rPr lang="en-US" sz="1300" b="1" err="1">
                <a:solidFill>
                  <a:schemeClr val="bg1">
                    <a:lumMod val="65000"/>
                  </a:schemeClr>
                </a:solidFill>
                <a:latin typeface="+mj-lt"/>
              </a:rPr>
              <a:t>Indireto</a:t>
            </a:r>
            <a:endParaRPr lang="en-US" sz="1300" b="1">
              <a:solidFill>
                <a:schemeClr val="bg1">
                  <a:lumMod val="65000"/>
                </a:schemeClr>
              </a:solidFill>
              <a:latin typeface="+mj-lt"/>
            </a:endParaRPr>
          </a:p>
        </p:txBody>
      </p:sp>
      <p:cxnSp>
        <p:nvCxnSpPr>
          <p:cNvPr id="154" name="Conector recto 153">
            <a:extLst>
              <a:ext uri="{FF2B5EF4-FFF2-40B4-BE49-F238E27FC236}">
                <a16:creationId xmlns:a16="http://schemas.microsoft.com/office/drawing/2014/main" id="{C17D9E06-149B-376D-9615-0F24462B706A}"/>
              </a:ext>
            </a:extLst>
          </p:cNvPr>
          <p:cNvCxnSpPr>
            <a:cxnSpLocks/>
          </p:cNvCxnSpPr>
          <p:nvPr/>
        </p:nvCxnSpPr>
        <p:spPr>
          <a:xfrm>
            <a:off x="6096000" y="3252475"/>
            <a:ext cx="5633033" cy="0"/>
          </a:xfrm>
          <a:prstGeom prst="line">
            <a:avLst/>
          </a:prstGeom>
          <a:ln w="12700">
            <a:solidFill>
              <a:schemeClr val="accent5"/>
            </a:solidFill>
            <a:prstDash val="sysDash"/>
          </a:ln>
        </p:spPr>
        <p:style>
          <a:lnRef idx="1">
            <a:schemeClr val="accent1"/>
          </a:lnRef>
          <a:fillRef idx="0">
            <a:schemeClr val="accent1"/>
          </a:fillRef>
          <a:effectRef idx="0">
            <a:schemeClr val="accent1"/>
          </a:effectRef>
          <a:fontRef idx="minor">
            <a:schemeClr val="tx1"/>
          </a:fontRef>
        </p:style>
      </p:cxnSp>
      <p:sp>
        <p:nvSpPr>
          <p:cNvPr id="146" name="Rounded Rectangle 10">
            <a:extLst>
              <a:ext uri="{FF2B5EF4-FFF2-40B4-BE49-F238E27FC236}">
                <a16:creationId xmlns:a16="http://schemas.microsoft.com/office/drawing/2014/main" id="{13B21878-EA38-F3F7-3983-AF65ACE8CBC0}"/>
              </a:ext>
            </a:extLst>
          </p:cNvPr>
          <p:cNvSpPr/>
          <p:nvPr/>
        </p:nvSpPr>
        <p:spPr>
          <a:xfrm>
            <a:off x="8477258" y="2263568"/>
            <a:ext cx="1332380" cy="720000"/>
          </a:xfrm>
          <a:prstGeom prst="rect">
            <a:avLst/>
          </a:prstGeom>
          <a:solidFill>
            <a:schemeClr val="accent2"/>
          </a:solidFill>
          <a:ln>
            <a:noFill/>
          </a:ln>
          <a:effectLst/>
        </p:spPr>
        <p:style>
          <a:lnRef idx="1">
            <a:schemeClr val="accent3"/>
          </a:lnRef>
          <a:fillRef idx="3">
            <a:schemeClr val="accent3"/>
          </a:fillRef>
          <a:effectRef idx="2">
            <a:schemeClr val="accent3"/>
          </a:effectRef>
          <a:fontRef idx="minor">
            <a:schemeClr val="lt1"/>
          </a:fontRef>
        </p:style>
        <p:txBody>
          <a:bodyPr anchor="ctr"/>
          <a:lstStyle/>
          <a:p>
            <a:pPr algn="ctr"/>
            <a:r>
              <a:rPr lang="en-US" sz="1300" b="1">
                <a:solidFill>
                  <a:schemeClr val="bg1"/>
                </a:solidFill>
                <a:latin typeface="+mj-lt"/>
              </a:rPr>
              <a:t>Agri Co</a:t>
            </a:r>
            <a:r>
              <a:rPr lang="en-US" sz="1300" b="1" baseline="30000">
                <a:solidFill>
                  <a:schemeClr val="bg1"/>
                </a:solidFill>
                <a:latin typeface="+mj-lt"/>
              </a:rPr>
              <a:t>1</a:t>
            </a:r>
          </a:p>
        </p:txBody>
      </p:sp>
      <p:sp>
        <p:nvSpPr>
          <p:cNvPr id="147" name="Rounded Rectangle 11">
            <a:extLst>
              <a:ext uri="{FF2B5EF4-FFF2-40B4-BE49-F238E27FC236}">
                <a16:creationId xmlns:a16="http://schemas.microsoft.com/office/drawing/2014/main" id="{1EF75ECE-7B12-3D92-B1DA-CE233C55FD27}"/>
              </a:ext>
            </a:extLst>
          </p:cNvPr>
          <p:cNvSpPr/>
          <p:nvPr/>
        </p:nvSpPr>
        <p:spPr>
          <a:xfrm>
            <a:off x="9966321" y="2263568"/>
            <a:ext cx="1332380" cy="720000"/>
          </a:xfrm>
          <a:prstGeom prst="rect">
            <a:avLst/>
          </a:prstGeom>
          <a:solidFill>
            <a:schemeClr val="accent2"/>
          </a:solidFill>
          <a:ln>
            <a:noFill/>
          </a:ln>
          <a:effectLst/>
        </p:spPr>
        <p:style>
          <a:lnRef idx="1">
            <a:schemeClr val="accent3"/>
          </a:lnRef>
          <a:fillRef idx="3">
            <a:schemeClr val="accent3"/>
          </a:fillRef>
          <a:effectRef idx="2">
            <a:schemeClr val="accent3"/>
          </a:effectRef>
          <a:fontRef idx="minor">
            <a:schemeClr val="lt1"/>
          </a:fontRef>
        </p:style>
        <p:txBody>
          <a:bodyPr anchor="ctr"/>
          <a:lstStyle/>
          <a:p>
            <a:pPr algn="ctr"/>
            <a:r>
              <a:rPr lang="en-US" sz="1300" b="1">
                <a:solidFill>
                  <a:schemeClr val="bg1"/>
                </a:solidFill>
                <a:latin typeface="+mj-lt"/>
              </a:rPr>
              <a:t>OTO</a:t>
            </a:r>
            <a:r>
              <a:rPr lang="en-US" sz="1300" b="1" baseline="30000">
                <a:solidFill>
                  <a:schemeClr val="bg1"/>
                </a:solidFill>
                <a:latin typeface="+mj-lt"/>
              </a:rPr>
              <a:t>2</a:t>
            </a:r>
          </a:p>
        </p:txBody>
      </p:sp>
      <p:sp>
        <p:nvSpPr>
          <p:cNvPr id="156" name="Rounded Rectangle 12">
            <a:extLst>
              <a:ext uri="{FF2B5EF4-FFF2-40B4-BE49-F238E27FC236}">
                <a16:creationId xmlns:a16="http://schemas.microsoft.com/office/drawing/2014/main" id="{0422F5C6-CE3C-3E12-E3C1-29022638D836}"/>
              </a:ext>
            </a:extLst>
          </p:cNvPr>
          <p:cNvSpPr/>
          <p:nvPr/>
        </p:nvSpPr>
        <p:spPr>
          <a:xfrm>
            <a:off x="8477258" y="3957243"/>
            <a:ext cx="1332380" cy="720000"/>
          </a:xfrm>
          <a:prstGeom prst="rect">
            <a:avLst/>
          </a:prstGeom>
          <a:solidFill>
            <a:schemeClr val="accent2"/>
          </a:solidFill>
          <a:ln>
            <a:noFill/>
          </a:ln>
          <a:effectLst/>
        </p:spPr>
        <p:style>
          <a:lnRef idx="1">
            <a:schemeClr val="accent3"/>
          </a:lnRef>
          <a:fillRef idx="3">
            <a:schemeClr val="accent3"/>
          </a:fillRef>
          <a:effectRef idx="2">
            <a:schemeClr val="accent3"/>
          </a:effectRef>
          <a:fontRef idx="minor">
            <a:schemeClr val="lt1"/>
          </a:fontRef>
        </p:style>
        <p:txBody>
          <a:bodyPr anchor="ctr"/>
          <a:lstStyle/>
          <a:p>
            <a:pPr algn="ctr"/>
            <a:r>
              <a:rPr lang="en-US" sz="1300" b="1" err="1">
                <a:solidFill>
                  <a:schemeClr val="bg1"/>
                </a:solidFill>
                <a:latin typeface="+mj-lt"/>
              </a:rPr>
              <a:t>Revendedores</a:t>
            </a:r>
            <a:endParaRPr lang="en-US" sz="1300" b="1">
              <a:solidFill>
                <a:schemeClr val="bg1"/>
              </a:solidFill>
              <a:latin typeface="+mj-lt"/>
            </a:endParaRPr>
          </a:p>
        </p:txBody>
      </p:sp>
      <p:sp>
        <p:nvSpPr>
          <p:cNvPr id="157" name="Rounded Rectangle 13">
            <a:extLst>
              <a:ext uri="{FF2B5EF4-FFF2-40B4-BE49-F238E27FC236}">
                <a16:creationId xmlns:a16="http://schemas.microsoft.com/office/drawing/2014/main" id="{EC253CD0-2526-7C9D-FD06-203383FFE990}"/>
              </a:ext>
            </a:extLst>
          </p:cNvPr>
          <p:cNvSpPr/>
          <p:nvPr/>
        </p:nvSpPr>
        <p:spPr>
          <a:xfrm>
            <a:off x="9966321" y="3957243"/>
            <a:ext cx="1332380" cy="720000"/>
          </a:xfrm>
          <a:prstGeom prst="rect">
            <a:avLst/>
          </a:prstGeom>
          <a:solidFill>
            <a:schemeClr val="accent2"/>
          </a:solidFill>
          <a:ln>
            <a:noFill/>
          </a:ln>
          <a:effectLst/>
        </p:spPr>
        <p:style>
          <a:lnRef idx="1">
            <a:schemeClr val="accent3"/>
          </a:lnRef>
          <a:fillRef idx="3">
            <a:schemeClr val="accent3"/>
          </a:fillRef>
          <a:effectRef idx="2">
            <a:schemeClr val="accent3"/>
          </a:effectRef>
          <a:fontRef idx="minor">
            <a:schemeClr val="lt1"/>
          </a:fontRef>
        </p:style>
        <p:txBody>
          <a:bodyPr anchor="ctr"/>
          <a:lstStyle/>
          <a:p>
            <a:pPr algn="ctr"/>
            <a:r>
              <a:rPr lang="en-US" sz="1300" b="1" err="1">
                <a:solidFill>
                  <a:schemeClr val="bg1"/>
                </a:solidFill>
                <a:latin typeface="+mj-lt"/>
              </a:rPr>
              <a:t>Cooperativas</a:t>
            </a:r>
            <a:endParaRPr lang="en-US" sz="1300" b="1">
              <a:solidFill>
                <a:schemeClr val="bg1"/>
              </a:solidFill>
              <a:latin typeface="+mj-lt"/>
            </a:endParaRPr>
          </a:p>
        </p:txBody>
      </p:sp>
      <p:sp>
        <p:nvSpPr>
          <p:cNvPr id="158" name="Rounded Rectangle 12">
            <a:extLst>
              <a:ext uri="{FF2B5EF4-FFF2-40B4-BE49-F238E27FC236}">
                <a16:creationId xmlns:a16="http://schemas.microsoft.com/office/drawing/2014/main" id="{9238909F-556F-8BEA-4B00-B2A15C23612B}"/>
              </a:ext>
            </a:extLst>
          </p:cNvPr>
          <p:cNvSpPr/>
          <p:nvPr/>
        </p:nvSpPr>
        <p:spPr>
          <a:xfrm>
            <a:off x="8592424" y="3308401"/>
            <a:ext cx="878749" cy="496050"/>
          </a:xfrm>
          <a:prstGeom prst="rect">
            <a:avLst/>
          </a:prstGeom>
          <a:solidFill>
            <a:schemeClr val="bg1">
              <a:lumMod val="95000"/>
            </a:schemeClr>
          </a:solidFill>
          <a:ln>
            <a:noFill/>
          </a:ln>
          <a:effectLst/>
        </p:spPr>
        <p:style>
          <a:lnRef idx="1">
            <a:schemeClr val="accent3"/>
          </a:lnRef>
          <a:fillRef idx="3">
            <a:schemeClr val="accent3"/>
          </a:fillRef>
          <a:effectRef idx="2">
            <a:schemeClr val="accent3"/>
          </a:effectRef>
          <a:fontRef idx="minor">
            <a:schemeClr val="lt1"/>
          </a:fontRef>
        </p:style>
        <p:txBody>
          <a:bodyPr lIns="36000" tIns="36000" rIns="36000" bIns="36000" anchor="ctr"/>
          <a:lstStyle/>
          <a:p>
            <a:pPr algn="ctr"/>
            <a:r>
              <a:rPr lang="en-US" sz="800" b="1">
                <a:solidFill>
                  <a:schemeClr val="tx1"/>
                </a:solidFill>
                <a:latin typeface="+mj-lt"/>
              </a:rPr>
              <a:t>Mega-</a:t>
            </a:r>
            <a:r>
              <a:rPr lang="en-US" sz="800" b="1" err="1">
                <a:solidFill>
                  <a:schemeClr val="tx1"/>
                </a:solidFill>
                <a:latin typeface="+mj-lt"/>
              </a:rPr>
              <a:t>Revendedores</a:t>
            </a:r>
            <a:endParaRPr lang="en-US" sz="800" b="1">
              <a:solidFill>
                <a:schemeClr val="tx1"/>
              </a:solidFill>
              <a:latin typeface="+mj-lt"/>
            </a:endParaRPr>
          </a:p>
        </p:txBody>
      </p:sp>
      <p:sp>
        <p:nvSpPr>
          <p:cNvPr id="159" name="Rounded Rectangle 13">
            <a:extLst>
              <a:ext uri="{FF2B5EF4-FFF2-40B4-BE49-F238E27FC236}">
                <a16:creationId xmlns:a16="http://schemas.microsoft.com/office/drawing/2014/main" id="{06219FE8-A0F3-EEFD-96AA-D4C4ABF0D35A}"/>
              </a:ext>
            </a:extLst>
          </p:cNvPr>
          <p:cNvSpPr/>
          <p:nvPr/>
        </p:nvSpPr>
        <p:spPr>
          <a:xfrm>
            <a:off x="10461468" y="3308401"/>
            <a:ext cx="878749" cy="496050"/>
          </a:xfrm>
          <a:prstGeom prst="rect">
            <a:avLst/>
          </a:prstGeom>
          <a:solidFill>
            <a:schemeClr val="bg1">
              <a:lumMod val="95000"/>
            </a:schemeClr>
          </a:solidFill>
          <a:ln>
            <a:noFill/>
          </a:ln>
          <a:effectLst/>
        </p:spPr>
        <p:style>
          <a:lnRef idx="1">
            <a:schemeClr val="accent3"/>
          </a:lnRef>
          <a:fillRef idx="3">
            <a:schemeClr val="accent3"/>
          </a:fillRef>
          <a:effectRef idx="2">
            <a:schemeClr val="accent3"/>
          </a:effectRef>
          <a:fontRef idx="minor">
            <a:schemeClr val="lt1"/>
          </a:fontRef>
        </p:style>
        <p:txBody>
          <a:bodyPr lIns="36000" tIns="36000" rIns="36000" bIns="36000" anchor="ctr"/>
          <a:lstStyle/>
          <a:p>
            <a:pPr algn="ctr"/>
            <a:r>
              <a:rPr lang="en-US" sz="800" b="1" i="1">
                <a:solidFill>
                  <a:schemeClr val="tx1"/>
                </a:solidFill>
                <a:latin typeface="+mj-lt"/>
              </a:rPr>
              <a:t>Traders</a:t>
            </a:r>
          </a:p>
        </p:txBody>
      </p:sp>
      <p:sp>
        <p:nvSpPr>
          <p:cNvPr id="160" name="Rounded Rectangle 12">
            <a:extLst>
              <a:ext uri="{FF2B5EF4-FFF2-40B4-BE49-F238E27FC236}">
                <a16:creationId xmlns:a16="http://schemas.microsoft.com/office/drawing/2014/main" id="{375EF070-D2EC-A9B6-DD24-B05559F9A805}"/>
              </a:ext>
            </a:extLst>
          </p:cNvPr>
          <p:cNvSpPr/>
          <p:nvPr/>
        </p:nvSpPr>
        <p:spPr>
          <a:xfrm>
            <a:off x="9526738" y="3308401"/>
            <a:ext cx="878749" cy="496050"/>
          </a:xfrm>
          <a:prstGeom prst="rect">
            <a:avLst/>
          </a:prstGeom>
          <a:solidFill>
            <a:schemeClr val="bg1">
              <a:lumMod val="95000"/>
            </a:schemeClr>
          </a:solidFill>
          <a:ln>
            <a:noFill/>
          </a:ln>
          <a:effectLst/>
        </p:spPr>
        <p:style>
          <a:lnRef idx="1">
            <a:schemeClr val="accent3"/>
          </a:lnRef>
          <a:fillRef idx="3">
            <a:schemeClr val="accent3"/>
          </a:fillRef>
          <a:effectRef idx="2">
            <a:schemeClr val="accent3"/>
          </a:effectRef>
          <a:fontRef idx="minor">
            <a:schemeClr val="lt1"/>
          </a:fontRef>
        </p:style>
        <p:txBody>
          <a:bodyPr lIns="36000" tIns="36000" rIns="36000" bIns="36000" anchor="ctr"/>
          <a:lstStyle/>
          <a:p>
            <a:pPr algn="ctr"/>
            <a:r>
              <a:rPr lang="en-US" sz="800" b="1" err="1">
                <a:solidFill>
                  <a:schemeClr val="tx1"/>
                </a:solidFill>
                <a:latin typeface="+mj-lt"/>
              </a:rPr>
              <a:t>Revendedores</a:t>
            </a:r>
            <a:r>
              <a:rPr lang="en-US" sz="800" b="1">
                <a:solidFill>
                  <a:schemeClr val="tx1"/>
                </a:solidFill>
                <a:latin typeface="+mj-lt"/>
              </a:rPr>
              <a:t> de valor </a:t>
            </a:r>
            <a:r>
              <a:rPr lang="en-US" sz="800" b="1" err="1">
                <a:solidFill>
                  <a:schemeClr val="tx1"/>
                </a:solidFill>
                <a:latin typeface="+mj-lt"/>
              </a:rPr>
              <a:t>agregado</a:t>
            </a:r>
            <a:endParaRPr lang="en-US" sz="800" b="1">
              <a:solidFill>
                <a:schemeClr val="tx1"/>
              </a:solidFill>
              <a:latin typeface="+mj-lt"/>
            </a:endParaRPr>
          </a:p>
        </p:txBody>
      </p:sp>
      <p:grpSp>
        <p:nvGrpSpPr>
          <p:cNvPr id="163" name="Grupo 162">
            <a:extLst>
              <a:ext uri="{FF2B5EF4-FFF2-40B4-BE49-F238E27FC236}">
                <a16:creationId xmlns:a16="http://schemas.microsoft.com/office/drawing/2014/main" id="{6F922A89-E44A-E74E-D9E5-8DF9009819AC}"/>
              </a:ext>
            </a:extLst>
          </p:cNvPr>
          <p:cNvGrpSpPr/>
          <p:nvPr/>
        </p:nvGrpSpPr>
        <p:grpSpPr>
          <a:xfrm>
            <a:off x="8981448" y="4821991"/>
            <a:ext cx="1813063" cy="496050"/>
            <a:chOff x="10574208" y="3323200"/>
            <a:chExt cx="1739559" cy="496050"/>
          </a:xfrm>
          <a:solidFill>
            <a:schemeClr val="bg1">
              <a:lumMod val="95000"/>
            </a:schemeClr>
          </a:solidFill>
        </p:grpSpPr>
        <p:sp>
          <p:nvSpPr>
            <p:cNvPr id="165" name="Rounded Rectangle 13">
              <a:extLst>
                <a:ext uri="{FF2B5EF4-FFF2-40B4-BE49-F238E27FC236}">
                  <a16:creationId xmlns:a16="http://schemas.microsoft.com/office/drawing/2014/main" id="{CC7578A0-3326-2102-8039-C91010415622}"/>
                </a:ext>
              </a:extLst>
            </p:cNvPr>
            <p:cNvSpPr/>
            <p:nvPr/>
          </p:nvSpPr>
          <p:spPr>
            <a:xfrm>
              <a:off x="10574208" y="3323200"/>
              <a:ext cx="843123" cy="496050"/>
            </a:xfrm>
            <a:prstGeom prst="rect">
              <a:avLst/>
            </a:prstGeom>
            <a:grpFill/>
            <a:ln>
              <a:noFill/>
            </a:ln>
            <a:effectLst/>
          </p:spPr>
          <p:style>
            <a:lnRef idx="1">
              <a:schemeClr val="accent3"/>
            </a:lnRef>
            <a:fillRef idx="3">
              <a:schemeClr val="accent3"/>
            </a:fillRef>
            <a:effectRef idx="2">
              <a:schemeClr val="accent3"/>
            </a:effectRef>
            <a:fontRef idx="minor">
              <a:schemeClr val="lt1"/>
            </a:fontRef>
          </p:style>
          <p:txBody>
            <a:bodyPr lIns="36000" tIns="36000" rIns="36000" bIns="36000" anchor="ctr"/>
            <a:lstStyle/>
            <a:p>
              <a:pPr algn="ctr"/>
              <a:r>
                <a:rPr lang="en-US" sz="800" b="1" err="1">
                  <a:solidFill>
                    <a:schemeClr val="tx1"/>
                  </a:solidFill>
                  <a:latin typeface="+mj-lt"/>
                </a:rPr>
                <a:t>Revendores</a:t>
              </a:r>
              <a:r>
                <a:rPr lang="en-US" sz="800" b="1">
                  <a:solidFill>
                    <a:schemeClr val="tx1"/>
                  </a:solidFill>
                  <a:latin typeface="+mj-lt"/>
                </a:rPr>
                <a:t> </a:t>
              </a:r>
              <a:r>
                <a:rPr lang="en-US" sz="800" b="1" err="1">
                  <a:solidFill>
                    <a:schemeClr val="tx1"/>
                  </a:solidFill>
                  <a:latin typeface="+mj-lt"/>
                </a:rPr>
                <a:t>verticalizados</a:t>
              </a:r>
              <a:endParaRPr lang="en-US" sz="800" b="1">
                <a:solidFill>
                  <a:schemeClr val="tx1"/>
                </a:solidFill>
                <a:latin typeface="+mj-lt"/>
              </a:endParaRPr>
            </a:p>
          </p:txBody>
        </p:sp>
        <p:sp>
          <p:nvSpPr>
            <p:cNvPr id="167" name="Rounded Rectangle 13">
              <a:extLst>
                <a:ext uri="{FF2B5EF4-FFF2-40B4-BE49-F238E27FC236}">
                  <a16:creationId xmlns:a16="http://schemas.microsoft.com/office/drawing/2014/main" id="{C3D79DB5-9E65-B97D-7696-9DDD4B672A9C}"/>
                </a:ext>
              </a:extLst>
            </p:cNvPr>
            <p:cNvSpPr/>
            <p:nvPr/>
          </p:nvSpPr>
          <p:spPr>
            <a:xfrm>
              <a:off x="11470644" y="3323200"/>
              <a:ext cx="843123" cy="496050"/>
            </a:xfrm>
            <a:prstGeom prst="rect">
              <a:avLst/>
            </a:prstGeom>
            <a:grpFill/>
            <a:ln>
              <a:noFill/>
            </a:ln>
            <a:effectLst/>
          </p:spPr>
          <p:style>
            <a:lnRef idx="1">
              <a:schemeClr val="accent3"/>
            </a:lnRef>
            <a:fillRef idx="3">
              <a:schemeClr val="accent3"/>
            </a:fillRef>
            <a:effectRef idx="2">
              <a:schemeClr val="accent3"/>
            </a:effectRef>
            <a:fontRef idx="minor">
              <a:schemeClr val="lt1"/>
            </a:fontRef>
          </p:style>
          <p:txBody>
            <a:bodyPr lIns="36000" tIns="36000" rIns="36000" bIns="36000" anchor="ctr"/>
            <a:lstStyle/>
            <a:p>
              <a:pPr algn="ctr"/>
              <a:r>
                <a:rPr lang="en-US" sz="800" b="1">
                  <a:solidFill>
                    <a:schemeClr val="tx1"/>
                  </a:solidFill>
                  <a:latin typeface="+mj-lt"/>
                </a:rPr>
                <a:t>Digital</a:t>
              </a:r>
            </a:p>
          </p:txBody>
        </p:sp>
      </p:grpSp>
      <p:sp>
        <p:nvSpPr>
          <p:cNvPr id="168" name="Rounded Rectangle 14">
            <a:extLst>
              <a:ext uri="{FF2B5EF4-FFF2-40B4-BE49-F238E27FC236}">
                <a16:creationId xmlns:a16="http://schemas.microsoft.com/office/drawing/2014/main" id="{50F19682-6C99-7713-7FAB-A3D9C039A08F}"/>
              </a:ext>
            </a:extLst>
          </p:cNvPr>
          <p:cNvSpPr/>
          <p:nvPr/>
        </p:nvSpPr>
        <p:spPr>
          <a:xfrm>
            <a:off x="9221789" y="5438321"/>
            <a:ext cx="1332380" cy="720000"/>
          </a:xfrm>
          <a:prstGeom prst="rect">
            <a:avLst/>
          </a:prstGeom>
          <a:solidFill>
            <a:schemeClr val="accent2"/>
          </a:solidFill>
          <a:ln>
            <a:noFill/>
          </a:ln>
          <a:effectLst/>
        </p:spPr>
        <p:style>
          <a:lnRef idx="1">
            <a:schemeClr val="accent3"/>
          </a:lnRef>
          <a:fillRef idx="3">
            <a:schemeClr val="accent3"/>
          </a:fillRef>
          <a:effectRef idx="2">
            <a:schemeClr val="accent3"/>
          </a:effectRef>
          <a:fontRef idx="minor">
            <a:schemeClr val="lt1"/>
          </a:fontRef>
        </p:style>
        <p:txBody>
          <a:bodyPr anchor="ctr"/>
          <a:lstStyle/>
          <a:p>
            <a:pPr algn="ctr"/>
            <a:r>
              <a:rPr lang="en-US" sz="1300" b="1" err="1">
                <a:solidFill>
                  <a:schemeClr val="bg1"/>
                </a:solidFill>
                <a:latin typeface="+mj-lt"/>
              </a:rPr>
              <a:t>Varejistas</a:t>
            </a:r>
            <a:endParaRPr lang="en-US" sz="1300" b="1">
              <a:solidFill>
                <a:schemeClr val="bg1"/>
              </a:solidFill>
              <a:latin typeface="+mj-lt"/>
            </a:endParaRPr>
          </a:p>
        </p:txBody>
      </p:sp>
      <p:sp>
        <p:nvSpPr>
          <p:cNvPr id="170" name="TextBox 15">
            <a:extLst>
              <a:ext uri="{FF2B5EF4-FFF2-40B4-BE49-F238E27FC236}">
                <a16:creationId xmlns:a16="http://schemas.microsoft.com/office/drawing/2014/main" id="{9CE64949-4B50-2E28-D2C8-8435D934C377}"/>
              </a:ext>
            </a:extLst>
          </p:cNvPr>
          <p:cNvSpPr txBox="1"/>
          <p:nvPr/>
        </p:nvSpPr>
        <p:spPr>
          <a:xfrm rot="16200000">
            <a:off x="5804581" y="2688121"/>
            <a:ext cx="613135" cy="200055"/>
          </a:xfrm>
          <a:prstGeom prst="rect">
            <a:avLst/>
          </a:prstGeom>
          <a:noFill/>
        </p:spPr>
        <p:txBody>
          <a:bodyPr wrap="square" lIns="0" tIns="0" rIns="0" bIns="0" rtlCol="0" anchor="b">
            <a:spAutoFit/>
          </a:bodyPr>
          <a:lstStyle/>
          <a:p>
            <a:pPr algn="ctr"/>
            <a:r>
              <a:rPr lang="en-US" sz="1300" b="1">
                <a:solidFill>
                  <a:schemeClr val="accent5"/>
                </a:solidFill>
                <a:latin typeface="+mj-lt"/>
              </a:rPr>
              <a:t>Mega</a:t>
            </a:r>
          </a:p>
        </p:txBody>
      </p:sp>
      <p:sp>
        <p:nvSpPr>
          <p:cNvPr id="171" name="TextBox 15">
            <a:extLst>
              <a:ext uri="{FF2B5EF4-FFF2-40B4-BE49-F238E27FC236}">
                <a16:creationId xmlns:a16="http://schemas.microsoft.com/office/drawing/2014/main" id="{D18E1121-5227-B724-A34E-15A6A850E45A}"/>
              </a:ext>
            </a:extLst>
          </p:cNvPr>
          <p:cNvSpPr txBox="1"/>
          <p:nvPr/>
        </p:nvSpPr>
        <p:spPr>
          <a:xfrm rot="16200000">
            <a:off x="5804581" y="3664607"/>
            <a:ext cx="613135" cy="200055"/>
          </a:xfrm>
          <a:prstGeom prst="rect">
            <a:avLst/>
          </a:prstGeom>
          <a:noFill/>
        </p:spPr>
        <p:txBody>
          <a:bodyPr wrap="square" lIns="0" tIns="0" rIns="0" bIns="0" rtlCol="0" anchor="b">
            <a:spAutoFit/>
          </a:bodyPr>
          <a:lstStyle/>
          <a:p>
            <a:pPr algn="ctr"/>
            <a:r>
              <a:rPr lang="en-US" sz="1300" b="1">
                <a:solidFill>
                  <a:schemeClr val="accent5"/>
                </a:solidFill>
                <a:latin typeface="+mj-lt"/>
              </a:rPr>
              <a:t>Grande</a:t>
            </a:r>
            <a:endParaRPr lang="en-US" sz="1300" b="1">
              <a:solidFill>
                <a:schemeClr val="accent5"/>
              </a:solidFill>
              <a:latin typeface="+mj-lt"/>
              <a:cs typeface="Arial" pitchFamily="34" charset="0"/>
            </a:endParaRPr>
          </a:p>
        </p:txBody>
      </p:sp>
      <p:sp>
        <p:nvSpPr>
          <p:cNvPr id="172" name="TextBox 15">
            <a:extLst>
              <a:ext uri="{FF2B5EF4-FFF2-40B4-BE49-F238E27FC236}">
                <a16:creationId xmlns:a16="http://schemas.microsoft.com/office/drawing/2014/main" id="{41640CD5-8C34-07D5-ED0E-7117E1AFC734}"/>
              </a:ext>
            </a:extLst>
          </p:cNvPr>
          <p:cNvSpPr txBox="1"/>
          <p:nvPr/>
        </p:nvSpPr>
        <p:spPr>
          <a:xfrm rot="16200000">
            <a:off x="5804581" y="4682942"/>
            <a:ext cx="613135" cy="200055"/>
          </a:xfrm>
          <a:prstGeom prst="rect">
            <a:avLst/>
          </a:prstGeom>
          <a:noFill/>
        </p:spPr>
        <p:txBody>
          <a:bodyPr wrap="square" lIns="0" tIns="0" rIns="0" bIns="0" rtlCol="0" anchor="b">
            <a:spAutoFit/>
          </a:bodyPr>
          <a:lstStyle/>
          <a:p>
            <a:pPr algn="ctr"/>
            <a:r>
              <a:rPr lang="en-US" sz="1300" b="1" err="1">
                <a:solidFill>
                  <a:schemeClr val="accent5"/>
                </a:solidFill>
                <a:latin typeface="+mj-lt"/>
              </a:rPr>
              <a:t>Médio</a:t>
            </a:r>
            <a:endParaRPr lang="en-US" sz="1300" b="1">
              <a:solidFill>
                <a:schemeClr val="accent5"/>
              </a:solidFill>
              <a:latin typeface="+mj-lt"/>
              <a:cs typeface="Arial" pitchFamily="34" charset="0"/>
            </a:endParaRPr>
          </a:p>
        </p:txBody>
      </p:sp>
      <p:sp>
        <p:nvSpPr>
          <p:cNvPr id="173" name="TextBox 15">
            <a:extLst>
              <a:ext uri="{FF2B5EF4-FFF2-40B4-BE49-F238E27FC236}">
                <a16:creationId xmlns:a16="http://schemas.microsoft.com/office/drawing/2014/main" id="{A42CF0BE-8E4E-9BFF-3B36-E66043FB64CB}"/>
              </a:ext>
            </a:extLst>
          </p:cNvPr>
          <p:cNvSpPr txBox="1"/>
          <p:nvPr/>
        </p:nvSpPr>
        <p:spPr>
          <a:xfrm rot="16200000">
            <a:off x="5755236" y="5701826"/>
            <a:ext cx="711826" cy="200055"/>
          </a:xfrm>
          <a:prstGeom prst="rect">
            <a:avLst/>
          </a:prstGeom>
          <a:noFill/>
        </p:spPr>
        <p:txBody>
          <a:bodyPr wrap="square" lIns="0" tIns="0" rIns="0" bIns="0" rtlCol="0" anchor="b">
            <a:spAutoFit/>
          </a:bodyPr>
          <a:lstStyle/>
          <a:p>
            <a:pPr algn="ctr"/>
            <a:r>
              <a:rPr lang="en-US" sz="1300" b="1" err="1">
                <a:solidFill>
                  <a:schemeClr val="accent5"/>
                </a:solidFill>
                <a:latin typeface="+mj-lt"/>
              </a:rPr>
              <a:t>Pequeno</a:t>
            </a:r>
            <a:endParaRPr lang="en-US" sz="1300" b="1">
              <a:solidFill>
                <a:schemeClr val="accent5"/>
              </a:solidFill>
              <a:latin typeface="+mj-lt"/>
              <a:cs typeface="Arial" pitchFamily="34" charset="0"/>
            </a:endParaRPr>
          </a:p>
        </p:txBody>
      </p:sp>
      <p:sp>
        <p:nvSpPr>
          <p:cNvPr id="5" name="Rounded Rectangle 12">
            <a:extLst>
              <a:ext uri="{FF2B5EF4-FFF2-40B4-BE49-F238E27FC236}">
                <a16:creationId xmlns:a16="http://schemas.microsoft.com/office/drawing/2014/main" id="{662F8C9B-7D27-3350-7C65-34EE6938050F}"/>
              </a:ext>
            </a:extLst>
          </p:cNvPr>
          <p:cNvSpPr/>
          <p:nvPr/>
        </p:nvSpPr>
        <p:spPr>
          <a:xfrm>
            <a:off x="2533997" y="3957243"/>
            <a:ext cx="1332380" cy="720000"/>
          </a:xfrm>
          <a:prstGeom prst="rect">
            <a:avLst/>
          </a:prstGeom>
          <a:solidFill>
            <a:schemeClr val="accent2"/>
          </a:solidFill>
          <a:ln>
            <a:noFill/>
          </a:ln>
          <a:effectLst/>
        </p:spPr>
        <p:style>
          <a:lnRef idx="1">
            <a:schemeClr val="accent3"/>
          </a:lnRef>
          <a:fillRef idx="3">
            <a:schemeClr val="accent3"/>
          </a:fillRef>
          <a:effectRef idx="2">
            <a:schemeClr val="accent3"/>
          </a:effectRef>
          <a:fontRef idx="minor">
            <a:schemeClr val="lt1"/>
          </a:fontRef>
        </p:style>
        <p:txBody>
          <a:bodyPr anchor="ctr"/>
          <a:lstStyle/>
          <a:p>
            <a:pPr algn="ctr"/>
            <a:r>
              <a:rPr lang="en-US" sz="1300" b="1" err="1">
                <a:solidFill>
                  <a:schemeClr val="bg1"/>
                </a:solidFill>
                <a:latin typeface="+mj-lt"/>
              </a:rPr>
              <a:t>Revendedores</a:t>
            </a:r>
            <a:endParaRPr lang="en-US" sz="1300" b="1">
              <a:solidFill>
                <a:schemeClr val="bg1"/>
              </a:solidFill>
              <a:latin typeface="+mj-lt"/>
            </a:endParaRPr>
          </a:p>
        </p:txBody>
      </p:sp>
      <p:sp>
        <p:nvSpPr>
          <p:cNvPr id="6" name="Rounded Rectangle 13">
            <a:extLst>
              <a:ext uri="{FF2B5EF4-FFF2-40B4-BE49-F238E27FC236}">
                <a16:creationId xmlns:a16="http://schemas.microsoft.com/office/drawing/2014/main" id="{F5DC5306-DA5C-3BC2-04E5-E95FDA099437}"/>
              </a:ext>
            </a:extLst>
          </p:cNvPr>
          <p:cNvSpPr/>
          <p:nvPr/>
        </p:nvSpPr>
        <p:spPr>
          <a:xfrm>
            <a:off x="4023060" y="3957243"/>
            <a:ext cx="1332380" cy="720000"/>
          </a:xfrm>
          <a:prstGeom prst="rect">
            <a:avLst/>
          </a:prstGeom>
          <a:solidFill>
            <a:schemeClr val="accent2"/>
          </a:solidFill>
          <a:ln>
            <a:noFill/>
          </a:ln>
          <a:effectLst/>
        </p:spPr>
        <p:style>
          <a:lnRef idx="1">
            <a:schemeClr val="accent3"/>
          </a:lnRef>
          <a:fillRef idx="3">
            <a:schemeClr val="accent3"/>
          </a:fillRef>
          <a:effectRef idx="2">
            <a:schemeClr val="accent3"/>
          </a:effectRef>
          <a:fontRef idx="minor">
            <a:schemeClr val="lt1"/>
          </a:fontRef>
        </p:style>
        <p:txBody>
          <a:bodyPr anchor="ctr"/>
          <a:lstStyle/>
          <a:p>
            <a:pPr algn="ctr"/>
            <a:r>
              <a:rPr lang="en-US" sz="1300" b="1" err="1">
                <a:solidFill>
                  <a:schemeClr val="bg1"/>
                </a:solidFill>
                <a:latin typeface="+mj-lt"/>
              </a:rPr>
              <a:t>Cooperativas</a:t>
            </a:r>
            <a:endParaRPr lang="en-US" sz="1300" b="1">
              <a:solidFill>
                <a:schemeClr val="bg1"/>
              </a:solidFill>
              <a:latin typeface="+mj-lt"/>
            </a:endParaRPr>
          </a:p>
        </p:txBody>
      </p:sp>
      <p:grpSp>
        <p:nvGrpSpPr>
          <p:cNvPr id="4" name="Group 37">
            <a:extLst>
              <a:ext uri="{FF2B5EF4-FFF2-40B4-BE49-F238E27FC236}">
                <a16:creationId xmlns:a16="http://schemas.microsoft.com/office/drawing/2014/main" id="{88FAFD85-3732-105A-702E-61A2B2BF1205}"/>
              </a:ext>
            </a:extLst>
          </p:cNvPr>
          <p:cNvGrpSpPr/>
          <p:nvPr/>
        </p:nvGrpSpPr>
        <p:grpSpPr>
          <a:xfrm>
            <a:off x="9275773" y="628364"/>
            <a:ext cx="2688686" cy="212366"/>
            <a:chOff x="6052089" y="285750"/>
            <a:chExt cx="2688686" cy="212366"/>
          </a:xfrm>
        </p:grpSpPr>
        <p:sp>
          <p:nvSpPr>
            <p:cNvPr id="7" name="StickerRectangle">
              <a:extLst>
                <a:ext uri="{FF2B5EF4-FFF2-40B4-BE49-F238E27FC236}">
                  <a16:creationId xmlns:a16="http://schemas.microsoft.com/office/drawing/2014/main" id="{F35E4050-4138-E593-7DBE-6835572171B0}"/>
                </a:ext>
              </a:extLst>
            </p:cNvPr>
            <p:cNvSpPr>
              <a:spLocks noChangeArrowheads="1"/>
            </p:cNvSpPr>
            <p:nvPr/>
          </p:nvSpPr>
          <p:spPr bwMode="auto">
            <a:xfrm>
              <a:off x="6052089" y="285750"/>
              <a:ext cx="2688686" cy="212366"/>
            </a:xfrm>
            <a:prstGeom prst="leftRightArrow">
              <a:avLst>
                <a:gd name="adj1" fmla="val 100000"/>
                <a:gd name="adj2"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 tIns="0" rIns="0" bIns="27432">
              <a:spAutoFit/>
            </a:bodyPr>
            <a:lstStyle/>
            <a:p>
              <a:pPr marL="0" marR="0" lvl="0" indent="0" algn="r" defTabSz="895350" rtl="0" eaLnBrk="1" fontAlgn="auto" latinLnBrk="0" hangingPunct="1">
                <a:lnSpc>
                  <a:spcPct val="100000"/>
                </a:lnSpc>
                <a:spcBef>
                  <a:spcPts val="0"/>
                </a:spcBef>
                <a:spcAft>
                  <a:spcPts val="0"/>
                </a:spcAft>
                <a:buClr>
                  <a:srgbClr val="020E66"/>
                </a:buClr>
                <a:buSzTx/>
                <a:buFontTx/>
                <a:buNone/>
                <a:tabLst/>
                <a:defRPr/>
              </a:pPr>
              <a:r>
                <a:rPr kumimoji="0" lang="pt-BR" sz="1200" b="0" i="0" u="none" strike="noStrike" kern="1200" cap="none" spc="0" normalizeH="0" baseline="0" noProof="0">
                  <a:ln>
                    <a:noFill/>
                  </a:ln>
                  <a:solidFill>
                    <a:srgbClr val="7F7F7F"/>
                  </a:solidFill>
                  <a:effectLst/>
                  <a:uLnTx/>
                  <a:uFillTx/>
                  <a:latin typeface="Arial"/>
                  <a:ea typeface="+mn-ea"/>
                  <a:cs typeface="+mn-cs"/>
                </a:rPr>
                <a:t>EXEMPLO SANITIZADO DE CLIENTE</a:t>
              </a:r>
            </a:p>
          </p:txBody>
        </p:sp>
        <p:cxnSp>
          <p:nvCxnSpPr>
            <p:cNvPr id="8" name="AutoShape 31">
              <a:extLst>
                <a:ext uri="{FF2B5EF4-FFF2-40B4-BE49-F238E27FC236}">
                  <a16:creationId xmlns:a16="http://schemas.microsoft.com/office/drawing/2014/main" id="{F3A55A5F-E0AB-668A-90F7-0457CF356E16}"/>
                </a:ext>
              </a:extLst>
            </p:cNvPr>
            <p:cNvCxnSpPr>
              <a:cxnSpLocks noChangeShapeType="1"/>
              <a:stCxn id="7" idx="2"/>
              <a:endCxn id="7" idx="4"/>
            </p:cNvCxnSpPr>
            <p:nvPr/>
          </p:nvCxnSpPr>
          <p:spPr bwMode="auto">
            <a:xfrm>
              <a:off x="6052089" y="285750"/>
              <a:ext cx="0" cy="212366"/>
            </a:xfrm>
            <a:prstGeom prst="straightConnector1">
              <a:avLst/>
            </a:prstGeom>
            <a:noFill/>
            <a:ln w="9525">
              <a:solidFill>
                <a:srgbClr val="808080"/>
              </a:solidFill>
              <a:round/>
              <a:headEnd/>
              <a:tailEnd/>
            </a:ln>
            <a:extLst>
              <a:ext uri="{909E8E84-426E-40DD-AFC4-6F175D3DCCD1}">
                <a14:hiddenFill xmlns:a14="http://schemas.microsoft.com/office/drawing/2010/main">
                  <a:noFill/>
                </a14:hiddenFill>
              </a:ext>
            </a:extLst>
          </p:spPr>
        </p:cxnSp>
        <p:cxnSp>
          <p:nvCxnSpPr>
            <p:cNvPr id="9" name="AutoShape 32">
              <a:extLst>
                <a:ext uri="{FF2B5EF4-FFF2-40B4-BE49-F238E27FC236}">
                  <a16:creationId xmlns:a16="http://schemas.microsoft.com/office/drawing/2014/main" id="{69C42EE1-900C-7709-209B-B445F203E360}"/>
                </a:ext>
              </a:extLst>
            </p:cNvPr>
            <p:cNvCxnSpPr>
              <a:cxnSpLocks noChangeShapeType="1"/>
              <a:stCxn id="7" idx="4"/>
              <a:endCxn id="7" idx="6"/>
            </p:cNvCxnSpPr>
            <p:nvPr/>
          </p:nvCxnSpPr>
          <p:spPr bwMode="auto">
            <a:xfrm>
              <a:off x="6052089" y="498116"/>
              <a:ext cx="2688686" cy="0"/>
            </a:xfrm>
            <a:prstGeom prst="straightConnector1">
              <a:avLst/>
            </a:prstGeom>
            <a:noFill/>
            <a:ln w="25400">
              <a:solidFill>
                <a:srgbClr val="808080"/>
              </a:solidFill>
              <a:round/>
              <a:headEnd/>
              <a:tailEn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195412712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9FA9A6C1-0DD2-68C0-5D31-589CC150FD81}"/>
              </a:ext>
            </a:extLst>
          </p:cNvPr>
          <p:cNvGraphicFramePr>
            <a:graphicFrameLocks noChangeAspect="1"/>
          </p:cNvGraphicFramePr>
          <p:nvPr>
            <p:custDataLst>
              <p:tags r:id="rId1"/>
            </p:custDataLst>
            <p:extLst>
              <p:ext uri="{D42A27DB-BD31-4B8C-83A1-F6EECF244321}">
                <p14:modId xmlns:p14="http://schemas.microsoft.com/office/powerpoint/2010/main" val="32051936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Slide do think-cell" r:id="rId8" imgW="425" imgH="426" progId="TCLayout.ActiveDocument.1">
                  <p:embed/>
                </p:oleObj>
              </mc:Choice>
              <mc:Fallback>
                <p:oleObj name="Slide do think-cell" r:id="rId8" imgW="425" imgH="426" progId="TCLayout.ActiveDocument.1">
                  <p:embed/>
                  <p:pic>
                    <p:nvPicPr>
                      <p:cNvPr id="10" name="think-cell data - do not delete" hidden="1">
                        <a:extLst>
                          <a:ext uri="{FF2B5EF4-FFF2-40B4-BE49-F238E27FC236}">
                            <a16:creationId xmlns:a16="http://schemas.microsoft.com/office/drawing/2014/main" id="{9FA9A6C1-0DD2-68C0-5D31-589CC150FD81}"/>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3" name="Espaço Reservado para Texto 2">
            <a:extLst>
              <a:ext uri="{FF2B5EF4-FFF2-40B4-BE49-F238E27FC236}">
                <a16:creationId xmlns:a16="http://schemas.microsoft.com/office/drawing/2014/main" id="{0A1BD420-5471-1384-B57B-A5725C6CCF46}"/>
              </a:ext>
            </a:extLst>
          </p:cNvPr>
          <p:cNvSpPr>
            <a:spLocks noGrp="1"/>
          </p:cNvSpPr>
          <p:nvPr>
            <p:ph type="body" sz="quarter" idx="14"/>
          </p:nvPr>
        </p:nvSpPr>
        <p:spPr/>
        <p:txBody>
          <a:bodyPr/>
          <a:lstStyle/>
          <a:p>
            <a:r>
              <a:rPr lang="pt-BR"/>
              <a:t>Fonte: Mirow &amp; Co.</a:t>
            </a:r>
          </a:p>
        </p:txBody>
      </p:sp>
      <p:sp>
        <p:nvSpPr>
          <p:cNvPr id="2" name="Title 1"/>
          <p:cNvSpPr>
            <a:spLocks noGrp="1"/>
          </p:cNvSpPr>
          <p:nvPr>
            <p:ph type="title"/>
          </p:nvPr>
        </p:nvSpPr>
        <p:spPr>
          <a:xfrm>
            <a:off x="478971" y="225177"/>
            <a:ext cx="11485488" cy="615553"/>
          </a:xfrm>
        </p:spPr>
        <p:txBody>
          <a:bodyPr vert="horz"/>
          <a:lstStyle/>
          <a:p>
            <a:r>
              <a:rPr lang="pt-BR" b="1"/>
              <a:t>Diversas mudanças mercadológicas têm implicações profundas sobre como a Morro Verde deve abordar o mercado</a:t>
            </a:r>
            <a:endParaRPr lang="en-US"/>
          </a:p>
        </p:txBody>
      </p:sp>
      <p:sp>
        <p:nvSpPr>
          <p:cNvPr id="4" name="Rectángulo 3">
            <a:extLst>
              <a:ext uri="{FF2B5EF4-FFF2-40B4-BE49-F238E27FC236}">
                <a16:creationId xmlns:a16="http://schemas.microsoft.com/office/drawing/2014/main" id="{775718E9-0959-32CA-23B5-B02638980970}"/>
              </a:ext>
            </a:extLst>
          </p:cNvPr>
          <p:cNvSpPr/>
          <p:nvPr/>
        </p:nvSpPr>
        <p:spPr>
          <a:xfrm>
            <a:off x="245623" y="1028700"/>
            <a:ext cx="11718835" cy="5376711"/>
          </a:xfrm>
          <a:prstGeom prst="rect">
            <a:avLst/>
          </a:prstGeom>
          <a:noFill/>
          <a:ln w="12700">
            <a:solidFill>
              <a:schemeClr val="accent4"/>
            </a:solidFill>
            <a:miter lim="400000"/>
          </a:ln>
          <a:effectLst/>
        </p:spPr>
        <p:txBody>
          <a:bodyPr lIns="108000" tIns="72000" rIns="108000" bIns="72000" rtlCol="0" anchor="ctr"/>
          <a:lstStyle/>
          <a:p>
            <a:pPr algn="l"/>
            <a:endParaRPr lang="pt-BR" sz="1600" err="1">
              <a:solidFill>
                <a:schemeClr val="bg1"/>
              </a:solidFill>
              <a:latin typeface="+mj-lt"/>
            </a:endParaRPr>
          </a:p>
        </p:txBody>
      </p:sp>
      <p:sp>
        <p:nvSpPr>
          <p:cNvPr id="24" name="Rectangle 8">
            <a:extLst>
              <a:ext uri="{FF2B5EF4-FFF2-40B4-BE49-F238E27FC236}">
                <a16:creationId xmlns:a16="http://schemas.microsoft.com/office/drawing/2014/main" id="{FC18ABC7-4183-FC7E-9643-8A1DDD27CFEC}"/>
              </a:ext>
            </a:extLst>
          </p:cNvPr>
          <p:cNvSpPr>
            <a:spLocks noChangeArrowheads="1"/>
          </p:cNvSpPr>
          <p:nvPr/>
        </p:nvSpPr>
        <p:spPr bwMode="auto">
          <a:xfrm>
            <a:off x="504716" y="1195009"/>
            <a:ext cx="2171810" cy="46723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36000" anchor="b">
            <a:spAutoFit/>
          </a:bodyPr>
          <a:lstStyle>
            <a:lvl1pPr defTabSz="787400" eaLnBrk="0" hangingPunct="0">
              <a:defRPr sz="1600">
                <a:solidFill>
                  <a:schemeClr val="tx1"/>
                </a:solidFill>
                <a:latin typeface="Arial" charset="0"/>
                <a:ea typeface="-윤고딕130" pitchFamily="18" charset="-127"/>
              </a:defRPr>
            </a:lvl1pPr>
            <a:lvl2pPr marL="742950" indent="-285750" defTabSz="787400" eaLnBrk="0" hangingPunct="0">
              <a:defRPr sz="1600">
                <a:solidFill>
                  <a:schemeClr val="tx1"/>
                </a:solidFill>
                <a:latin typeface="Arial" charset="0"/>
                <a:ea typeface="-윤고딕130" pitchFamily="18" charset="-127"/>
              </a:defRPr>
            </a:lvl2pPr>
            <a:lvl3pPr marL="1143000" indent="-228600" defTabSz="787400" eaLnBrk="0" hangingPunct="0">
              <a:defRPr sz="1600">
                <a:solidFill>
                  <a:schemeClr val="tx1"/>
                </a:solidFill>
                <a:latin typeface="Arial" charset="0"/>
                <a:ea typeface="-윤고딕130" pitchFamily="18" charset="-127"/>
              </a:defRPr>
            </a:lvl3pPr>
            <a:lvl4pPr marL="1600200" indent="-228600" defTabSz="787400" eaLnBrk="0" hangingPunct="0">
              <a:defRPr sz="1600">
                <a:solidFill>
                  <a:schemeClr val="tx1"/>
                </a:solidFill>
                <a:latin typeface="Arial" charset="0"/>
                <a:ea typeface="-윤고딕130" pitchFamily="18" charset="-127"/>
              </a:defRPr>
            </a:lvl4pPr>
            <a:lvl5pPr marL="2057400" indent="-228600" defTabSz="787400" eaLnBrk="0" hangingPunct="0">
              <a:defRPr sz="1600">
                <a:solidFill>
                  <a:schemeClr val="tx1"/>
                </a:solidFill>
                <a:latin typeface="Arial" charset="0"/>
                <a:ea typeface="-윤고딕130" pitchFamily="18" charset="-127"/>
              </a:defRPr>
            </a:lvl5pPr>
            <a:lvl6pPr marL="2514600" indent="-228600" defTabSz="787400" eaLnBrk="0" fontAlgn="base" hangingPunct="0">
              <a:spcBef>
                <a:spcPct val="0"/>
              </a:spcBef>
              <a:spcAft>
                <a:spcPct val="0"/>
              </a:spcAft>
              <a:defRPr sz="1600">
                <a:solidFill>
                  <a:schemeClr val="tx1"/>
                </a:solidFill>
                <a:latin typeface="Arial" charset="0"/>
                <a:ea typeface="-윤고딕130" pitchFamily="18" charset="-127"/>
              </a:defRPr>
            </a:lvl6pPr>
            <a:lvl7pPr marL="2971800" indent="-228600" defTabSz="787400" eaLnBrk="0" fontAlgn="base" hangingPunct="0">
              <a:spcBef>
                <a:spcPct val="0"/>
              </a:spcBef>
              <a:spcAft>
                <a:spcPct val="0"/>
              </a:spcAft>
              <a:defRPr sz="1600">
                <a:solidFill>
                  <a:schemeClr val="tx1"/>
                </a:solidFill>
                <a:latin typeface="Arial" charset="0"/>
                <a:ea typeface="-윤고딕130" pitchFamily="18" charset="-127"/>
              </a:defRPr>
            </a:lvl7pPr>
            <a:lvl8pPr marL="3429000" indent="-228600" defTabSz="787400" eaLnBrk="0" fontAlgn="base" hangingPunct="0">
              <a:spcBef>
                <a:spcPct val="0"/>
              </a:spcBef>
              <a:spcAft>
                <a:spcPct val="0"/>
              </a:spcAft>
              <a:defRPr sz="1600">
                <a:solidFill>
                  <a:schemeClr val="tx1"/>
                </a:solidFill>
                <a:latin typeface="Arial" charset="0"/>
                <a:ea typeface="-윤고딕130" pitchFamily="18" charset="-127"/>
              </a:defRPr>
            </a:lvl8pPr>
            <a:lvl9pPr marL="3886200" indent="-228600" defTabSz="787400" eaLnBrk="0" fontAlgn="base" hangingPunct="0">
              <a:spcBef>
                <a:spcPct val="0"/>
              </a:spcBef>
              <a:spcAft>
                <a:spcPct val="0"/>
              </a:spcAft>
              <a:defRPr sz="1600">
                <a:solidFill>
                  <a:schemeClr val="tx1"/>
                </a:solidFill>
                <a:latin typeface="Arial" charset="0"/>
                <a:ea typeface="-윤고딕130" pitchFamily="18" charset="-127"/>
              </a:defRPr>
            </a:lvl9pPr>
          </a:lstStyle>
          <a:p>
            <a:pPr eaLnBrk="1" hangingPunct="1">
              <a:buSzPct val="120000"/>
              <a:defRPr/>
            </a:pPr>
            <a:r>
              <a:rPr lang="pt-BR" altLang="zh-CN" sz="1400" b="1">
                <a:solidFill>
                  <a:srgbClr val="020E66"/>
                </a:solidFill>
                <a:latin typeface="+mj-lt"/>
              </a:rPr>
              <a:t>Fonte da Mudança/Desafio</a:t>
            </a:r>
          </a:p>
        </p:txBody>
      </p:sp>
      <p:grpSp>
        <p:nvGrpSpPr>
          <p:cNvPr id="25" name="Group 17">
            <a:extLst>
              <a:ext uri="{FF2B5EF4-FFF2-40B4-BE49-F238E27FC236}">
                <a16:creationId xmlns:a16="http://schemas.microsoft.com/office/drawing/2014/main" id="{104872E7-6A82-8B7F-C173-C8AAD0E008B1}"/>
              </a:ext>
            </a:extLst>
          </p:cNvPr>
          <p:cNvGrpSpPr/>
          <p:nvPr/>
        </p:nvGrpSpPr>
        <p:grpSpPr>
          <a:xfrm>
            <a:off x="2771777" y="1410453"/>
            <a:ext cx="9001125" cy="251795"/>
            <a:chOff x="420586" y="1468852"/>
            <a:chExt cx="11351885" cy="251795"/>
          </a:xfrm>
        </p:grpSpPr>
        <p:cxnSp>
          <p:nvCxnSpPr>
            <p:cNvPr id="26" name="AutoShape 249">
              <a:extLst>
                <a:ext uri="{FF2B5EF4-FFF2-40B4-BE49-F238E27FC236}">
                  <a16:creationId xmlns:a16="http://schemas.microsoft.com/office/drawing/2014/main" id="{B2724203-0E92-AB7C-66AC-6DB2514EE446}"/>
                </a:ext>
              </a:extLst>
            </p:cNvPr>
            <p:cNvCxnSpPr>
              <a:cxnSpLocks noChangeShapeType="1"/>
            </p:cNvCxnSpPr>
            <p:nvPr/>
          </p:nvCxnSpPr>
          <p:spPr bwMode="auto">
            <a:xfrm>
              <a:off x="420586" y="1720647"/>
              <a:ext cx="11351885" cy="0"/>
            </a:xfrm>
            <a:prstGeom prst="straightConnector1">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27" name="Rectangle 8">
              <a:extLst>
                <a:ext uri="{FF2B5EF4-FFF2-40B4-BE49-F238E27FC236}">
                  <a16:creationId xmlns:a16="http://schemas.microsoft.com/office/drawing/2014/main" id="{C11A5E34-23A6-C41E-481C-6FCBB0A13079}"/>
                </a:ext>
              </a:extLst>
            </p:cNvPr>
            <p:cNvSpPr>
              <a:spLocks noChangeArrowheads="1"/>
            </p:cNvSpPr>
            <p:nvPr/>
          </p:nvSpPr>
          <p:spPr bwMode="auto">
            <a:xfrm>
              <a:off x="420586" y="1468852"/>
              <a:ext cx="11351885" cy="25179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36000" anchor="b">
              <a:spAutoFit/>
            </a:bodyPr>
            <a:lstStyle>
              <a:lvl1pPr defTabSz="787400" eaLnBrk="0" hangingPunct="0">
                <a:defRPr sz="1600">
                  <a:solidFill>
                    <a:schemeClr val="tx1"/>
                  </a:solidFill>
                  <a:latin typeface="Arial" charset="0"/>
                  <a:ea typeface="-윤고딕130" pitchFamily="18" charset="-127"/>
                </a:defRPr>
              </a:lvl1pPr>
              <a:lvl2pPr marL="742950" indent="-285750" defTabSz="787400" eaLnBrk="0" hangingPunct="0">
                <a:defRPr sz="1600">
                  <a:solidFill>
                    <a:schemeClr val="tx1"/>
                  </a:solidFill>
                  <a:latin typeface="Arial" charset="0"/>
                  <a:ea typeface="-윤고딕130" pitchFamily="18" charset="-127"/>
                </a:defRPr>
              </a:lvl2pPr>
              <a:lvl3pPr marL="1143000" indent="-228600" defTabSz="787400" eaLnBrk="0" hangingPunct="0">
                <a:defRPr sz="1600">
                  <a:solidFill>
                    <a:schemeClr val="tx1"/>
                  </a:solidFill>
                  <a:latin typeface="Arial" charset="0"/>
                  <a:ea typeface="-윤고딕130" pitchFamily="18" charset="-127"/>
                </a:defRPr>
              </a:lvl3pPr>
              <a:lvl4pPr marL="1600200" indent="-228600" defTabSz="787400" eaLnBrk="0" hangingPunct="0">
                <a:defRPr sz="1600">
                  <a:solidFill>
                    <a:schemeClr val="tx1"/>
                  </a:solidFill>
                  <a:latin typeface="Arial" charset="0"/>
                  <a:ea typeface="-윤고딕130" pitchFamily="18" charset="-127"/>
                </a:defRPr>
              </a:lvl4pPr>
              <a:lvl5pPr marL="2057400" indent="-228600" defTabSz="787400" eaLnBrk="0" hangingPunct="0">
                <a:defRPr sz="1600">
                  <a:solidFill>
                    <a:schemeClr val="tx1"/>
                  </a:solidFill>
                  <a:latin typeface="Arial" charset="0"/>
                  <a:ea typeface="-윤고딕130" pitchFamily="18" charset="-127"/>
                </a:defRPr>
              </a:lvl5pPr>
              <a:lvl6pPr marL="2514600" indent="-228600" defTabSz="787400" eaLnBrk="0" fontAlgn="base" hangingPunct="0">
                <a:spcBef>
                  <a:spcPct val="0"/>
                </a:spcBef>
                <a:spcAft>
                  <a:spcPct val="0"/>
                </a:spcAft>
                <a:defRPr sz="1600">
                  <a:solidFill>
                    <a:schemeClr val="tx1"/>
                  </a:solidFill>
                  <a:latin typeface="Arial" charset="0"/>
                  <a:ea typeface="-윤고딕130" pitchFamily="18" charset="-127"/>
                </a:defRPr>
              </a:lvl6pPr>
              <a:lvl7pPr marL="2971800" indent="-228600" defTabSz="787400" eaLnBrk="0" fontAlgn="base" hangingPunct="0">
                <a:spcBef>
                  <a:spcPct val="0"/>
                </a:spcBef>
                <a:spcAft>
                  <a:spcPct val="0"/>
                </a:spcAft>
                <a:defRPr sz="1600">
                  <a:solidFill>
                    <a:schemeClr val="tx1"/>
                  </a:solidFill>
                  <a:latin typeface="Arial" charset="0"/>
                  <a:ea typeface="-윤고딕130" pitchFamily="18" charset="-127"/>
                </a:defRPr>
              </a:lvl7pPr>
              <a:lvl8pPr marL="3429000" indent="-228600" defTabSz="787400" eaLnBrk="0" fontAlgn="base" hangingPunct="0">
                <a:spcBef>
                  <a:spcPct val="0"/>
                </a:spcBef>
                <a:spcAft>
                  <a:spcPct val="0"/>
                </a:spcAft>
                <a:defRPr sz="1600">
                  <a:solidFill>
                    <a:schemeClr val="tx1"/>
                  </a:solidFill>
                  <a:latin typeface="Arial" charset="0"/>
                  <a:ea typeface="-윤고딕130" pitchFamily="18" charset="-127"/>
                </a:defRPr>
              </a:lvl8pPr>
              <a:lvl9pPr marL="3886200" indent="-228600" defTabSz="787400" eaLnBrk="0" fontAlgn="base" hangingPunct="0">
                <a:spcBef>
                  <a:spcPct val="0"/>
                </a:spcBef>
                <a:spcAft>
                  <a:spcPct val="0"/>
                </a:spcAft>
                <a:defRPr sz="1600">
                  <a:solidFill>
                    <a:schemeClr val="tx1"/>
                  </a:solidFill>
                  <a:latin typeface="Arial" charset="0"/>
                  <a:ea typeface="-윤고딕130" pitchFamily="18" charset="-127"/>
                </a:defRPr>
              </a:lvl9pPr>
            </a:lstStyle>
            <a:p>
              <a:pPr eaLnBrk="1" hangingPunct="1">
                <a:buSzPct val="120000"/>
                <a:defRPr/>
              </a:pPr>
              <a:r>
                <a:rPr lang="pt-BR" altLang="zh-CN" sz="1400" b="1">
                  <a:solidFill>
                    <a:srgbClr val="020E66"/>
                  </a:solidFill>
                  <a:latin typeface="+mj-lt"/>
                </a:rPr>
                <a:t>Implicação</a:t>
              </a:r>
            </a:p>
          </p:txBody>
        </p:sp>
      </p:grpSp>
      <p:sp>
        <p:nvSpPr>
          <p:cNvPr id="29" name="Rectángulo 28">
            <a:extLst>
              <a:ext uri="{FF2B5EF4-FFF2-40B4-BE49-F238E27FC236}">
                <a16:creationId xmlns:a16="http://schemas.microsoft.com/office/drawing/2014/main" id="{A56F3074-17C0-102E-7541-E6778D982F26}"/>
              </a:ext>
            </a:extLst>
          </p:cNvPr>
          <p:cNvSpPr/>
          <p:nvPr/>
        </p:nvSpPr>
        <p:spPr>
          <a:xfrm>
            <a:off x="0" y="1767003"/>
            <a:ext cx="2676526" cy="676516"/>
          </a:xfrm>
          <a:prstGeom prst="rect">
            <a:avLst/>
          </a:prstGeom>
          <a:solidFill>
            <a:schemeClr val="accent2"/>
          </a:solidFill>
          <a:ln w="12700">
            <a:noFill/>
            <a:miter lim="400000"/>
          </a:ln>
          <a:effectLst/>
        </p:spPr>
        <p:txBody>
          <a:bodyPr lIns="180000" tIns="72000" rIns="144000" bIns="72000" rtlCol="0" anchor="ctr"/>
          <a:lstStyle/>
          <a:p>
            <a:r>
              <a:rPr lang="en-US" sz="1400" b="1" err="1">
                <a:solidFill>
                  <a:schemeClr val="bg1"/>
                </a:solidFill>
                <a:latin typeface="+mj-lt"/>
              </a:rPr>
              <a:t>Mudanças</a:t>
            </a:r>
            <a:r>
              <a:rPr lang="en-US" sz="1400" b="1">
                <a:solidFill>
                  <a:schemeClr val="bg1"/>
                </a:solidFill>
                <a:latin typeface="+mj-lt"/>
              </a:rPr>
              <a:t> de </a:t>
            </a:r>
            <a:r>
              <a:rPr lang="en-US" sz="1400" b="1" err="1">
                <a:solidFill>
                  <a:schemeClr val="bg1"/>
                </a:solidFill>
                <a:latin typeface="+mj-lt"/>
              </a:rPr>
              <a:t>demanda</a:t>
            </a:r>
            <a:r>
              <a:rPr lang="en-US" sz="1400" b="1">
                <a:solidFill>
                  <a:schemeClr val="bg1"/>
                </a:solidFill>
                <a:latin typeface="+mj-lt"/>
              </a:rPr>
              <a:t> dos </a:t>
            </a:r>
            <a:r>
              <a:rPr lang="en-US" sz="1400" b="1" err="1">
                <a:solidFill>
                  <a:schemeClr val="bg1"/>
                </a:solidFill>
                <a:latin typeface="+mj-lt"/>
              </a:rPr>
              <a:t>agricultores</a:t>
            </a:r>
            <a:endParaRPr lang="en-US" sz="1400" b="1">
              <a:solidFill>
                <a:schemeClr val="bg1"/>
              </a:solidFill>
              <a:latin typeface="+mj-lt"/>
            </a:endParaRPr>
          </a:p>
        </p:txBody>
      </p:sp>
      <p:sp>
        <p:nvSpPr>
          <p:cNvPr id="30" name="Rectángulo 29">
            <a:extLst>
              <a:ext uri="{FF2B5EF4-FFF2-40B4-BE49-F238E27FC236}">
                <a16:creationId xmlns:a16="http://schemas.microsoft.com/office/drawing/2014/main" id="{0A29ADA1-A062-1081-E548-28B02DC56756}"/>
              </a:ext>
            </a:extLst>
          </p:cNvPr>
          <p:cNvSpPr/>
          <p:nvPr/>
        </p:nvSpPr>
        <p:spPr>
          <a:xfrm>
            <a:off x="0" y="2622963"/>
            <a:ext cx="2676526" cy="930438"/>
          </a:xfrm>
          <a:prstGeom prst="rect">
            <a:avLst/>
          </a:prstGeom>
          <a:solidFill>
            <a:schemeClr val="accent2"/>
          </a:solidFill>
          <a:ln w="12700">
            <a:noFill/>
            <a:miter lim="400000"/>
          </a:ln>
          <a:effectLst/>
        </p:spPr>
        <p:txBody>
          <a:bodyPr lIns="180000" tIns="72000" rIns="144000" bIns="72000" rtlCol="0" anchor="ctr"/>
          <a:lstStyle/>
          <a:p>
            <a:r>
              <a:rPr lang="pt-BR" sz="1400" b="1">
                <a:solidFill>
                  <a:schemeClr val="bg1"/>
                </a:solidFill>
                <a:latin typeface="+mj-lt"/>
              </a:rPr>
              <a:t>Revendedores evoluindo para modelo estruturalmente diferente</a:t>
            </a:r>
            <a:endParaRPr lang="en-US" sz="1400" b="1" i="1">
              <a:solidFill>
                <a:schemeClr val="bg1"/>
              </a:solidFill>
              <a:latin typeface="+mj-lt"/>
            </a:endParaRPr>
          </a:p>
        </p:txBody>
      </p:sp>
      <p:sp>
        <p:nvSpPr>
          <p:cNvPr id="31" name="Rectángulo 30">
            <a:extLst>
              <a:ext uri="{FF2B5EF4-FFF2-40B4-BE49-F238E27FC236}">
                <a16:creationId xmlns:a16="http://schemas.microsoft.com/office/drawing/2014/main" id="{38EABE81-86AC-79A3-917C-00FCB17D0DA8}"/>
              </a:ext>
            </a:extLst>
          </p:cNvPr>
          <p:cNvSpPr/>
          <p:nvPr/>
        </p:nvSpPr>
        <p:spPr>
          <a:xfrm>
            <a:off x="0" y="3732845"/>
            <a:ext cx="2676526" cy="676800"/>
          </a:xfrm>
          <a:prstGeom prst="rect">
            <a:avLst/>
          </a:prstGeom>
          <a:solidFill>
            <a:schemeClr val="accent2"/>
          </a:solidFill>
          <a:ln w="12700">
            <a:noFill/>
            <a:miter lim="400000"/>
          </a:ln>
          <a:effectLst/>
        </p:spPr>
        <p:txBody>
          <a:bodyPr lIns="180000" tIns="72000" rIns="144000" bIns="72000" rtlCol="0" anchor="ctr"/>
          <a:lstStyle/>
          <a:p>
            <a:r>
              <a:rPr lang="pt-BR" sz="1400" b="1">
                <a:solidFill>
                  <a:schemeClr val="bg1"/>
                </a:solidFill>
                <a:latin typeface="+mj-lt"/>
              </a:rPr>
              <a:t>Expansão regional e relevância das cooperativas</a:t>
            </a:r>
            <a:endParaRPr lang="en-US" sz="1400" b="1">
              <a:solidFill>
                <a:schemeClr val="bg1"/>
              </a:solidFill>
              <a:latin typeface="+mj-lt"/>
            </a:endParaRPr>
          </a:p>
        </p:txBody>
      </p:sp>
      <p:sp>
        <p:nvSpPr>
          <p:cNvPr id="32" name="Rectángulo 31">
            <a:extLst>
              <a:ext uri="{FF2B5EF4-FFF2-40B4-BE49-F238E27FC236}">
                <a16:creationId xmlns:a16="http://schemas.microsoft.com/office/drawing/2014/main" id="{A22FCDAD-0A28-AA79-09B3-FE3FF2F338C8}"/>
              </a:ext>
            </a:extLst>
          </p:cNvPr>
          <p:cNvSpPr/>
          <p:nvPr/>
        </p:nvSpPr>
        <p:spPr>
          <a:xfrm>
            <a:off x="0" y="4589089"/>
            <a:ext cx="2676526" cy="676800"/>
          </a:xfrm>
          <a:prstGeom prst="rect">
            <a:avLst/>
          </a:prstGeom>
          <a:solidFill>
            <a:schemeClr val="accent2"/>
          </a:solidFill>
          <a:ln w="12700">
            <a:noFill/>
            <a:miter lim="400000"/>
          </a:ln>
          <a:effectLst/>
        </p:spPr>
        <p:txBody>
          <a:bodyPr lIns="180000" tIns="72000" rIns="144000" bIns="72000" rtlCol="0" anchor="ctr"/>
          <a:lstStyle/>
          <a:p>
            <a:r>
              <a:rPr lang="pt-BR" sz="1400" b="1">
                <a:solidFill>
                  <a:schemeClr val="bg1"/>
                </a:solidFill>
                <a:latin typeface="+mj-lt"/>
              </a:rPr>
              <a:t>Avanços dos </a:t>
            </a:r>
            <a:r>
              <a:rPr lang="pt-BR" sz="1400" b="1" i="1" err="1">
                <a:solidFill>
                  <a:schemeClr val="bg1"/>
                </a:solidFill>
                <a:latin typeface="+mj-lt"/>
              </a:rPr>
              <a:t>traders</a:t>
            </a:r>
            <a:r>
              <a:rPr lang="pt-BR" sz="1400" b="1" i="1">
                <a:solidFill>
                  <a:schemeClr val="bg1"/>
                </a:solidFill>
                <a:latin typeface="+mj-lt"/>
              </a:rPr>
              <a:t> </a:t>
            </a:r>
            <a:r>
              <a:rPr lang="pt-BR" sz="1400" b="1">
                <a:solidFill>
                  <a:schemeClr val="bg1"/>
                </a:solidFill>
                <a:latin typeface="+mj-lt"/>
              </a:rPr>
              <a:t>na distribuição de insumos agrícolas</a:t>
            </a:r>
            <a:endParaRPr lang="en-US" sz="1400" b="1" i="1">
              <a:solidFill>
                <a:schemeClr val="bg1"/>
              </a:solidFill>
              <a:latin typeface="+mj-lt"/>
            </a:endParaRPr>
          </a:p>
        </p:txBody>
      </p:sp>
      <p:sp>
        <p:nvSpPr>
          <p:cNvPr id="12" name="Content Placeholder 2"/>
          <p:cNvSpPr txBox="1">
            <a:spLocks/>
          </p:cNvSpPr>
          <p:nvPr>
            <p:custDataLst>
              <p:tags r:id="rId2"/>
            </p:custDataLst>
          </p:nvPr>
        </p:nvSpPr>
        <p:spPr>
          <a:xfrm>
            <a:off x="2771777" y="1889818"/>
            <a:ext cx="9001125" cy="430887"/>
          </a:xfrm>
          <a:prstGeom prst="rect">
            <a:avLst/>
          </a:prstGeom>
        </p:spPr>
        <p:txBody>
          <a:bodyPr vert="horz" wrap="square" lIns="0" tIns="0" rIns="0" bIns="0" rtlCol="0" anchor="ctr">
            <a:spAutoFit/>
          </a:bodyPr>
          <a:lstStyle>
            <a:lvl1pPr marL="183600" indent="-183600" algn="l" defTabSz="914400" rtl="0" eaLnBrk="1" latinLnBrk="0" hangingPunct="1">
              <a:spcBef>
                <a:spcPts val="1920"/>
              </a:spcBef>
              <a:buFont typeface="Wingdings" pitchFamily="2" charset="2"/>
              <a:buChar char="§"/>
              <a:defRPr sz="1600" kern="1200">
                <a:solidFill>
                  <a:schemeClr val="tx1"/>
                </a:solidFill>
                <a:latin typeface="Arial" pitchFamily="34" charset="0"/>
                <a:ea typeface="+mn-ea"/>
                <a:cs typeface="Arial" pitchFamily="34" charset="0"/>
              </a:defRPr>
            </a:lvl1pPr>
            <a:lvl2pPr marL="356400" indent="-172800" algn="l" defTabSz="914400" rtl="0" eaLnBrk="1" latinLnBrk="0" hangingPunct="1">
              <a:lnSpc>
                <a:spcPct val="90000"/>
              </a:lnSpc>
              <a:spcBef>
                <a:spcPts val="768"/>
              </a:spcBef>
              <a:buFont typeface="Arial" pitchFamily="34" charset="0"/>
              <a:buChar char="–"/>
              <a:defRPr sz="1600" kern="1200">
                <a:solidFill>
                  <a:schemeClr val="tx1"/>
                </a:solidFill>
                <a:latin typeface="Arial" pitchFamily="34" charset="0"/>
                <a:ea typeface="+mn-ea"/>
                <a:cs typeface="Arial" pitchFamily="34" charset="0"/>
              </a:defRPr>
            </a:lvl2pPr>
            <a:lvl3pPr marL="538163" indent="-180975" algn="l" defTabSz="914400" rtl="0" eaLnBrk="1" latinLnBrk="0" hangingPunct="1">
              <a:lnSpc>
                <a:spcPct val="90000"/>
              </a:lnSpc>
              <a:spcBef>
                <a:spcPts val="768"/>
              </a:spcBef>
              <a:buFont typeface="Arial" pitchFamily="34" charset="0"/>
              <a:buChar char="•"/>
              <a:defRPr sz="1600" kern="1200">
                <a:solidFill>
                  <a:schemeClr val="tx1"/>
                </a:solidFill>
                <a:latin typeface="Arial" pitchFamily="34" charset="0"/>
                <a:ea typeface="+mn-ea"/>
                <a:cs typeface="Arial" pitchFamily="34" charset="0"/>
              </a:defRPr>
            </a:lvl3pPr>
            <a:lvl4pPr marL="719138" indent="-180975" algn="l" defTabSz="914400" rtl="0" eaLnBrk="1" latinLnBrk="0" hangingPunct="1">
              <a:lnSpc>
                <a:spcPct val="90000"/>
              </a:lnSpc>
              <a:spcBef>
                <a:spcPts val="768"/>
              </a:spcBef>
              <a:buFont typeface="Arial" pitchFamily="34" charset="0"/>
              <a:buChar char="–"/>
              <a:defRPr sz="1600" kern="1200">
                <a:solidFill>
                  <a:schemeClr val="tx1"/>
                </a:solidFill>
                <a:latin typeface="Arial" pitchFamily="34" charset="0"/>
                <a:ea typeface="+mn-ea"/>
                <a:cs typeface="Arial" pitchFamily="34" charset="0"/>
              </a:defRPr>
            </a:lvl4pPr>
            <a:lvl5pPr marL="900000" indent="-180000" algn="l" defTabSz="914400" rtl="0" eaLnBrk="1" latinLnBrk="0" hangingPunct="1">
              <a:lnSpc>
                <a:spcPct val="90000"/>
              </a:lnSpc>
              <a:spcBef>
                <a:spcPts val="768"/>
              </a:spcBef>
              <a:buFont typeface="Arial" pitchFamily="34" charset="0"/>
              <a:buChar char="•"/>
              <a:defRPr sz="16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0"/>
              </a:spcBef>
            </a:pPr>
            <a:r>
              <a:rPr lang="pt-BR" sz="1400">
                <a:latin typeface="+mj-lt"/>
              </a:rPr>
              <a:t>Necessidade de revisitar as propostas de valor para segmentos de agricultores, incluindo o realinhamento dos modelos de serviço</a:t>
            </a:r>
            <a:endParaRPr lang="en-US" sz="1400">
              <a:solidFill>
                <a:srgbClr val="000000"/>
              </a:solidFill>
              <a:latin typeface="+mj-lt"/>
            </a:endParaRPr>
          </a:p>
        </p:txBody>
      </p:sp>
      <p:sp>
        <p:nvSpPr>
          <p:cNvPr id="18" name="Content Placeholder 2"/>
          <p:cNvSpPr txBox="1">
            <a:spLocks/>
          </p:cNvSpPr>
          <p:nvPr>
            <p:custDataLst>
              <p:tags r:id="rId3"/>
            </p:custDataLst>
          </p:nvPr>
        </p:nvSpPr>
        <p:spPr>
          <a:xfrm>
            <a:off x="2771777" y="2657295"/>
            <a:ext cx="9001125" cy="861774"/>
          </a:xfrm>
          <a:prstGeom prst="rect">
            <a:avLst/>
          </a:prstGeom>
        </p:spPr>
        <p:txBody>
          <a:bodyPr vert="horz" wrap="square" lIns="0" tIns="0" rIns="0" bIns="0" rtlCol="0" anchor="ctr">
            <a:spAutoFit/>
          </a:bodyPr>
          <a:lstStyle>
            <a:lvl1pPr marL="183600" indent="-183600" algn="l" defTabSz="914400" rtl="0" eaLnBrk="1" latinLnBrk="0" hangingPunct="1">
              <a:spcBef>
                <a:spcPts val="1920"/>
              </a:spcBef>
              <a:buFont typeface="Wingdings" pitchFamily="2" charset="2"/>
              <a:buChar char="§"/>
              <a:defRPr sz="1600" kern="1200">
                <a:solidFill>
                  <a:schemeClr val="tx1"/>
                </a:solidFill>
                <a:latin typeface="Arial" pitchFamily="34" charset="0"/>
                <a:ea typeface="+mn-ea"/>
                <a:cs typeface="Arial" pitchFamily="34" charset="0"/>
              </a:defRPr>
            </a:lvl1pPr>
            <a:lvl2pPr marL="356400" indent="-172800" algn="l" defTabSz="914400" rtl="0" eaLnBrk="1" latinLnBrk="0" hangingPunct="1">
              <a:lnSpc>
                <a:spcPct val="90000"/>
              </a:lnSpc>
              <a:spcBef>
                <a:spcPts val="768"/>
              </a:spcBef>
              <a:buFont typeface="Arial" pitchFamily="34" charset="0"/>
              <a:buChar char="–"/>
              <a:defRPr sz="1600" kern="1200">
                <a:solidFill>
                  <a:schemeClr val="tx1"/>
                </a:solidFill>
                <a:latin typeface="Arial" pitchFamily="34" charset="0"/>
                <a:ea typeface="+mn-ea"/>
                <a:cs typeface="Arial" pitchFamily="34" charset="0"/>
              </a:defRPr>
            </a:lvl2pPr>
            <a:lvl3pPr marL="538163" indent="-180975" algn="l" defTabSz="914400" rtl="0" eaLnBrk="1" latinLnBrk="0" hangingPunct="1">
              <a:lnSpc>
                <a:spcPct val="90000"/>
              </a:lnSpc>
              <a:spcBef>
                <a:spcPts val="768"/>
              </a:spcBef>
              <a:buFont typeface="Arial" pitchFamily="34" charset="0"/>
              <a:buChar char="•"/>
              <a:defRPr sz="1600" kern="1200">
                <a:solidFill>
                  <a:schemeClr val="tx1"/>
                </a:solidFill>
                <a:latin typeface="Arial" pitchFamily="34" charset="0"/>
                <a:ea typeface="+mn-ea"/>
                <a:cs typeface="Arial" pitchFamily="34" charset="0"/>
              </a:defRPr>
            </a:lvl3pPr>
            <a:lvl4pPr marL="719138" indent="-180975" algn="l" defTabSz="914400" rtl="0" eaLnBrk="1" latinLnBrk="0" hangingPunct="1">
              <a:lnSpc>
                <a:spcPct val="90000"/>
              </a:lnSpc>
              <a:spcBef>
                <a:spcPts val="768"/>
              </a:spcBef>
              <a:buFont typeface="Arial" pitchFamily="34" charset="0"/>
              <a:buChar char="–"/>
              <a:defRPr sz="1600" kern="1200">
                <a:solidFill>
                  <a:schemeClr val="tx1"/>
                </a:solidFill>
                <a:latin typeface="Arial" pitchFamily="34" charset="0"/>
                <a:ea typeface="+mn-ea"/>
                <a:cs typeface="Arial" pitchFamily="34" charset="0"/>
              </a:defRPr>
            </a:lvl4pPr>
            <a:lvl5pPr marL="900000" indent="-180000" algn="l" defTabSz="914400" rtl="0" eaLnBrk="1" latinLnBrk="0" hangingPunct="1">
              <a:lnSpc>
                <a:spcPct val="90000"/>
              </a:lnSpc>
              <a:spcBef>
                <a:spcPts val="768"/>
              </a:spcBef>
              <a:buFont typeface="Arial" pitchFamily="34" charset="0"/>
              <a:buChar char="•"/>
              <a:defRPr sz="16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0"/>
              </a:spcBef>
            </a:pPr>
            <a:r>
              <a:rPr lang="pt-BR" sz="1400">
                <a:latin typeface="+mj-lt"/>
              </a:rPr>
              <a:t>Necessidade de revisitar a estratégia de canal geral e redefinir a proposta de valor da Morro Verde para terceiros no novo ecossistema</a:t>
            </a:r>
          </a:p>
          <a:p>
            <a:pPr>
              <a:spcBef>
                <a:spcPts val="0"/>
              </a:spcBef>
            </a:pPr>
            <a:r>
              <a:rPr lang="pt-BR" sz="1400">
                <a:latin typeface="+mj-lt"/>
              </a:rPr>
              <a:t>Necessidade de prestar atenção aos efeitos da consolidação de M&amp;A (ex. Lavoro, </a:t>
            </a:r>
            <a:r>
              <a:rPr lang="pt-BR" sz="1400" err="1">
                <a:latin typeface="+mj-lt"/>
              </a:rPr>
              <a:t>Agrogalaxy</a:t>
            </a:r>
            <a:r>
              <a:rPr lang="pt-BR" sz="1400">
                <a:latin typeface="+mj-lt"/>
              </a:rPr>
              <a:t>, </a:t>
            </a:r>
            <a:r>
              <a:rPr lang="pt-BR" sz="1400" err="1">
                <a:latin typeface="+mj-lt"/>
              </a:rPr>
              <a:t>Nutrien</a:t>
            </a:r>
            <a:r>
              <a:rPr lang="pt-BR" sz="1400">
                <a:latin typeface="+mj-lt"/>
              </a:rPr>
              <a:t>) e internacionalização </a:t>
            </a:r>
            <a:endParaRPr lang="en-US" sz="1400">
              <a:solidFill>
                <a:srgbClr val="000000"/>
              </a:solidFill>
              <a:latin typeface="+mj-lt"/>
            </a:endParaRPr>
          </a:p>
        </p:txBody>
      </p:sp>
      <p:sp>
        <p:nvSpPr>
          <p:cNvPr id="19" name="Content Placeholder 2"/>
          <p:cNvSpPr txBox="1">
            <a:spLocks/>
          </p:cNvSpPr>
          <p:nvPr>
            <p:custDataLst>
              <p:tags r:id="rId4"/>
            </p:custDataLst>
          </p:nvPr>
        </p:nvSpPr>
        <p:spPr>
          <a:xfrm>
            <a:off x="2771776" y="3855802"/>
            <a:ext cx="9001124" cy="430887"/>
          </a:xfrm>
          <a:prstGeom prst="rect">
            <a:avLst/>
          </a:prstGeom>
        </p:spPr>
        <p:txBody>
          <a:bodyPr vert="horz" wrap="square" lIns="0" tIns="0" rIns="0" bIns="0" rtlCol="0" anchor="ctr">
            <a:spAutoFit/>
          </a:bodyPr>
          <a:lstStyle>
            <a:lvl1pPr marL="183600" indent="-183600" algn="l" defTabSz="914400" rtl="0" eaLnBrk="1" latinLnBrk="0" hangingPunct="1">
              <a:spcBef>
                <a:spcPts val="1920"/>
              </a:spcBef>
              <a:buFont typeface="Wingdings" pitchFamily="2" charset="2"/>
              <a:buChar char="§"/>
              <a:defRPr sz="1600" kern="1200">
                <a:solidFill>
                  <a:schemeClr val="tx1"/>
                </a:solidFill>
                <a:latin typeface="Arial" pitchFamily="34" charset="0"/>
                <a:ea typeface="+mn-ea"/>
                <a:cs typeface="Arial" pitchFamily="34" charset="0"/>
              </a:defRPr>
            </a:lvl1pPr>
            <a:lvl2pPr marL="356400" indent="-172800" algn="l" defTabSz="914400" rtl="0" eaLnBrk="1" latinLnBrk="0" hangingPunct="1">
              <a:lnSpc>
                <a:spcPct val="90000"/>
              </a:lnSpc>
              <a:spcBef>
                <a:spcPts val="768"/>
              </a:spcBef>
              <a:buFont typeface="Arial" pitchFamily="34" charset="0"/>
              <a:buChar char="–"/>
              <a:defRPr sz="1600" kern="1200">
                <a:solidFill>
                  <a:schemeClr val="tx1"/>
                </a:solidFill>
                <a:latin typeface="Arial" pitchFamily="34" charset="0"/>
                <a:ea typeface="+mn-ea"/>
                <a:cs typeface="Arial" pitchFamily="34" charset="0"/>
              </a:defRPr>
            </a:lvl2pPr>
            <a:lvl3pPr marL="538163" indent="-180975" algn="l" defTabSz="914400" rtl="0" eaLnBrk="1" latinLnBrk="0" hangingPunct="1">
              <a:lnSpc>
                <a:spcPct val="90000"/>
              </a:lnSpc>
              <a:spcBef>
                <a:spcPts val="768"/>
              </a:spcBef>
              <a:buFont typeface="Arial" pitchFamily="34" charset="0"/>
              <a:buChar char="•"/>
              <a:defRPr sz="1600" kern="1200">
                <a:solidFill>
                  <a:schemeClr val="tx1"/>
                </a:solidFill>
                <a:latin typeface="Arial" pitchFamily="34" charset="0"/>
                <a:ea typeface="+mn-ea"/>
                <a:cs typeface="Arial" pitchFamily="34" charset="0"/>
              </a:defRPr>
            </a:lvl3pPr>
            <a:lvl4pPr marL="719138" indent="-180975" algn="l" defTabSz="914400" rtl="0" eaLnBrk="1" latinLnBrk="0" hangingPunct="1">
              <a:lnSpc>
                <a:spcPct val="90000"/>
              </a:lnSpc>
              <a:spcBef>
                <a:spcPts val="768"/>
              </a:spcBef>
              <a:buFont typeface="Arial" pitchFamily="34" charset="0"/>
              <a:buChar char="–"/>
              <a:defRPr sz="1600" kern="1200">
                <a:solidFill>
                  <a:schemeClr val="tx1"/>
                </a:solidFill>
                <a:latin typeface="Arial" pitchFamily="34" charset="0"/>
                <a:ea typeface="+mn-ea"/>
                <a:cs typeface="Arial" pitchFamily="34" charset="0"/>
              </a:defRPr>
            </a:lvl4pPr>
            <a:lvl5pPr marL="900000" indent="-180000" algn="l" defTabSz="914400" rtl="0" eaLnBrk="1" latinLnBrk="0" hangingPunct="1">
              <a:lnSpc>
                <a:spcPct val="90000"/>
              </a:lnSpc>
              <a:spcBef>
                <a:spcPts val="768"/>
              </a:spcBef>
              <a:buFont typeface="Arial" pitchFamily="34" charset="0"/>
              <a:buChar char="•"/>
              <a:defRPr sz="16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0"/>
              </a:spcBef>
            </a:pPr>
            <a:r>
              <a:rPr lang="pt-BR" sz="1400">
                <a:latin typeface="+mj-lt"/>
              </a:rPr>
              <a:t>Necessidade de garantir modelos </a:t>
            </a:r>
            <a:r>
              <a:rPr lang="pt-BR" sz="1400" i="1">
                <a:latin typeface="+mj-lt"/>
              </a:rPr>
              <a:t>GTM</a:t>
            </a:r>
            <a:r>
              <a:rPr lang="pt-BR" sz="1400">
                <a:latin typeface="+mj-lt"/>
              </a:rPr>
              <a:t> mais eficientes para ajudar a proteger as margens contra as pressões descendentes desses canais</a:t>
            </a:r>
            <a:endParaRPr lang="en-US" sz="1400">
              <a:solidFill>
                <a:srgbClr val="000000"/>
              </a:solidFill>
              <a:latin typeface="+mj-lt"/>
            </a:endParaRPr>
          </a:p>
        </p:txBody>
      </p:sp>
      <p:sp>
        <p:nvSpPr>
          <p:cNvPr id="20" name="Content Placeholder 2"/>
          <p:cNvSpPr txBox="1">
            <a:spLocks/>
          </p:cNvSpPr>
          <p:nvPr>
            <p:custDataLst>
              <p:tags r:id="rId5"/>
            </p:custDataLst>
          </p:nvPr>
        </p:nvSpPr>
        <p:spPr>
          <a:xfrm>
            <a:off x="2771776" y="4712046"/>
            <a:ext cx="9001124" cy="430887"/>
          </a:xfrm>
          <a:prstGeom prst="rect">
            <a:avLst/>
          </a:prstGeom>
        </p:spPr>
        <p:txBody>
          <a:bodyPr vert="horz" wrap="square" lIns="0" tIns="0" rIns="0" bIns="0" rtlCol="0" anchor="ctr">
            <a:spAutoFit/>
          </a:bodyPr>
          <a:lstStyle>
            <a:lvl1pPr marL="183600" indent="-183600" algn="l" defTabSz="914400" rtl="0" eaLnBrk="1" latinLnBrk="0" hangingPunct="1">
              <a:spcBef>
                <a:spcPts val="1920"/>
              </a:spcBef>
              <a:buFont typeface="Wingdings" pitchFamily="2" charset="2"/>
              <a:buChar char="§"/>
              <a:defRPr sz="1600" kern="1200">
                <a:solidFill>
                  <a:schemeClr val="tx1"/>
                </a:solidFill>
                <a:latin typeface="Arial" pitchFamily="34" charset="0"/>
                <a:ea typeface="+mn-ea"/>
                <a:cs typeface="Arial" pitchFamily="34" charset="0"/>
              </a:defRPr>
            </a:lvl1pPr>
            <a:lvl2pPr marL="356400" indent="-172800" algn="l" defTabSz="914400" rtl="0" eaLnBrk="1" latinLnBrk="0" hangingPunct="1">
              <a:lnSpc>
                <a:spcPct val="90000"/>
              </a:lnSpc>
              <a:spcBef>
                <a:spcPts val="768"/>
              </a:spcBef>
              <a:buFont typeface="Arial" pitchFamily="34" charset="0"/>
              <a:buChar char="–"/>
              <a:defRPr sz="1600" kern="1200">
                <a:solidFill>
                  <a:schemeClr val="tx1"/>
                </a:solidFill>
                <a:latin typeface="Arial" pitchFamily="34" charset="0"/>
                <a:ea typeface="+mn-ea"/>
                <a:cs typeface="Arial" pitchFamily="34" charset="0"/>
              </a:defRPr>
            </a:lvl2pPr>
            <a:lvl3pPr marL="538163" indent="-180975" algn="l" defTabSz="914400" rtl="0" eaLnBrk="1" latinLnBrk="0" hangingPunct="1">
              <a:lnSpc>
                <a:spcPct val="90000"/>
              </a:lnSpc>
              <a:spcBef>
                <a:spcPts val="768"/>
              </a:spcBef>
              <a:buFont typeface="Arial" pitchFamily="34" charset="0"/>
              <a:buChar char="•"/>
              <a:defRPr sz="1600" kern="1200">
                <a:solidFill>
                  <a:schemeClr val="tx1"/>
                </a:solidFill>
                <a:latin typeface="Arial" pitchFamily="34" charset="0"/>
                <a:ea typeface="+mn-ea"/>
                <a:cs typeface="Arial" pitchFamily="34" charset="0"/>
              </a:defRPr>
            </a:lvl3pPr>
            <a:lvl4pPr marL="719138" indent="-180975" algn="l" defTabSz="914400" rtl="0" eaLnBrk="1" latinLnBrk="0" hangingPunct="1">
              <a:lnSpc>
                <a:spcPct val="90000"/>
              </a:lnSpc>
              <a:spcBef>
                <a:spcPts val="768"/>
              </a:spcBef>
              <a:buFont typeface="Arial" pitchFamily="34" charset="0"/>
              <a:buChar char="–"/>
              <a:defRPr sz="1600" kern="1200">
                <a:solidFill>
                  <a:schemeClr val="tx1"/>
                </a:solidFill>
                <a:latin typeface="Arial" pitchFamily="34" charset="0"/>
                <a:ea typeface="+mn-ea"/>
                <a:cs typeface="Arial" pitchFamily="34" charset="0"/>
              </a:defRPr>
            </a:lvl4pPr>
            <a:lvl5pPr marL="900000" indent="-180000" algn="l" defTabSz="914400" rtl="0" eaLnBrk="1" latinLnBrk="0" hangingPunct="1">
              <a:lnSpc>
                <a:spcPct val="90000"/>
              </a:lnSpc>
              <a:spcBef>
                <a:spcPts val="768"/>
              </a:spcBef>
              <a:buFont typeface="Arial" pitchFamily="34" charset="0"/>
              <a:buChar char="•"/>
              <a:defRPr sz="16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0"/>
              </a:spcBef>
            </a:pPr>
            <a:r>
              <a:rPr lang="pt-BR" sz="1400">
                <a:latin typeface="+mj-lt"/>
              </a:rPr>
              <a:t>Necessidade de repensar o papel estratégico dos </a:t>
            </a:r>
            <a:r>
              <a:rPr lang="pt-BR" sz="1400" i="1" err="1">
                <a:latin typeface="+mj-lt"/>
              </a:rPr>
              <a:t>traders</a:t>
            </a:r>
            <a:r>
              <a:rPr lang="pt-BR" sz="1400">
                <a:latin typeface="+mj-lt"/>
              </a:rPr>
              <a:t> para Morro Verde: avaliar alternativas (de competição em nível de igualdade a modelos de acesso ao mercado em </a:t>
            </a:r>
            <a:r>
              <a:rPr lang="pt-BR" sz="1400" i="1">
                <a:latin typeface="+mj-lt"/>
              </a:rPr>
              <a:t>joint-venture</a:t>
            </a:r>
            <a:r>
              <a:rPr lang="pt-BR" sz="1400">
                <a:latin typeface="+mj-lt"/>
              </a:rPr>
              <a:t>)</a:t>
            </a:r>
            <a:endParaRPr lang="en-US" sz="1400">
              <a:solidFill>
                <a:srgbClr val="000000"/>
              </a:solidFill>
              <a:latin typeface="+mj-lt"/>
            </a:endParaRPr>
          </a:p>
        </p:txBody>
      </p:sp>
      <p:cxnSp>
        <p:nvCxnSpPr>
          <p:cNvPr id="33" name="Conector recto 32">
            <a:extLst>
              <a:ext uri="{FF2B5EF4-FFF2-40B4-BE49-F238E27FC236}">
                <a16:creationId xmlns:a16="http://schemas.microsoft.com/office/drawing/2014/main" id="{6B40D107-AFE7-386E-BBE9-08FD9CC6BFA1}"/>
              </a:ext>
            </a:extLst>
          </p:cNvPr>
          <p:cNvCxnSpPr>
            <a:cxnSpLocks/>
          </p:cNvCxnSpPr>
          <p:nvPr/>
        </p:nvCxnSpPr>
        <p:spPr>
          <a:xfrm>
            <a:off x="2771777" y="2533241"/>
            <a:ext cx="9001125" cy="0"/>
          </a:xfrm>
          <a:prstGeom prst="line">
            <a:avLst/>
          </a:prstGeom>
          <a:ln w="9525">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5" name="Conector recto 34">
            <a:extLst>
              <a:ext uri="{FF2B5EF4-FFF2-40B4-BE49-F238E27FC236}">
                <a16:creationId xmlns:a16="http://schemas.microsoft.com/office/drawing/2014/main" id="{BAAE2C92-640D-5095-99A5-067AFF5E2E84}"/>
              </a:ext>
            </a:extLst>
          </p:cNvPr>
          <p:cNvCxnSpPr>
            <a:cxnSpLocks/>
          </p:cNvCxnSpPr>
          <p:nvPr/>
        </p:nvCxnSpPr>
        <p:spPr>
          <a:xfrm>
            <a:off x="2771777" y="3643123"/>
            <a:ext cx="9001125" cy="0"/>
          </a:xfrm>
          <a:prstGeom prst="line">
            <a:avLst/>
          </a:prstGeom>
          <a:ln w="9525">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6" name="Conector recto 35">
            <a:extLst>
              <a:ext uri="{FF2B5EF4-FFF2-40B4-BE49-F238E27FC236}">
                <a16:creationId xmlns:a16="http://schemas.microsoft.com/office/drawing/2014/main" id="{36E7549A-5328-64C1-A258-38AC7260F31E}"/>
              </a:ext>
            </a:extLst>
          </p:cNvPr>
          <p:cNvCxnSpPr>
            <a:cxnSpLocks/>
          </p:cNvCxnSpPr>
          <p:nvPr/>
        </p:nvCxnSpPr>
        <p:spPr>
          <a:xfrm>
            <a:off x="2771777" y="4499367"/>
            <a:ext cx="9001125" cy="0"/>
          </a:xfrm>
          <a:prstGeom prst="line">
            <a:avLst/>
          </a:prstGeom>
          <a:ln w="9525">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sp>
        <p:nvSpPr>
          <p:cNvPr id="6" name="Rectángulo 31">
            <a:extLst>
              <a:ext uri="{FF2B5EF4-FFF2-40B4-BE49-F238E27FC236}">
                <a16:creationId xmlns:a16="http://schemas.microsoft.com/office/drawing/2014/main" id="{D1700F21-803C-310F-6FEF-9A7D44CE6F23}"/>
              </a:ext>
            </a:extLst>
          </p:cNvPr>
          <p:cNvSpPr/>
          <p:nvPr/>
        </p:nvSpPr>
        <p:spPr>
          <a:xfrm>
            <a:off x="0" y="5445332"/>
            <a:ext cx="2676526" cy="676800"/>
          </a:xfrm>
          <a:prstGeom prst="rect">
            <a:avLst/>
          </a:prstGeom>
          <a:solidFill>
            <a:schemeClr val="accent2"/>
          </a:solidFill>
          <a:ln w="12700">
            <a:noFill/>
            <a:miter lim="400000"/>
          </a:ln>
          <a:effectLst/>
        </p:spPr>
        <p:txBody>
          <a:bodyPr lIns="180000" tIns="72000" rIns="144000" bIns="72000" rtlCol="0" anchor="ctr"/>
          <a:lstStyle/>
          <a:p>
            <a:r>
              <a:rPr lang="pt-BR" sz="1400" b="1">
                <a:solidFill>
                  <a:schemeClr val="bg1"/>
                </a:solidFill>
                <a:latin typeface="+mj-lt"/>
              </a:rPr>
              <a:t>Utilização de canais digitais</a:t>
            </a:r>
          </a:p>
        </p:txBody>
      </p:sp>
      <p:cxnSp>
        <p:nvCxnSpPr>
          <p:cNvPr id="7" name="Conector recto 35">
            <a:extLst>
              <a:ext uri="{FF2B5EF4-FFF2-40B4-BE49-F238E27FC236}">
                <a16:creationId xmlns:a16="http://schemas.microsoft.com/office/drawing/2014/main" id="{21C260AA-1305-E36E-D622-5B4DB7146A6A}"/>
              </a:ext>
            </a:extLst>
          </p:cNvPr>
          <p:cNvCxnSpPr>
            <a:cxnSpLocks/>
          </p:cNvCxnSpPr>
          <p:nvPr/>
        </p:nvCxnSpPr>
        <p:spPr>
          <a:xfrm>
            <a:off x="2771777" y="5355611"/>
            <a:ext cx="9001125" cy="0"/>
          </a:xfrm>
          <a:prstGeom prst="line">
            <a:avLst/>
          </a:prstGeom>
          <a:ln w="9525">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sp>
        <p:nvSpPr>
          <p:cNvPr id="8" name="Content Placeholder 2">
            <a:extLst>
              <a:ext uri="{FF2B5EF4-FFF2-40B4-BE49-F238E27FC236}">
                <a16:creationId xmlns:a16="http://schemas.microsoft.com/office/drawing/2014/main" id="{953B881A-ADC8-6F13-1FAE-B9C6C9EA664A}"/>
              </a:ext>
            </a:extLst>
          </p:cNvPr>
          <p:cNvSpPr txBox="1">
            <a:spLocks/>
          </p:cNvSpPr>
          <p:nvPr>
            <p:custDataLst>
              <p:tags r:id="rId6"/>
            </p:custDataLst>
          </p:nvPr>
        </p:nvSpPr>
        <p:spPr>
          <a:xfrm>
            <a:off x="2771776" y="5568289"/>
            <a:ext cx="9001124" cy="430887"/>
          </a:xfrm>
          <a:prstGeom prst="rect">
            <a:avLst/>
          </a:prstGeom>
        </p:spPr>
        <p:txBody>
          <a:bodyPr vert="horz" wrap="square" lIns="0" tIns="0" rIns="0" bIns="0" rtlCol="0" anchor="ctr">
            <a:spAutoFit/>
          </a:bodyPr>
          <a:lstStyle>
            <a:lvl1pPr marL="183600" indent="-183600" algn="l" defTabSz="914400" rtl="0" eaLnBrk="1" latinLnBrk="0" hangingPunct="1">
              <a:spcBef>
                <a:spcPts val="1920"/>
              </a:spcBef>
              <a:buFont typeface="Wingdings" pitchFamily="2" charset="2"/>
              <a:buChar char="§"/>
              <a:defRPr sz="1600" kern="1200">
                <a:solidFill>
                  <a:schemeClr val="tx1"/>
                </a:solidFill>
                <a:latin typeface="Arial" pitchFamily="34" charset="0"/>
                <a:ea typeface="+mn-ea"/>
                <a:cs typeface="Arial" pitchFamily="34" charset="0"/>
              </a:defRPr>
            </a:lvl1pPr>
            <a:lvl2pPr marL="356400" indent="-172800" algn="l" defTabSz="914400" rtl="0" eaLnBrk="1" latinLnBrk="0" hangingPunct="1">
              <a:lnSpc>
                <a:spcPct val="90000"/>
              </a:lnSpc>
              <a:spcBef>
                <a:spcPts val="768"/>
              </a:spcBef>
              <a:buFont typeface="Arial" pitchFamily="34" charset="0"/>
              <a:buChar char="–"/>
              <a:defRPr sz="1600" kern="1200">
                <a:solidFill>
                  <a:schemeClr val="tx1"/>
                </a:solidFill>
                <a:latin typeface="Arial" pitchFamily="34" charset="0"/>
                <a:ea typeface="+mn-ea"/>
                <a:cs typeface="Arial" pitchFamily="34" charset="0"/>
              </a:defRPr>
            </a:lvl2pPr>
            <a:lvl3pPr marL="538163" indent="-180975" algn="l" defTabSz="914400" rtl="0" eaLnBrk="1" latinLnBrk="0" hangingPunct="1">
              <a:lnSpc>
                <a:spcPct val="90000"/>
              </a:lnSpc>
              <a:spcBef>
                <a:spcPts val="768"/>
              </a:spcBef>
              <a:buFont typeface="Arial" pitchFamily="34" charset="0"/>
              <a:buChar char="•"/>
              <a:defRPr sz="1600" kern="1200">
                <a:solidFill>
                  <a:schemeClr val="tx1"/>
                </a:solidFill>
                <a:latin typeface="Arial" pitchFamily="34" charset="0"/>
                <a:ea typeface="+mn-ea"/>
                <a:cs typeface="Arial" pitchFamily="34" charset="0"/>
              </a:defRPr>
            </a:lvl3pPr>
            <a:lvl4pPr marL="719138" indent="-180975" algn="l" defTabSz="914400" rtl="0" eaLnBrk="1" latinLnBrk="0" hangingPunct="1">
              <a:lnSpc>
                <a:spcPct val="90000"/>
              </a:lnSpc>
              <a:spcBef>
                <a:spcPts val="768"/>
              </a:spcBef>
              <a:buFont typeface="Arial" pitchFamily="34" charset="0"/>
              <a:buChar char="–"/>
              <a:defRPr sz="1600" kern="1200">
                <a:solidFill>
                  <a:schemeClr val="tx1"/>
                </a:solidFill>
                <a:latin typeface="Arial" pitchFamily="34" charset="0"/>
                <a:ea typeface="+mn-ea"/>
                <a:cs typeface="Arial" pitchFamily="34" charset="0"/>
              </a:defRPr>
            </a:lvl4pPr>
            <a:lvl5pPr marL="900000" indent="-180000" algn="l" defTabSz="914400" rtl="0" eaLnBrk="1" latinLnBrk="0" hangingPunct="1">
              <a:lnSpc>
                <a:spcPct val="90000"/>
              </a:lnSpc>
              <a:spcBef>
                <a:spcPts val="768"/>
              </a:spcBef>
              <a:buFont typeface="Arial" pitchFamily="34" charset="0"/>
              <a:buChar char="•"/>
              <a:defRPr sz="16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0"/>
              </a:spcBef>
            </a:pPr>
            <a:r>
              <a:rPr lang="pt-BR" sz="1400" i="1"/>
              <a:t>E-commerce</a:t>
            </a:r>
            <a:r>
              <a:rPr lang="pt-BR" sz="1400"/>
              <a:t> complementa atuação de revendas e fabricantes de insumos, trazendo necessidade de ajustar preços e portfólio de produtos (loja física vs. virtual)</a:t>
            </a:r>
            <a:endParaRPr lang="en-US" sz="1200">
              <a:solidFill>
                <a:srgbClr val="000000"/>
              </a:solidFill>
            </a:endParaRPr>
          </a:p>
        </p:txBody>
      </p:sp>
      <p:grpSp>
        <p:nvGrpSpPr>
          <p:cNvPr id="5" name="Group 37">
            <a:extLst>
              <a:ext uri="{FF2B5EF4-FFF2-40B4-BE49-F238E27FC236}">
                <a16:creationId xmlns:a16="http://schemas.microsoft.com/office/drawing/2014/main" id="{0B213719-0334-69A8-E479-F516B2136D41}"/>
              </a:ext>
            </a:extLst>
          </p:cNvPr>
          <p:cNvGrpSpPr/>
          <p:nvPr/>
        </p:nvGrpSpPr>
        <p:grpSpPr>
          <a:xfrm>
            <a:off x="10678401" y="628364"/>
            <a:ext cx="1286058" cy="212366"/>
            <a:chOff x="7454717" y="285750"/>
            <a:chExt cx="1286058" cy="212366"/>
          </a:xfrm>
        </p:grpSpPr>
        <p:sp>
          <p:nvSpPr>
            <p:cNvPr id="9" name="StickerRectangle">
              <a:extLst>
                <a:ext uri="{FF2B5EF4-FFF2-40B4-BE49-F238E27FC236}">
                  <a16:creationId xmlns:a16="http://schemas.microsoft.com/office/drawing/2014/main" id="{D9AFD445-45C1-7739-8AEC-18B51515EEB2}"/>
                </a:ext>
              </a:extLst>
            </p:cNvPr>
            <p:cNvSpPr>
              <a:spLocks noChangeArrowheads="1"/>
            </p:cNvSpPr>
            <p:nvPr/>
          </p:nvSpPr>
          <p:spPr bwMode="auto">
            <a:xfrm>
              <a:off x="7454717" y="285750"/>
              <a:ext cx="1286058" cy="212366"/>
            </a:xfrm>
            <a:prstGeom prst="leftRightArrow">
              <a:avLst>
                <a:gd name="adj1" fmla="val 100000"/>
                <a:gd name="adj2"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 tIns="0" rIns="0" bIns="27432">
              <a:spAutoFit/>
            </a:bodyPr>
            <a:lstStyle/>
            <a:p>
              <a:pPr marL="0" marR="0" lvl="0" indent="0" algn="r" defTabSz="895350" rtl="0" eaLnBrk="1" fontAlgn="auto" latinLnBrk="0" hangingPunct="1">
                <a:lnSpc>
                  <a:spcPct val="100000"/>
                </a:lnSpc>
                <a:spcBef>
                  <a:spcPts val="0"/>
                </a:spcBef>
                <a:spcAft>
                  <a:spcPts val="0"/>
                </a:spcAft>
                <a:buClr>
                  <a:srgbClr val="020E66"/>
                </a:buClr>
                <a:buSzTx/>
                <a:buFontTx/>
                <a:buNone/>
                <a:tabLst/>
                <a:defRPr/>
              </a:pPr>
              <a:r>
                <a:rPr kumimoji="0" lang="pt-BR" sz="1200" b="0" i="0" u="none" strike="noStrike" kern="1200" cap="none" spc="0" normalizeH="0" baseline="0" noProof="0">
                  <a:ln>
                    <a:noFill/>
                  </a:ln>
                  <a:solidFill>
                    <a:srgbClr val="7F7F7F"/>
                  </a:solidFill>
                  <a:effectLst/>
                  <a:uLnTx/>
                  <a:uFillTx/>
                  <a:latin typeface="Arial"/>
                  <a:ea typeface="+mn-ea"/>
                  <a:cs typeface="+mn-cs"/>
                </a:rPr>
                <a:t>NÃO EXAUSTIVO</a:t>
              </a:r>
            </a:p>
          </p:txBody>
        </p:sp>
        <p:cxnSp>
          <p:nvCxnSpPr>
            <p:cNvPr id="11" name="AutoShape 31">
              <a:extLst>
                <a:ext uri="{FF2B5EF4-FFF2-40B4-BE49-F238E27FC236}">
                  <a16:creationId xmlns:a16="http://schemas.microsoft.com/office/drawing/2014/main" id="{D341AF6C-9144-EBA1-B70B-7C6F063CA3F4}"/>
                </a:ext>
              </a:extLst>
            </p:cNvPr>
            <p:cNvCxnSpPr>
              <a:cxnSpLocks noChangeShapeType="1"/>
              <a:stCxn id="9" idx="2"/>
              <a:endCxn id="9" idx="4"/>
            </p:cNvCxnSpPr>
            <p:nvPr/>
          </p:nvCxnSpPr>
          <p:spPr bwMode="auto">
            <a:xfrm>
              <a:off x="7454717" y="285750"/>
              <a:ext cx="0" cy="212366"/>
            </a:xfrm>
            <a:prstGeom prst="straightConnector1">
              <a:avLst/>
            </a:prstGeom>
            <a:noFill/>
            <a:ln w="9525">
              <a:solidFill>
                <a:srgbClr val="808080"/>
              </a:solidFill>
              <a:round/>
              <a:headEnd/>
              <a:tailEnd/>
            </a:ln>
            <a:extLst>
              <a:ext uri="{909E8E84-426E-40DD-AFC4-6F175D3DCCD1}">
                <a14:hiddenFill xmlns:a14="http://schemas.microsoft.com/office/drawing/2010/main">
                  <a:noFill/>
                </a14:hiddenFill>
              </a:ext>
            </a:extLst>
          </p:spPr>
        </p:cxnSp>
        <p:cxnSp>
          <p:nvCxnSpPr>
            <p:cNvPr id="13" name="AutoShape 32">
              <a:extLst>
                <a:ext uri="{FF2B5EF4-FFF2-40B4-BE49-F238E27FC236}">
                  <a16:creationId xmlns:a16="http://schemas.microsoft.com/office/drawing/2014/main" id="{2309AF43-A67E-7ED2-9663-D0C719EFA746}"/>
                </a:ext>
              </a:extLst>
            </p:cNvPr>
            <p:cNvCxnSpPr>
              <a:cxnSpLocks noChangeShapeType="1"/>
              <a:stCxn id="9" idx="4"/>
              <a:endCxn id="9" idx="6"/>
            </p:cNvCxnSpPr>
            <p:nvPr/>
          </p:nvCxnSpPr>
          <p:spPr bwMode="auto">
            <a:xfrm>
              <a:off x="7454717" y="498116"/>
              <a:ext cx="1286058" cy="0"/>
            </a:xfrm>
            <a:prstGeom prst="straightConnector1">
              <a:avLst/>
            </a:prstGeom>
            <a:noFill/>
            <a:ln w="25400">
              <a:solidFill>
                <a:srgbClr val="808080"/>
              </a:solidFill>
              <a:round/>
              <a:headEnd/>
              <a:tailEn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347676517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8" name="Object 37" hidden="1"/>
          <p:cNvGraphicFramePr>
            <a:graphicFrameLocks noChangeAspect="1"/>
          </p:cNvGraphicFramePr>
          <p:nvPr>
            <p:custDataLst>
              <p:tags r:id="rId1"/>
            </p:custDataLst>
            <p:extLst>
              <p:ext uri="{D42A27DB-BD31-4B8C-83A1-F6EECF244321}">
                <p14:modId xmlns:p14="http://schemas.microsoft.com/office/powerpoint/2010/main" val="378567895"/>
              </p:ext>
            </p:extLst>
          </p:nvPr>
        </p:nvGraphicFramePr>
        <p:xfrm>
          <a:off x="1144589" y="1589"/>
          <a:ext cx="1587" cy="1587"/>
        </p:xfrm>
        <a:graphic>
          <a:graphicData uri="http://schemas.openxmlformats.org/presentationml/2006/ole">
            <mc:AlternateContent xmlns:mc="http://schemas.openxmlformats.org/markup-compatibility/2006">
              <mc:Choice xmlns:v="urn:schemas-microsoft-com:vml" Requires="v">
                <p:oleObj name="Slide do think-cell" r:id="rId5" imgW="270" imgH="270" progId="TCLayout.ActiveDocument.1">
                  <p:embed/>
                </p:oleObj>
              </mc:Choice>
              <mc:Fallback>
                <p:oleObj name="Slide do think-cell" r:id="rId5" imgW="270" imgH="270" progId="TCLayout.ActiveDocument.1">
                  <p:embed/>
                  <p:pic>
                    <p:nvPicPr>
                      <p:cNvPr id="38" name="Object 37" hidden="1"/>
                      <p:cNvPicPr/>
                      <p:nvPr/>
                    </p:nvPicPr>
                    <p:blipFill>
                      <a:blip r:embed="rId6"/>
                      <a:stretch>
                        <a:fillRect/>
                      </a:stretch>
                    </p:blipFill>
                    <p:spPr>
                      <a:xfrm>
                        <a:off x="1144589" y="1589"/>
                        <a:ext cx="1587" cy="1587"/>
                      </a:xfrm>
                      <a:prstGeom prst="rect">
                        <a:avLst/>
                      </a:prstGeom>
                    </p:spPr>
                  </p:pic>
                </p:oleObj>
              </mc:Fallback>
            </mc:AlternateContent>
          </a:graphicData>
        </a:graphic>
      </p:graphicFrame>
      <p:sp>
        <p:nvSpPr>
          <p:cNvPr id="86" name="Rectángulo 85">
            <a:extLst>
              <a:ext uri="{FF2B5EF4-FFF2-40B4-BE49-F238E27FC236}">
                <a16:creationId xmlns:a16="http://schemas.microsoft.com/office/drawing/2014/main" id="{29F731C9-1683-B1D2-E377-0A41460A4E95}"/>
              </a:ext>
            </a:extLst>
          </p:cNvPr>
          <p:cNvSpPr/>
          <p:nvPr/>
        </p:nvSpPr>
        <p:spPr>
          <a:xfrm>
            <a:off x="2875055" y="1028700"/>
            <a:ext cx="9089403" cy="5376711"/>
          </a:xfrm>
          <a:prstGeom prst="rect">
            <a:avLst/>
          </a:prstGeom>
          <a:noFill/>
          <a:ln w="12700">
            <a:solidFill>
              <a:schemeClr val="accent4"/>
            </a:solidFill>
            <a:miter lim="400000"/>
          </a:ln>
          <a:effectLst/>
        </p:spPr>
        <p:txBody>
          <a:bodyPr lIns="108000" tIns="72000" rIns="108000" bIns="72000" rtlCol="0" anchor="ctr"/>
          <a:lstStyle/>
          <a:p>
            <a:pPr algn="l"/>
            <a:endParaRPr lang="pt-BR" sz="1600" err="1">
              <a:solidFill>
                <a:schemeClr val="bg1"/>
              </a:solidFill>
              <a:latin typeface="+mj-lt"/>
            </a:endParaRPr>
          </a:p>
        </p:txBody>
      </p:sp>
      <p:sp>
        <p:nvSpPr>
          <p:cNvPr id="88" name="Rectángulo 87">
            <a:extLst>
              <a:ext uri="{FF2B5EF4-FFF2-40B4-BE49-F238E27FC236}">
                <a16:creationId xmlns:a16="http://schemas.microsoft.com/office/drawing/2014/main" id="{D37B3F72-1C6B-6D9C-6044-F190F4C886C9}"/>
              </a:ext>
            </a:extLst>
          </p:cNvPr>
          <p:cNvSpPr/>
          <p:nvPr/>
        </p:nvSpPr>
        <p:spPr>
          <a:xfrm>
            <a:off x="2698644" y="1200151"/>
            <a:ext cx="358656" cy="5108450"/>
          </a:xfrm>
          <a:prstGeom prst="rect">
            <a:avLst/>
          </a:prstGeom>
          <a:solidFill>
            <a:schemeClr val="bg1"/>
          </a:solidFill>
          <a:ln w="12700">
            <a:noFill/>
            <a:miter lim="400000"/>
          </a:ln>
          <a:effectLst/>
        </p:spPr>
        <p:txBody>
          <a:bodyPr lIns="108000" tIns="72000" rIns="108000" bIns="72000" rtlCol="0" anchor="ctr"/>
          <a:lstStyle/>
          <a:p>
            <a:pPr algn="l"/>
            <a:endParaRPr lang="pt-BR" sz="1400" err="1">
              <a:solidFill>
                <a:schemeClr val="bg1"/>
              </a:solidFill>
            </a:endParaRPr>
          </a:p>
        </p:txBody>
      </p:sp>
      <p:sp>
        <p:nvSpPr>
          <p:cNvPr id="6" name="Rectangle 5" hidden="1"/>
          <p:cNvSpPr/>
          <p:nvPr>
            <p:custDataLst>
              <p:tags r:id="rId2"/>
            </p:custDataLst>
          </p:nvPr>
        </p:nvSpPr>
        <p:spPr bwMode="auto">
          <a:xfrm>
            <a:off x="1143000" y="0"/>
            <a:ext cx="158750" cy="158750"/>
          </a:xfrm>
          <a:prstGeom prst="rect">
            <a:avLst/>
          </a:prstGeom>
          <a:solidFill>
            <a:schemeClr val="bg1"/>
          </a:solidFill>
          <a:ln>
            <a:solidFill>
              <a:schemeClr val="tx1"/>
            </a:solidFill>
          </a:ln>
        </p:spPr>
        <p:style>
          <a:lnRef idx="1">
            <a:schemeClr val="accent1"/>
          </a:lnRef>
          <a:fillRef idx="0">
            <a:schemeClr val="accent1"/>
          </a:fillRef>
          <a:effectRef idx="0">
            <a:schemeClr val="accent1"/>
          </a:effectRef>
          <a:fontRef idx="minor">
            <a:schemeClr val="tx1"/>
          </a:fontRef>
        </p:style>
        <p:txBody>
          <a:bodyPr wrap="none" lIns="0" tIns="0" rIns="0" bIns="0" rtlCol="0" anchor="ctr">
            <a:noAutofit/>
          </a:bodyPr>
          <a:lstStyle/>
          <a:p>
            <a:pPr algn="ctr">
              <a:spcBef>
                <a:spcPct val="0"/>
              </a:spcBef>
              <a:spcAft>
                <a:spcPct val="0"/>
              </a:spcAft>
            </a:pPr>
            <a:endParaRPr lang="en-US" sz="1400" b="1">
              <a:solidFill>
                <a:srgbClr val="000000"/>
              </a:solidFill>
              <a:latin typeface="Arial"/>
              <a:sym typeface="Arial"/>
            </a:endParaRPr>
          </a:p>
        </p:txBody>
      </p:sp>
      <p:sp>
        <p:nvSpPr>
          <p:cNvPr id="9" name="Espaço Reservado para Texto 8">
            <a:extLst>
              <a:ext uri="{FF2B5EF4-FFF2-40B4-BE49-F238E27FC236}">
                <a16:creationId xmlns:a16="http://schemas.microsoft.com/office/drawing/2014/main" id="{AE96CB1C-5EB4-96FA-7803-E76F24C48561}"/>
              </a:ext>
            </a:extLst>
          </p:cNvPr>
          <p:cNvSpPr>
            <a:spLocks noGrp="1"/>
          </p:cNvSpPr>
          <p:nvPr>
            <p:ph type="body" sz="quarter" idx="14"/>
          </p:nvPr>
        </p:nvSpPr>
        <p:spPr/>
        <p:txBody>
          <a:bodyPr/>
          <a:lstStyle/>
          <a:p>
            <a:r>
              <a:rPr lang="pt-BR"/>
              <a:t>Fonte: Mirow &amp; Co.</a:t>
            </a:r>
          </a:p>
        </p:txBody>
      </p:sp>
      <p:sp>
        <p:nvSpPr>
          <p:cNvPr id="2" name="Title 1"/>
          <p:cNvSpPr>
            <a:spLocks noGrp="1"/>
          </p:cNvSpPr>
          <p:nvPr>
            <p:ph type="title"/>
          </p:nvPr>
        </p:nvSpPr>
        <p:spPr>
          <a:xfrm>
            <a:off x="455396" y="225177"/>
            <a:ext cx="11485488" cy="307777"/>
          </a:xfrm>
        </p:spPr>
        <p:txBody>
          <a:bodyPr vert="horz"/>
          <a:lstStyle/>
          <a:p>
            <a:r>
              <a:rPr lang="pt-BR"/>
              <a:t>É necessária uma revisão do modelo de acesso ao mercado da Morro Verde</a:t>
            </a:r>
            <a:endParaRPr lang="en-US"/>
          </a:p>
        </p:txBody>
      </p:sp>
      <p:sp>
        <p:nvSpPr>
          <p:cNvPr id="34" name="Oval 33"/>
          <p:cNvSpPr/>
          <p:nvPr/>
        </p:nvSpPr>
        <p:spPr>
          <a:xfrm>
            <a:off x="6276352" y="1189220"/>
            <a:ext cx="314297" cy="314297"/>
          </a:xfrm>
          <a:prstGeom prst="ellipse">
            <a:avLst/>
          </a:prstGeom>
          <a:solidFill>
            <a:schemeClr val="accent5"/>
          </a:solidFill>
          <a:ln w="28575">
            <a:noFill/>
          </a:ln>
        </p:spPr>
        <p:style>
          <a:lnRef idx="1">
            <a:schemeClr val="accent1"/>
          </a:lnRef>
          <a:fillRef idx="0">
            <a:schemeClr val="accent1"/>
          </a:fillRef>
          <a:effectRef idx="0">
            <a:schemeClr val="accent1"/>
          </a:effectRef>
          <a:fontRef idx="minor">
            <a:schemeClr val="tx1"/>
          </a:fontRef>
        </p:style>
        <p:txBody>
          <a:bodyPr rtlCol="0" anchor="ctr">
            <a:noAutofit/>
          </a:bodyPr>
          <a:lstStyle/>
          <a:p>
            <a:pPr algn="ctr"/>
            <a:r>
              <a:rPr lang="en-US" sz="1200" b="1">
                <a:solidFill>
                  <a:srgbClr val="FFFFFF"/>
                </a:solidFill>
                <a:latin typeface="Arial"/>
              </a:rPr>
              <a:t>1</a:t>
            </a:r>
          </a:p>
        </p:txBody>
      </p:sp>
      <p:sp>
        <p:nvSpPr>
          <p:cNvPr id="35" name="Rectangle 34"/>
          <p:cNvSpPr/>
          <p:nvPr/>
        </p:nvSpPr>
        <p:spPr>
          <a:xfrm>
            <a:off x="6700386" y="1200151"/>
            <a:ext cx="5099726" cy="1107996"/>
          </a:xfrm>
          <a:prstGeom prst="rect">
            <a:avLst/>
          </a:prstGeom>
        </p:spPr>
        <p:txBody>
          <a:bodyPr vert="horz" wrap="square" lIns="0" tIns="0" rIns="0" bIns="0" rtlCol="0">
            <a:spAutoFit/>
          </a:bodyPr>
          <a:lstStyle/>
          <a:p>
            <a:r>
              <a:rPr lang="en-US" sz="1200" b="1">
                <a:solidFill>
                  <a:schemeClr val="accent5"/>
                </a:solidFill>
                <a:latin typeface="+mj-lt"/>
              </a:rPr>
              <a:t>Proposta de Valor </a:t>
            </a:r>
            <a:r>
              <a:rPr lang="en-US" sz="1200" b="1" err="1">
                <a:solidFill>
                  <a:schemeClr val="accent5"/>
                </a:solidFill>
                <a:latin typeface="+mj-lt"/>
              </a:rPr>
              <a:t>Diferenciada</a:t>
            </a:r>
            <a:r>
              <a:rPr lang="en-US" sz="1200" b="1">
                <a:solidFill>
                  <a:schemeClr val="accent5"/>
                </a:solidFill>
                <a:latin typeface="+mj-lt"/>
              </a:rPr>
              <a:t> por </a:t>
            </a:r>
            <a:r>
              <a:rPr lang="en-US" sz="1200" b="1" err="1">
                <a:solidFill>
                  <a:schemeClr val="accent5"/>
                </a:solidFill>
                <a:latin typeface="+mj-lt"/>
              </a:rPr>
              <a:t>Segmento</a:t>
            </a:r>
            <a:endParaRPr lang="en-US" sz="1200" b="1">
              <a:solidFill>
                <a:schemeClr val="accent5"/>
              </a:solidFill>
              <a:latin typeface="+mj-lt"/>
            </a:endParaRPr>
          </a:p>
          <a:p>
            <a:r>
              <a:rPr lang="pt-BR" sz="1200">
                <a:solidFill>
                  <a:srgbClr val="000000"/>
                </a:solidFill>
                <a:latin typeface="+mj-lt"/>
                <a:cs typeface="Arial" pitchFamily="34" charset="0"/>
              </a:rPr>
              <a:t>Cobre os produtos e serviços oferecidos alinhados às necessidades específicas de cada segmento de agricultores</a:t>
            </a:r>
            <a:r>
              <a:rPr lang="en-US" sz="1200">
                <a:solidFill>
                  <a:srgbClr val="000000"/>
                </a:solidFill>
                <a:latin typeface="+mj-lt"/>
                <a:cs typeface="Arial" pitchFamily="34" charset="0"/>
              </a:rPr>
              <a:t> </a:t>
            </a:r>
            <a:r>
              <a:rPr lang="en-US" sz="1200" i="1">
                <a:solidFill>
                  <a:srgbClr val="FFFFFF">
                    <a:lumMod val="65000"/>
                  </a:srgbClr>
                </a:solidFill>
                <a:latin typeface="+mj-lt"/>
                <a:cs typeface="Arial" pitchFamily="34" charset="0"/>
              </a:rPr>
              <a:t>– </a:t>
            </a:r>
            <a:r>
              <a:rPr lang="pt-BR" sz="1200" i="1">
                <a:solidFill>
                  <a:srgbClr val="FFFFFF">
                    <a:lumMod val="65000"/>
                  </a:srgbClr>
                </a:solidFill>
                <a:latin typeface="+mj-lt"/>
                <a:cs typeface="Arial" pitchFamily="34" charset="0"/>
              </a:rPr>
              <a:t> incluindo, por exemplo, portfólio de produtos e marcas, o grau e tipo de serviços técnicos fornecidos, mecanismos de financiamento, níveis de serviço de cumprimento, serviços técnicos/reclamações, etc.</a:t>
            </a:r>
            <a:endParaRPr lang="en-US" sz="1200" i="1">
              <a:solidFill>
                <a:srgbClr val="FFFFFF">
                  <a:lumMod val="65000"/>
                </a:srgbClr>
              </a:solidFill>
              <a:latin typeface="+mj-lt"/>
              <a:cs typeface="Arial" pitchFamily="34" charset="0"/>
            </a:endParaRPr>
          </a:p>
        </p:txBody>
      </p:sp>
      <p:sp>
        <p:nvSpPr>
          <p:cNvPr id="36" name="Oval 35"/>
          <p:cNvSpPr/>
          <p:nvPr/>
        </p:nvSpPr>
        <p:spPr>
          <a:xfrm>
            <a:off x="6276351" y="2509215"/>
            <a:ext cx="314297" cy="314297"/>
          </a:xfrm>
          <a:prstGeom prst="ellipse">
            <a:avLst/>
          </a:prstGeom>
          <a:solidFill>
            <a:schemeClr val="accent5"/>
          </a:solidFill>
          <a:ln w="28575">
            <a:noFill/>
          </a:ln>
        </p:spPr>
        <p:style>
          <a:lnRef idx="1">
            <a:schemeClr val="accent1"/>
          </a:lnRef>
          <a:fillRef idx="0">
            <a:schemeClr val="accent1"/>
          </a:fillRef>
          <a:effectRef idx="0">
            <a:schemeClr val="accent1"/>
          </a:effectRef>
          <a:fontRef idx="minor">
            <a:schemeClr val="tx1"/>
          </a:fontRef>
        </p:style>
        <p:txBody>
          <a:bodyPr rtlCol="0" anchor="ctr">
            <a:noAutofit/>
          </a:bodyPr>
          <a:lstStyle/>
          <a:p>
            <a:pPr algn="ctr"/>
            <a:r>
              <a:rPr lang="en-US" sz="1200" b="1">
                <a:solidFill>
                  <a:srgbClr val="FFFFFF"/>
                </a:solidFill>
                <a:latin typeface="Arial"/>
              </a:rPr>
              <a:t>2</a:t>
            </a:r>
          </a:p>
        </p:txBody>
      </p:sp>
      <p:sp>
        <p:nvSpPr>
          <p:cNvPr id="40" name="Rectangle 39"/>
          <p:cNvSpPr/>
          <p:nvPr/>
        </p:nvSpPr>
        <p:spPr>
          <a:xfrm>
            <a:off x="6700386" y="2509215"/>
            <a:ext cx="5099726" cy="1107996"/>
          </a:xfrm>
          <a:prstGeom prst="rect">
            <a:avLst/>
          </a:prstGeom>
        </p:spPr>
        <p:txBody>
          <a:bodyPr vert="horz" wrap="square" lIns="0" tIns="0" rIns="0" bIns="0" rtlCol="0">
            <a:spAutoFit/>
          </a:bodyPr>
          <a:lstStyle/>
          <a:p>
            <a:r>
              <a:rPr lang="pt-BR" sz="1200" b="1">
                <a:solidFill>
                  <a:schemeClr val="accent5"/>
                </a:solidFill>
                <a:latin typeface="+mj-lt"/>
              </a:rPr>
              <a:t>Modelo de Serviço ao Agricultor</a:t>
            </a:r>
          </a:p>
          <a:p>
            <a:r>
              <a:rPr lang="pt-BR" sz="1200">
                <a:latin typeface="+mj-lt"/>
              </a:rPr>
              <a:t>Cobre como o agricultor é alcançado e/ou seus canais</a:t>
            </a:r>
            <a:r>
              <a:rPr lang="en-US" sz="1200">
                <a:solidFill>
                  <a:srgbClr val="000000"/>
                </a:solidFill>
                <a:latin typeface="+mj-lt"/>
                <a:cs typeface="Arial" pitchFamily="34" charset="0"/>
              </a:rPr>
              <a:t> </a:t>
            </a:r>
            <a:r>
              <a:rPr lang="en-US" sz="1200" i="1">
                <a:solidFill>
                  <a:srgbClr val="FFFFFF">
                    <a:lumMod val="65000"/>
                  </a:srgbClr>
                </a:solidFill>
                <a:latin typeface="+mj-lt"/>
                <a:cs typeface="Arial" pitchFamily="34" charset="0"/>
              </a:rPr>
              <a:t>– </a:t>
            </a:r>
            <a:r>
              <a:rPr lang="pt-BR" sz="1200" i="1">
                <a:solidFill>
                  <a:srgbClr val="FFFFFF">
                    <a:lumMod val="65000"/>
                  </a:srgbClr>
                </a:solidFill>
                <a:latin typeface="+mj-lt"/>
                <a:cs typeface="Arial" pitchFamily="34" charset="0"/>
              </a:rPr>
              <a:t> incluindo, por exemplo, papéis e responsabilidades das atividades de vendas da cadeia de valor (geração de demanda, prospecção de vendas, atividades de execução, distribuição física, serviço técnico, etc.), e como essas atividades são executadas e por quem</a:t>
            </a:r>
            <a:endParaRPr lang="en-US" sz="1200" i="1">
              <a:solidFill>
                <a:srgbClr val="FFFFFF">
                  <a:lumMod val="65000"/>
                </a:srgbClr>
              </a:solidFill>
              <a:latin typeface="+mj-lt"/>
              <a:cs typeface="Arial" pitchFamily="34" charset="0"/>
            </a:endParaRPr>
          </a:p>
        </p:txBody>
      </p:sp>
      <p:sp>
        <p:nvSpPr>
          <p:cNvPr id="42" name="Oval 41"/>
          <p:cNvSpPr/>
          <p:nvPr/>
        </p:nvSpPr>
        <p:spPr>
          <a:xfrm>
            <a:off x="6276352" y="3818279"/>
            <a:ext cx="314297" cy="314297"/>
          </a:xfrm>
          <a:prstGeom prst="ellipse">
            <a:avLst/>
          </a:prstGeom>
          <a:solidFill>
            <a:schemeClr val="accent5"/>
          </a:solidFill>
          <a:ln w="28575">
            <a:noFill/>
          </a:ln>
        </p:spPr>
        <p:style>
          <a:lnRef idx="1">
            <a:schemeClr val="accent1"/>
          </a:lnRef>
          <a:fillRef idx="0">
            <a:schemeClr val="accent1"/>
          </a:fillRef>
          <a:effectRef idx="0">
            <a:schemeClr val="accent1"/>
          </a:effectRef>
          <a:fontRef idx="minor">
            <a:schemeClr val="tx1"/>
          </a:fontRef>
        </p:style>
        <p:txBody>
          <a:bodyPr rtlCol="0" anchor="ctr">
            <a:noAutofit/>
          </a:bodyPr>
          <a:lstStyle/>
          <a:p>
            <a:pPr algn="ctr"/>
            <a:r>
              <a:rPr lang="en-US" sz="1200" b="1">
                <a:solidFill>
                  <a:srgbClr val="FFFFFF"/>
                </a:solidFill>
                <a:latin typeface="Arial"/>
              </a:rPr>
              <a:t>3</a:t>
            </a:r>
          </a:p>
        </p:txBody>
      </p:sp>
      <p:sp>
        <p:nvSpPr>
          <p:cNvPr id="43" name="Rectangle 42"/>
          <p:cNvSpPr/>
          <p:nvPr/>
        </p:nvSpPr>
        <p:spPr>
          <a:xfrm>
            <a:off x="6700386" y="3818279"/>
            <a:ext cx="5099726" cy="1107996"/>
          </a:xfrm>
          <a:prstGeom prst="rect">
            <a:avLst/>
          </a:prstGeom>
        </p:spPr>
        <p:txBody>
          <a:bodyPr vert="horz" wrap="square" lIns="0" tIns="0" rIns="0" bIns="0" rtlCol="0">
            <a:spAutoFit/>
          </a:bodyPr>
          <a:lstStyle/>
          <a:p>
            <a:r>
              <a:rPr lang="en-US" sz="1200" b="1" err="1">
                <a:solidFill>
                  <a:schemeClr val="accent5"/>
                </a:solidFill>
                <a:latin typeface="+mj-lt"/>
              </a:rPr>
              <a:t>Configuração</a:t>
            </a:r>
            <a:r>
              <a:rPr lang="en-US" sz="1200" b="1">
                <a:solidFill>
                  <a:schemeClr val="accent5"/>
                </a:solidFill>
                <a:latin typeface="+mj-lt"/>
              </a:rPr>
              <a:t> de </a:t>
            </a:r>
            <a:r>
              <a:rPr lang="en-US" sz="1200" b="1" err="1">
                <a:solidFill>
                  <a:schemeClr val="accent5"/>
                </a:solidFill>
                <a:latin typeface="+mj-lt"/>
              </a:rPr>
              <a:t>Canais</a:t>
            </a:r>
            <a:endParaRPr lang="en-US" sz="1200" b="1">
              <a:solidFill>
                <a:schemeClr val="accent5"/>
              </a:solidFill>
              <a:latin typeface="+mj-lt"/>
            </a:endParaRPr>
          </a:p>
          <a:p>
            <a:r>
              <a:rPr lang="pt-BR" sz="1200">
                <a:solidFill>
                  <a:srgbClr val="000000"/>
                </a:solidFill>
                <a:latin typeface="+mj-lt"/>
                <a:cs typeface="Arial" pitchFamily="34" charset="0"/>
              </a:rPr>
              <a:t>Cobre qual configuração de segmentos deve ser servida por quais membros do canal, em quais regiões e para quais culturas</a:t>
            </a:r>
            <a:r>
              <a:rPr lang="en-US" sz="1200">
                <a:solidFill>
                  <a:srgbClr val="000000"/>
                </a:solidFill>
                <a:latin typeface="+mj-lt"/>
                <a:cs typeface="Arial" pitchFamily="34" charset="0"/>
              </a:rPr>
              <a:t>  </a:t>
            </a:r>
            <a:r>
              <a:rPr lang="en-US" sz="1200" i="1">
                <a:solidFill>
                  <a:srgbClr val="FFFFFF">
                    <a:lumMod val="65000"/>
                  </a:srgbClr>
                </a:solidFill>
                <a:latin typeface="+mj-lt"/>
                <a:cs typeface="Arial" pitchFamily="34" charset="0"/>
              </a:rPr>
              <a:t>- </a:t>
            </a:r>
            <a:r>
              <a:rPr lang="pt-BR" sz="1200" i="1">
                <a:solidFill>
                  <a:srgbClr val="FFFFFF">
                    <a:lumMod val="65000"/>
                  </a:srgbClr>
                </a:solidFill>
                <a:latin typeface="+mj-lt"/>
                <a:cs typeface="Arial" pitchFamily="34" charset="0"/>
              </a:rPr>
              <a:t> incluindo, por exemplo, o modelo de acesso direto e indireto, o uso de parceiros de canal específicos como os comerciantes, e os papéis de cada canal na entrega da proposta de valor e do modelo de serviço ao agricultor.</a:t>
            </a:r>
            <a:endParaRPr lang="en-US" sz="1200" i="1">
              <a:solidFill>
                <a:srgbClr val="FFFFFF">
                  <a:lumMod val="65000"/>
                </a:srgbClr>
              </a:solidFill>
              <a:latin typeface="+mj-lt"/>
              <a:cs typeface="Arial" pitchFamily="34" charset="0"/>
            </a:endParaRPr>
          </a:p>
        </p:txBody>
      </p:sp>
      <p:sp>
        <p:nvSpPr>
          <p:cNvPr id="45" name="Oval 44"/>
          <p:cNvSpPr/>
          <p:nvPr/>
        </p:nvSpPr>
        <p:spPr>
          <a:xfrm>
            <a:off x="6276352" y="5127345"/>
            <a:ext cx="314297" cy="314297"/>
          </a:xfrm>
          <a:prstGeom prst="ellipse">
            <a:avLst/>
          </a:prstGeom>
          <a:solidFill>
            <a:schemeClr val="accent5"/>
          </a:solidFill>
          <a:ln w="28575">
            <a:noFill/>
          </a:ln>
        </p:spPr>
        <p:style>
          <a:lnRef idx="1">
            <a:schemeClr val="accent1"/>
          </a:lnRef>
          <a:fillRef idx="0">
            <a:schemeClr val="accent1"/>
          </a:fillRef>
          <a:effectRef idx="0">
            <a:schemeClr val="accent1"/>
          </a:effectRef>
          <a:fontRef idx="minor">
            <a:schemeClr val="tx1"/>
          </a:fontRef>
        </p:style>
        <p:txBody>
          <a:bodyPr rtlCol="0" anchor="ctr">
            <a:noAutofit/>
          </a:bodyPr>
          <a:lstStyle/>
          <a:p>
            <a:pPr algn="ctr"/>
            <a:r>
              <a:rPr lang="en-US" sz="1200" b="1">
                <a:solidFill>
                  <a:srgbClr val="FFFFFF"/>
                </a:solidFill>
                <a:latin typeface="Arial"/>
              </a:rPr>
              <a:t>4</a:t>
            </a:r>
          </a:p>
        </p:txBody>
      </p:sp>
      <p:sp>
        <p:nvSpPr>
          <p:cNvPr id="46" name="Rectangle 45"/>
          <p:cNvSpPr/>
          <p:nvPr/>
        </p:nvSpPr>
        <p:spPr>
          <a:xfrm>
            <a:off x="6700386" y="5127345"/>
            <a:ext cx="5099726" cy="1107996"/>
          </a:xfrm>
          <a:prstGeom prst="rect">
            <a:avLst/>
          </a:prstGeom>
        </p:spPr>
        <p:txBody>
          <a:bodyPr vert="horz" wrap="square" lIns="0" tIns="0" rIns="0" bIns="0" rtlCol="0">
            <a:spAutoFit/>
          </a:bodyPr>
          <a:lstStyle/>
          <a:p>
            <a:r>
              <a:rPr lang="en-US" sz="1200" b="1">
                <a:solidFill>
                  <a:schemeClr val="tx2"/>
                </a:solidFill>
                <a:latin typeface="+mj-lt"/>
              </a:rPr>
              <a:t>Modelo de </a:t>
            </a:r>
            <a:r>
              <a:rPr lang="en-US" sz="1200" b="1" err="1">
                <a:solidFill>
                  <a:schemeClr val="tx2"/>
                </a:solidFill>
                <a:latin typeface="+mj-lt"/>
              </a:rPr>
              <a:t>Terceiros</a:t>
            </a:r>
            <a:endParaRPr lang="en-US" sz="1200" b="1">
              <a:solidFill>
                <a:schemeClr val="tx2"/>
              </a:solidFill>
              <a:latin typeface="+mj-lt"/>
            </a:endParaRPr>
          </a:p>
          <a:p>
            <a:r>
              <a:rPr lang="pt-BR" sz="1200">
                <a:solidFill>
                  <a:srgbClr val="000000"/>
                </a:solidFill>
                <a:latin typeface="+mj-lt"/>
                <a:cs typeface="Arial" pitchFamily="34" charset="0"/>
              </a:rPr>
              <a:t>Cobre a forma como a Morro Verde se relaciona com o seu canal indireto, a fim de garantir a sua eficácia e a sua conformidade com os outros aspectos do framework de acesso ao mercado - </a:t>
            </a:r>
            <a:r>
              <a:rPr lang="pt-BR" sz="1200" i="1">
                <a:solidFill>
                  <a:srgbClr val="FFFFFF">
                    <a:lumMod val="65000"/>
                  </a:srgbClr>
                </a:solidFill>
                <a:latin typeface="+mj-lt"/>
                <a:cs typeface="Arial" pitchFamily="34" charset="0"/>
              </a:rPr>
              <a:t>incluindo, por exemplo, os elementos de como o canal pode ser controlado, configurações de </a:t>
            </a:r>
            <a:r>
              <a:rPr lang="pt-BR" sz="1200" i="1" err="1">
                <a:solidFill>
                  <a:srgbClr val="FFFFFF">
                    <a:lumMod val="65000"/>
                  </a:srgbClr>
                </a:solidFill>
                <a:latin typeface="+mj-lt"/>
                <a:cs typeface="Arial" pitchFamily="34" charset="0"/>
              </a:rPr>
              <a:t>JVs</a:t>
            </a:r>
            <a:r>
              <a:rPr lang="pt-BR" sz="1200" i="1">
                <a:solidFill>
                  <a:srgbClr val="FFFFFF">
                    <a:lumMod val="65000"/>
                  </a:srgbClr>
                </a:solidFill>
                <a:latin typeface="+mj-lt"/>
                <a:cs typeface="Arial" pitchFamily="34" charset="0"/>
              </a:rPr>
              <a:t> e outros modelos de parceria</a:t>
            </a:r>
            <a:endParaRPr lang="en-US" sz="1200" i="1">
              <a:solidFill>
                <a:srgbClr val="FFFFFF">
                  <a:lumMod val="65000"/>
                </a:srgbClr>
              </a:solidFill>
              <a:latin typeface="+mj-lt"/>
              <a:cs typeface="Arial" pitchFamily="34" charset="0"/>
            </a:endParaRPr>
          </a:p>
        </p:txBody>
      </p:sp>
      <p:sp>
        <p:nvSpPr>
          <p:cNvPr id="48" name="Trapezoid 35">
            <a:extLst>
              <a:ext uri="{FF2B5EF4-FFF2-40B4-BE49-F238E27FC236}">
                <a16:creationId xmlns:a16="http://schemas.microsoft.com/office/drawing/2014/main" id="{1A388EA7-AEC1-67CD-2D6A-F084986D25A6}"/>
              </a:ext>
            </a:extLst>
          </p:cNvPr>
          <p:cNvSpPr/>
          <p:nvPr/>
        </p:nvSpPr>
        <p:spPr>
          <a:xfrm>
            <a:off x="571572" y="4140791"/>
            <a:ext cx="4632903" cy="1115976"/>
          </a:xfrm>
          <a:prstGeom prst="trapezoid">
            <a:avLst>
              <a:gd name="adj" fmla="val 57441"/>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latin typeface="+mj-lt"/>
            </a:endParaRPr>
          </a:p>
        </p:txBody>
      </p:sp>
      <p:sp>
        <p:nvSpPr>
          <p:cNvPr id="49" name="Trapezoid 36">
            <a:extLst>
              <a:ext uri="{FF2B5EF4-FFF2-40B4-BE49-F238E27FC236}">
                <a16:creationId xmlns:a16="http://schemas.microsoft.com/office/drawing/2014/main" id="{FC6A6FF8-A5C3-0731-98FB-B1C6537EEC31}"/>
              </a:ext>
            </a:extLst>
          </p:cNvPr>
          <p:cNvSpPr/>
          <p:nvPr/>
        </p:nvSpPr>
        <p:spPr>
          <a:xfrm>
            <a:off x="1285875" y="2880019"/>
            <a:ext cx="3200399" cy="1115976"/>
          </a:xfrm>
          <a:prstGeom prst="trapezoid">
            <a:avLst>
              <a:gd name="adj" fmla="val 56588"/>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latin typeface="+mj-lt"/>
            </a:endParaRPr>
          </a:p>
        </p:txBody>
      </p:sp>
      <p:cxnSp>
        <p:nvCxnSpPr>
          <p:cNvPr id="20" name="Straight Connector 19"/>
          <p:cNvCxnSpPr>
            <a:cxnSpLocks/>
          </p:cNvCxnSpPr>
          <p:nvPr/>
        </p:nvCxnSpPr>
        <p:spPr>
          <a:xfrm>
            <a:off x="5630541" y="1250520"/>
            <a:ext cx="0" cy="1584208"/>
          </a:xfrm>
          <a:prstGeom prst="line">
            <a:avLst/>
          </a:prstGeom>
          <a:ln w="38100">
            <a:solidFill>
              <a:srgbClr val="BFBFBF"/>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3856102" y="2007821"/>
            <a:ext cx="1695892" cy="463846"/>
          </a:xfrm>
          <a:prstGeom prst="rect">
            <a:avLst/>
          </a:prstGeom>
          <a:noFill/>
        </p:spPr>
        <p:txBody>
          <a:bodyPr wrap="square" lIns="90000" tIns="46800" rIns="90000" bIns="46800" rtlCol="0">
            <a:spAutoFit/>
          </a:bodyPr>
          <a:lstStyle/>
          <a:p>
            <a:pPr algn="r"/>
            <a:r>
              <a:rPr lang="en-US" sz="1200" i="1" err="1">
                <a:solidFill>
                  <a:srgbClr val="000000"/>
                </a:solidFill>
                <a:latin typeface="Arial" pitchFamily="34" charset="0"/>
                <a:cs typeface="Arial" pitchFamily="34" charset="0"/>
              </a:rPr>
              <a:t>Considerado</a:t>
            </a:r>
            <a:r>
              <a:rPr lang="en-US" sz="1200" i="1">
                <a:solidFill>
                  <a:srgbClr val="000000"/>
                </a:solidFill>
                <a:latin typeface="Arial" pitchFamily="34" charset="0"/>
                <a:cs typeface="Arial" pitchFamily="34" charset="0"/>
              </a:rPr>
              <a:t> um input para esse </a:t>
            </a:r>
            <a:r>
              <a:rPr lang="en-US" sz="1200" i="1" err="1">
                <a:solidFill>
                  <a:srgbClr val="000000"/>
                </a:solidFill>
                <a:latin typeface="Arial" pitchFamily="34" charset="0"/>
                <a:cs typeface="Arial" pitchFamily="34" charset="0"/>
              </a:rPr>
              <a:t>trabalho</a:t>
            </a:r>
            <a:endParaRPr lang="en-US" sz="1200" i="1">
              <a:solidFill>
                <a:srgbClr val="000000"/>
              </a:solidFill>
              <a:latin typeface="Arial" pitchFamily="34" charset="0"/>
              <a:cs typeface="Arial" pitchFamily="34" charset="0"/>
            </a:endParaRPr>
          </a:p>
        </p:txBody>
      </p:sp>
      <p:cxnSp>
        <p:nvCxnSpPr>
          <p:cNvPr id="22" name="Straight Connector 21"/>
          <p:cNvCxnSpPr>
            <a:cxnSpLocks/>
          </p:cNvCxnSpPr>
          <p:nvPr/>
        </p:nvCxnSpPr>
        <p:spPr>
          <a:xfrm>
            <a:off x="5630541" y="2834728"/>
            <a:ext cx="0" cy="3191050"/>
          </a:xfrm>
          <a:prstGeom prst="line">
            <a:avLst/>
          </a:prstGeom>
          <a:ln w="38100">
            <a:solidFill>
              <a:schemeClr val="accent3"/>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a:off x="5094052" y="4113522"/>
            <a:ext cx="1072978" cy="442035"/>
          </a:xfrm>
          <a:prstGeom prst="rect">
            <a:avLst/>
          </a:prstGeom>
          <a:solidFill>
            <a:schemeClr val="bg1"/>
          </a:solidFill>
        </p:spPr>
        <p:txBody>
          <a:bodyPr wrap="square" lIns="0" tIns="36000" rIns="0" bIns="36000" rtlCol="0">
            <a:spAutoFit/>
          </a:bodyPr>
          <a:lstStyle/>
          <a:p>
            <a:pPr algn="ctr"/>
            <a:r>
              <a:rPr lang="en-US" sz="1200" b="1" err="1">
                <a:solidFill>
                  <a:schemeClr val="accent5"/>
                </a:solidFill>
              </a:rPr>
              <a:t>Redefinição</a:t>
            </a:r>
            <a:r>
              <a:rPr lang="en-US" sz="1200" b="1">
                <a:solidFill>
                  <a:schemeClr val="accent5"/>
                </a:solidFill>
              </a:rPr>
              <a:t> do Modelo</a:t>
            </a:r>
            <a:endParaRPr lang="en-US" sz="1200" b="1">
              <a:solidFill>
                <a:schemeClr val="accent5"/>
              </a:solidFill>
              <a:latin typeface="Arial" pitchFamily="34" charset="0"/>
              <a:cs typeface="Arial" pitchFamily="34" charset="0"/>
            </a:endParaRPr>
          </a:p>
        </p:txBody>
      </p:sp>
      <p:cxnSp>
        <p:nvCxnSpPr>
          <p:cNvPr id="26" name="Straight Connector 25"/>
          <p:cNvCxnSpPr>
            <a:cxnSpLocks/>
          </p:cNvCxnSpPr>
          <p:nvPr/>
        </p:nvCxnSpPr>
        <p:spPr>
          <a:xfrm>
            <a:off x="2013964" y="2803387"/>
            <a:ext cx="3616577" cy="0"/>
          </a:xfrm>
          <a:prstGeom prst="line">
            <a:avLst/>
          </a:prstGeom>
          <a:ln>
            <a:solidFill>
              <a:schemeClr val="accent4"/>
            </a:solidFill>
            <a:prstDash val="dash"/>
            <a:tailEnd type="none" w="med" len="sm"/>
          </a:ln>
        </p:spPr>
        <p:style>
          <a:lnRef idx="1">
            <a:schemeClr val="accent1"/>
          </a:lnRef>
          <a:fillRef idx="0">
            <a:schemeClr val="accent1"/>
          </a:fillRef>
          <a:effectRef idx="0">
            <a:schemeClr val="accent1"/>
          </a:effectRef>
          <a:fontRef idx="minor">
            <a:schemeClr val="tx1"/>
          </a:fontRef>
        </p:style>
      </p:cxnSp>
      <p:sp>
        <p:nvSpPr>
          <p:cNvPr id="47" name="Isosceles Triangle 33">
            <a:extLst>
              <a:ext uri="{FF2B5EF4-FFF2-40B4-BE49-F238E27FC236}">
                <a16:creationId xmlns:a16="http://schemas.microsoft.com/office/drawing/2014/main" id="{63D57411-2BA8-7C0D-296A-54E1C0E74053}"/>
              </a:ext>
            </a:extLst>
          </p:cNvPr>
          <p:cNvSpPr>
            <a:spLocks noChangeAspect="1"/>
          </p:cNvSpPr>
          <p:nvPr/>
        </p:nvSpPr>
        <p:spPr>
          <a:xfrm>
            <a:off x="2039364" y="1251301"/>
            <a:ext cx="1684911" cy="1492105"/>
          </a:xfrm>
          <a:prstGeom prst="triangl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latin typeface="+mj-lt"/>
            </a:endParaRPr>
          </a:p>
        </p:txBody>
      </p:sp>
      <p:sp>
        <p:nvSpPr>
          <p:cNvPr id="31" name="Oval 30"/>
          <p:cNvSpPr/>
          <p:nvPr/>
        </p:nvSpPr>
        <p:spPr>
          <a:xfrm>
            <a:off x="4115395" y="4235572"/>
            <a:ext cx="273827" cy="273827"/>
          </a:xfrm>
          <a:prstGeom prst="ellipse">
            <a:avLst/>
          </a:prstGeom>
          <a:solidFill>
            <a:schemeClr val="accent5"/>
          </a:solidFill>
          <a:ln w="28575">
            <a:noFill/>
          </a:ln>
        </p:spPr>
        <p:style>
          <a:lnRef idx="1">
            <a:schemeClr val="accent1"/>
          </a:lnRef>
          <a:fillRef idx="0">
            <a:schemeClr val="accent1"/>
          </a:fillRef>
          <a:effectRef idx="0">
            <a:schemeClr val="accent1"/>
          </a:effectRef>
          <a:fontRef idx="minor">
            <a:schemeClr val="tx1"/>
          </a:fontRef>
        </p:style>
        <p:txBody>
          <a:bodyPr rtlCol="0" anchor="ctr">
            <a:noAutofit/>
          </a:bodyPr>
          <a:lstStyle/>
          <a:p>
            <a:pPr algn="ctr"/>
            <a:r>
              <a:rPr lang="en-US" sz="1200" b="1">
                <a:solidFill>
                  <a:srgbClr val="FFFFFF"/>
                </a:solidFill>
                <a:latin typeface="+mj-lt"/>
              </a:rPr>
              <a:t>2</a:t>
            </a:r>
          </a:p>
        </p:txBody>
      </p:sp>
      <p:sp>
        <p:nvSpPr>
          <p:cNvPr id="32" name="Oval 31"/>
          <p:cNvSpPr/>
          <p:nvPr/>
        </p:nvSpPr>
        <p:spPr>
          <a:xfrm>
            <a:off x="2717694" y="4235572"/>
            <a:ext cx="273827" cy="273827"/>
          </a:xfrm>
          <a:prstGeom prst="ellipse">
            <a:avLst/>
          </a:prstGeom>
          <a:solidFill>
            <a:schemeClr val="accent5"/>
          </a:solidFill>
          <a:ln w="28575">
            <a:noFill/>
          </a:ln>
        </p:spPr>
        <p:style>
          <a:lnRef idx="1">
            <a:schemeClr val="accent1"/>
          </a:lnRef>
          <a:fillRef idx="0">
            <a:schemeClr val="accent1"/>
          </a:fillRef>
          <a:effectRef idx="0">
            <a:schemeClr val="accent1"/>
          </a:effectRef>
          <a:fontRef idx="minor">
            <a:schemeClr val="tx1"/>
          </a:fontRef>
        </p:style>
        <p:txBody>
          <a:bodyPr rtlCol="0" anchor="ctr">
            <a:noAutofit/>
          </a:bodyPr>
          <a:lstStyle/>
          <a:p>
            <a:pPr algn="ctr"/>
            <a:r>
              <a:rPr lang="en-US" sz="1200" b="1">
                <a:solidFill>
                  <a:srgbClr val="FFFFFF"/>
                </a:solidFill>
                <a:latin typeface="+mj-lt"/>
              </a:rPr>
              <a:t>3</a:t>
            </a:r>
          </a:p>
        </p:txBody>
      </p:sp>
      <p:sp>
        <p:nvSpPr>
          <p:cNvPr id="33" name="Oval 32"/>
          <p:cNvSpPr/>
          <p:nvPr/>
        </p:nvSpPr>
        <p:spPr>
          <a:xfrm>
            <a:off x="1355557" y="4235572"/>
            <a:ext cx="273827" cy="273827"/>
          </a:xfrm>
          <a:prstGeom prst="ellipse">
            <a:avLst/>
          </a:prstGeom>
          <a:solidFill>
            <a:schemeClr val="accent5"/>
          </a:solidFill>
          <a:ln w="28575">
            <a:noFill/>
          </a:ln>
        </p:spPr>
        <p:style>
          <a:lnRef idx="1">
            <a:schemeClr val="accent1"/>
          </a:lnRef>
          <a:fillRef idx="0">
            <a:schemeClr val="accent1"/>
          </a:fillRef>
          <a:effectRef idx="0">
            <a:schemeClr val="accent1"/>
          </a:effectRef>
          <a:fontRef idx="minor">
            <a:schemeClr val="tx1"/>
          </a:fontRef>
        </p:style>
        <p:txBody>
          <a:bodyPr rtlCol="0" anchor="ctr">
            <a:noAutofit/>
          </a:bodyPr>
          <a:lstStyle/>
          <a:p>
            <a:pPr algn="ctr"/>
            <a:r>
              <a:rPr lang="en-US" sz="1200" b="1">
                <a:solidFill>
                  <a:srgbClr val="FFFFFF"/>
                </a:solidFill>
                <a:latin typeface="+mj-lt"/>
              </a:rPr>
              <a:t>4</a:t>
            </a:r>
          </a:p>
        </p:txBody>
      </p:sp>
      <p:sp>
        <p:nvSpPr>
          <p:cNvPr id="75" name="Oval 32">
            <a:extLst>
              <a:ext uri="{FF2B5EF4-FFF2-40B4-BE49-F238E27FC236}">
                <a16:creationId xmlns:a16="http://schemas.microsoft.com/office/drawing/2014/main" id="{EAEFF39B-F414-D544-108B-504A63491849}"/>
              </a:ext>
            </a:extLst>
          </p:cNvPr>
          <p:cNvSpPr/>
          <p:nvPr/>
        </p:nvSpPr>
        <p:spPr>
          <a:xfrm>
            <a:off x="2717694" y="3015274"/>
            <a:ext cx="273827" cy="273827"/>
          </a:xfrm>
          <a:prstGeom prst="ellipse">
            <a:avLst/>
          </a:prstGeom>
          <a:solidFill>
            <a:schemeClr val="accent5"/>
          </a:solidFill>
          <a:ln w="28575">
            <a:noFill/>
          </a:ln>
        </p:spPr>
        <p:style>
          <a:lnRef idx="1">
            <a:schemeClr val="accent1"/>
          </a:lnRef>
          <a:fillRef idx="0">
            <a:schemeClr val="accent1"/>
          </a:fillRef>
          <a:effectRef idx="0">
            <a:schemeClr val="accent1"/>
          </a:effectRef>
          <a:fontRef idx="minor">
            <a:schemeClr val="tx1"/>
          </a:fontRef>
        </p:style>
        <p:txBody>
          <a:bodyPr rtlCol="0" anchor="ctr">
            <a:noAutofit/>
          </a:bodyPr>
          <a:lstStyle/>
          <a:p>
            <a:pPr algn="ctr"/>
            <a:r>
              <a:rPr lang="en-US" sz="1200" b="1">
                <a:solidFill>
                  <a:srgbClr val="FFFFFF"/>
                </a:solidFill>
                <a:latin typeface="+mj-lt"/>
              </a:rPr>
              <a:t>1</a:t>
            </a:r>
          </a:p>
        </p:txBody>
      </p:sp>
      <p:sp>
        <p:nvSpPr>
          <p:cNvPr id="13" name="Rectangle 12"/>
          <p:cNvSpPr/>
          <p:nvPr/>
        </p:nvSpPr>
        <p:spPr>
          <a:xfrm>
            <a:off x="571572" y="5336909"/>
            <a:ext cx="4632903" cy="688869"/>
          </a:xfrm>
          <a:prstGeom prst="rect">
            <a:avLst/>
          </a:prstGeom>
          <a:solidFill>
            <a:schemeClr val="accent5"/>
          </a:solidFill>
          <a:ln>
            <a:noFill/>
          </a:ln>
        </p:spPr>
        <p:style>
          <a:lnRef idx="1">
            <a:schemeClr val="accent1"/>
          </a:lnRef>
          <a:fillRef idx="0">
            <a:schemeClr val="accent1"/>
          </a:fillRef>
          <a:effectRef idx="0">
            <a:schemeClr val="accent1"/>
          </a:effectRef>
          <a:fontRef idx="minor">
            <a:schemeClr val="tx1"/>
          </a:fontRef>
        </p:style>
        <p:txBody>
          <a:bodyPr tIns="108000"/>
          <a:lstStyle/>
          <a:p>
            <a:pPr algn="ctr">
              <a:defRPr/>
            </a:pPr>
            <a:r>
              <a:rPr lang="en-US" sz="1200" b="1" err="1">
                <a:solidFill>
                  <a:schemeClr val="bg1"/>
                </a:solidFill>
                <a:latin typeface="+mj-lt"/>
              </a:rPr>
              <a:t>Capacidades</a:t>
            </a:r>
            <a:r>
              <a:rPr lang="en-US" sz="1200" b="1">
                <a:solidFill>
                  <a:schemeClr val="bg1"/>
                </a:solidFill>
                <a:latin typeface="+mj-lt"/>
              </a:rPr>
              <a:t> / </a:t>
            </a:r>
            <a:r>
              <a:rPr lang="en-US" sz="1200" b="1" err="1">
                <a:solidFill>
                  <a:schemeClr val="bg1"/>
                </a:solidFill>
                <a:latin typeface="+mj-lt"/>
              </a:rPr>
              <a:t>Facilitadores</a:t>
            </a:r>
            <a:endParaRPr lang="en-US" sz="1200" b="1">
              <a:solidFill>
                <a:schemeClr val="bg1"/>
              </a:solidFill>
              <a:latin typeface="+mj-lt"/>
            </a:endParaRPr>
          </a:p>
        </p:txBody>
      </p:sp>
      <p:grpSp>
        <p:nvGrpSpPr>
          <p:cNvPr id="85" name="Grupo 84">
            <a:extLst>
              <a:ext uri="{FF2B5EF4-FFF2-40B4-BE49-F238E27FC236}">
                <a16:creationId xmlns:a16="http://schemas.microsoft.com/office/drawing/2014/main" id="{A2BBC46C-8DD9-13B2-ECCD-A6EFA6974696}"/>
              </a:ext>
            </a:extLst>
          </p:cNvPr>
          <p:cNvGrpSpPr/>
          <p:nvPr/>
        </p:nvGrpSpPr>
        <p:grpSpPr>
          <a:xfrm>
            <a:off x="642943" y="5784594"/>
            <a:ext cx="4490162" cy="473641"/>
            <a:chOff x="645017" y="5859332"/>
            <a:chExt cx="4410075" cy="589874"/>
          </a:xfrm>
        </p:grpSpPr>
        <p:sp>
          <p:nvSpPr>
            <p:cNvPr id="14" name="Rounded Rectangle 13"/>
            <p:cNvSpPr/>
            <p:nvPr/>
          </p:nvSpPr>
          <p:spPr>
            <a:xfrm>
              <a:off x="645017" y="5859332"/>
              <a:ext cx="1096963" cy="589874"/>
            </a:xfrm>
            <a:prstGeom prst="rect">
              <a:avLst/>
            </a:prstGeom>
            <a:solidFill>
              <a:srgbClr val="DCDCDC"/>
            </a:solidFill>
            <a:ln>
              <a:noFill/>
            </a:ln>
          </p:spPr>
          <p:style>
            <a:lnRef idx="1">
              <a:schemeClr val="accent1"/>
            </a:lnRef>
            <a:fillRef idx="0">
              <a:schemeClr val="accent1"/>
            </a:fillRef>
            <a:effectRef idx="0">
              <a:schemeClr val="accent1"/>
            </a:effectRef>
            <a:fontRef idx="minor">
              <a:schemeClr val="tx1"/>
            </a:fontRef>
          </p:style>
          <p:txBody>
            <a:bodyPr lIns="36000" rIns="36000" anchor="ctr"/>
            <a:lstStyle/>
            <a:p>
              <a:pPr algn="ctr">
                <a:defRPr/>
              </a:pPr>
              <a:r>
                <a:rPr lang="en-US" sz="900" b="1" err="1">
                  <a:latin typeface="+mj-lt"/>
                </a:rPr>
                <a:t>Organização</a:t>
              </a:r>
              <a:r>
                <a:rPr lang="en-US" sz="900" b="1">
                  <a:latin typeface="+mj-lt"/>
                </a:rPr>
                <a:t> / </a:t>
              </a:r>
              <a:r>
                <a:rPr lang="en-US" sz="900" b="1" err="1">
                  <a:latin typeface="+mj-lt"/>
                </a:rPr>
                <a:t>Habilidades</a:t>
              </a:r>
              <a:r>
                <a:rPr lang="en-US" sz="900" b="1">
                  <a:latin typeface="+mj-lt"/>
                </a:rPr>
                <a:t> de RH</a:t>
              </a:r>
              <a:endParaRPr lang="en-US" sz="900" b="1">
                <a:solidFill>
                  <a:srgbClr val="000000"/>
                </a:solidFill>
                <a:latin typeface="+mj-lt"/>
              </a:endParaRPr>
            </a:p>
          </p:txBody>
        </p:sp>
        <p:sp>
          <p:nvSpPr>
            <p:cNvPr id="15" name="Rounded Rectangle 14"/>
            <p:cNvSpPr/>
            <p:nvPr/>
          </p:nvSpPr>
          <p:spPr>
            <a:xfrm>
              <a:off x="1789605" y="5859332"/>
              <a:ext cx="1006475" cy="589874"/>
            </a:xfrm>
            <a:prstGeom prst="rect">
              <a:avLst/>
            </a:prstGeom>
            <a:solidFill>
              <a:srgbClr val="DCDCDC"/>
            </a:solidFill>
            <a:ln>
              <a:noFill/>
            </a:ln>
          </p:spPr>
          <p:style>
            <a:lnRef idx="1">
              <a:schemeClr val="accent1"/>
            </a:lnRef>
            <a:fillRef idx="0">
              <a:schemeClr val="accent1"/>
            </a:fillRef>
            <a:effectRef idx="0">
              <a:schemeClr val="accent1"/>
            </a:effectRef>
            <a:fontRef idx="minor">
              <a:schemeClr val="tx1"/>
            </a:fontRef>
          </p:style>
          <p:txBody>
            <a:bodyPr lIns="36000" rIns="36000" anchor="ctr"/>
            <a:lstStyle/>
            <a:p>
              <a:pPr algn="ctr">
                <a:defRPr/>
              </a:pPr>
              <a:r>
                <a:rPr lang="en-US" sz="900" b="1" err="1">
                  <a:latin typeface="+mj-lt"/>
                </a:rPr>
                <a:t>Métricas</a:t>
              </a:r>
              <a:r>
                <a:rPr lang="en-US" sz="900" b="1">
                  <a:latin typeface="+mj-lt"/>
                </a:rPr>
                <a:t> / </a:t>
              </a:r>
              <a:r>
                <a:rPr lang="en-US" sz="900" b="1" err="1">
                  <a:latin typeface="+mj-lt"/>
                </a:rPr>
                <a:t>Incentivos</a:t>
              </a:r>
              <a:endParaRPr lang="en-US" sz="900" b="1">
                <a:solidFill>
                  <a:srgbClr val="000000"/>
                </a:solidFill>
                <a:latin typeface="+mj-lt"/>
              </a:endParaRPr>
            </a:p>
          </p:txBody>
        </p:sp>
        <p:sp>
          <p:nvSpPr>
            <p:cNvPr id="16" name="Rounded Rectangle 15"/>
            <p:cNvSpPr/>
            <p:nvPr/>
          </p:nvSpPr>
          <p:spPr>
            <a:xfrm>
              <a:off x="2843705" y="5859332"/>
              <a:ext cx="1006475" cy="589874"/>
            </a:xfrm>
            <a:prstGeom prst="rect">
              <a:avLst/>
            </a:prstGeom>
            <a:solidFill>
              <a:srgbClr val="DCDCDC"/>
            </a:solidFill>
            <a:ln>
              <a:noFill/>
            </a:ln>
          </p:spPr>
          <p:style>
            <a:lnRef idx="1">
              <a:schemeClr val="accent1"/>
            </a:lnRef>
            <a:fillRef idx="0">
              <a:schemeClr val="accent1"/>
            </a:fillRef>
            <a:effectRef idx="0">
              <a:schemeClr val="accent1"/>
            </a:effectRef>
            <a:fontRef idx="minor">
              <a:schemeClr val="tx1"/>
            </a:fontRef>
          </p:style>
          <p:txBody>
            <a:bodyPr lIns="36000" rIns="36000" anchor="ctr"/>
            <a:lstStyle/>
            <a:p>
              <a:pPr algn="ctr">
                <a:defRPr/>
              </a:pPr>
              <a:r>
                <a:rPr lang="en-US" sz="900" b="1" err="1">
                  <a:latin typeface="+mj-lt"/>
                </a:rPr>
                <a:t>Políticas</a:t>
              </a:r>
              <a:r>
                <a:rPr lang="en-US" sz="900" b="1">
                  <a:latin typeface="+mj-lt"/>
                </a:rPr>
                <a:t> / </a:t>
              </a:r>
              <a:r>
                <a:rPr lang="en-US" sz="900" b="1" err="1">
                  <a:latin typeface="+mj-lt"/>
                </a:rPr>
                <a:t>Processos</a:t>
              </a:r>
              <a:endParaRPr lang="en-US" sz="900" b="1">
                <a:solidFill>
                  <a:srgbClr val="000000"/>
                </a:solidFill>
                <a:latin typeface="+mj-lt"/>
              </a:endParaRPr>
            </a:p>
          </p:txBody>
        </p:sp>
        <p:sp>
          <p:nvSpPr>
            <p:cNvPr id="17" name="Rounded Rectangle 16"/>
            <p:cNvSpPr/>
            <p:nvPr/>
          </p:nvSpPr>
          <p:spPr>
            <a:xfrm>
              <a:off x="3896217" y="5859332"/>
              <a:ext cx="1158875" cy="589874"/>
            </a:xfrm>
            <a:prstGeom prst="rect">
              <a:avLst/>
            </a:prstGeom>
            <a:solidFill>
              <a:srgbClr val="DCDCDC"/>
            </a:solidFill>
            <a:ln>
              <a:noFill/>
            </a:ln>
          </p:spPr>
          <p:style>
            <a:lnRef idx="1">
              <a:schemeClr val="accent1"/>
            </a:lnRef>
            <a:fillRef idx="0">
              <a:schemeClr val="accent1"/>
            </a:fillRef>
            <a:effectRef idx="0">
              <a:schemeClr val="accent1"/>
            </a:effectRef>
            <a:fontRef idx="minor">
              <a:schemeClr val="tx1"/>
            </a:fontRef>
          </p:style>
          <p:txBody>
            <a:bodyPr lIns="36000" rIns="36000" anchor="ctr"/>
            <a:lstStyle/>
            <a:p>
              <a:pPr algn="ctr">
                <a:defRPr/>
              </a:pPr>
              <a:r>
                <a:rPr lang="en-US" sz="900" b="1">
                  <a:latin typeface="+mj-lt"/>
                </a:rPr>
                <a:t>Sistemas / </a:t>
              </a:r>
              <a:r>
                <a:rPr lang="en-US" sz="900" b="1" err="1">
                  <a:latin typeface="+mj-lt"/>
                </a:rPr>
                <a:t>Ativos</a:t>
              </a:r>
              <a:endParaRPr lang="en-US" sz="900" b="1">
                <a:solidFill>
                  <a:srgbClr val="000000"/>
                </a:solidFill>
                <a:latin typeface="+mj-lt"/>
              </a:endParaRPr>
            </a:p>
          </p:txBody>
        </p:sp>
      </p:grpSp>
      <p:grpSp>
        <p:nvGrpSpPr>
          <p:cNvPr id="72" name="Grupo 71">
            <a:extLst>
              <a:ext uri="{FF2B5EF4-FFF2-40B4-BE49-F238E27FC236}">
                <a16:creationId xmlns:a16="http://schemas.microsoft.com/office/drawing/2014/main" id="{18F1595D-6BE4-C051-38C1-EA7B97A3FCE2}"/>
              </a:ext>
            </a:extLst>
          </p:cNvPr>
          <p:cNvGrpSpPr/>
          <p:nvPr/>
        </p:nvGrpSpPr>
        <p:grpSpPr>
          <a:xfrm>
            <a:off x="2135425" y="4099219"/>
            <a:ext cx="1438365" cy="1196118"/>
            <a:chOff x="3931587" y="5289586"/>
            <a:chExt cx="1779861" cy="1139231"/>
          </a:xfrm>
        </p:grpSpPr>
        <p:cxnSp>
          <p:nvCxnSpPr>
            <p:cNvPr id="69" name="Conector recto 68">
              <a:extLst>
                <a:ext uri="{FF2B5EF4-FFF2-40B4-BE49-F238E27FC236}">
                  <a16:creationId xmlns:a16="http://schemas.microsoft.com/office/drawing/2014/main" id="{E0B84DC0-79A2-E3D4-D50C-DC67085EF51E}"/>
                </a:ext>
              </a:extLst>
            </p:cNvPr>
            <p:cNvCxnSpPr>
              <a:cxnSpLocks/>
            </p:cNvCxnSpPr>
            <p:nvPr/>
          </p:nvCxnSpPr>
          <p:spPr>
            <a:xfrm>
              <a:off x="3931587" y="5289586"/>
              <a:ext cx="0" cy="113923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1" name="Conector recto 70">
              <a:extLst>
                <a:ext uri="{FF2B5EF4-FFF2-40B4-BE49-F238E27FC236}">
                  <a16:creationId xmlns:a16="http://schemas.microsoft.com/office/drawing/2014/main" id="{B5BE5E60-DF03-2B74-18F6-4E790ED77BCB}"/>
                </a:ext>
              </a:extLst>
            </p:cNvPr>
            <p:cNvCxnSpPr>
              <a:cxnSpLocks/>
            </p:cNvCxnSpPr>
            <p:nvPr/>
          </p:nvCxnSpPr>
          <p:spPr>
            <a:xfrm>
              <a:off x="5711448" y="5289587"/>
              <a:ext cx="0" cy="113923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10" name="Text Box 25"/>
          <p:cNvSpPr txBox="1">
            <a:spLocks noChangeArrowheads="1"/>
          </p:cNvSpPr>
          <p:nvPr/>
        </p:nvSpPr>
        <p:spPr bwMode="auto">
          <a:xfrm>
            <a:off x="963039" y="4630049"/>
            <a:ext cx="1076325"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1"/>
                  </a:outerShdw>
                </a:effectLst>
              </a14:hiddenEffects>
            </a:ext>
          </a:extLst>
        </p:spPr>
        <p:txBody>
          <a:bodyPr lIns="0" tIns="0" rIns="0" bIns="0"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r>
              <a:rPr lang="en-US" sz="1200" b="1">
                <a:solidFill>
                  <a:schemeClr val="bg1"/>
                </a:solidFill>
                <a:latin typeface="+mj-lt"/>
              </a:rPr>
              <a:t>Modelo de </a:t>
            </a:r>
            <a:r>
              <a:rPr lang="en-US" sz="1200" b="1" err="1">
                <a:solidFill>
                  <a:schemeClr val="bg1"/>
                </a:solidFill>
                <a:latin typeface="+mj-lt"/>
              </a:rPr>
              <a:t>Terceiros</a:t>
            </a:r>
            <a:endParaRPr lang="en-US" sz="1200" b="1">
              <a:solidFill>
                <a:schemeClr val="bg1"/>
              </a:solidFill>
              <a:latin typeface="+mj-lt"/>
            </a:endParaRPr>
          </a:p>
        </p:txBody>
      </p:sp>
      <p:sp>
        <p:nvSpPr>
          <p:cNvPr id="12" name="Text Box 25"/>
          <p:cNvSpPr txBox="1">
            <a:spLocks noChangeArrowheads="1"/>
          </p:cNvSpPr>
          <p:nvPr/>
        </p:nvSpPr>
        <p:spPr bwMode="auto">
          <a:xfrm>
            <a:off x="3627127" y="4537716"/>
            <a:ext cx="1184275" cy="55399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1"/>
                  </a:outerShdw>
                </a:effectLst>
              </a14:hiddenEffects>
            </a:ext>
          </a:extLst>
        </p:spPr>
        <p:txBody>
          <a:bodyPr lIns="0" tIns="0" rIns="0" bIns="0"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r>
              <a:rPr lang="pt-BR" sz="1200" b="1">
                <a:solidFill>
                  <a:schemeClr val="bg1"/>
                </a:solidFill>
                <a:latin typeface="+mj-lt"/>
              </a:rPr>
              <a:t>Modelo de Serviço ao  Agricultor</a:t>
            </a:r>
            <a:r>
              <a:rPr lang="pt-BR" sz="1200">
                <a:solidFill>
                  <a:schemeClr val="bg1"/>
                </a:solidFill>
                <a:latin typeface="+mj-lt"/>
              </a:rPr>
              <a:t> </a:t>
            </a:r>
            <a:endParaRPr lang="en-US" sz="1200" b="1">
              <a:solidFill>
                <a:schemeClr val="bg1"/>
              </a:solidFill>
              <a:latin typeface="+mj-lt"/>
            </a:endParaRPr>
          </a:p>
        </p:txBody>
      </p:sp>
      <p:sp>
        <p:nvSpPr>
          <p:cNvPr id="28" name="Text Box 25"/>
          <p:cNvSpPr txBox="1">
            <a:spLocks noChangeArrowheads="1"/>
          </p:cNvSpPr>
          <p:nvPr/>
        </p:nvSpPr>
        <p:spPr bwMode="auto">
          <a:xfrm>
            <a:off x="2309498" y="4630049"/>
            <a:ext cx="1076325"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1"/>
                  </a:outerShdw>
                </a:effectLst>
              </a14:hiddenEffects>
            </a:ext>
          </a:extLst>
        </p:spPr>
        <p:txBody>
          <a:bodyPr lIns="0" tIns="0" rIns="0" bIns="0"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r>
              <a:rPr lang="en-US" sz="1200" b="1" err="1">
                <a:solidFill>
                  <a:schemeClr val="bg1"/>
                </a:solidFill>
                <a:latin typeface="+mj-lt"/>
              </a:rPr>
              <a:t>Configuração</a:t>
            </a:r>
            <a:r>
              <a:rPr lang="en-US" sz="1200" b="1">
                <a:solidFill>
                  <a:schemeClr val="bg1"/>
                </a:solidFill>
                <a:latin typeface="+mj-lt"/>
              </a:rPr>
              <a:t> de </a:t>
            </a:r>
            <a:r>
              <a:rPr lang="en-US" sz="1200" b="1" err="1">
                <a:solidFill>
                  <a:schemeClr val="bg1"/>
                </a:solidFill>
                <a:latin typeface="+mj-lt"/>
              </a:rPr>
              <a:t>Canais</a:t>
            </a:r>
            <a:endParaRPr lang="en-US" sz="1200" b="1">
              <a:solidFill>
                <a:schemeClr val="bg1"/>
              </a:solidFill>
              <a:latin typeface="+mj-lt"/>
            </a:endParaRPr>
          </a:p>
        </p:txBody>
      </p:sp>
      <p:sp>
        <p:nvSpPr>
          <p:cNvPr id="11" name="Text Box 19"/>
          <p:cNvSpPr txBox="1">
            <a:spLocks noChangeArrowheads="1"/>
          </p:cNvSpPr>
          <p:nvPr/>
        </p:nvSpPr>
        <p:spPr bwMode="auto">
          <a:xfrm>
            <a:off x="1812996" y="3353842"/>
            <a:ext cx="2083222"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1"/>
                  </a:outerShdw>
                </a:effectLst>
              </a14:hiddenEffects>
            </a:ext>
          </a:extLst>
        </p:spPr>
        <p:txBody>
          <a:bodyPr wrap="square" lIns="0" tIns="0" rIns="0" bIns="0"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r>
              <a:rPr lang="en-US" sz="1200" b="1">
                <a:solidFill>
                  <a:srgbClr val="FFFFFF"/>
                </a:solidFill>
                <a:latin typeface="+mj-lt"/>
              </a:rPr>
              <a:t>Proposta de Valor </a:t>
            </a:r>
            <a:r>
              <a:rPr lang="en-US" sz="1200" b="1" err="1">
                <a:solidFill>
                  <a:srgbClr val="FFFFFF"/>
                </a:solidFill>
                <a:latin typeface="+mj-lt"/>
              </a:rPr>
              <a:t>Diferenciada</a:t>
            </a:r>
            <a:r>
              <a:rPr lang="en-US" sz="1200" b="1">
                <a:solidFill>
                  <a:srgbClr val="FFFFFF"/>
                </a:solidFill>
                <a:latin typeface="+mj-lt"/>
              </a:rPr>
              <a:t> por </a:t>
            </a:r>
            <a:r>
              <a:rPr lang="en-US" sz="1200" b="1" err="1">
                <a:solidFill>
                  <a:srgbClr val="FFFFFF"/>
                </a:solidFill>
                <a:latin typeface="+mj-lt"/>
              </a:rPr>
              <a:t>Segmento</a:t>
            </a:r>
            <a:endParaRPr lang="en-US" sz="1200" b="1">
              <a:solidFill>
                <a:srgbClr val="FFFFFF"/>
              </a:solidFill>
              <a:latin typeface="+mj-lt"/>
            </a:endParaRPr>
          </a:p>
        </p:txBody>
      </p:sp>
      <p:sp>
        <p:nvSpPr>
          <p:cNvPr id="30" name="Text Box 19"/>
          <p:cNvSpPr txBox="1">
            <a:spLocks noChangeArrowheads="1"/>
          </p:cNvSpPr>
          <p:nvPr/>
        </p:nvSpPr>
        <p:spPr bwMode="auto">
          <a:xfrm>
            <a:off x="2257138" y="2055078"/>
            <a:ext cx="1249362"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1"/>
                  </a:outerShdw>
                </a:effectLst>
              </a14:hiddenEffects>
            </a:ext>
          </a:extLst>
        </p:spPr>
        <p:txBody>
          <a:bodyPr lIns="0" tIns="0" rIns="0" bIns="0"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spcBef>
                <a:spcPct val="40000"/>
              </a:spcBef>
              <a:defRPr/>
            </a:pPr>
            <a:r>
              <a:rPr lang="en-US" sz="1200" b="1" err="1">
                <a:solidFill>
                  <a:schemeClr val="tx2"/>
                </a:solidFill>
                <a:latin typeface="+mj-lt"/>
              </a:rPr>
              <a:t>Estratégia</a:t>
            </a:r>
            <a:r>
              <a:rPr lang="en-US" sz="1200" b="1">
                <a:solidFill>
                  <a:schemeClr val="tx2"/>
                </a:solidFill>
                <a:latin typeface="+mj-lt"/>
              </a:rPr>
              <a:t> e </a:t>
            </a:r>
            <a:r>
              <a:rPr lang="en-US" sz="1200" b="1" err="1">
                <a:solidFill>
                  <a:schemeClr val="tx2"/>
                </a:solidFill>
                <a:latin typeface="+mj-lt"/>
              </a:rPr>
              <a:t>Segmentação</a:t>
            </a:r>
            <a:endParaRPr lang="en-US" sz="1200" b="1">
              <a:solidFill>
                <a:schemeClr val="tx2"/>
              </a:solidFill>
              <a:latin typeface="+mj-lt"/>
            </a:endParaRPr>
          </a:p>
        </p:txBody>
      </p:sp>
      <p:sp>
        <p:nvSpPr>
          <p:cNvPr id="80" name="Rectangle 8">
            <a:extLst>
              <a:ext uri="{FF2B5EF4-FFF2-40B4-BE49-F238E27FC236}">
                <a16:creationId xmlns:a16="http://schemas.microsoft.com/office/drawing/2014/main" id="{48FCC530-DF31-0785-B16D-C4C10A1547B0}"/>
              </a:ext>
            </a:extLst>
          </p:cNvPr>
          <p:cNvSpPr>
            <a:spLocks noChangeArrowheads="1"/>
          </p:cNvSpPr>
          <p:nvPr/>
        </p:nvSpPr>
        <p:spPr bwMode="auto">
          <a:xfrm>
            <a:off x="455396" y="1250520"/>
            <a:ext cx="1997184" cy="46723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36000" anchor="b">
            <a:spAutoFit/>
          </a:bodyPr>
          <a:lstStyle>
            <a:lvl1pPr defTabSz="787400" eaLnBrk="0" hangingPunct="0">
              <a:defRPr sz="1600">
                <a:solidFill>
                  <a:schemeClr val="tx1"/>
                </a:solidFill>
                <a:latin typeface="Arial" charset="0"/>
                <a:ea typeface="-윤고딕130" pitchFamily="18" charset="-127"/>
              </a:defRPr>
            </a:lvl1pPr>
            <a:lvl2pPr marL="742950" indent="-285750" defTabSz="787400" eaLnBrk="0" hangingPunct="0">
              <a:defRPr sz="1600">
                <a:solidFill>
                  <a:schemeClr val="tx1"/>
                </a:solidFill>
                <a:latin typeface="Arial" charset="0"/>
                <a:ea typeface="-윤고딕130" pitchFamily="18" charset="-127"/>
              </a:defRPr>
            </a:lvl2pPr>
            <a:lvl3pPr marL="1143000" indent="-228600" defTabSz="787400" eaLnBrk="0" hangingPunct="0">
              <a:defRPr sz="1600">
                <a:solidFill>
                  <a:schemeClr val="tx1"/>
                </a:solidFill>
                <a:latin typeface="Arial" charset="0"/>
                <a:ea typeface="-윤고딕130" pitchFamily="18" charset="-127"/>
              </a:defRPr>
            </a:lvl3pPr>
            <a:lvl4pPr marL="1600200" indent="-228600" defTabSz="787400" eaLnBrk="0" hangingPunct="0">
              <a:defRPr sz="1600">
                <a:solidFill>
                  <a:schemeClr val="tx1"/>
                </a:solidFill>
                <a:latin typeface="Arial" charset="0"/>
                <a:ea typeface="-윤고딕130" pitchFamily="18" charset="-127"/>
              </a:defRPr>
            </a:lvl4pPr>
            <a:lvl5pPr marL="2057400" indent="-228600" defTabSz="787400" eaLnBrk="0" hangingPunct="0">
              <a:defRPr sz="1600">
                <a:solidFill>
                  <a:schemeClr val="tx1"/>
                </a:solidFill>
                <a:latin typeface="Arial" charset="0"/>
                <a:ea typeface="-윤고딕130" pitchFamily="18" charset="-127"/>
              </a:defRPr>
            </a:lvl5pPr>
            <a:lvl6pPr marL="2514600" indent="-228600" defTabSz="787400" eaLnBrk="0" fontAlgn="base" hangingPunct="0">
              <a:spcBef>
                <a:spcPct val="0"/>
              </a:spcBef>
              <a:spcAft>
                <a:spcPct val="0"/>
              </a:spcAft>
              <a:defRPr sz="1600">
                <a:solidFill>
                  <a:schemeClr val="tx1"/>
                </a:solidFill>
                <a:latin typeface="Arial" charset="0"/>
                <a:ea typeface="-윤고딕130" pitchFamily="18" charset="-127"/>
              </a:defRPr>
            </a:lvl6pPr>
            <a:lvl7pPr marL="2971800" indent="-228600" defTabSz="787400" eaLnBrk="0" fontAlgn="base" hangingPunct="0">
              <a:spcBef>
                <a:spcPct val="0"/>
              </a:spcBef>
              <a:spcAft>
                <a:spcPct val="0"/>
              </a:spcAft>
              <a:defRPr sz="1600">
                <a:solidFill>
                  <a:schemeClr val="tx1"/>
                </a:solidFill>
                <a:latin typeface="Arial" charset="0"/>
                <a:ea typeface="-윤고딕130" pitchFamily="18" charset="-127"/>
              </a:defRPr>
            </a:lvl7pPr>
            <a:lvl8pPr marL="3429000" indent="-228600" defTabSz="787400" eaLnBrk="0" fontAlgn="base" hangingPunct="0">
              <a:spcBef>
                <a:spcPct val="0"/>
              </a:spcBef>
              <a:spcAft>
                <a:spcPct val="0"/>
              </a:spcAft>
              <a:defRPr sz="1600">
                <a:solidFill>
                  <a:schemeClr val="tx1"/>
                </a:solidFill>
                <a:latin typeface="Arial" charset="0"/>
                <a:ea typeface="-윤고딕130" pitchFamily="18" charset="-127"/>
              </a:defRPr>
            </a:lvl8pPr>
            <a:lvl9pPr marL="3886200" indent="-228600" defTabSz="787400" eaLnBrk="0" fontAlgn="base" hangingPunct="0">
              <a:spcBef>
                <a:spcPct val="0"/>
              </a:spcBef>
              <a:spcAft>
                <a:spcPct val="0"/>
              </a:spcAft>
              <a:defRPr sz="1600">
                <a:solidFill>
                  <a:schemeClr val="tx1"/>
                </a:solidFill>
                <a:latin typeface="Arial" charset="0"/>
                <a:ea typeface="-윤고딕130" pitchFamily="18" charset="-127"/>
              </a:defRPr>
            </a:lvl9pPr>
          </a:lstStyle>
          <a:p>
            <a:pPr eaLnBrk="1" hangingPunct="1">
              <a:buSzPct val="120000"/>
              <a:defRPr/>
            </a:pPr>
            <a:r>
              <a:rPr lang="pt-BR" altLang="zh-CN" sz="1400" b="1">
                <a:solidFill>
                  <a:srgbClr val="020E66"/>
                </a:solidFill>
                <a:latin typeface="+mj-lt"/>
              </a:rPr>
              <a:t>Framework de Modelo de Acesso ao Mercado</a:t>
            </a:r>
          </a:p>
        </p:txBody>
      </p:sp>
      <p:cxnSp>
        <p:nvCxnSpPr>
          <p:cNvPr id="89" name="Straight Connector 25">
            <a:extLst>
              <a:ext uri="{FF2B5EF4-FFF2-40B4-BE49-F238E27FC236}">
                <a16:creationId xmlns:a16="http://schemas.microsoft.com/office/drawing/2014/main" id="{0B73708D-BBAF-CF4C-3138-35D060BA6A20}"/>
              </a:ext>
            </a:extLst>
          </p:cNvPr>
          <p:cNvCxnSpPr>
            <a:cxnSpLocks/>
          </p:cNvCxnSpPr>
          <p:nvPr/>
        </p:nvCxnSpPr>
        <p:spPr>
          <a:xfrm>
            <a:off x="6700386" y="2408681"/>
            <a:ext cx="5099726" cy="0"/>
          </a:xfrm>
          <a:prstGeom prst="line">
            <a:avLst/>
          </a:prstGeom>
          <a:ln>
            <a:solidFill>
              <a:schemeClr val="accent4"/>
            </a:solidFill>
            <a:prstDash val="dash"/>
            <a:tailEnd type="none" w="med" len="sm"/>
          </a:ln>
        </p:spPr>
        <p:style>
          <a:lnRef idx="1">
            <a:schemeClr val="accent1"/>
          </a:lnRef>
          <a:fillRef idx="0">
            <a:schemeClr val="accent1"/>
          </a:fillRef>
          <a:effectRef idx="0">
            <a:schemeClr val="accent1"/>
          </a:effectRef>
          <a:fontRef idx="minor">
            <a:schemeClr val="tx1"/>
          </a:fontRef>
        </p:style>
      </p:cxnSp>
      <p:cxnSp>
        <p:nvCxnSpPr>
          <p:cNvPr id="92" name="Straight Connector 25">
            <a:extLst>
              <a:ext uri="{FF2B5EF4-FFF2-40B4-BE49-F238E27FC236}">
                <a16:creationId xmlns:a16="http://schemas.microsoft.com/office/drawing/2014/main" id="{4390D40B-0C10-BDE6-07A6-A7DD4CA194FB}"/>
              </a:ext>
            </a:extLst>
          </p:cNvPr>
          <p:cNvCxnSpPr>
            <a:cxnSpLocks/>
          </p:cNvCxnSpPr>
          <p:nvPr/>
        </p:nvCxnSpPr>
        <p:spPr>
          <a:xfrm>
            <a:off x="6700386" y="3717745"/>
            <a:ext cx="5099726" cy="0"/>
          </a:xfrm>
          <a:prstGeom prst="line">
            <a:avLst/>
          </a:prstGeom>
          <a:ln>
            <a:solidFill>
              <a:schemeClr val="accent4"/>
            </a:solidFill>
            <a:prstDash val="dash"/>
            <a:tailEnd type="none" w="med" len="sm"/>
          </a:ln>
        </p:spPr>
        <p:style>
          <a:lnRef idx="1">
            <a:schemeClr val="accent1"/>
          </a:lnRef>
          <a:fillRef idx="0">
            <a:schemeClr val="accent1"/>
          </a:fillRef>
          <a:effectRef idx="0">
            <a:schemeClr val="accent1"/>
          </a:effectRef>
          <a:fontRef idx="minor">
            <a:schemeClr val="tx1"/>
          </a:fontRef>
        </p:style>
      </p:cxnSp>
      <p:cxnSp>
        <p:nvCxnSpPr>
          <p:cNvPr id="93" name="Straight Connector 25">
            <a:extLst>
              <a:ext uri="{FF2B5EF4-FFF2-40B4-BE49-F238E27FC236}">
                <a16:creationId xmlns:a16="http://schemas.microsoft.com/office/drawing/2014/main" id="{CCCC38EE-7A44-26DB-DAE8-0195C4696987}"/>
              </a:ext>
            </a:extLst>
          </p:cNvPr>
          <p:cNvCxnSpPr>
            <a:cxnSpLocks/>
          </p:cNvCxnSpPr>
          <p:nvPr/>
        </p:nvCxnSpPr>
        <p:spPr>
          <a:xfrm>
            <a:off x="6700386" y="5026809"/>
            <a:ext cx="5099726" cy="0"/>
          </a:xfrm>
          <a:prstGeom prst="line">
            <a:avLst/>
          </a:prstGeom>
          <a:ln>
            <a:solidFill>
              <a:schemeClr val="accent4"/>
            </a:solidFill>
            <a:prstDash val="dash"/>
            <a:tailEnd type="none" w="med" len="sm"/>
          </a:ln>
        </p:spPr>
        <p:style>
          <a:lnRef idx="1">
            <a:schemeClr val="accent1"/>
          </a:lnRef>
          <a:fillRef idx="0">
            <a:schemeClr val="accent1"/>
          </a:fillRef>
          <a:effectRef idx="0">
            <a:schemeClr val="accent1"/>
          </a:effectRef>
          <a:fontRef idx="minor">
            <a:schemeClr val="tx1"/>
          </a:fontRef>
        </p:style>
      </p:cxnSp>
      <p:grpSp>
        <p:nvGrpSpPr>
          <p:cNvPr id="3" name="Group 37">
            <a:extLst>
              <a:ext uri="{FF2B5EF4-FFF2-40B4-BE49-F238E27FC236}">
                <a16:creationId xmlns:a16="http://schemas.microsoft.com/office/drawing/2014/main" id="{8D7ED7A5-6733-F11A-3ED5-FB2B56B5AA61}"/>
              </a:ext>
            </a:extLst>
          </p:cNvPr>
          <p:cNvGrpSpPr/>
          <p:nvPr/>
        </p:nvGrpSpPr>
        <p:grpSpPr>
          <a:xfrm>
            <a:off x="10946103" y="320588"/>
            <a:ext cx="1018356" cy="212366"/>
            <a:chOff x="7722419" y="285750"/>
            <a:chExt cx="1018356" cy="212366"/>
          </a:xfrm>
        </p:grpSpPr>
        <p:sp>
          <p:nvSpPr>
            <p:cNvPr id="4" name="StickerRectangle">
              <a:extLst>
                <a:ext uri="{FF2B5EF4-FFF2-40B4-BE49-F238E27FC236}">
                  <a16:creationId xmlns:a16="http://schemas.microsoft.com/office/drawing/2014/main" id="{CB544DAE-EC76-2F17-892F-B5540D3F7916}"/>
                </a:ext>
              </a:extLst>
            </p:cNvPr>
            <p:cNvSpPr>
              <a:spLocks noChangeArrowheads="1"/>
            </p:cNvSpPr>
            <p:nvPr/>
          </p:nvSpPr>
          <p:spPr bwMode="auto">
            <a:xfrm>
              <a:off x="7722419" y="285750"/>
              <a:ext cx="1018356" cy="212366"/>
            </a:xfrm>
            <a:prstGeom prst="leftRightArrow">
              <a:avLst>
                <a:gd name="adj1" fmla="val 100000"/>
                <a:gd name="adj2"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 tIns="0" rIns="0" bIns="27432">
              <a:spAutoFit/>
            </a:bodyPr>
            <a:lstStyle/>
            <a:p>
              <a:pPr marL="0" marR="0" lvl="0" indent="0" algn="r" defTabSz="895350" rtl="0" eaLnBrk="1" fontAlgn="auto" latinLnBrk="0" hangingPunct="1">
                <a:lnSpc>
                  <a:spcPct val="100000"/>
                </a:lnSpc>
                <a:spcBef>
                  <a:spcPts val="0"/>
                </a:spcBef>
                <a:spcAft>
                  <a:spcPts val="0"/>
                </a:spcAft>
                <a:buClr>
                  <a:srgbClr val="020E66"/>
                </a:buClr>
                <a:buSzTx/>
                <a:buFontTx/>
                <a:buNone/>
                <a:tabLst/>
                <a:defRPr/>
              </a:pPr>
              <a:r>
                <a:rPr kumimoji="0" lang="pt-BR" sz="1200" b="0" i="0" u="none" strike="noStrike" kern="1200" cap="none" spc="0" normalizeH="0" baseline="0" noProof="0">
                  <a:ln>
                    <a:noFill/>
                  </a:ln>
                  <a:solidFill>
                    <a:srgbClr val="7F7F7F"/>
                  </a:solidFill>
                  <a:effectLst/>
                  <a:uLnTx/>
                  <a:uFillTx/>
                  <a:latin typeface="Arial"/>
                  <a:ea typeface="+mn-ea"/>
                  <a:cs typeface="+mn-cs"/>
                </a:rPr>
                <a:t>CONCEITUAL</a:t>
              </a:r>
            </a:p>
          </p:txBody>
        </p:sp>
        <p:cxnSp>
          <p:nvCxnSpPr>
            <p:cNvPr id="5" name="AutoShape 31">
              <a:extLst>
                <a:ext uri="{FF2B5EF4-FFF2-40B4-BE49-F238E27FC236}">
                  <a16:creationId xmlns:a16="http://schemas.microsoft.com/office/drawing/2014/main" id="{639C8882-0A1F-DC49-5F74-F70F955409D2}"/>
                </a:ext>
              </a:extLst>
            </p:cNvPr>
            <p:cNvCxnSpPr>
              <a:cxnSpLocks noChangeShapeType="1"/>
              <a:stCxn id="4" idx="2"/>
              <a:endCxn id="4" idx="4"/>
            </p:cNvCxnSpPr>
            <p:nvPr/>
          </p:nvCxnSpPr>
          <p:spPr bwMode="auto">
            <a:xfrm>
              <a:off x="7722419" y="285750"/>
              <a:ext cx="0" cy="212366"/>
            </a:xfrm>
            <a:prstGeom prst="straightConnector1">
              <a:avLst/>
            </a:prstGeom>
            <a:noFill/>
            <a:ln w="9525">
              <a:solidFill>
                <a:srgbClr val="808080"/>
              </a:solidFill>
              <a:round/>
              <a:headEnd/>
              <a:tailEnd/>
            </a:ln>
            <a:extLst>
              <a:ext uri="{909E8E84-426E-40DD-AFC4-6F175D3DCCD1}">
                <a14:hiddenFill xmlns:a14="http://schemas.microsoft.com/office/drawing/2010/main">
                  <a:noFill/>
                </a14:hiddenFill>
              </a:ext>
            </a:extLst>
          </p:spPr>
        </p:cxnSp>
        <p:cxnSp>
          <p:nvCxnSpPr>
            <p:cNvPr id="7" name="AutoShape 32">
              <a:extLst>
                <a:ext uri="{FF2B5EF4-FFF2-40B4-BE49-F238E27FC236}">
                  <a16:creationId xmlns:a16="http://schemas.microsoft.com/office/drawing/2014/main" id="{02BA7361-DA7F-BB53-79FA-B4622AD7A5C9}"/>
                </a:ext>
              </a:extLst>
            </p:cNvPr>
            <p:cNvCxnSpPr>
              <a:cxnSpLocks noChangeShapeType="1"/>
              <a:stCxn id="4" idx="4"/>
              <a:endCxn id="4" idx="6"/>
            </p:cNvCxnSpPr>
            <p:nvPr/>
          </p:nvCxnSpPr>
          <p:spPr bwMode="auto">
            <a:xfrm>
              <a:off x="7722419" y="498116"/>
              <a:ext cx="1018356" cy="0"/>
            </a:xfrm>
            <a:prstGeom prst="straightConnector1">
              <a:avLst/>
            </a:prstGeom>
            <a:noFill/>
            <a:ln w="25400">
              <a:solidFill>
                <a:srgbClr val="808080"/>
              </a:solidFill>
              <a:round/>
              <a:headEnd/>
              <a:tailEn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158809295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37" name="Objeto 36" hidden="1">
            <a:extLst>
              <a:ext uri="{FF2B5EF4-FFF2-40B4-BE49-F238E27FC236}">
                <a16:creationId xmlns:a16="http://schemas.microsoft.com/office/drawing/2014/main" id="{569C2300-D4F8-4305-B296-B7F2130874B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Slide do think-cell" r:id="rId4" imgW="395" imgH="394" progId="TCLayout.ActiveDocument.1">
                  <p:embed/>
                </p:oleObj>
              </mc:Choice>
              <mc:Fallback>
                <p:oleObj name="Slide do think-cell" r:id="rId4" imgW="395" imgH="394" progId="TCLayout.ActiveDocument.1">
                  <p:embed/>
                  <p:pic>
                    <p:nvPicPr>
                      <p:cNvPr id="37" name="Objeto 36" hidden="1">
                        <a:extLst>
                          <a:ext uri="{FF2B5EF4-FFF2-40B4-BE49-F238E27FC236}">
                            <a16:creationId xmlns:a16="http://schemas.microsoft.com/office/drawing/2014/main" id="{569C2300-D4F8-4305-B296-B7F2130874B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Espaço Reservado para Texto 1">
            <a:extLst>
              <a:ext uri="{FF2B5EF4-FFF2-40B4-BE49-F238E27FC236}">
                <a16:creationId xmlns:a16="http://schemas.microsoft.com/office/drawing/2014/main" id="{7B9BD12D-4C6D-473F-B00F-D933483AF9D7}"/>
              </a:ext>
            </a:extLst>
          </p:cNvPr>
          <p:cNvSpPr>
            <a:spLocks noGrp="1"/>
          </p:cNvSpPr>
          <p:nvPr>
            <p:ph type="body" sz="quarter" idx="14"/>
          </p:nvPr>
        </p:nvSpPr>
        <p:spPr/>
        <p:txBody>
          <a:bodyPr/>
          <a:lstStyle/>
          <a:p>
            <a:r>
              <a:rPr lang="pt-BR"/>
              <a:t>Nota: </a:t>
            </a:r>
            <a:r>
              <a:rPr lang="pt-BR" err="1"/>
              <a:t>Nubank</a:t>
            </a:r>
            <a:r>
              <a:rPr lang="pt-BR"/>
              <a:t> – apenas time de atendimento ao cliente apresenta divisão por produto</a:t>
            </a:r>
          </a:p>
          <a:p>
            <a:r>
              <a:rPr lang="pt-BR"/>
              <a:t>Fonte: Mirow &amp; Co.</a:t>
            </a:r>
          </a:p>
        </p:txBody>
      </p:sp>
      <p:sp>
        <p:nvSpPr>
          <p:cNvPr id="3" name="Título 2">
            <a:extLst>
              <a:ext uri="{FF2B5EF4-FFF2-40B4-BE49-F238E27FC236}">
                <a16:creationId xmlns:a16="http://schemas.microsoft.com/office/drawing/2014/main" id="{1B2A06AB-3FA7-4728-82F6-24E99981DA67}"/>
              </a:ext>
            </a:extLst>
          </p:cNvPr>
          <p:cNvSpPr>
            <a:spLocks noGrp="1"/>
          </p:cNvSpPr>
          <p:nvPr>
            <p:ph type="title"/>
          </p:nvPr>
        </p:nvSpPr>
        <p:spPr/>
        <p:txBody>
          <a:bodyPr vert="horz"/>
          <a:lstStyle/>
          <a:p>
            <a:r>
              <a:rPr lang="pt-BR"/>
              <a:t>A definição da estrutura comercial deve considerar perfil atual dos clientes e estratégia de crescimento – modelos por geografia, volume de receita e setor são mais comuns na indústria</a:t>
            </a:r>
          </a:p>
        </p:txBody>
      </p:sp>
      <p:cxnSp>
        <p:nvCxnSpPr>
          <p:cNvPr id="131" name="Conector reto 130">
            <a:extLst>
              <a:ext uri="{FF2B5EF4-FFF2-40B4-BE49-F238E27FC236}">
                <a16:creationId xmlns:a16="http://schemas.microsoft.com/office/drawing/2014/main" id="{206BB315-4BA4-4D9B-BB21-C95CB8E4A488}"/>
              </a:ext>
            </a:extLst>
          </p:cNvPr>
          <p:cNvCxnSpPr>
            <a:cxnSpLocks/>
          </p:cNvCxnSpPr>
          <p:nvPr/>
        </p:nvCxnSpPr>
        <p:spPr>
          <a:xfrm>
            <a:off x="1487267" y="2553002"/>
            <a:ext cx="10516213" cy="0"/>
          </a:xfrm>
          <a:prstGeom prst="line">
            <a:avLst/>
          </a:prstGeom>
          <a:ln w="9525">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33" name="Conector reto 132">
            <a:extLst>
              <a:ext uri="{FF2B5EF4-FFF2-40B4-BE49-F238E27FC236}">
                <a16:creationId xmlns:a16="http://schemas.microsoft.com/office/drawing/2014/main" id="{6D04DC8D-5A60-47EA-813E-6E4EA8B27252}"/>
              </a:ext>
            </a:extLst>
          </p:cNvPr>
          <p:cNvCxnSpPr>
            <a:cxnSpLocks/>
          </p:cNvCxnSpPr>
          <p:nvPr/>
        </p:nvCxnSpPr>
        <p:spPr>
          <a:xfrm>
            <a:off x="1487267" y="3692765"/>
            <a:ext cx="10518041" cy="0"/>
          </a:xfrm>
          <a:prstGeom prst="line">
            <a:avLst/>
          </a:prstGeom>
          <a:ln w="9525">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sp>
        <p:nvSpPr>
          <p:cNvPr id="4" name="Retângulo 3">
            <a:extLst>
              <a:ext uri="{FF2B5EF4-FFF2-40B4-BE49-F238E27FC236}">
                <a16:creationId xmlns:a16="http://schemas.microsoft.com/office/drawing/2014/main" id="{1625A9F9-6DEE-4D6A-A745-98E20481D4A8}"/>
              </a:ext>
            </a:extLst>
          </p:cNvPr>
          <p:cNvSpPr/>
          <p:nvPr/>
        </p:nvSpPr>
        <p:spPr>
          <a:xfrm>
            <a:off x="0" y="1471540"/>
            <a:ext cx="1332000" cy="1022658"/>
          </a:xfrm>
          <a:prstGeom prst="rect">
            <a:avLst/>
          </a:prstGeom>
          <a:solidFill>
            <a:schemeClr val="tx2"/>
          </a:solidFill>
          <a:ln w="12700">
            <a:noFill/>
            <a:miter lim="400000"/>
          </a:ln>
          <a:effectLst/>
        </p:spPr>
        <p:txBody>
          <a:bodyPr lIns="72000" tIns="36000" rIns="72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1" i="0" u="none" strike="noStrike" kern="1200" cap="none" spc="0" normalizeH="0" baseline="0" noProof="0">
                <a:ln>
                  <a:noFill/>
                </a:ln>
                <a:solidFill>
                  <a:prstClr val="white"/>
                </a:solidFill>
                <a:effectLst/>
                <a:uLnTx/>
                <a:uFillTx/>
                <a:latin typeface="Arial"/>
                <a:ea typeface="+mn-ea"/>
                <a:cs typeface="+mn-cs"/>
              </a:rPr>
              <a:t>Geografia</a:t>
            </a:r>
          </a:p>
        </p:txBody>
      </p:sp>
      <p:sp>
        <p:nvSpPr>
          <p:cNvPr id="6" name="Retângulo 5">
            <a:extLst>
              <a:ext uri="{FF2B5EF4-FFF2-40B4-BE49-F238E27FC236}">
                <a16:creationId xmlns:a16="http://schemas.microsoft.com/office/drawing/2014/main" id="{C987257D-3F59-433C-80C9-062EE583674D}"/>
              </a:ext>
            </a:extLst>
          </p:cNvPr>
          <p:cNvSpPr/>
          <p:nvPr/>
        </p:nvSpPr>
        <p:spPr>
          <a:xfrm>
            <a:off x="0" y="2611303"/>
            <a:ext cx="1332000" cy="1022658"/>
          </a:xfrm>
          <a:prstGeom prst="rect">
            <a:avLst/>
          </a:prstGeom>
          <a:solidFill>
            <a:schemeClr val="tx2"/>
          </a:solidFill>
          <a:ln w="12700">
            <a:noFill/>
            <a:miter lim="400000"/>
          </a:ln>
          <a:effectLst/>
        </p:spPr>
        <p:txBody>
          <a:bodyPr lIns="72000" tIns="36000" rIns="72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1" i="0" u="none" strike="noStrike" kern="1200" cap="none" spc="0" normalizeH="0" baseline="0" noProof="0">
                <a:ln>
                  <a:noFill/>
                </a:ln>
                <a:solidFill>
                  <a:prstClr val="white"/>
                </a:solidFill>
                <a:effectLst/>
                <a:uLnTx/>
                <a:uFillTx/>
                <a:latin typeface="Arial"/>
                <a:ea typeface="+mn-ea"/>
                <a:cs typeface="+mn-cs"/>
              </a:rPr>
              <a:t>Setor/segmento de cliente</a:t>
            </a:r>
          </a:p>
        </p:txBody>
      </p:sp>
      <p:sp>
        <p:nvSpPr>
          <p:cNvPr id="9" name="Retângulo 8">
            <a:extLst>
              <a:ext uri="{FF2B5EF4-FFF2-40B4-BE49-F238E27FC236}">
                <a16:creationId xmlns:a16="http://schemas.microsoft.com/office/drawing/2014/main" id="{51465CAB-CFA1-4ADE-9B21-99752DBAC795}"/>
              </a:ext>
            </a:extLst>
          </p:cNvPr>
          <p:cNvSpPr/>
          <p:nvPr/>
        </p:nvSpPr>
        <p:spPr>
          <a:xfrm>
            <a:off x="0" y="3751066"/>
            <a:ext cx="1332000" cy="1022658"/>
          </a:xfrm>
          <a:prstGeom prst="rect">
            <a:avLst/>
          </a:prstGeom>
          <a:solidFill>
            <a:schemeClr val="tx2"/>
          </a:solidFill>
          <a:ln w="12700">
            <a:noFill/>
            <a:miter lim="400000"/>
          </a:ln>
          <a:effectLst/>
        </p:spPr>
        <p:txBody>
          <a:bodyPr lIns="72000" tIns="36000" rIns="72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1" i="0" u="none" strike="noStrike" kern="1200" cap="none" spc="0" normalizeH="0" baseline="0" noProof="0">
                <a:ln>
                  <a:noFill/>
                </a:ln>
                <a:solidFill>
                  <a:prstClr val="white"/>
                </a:solidFill>
                <a:effectLst/>
                <a:uLnTx/>
                <a:uFillTx/>
                <a:latin typeface="Arial"/>
                <a:ea typeface="+mn-ea"/>
                <a:cs typeface="+mn-cs"/>
              </a:rPr>
              <a:t>Produto</a:t>
            </a:r>
          </a:p>
        </p:txBody>
      </p:sp>
      <p:sp>
        <p:nvSpPr>
          <p:cNvPr id="35" name="Retângulo 34">
            <a:extLst>
              <a:ext uri="{FF2B5EF4-FFF2-40B4-BE49-F238E27FC236}">
                <a16:creationId xmlns:a16="http://schemas.microsoft.com/office/drawing/2014/main" id="{EB512D14-2175-C1B3-E188-28153CF6F4A1}"/>
              </a:ext>
            </a:extLst>
          </p:cNvPr>
          <p:cNvSpPr/>
          <p:nvPr/>
        </p:nvSpPr>
        <p:spPr>
          <a:xfrm>
            <a:off x="0" y="4890829"/>
            <a:ext cx="1332000" cy="1337598"/>
          </a:xfrm>
          <a:prstGeom prst="rect">
            <a:avLst/>
          </a:prstGeom>
          <a:solidFill>
            <a:schemeClr val="tx2"/>
          </a:solidFill>
          <a:ln w="12700">
            <a:noFill/>
            <a:miter lim="400000"/>
          </a:ln>
          <a:effectLst/>
        </p:spPr>
        <p:txBody>
          <a:bodyPr lIns="72000" tIns="36000" rIns="72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1" i="0" u="none" strike="noStrike" kern="1200" cap="none" spc="0" normalizeH="0" baseline="0" noProof="0">
                <a:ln>
                  <a:noFill/>
                </a:ln>
                <a:solidFill>
                  <a:prstClr val="white"/>
                </a:solidFill>
                <a:effectLst/>
                <a:uLnTx/>
                <a:uFillTx/>
                <a:latin typeface="Arial"/>
                <a:ea typeface="+mn-ea"/>
                <a:cs typeface="+mn-cs"/>
              </a:rPr>
              <a:t>Híbrido</a:t>
            </a:r>
          </a:p>
        </p:txBody>
      </p:sp>
      <p:cxnSp>
        <p:nvCxnSpPr>
          <p:cNvPr id="53" name="AutoShape 36">
            <a:extLst>
              <a:ext uri="{FF2B5EF4-FFF2-40B4-BE49-F238E27FC236}">
                <a16:creationId xmlns:a16="http://schemas.microsoft.com/office/drawing/2014/main" id="{38DF4D33-2156-41DA-87A8-F51184F9EB39}"/>
              </a:ext>
            </a:extLst>
          </p:cNvPr>
          <p:cNvCxnSpPr>
            <a:cxnSpLocks noChangeShapeType="1"/>
            <a:stCxn id="65" idx="0"/>
            <a:endCxn id="52" idx="2"/>
          </p:cNvCxnSpPr>
          <p:nvPr/>
        </p:nvCxnSpPr>
        <p:spPr bwMode="auto">
          <a:xfrm rot="5400000" flipH="1" flipV="1">
            <a:off x="2588068" y="1188830"/>
            <a:ext cx="211921" cy="1516582"/>
          </a:xfrm>
          <a:prstGeom prst="bentConnector3">
            <a:avLst>
              <a:gd name="adj1" fmla="val 50000"/>
            </a:avLst>
          </a:prstGeom>
          <a:ln w="19050" cap="flat">
            <a:solidFill>
              <a:schemeClr val="bg1">
                <a:lumMod val="65000"/>
              </a:schemeClr>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4" name="AutoShape 48">
            <a:extLst>
              <a:ext uri="{FF2B5EF4-FFF2-40B4-BE49-F238E27FC236}">
                <a16:creationId xmlns:a16="http://schemas.microsoft.com/office/drawing/2014/main" id="{C05D313D-1171-4115-A5C6-2614D498DA2A}"/>
              </a:ext>
            </a:extLst>
          </p:cNvPr>
          <p:cNvCxnSpPr>
            <a:cxnSpLocks noChangeShapeType="1"/>
            <a:stCxn id="52" idx="2"/>
            <a:endCxn id="70" idx="0"/>
          </p:cNvCxnSpPr>
          <p:nvPr/>
        </p:nvCxnSpPr>
        <p:spPr bwMode="auto">
          <a:xfrm rot="16200000" flipH="1">
            <a:off x="3599423" y="1694055"/>
            <a:ext cx="211921" cy="506129"/>
          </a:xfrm>
          <a:prstGeom prst="bentConnector3">
            <a:avLst>
              <a:gd name="adj1" fmla="val 50000"/>
            </a:avLst>
          </a:prstGeom>
          <a:ln w="19050" cap="flat">
            <a:solidFill>
              <a:schemeClr val="bg1">
                <a:lumMod val="65000"/>
              </a:schemeClr>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5" name="AutoShape 48">
            <a:extLst>
              <a:ext uri="{FF2B5EF4-FFF2-40B4-BE49-F238E27FC236}">
                <a16:creationId xmlns:a16="http://schemas.microsoft.com/office/drawing/2014/main" id="{E18A1D19-767B-48C4-B4E2-CC2380E3A4CB}"/>
              </a:ext>
            </a:extLst>
          </p:cNvPr>
          <p:cNvCxnSpPr>
            <a:cxnSpLocks noChangeShapeType="1"/>
            <a:stCxn id="52" idx="2"/>
            <a:endCxn id="69" idx="0"/>
          </p:cNvCxnSpPr>
          <p:nvPr/>
        </p:nvCxnSpPr>
        <p:spPr bwMode="auto">
          <a:xfrm rot="5400000">
            <a:off x="3093295" y="1694056"/>
            <a:ext cx="211921" cy="506129"/>
          </a:xfrm>
          <a:prstGeom prst="bentConnector3">
            <a:avLst>
              <a:gd name="adj1" fmla="val 50000"/>
            </a:avLst>
          </a:prstGeom>
          <a:ln w="19050" cap="flat">
            <a:solidFill>
              <a:schemeClr val="bg1">
                <a:lumMod val="65000"/>
              </a:schemeClr>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2" name="Rectangle 8">
            <a:extLst>
              <a:ext uri="{FF2B5EF4-FFF2-40B4-BE49-F238E27FC236}">
                <a16:creationId xmlns:a16="http://schemas.microsoft.com/office/drawing/2014/main" id="{E6612891-B932-4B76-B5E2-F5B760FBA204}"/>
              </a:ext>
            </a:extLst>
          </p:cNvPr>
          <p:cNvSpPr>
            <a:spLocks noChangeArrowheads="1"/>
          </p:cNvSpPr>
          <p:nvPr/>
        </p:nvSpPr>
        <p:spPr bwMode="auto">
          <a:xfrm>
            <a:off x="3003850" y="1553160"/>
            <a:ext cx="896937" cy="288000"/>
          </a:xfrm>
          <a:prstGeom prst="rect">
            <a:avLst/>
          </a:prstGeom>
          <a:solidFill>
            <a:schemeClr val="accent1"/>
          </a:solidFill>
          <a:ln w="9525" algn="ctr">
            <a:noFill/>
            <a:miter lim="800000"/>
            <a:headEnd/>
            <a:tailEnd/>
          </a:ln>
        </p:spPr>
        <p:txBody>
          <a:bodyPr lIns="72000" tIns="72000" rIns="72000" bIns="72000" anchor="ctr" anchorCtr="1"/>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pt-BR" sz="1000" b="1" i="0" u="none" strike="noStrike" kern="1200" cap="none" spc="0" normalizeH="0" baseline="0" noProof="0">
                <a:ln>
                  <a:noFill/>
                </a:ln>
                <a:solidFill>
                  <a:srgbClr val="071C25"/>
                </a:solidFill>
                <a:effectLst/>
                <a:uLnTx/>
                <a:uFillTx/>
                <a:latin typeface="Arial"/>
                <a:ea typeface="+mn-ea"/>
                <a:cs typeface="+mn-cs"/>
              </a:rPr>
              <a:t>Vendas</a:t>
            </a:r>
          </a:p>
        </p:txBody>
      </p:sp>
      <p:grpSp>
        <p:nvGrpSpPr>
          <p:cNvPr id="145" name="Group 144">
            <a:extLst>
              <a:ext uri="{FF2B5EF4-FFF2-40B4-BE49-F238E27FC236}">
                <a16:creationId xmlns:a16="http://schemas.microsoft.com/office/drawing/2014/main" id="{C98CC48E-2B93-6590-5D91-F644AD0CFCD1}"/>
              </a:ext>
            </a:extLst>
          </p:cNvPr>
          <p:cNvGrpSpPr/>
          <p:nvPr/>
        </p:nvGrpSpPr>
        <p:grpSpPr>
          <a:xfrm>
            <a:off x="1487268" y="2053081"/>
            <a:ext cx="3931905" cy="360000"/>
            <a:chOff x="1475086" y="1508753"/>
            <a:chExt cx="3931905" cy="360000"/>
          </a:xfrm>
          <a:solidFill>
            <a:schemeClr val="accent1"/>
          </a:solidFill>
        </p:grpSpPr>
        <p:sp>
          <p:nvSpPr>
            <p:cNvPr id="65" name="Rectangle 8">
              <a:extLst>
                <a:ext uri="{FF2B5EF4-FFF2-40B4-BE49-F238E27FC236}">
                  <a16:creationId xmlns:a16="http://schemas.microsoft.com/office/drawing/2014/main" id="{750310E0-90CF-4B57-AD61-5FAD5E3A1FF2}"/>
                </a:ext>
              </a:extLst>
            </p:cNvPr>
            <p:cNvSpPr>
              <a:spLocks noChangeArrowheads="1"/>
            </p:cNvSpPr>
            <p:nvPr/>
          </p:nvSpPr>
          <p:spPr bwMode="auto">
            <a:xfrm>
              <a:off x="1475086" y="1508753"/>
              <a:ext cx="896937" cy="360000"/>
            </a:xfrm>
            <a:prstGeom prst="rect">
              <a:avLst/>
            </a:prstGeom>
            <a:grpFill/>
            <a:ln w="9525" algn="ctr">
              <a:noFill/>
              <a:miter lim="800000"/>
              <a:headEnd/>
              <a:tailEnd/>
            </a:ln>
          </p:spPr>
          <p:txBody>
            <a:bodyPr lIns="72000" tIns="72000" rIns="72000" bIns="72000" anchor="ctr" anchorCtr="1"/>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pt-BR" sz="1000" b="0" i="0" u="none" strike="noStrike" kern="1200" cap="none" spc="0" normalizeH="0" baseline="0" noProof="0">
                  <a:ln>
                    <a:noFill/>
                  </a:ln>
                  <a:solidFill>
                    <a:srgbClr val="071C25"/>
                  </a:solidFill>
                  <a:effectLst/>
                  <a:uLnTx/>
                  <a:uFillTx/>
                  <a:latin typeface="Arial"/>
                  <a:ea typeface="+mn-ea"/>
                  <a:cs typeface="+mn-cs"/>
                </a:rPr>
                <a:t>Região A</a:t>
              </a:r>
            </a:p>
          </p:txBody>
        </p:sp>
        <p:sp>
          <p:nvSpPr>
            <p:cNvPr id="69" name="Rectangle 8">
              <a:extLst>
                <a:ext uri="{FF2B5EF4-FFF2-40B4-BE49-F238E27FC236}">
                  <a16:creationId xmlns:a16="http://schemas.microsoft.com/office/drawing/2014/main" id="{EA283DE0-7703-4646-9D67-3F83856B0EF5}"/>
                </a:ext>
              </a:extLst>
            </p:cNvPr>
            <p:cNvSpPr>
              <a:spLocks noChangeArrowheads="1"/>
            </p:cNvSpPr>
            <p:nvPr/>
          </p:nvSpPr>
          <p:spPr bwMode="auto">
            <a:xfrm>
              <a:off x="2485539" y="1508753"/>
              <a:ext cx="896937" cy="360000"/>
            </a:xfrm>
            <a:prstGeom prst="rect">
              <a:avLst/>
            </a:prstGeom>
            <a:grpFill/>
            <a:ln w="9525" algn="ctr">
              <a:noFill/>
              <a:miter lim="800000"/>
              <a:headEnd/>
              <a:tailEnd/>
            </a:ln>
          </p:spPr>
          <p:txBody>
            <a:bodyPr lIns="72000" tIns="72000" rIns="72000" bIns="72000" anchor="ctr" anchorCtr="1"/>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pt-BR" sz="1000" b="0" i="0" u="none" strike="noStrike" kern="1200" cap="none" spc="0" normalizeH="0" baseline="0" noProof="0">
                  <a:ln>
                    <a:noFill/>
                  </a:ln>
                  <a:solidFill>
                    <a:srgbClr val="071C25"/>
                  </a:solidFill>
                  <a:effectLst/>
                  <a:uLnTx/>
                  <a:uFillTx/>
                  <a:latin typeface="Arial"/>
                  <a:ea typeface="+mn-ea"/>
                  <a:cs typeface="+mn-cs"/>
                </a:rPr>
                <a:t>Região B</a:t>
              </a:r>
            </a:p>
          </p:txBody>
        </p:sp>
        <p:sp>
          <p:nvSpPr>
            <p:cNvPr id="70" name="Rectangle 8">
              <a:extLst>
                <a:ext uri="{FF2B5EF4-FFF2-40B4-BE49-F238E27FC236}">
                  <a16:creationId xmlns:a16="http://schemas.microsoft.com/office/drawing/2014/main" id="{CC4D840A-8CE0-414A-A59B-8370B343642F}"/>
                </a:ext>
              </a:extLst>
            </p:cNvPr>
            <p:cNvSpPr>
              <a:spLocks noChangeArrowheads="1"/>
            </p:cNvSpPr>
            <p:nvPr/>
          </p:nvSpPr>
          <p:spPr bwMode="auto">
            <a:xfrm>
              <a:off x="3497797" y="1508753"/>
              <a:ext cx="896937" cy="360000"/>
            </a:xfrm>
            <a:prstGeom prst="rect">
              <a:avLst/>
            </a:prstGeom>
            <a:grpFill/>
            <a:ln w="9525" algn="ctr">
              <a:noFill/>
              <a:miter lim="800000"/>
              <a:headEnd/>
              <a:tailEnd/>
            </a:ln>
          </p:spPr>
          <p:txBody>
            <a:bodyPr lIns="72000" tIns="72000" rIns="72000" bIns="72000" anchor="ctr" anchorCtr="1"/>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pt-BR" sz="1000" b="0" i="0" u="none" strike="noStrike" kern="1200" cap="none" spc="0" normalizeH="0" baseline="0" noProof="0">
                  <a:ln>
                    <a:noFill/>
                  </a:ln>
                  <a:solidFill>
                    <a:srgbClr val="071C25"/>
                  </a:solidFill>
                  <a:effectLst/>
                  <a:uLnTx/>
                  <a:uFillTx/>
                  <a:latin typeface="Arial"/>
                  <a:ea typeface="+mn-ea"/>
                  <a:cs typeface="+mn-cs"/>
                </a:rPr>
                <a:t>Região C</a:t>
              </a:r>
            </a:p>
          </p:txBody>
        </p:sp>
        <p:sp>
          <p:nvSpPr>
            <p:cNvPr id="71" name="Rectangle 8">
              <a:extLst>
                <a:ext uri="{FF2B5EF4-FFF2-40B4-BE49-F238E27FC236}">
                  <a16:creationId xmlns:a16="http://schemas.microsoft.com/office/drawing/2014/main" id="{3F0A78C5-6574-441E-9E7C-6D5979D0F4CB}"/>
                </a:ext>
              </a:extLst>
            </p:cNvPr>
            <p:cNvSpPr>
              <a:spLocks noChangeArrowheads="1"/>
            </p:cNvSpPr>
            <p:nvPr/>
          </p:nvSpPr>
          <p:spPr bwMode="auto">
            <a:xfrm>
              <a:off x="4510054" y="1508753"/>
              <a:ext cx="896937" cy="360000"/>
            </a:xfrm>
            <a:prstGeom prst="rect">
              <a:avLst/>
            </a:prstGeom>
            <a:grpFill/>
            <a:ln w="9525" algn="ctr">
              <a:noFill/>
              <a:miter lim="800000"/>
              <a:headEnd/>
              <a:tailEnd/>
            </a:ln>
          </p:spPr>
          <p:txBody>
            <a:bodyPr lIns="72000" tIns="72000" rIns="72000" bIns="72000" anchor="ctr" anchorCtr="1"/>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pt-BR" sz="1000" b="0" i="0" u="none" strike="noStrike" kern="1200" cap="none" spc="0" normalizeH="0" baseline="0" noProof="0">
                  <a:ln>
                    <a:noFill/>
                  </a:ln>
                  <a:solidFill>
                    <a:srgbClr val="071C25"/>
                  </a:solidFill>
                  <a:effectLst/>
                  <a:uLnTx/>
                  <a:uFillTx/>
                  <a:latin typeface="Arial"/>
                  <a:ea typeface="+mn-ea"/>
                  <a:cs typeface="+mn-cs"/>
                </a:rPr>
                <a:t>...</a:t>
              </a:r>
            </a:p>
          </p:txBody>
        </p:sp>
      </p:grpSp>
      <p:cxnSp>
        <p:nvCxnSpPr>
          <p:cNvPr id="75" name="AutoShape 48">
            <a:extLst>
              <a:ext uri="{FF2B5EF4-FFF2-40B4-BE49-F238E27FC236}">
                <a16:creationId xmlns:a16="http://schemas.microsoft.com/office/drawing/2014/main" id="{E8A4B761-1BA6-483F-BF49-4E036CD91CD2}"/>
              </a:ext>
            </a:extLst>
          </p:cNvPr>
          <p:cNvCxnSpPr>
            <a:cxnSpLocks noChangeShapeType="1"/>
            <a:stCxn id="52" idx="2"/>
            <a:endCxn id="71" idx="0"/>
          </p:cNvCxnSpPr>
          <p:nvPr/>
        </p:nvCxnSpPr>
        <p:spPr bwMode="auto">
          <a:xfrm rot="16200000" flipH="1">
            <a:off x="4105552" y="1187927"/>
            <a:ext cx="211921" cy="1518386"/>
          </a:xfrm>
          <a:prstGeom prst="bentConnector3">
            <a:avLst>
              <a:gd name="adj1" fmla="val 50000"/>
            </a:avLst>
          </a:prstGeom>
          <a:ln w="19050" cap="flat">
            <a:solidFill>
              <a:schemeClr val="bg1">
                <a:lumMod val="65000"/>
              </a:schemeClr>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1" name="AutoShape 36">
            <a:extLst>
              <a:ext uri="{FF2B5EF4-FFF2-40B4-BE49-F238E27FC236}">
                <a16:creationId xmlns:a16="http://schemas.microsoft.com/office/drawing/2014/main" id="{E8F1089D-94EB-4E5F-B8A4-114CBAD79391}"/>
              </a:ext>
            </a:extLst>
          </p:cNvPr>
          <p:cNvCxnSpPr>
            <a:cxnSpLocks noChangeShapeType="1"/>
            <a:stCxn id="94" idx="0"/>
            <a:endCxn id="90" idx="2"/>
          </p:cNvCxnSpPr>
          <p:nvPr/>
        </p:nvCxnSpPr>
        <p:spPr bwMode="auto">
          <a:xfrm rot="5400000" flipH="1" flipV="1">
            <a:off x="2588068" y="2328593"/>
            <a:ext cx="211921" cy="1516582"/>
          </a:xfrm>
          <a:prstGeom prst="bentConnector3">
            <a:avLst>
              <a:gd name="adj1" fmla="val 50000"/>
            </a:avLst>
          </a:prstGeom>
          <a:ln w="19050" cap="flat">
            <a:solidFill>
              <a:schemeClr val="bg1">
                <a:lumMod val="65000"/>
              </a:schemeClr>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2" name="AutoShape 48">
            <a:extLst>
              <a:ext uri="{FF2B5EF4-FFF2-40B4-BE49-F238E27FC236}">
                <a16:creationId xmlns:a16="http://schemas.microsoft.com/office/drawing/2014/main" id="{92C20039-3B6F-4D9C-BD19-48234B55789F}"/>
              </a:ext>
            </a:extLst>
          </p:cNvPr>
          <p:cNvCxnSpPr>
            <a:cxnSpLocks noChangeShapeType="1"/>
            <a:stCxn id="90" idx="2"/>
            <a:endCxn id="96" idx="0"/>
          </p:cNvCxnSpPr>
          <p:nvPr/>
        </p:nvCxnSpPr>
        <p:spPr bwMode="auto">
          <a:xfrm rot="16200000" flipH="1">
            <a:off x="3599423" y="2833818"/>
            <a:ext cx="211921" cy="506129"/>
          </a:xfrm>
          <a:prstGeom prst="bentConnector3">
            <a:avLst>
              <a:gd name="adj1" fmla="val 50000"/>
            </a:avLst>
          </a:prstGeom>
          <a:ln w="19050" cap="flat">
            <a:solidFill>
              <a:schemeClr val="bg1">
                <a:lumMod val="65000"/>
              </a:schemeClr>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3" name="AutoShape 48">
            <a:extLst>
              <a:ext uri="{FF2B5EF4-FFF2-40B4-BE49-F238E27FC236}">
                <a16:creationId xmlns:a16="http://schemas.microsoft.com/office/drawing/2014/main" id="{A5D9CCA1-ED10-4883-AE31-645FA1564203}"/>
              </a:ext>
            </a:extLst>
          </p:cNvPr>
          <p:cNvCxnSpPr>
            <a:cxnSpLocks noChangeShapeType="1"/>
            <a:stCxn id="90" idx="2"/>
            <a:endCxn id="95" idx="0"/>
          </p:cNvCxnSpPr>
          <p:nvPr/>
        </p:nvCxnSpPr>
        <p:spPr bwMode="auto">
          <a:xfrm rot="5400000">
            <a:off x="3093295" y="2833819"/>
            <a:ext cx="211921" cy="506129"/>
          </a:xfrm>
          <a:prstGeom prst="bentConnector3">
            <a:avLst>
              <a:gd name="adj1" fmla="val 50000"/>
            </a:avLst>
          </a:prstGeom>
          <a:ln w="19050" cap="flat">
            <a:solidFill>
              <a:schemeClr val="bg1">
                <a:lumMod val="65000"/>
              </a:schemeClr>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0" name="Rectangle 8">
            <a:extLst>
              <a:ext uri="{FF2B5EF4-FFF2-40B4-BE49-F238E27FC236}">
                <a16:creationId xmlns:a16="http://schemas.microsoft.com/office/drawing/2014/main" id="{6AC6CC81-69D6-4C0E-ACC7-4EA0FCC07F6D}"/>
              </a:ext>
            </a:extLst>
          </p:cNvPr>
          <p:cNvSpPr>
            <a:spLocks noChangeArrowheads="1"/>
          </p:cNvSpPr>
          <p:nvPr/>
        </p:nvSpPr>
        <p:spPr bwMode="auto">
          <a:xfrm>
            <a:off x="3003850" y="2692923"/>
            <a:ext cx="896937" cy="288000"/>
          </a:xfrm>
          <a:prstGeom prst="rect">
            <a:avLst/>
          </a:prstGeom>
          <a:solidFill>
            <a:schemeClr val="accent1"/>
          </a:solidFill>
          <a:ln w="9525" algn="ctr">
            <a:noFill/>
            <a:miter lim="800000"/>
            <a:headEnd/>
            <a:tailEnd/>
          </a:ln>
        </p:spPr>
        <p:txBody>
          <a:bodyPr lIns="72000" tIns="72000" rIns="72000" bIns="72000" anchor="ctr" anchorCtr="1"/>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pt-BR" sz="1000" b="1" i="0" u="none" strike="noStrike" kern="1200" cap="none" spc="0" normalizeH="0" baseline="0" noProof="0">
                <a:ln>
                  <a:noFill/>
                </a:ln>
                <a:solidFill>
                  <a:srgbClr val="071C25"/>
                </a:solidFill>
                <a:effectLst/>
                <a:uLnTx/>
                <a:uFillTx/>
                <a:latin typeface="Arial"/>
                <a:ea typeface="+mn-ea"/>
                <a:cs typeface="+mn-cs"/>
              </a:rPr>
              <a:t>Vendas</a:t>
            </a:r>
          </a:p>
        </p:txBody>
      </p:sp>
      <p:grpSp>
        <p:nvGrpSpPr>
          <p:cNvPr id="142" name="Group 141">
            <a:extLst>
              <a:ext uri="{FF2B5EF4-FFF2-40B4-BE49-F238E27FC236}">
                <a16:creationId xmlns:a16="http://schemas.microsoft.com/office/drawing/2014/main" id="{ED94234B-8FE0-1E08-B637-D30A71FB2F71}"/>
              </a:ext>
            </a:extLst>
          </p:cNvPr>
          <p:cNvGrpSpPr/>
          <p:nvPr/>
        </p:nvGrpSpPr>
        <p:grpSpPr>
          <a:xfrm>
            <a:off x="1487268" y="3192844"/>
            <a:ext cx="3931905" cy="360000"/>
            <a:chOff x="1475086" y="2387712"/>
            <a:chExt cx="3931905" cy="360000"/>
          </a:xfrm>
          <a:solidFill>
            <a:schemeClr val="accent1"/>
          </a:solidFill>
        </p:grpSpPr>
        <p:sp>
          <p:nvSpPr>
            <p:cNvPr id="94" name="Rectangle 8">
              <a:extLst>
                <a:ext uri="{FF2B5EF4-FFF2-40B4-BE49-F238E27FC236}">
                  <a16:creationId xmlns:a16="http://schemas.microsoft.com/office/drawing/2014/main" id="{38DC3A2E-789E-456E-915E-E92C4AB1C8FA}"/>
                </a:ext>
              </a:extLst>
            </p:cNvPr>
            <p:cNvSpPr>
              <a:spLocks noChangeArrowheads="1"/>
            </p:cNvSpPr>
            <p:nvPr/>
          </p:nvSpPr>
          <p:spPr bwMode="auto">
            <a:xfrm>
              <a:off x="1475086" y="2387712"/>
              <a:ext cx="896937" cy="360000"/>
            </a:xfrm>
            <a:prstGeom prst="rect">
              <a:avLst/>
            </a:prstGeom>
            <a:grpFill/>
            <a:ln w="9525" algn="ctr">
              <a:noFill/>
              <a:miter lim="800000"/>
              <a:headEnd/>
              <a:tailEnd/>
            </a:ln>
          </p:spPr>
          <p:txBody>
            <a:bodyPr lIns="72000" tIns="72000" rIns="72000" bIns="72000" anchor="ctr" anchorCtr="1"/>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pt-BR" sz="1000" b="0" i="0" u="none" strike="noStrike" kern="1200" cap="none" spc="0" normalizeH="0" baseline="0" noProof="0" err="1">
                  <a:ln>
                    <a:noFill/>
                  </a:ln>
                  <a:solidFill>
                    <a:srgbClr val="071C25"/>
                  </a:solidFill>
                  <a:effectLst/>
                  <a:uLnTx/>
                  <a:uFillTx/>
                  <a:latin typeface="Arial"/>
                  <a:ea typeface="+mn-ea"/>
                  <a:cs typeface="+mn-cs"/>
                </a:rPr>
                <a:t>Segm</a:t>
              </a:r>
              <a:r>
                <a:rPr kumimoji="0" lang="pt-BR" sz="1000" b="0" i="0" u="none" strike="noStrike" kern="1200" cap="none" spc="0" normalizeH="0" baseline="0" noProof="0">
                  <a:ln>
                    <a:noFill/>
                  </a:ln>
                  <a:solidFill>
                    <a:srgbClr val="071C25"/>
                  </a:solidFill>
                  <a:effectLst/>
                  <a:uLnTx/>
                  <a:uFillTx/>
                  <a:latin typeface="Arial"/>
                  <a:ea typeface="+mn-ea"/>
                  <a:cs typeface="+mn-cs"/>
                </a:rPr>
                <a:t>. 1</a:t>
              </a:r>
            </a:p>
          </p:txBody>
        </p:sp>
        <p:sp>
          <p:nvSpPr>
            <p:cNvPr id="95" name="Rectangle 8">
              <a:extLst>
                <a:ext uri="{FF2B5EF4-FFF2-40B4-BE49-F238E27FC236}">
                  <a16:creationId xmlns:a16="http://schemas.microsoft.com/office/drawing/2014/main" id="{4366F79E-2CCB-4577-B51E-C979E94E7390}"/>
                </a:ext>
              </a:extLst>
            </p:cNvPr>
            <p:cNvSpPr>
              <a:spLocks noChangeArrowheads="1"/>
            </p:cNvSpPr>
            <p:nvPr/>
          </p:nvSpPr>
          <p:spPr bwMode="auto">
            <a:xfrm>
              <a:off x="2485539" y="2387712"/>
              <a:ext cx="896937" cy="360000"/>
            </a:xfrm>
            <a:prstGeom prst="rect">
              <a:avLst/>
            </a:prstGeom>
            <a:grpFill/>
            <a:ln w="9525" algn="ctr">
              <a:noFill/>
              <a:miter lim="800000"/>
              <a:headEnd/>
              <a:tailEnd/>
            </a:ln>
          </p:spPr>
          <p:txBody>
            <a:bodyPr lIns="72000" tIns="72000" rIns="72000" bIns="72000" anchor="ctr" anchorCtr="1"/>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pt-BR" sz="1000" b="0" i="0" u="none" strike="noStrike" kern="1200" cap="none" spc="0" normalizeH="0" baseline="0" noProof="0" err="1">
                  <a:ln>
                    <a:noFill/>
                  </a:ln>
                  <a:solidFill>
                    <a:srgbClr val="071C25"/>
                  </a:solidFill>
                  <a:effectLst/>
                  <a:uLnTx/>
                  <a:uFillTx/>
                  <a:latin typeface="Arial"/>
                  <a:ea typeface="+mn-ea"/>
                  <a:cs typeface="+mn-cs"/>
                </a:rPr>
                <a:t>Segm</a:t>
              </a:r>
              <a:r>
                <a:rPr kumimoji="0" lang="pt-BR" sz="1000" b="0" i="0" u="none" strike="noStrike" kern="1200" cap="none" spc="0" normalizeH="0" baseline="0" noProof="0">
                  <a:ln>
                    <a:noFill/>
                  </a:ln>
                  <a:solidFill>
                    <a:srgbClr val="071C25"/>
                  </a:solidFill>
                  <a:effectLst/>
                  <a:uLnTx/>
                  <a:uFillTx/>
                  <a:latin typeface="Arial"/>
                  <a:ea typeface="+mn-ea"/>
                  <a:cs typeface="+mn-cs"/>
                </a:rPr>
                <a:t>. 2</a:t>
              </a:r>
            </a:p>
          </p:txBody>
        </p:sp>
        <p:sp>
          <p:nvSpPr>
            <p:cNvPr id="96" name="Rectangle 8">
              <a:extLst>
                <a:ext uri="{FF2B5EF4-FFF2-40B4-BE49-F238E27FC236}">
                  <a16:creationId xmlns:a16="http://schemas.microsoft.com/office/drawing/2014/main" id="{450D5614-EE9E-4986-B904-2C1F33C4CA78}"/>
                </a:ext>
              </a:extLst>
            </p:cNvPr>
            <p:cNvSpPr>
              <a:spLocks noChangeArrowheads="1"/>
            </p:cNvSpPr>
            <p:nvPr/>
          </p:nvSpPr>
          <p:spPr bwMode="auto">
            <a:xfrm>
              <a:off x="3497797" y="2387712"/>
              <a:ext cx="896937" cy="360000"/>
            </a:xfrm>
            <a:prstGeom prst="rect">
              <a:avLst/>
            </a:prstGeom>
            <a:grpFill/>
            <a:ln w="9525" algn="ctr">
              <a:noFill/>
              <a:miter lim="800000"/>
              <a:headEnd/>
              <a:tailEnd/>
            </a:ln>
          </p:spPr>
          <p:txBody>
            <a:bodyPr lIns="72000" tIns="72000" rIns="72000" bIns="72000" anchor="ctr" anchorCtr="1"/>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pt-BR" sz="1000" b="0" i="0" u="none" strike="noStrike" kern="1200" cap="none" spc="0" normalizeH="0" baseline="0" noProof="0">
                  <a:ln>
                    <a:noFill/>
                  </a:ln>
                  <a:solidFill>
                    <a:srgbClr val="071C25"/>
                  </a:solidFill>
                  <a:effectLst/>
                  <a:uLnTx/>
                  <a:uFillTx/>
                  <a:latin typeface="Arial"/>
                  <a:ea typeface="+mn-ea"/>
                  <a:cs typeface="+mn-cs"/>
                </a:rPr>
                <a:t>Segm. 3</a:t>
              </a:r>
            </a:p>
          </p:txBody>
        </p:sp>
        <p:sp>
          <p:nvSpPr>
            <p:cNvPr id="97" name="Rectangle 8">
              <a:extLst>
                <a:ext uri="{FF2B5EF4-FFF2-40B4-BE49-F238E27FC236}">
                  <a16:creationId xmlns:a16="http://schemas.microsoft.com/office/drawing/2014/main" id="{06EDECCE-8190-4519-8740-2145D505EDAE}"/>
                </a:ext>
              </a:extLst>
            </p:cNvPr>
            <p:cNvSpPr>
              <a:spLocks noChangeArrowheads="1"/>
            </p:cNvSpPr>
            <p:nvPr/>
          </p:nvSpPr>
          <p:spPr bwMode="auto">
            <a:xfrm>
              <a:off x="4510054" y="2387712"/>
              <a:ext cx="896937" cy="360000"/>
            </a:xfrm>
            <a:prstGeom prst="rect">
              <a:avLst/>
            </a:prstGeom>
            <a:grpFill/>
            <a:ln w="9525" algn="ctr">
              <a:noFill/>
              <a:miter lim="800000"/>
              <a:headEnd/>
              <a:tailEnd/>
            </a:ln>
          </p:spPr>
          <p:txBody>
            <a:bodyPr lIns="72000" tIns="72000" rIns="72000" bIns="72000" anchor="ctr" anchorCtr="1"/>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pt-BR" sz="1000" b="0" i="0" u="none" strike="noStrike" kern="1200" cap="none" spc="0" normalizeH="0" baseline="0" noProof="0">
                  <a:ln>
                    <a:noFill/>
                  </a:ln>
                  <a:solidFill>
                    <a:srgbClr val="071C25"/>
                  </a:solidFill>
                  <a:effectLst/>
                  <a:uLnTx/>
                  <a:uFillTx/>
                  <a:latin typeface="Arial"/>
                  <a:ea typeface="+mn-ea"/>
                  <a:cs typeface="+mn-cs"/>
                </a:rPr>
                <a:t>...</a:t>
              </a:r>
            </a:p>
          </p:txBody>
        </p:sp>
      </p:grpSp>
      <p:cxnSp>
        <p:nvCxnSpPr>
          <p:cNvPr id="98" name="AutoShape 48">
            <a:extLst>
              <a:ext uri="{FF2B5EF4-FFF2-40B4-BE49-F238E27FC236}">
                <a16:creationId xmlns:a16="http://schemas.microsoft.com/office/drawing/2014/main" id="{CE7166AF-FD15-430E-8367-CBFFF89A252B}"/>
              </a:ext>
            </a:extLst>
          </p:cNvPr>
          <p:cNvCxnSpPr>
            <a:cxnSpLocks noChangeShapeType="1"/>
            <a:stCxn id="90" idx="2"/>
            <a:endCxn id="97" idx="0"/>
          </p:cNvCxnSpPr>
          <p:nvPr/>
        </p:nvCxnSpPr>
        <p:spPr bwMode="auto">
          <a:xfrm rot="16200000" flipH="1">
            <a:off x="4105552" y="2327690"/>
            <a:ext cx="211921" cy="1518386"/>
          </a:xfrm>
          <a:prstGeom prst="bentConnector3">
            <a:avLst>
              <a:gd name="adj1" fmla="val 50000"/>
            </a:avLst>
          </a:prstGeom>
          <a:ln w="19050" cap="flat">
            <a:solidFill>
              <a:schemeClr val="bg1">
                <a:lumMod val="65000"/>
              </a:schemeClr>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1" name="AutoShape 36">
            <a:extLst>
              <a:ext uri="{FF2B5EF4-FFF2-40B4-BE49-F238E27FC236}">
                <a16:creationId xmlns:a16="http://schemas.microsoft.com/office/drawing/2014/main" id="{F227BEBD-59C6-423A-9F9E-C773B1867706}"/>
              </a:ext>
            </a:extLst>
          </p:cNvPr>
          <p:cNvCxnSpPr>
            <a:cxnSpLocks noChangeShapeType="1"/>
            <a:stCxn id="104" idx="0"/>
            <a:endCxn id="100" idx="2"/>
          </p:cNvCxnSpPr>
          <p:nvPr/>
        </p:nvCxnSpPr>
        <p:spPr bwMode="auto">
          <a:xfrm rot="5400000" flipH="1" flipV="1">
            <a:off x="2845269" y="3725557"/>
            <a:ext cx="211921" cy="1002180"/>
          </a:xfrm>
          <a:prstGeom prst="bentConnector3">
            <a:avLst>
              <a:gd name="adj1" fmla="val 50000"/>
            </a:avLst>
          </a:prstGeom>
          <a:ln w="19050" cap="flat">
            <a:solidFill>
              <a:schemeClr val="bg1">
                <a:lumMod val="65000"/>
              </a:schemeClr>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2" name="AutoShape 48">
            <a:extLst>
              <a:ext uri="{FF2B5EF4-FFF2-40B4-BE49-F238E27FC236}">
                <a16:creationId xmlns:a16="http://schemas.microsoft.com/office/drawing/2014/main" id="{E995AB64-5DBE-4E36-8CC6-5BEA4360C521}"/>
              </a:ext>
            </a:extLst>
          </p:cNvPr>
          <p:cNvCxnSpPr>
            <a:cxnSpLocks noChangeShapeType="1"/>
            <a:stCxn id="100" idx="2"/>
            <a:endCxn id="106" idx="0"/>
          </p:cNvCxnSpPr>
          <p:nvPr/>
        </p:nvCxnSpPr>
        <p:spPr bwMode="auto">
          <a:xfrm rot="16200000" flipH="1">
            <a:off x="3857076" y="3715929"/>
            <a:ext cx="211921" cy="1021434"/>
          </a:xfrm>
          <a:prstGeom prst="bentConnector3">
            <a:avLst>
              <a:gd name="adj1" fmla="val 50000"/>
            </a:avLst>
          </a:prstGeom>
          <a:ln w="19050" cap="flat">
            <a:solidFill>
              <a:schemeClr val="bg1">
                <a:lumMod val="65000"/>
              </a:schemeClr>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00" name="Rectangle 8">
            <a:extLst>
              <a:ext uri="{FF2B5EF4-FFF2-40B4-BE49-F238E27FC236}">
                <a16:creationId xmlns:a16="http://schemas.microsoft.com/office/drawing/2014/main" id="{B5477C45-072D-4BB1-A407-98B04F34B58A}"/>
              </a:ext>
            </a:extLst>
          </p:cNvPr>
          <p:cNvSpPr>
            <a:spLocks noChangeArrowheads="1"/>
          </p:cNvSpPr>
          <p:nvPr/>
        </p:nvSpPr>
        <p:spPr bwMode="auto">
          <a:xfrm>
            <a:off x="3003850" y="3832686"/>
            <a:ext cx="896937" cy="288000"/>
          </a:xfrm>
          <a:prstGeom prst="rect">
            <a:avLst/>
          </a:prstGeom>
          <a:solidFill>
            <a:schemeClr val="accent1"/>
          </a:solidFill>
          <a:ln w="9525" algn="ctr">
            <a:noFill/>
            <a:miter lim="800000"/>
            <a:headEnd/>
            <a:tailEnd/>
          </a:ln>
        </p:spPr>
        <p:txBody>
          <a:bodyPr lIns="72000" tIns="72000" rIns="72000" bIns="72000" anchor="ctr" anchorCtr="1"/>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pt-BR" sz="1000" b="1" i="0" u="none" strike="noStrike" kern="1200" cap="none" spc="0" normalizeH="0" baseline="0" noProof="0">
                <a:ln>
                  <a:noFill/>
                </a:ln>
                <a:solidFill>
                  <a:srgbClr val="071C25"/>
                </a:solidFill>
                <a:effectLst/>
                <a:uLnTx/>
                <a:uFillTx/>
                <a:latin typeface="Arial"/>
                <a:ea typeface="+mn-ea"/>
                <a:cs typeface="+mn-cs"/>
              </a:rPr>
              <a:t>Vendas</a:t>
            </a:r>
          </a:p>
        </p:txBody>
      </p:sp>
      <p:grpSp>
        <p:nvGrpSpPr>
          <p:cNvPr id="141" name="Group 140">
            <a:extLst>
              <a:ext uri="{FF2B5EF4-FFF2-40B4-BE49-F238E27FC236}">
                <a16:creationId xmlns:a16="http://schemas.microsoft.com/office/drawing/2014/main" id="{46DF3887-09B1-4E77-2583-17353ED6C42F}"/>
              </a:ext>
            </a:extLst>
          </p:cNvPr>
          <p:cNvGrpSpPr/>
          <p:nvPr/>
        </p:nvGrpSpPr>
        <p:grpSpPr>
          <a:xfrm>
            <a:off x="2002573" y="4332607"/>
            <a:ext cx="2919648" cy="360000"/>
            <a:chOff x="1475086" y="3299982"/>
            <a:chExt cx="2919648" cy="360000"/>
          </a:xfrm>
          <a:solidFill>
            <a:schemeClr val="accent1"/>
          </a:solidFill>
        </p:grpSpPr>
        <p:sp>
          <p:nvSpPr>
            <p:cNvPr id="104" name="Rectangle 8">
              <a:extLst>
                <a:ext uri="{FF2B5EF4-FFF2-40B4-BE49-F238E27FC236}">
                  <a16:creationId xmlns:a16="http://schemas.microsoft.com/office/drawing/2014/main" id="{AB40AA84-8B54-41FC-B3C0-5E805D8E641F}"/>
                </a:ext>
              </a:extLst>
            </p:cNvPr>
            <p:cNvSpPr>
              <a:spLocks noChangeArrowheads="1"/>
            </p:cNvSpPr>
            <p:nvPr/>
          </p:nvSpPr>
          <p:spPr bwMode="auto">
            <a:xfrm>
              <a:off x="1475086" y="3299982"/>
              <a:ext cx="895132" cy="360000"/>
            </a:xfrm>
            <a:prstGeom prst="rect">
              <a:avLst/>
            </a:prstGeom>
            <a:grpFill/>
            <a:ln w="9525" algn="ctr">
              <a:noFill/>
              <a:miter lim="800000"/>
              <a:headEnd/>
              <a:tailEnd/>
            </a:ln>
          </p:spPr>
          <p:txBody>
            <a:bodyPr lIns="36000" tIns="72000" rIns="36000" bIns="72000" anchor="ctr" anchorCtr="1"/>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pt-BR" sz="1000" b="0" i="0" u="none" strike="noStrike" kern="1200" cap="none" spc="0" normalizeH="0" baseline="0" noProof="0">
                  <a:ln>
                    <a:noFill/>
                  </a:ln>
                  <a:solidFill>
                    <a:srgbClr val="071C25"/>
                  </a:solidFill>
                  <a:effectLst/>
                  <a:uLnTx/>
                  <a:uFillTx/>
                  <a:latin typeface="Arial"/>
                  <a:ea typeface="+mn-ea"/>
                  <a:cs typeface="+mn-cs"/>
                </a:rPr>
                <a:t>Produto A</a:t>
              </a:r>
            </a:p>
          </p:txBody>
        </p:sp>
        <p:sp>
          <p:nvSpPr>
            <p:cNvPr id="105" name="Rectangle 8">
              <a:extLst>
                <a:ext uri="{FF2B5EF4-FFF2-40B4-BE49-F238E27FC236}">
                  <a16:creationId xmlns:a16="http://schemas.microsoft.com/office/drawing/2014/main" id="{9A927ECF-6DDE-4A90-B011-262E4CBCC6E6}"/>
                </a:ext>
              </a:extLst>
            </p:cNvPr>
            <p:cNvSpPr>
              <a:spLocks noChangeArrowheads="1"/>
            </p:cNvSpPr>
            <p:nvPr/>
          </p:nvSpPr>
          <p:spPr bwMode="auto">
            <a:xfrm>
              <a:off x="2485539" y="3299982"/>
              <a:ext cx="896937" cy="360000"/>
            </a:xfrm>
            <a:prstGeom prst="rect">
              <a:avLst/>
            </a:prstGeom>
            <a:grpFill/>
            <a:ln w="9525" algn="ctr">
              <a:noFill/>
              <a:miter lim="800000"/>
              <a:headEnd/>
              <a:tailEnd/>
            </a:ln>
          </p:spPr>
          <p:txBody>
            <a:bodyPr lIns="36000" tIns="72000" rIns="36000" bIns="72000" anchor="ctr" anchorCtr="1"/>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pt-BR" sz="1000" b="0" i="0" u="none" strike="noStrike" kern="1200" cap="none" spc="0" normalizeH="0" baseline="0" noProof="0">
                  <a:ln>
                    <a:noFill/>
                  </a:ln>
                  <a:solidFill>
                    <a:srgbClr val="071C25"/>
                  </a:solidFill>
                  <a:effectLst/>
                  <a:uLnTx/>
                  <a:uFillTx/>
                  <a:latin typeface="Arial"/>
                  <a:ea typeface="+mn-ea"/>
                  <a:cs typeface="+mn-cs"/>
                </a:rPr>
                <a:t>Produto B</a:t>
              </a:r>
            </a:p>
          </p:txBody>
        </p:sp>
        <p:sp>
          <p:nvSpPr>
            <p:cNvPr id="106" name="Rectangle 8">
              <a:extLst>
                <a:ext uri="{FF2B5EF4-FFF2-40B4-BE49-F238E27FC236}">
                  <a16:creationId xmlns:a16="http://schemas.microsoft.com/office/drawing/2014/main" id="{8B1AF6B3-1DF8-4263-8DE1-1F10354BDE21}"/>
                </a:ext>
              </a:extLst>
            </p:cNvPr>
            <p:cNvSpPr>
              <a:spLocks noChangeArrowheads="1"/>
            </p:cNvSpPr>
            <p:nvPr/>
          </p:nvSpPr>
          <p:spPr bwMode="auto">
            <a:xfrm>
              <a:off x="3497797" y="3299982"/>
              <a:ext cx="896937" cy="360000"/>
            </a:xfrm>
            <a:prstGeom prst="rect">
              <a:avLst/>
            </a:prstGeom>
            <a:grpFill/>
            <a:ln w="9525" algn="ctr">
              <a:noFill/>
              <a:miter lim="800000"/>
              <a:headEnd/>
              <a:tailEnd/>
            </a:ln>
          </p:spPr>
          <p:txBody>
            <a:bodyPr lIns="36000" tIns="72000" rIns="36000" bIns="72000" anchor="ctr" anchorCtr="1"/>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pt-BR" sz="1000" b="0" i="0" u="none" strike="noStrike" kern="1200" cap="none" spc="0" normalizeH="0" baseline="0" noProof="0">
                  <a:ln>
                    <a:noFill/>
                  </a:ln>
                  <a:solidFill>
                    <a:srgbClr val="071C25"/>
                  </a:solidFill>
                  <a:effectLst/>
                  <a:uLnTx/>
                  <a:uFillTx/>
                  <a:latin typeface="Arial"/>
                  <a:ea typeface="+mn-ea"/>
                  <a:cs typeface="+mn-cs"/>
                </a:rPr>
                <a:t>Produto C</a:t>
              </a:r>
            </a:p>
          </p:txBody>
        </p:sp>
      </p:grpSp>
      <p:sp>
        <p:nvSpPr>
          <p:cNvPr id="38" name="Rectangle 8">
            <a:extLst>
              <a:ext uri="{FF2B5EF4-FFF2-40B4-BE49-F238E27FC236}">
                <a16:creationId xmlns:a16="http://schemas.microsoft.com/office/drawing/2014/main" id="{283C58DB-D5C6-E080-B201-1F4E28237C20}"/>
              </a:ext>
            </a:extLst>
          </p:cNvPr>
          <p:cNvSpPr>
            <a:spLocks noChangeArrowheads="1"/>
          </p:cNvSpPr>
          <p:nvPr/>
        </p:nvSpPr>
        <p:spPr bwMode="auto">
          <a:xfrm>
            <a:off x="3003850" y="5287082"/>
            <a:ext cx="896937" cy="288000"/>
          </a:xfrm>
          <a:prstGeom prst="rect">
            <a:avLst/>
          </a:prstGeom>
          <a:solidFill>
            <a:schemeClr val="accent1"/>
          </a:solidFill>
          <a:ln w="9525" algn="ctr">
            <a:noFill/>
            <a:miter lim="800000"/>
            <a:headEnd/>
            <a:tailEnd/>
          </a:ln>
        </p:spPr>
        <p:txBody>
          <a:bodyPr lIns="72000" tIns="72000" rIns="72000" bIns="72000" anchor="ctr" anchorCtr="1"/>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pt-BR" sz="1000" b="1" i="0" u="none" strike="noStrike" kern="1200" cap="none" spc="0" normalizeH="0" baseline="0" noProof="0">
                <a:ln>
                  <a:noFill/>
                </a:ln>
                <a:solidFill>
                  <a:srgbClr val="071C25"/>
                </a:solidFill>
                <a:effectLst/>
                <a:uLnTx/>
                <a:uFillTx/>
                <a:latin typeface="Arial"/>
                <a:ea typeface="+mn-ea"/>
                <a:cs typeface="+mn-cs"/>
              </a:rPr>
              <a:t>Vendas</a:t>
            </a:r>
          </a:p>
        </p:txBody>
      </p:sp>
      <p:cxnSp>
        <p:nvCxnSpPr>
          <p:cNvPr id="39" name="AutoShape 36">
            <a:extLst>
              <a:ext uri="{FF2B5EF4-FFF2-40B4-BE49-F238E27FC236}">
                <a16:creationId xmlns:a16="http://schemas.microsoft.com/office/drawing/2014/main" id="{A88B4167-A992-BB8A-31C5-920814D2A021}"/>
              </a:ext>
            </a:extLst>
          </p:cNvPr>
          <p:cNvCxnSpPr>
            <a:cxnSpLocks noChangeShapeType="1"/>
            <a:stCxn id="42" idx="0"/>
            <a:endCxn id="38" idx="2"/>
          </p:cNvCxnSpPr>
          <p:nvPr/>
        </p:nvCxnSpPr>
        <p:spPr bwMode="auto">
          <a:xfrm rot="5400000" flipH="1" flipV="1">
            <a:off x="2587616" y="4922301"/>
            <a:ext cx="211921" cy="1517485"/>
          </a:xfrm>
          <a:prstGeom prst="bentConnector3">
            <a:avLst>
              <a:gd name="adj1" fmla="val 50000"/>
            </a:avLst>
          </a:prstGeom>
          <a:ln w="19050" cap="flat">
            <a:solidFill>
              <a:schemeClr val="bg1">
                <a:lumMod val="65000"/>
              </a:schemeClr>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0" name="AutoShape 48">
            <a:extLst>
              <a:ext uri="{FF2B5EF4-FFF2-40B4-BE49-F238E27FC236}">
                <a16:creationId xmlns:a16="http://schemas.microsoft.com/office/drawing/2014/main" id="{60AB31BD-046C-43F3-187B-8D84025FABB2}"/>
              </a:ext>
            </a:extLst>
          </p:cNvPr>
          <p:cNvCxnSpPr>
            <a:cxnSpLocks noChangeShapeType="1"/>
            <a:stCxn id="38" idx="2"/>
            <a:endCxn id="44" idx="0"/>
          </p:cNvCxnSpPr>
          <p:nvPr/>
        </p:nvCxnSpPr>
        <p:spPr bwMode="auto">
          <a:xfrm rot="16200000" flipH="1">
            <a:off x="3599423" y="5427977"/>
            <a:ext cx="211921" cy="506129"/>
          </a:xfrm>
          <a:prstGeom prst="bentConnector3">
            <a:avLst>
              <a:gd name="adj1" fmla="val 50000"/>
            </a:avLst>
          </a:prstGeom>
          <a:ln w="19050" cap="flat">
            <a:solidFill>
              <a:schemeClr val="bg1">
                <a:lumMod val="65000"/>
              </a:schemeClr>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1" name="AutoShape 48">
            <a:extLst>
              <a:ext uri="{FF2B5EF4-FFF2-40B4-BE49-F238E27FC236}">
                <a16:creationId xmlns:a16="http://schemas.microsoft.com/office/drawing/2014/main" id="{5F88B7CF-8DB2-59D2-E7C5-DF5FFED30CE5}"/>
              </a:ext>
            </a:extLst>
          </p:cNvPr>
          <p:cNvCxnSpPr>
            <a:cxnSpLocks noChangeShapeType="1"/>
            <a:stCxn id="38" idx="2"/>
            <a:endCxn id="43" idx="0"/>
          </p:cNvCxnSpPr>
          <p:nvPr/>
        </p:nvCxnSpPr>
        <p:spPr bwMode="auto">
          <a:xfrm rot="5400000">
            <a:off x="3093295" y="5427978"/>
            <a:ext cx="211921" cy="506129"/>
          </a:xfrm>
          <a:prstGeom prst="bentConnector3">
            <a:avLst>
              <a:gd name="adj1" fmla="val 50000"/>
            </a:avLst>
          </a:prstGeom>
          <a:ln w="19050" cap="flat">
            <a:solidFill>
              <a:schemeClr val="bg1">
                <a:lumMod val="65000"/>
              </a:schemeClr>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6" name="CaixaDeTexto 31">
            <a:extLst>
              <a:ext uri="{FF2B5EF4-FFF2-40B4-BE49-F238E27FC236}">
                <a16:creationId xmlns:a16="http://schemas.microsoft.com/office/drawing/2014/main" id="{B80835A7-1B1A-CC2A-A43B-C30FFFDFE3C1}"/>
              </a:ext>
            </a:extLst>
          </p:cNvPr>
          <p:cNvSpPr txBox="1"/>
          <p:nvPr/>
        </p:nvSpPr>
        <p:spPr bwMode="auto">
          <a:xfrm>
            <a:off x="1487268" y="4972449"/>
            <a:ext cx="3932238" cy="174712"/>
          </a:xfrm>
          <a:prstGeom prst="rect">
            <a:avLst/>
          </a:prstGeom>
          <a:noFill/>
          <a:ln w="9525">
            <a:noFill/>
            <a:miter lim="800000"/>
            <a:headEnd/>
            <a:tailEnd/>
          </a:ln>
        </p:spPr>
        <p:txBody>
          <a:bodyPr vert="horz" wrap="square" lIns="0" tIns="0" rIns="0" bIns="0" numCol="1" rtlCol="0"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200" b="0" i="0" u="none" strike="noStrike" kern="0" cap="none" spc="0" normalizeH="0" baseline="0" noProof="0">
                <a:ln>
                  <a:noFill/>
                </a:ln>
                <a:solidFill>
                  <a:srgbClr val="071C25"/>
                </a:solidFill>
                <a:effectLst/>
                <a:uLnTx/>
                <a:uFillTx/>
                <a:latin typeface="Arial"/>
                <a:ea typeface="+mn-ea"/>
                <a:cs typeface="+mn-cs"/>
              </a:rPr>
              <a:t>Múltiplos modelos possíveis, por exemplo:</a:t>
            </a:r>
          </a:p>
        </p:txBody>
      </p:sp>
      <p:grpSp>
        <p:nvGrpSpPr>
          <p:cNvPr id="135" name="Group 134">
            <a:extLst>
              <a:ext uri="{FF2B5EF4-FFF2-40B4-BE49-F238E27FC236}">
                <a16:creationId xmlns:a16="http://schemas.microsoft.com/office/drawing/2014/main" id="{B82D138F-36C7-1750-D380-9D66DA03E885}"/>
              </a:ext>
            </a:extLst>
          </p:cNvPr>
          <p:cNvGrpSpPr/>
          <p:nvPr/>
        </p:nvGrpSpPr>
        <p:grpSpPr>
          <a:xfrm>
            <a:off x="1487268" y="5787003"/>
            <a:ext cx="3931905" cy="360000"/>
            <a:chOff x="1475086" y="5319565"/>
            <a:chExt cx="3931905" cy="360000"/>
          </a:xfrm>
          <a:solidFill>
            <a:schemeClr val="accent1"/>
          </a:solidFill>
        </p:grpSpPr>
        <p:sp>
          <p:nvSpPr>
            <p:cNvPr id="42" name="Rectangle 8">
              <a:extLst>
                <a:ext uri="{FF2B5EF4-FFF2-40B4-BE49-F238E27FC236}">
                  <a16:creationId xmlns:a16="http://schemas.microsoft.com/office/drawing/2014/main" id="{2D66433E-F796-D79C-FD7A-7D3ED6B20D1A}"/>
                </a:ext>
              </a:extLst>
            </p:cNvPr>
            <p:cNvSpPr>
              <a:spLocks noChangeArrowheads="1"/>
            </p:cNvSpPr>
            <p:nvPr/>
          </p:nvSpPr>
          <p:spPr bwMode="auto">
            <a:xfrm>
              <a:off x="1475086" y="5319565"/>
              <a:ext cx="895132" cy="360000"/>
            </a:xfrm>
            <a:prstGeom prst="rect">
              <a:avLst/>
            </a:prstGeom>
            <a:grpFill/>
            <a:ln w="9525" algn="ctr">
              <a:noFill/>
              <a:miter lim="800000"/>
              <a:headEnd/>
              <a:tailEnd/>
            </a:ln>
          </p:spPr>
          <p:txBody>
            <a:bodyPr lIns="72000" tIns="72000" rIns="72000" bIns="72000" anchor="ctr" anchorCtr="1"/>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pt-BR" sz="1000" b="0" i="0" u="none" strike="noStrike" kern="1200" cap="none" spc="0" normalizeH="0" baseline="0" noProof="0">
                  <a:ln>
                    <a:noFill/>
                  </a:ln>
                  <a:solidFill>
                    <a:srgbClr val="071C25"/>
                  </a:solidFill>
                  <a:effectLst/>
                  <a:uLnTx/>
                  <a:uFillTx/>
                  <a:latin typeface="Arial"/>
                  <a:ea typeface="+mn-ea"/>
                  <a:cs typeface="+mn-cs"/>
                </a:rPr>
                <a:t>Especialista em produto 1</a:t>
              </a:r>
            </a:p>
          </p:txBody>
        </p:sp>
        <p:sp>
          <p:nvSpPr>
            <p:cNvPr id="43" name="Rectangle 8">
              <a:extLst>
                <a:ext uri="{FF2B5EF4-FFF2-40B4-BE49-F238E27FC236}">
                  <a16:creationId xmlns:a16="http://schemas.microsoft.com/office/drawing/2014/main" id="{66BC5ABF-7083-3858-6499-09FD5FFD3929}"/>
                </a:ext>
              </a:extLst>
            </p:cNvPr>
            <p:cNvSpPr>
              <a:spLocks noChangeArrowheads="1"/>
            </p:cNvSpPr>
            <p:nvPr/>
          </p:nvSpPr>
          <p:spPr bwMode="auto">
            <a:xfrm>
              <a:off x="2485539" y="5319565"/>
              <a:ext cx="896937" cy="360000"/>
            </a:xfrm>
            <a:prstGeom prst="rect">
              <a:avLst/>
            </a:prstGeom>
            <a:grpFill/>
            <a:ln w="9525" algn="ctr">
              <a:noFill/>
              <a:miter lim="800000"/>
              <a:headEnd/>
              <a:tailEnd/>
            </a:ln>
          </p:spPr>
          <p:txBody>
            <a:bodyPr lIns="72000" tIns="72000" rIns="72000" bIns="72000" anchor="ctr" anchorCtr="1"/>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pt-BR" sz="1000" b="0" i="0" u="none" strike="noStrike" kern="1200" cap="none" spc="0" normalizeH="0" baseline="0" noProof="0">
                  <a:ln>
                    <a:noFill/>
                  </a:ln>
                  <a:solidFill>
                    <a:srgbClr val="071C25"/>
                  </a:solidFill>
                  <a:effectLst/>
                  <a:uLnTx/>
                  <a:uFillTx/>
                  <a:latin typeface="Arial"/>
                  <a:ea typeface="+mn-ea"/>
                  <a:cs typeface="+mn-cs"/>
                </a:rPr>
                <a:t>Especialista em produto 2</a:t>
              </a:r>
            </a:p>
          </p:txBody>
        </p:sp>
        <p:sp>
          <p:nvSpPr>
            <p:cNvPr id="44" name="Rectangle 8">
              <a:extLst>
                <a:ext uri="{FF2B5EF4-FFF2-40B4-BE49-F238E27FC236}">
                  <a16:creationId xmlns:a16="http://schemas.microsoft.com/office/drawing/2014/main" id="{B5A5543E-9CD7-6A29-2155-3E5CEF20BBB5}"/>
                </a:ext>
              </a:extLst>
            </p:cNvPr>
            <p:cNvSpPr>
              <a:spLocks noChangeArrowheads="1"/>
            </p:cNvSpPr>
            <p:nvPr/>
          </p:nvSpPr>
          <p:spPr bwMode="auto">
            <a:xfrm>
              <a:off x="3497797" y="5319565"/>
              <a:ext cx="896937" cy="360000"/>
            </a:xfrm>
            <a:prstGeom prst="rect">
              <a:avLst/>
            </a:prstGeom>
            <a:grpFill/>
            <a:ln w="9525" algn="ctr">
              <a:noFill/>
              <a:miter lim="800000"/>
              <a:headEnd/>
              <a:tailEnd/>
            </a:ln>
          </p:spPr>
          <p:txBody>
            <a:bodyPr lIns="72000" tIns="72000" rIns="72000" bIns="72000" anchor="ctr" anchorCtr="1"/>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pt-BR" sz="1000" b="0" i="0" u="none" strike="noStrike" kern="1200" cap="none" spc="0" normalizeH="0" baseline="0" noProof="0">
                  <a:ln>
                    <a:noFill/>
                  </a:ln>
                  <a:solidFill>
                    <a:srgbClr val="071C25"/>
                  </a:solidFill>
                  <a:effectLst/>
                  <a:uLnTx/>
                  <a:uFillTx/>
                  <a:latin typeface="Arial"/>
                  <a:ea typeface="+mn-ea"/>
                  <a:cs typeface="+mn-cs"/>
                </a:rPr>
                <a:t>Região A</a:t>
              </a:r>
            </a:p>
          </p:txBody>
        </p:sp>
        <p:sp>
          <p:nvSpPr>
            <p:cNvPr id="45" name="Rectangle 8">
              <a:extLst>
                <a:ext uri="{FF2B5EF4-FFF2-40B4-BE49-F238E27FC236}">
                  <a16:creationId xmlns:a16="http://schemas.microsoft.com/office/drawing/2014/main" id="{967543DD-FD93-D867-55BD-BC489D4E3204}"/>
                </a:ext>
              </a:extLst>
            </p:cNvPr>
            <p:cNvSpPr>
              <a:spLocks noChangeArrowheads="1"/>
            </p:cNvSpPr>
            <p:nvPr/>
          </p:nvSpPr>
          <p:spPr bwMode="auto">
            <a:xfrm>
              <a:off x="4510054" y="5319565"/>
              <a:ext cx="896937" cy="360000"/>
            </a:xfrm>
            <a:prstGeom prst="rect">
              <a:avLst/>
            </a:prstGeom>
            <a:grpFill/>
            <a:ln w="9525" algn="ctr">
              <a:noFill/>
              <a:miter lim="800000"/>
              <a:headEnd/>
              <a:tailEnd/>
            </a:ln>
          </p:spPr>
          <p:txBody>
            <a:bodyPr lIns="72000" tIns="72000" rIns="72000" bIns="72000" anchor="ctr" anchorCtr="1"/>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pt-BR" sz="1000" b="0" i="0" u="none" strike="noStrike" kern="1200" cap="none" spc="0" normalizeH="0" baseline="0" noProof="0">
                  <a:ln>
                    <a:noFill/>
                  </a:ln>
                  <a:solidFill>
                    <a:srgbClr val="071C25"/>
                  </a:solidFill>
                  <a:effectLst/>
                  <a:uLnTx/>
                  <a:uFillTx/>
                  <a:latin typeface="Arial"/>
                  <a:ea typeface="+mn-ea"/>
                  <a:cs typeface="+mn-cs"/>
                </a:rPr>
                <a:t>Região B</a:t>
              </a:r>
            </a:p>
          </p:txBody>
        </p:sp>
      </p:grpSp>
      <p:cxnSp>
        <p:nvCxnSpPr>
          <p:cNvPr id="46" name="AutoShape 48">
            <a:extLst>
              <a:ext uri="{FF2B5EF4-FFF2-40B4-BE49-F238E27FC236}">
                <a16:creationId xmlns:a16="http://schemas.microsoft.com/office/drawing/2014/main" id="{BAC3E4AD-568E-BC3C-DF32-28E31DF2F55C}"/>
              </a:ext>
            </a:extLst>
          </p:cNvPr>
          <p:cNvCxnSpPr>
            <a:cxnSpLocks noChangeShapeType="1"/>
            <a:stCxn id="38" idx="2"/>
            <a:endCxn id="45" idx="0"/>
          </p:cNvCxnSpPr>
          <p:nvPr/>
        </p:nvCxnSpPr>
        <p:spPr bwMode="auto">
          <a:xfrm rot="16200000" flipH="1">
            <a:off x="4105552" y="4921849"/>
            <a:ext cx="211921" cy="1518386"/>
          </a:xfrm>
          <a:prstGeom prst="bentConnector3">
            <a:avLst>
              <a:gd name="adj1" fmla="val 50000"/>
            </a:avLst>
          </a:prstGeom>
          <a:ln w="19050" cap="flat">
            <a:solidFill>
              <a:schemeClr val="bg1">
                <a:lumMod val="65000"/>
              </a:schemeClr>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72" name="Group 171">
            <a:extLst>
              <a:ext uri="{FF2B5EF4-FFF2-40B4-BE49-F238E27FC236}">
                <a16:creationId xmlns:a16="http://schemas.microsoft.com/office/drawing/2014/main" id="{004B659E-142F-2DBC-AFC0-2474734F5255}"/>
              </a:ext>
            </a:extLst>
          </p:cNvPr>
          <p:cNvGrpSpPr/>
          <p:nvPr/>
        </p:nvGrpSpPr>
        <p:grpSpPr>
          <a:xfrm>
            <a:off x="10025309" y="1192221"/>
            <a:ext cx="1980000" cy="221018"/>
            <a:chOff x="10025309" y="1192221"/>
            <a:chExt cx="1980000" cy="221018"/>
          </a:xfrm>
        </p:grpSpPr>
        <p:sp>
          <p:nvSpPr>
            <p:cNvPr id="137" name="Rectangle 17">
              <a:extLst>
                <a:ext uri="{FF2B5EF4-FFF2-40B4-BE49-F238E27FC236}">
                  <a16:creationId xmlns:a16="http://schemas.microsoft.com/office/drawing/2014/main" id="{97776A07-0A9C-4C64-BEDC-CFBF5298224B}"/>
                </a:ext>
              </a:extLst>
            </p:cNvPr>
            <p:cNvSpPr>
              <a:spLocks noChangeArrowheads="1"/>
            </p:cNvSpPr>
            <p:nvPr/>
          </p:nvSpPr>
          <p:spPr bwMode="auto">
            <a:xfrm>
              <a:off x="10025309" y="1192221"/>
              <a:ext cx="1980000" cy="2210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0" tIns="0" rIns="0" bIns="36000" anchor="b" anchorCtr="0">
              <a:spAutoFit/>
            </a:bodyPr>
            <a:lstStyle/>
            <a:p>
              <a:pPr marL="0" marR="0" lvl="0" indent="0" algn="l" defTabSz="913526" rtl="0" eaLnBrk="1" fontAlgn="auto" latinLnBrk="0" hangingPunct="1">
                <a:lnSpc>
                  <a:spcPct val="100000"/>
                </a:lnSpc>
                <a:spcBef>
                  <a:spcPts val="0"/>
                </a:spcBef>
                <a:spcAft>
                  <a:spcPts val="0"/>
                </a:spcAft>
                <a:buClrTx/>
                <a:buSzPct val="120000"/>
                <a:buFontTx/>
                <a:buNone/>
                <a:tabLst/>
                <a:defRPr/>
              </a:pPr>
              <a:r>
                <a:rPr kumimoji="0" lang="pt-BR" sz="1200" b="1" i="0" u="none" strike="noStrike" kern="0" cap="none" spc="0" normalizeH="0" baseline="0" noProof="0">
                  <a:ln>
                    <a:noFill/>
                  </a:ln>
                  <a:solidFill>
                    <a:srgbClr val="020E66"/>
                  </a:solidFill>
                  <a:effectLst/>
                  <a:uLnTx/>
                  <a:uFillTx/>
                  <a:latin typeface="Arial"/>
                  <a:ea typeface="ＭＳ Ｐゴシック" charset="0"/>
                  <a:cs typeface="+mn-cs"/>
                </a:rPr>
                <a:t>Ex. empresas que utilizam</a:t>
              </a:r>
            </a:p>
          </p:txBody>
        </p:sp>
        <p:sp>
          <p:nvSpPr>
            <p:cNvPr id="138" name="Line 18">
              <a:extLst>
                <a:ext uri="{FF2B5EF4-FFF2-40B4-BE49-F238E27FC236}">
                  <a16:creationId xmlns:a16="http://schemas.microsoft.com/office/drawing/2014/main" id="{4744AB51-D957-43EA-800D-61B4C43B6207}"/>
                </a:ext>
              </a:extLst>
            </p:cNvPr>
            <p:cNvSpPr>
              <a:spLocks noChangeShapeType="1"/>
            </p:cNvSpPr>
            <p:nvPr/>
          </p:nvSpPr>
          <p:spPr bwMode="auto">
            <a:xfrm>
              <a:off x="10025309" y="1413235"/>
              <a:ext cx="19800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0" tIns="0" rIns="0" bIns="36000" anchor="b"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200" b="0" i="0" u="none" strike="noStrike" kern="0" cap="none" spc="0" normalizeH="0" baseline="0" noProof="0">
                <a:ln>
                  <a:noFill/>
                </a:ln>
                <a:solidFill>
                  <a:sysClr val="windowText" lastClr="000000"/>
                </a:solidFill>
                <a:effectLst/>
                <a:uLnTx/>
                <a:uFillTx/>
                <a:latin typeface="Arial"/>
                <a:ea typeface="ＭＳ Ｐゴシック" charset="0"/>
                <a:cs typeface="+mn-cs"/>
              </a:endParaRPr>
            </a:p>
          </p:txBody>
        </p:sp>
      </p:grpSp>
      <p:grpSp>
        <p:nvGrpSpPr>
          <p:cNvPr id="167" name="Group 166">
            <a:extLst>
              <a:ext uri="{FF2B5EF4-FFF2-40B4-BE49-F238E27FC236}">
                <a16:creationId xmlns:a16="http://schemas.microsoft.com/office/drawing/2014/main" id="{3F7A5436-83E4-488F-F221-AB67F0172C93}"/>
              </a:ext>
            </a:extLst>
          </p:cNvPr>
          <p:cNvGrpSpPr/>
          <p:nvPr/>
        </p:nvGrpSpPr>
        <p:grpSpPr>
          <a:xfrm>
            <a:off x="1487268" y="1192221"/>
            <a:ext cx="3932238" cy="221018"/>
            <a:chOff x="1487268" y="1192221"/>
            <a:chExt cx="3932238" cy="221018"/>
          </a:xfrm>
        </p:grpSpPr>
        <p:sp>
          <p:nvSpPr>
            <p:cNvPr id="11" name="Rectangle 17">
              <a:extLst>
                <a:ext uri="{FF2B5EF4-FFF2-40B4-BE49-F238E27FC236}">
                  <a16:creationId xmlns:a16="http://schemas.microsoft.com/office/drawing/2014/main" id="{E48BF753-0FED-453B-B88E-1E09E6EE0E94}"/>
                </a:ext>
              </a:extLst>
            </p:cNvPr>
            <p:cNvSpPr>
              <a:spLocks noChangeArrowheads="1"/>
            </p:cNvSpPr>
            <p:nvPr/>
          </p:nvSpPr>
          <p:spPr bwMode="auto">
            <a:xfrm>
              <a:off x="1487268" y="1192221"/>
              <a:ext cx="3932238" cy="2210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0" tIns="0" rIns="0" bIns="36000" anchor="b" anchorCtr="0">
              <a:noAutofit/>
            </a:bodyPr>
            <a:lstStyle/>
            <a:p>
              <a:pPr marL="0" marR="0" lvl="0" indent="0" algn="l" defTabSz="913526" rtl="0" eaLnBrk="1" fontAlgn="auto" latinLnBrk="0" hangingPunct="1">
                <a:lnSpc>
                  <a:spcPct val="100000"/>
                </a:lnSpc>
                <a:spcBef>
                  <a:spcPts val="0"/>
                </a:spcBef>
                <a:spcAft>
                  <a:spcPts val="0"/>
                </a:spcAft>
                <a:buClrTx/>
                <a:buSzPct val="120000"/>
                <a:buFontTx/>
                <a:buNone/>
                <a:tabLst/>
                <a:defRPr/>
              </a:pPr>
              <a:r>
                <a:rPr kumimoji="0" lang="pt-BR" sz="1200" b="1" i="0" u="none" strike="noStrike" kern="0" cap="none" spc="0" normalizeH="0" baseline="0" noProof="0">
                  <a:ln>
                    <a:noFill/>
                  </a:ln>
                  <a:solidFill>
                    <a:srgbClr val="020E66"/>
                  </a:solidFill>
                  <a:effectLst/>
                  <a:uLnTx/>
                  <a:uFillTx/>
                  <a:latin typeface="Arial"/>
                  <a:ea typeface="ＭＳ Ｐゴシック" charset="0"/>
                  <a:cs typeface="+mn-cs"/>
                </a:rPr>
                <a:t>Exemplo</a:t>
              </a:r>
            </a:p>
          </p:txBody>
        </p:sp>
        <p:sp>
          <p:nvSpPr>
            <p:cNvPr id="12" name="Line 18">
              <a:extLst>
                <a:ext uri="{FF2B5EF4-FFF2-40B4-BE49-F238E27FC236}">
                  <a16:creationId xmlns:a16="http://schemas.microsoft.com/office/drawing/2014/main" id="{B3257280-ADEF-48B3-B91E-53A5F1256146}"/>
                </a:ext>
              </a:extLst>
            </p:cNvPr>
            <p:cNvSpPr>
              <a:spLocks noChangeShapeType="1"/>
            </p:cNvSpPr>
            <p:nvPr/>
          </p:nvSpPr>
          <p:spPr bwMode="auto">
            <a:xfrm>
              <a:off x="1487268" y="1413235"/>
              <a:ext cx="393223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0" tIns="0" rIns="0" bIns="36000" anchor="b"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200" b="0" i="0" u="none" strike="noStrike" kern="0" cap="none" spc="0" normalizeH="0" baseline="0" noProof="0">
                <a:ln>
                  <a:noFill/>
                </a:ln>
                <a:solidFill>
                  <a:sysClr val="windowText" lastClr="000000"/>
                </a:solidFill>
                <a:effectLst/>
                <a:uLnTx/>
                <a:uFillTx/>
                <a:latin typeface="Arial"/>
                <a:ea typeface="ＭＳ Ｐゴシック" charset="0"/>
                <a:cs typeface="+mn-cs"/>
              </a:endParaRPr>
            </a:p>
          </p:txBody>
        </p:sp>
      </p:grpSp>
      <p:grpSp>
        <p:nvGrpSpPr>
          <p:cNvPr id="13" name="Group 50">
            <a:extLst>
              <a:ext uri="{FF2B5EF4-FFF2-40B4-BE49-F238E27FC236}">
                <a16:creationId xmlns:a16="http://schemas.microsoft.com/office/drawing/2014/main" id="{66EA64B0-AB66-4C9A-9FF3-13C0A039F4AD}"/>
              </a:ext>
            </a:extLst>
          </p:cNvPr>
          <p:cNvGrpSpPr/>
          <p:nvPr/>
        </p:nvGrpSpPr>
        <p:grpSpPr>
          <a:xfrm>
            <a:off x="5574774" y="1192221"/>
            <a:ext cx="2052000" cy="221018"/>
            <a:chOff x="2279356" y="881536"/>
            <a:chExt cx="4459203" cy="223368"/>
          </a:xfrm>
        </p:grpSpPr>
        <p:sp>
          <p:nvSpPr>
            <p:cNvPr id="14" name="Rectangle 17">
              <a:extLst>
                <a:ext uri="{FF2B5EF4-FFF2-40B4-BE49-F238E27FC236}">
                  <a16:creationId xmlns:a16="http://schemas.microsoft.com/office/drawing/2014/main" id="{8A123CE4-710D-4FAB-B4D9-AC33B9170446}"/>
                </a:ext>
              </a:extLst>
            </p:cNvPr>
            <p:cNvSpPr>
              <a:spLocks noChangeArrowheads="1"/>
            </p:cNvSpPr>
            <p:nvPr/>
          </p:nvSpPr>
          <p:spPr bwMode="auto">
            <a:xfrm>
              <a:off x="2279356" y="881536"/>
              <a:ext cx="4459203" cy="223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0" tIns="0" rIns="0" bIns="36000" anchor="b" anchorCtr="0">
              <a:spAutoFit/>
            </a:bodyPr>
            <a:lstStyle/>
            <a:p>
              <a:pPr marL="0" marR="0" lvl="0" indent="0" algn="l" defTabSz="913526" rtl="0" eaLnBrk="1" fontAlgn="auto" latinLnBrk="0" hangingPunct="1">
                <a:lnSpc>
                  <a:spcPct val="100000"/>
                </a:lnSpc>
                <a:spcBef>
                  <a:spcPts val="0"/>
                </a:spcBef>
                <a:spcAft>
                  <a:spcPts val="0"/>
                </a:spcAft>
                <a:buClrTx/>
                <a:buSzPct val="120000"/>
                <a:buFontTx/>
                <a:buNone/>
                <a:tabLst/>
                <a:defRPr/>
              </a:pPr>
              <a:r>
                <a:rPr kumimoji="0" lang="pt-BR" sz="1200" b="1" i="0" u="none" strike="noStrike" kern="0" cap="none" spc="0" normalizeH="0" baseline="0" noProof="0">
                  <a:ln>
                    <a:noFill/>
                  </a:ln>
                  <a:solidFill>
                    <a:srgbClr val="020E66"/>
                  </a:solidFill>
                  <a:effectLst/>
                  <a:uLnTx/>
                  <a:uFillTx/>
                  <a:latin typeface="Arial"/>
                  <a:ea typeface="ＭＳ Ｐゴシック" charset="0"/>
                  <a:cs typeface="+mn-cs"/>
                </a:rPr>
                <a:t>Vantagens</a:t>
              </a:r>
            </a:p>
          </p:txBody>
        </p:sp>
        <p:sp>
          <p:nvSpPr>
            <p:cNvPr id="15" name="Line 18">
              <a:extLst>
                <a:ext uri="{FF2B5EF4-FFF2-40B4-BE49-F238E27FC236}">
                  <a16:creationId xmlns:a16="http://schemas.microsoft.com/office/drawing/2014/main" id="{C239087E-AE10-413E-A87D-8EECE3739001}"/>
                </a:ext>
              </a:extLst>
            </p:cNvPr>
            <p:cNvSpPr>
              <a:spLocks noChangeShapeType="1"/>
            </p:cNvSpPr>
            <p:nvPr/>
          </p:nvSpPr>
          <p:spPr bwMode="auto">
            <a:xfrm>
              <a:off x="2279356" y="1104900"/>
              <a:ext cx="445920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0" tIns="0" rIns="0" bIns="36000" anchor="b"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200" b="0" i="0" u="none" strike="noStrike" kern="0" cap="none" spc="0" normalizeH="0" baseline="0" noProof="0">
                <a:ln>
                  <a:noFill/>
                </a:ln>
                <a:solidFill>
                  <a:sysClr val="windowText" lastClr="000000"/>
                </a:solidFill>
                <a:effectLst/>
                <a:uLnTx/>
                <a:uFillTx/>
                <a:latin typeface="Arial"/>
                <a:ea typeface="ＭＳ Ｐゴシック" charset="0"/>
                <a:cs typeface="+mn-cs"/>
              </a:endParaRPr>
            </a:p>
          </p:txBody>
        </p:sp>
      </p:grpSp>
      <p:grpSp>
        <p:nvGrpSpPr>
          <p:cNvPr id="151" name="Group 50">
            <a:extLst>
              <a:ext uri="{FF2B5EF4-FFF2-40B4-BE49-F238E27FC236}">
                <a16:creationId xmlns:a16="http://schemas.microsoft.com/office/drawing/2014/main" id="{8231997E-45E0-45E2-B065-CAD75D52F020}"/>
              </a:ext>
            </a:extLst>
          </p:cNvPr>
          <p:cNvGrpSpPr/>
          <p:nvPr/>
        </p:nvGrpSpPr>
        <p:grpSpPr>
          <a:xfrm>
            <a:off x="7782042" y="1228573"/>
            <a:ext cx="2088000" cy="184666"/>
            <a:chOff x="2279356" y="918275"/>
            <a:chExt cx="4459203" cy="186629"/>
          </a:xfrm>
        </p:grpSpPr>
        <p:sp>
          <p:nvSpPr>
            <p:cNvPr id="152" name="Rectangle 17">
              <a:extLst>
                <a:ext uri="{FF2B5EF4-FFF2-40B4-BE49-F238E27FC236}">
                  <a16:creationId xmlns:a16="http://schemas.microsoft.com/office/drawing/2014/main" id="{29559576-5C62-4AF2-B789-1F291E0270CA}"/>
                </a:ext>
              </a:extLst>
            </p:cNvPr>
            <p:cNvSpPr>
              <a:spLocks noChangeArrowheads="1"/>
            </p:cNvSpPr>
            <p:nvPr/>
          </p:nvSpPr>
          <p:spPr bwMode="auto">
            <a:xfrm>
              <a:off x="2279356" y="918275"/>
              <a:ext cx="4459203" cy="1866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0" tIns="0" rIns="0" bIns="0" anchor="b" anchorCtr="0">
              <a:spAutoFit/>
            </a:bodyPr>
            <a:lstStyle/>
            <a:p>
              <a:pPr marL="0" marR="0" lvl="0" indent="0" algn="l" defTabSz="913526" rtl="0" eaLnBrk="1" fontAlgn="auto" latinLnBrk="0" hangingPunct="1">
                <a:lnSpc>
                  <a:spcPct val="100000"/>
                </a:lnSpc>
                <a:spcBef>
                  <a:spcPts val="0"/>
                </a:spcBef>
                <a:spcAft>
                  <a:spcPts val="0"/>
                </a:spcAft>
                <a:buClrTx/>
                <a:buSzPct val="120000"/>
                <a:buFontTx/>
                <a:buNone/>
                <a:tabLst/>
                <a:defRPr/>
              </a:pPr>
              <a:r>
                <a:rPr kumimoji="0" lang="pt-BR" sz="1200" b="1" i="0" u="none" strike="noStrike" kern="0" cap="none" spc="0" normalizeH="0" baseline="0" noProof="0">
                  <a:ln>
                    <a:noFill/>
                  </a:ln>
                  <a:solidFill>
                    <a:srgbClr val="020E66"/>
                  </a:solidFill>
                  <a:effectLst/>
                  <a:uLnTx/>
                  <a:uFillTx/>
                  <a:latin typeface="Arial"/>
                  <a:ea typeface="ＭＳ Ｐゴシック" charset="0"/>
                  <a:cs typeface="+mn-cs"/>
                </a:rPr>
                <a:t>Desvantagens</a:t>
              </a:r>
            </a:p>
          </p:txBody>
        </p:sp>
        <p:sp>
          <p:nvSpPr>
            <p:cNvPr id="153" name="Line 18">
              <a:extLst>
                <a:ext uri="{FF2B5EF4-FFF2-40B4-BE49-F238E27FC236}">
                  <a16:creationId xmlns:a16="http://schemas.microsoft.com/office/drawing/2014/main" id="{F5C485BA-18CA-4C4A-97B6-CB7B2C0847CF}"/>
                </a:ext>
              </a:extLst>
            </p:cNvPr>
            <p:cNvSpPr>
              <a:spLocks noChangeShapeType="1"/>
            </p:cNvSpPr>
            <p:nvPr/>
          </p:nvSpPr>
          <p:spPr bwMode="auto">
            <a:xfrm>
              <a:off x="2279356" y="1104900"/>
              <a:ext cx="445920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0" tIns="0" rIns="0" bIns="0" anchor="b"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200" b="0" i="0" u="none" strike="noStrike" kern="0" cap="none" spc="0" normalizeH="0" baseline="0" noProof="0">
                <a:ln>
                  <a:noFill/>
                </a:ln>
                <a:solidFill>
                  <a:sysClr val="windowText" lastClr="000000"/>
                </a:solidFill>
                <a:effectLst/>
                <a:uLnTx/>
                <a:uFillTx/>
                <a:latin typeface="Arial"/>
                <a:ea typeface="ＭＳ Ｐゴシック" charset="0"/>
                <a:cs typeface="+mn-cs"/>
              </a:endParaRPr>
            </a:p>
          </p:txBody>
        </p:sp>
      </p:grpSp>
      <p:grpSp>
        <p:nvGrpSpPr>
          <p:cNvPr id="155" name="Group 154">
            <a:extLst>
              <a:ext uri="{FF2B5EF4-FFF2-40B4-BE49-F238E27FC236}">
                <a16:creationId xmlns:a16="http://schemas.microsoft.com/office/drawing/2014/main" id="{421EB373-5BC8-98E2-E28B-F758BB32CF40}"/>
              </a:ext>
            </a:extLst>
          </p:cNvPr>
          <p:cNvGrpSpPr/>
          <p:nvPr/>
        </p:nvGrpSpPr>
        <p:grpSpPr>
          <a:xfrm>
            <a:off x="5574774" y="3913709"/>
            <a:ext cx="4295268" cy="738664"/>
            <a:chOff x="5574774" y="2856314"/>
            <a:chExt cx="4295268" cy="738664"/>
          </a:xfrm>
        </p:grpSpPr>
        <p:sp>
          <p:nvSpPr>
            <p:cNvPr id="107" name="CaixaDeTexto 31">
              <a:extLst>
                <a:ext uri="{FF2B5EF4-FFF2-40B4-BE49-F238E27FC236}">
                  <a16:creationId xmlns:a16="http://schemas.microsoft.com/office/drawing/2014/main" id="{A8CC2184-1281-40DC-BB13-483AF4C76781}"/>
                </a:ext>
              </a:extLst>
            </p:cNvPr>
            <p:cNvSpPr txBox="1"/>
            <p:nvPr/>
          </p:nvSpPr>
          <p:spPr bwMode="auto">
            <a:xfrm>
              <a:off x="5574774" y="2856314"/>
              <a:ext cx="2052000" cy="738664"/>
            </a:xfrm>
            <a:prstGeom prst="rect">
              <a:avLst/>
            </a:prstGeom>
            <a:noFill/>
            <a:ln w="9525">
              <a:noFill/>
              <a:miter lim="800000"/>
              <a:headEnd/>
              <a:tailEnd/>
            </a:ln>
          </p:spPr>
          <p:txBody>
            <a:bodyPr vert="horz" wrap="square" lIns="0" tIns="0" rIns="0" bIns="0" numCol="1" rtlCol="0" anchor="t" anchorCtr="0" compatLnSpc="1">
              <a:prstTxWarp prst="textNoShape">
                <a:avLst/>
              </a:prstTxWarp>
              <a:spAutoFit/>
            </a:bodyPr>
            <a:lstStyle/>
            <a:p>
              <a:pPr marL="174625" marR="0" lvl="0" indent="-174625"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pt-BR" sz="1200" b="0" i="0" u="none" strike="noStrike" kern="0" cap="none" spc="0" normalizeH="0" baseline="0" noProof="0">
                  <a:ln>
                    <a:noFill/>
                  </a:ln>
                  <a:solidFill>
                    <a:srgbClr val="071C25"/>
                  </a:solidFill>
                  <a:effectLst/>
                  <a:uLnTx/>
                  <a:uFillTx/>
                  <a:latin typeface="Arial"/>
                  <a:ea typeface="+mn-ea"/>
                  <a:cs typeface="+mn-cs"/>
                </a:rPr>
                <a:t>Representantes especializados em produtos específicos – maior aprofundamento</a:t>
              </a:r>
            </a:p>
          </p:txBody>
        </p:sp>
        <p:sp>
          <p:nvSpPr>
            <p:cNvPr id="130" name="CaixaDeTexto 31">
              <a:extLst>
                <a:ext uri="{FF2B5EF4-FFF2-40B4-BE49-F238E27FC236}">
                  <a16:creationId xmlns:a16="http://schemas.microsoft.com/office/drawing/2014/main" id="{255C41E0-51BB-4A03-AA45-B8C9F19E274B}"/>
                </a:ext>
              </a:extLst>
            </p:cNvPr>
            <p:cNvSpPr txBox="1"/>
            <p:nvPr/>
          </p:nvSpPr>
          <p:spPr bwMode="auto">
            <a:xfrm>
              <a:off x="7782042" y="2856314"/>
              <a:ext cx="2088000" cy="738664"/>
            </a:xfrm>
            <a:prstGeom prst="rect">
              <a:avLst/>
            </a:prstGeom>
            <a:noFill/>
            <a:ln w="9525">
              <a:noFill/>
              <a:miter lim="800000"/>
              <a:headEnd/>
              <a:tailEnd/>
            </a:ln>
          </p:spPr>
          <p:txBody>
            <a:bodyPr vert="horz" wrap="square" lIns="0" tIns="0" rIns="0" bIns="0" numCol="1" rtlCol="0" anchor="t" anchorCtr="0" compatLnSpc="1">
              <a:prstTxWarp prst="textNoShape">
                <a:avLst/>
              </a:prstTxWarp>
              <a:spAutoFit/>
            </a:bodyPr>
            <a:lstStyle/>
            <a:p>
              <a:pPr marL="174625" marR="0" lvl="0" indent="-174625"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pt-BR" sz="1200" b="0" i="0" u="none" strike="noStrike" kern="0" cap="none" spc="0" normalizeH="0" baseline="0" noProof="0">
                  <a:ln>
                    <a:noFill/>
                  </a:ln>
                  <a:solidFill>
                    <a:srgbClr val="071C25"/>
                  </a:solidFill>
                  <a:effectLst/>
                  <a:uLnTx/>
                  <a:uFillTx/>
                  <a:latin typeface="Arial"/>
                  <a:ea typeface="+mn-ea"/>
                  <a:cs typeface="+mn-cs"/>
                </a:rPr>
                <a:t>Duplicação de esforços na venda para o mesmo cliente</a:t>
              </a:r>
            </a:p>
            <a:p>
              <a:pPr marL="174625" marR="0" lvl="0" indent="-174625"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pt-BR" sz="1200" b="0" i="0" u="none" strike="noStrike" kern="0" cap="none" spc="0" normalizeH="0" baseline="0" noProof="0">
                  <a:ln>
                    <a:noFill/>
                  </a:ln>
                  <a:solidFill>
                    <a:srgbClr val="071C25"/>
                  </a:solidFill>
                  <a:effectLst/>
                  <a:uLnTx/>
                  <a:uFillTx/>
                  <a:latin typeface="Arial"/>
                  <a:ea typeface="+mn-ea"/>
                  <a:cs typeface="+mn-cs"/>
                </a:rPr>
                <a:t>Perda do diferencial de cara única e </a:t>
              </a:r>
              <a:r>
                <a:rPr kumimoji="0" lang="pt-BR" sz="1200" b="0" i="1" u="none" strike="noStrike" kern="0" cap="none" spc="0" normalizeH="0" baseline="0" noProof="0" err="1">
                  <a:ln>
                    <a:noFill/>
                  </a:ln>
                  <a:solidFill>
                    <a:srgbClr val="071C25"/>
                  </a:solidFill>
                  <a:effectLst/>
                  <a:uLnTx/>
                  <a:uFillTx/>
                  <a:latin typeface="Arial"/>
                  <a:ea typeface="+mn-ea"/>
                  <a:cs typeface="+mn-cs"/>
                </a:rPr>
                <a:t>one</a:t>
              </a:r>
              <a:r>
                <a:rPr kumimoji="0" lang="pt-BR" sz="1200" b="0" i="1" u="none" strike="noStrike" kern="0" cap="none" spc="0" normalizeH="0" baseline="0" noProof="0">
                  <a:ln>
                    <a:noFill/>
                  </a:ln>
                  <a:solidFill>
                    <a:srgbClr val="071C25"/>
                  </a:solidFill>
                  <a:effectLst/>
                  <a:uLnTx/>
                  <a:uFillTx/>
                  <a:latin typeface="Arial"/>
                  <a:ea typeface="+mn-ea"/>
                  <a:cs typeface="+mn-cs"/>
                </a:rPr>
                <a:t>-stop-shop</a:t>
              </a:r>
            </a:p>
          </p:txBody>
        </p:sp>
      </p:grpSp>
      <p:grpSp>
        <p:nvGrpSpPr>
          <p:cNvPr id="154" name="Group 153">
            <a:extLst>
              <a:ext uri="{FF2B5EF4-FFF2-40B4-BE49-F238E27FC236}">
                <a16:creationId xmlns:a16="http://schemas.microsoft.com/office/drawing/2014/main" id="{6C491FBD-0BB5-5C9B-376C-025343373C07}"/>
              </a:ext>
            </a:extLst>
          </p:cNvPr>
          <p:cNvGrpSpPr/>
          <p:nvPr/>
        </p:nvGrpSpPr>
        <p:grpSpPr>
          <a:xfrm>
            <a:off x="5574774" y="2681348"/>
            <a:ext cx="4295268" cy="923330"/>
            <a:chOff x="5574774" y="1944044"/>
            <a:chExt cx="4295268" cy="923330"/>
          </a:xfrm>
        </p:grpSpPr>
        <p:sp>
          <p:nvSpPr>
            <p:cNvPr id="139" name="CaixaDeTexto 31">
              <a:extLst>
                <a:ext uri="{FF2B5EF4-FFF2-40B4-BE49-F238E27FC236}">
                  <a16:creationId xmlns:a16="http://schemas.microsoft.com/office/drawing/2014/main" id="{2CB1CF01-3B5D-49DD-A46B-50DC10EDFEDB}"/>
                </a:ext>
              </a:extLst>
            </p:cNvPr>
            <p:cNvSpPr txBox="1"/>
            <p:nvPr/>
          </p:nvSpPr>
          <p:spPr bwMode="auto">
            <a:xfrm>
              <a:off x="5574774" y="1944044"/>
              <a:ext cx="2052000" cy="923330"/>
            </a:xfrm>
            <a:prstGeom prst="rect">
              <a:avLst/>
            </a:prstGeom>
            <a:noFill/>
            <a:ln w="9525">
              <a:noFill/>
              <a:miter lim="800000"/>
              <a:headEnd/>
              <a:tailEnd/>
            </a:ln>
          </p:spPr>
          <p:txBody>
            <a:bodyPr vert="horz" wrap="square" lIns="0" tIns="0" rIns="0" bIns="0" numCol="1" rtlCol="0" anchor="t" anchorCtr="0" compatLnSpc="1">
              <a:prstTxWarp prst="textNoShape">
                <a:avLst/>
              </a:prstTxWarp>
              <a:spAutoFit/>
            </a:bodyPr>
            <a:lstStyle/>
            <a:p>
              <a:pPr marL="174625" marR="0" lvl="0" indent="-174625"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pt-BR" sz="1200" b="0" i="0" u="none" strike="noStrike" kern="0" cap="none" spc="0" normalizeH="0" baseline="0" noProof="0">
                  <a:ln>
                    <a:noFill/>
                  </a:ln>
                  <a:solidFill>
                    <a:srgbClr val="071C25"/>
                  </a:solidFill>
                  <a:effectLst/>
                  <a:uLnTx/>
                  <a:uFillTx/>
                  <a:latin typeface="Arial"/>
                  <a:ea typeface="+mn-ea"/>
                  <a:cs typeface="+mn-cs"/>
                </a:rPr>
                <a:t>Atendentes com conhecimento e </a:t>
              </a:r>
              <a:r>
                <a:rPr kumimoji="0" lang="pt-BR" sz="1200" b="0" i="1" u="none" strike="noStrike" kern="0" cap="none" spc="0" normalizeH="0" baseline="0" noProof="0">
                  <a:ln>
                    <a:noFill/>
                  </a:ln>
                  <a:solidFill>
                    <a:srgbClr val="071C25"/>
                  </a:solidFill>
                  <a:effectLst/>
                  <a:uLnTx/>
                  <a:uFillTx/>
                  <a:latin typeface="Arial"/>
                  <a:ea typeface="+mn-ea"/>
                  <a:cs typeface="+mn-cs"/>
                </a:rPr>
                <a:t>network</a:t>
              </a:r>
              <a:r>
                <a:rPr kumimoji="0" lang="pt-BR" sz="1200" b="0" i="0" u="none" strike="noStrike" kern="0" cap="none" spc="0" normalizeH="0" baseline="0" noProof="0">
                  <a:ln>
                    <a:noFill/>
                  </a:ln>
                  <a:solidFill>
                    <a:srgbClr val="071C25"/>
                  </a:solidFill>
                  <a:effectLst/>
                  <a:uLnTx/>
                  <a:uFillTx/>
                  <a:latin typeface="Arial"/>
                  <a:ea typeface="+mn-ea"/>
                  <a:cs typeface="+mn-cs"/>
                </a:rPr>
                <a:t> nos setores alvo</a:t>
              </a:r>
            </a:p>
            <a:p>
              <a:pPr marL="174625" marR="0" lvl="0" indent="-174625"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pt-BR" sz="1200" b="0" i="0" u="none" strike="noStrike" kern="0" cap="none" spc="0" normalizeH="0" baseline="0" noProof="0">
                  <a:ln>
                    <a:noFill/>
                  </a:ln>
                  <a:solidFill>
                    <a:srgbClr val="071C25"/>
                  </a:solidFill>
                  <a:effectLst/>
                  <a:uLnTx/>
                  <a:uFillTx/>
                  <a:latin typeface="Arial"/>
                  <a:ea typeface="+mn-ea"/>
                  <a:cs typeface="+mn-cs"/>
                </a:rPr>
                <a:t>Centralização do atendimento e </a:t>
              </a:r>
              <a:r>
                <a:rPr kumimoji="0" lang="pt-BR" sz="1200" b="0" i="1" u="none" strike="noStrike" kern="0" cap="none" spc="0" normalizeH="0" baseline="0" noProof="0" err="1">
                  <a:ln>
                    <a:noFill/>
                  </a:ln>
                  <a:solidFill>
                    <a:srgbClr val="071C25"/>
                  </a:solidFill>
                  <a:effectLst/>
                  <a:uLnTx/>
                  <a:uFillTx/>
                  <a:latin typeface="Arial"/>
                  <a:ea typeface="+mn-ea"/>
                  <a:cs typeface="+mn-cs"/>
                </a:rPr>
                <a:t>cross-sell</a:t>
              </a:r>
              <a:endParaRPr kumimoji="0" lang="pt-BR" sz="1200" b="0" i="1" u="none" strike="noStrike" kern="0" cap="none" spc="0" normalizeH="0" baseline="0" noProof="0">
                <a:ln>
                  <a:noFill/>
                </a:ln>
                <a:solidFill>
                  <a:srgbClr val="071C25"/>
                </a:solidFill>
                <a:effectLst/>
                <a:uLnTx/>
                <a:uFillTx/>
                <a:latin typeface="Arial"/>
                <a:ea typeface="+mn-ea"/>
                <a:cs typeface="+mn-cs"/>
              </a:endParaRPr>
            </a:p>
          </p:txBody>
        </p:sp>
        <p:sp>
          <p:nvSpPr>
            <p:cNvPr id="140" name="CaixaDeTexto 31">
              <a:extLst>
                <a:ext uri="{FF2B5EF4-FFF2-40B4-BE49-F238E27FC236}">
                  <a16:creationId xmlns:a16="http://schemas.microsoft.com/office/drawing/2014/main" id="{0C7ED0C6-268A-46CE-9D20-3C04B6B49F00}"/>
                </a:ext>
              </a:extLst>
            </p:cNvPr>
            <p:cNvSpPr txBox="1"/>
            <p:nvPr/>
          </p:nvSpPr>
          <p:spPr bwMode="auto">
            <a:xfrm>
              <a:off x="7782042" y="1944044"/>
              <a:ext cx="2088000" cy="553998"/>
            </a:xfrm>
            <a:prstGeom prst="rect">
              <a:avLst/>
            </a:prstGeom>
            <a:noFill/>
            <a:ln w="9525">
              <a:noFill/>
              <a:miter lim="800000"/>
              <a:headEnd/>
              <a:tailEnd/>
            </a:ln>
          </p:spPr>
          <p:txBody>
            <a:bodyPr vert="horz" wrap="square" lIns="0" tIns="0" rIns="0" bIns="0" numCol="1" rtlCol="0" anchor="t" anchorCtr="0" compatLnSpc="1">
              <a:prstTxWarp prst="textNoShape">
                <a:avLst/>
              </a:prstTxWarp>
              <a:spAutoFit/>
            </a:bodyPr>
            <a:lstStyle/>
            <a:p>
              <a:pPr marL="174625" marR="0" lvl="0" indent="-174625"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pt-BR" sz="1200" b="0" i="0" u="none" strike="noStrike" kern="0" cap="none" spc="0" normalizeH="0" baseline="0" noProof="0">
                  <a:ln>
                    <a:noFill/>
                  </a:ln>
                  <a:solidFill>
                    <a:srgbClr val="071C25"/>
                  </a:solidFill>
                  <a:effectLst/>
                  <a:uLnTx/>
                  <a:uFillTx/>
                  <a:latin typeface="Arial"/>
                  <a:ea typeface="+mn-ea"/>
                  <a:cs typeface="+mn-cs"/>
                </a:rPr>
                <a:t>Necessidade de treinamento aprofundado nos produtos/segmentos</a:t>
              </a:r>
            </a:p>
          </p:txBody>
        </p:sp>
      </p:grpSp>
      <p:grpSp>
        <p:nvGrpSpPr>
          <p:cNvPr id="150" name="Group 149">
            <a:extLst>
              <a:ext uri="{FF2B5EF4-FFF2-40B4-BE49-F238E27FC236}">
                <a16:creationId xmlns:a16="http://schemas.microsoft.com/office/drawing/2014/main" id="{3B021F7B-6F31-EF74-7FD5-E8DF5252AA09}"/>
              </a:ext>
            </a:extLst>
          </p:cNvPr>
          <p:cNvGrpSpPr/>
          <p:nvPr/>
        </p:nvGrpSpPr>
        <p:grpSpPr>
          <a:xfrm>
            <a:off x="5574774" y="1530010"/>
            <a:ext cx="4295268" cy="959681"/>
            <a:chOff x="5574774" y="1065085"/>
            <a:chExt cx="4295268" cy="959681"/>
          </a:xfrm>
        </p:grpSpPr>
        <p:sp>
          <p:nvSpPr>
            <p:cNvPr id="143" name="CaixaDeTexto 31">
              <a:extLst>
                <a:ext uri="{FF2B5EF4-FFF2-40B4-BE49-F238E27FC236}">
                  <a16:creationId xmlns:a16="http://schemas.microsoft.com/office/drawing/2014/main" id="{4244AAF1-9366-499D-9065-011968034B7F}"/>
                </a:ext>
              </a:extLst>
            </p:cNvPr>
            <p:cNvSpPr txBox="1"/>
            <p:nvPr/>
          </p:nvSpPr>
          <p:spPr bwMode="auto">
            <a:xfrm>
              <a:off x="5574774" y="1065085"/>
              <a:ext cx="2052000" cy="923330"/>
            </a:xfrm>
            <a:prstGeom prst="rect">
              <a:avLst/>
            </a:prstGeom>
            <a:noFill/>
            <a:ln w="9525">
              <a:noFill/>
              <a:miter lim="800000"/>
              <a:headEnd/>
              <a:tailEnd/>
            </a:ln>
          </p:spPr>
          <p:txBody>
            <a:bodyPr vert="horz" wrap="square" lIns="0" tIns="0" rIns="0" bIns="0" numCol="1" rtlCol="0" anchor="t" anchorCtr="0" compatLnSpc="1">
              <a:prstTxWarp prst="textNoShape">
                <a:avLst/>
              </a:prstTxWarp>
              <a:spAutoFit/>
            </a:bodyPr>
            <a:lstStyle/>
            <a:p>
              <a:pPr marL="174625" marR="0" lvl="0" indent="-174625"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pt-BR" sz="1200" b="0" i="0" u="none" strike="noStrike" kern="0" cap="none" spc="0" normalizeH="0" baseline="0" noProof="0">
                  <a:ln>
                    <a:noFill/>
                  </a:ln>
                  <a:solidFill>
                    <a:srgbClr val="071C25"/>
                  </a:solidFill>
                  <a:effectLst/>
                  <a:uLnTx/>
                  <a:uFillTx/>
                  <a:latin typeface="Arial"/>
                  <a:ea typeface="+mn-ea"/>
                  <a:cs typeface="+mn-cs"/>
                </a:rPr>
                <a:t>Especialização nas </a:t>
              </a:r>
              <a:r>
                <a:rPr kumimoji="0" lang="pt-BR" sz="1200" b="0" i="0" u="none" strike="noStrike" kern="0" cap="none" spc="0" normalizeH="0" baseline="0" noProof="0" err="1">
                  <a:ln>
                    <a:noFill/>
                  </a:ln>
                  <a:solidFill>
                    <a:srgbClr val="071C25"/>
                  </a:solidFill>
                  <a:effectLst/>
                  <a:uLnTx/>
                  <a:uFillTx/>
                  <a:latin typeface="Arial"/>
                  <a:ea typeface="+mn-ea"/>
                  <a:cs typeface="+mn-cs"/>
                </a:rPr>
                <a:t>geogra-fias</a:t>
              </a:r>
              <a:r>
                <a:rPr kumimoji="0" lang="pt-BR" sz="1200" b="0" i="0" u="none" strike="noStrike" kern="0" cap="none" spc="0" normalizeH="0" baseline="0" noProof="0">
                  <a:ln>
                    <a:noFill/>
                  </a:ln>
                  <a:solidFill>
                    <a:srgbClr val="071C25"/>
                  </a:solidFill>
                  <a:effectLst/>
                  <a:uLnTx/>
                  <a:uFillTx/>
                  <a:latin typeface="Arial"/>
                  <a:ea typeface="+mn-ea"/>
                  <a:cs typeface="+mn-cs"/>
                </a:rPr>
                <a:t> e características locais</a:t>
              </a:r>
            </a:p>
            <a:p>
              <a:pPr marL="174625" marR="0" lvl="0" indent="-174625"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pt-BR" sz="1200" b="0" i="0" u="none" strike="noStrike" kern="0" cap="none" spc="0" normalizeH="0" baseline="0" noProof="0">
                  <a:ln>
                    <a:noFill/>
                  </a:ln>
                  <a:solidFill>
                    <a:srgbClr val="071C25"/>
                  </a:solidFill>
                  <a:effectLst/>
                  <a:uLnTx/>
                  <a:uFillTx/>
                  <a:latin typeface="Arial"/>
                  <a:ea typeface="+mn-ea"/>
                  <a:cs typeface="+mn-cs"/>
                </a:rPr>
                <a:t>Maior capacidade de desenvolver relações próximas</a:t>
              </a:r>
            </a:p>
          </p:txBody>
        </p:sp>
        <p:sp>
          <p:nvSpPr>
            <p:cNvPr id="144" name="CaixaDeTexto 31">
              <a:extLst>
                <a:ext uri="{FF2B5EF4-FFF2-40B4-BE49-F238E27FC236}">
                  <a16:creationId xmlns:a16="http://schemas.microsoft.com/office/drawing/2014/main" id="{83E4534C-D38A-481A-BA7A-FCFAC13C5B70}"/>
                </a:ext>
              </a:extLst>
            </p:cNvPr>
            <p:cNvSpPr txBox="1"/>
            <p:nvPr/>
          </p:nvSpPr>
          <p:spPr bwMode="auto">
            <a:xfrm>
              <a:off x="7782042" y="1065085"/>
              <a:ext cx="2088000" cy="959681"/>
            </a:xfrm>
            <a:prstGeom prst="rect">
              <a:avLst/>
            </a:prstGeom>
            <a:noFill/>
            <a:ln w="9525">
              <a:noFill/>
              <a:miter lim="800000"/>
              <a:headEnd/>
              <a:tailEnd/>
            </a:ln>
          </p:spPr>
          <p:txBody>
            <a:bodyPr vert="horz" wrap="square" lIns="0" tIns="0" rIns="0" bIns="0" numCol="1" rtlCol="0" anchor="t" anchorCtr="0" compatLnSpc="1">
              <a:prstTxWarp prst="textNoShape">
                <a:avLst/>
              </a:prstTxWarp>
              <a:spAutoFit/>
            </a:bodyPr>
            <a:lstStyle/>
            <a:p>
              <a:pPr marL="174625" marR="0" lvl="0" indent="-174625"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pt-BR" sz="1200" b="0" i="0" u="none" strike="noStrike" kern="0" cap="none" spc="0" normalizeH="0" baseline="0" noProof="0">
                  <a:ln>
                    <a:noFill/>
                  </a:ln>
                  <a:solidFill>
                    <a:srgbClr val="071C25"/>
                  </a:solidFill>
                  <a:effectLst/>
                  <a:uLnTx/>
                  <a:uFillTx/>
                  <a:latin typeface="Arial"/>
                  <a:ea typeface="+mn-ea"/>
                  <a:cs typeface="+mn-cs"/>
                </a:rPr>
                <a:t>Operações geográficas podem formar silos isolados</a:t>
              </a:r>
            </a:p>
            <a:p>
              <a:pPr marL="174625" marR="0" lvl="0" indent="-174625"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pt-BR" sz="1200" b="0" i="0" u="none" strike="noStrike" kern="0" cap="none" spc="0" normalizeH="0" baseline="0" noProof="0">
                  <a:ln>
                    <a:noFill/>
                  </a:ln>
                  <a:solidFill>
                    <a:srgbClr val="071C25"/>
                  </a:solidFill>
                  <a:effectLst/>
                  <a:uLnTx/>
                  <a:uFillTx/>
                  <a:latin typeface="Arial"/>
                  <a:ea typeface="+mn-ea"/>
                  <a:cs typeface="+mn-cs"/>
                </a:rPr>
                <a:t>Multinacionais atendidas por mais de único representante</a:t>
              </a:r>
            </a:p>
          </p:txBody>
        </p:sp>
      </p:grpSp>
      <p:grpSp>
        <p:nvGrpSpPr>
          <p:cNvPr id="156" name="Group 155">
            <a:extLst>
              <a:ext uri="{FF2B5EF4-FFF2-40B4-BE49-F238E27FC236}">
                <a16:creationId xmlns:a16="http://schemas.microsoft.com/office/drawing/2014/main" id="{A6EF195B-F462-59D5-FAFF-0D78C66F776A}"/>
              </a:ext>
            </a:extLst>
          </p:cNvPr>
          <p:cNvGrpSpPr/>
          <p:nvPr/>
        </p:nvGrpSpPr>
        <p:grpSpPr>
          <a:xfrm>
            <a:off x="5574774" y="4972449"/>
            <a:ext cx="4295268" cy="738664"/>
            <a:chOff x="5574774" y="4649849"/>
            <a:chExt cx="4295268" cy="738664"/>
          </a:xfrm>
        </p:grpSpPr>
        <p:sp>
          <p:nvSpPr>
            <p:cNvPr id="49" name="CaixaDeTexto 31">
              <a:extLst>
                <a:ext uri="{FF2B5EF4-FFF2-40B4-BE49-F238E27FC236}">
                  <a16:creationId xmlns:a16="http://schemas.microsoft.com/office/drawing/2014/main" id="{6A744E2B-E251-97E2-B79B-39CD9E02C83C}"/>
                </a:ext>
              </a:extLst>
            </p:cNvPr>
            <p:cNvSpPr txBox="1"/>
            <p:nvPr/>
          </p:nvSpPr>
          <p:spPr bwMode="auto">
            <a:xfrm>
              <a:off x="5574774" y="4649849"/>
              <a:ext cx="2052000" cy="553998"/>
            </a:xfrm>
            <a:prstGeom prst="rect">
              <a:avLst/>
            </a:prstGeom>
            <a:noFill/>
            <a:ln w="9525">
              <a:noFill/>
              <a:miter lim="800000"/>
              <a:headEnd/>
              <a:tailEnd/>
            </a:ln>
          </p:spPr>
          <p:txBody>
            <a:bodyPr vert="horz" wrap="square" lIns="0" tIns="0" rIns="0" bIns="0" numCol="1" rtlCol="0" anchor="t" anchorCtr="0" compatLnSpc="1">
              <a:prstTxWarp prst="textNoShape">
                <a:avLst/>
              </a:prstTxWarp>
              <a:spAutoFit/>
            </a:bodyPr>
            <a:lstStyle/>
            <a:p>
              <a:pPr marL="174625" marR="0" lvl="0" indent="-174625"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pt-BR" sz="1200" b="0" i="0" u="none" strike="noStrike" kern="0" cap="none" spc="0" normalizeH="0" baseline="0" noProof="0">
                  <a:ln>
                    <a:noFill/>
                  </a:ln>
                  <a:solidFill>
                    <a:srgbClr val="071C25"/>
                  </a:solidFill>
                  <a:effectLst/>
                  <a:uLnTx/>
                  <a:uFillTx/>
                  <a:latin typeface="Arial"/>
                  <a:ea typeface="+mn-ea"/>
                  <a:cs typeface="+mn-cs"/>
                </a:rPr>
                <a:t>Alavancada capacitações do time</a:t>
              </a:r>
            </a:p>
            <a:p>
              <a:pPr marL="174625" marR="0" lvl="0" indent="-174625"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pt-BR" sz="1200" b="0" i="0" u="none" strike="noStrike" kern="0" cap="none" spc="0" normalizeH="0" baseline="0" noProof="0">
                  <a:ln>
                    <a:noFill/>
                  </a:ln>
                  <a:solidFill>
                    <a:srgbClr val="071C25"/>
                  </a:solidFill>
                  <a:effectLst/>
                  <a:uLnTx/>
                  <a:uFillTx/>
                  <a:latin typeface="Arial"/>
                  <a:ea typeface="+mn-ea"/>
                  <a:cs typeface="+mn-cs"/>
                </a:rPr>
                <a:t>Flexibilidade de recursos</a:t>
              </a:r>
            </a:p>
          </p:txBody>
        </p:sp>
        <p:sp>
          <p:nvSpPr>
            <p:cNvPr id="50" name="CaixaDeTexto 31">
              <a:extLst>
                <a:ext uri="{FF2B5EF4-FFF2-40B4-BE49-F238E27FC236}">
                  <a16:creationId xmlns:a16="http://schemas.microsoft.com/office/drawing/2014/main" id="{FE846FD3-937F-7948-E516-4070B4404C0C}"/>
                </a:ext>
              </a:extLst>
            </p:cNvPr>
            <p:cNvSpPr txBox="1"/>
            <p:nvPr/>
          </p:nvSpPr>
          <p:spPr bwMode="auto">
            <a:xfrm>
              <a:off x="7782042" y="4649849"/>
              <a:ext cx="2088000" cy="738664"/>
            </a:xfrm>
            <a:prstGeom prst="rect">
              <a:avLst/>
            </a:prstGeom>
            <a:noFill/>
            <a:ln w="9525">
              <a:noFill/>
              <a:miter lim="800000"/>
              <a:headEnd/>
              <a:tailEnd/>
            </a:ln>
          </p:spPr>
          <p:txBody>
            <a:bodyPr vert="horz" wrap="square" lIns="0" tIns="0" rIns="0" bIns="0" numCol="1" rtlCol="0" anchor="t" anchorCtr="0" compatLnSpc="1">
              <a:prstTxWarp prst="textNoShape">
                <a:avLst/>
              </a:prstTxWarp>
              <a:spAutoFit/>
            </a:bodyPr>
            <a:lstStyle/>
            <a:p>
              <a:pPr marL="174625" marR="0" lvl="0" indent="-174625"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pt-BR" sz="1200" b="0" i="0" u="none" strike="noStrike" kern="0" cap="none" spc="0" normalizeH="0" baseline="0" noProof="0">
                  <a:ln>
                    <a:noFill/>
                  </a:ln>
                  <a:solidFill>
                    <a:srgbClr val="071C25"/>
                  </a:solidFill>
                  <a:effectLst/>
                  <a:uLnTx/>
                  <a:uFillTx/>
                  <a:latin typeface="Arial"/>
                  <a:ea typeface="+mn-ea"/>
                  <a:cs typeface="+mn-cs"/>
                </a:rPr>
                <a:t>Falta de ponto focal</a:t>
              </a:r>
            </a:p>
            <a:p>
              <a:pPr marL="174625" marR="0" lvl="0" indent="-174625"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pt-BR" sz="1200" b="0" i="0" u="none" strike="noStrike" kern="0" cap="none" spc="0" normalizeH="0" baseline="0" noProof="0">
                  <a:ln>
                    <a:noFill/>
                  </a:ln>
                  <a:solidFill>
                    <a:srgbClr val="071C25"/>
                  </a:solidFill>
                  <a:effectLst/>
                  <a:uLnTx/>
                  <a:uFillTx/>
                  <a:latin typeface="Arial"/>
                  <a:ea typeface="+mn-ea"/>
                  <a:cs typeface="+mn-cs"/>
                </a:rPr>
                <a:t>Conflito de agenda e priorização de clientes e demandas</a:t>
              </a:r>
            </a:p>
          </p:txBody>
        </p:sp>
      </p:grpSp>
      <p:grpSp>
        <p:nvGrpSpPr>
          <p:cNvPr id="173" name="Group 172">
            <a:extLst>
              <a:ext uri="{FF2B5EF4-FFF2-40B4-BE49-F238E27FC236}">
                <a16:creationId xmlns:a16="http://schemas.microsoft.com/office/drawing/2014/main" id="{A32FD76E-0A4B-2D8C-A41D-867F892A8BF7}"/>
              </a:ext>
            </a:extLst>
          </p:cNvPr>
          <p:cNvGrpSpPr/>
          <p:nvPr/>
        </p:nvGrpSpPr>
        <p:grpSpPr>
          <a:xfrm>
            <a:off x="10183598" y="2837575"/>
            <a:ext cx="1821711" cy="610876"/>
            <a:chOff x="10183598" y="2650518"/>
            <a:chExt cx="1821711" cy="610876"/>
          </a:xfrm>
        </p:grpSpPr>
        <p:pic>
          <p:nvPicPr>
            <p:cNvPr id="48" name="Picture 6" descr="Google Logo - PNG e Vetor - Download de Logo">
              <a:extLst>
                <a:ext uri="{FF2B5EF4-FFF2-40B4-BE49-F238E27FC236}">
                  <a16:creationId xmlns:a16="http://schemas.microsoft.com/office/drawing/2014/main" id="{50B85F7D-48B5-8F4C-74A3-6C70C3FFFBCB}"/>
                </a:ext>
              </a:extLst>
            </p:cNvPr>
            <p:cNvPicPr>
              <a:picLocks noChangeAspect="1" noChangeArrowheads="1"/>
            </p:cNvPicPr>
            <p:nvPr/>
          </p:nvPicPr>
          <p:blipFill rotWithShape="1">
            <a:blip r:embed="rId6"/>
            <a:srcRect/>
            <a:stretch/>
          </p:blipFill>
          <p:spPr bwMode="auto">
            <a:xfrm>
              <a:off x="11109204" y="2891654"/>
              <a:ext cx="896105" cy="322537"/>
            </a:xfrm>
            <a:prstGeom prst="rect">
              <a:avLst/>
            </a:prstGeom>
            <a:noFill/>
            <a:extLst>
              <a:ext uri="{909E8E84-426E-40DD-AFC4-6F175D3DCCD1}">
                <a14:hiddenFill xmlns:a14="http://schemas.microsoft.com/office/drawing/2010/main">
                  <a:solidFill>
                    <a:srgbClr val="FFFFFF"/>
                  </a:solidFill>
                </a14:hiddenFill>
              </a:ext>
            </a:extLst>
          </p:spPr>
        </p:pic>
        <p:pic>
          <p:nvPicPr>
            <p:cNvPr id="56" name="Picture 8" descr="Após 25 anos, Microsoft muda logotipo. Confira evolução | VEJA">
              <a:extLst>
                <a:ext uri="{FF2B5EF4-FFF2-40B4-BE49-F238E27FC236}">
                  <a16:creationId xmlns:a16="http://schemas.microsoft.com/office/drawing/2014/main" id="{0D00DB7F-1E23-AE8A-95BA-C68F2E820A9D}"/>
                </a:ext>
              </a:extLst>
            </p:cNvPr>
            <p:cNvPicPr>
              <a:picLocks noChangeAspect="1" noChangeArrowheads="1"/>
            </p:cNvPicPr>
            <p:nvPr/>
          </p:nvPicPr>
          <p:blipFill rotWithShape="1">
            <a:blip r:embed="rId7" cstate="email">
              <a:extLst>
                <a:ext uri="{28A0092B-C50C-407E-A947-70E740481C1C}">
                  <a14:useLocalDpi xmlns:a14="http://schemas.microsoft.com/office/drawing/2010/main"/>
                </a:ext>
              </a:extLst>
            </a:blip>
            <a:srcRect/>
            <a:stretch/>
          </p:blipFill>
          <p:spPr bwMode="auto">
            <a:xfrm>
              <a:off x="10183598" y="2650518"/>
              <a:ext cx="886670" cy="219075"/>
            </a:xfrm>
            <a:prstGeom prst="rect">
              <a:avLst/>
            </a:prstGeom>
            <a:noFill/>
            <a:extLst>
              <a:ext uri="{909E8E84-426E-40DD-AFC4-6F175D3DCCD1}">
                <a14:hiddenFill xmlns:a14="http://schemas.microsoft.com/office/drawing/2010/main">
                  <a:solidFill>
                    <a:srgbClr val="FFFFFF"/>
                  </a:solidFill>
                </a14:hiddenFill>
              </a:ext>
            </a:extLst>
          </p:spPr>
        </p:pic>
        <p:pic>
          <p:nvPicPr>
            <p:cNvPr id="57" name="Picture 10" descr="IBM Logo - PNG and Vector - Logo Download">
              <a:extLst>
                <a:ext uri="{FF2B5EF4-FFF2-40B4-BE49-F238E27FC236}">
                  <a16:creationId xmlns:a16="http://schemas.microsoft.com/office/drawing/2014/main" id="{BF144267-AA4C-E7D9-F808-EFDABAB3B894}"/>
                </a:ext>
              </a:extLst>
            </p:cNvPr>
            <p:cNvPicPr>
              <a:picLocks noChangeAspect="1" noChangeArrowheads="1"/>
            </p:cNvPicPr>
            <p:nvPr/>
          </p:nvPicPr>
          <p:blipFill>
            <a:blip r:embed="rId8" cstate="email">
              <a:extLst>
                <a:ext uri="{28A0092B-C50C-407E-A947-70E740481C1C}">
                  <a14:useLocalDpi xmlns:a14="http://schemas.microsoft.com/office/drawing/2010/main"/>
                </a:ext>
              </a:extLst>
            </a:blip>
            <a:srcRect/>
            <a:stretch>
              <a:fillRect/>
            </a:stretch>
          </p:blipFill>
          <p:spPr bwMode="auto">
            <a:xfrm>
              <a:off x="10411916" y="3058297"/>
              <a:ext cx="506314" cy="203097"/>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74" name="Group 173">
            <a:extLst>
              <a:ext uri="{FF2B5EF4-FFF2-40B4-BE49-F238E27FC236}">
                <a16:creationId xmlns:a16="http://schemas.microsoft.com/office/drawing/2014/main" id="{3EB9DC87-34B0-8562-A3F1-EE26B03D0EEF}"/>
              </a:ext>
            </a:extLst>
          </p:cNvPr>
          <p:cNvGrpSpPr/>
          <p:nvPr/>
        </p:nvGrpSpPr>
        <p:grpSpPr>
          <a:xfrm>
            <a:off x="10025309" y="4972449"/>
            <a:ext cx="1963528" cy="1200034"/>
            <a:chOff x="10025309" y="4916538"/>
            <a:chExt cx="1963528" cy="1200034"/>
          </a:xfrm>
        </p:grpSpPr>
        <p:pic>
          <p:nvPicPr>
            <p:cNvPr id="58" name="Imagem 28" descr="Uma imagem contendo desenho&#10;&#10;Descrição gerada automaticamente">
              <a:extLst>
                <a:ext uri="{FF2B5EF4-FFF2-40B4-BE49-F238E27FC236}">
                  <a16:creationId xmlns:a16="http://schemas.microsoft.com/office/drawing/2014/main" id="{C028564E-0498-0C6D-E58B-56A8415CF1AA}"/>
                </a:ext>
              </a:extLst>
            </p:cNvPr>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10911898" y="4967128"/>
              <a:ext cx="1076939" cy="349655"/>
            </a:xfrm>
            <a:prstGeom prst="rect">
              <a:avLst/>
            </a:prstGeom>
          </p:spPr>
        </p:pic>
        <p:pic>
          <p:nvPicPr>
            <p:cNvPr id="59" name="Picture 2">
              <a:extLst>
                <a:ext uri="{FF2B5EF4-FFF2-40B4-BE49-F238E27FC236}">
                  <a16:creationId xmlns:a16="http://schemas.microsoft.com/office/drawing/2014/main" id="{453676DD-C9D6-A100-E025-735E88FA1E68}"/>
                </a:ext>
              </a:extLst>
            </p:cNvPr>
            <p:cNvPicPr>
              <a:picLocks noChangeAspect="1" noChangeArrowheads="1"/>
            </p:cNvPicPr>
            <p:nvPr/>
          </p:nvPicPr>
          <p:blipFill>
            <a:blip r:embed="rId10" cstate="email">
              <a:extLst>
                <a:ext uri="{28A0092B-C50C-407E-A947-70E740481C1C}">
                  <a14:useLocalDpi xmlns:a14="http://schemas.microsoft.com/office/drawing/2010/main"/>
                </a:ext>
              </a:extLst>
            </a:blip>
            <a:srcRect/>
            <a:stretch>
              <a:fillRect/>
            </a:stretch>
          </p:blipFill>
          <p:spPr bwMode="auto">
            <a:xfrm>
              <a:off x="10351653" y="5352204"/>
              <a:ext cx="544947" cy="381242"/>
            </a:xfrm>
            <a:prstGeom prst="rect">
              <a:avLst/>
            </a:prstGeom>
            <a:noFill/>
            <a:extLst>
              <a:ext uri="{909E8E84-426E-40DD-AFC4-6F175D3DCCD1}">
                <a14:hiddenFill xmlns:a14="http://schemas.microsoft.com/office/drawing/2010/main">
                  <a:solidFill>
                    <a:srgbClr val="FFFFFF"/>
                  </a:solidFill>
                </a14:hiddenFill>
              </a:ext>
            </a:extLst>
          </p:spPr>
        </p:pic>
        <p:pic>
          <p:nvPicPr>
            <p:cNvPr id="60" name="Picture 2" descr="Especialista em Software para o Varejo | Linx">
              <a:extLst>
                <a:ext uri="{FF2B5EF4-FFF2-40B4-BE49-F238E27FC236}">
                  <a16:creationId xmlns:a16="http://schemas.microsoft.com/office/drawing/2014/main" id="{995DD697-0D17-5447-7C0F-C3CA4CAB548E}"/>
                </a:ext>
              </a:extLst>
            </p:cNvPr>
            <p:cNvPicPr>
              <a:picLocks noChangeAspect="1" noChangeArrowheads="1"/>
            </p:cNvPicPr>
            <p:nvPr/>
          </p:nvPicPr>
          <p:blipFill>
            <a:blip r:embed="rId11" cstate="email">
              <a:extLst>
                <a:ext uri="{28A0092B-C50C-407E-A947-70E740481C1C}">
                  <a14:useLocalDpi xmlns:a14="http://schemas.microsoft.com/office/drawing/2010/main"/>
                </a:ext>
              </a:extLst>
            </a:blip>
            <a:srcRect/>
            <a:stretch>
              <a:fillRect/>
            </a:stretch>
          </p:blipFill>
          <p:spPr bwMode="auto">
            <a:xfrm>
              <a:off x="10025309" y="4916538"/>
              <a:ext cx="588436" cy="344512"/>
            </a:xfrm>
            <a:prstGeom prst="rect">
              <a:avLst/>
            </a:prstGeom>
            <a:noFill/>
            <a:extLst>
              <a:ext uri="{909E8E84-426E-40DD-AFC4-6F175D3DCCD1}">
                <a14:hiddenFill xmlns:a14="http://schemas.microsoft.com/office/drawing/2010/main">
                  <a:solidFill>
                    <a:srgbClr val="FFFFFF"/>
                  </a:solidFill>
                </a14:hiddenFill>
              </a:ext>
            </a:extLst>
          </p:spPr>
        </p:pic>
        <p:pic>
          <p:nvPicPr>
            <p:cNvPr id="61" name="Picture 2" descr="PayPal Logo | Significado, História e PNG">
              <a:extLst>
                <a:ext uri="{FF2B5EF4-FFF2-40B4-BE49-F238E27FC236}">
                  <a16:creationId xmlns:a16="http://schemas.microsoft.com/office/drawing/2014/main" id="{E424A16A-3DA6-9E44-8F05-FA6DB777AC9D}"/>
                </a:ext>
              </a:extLst>
            </p:cNvPr>
            <p:cNvPicPr>
              <a:picLocks noChangeAspect="1" noChangeArrowheads="1"/>
            </p:cNvPicPr>
            <p:nvPr/>
          </p:nvPicPr>
          <p:blipFill rotWithShape="1">
            <a:blip r:embed="rId12" cstate="email">
              <a:extLst>
                <a:ext uri="{28A0092B-C50C-407E-A947-70E740481C1C}">
                  <a14:useLocalDpi xmlns:a14="http://schemas.microsoft.com/office/drawing/2010/main"/>
                </a:ext>
              </a:extLst>
            </a:blip>
            <a:srcRect t="18181" b="18181"/>
            <a:stretch/>
          </p:blipFill>
          <p:spPr bwMode="auto">
            <a:xfrm>
              <a:off x="10165074" y="5836636"/>
              <a:ext cx="782013" cy="279936"/>
            </a:xfrm>
            <a:prstGeom prst="rect">
              <a:avLst/>
            </a:prstGeom>
            <a:noFill/>
            <a:extLst>
              <a:ext uri="{909E8E84-426E-40DD-AFC4-6F175D3DCCD1}">
                <a14:hiddenFill xmlns:a14="http://schemas.microsoft.com/office/drawing/2010/main">
                  <a:solidFill>
                    <a:srgbClr val="FFFFFF"/>
                  </a:solidFill>
                </a14:hiddenFill>
              </a:ext>
            </a:extLst>
          </p:spPr>
        </p:pic>
        <p:pic>
          <p:nvPicPr>
            <p:cNvPr id="62" name="Picture 4" descr="Nubank: Cartão Platinum pode ser liberado para consumidores com BAIXO  score; veja como">
              <a:extLst>
                <a:ext uri="{FF2B5EF4-FFF2-40B4-BE49-F238E27FC236}">
                  <a16:creationId xmlns:a16="http://schemas.microsoft.com/office/drawing/2014/main" id="{84A372B4-7E01-6B6D-C165-837C3D454D60}"/>
                </a:ext>
              </a:extLst>
            </p:cNvPr>
            <p:cNvPicPr>
              <a:picLocks noChangeAspect="1" noChangeArrowheads="1"/>
            </p:cNvPicPr>
            <p:nvPr/>
          </p:nvPicPr>
          <p:blipFill>
            <a:blip r:embed="rId13" cstate="email">
              <a:extLst>
                <a:ext uri="{28A0092B-C50C-407E-A947-70E740481C1C}">
                  <a14:useLocalDpi xmlns:a14="http://schemas.microsoft.com/office/drawing/2010/main"/>
                </a:ext>
              </a:extLst>
            </a:blip>
            <a:srcRect/>
            <a:stretch>
              <a:fillRect/>
            </a:stretch>
          </p:blipFill>
          <p:spPr bwMode="auto">
            <a:xfrm>
              <a:off x="11125200" y="5400838"/>
              <a:ext cx="676255" cy="283974"/>
            </a:xfrm>
            <a:prstGeom prst="rect">
              <a:avLst/>
            </a:prstGeom>
            <a:noFill/>
            <a:extLst>
              <a:ext uri="{909E8E84-426E-40DD-AFC4-6F175D3DCCD1}">
                <a14:hiddenFill xmlns:a14="http://schemas.microsoft.com/office/drawing/2010/main">
                  <a:solidFill>
                    <a:srgbClr val="FFFFFF"/>
                  </a:solidFill>
                </a14:hiddenFill>
              </a:ext>
            </a:extLst>
          </p:spPr>
        </p:pic>
      </p:grpSp>
      <p:pic>
        <p:nvPicPr>
          <p:cNvPr id="63" name="Picture 2" descr="logotipo da AGCO">
            <a:extLst>
              <a:ext uri="{FF2B5EF4-FFF2-40B4-BE49-F238E27FC236}">
                <a16:creationId xmlns:a16="http://schemas.microsoft.com/office/drawing/2014/main" id="{C8A2812D-5300-1A17-9FDC-B1A183E6AB24}"/>
              </a:ext>
            </a:extLst>
          </p:cNvPr>
          <p:cNvPicPr>
            <a:picLocks noChangeAspect="1" noChangeArrowheads="1"/>
          </p:cNvPicPr>
          <p:nvPr/>
        </p:nvPicPr>
        <p:blipFill rotWithShape="1">
          <a:blip r:embed="rId14" cstate="email">
            <a:extLst>
              <a:ext uri="{28A0092B-C50C-407E-A947-70E740481C1C}">
                <a14:useLocalDpi xmlns:a14="http://schemas.microsoft.com/office/drawing/2010/main"/>
              </a:ext>
            </a:extLst>
          </a:blip>
          <a:srcRect/>
          <a:stretch/>
        </p:blipFill>
        <p:spPr bwMode="auto">
          <a:xfrm>
            <a:off x="10536669" y="4047494"/>
            <a:ext cx="1115568" cy="471094"/>
          </a:xfrm>
          <a:prstGeom prst="rect">
            <a:avLst/>
          </a:prstGeom>
          <a:noFill/>
          <a:extLst>
            <a:ext uri="{909E8E84-426E-40DD-AFC4-6F175D3DCCD1}">
              <a14:hiddenFill xmlns:a14="http://schemas.microsoft.com/office/drawing/2010/main">
                <a:solidFill>
                  <a:srgbClr val="FFFFFF"/>
                </a:solidFill>
              </a14:hiddenFill>
            </a:ext>
          </a:extLst>
        </p:spPr>
      </p:pic>
      <p:cxnSp>
        <p:nvCxnSpPr>
          <p:cNvPr id="158" name="Conector reto 132">
            <a:extLst>
              <a:ext uri="{FF2B5EF4-FFF2-40B4-BE49-F238E27FC236}">
                <a16:creationId xmlns:a16="http://schemas.microsoft.com/office/drawing/2014/main" id="{499C3119-55C1-42EC-691A-45E52C8FDE83}"/>
              </a:ext>
            </a:extLst>
          </p:cNvPr>
          <p:cNvCxnSpPr>
            <a:cxnSpLocks/>
          </p:cNvCxnSpPr>
          <p:nvPr/>
        </p:nvCxnSpPr>
        <p:spPr>
          <a:xfrm>
            <a:off x="1487267" y="4832528"/>
            <a:ext cx="10518041" cy="0"/>
          </a:xfrm>
          <a:prstGeom prst="line">
            <a:avLst/>
          </a:prstGeom>
          <a:ln w="9525">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69" name="Straight Connector 168">
            <a:extLst>
              <a:ext uri="{FF2B5EF4-FFF2-40B4-BE49-F238E27FC236}">
                <a16:creationId xmlns:a16="http://schemas.microsoft.com/office/drawing/2014/main" id="{6816C9E8-ACF2-99E8-CC8D-716A285F84AD}"/>
              </a:ext>
            </a:extLst>
          </p:cNvPr>
          <p:cNvCxnSpPr>
            <a:cxnSpLocks/>
            <a:stCxn id="100" idx="2"/>
            <a:endCxn id="105" idx="0"/>
          </p:cNvCxnSpPr>
          <p:nvPr/>
        </p:nvCxnSpPr>
        <p:spPr>
          <a:xfrm>
            <a:off x="3452319" y="4120686"/>
            <a:ext cx="9176" cy="211921"/>
          </a:xfrm>
          <a:prstGeom prst="line">
            <a:avLst/>
          </a:prstGeom>
          <a:ln w="19050" cap="flat">
            <a:solidFill>
              <a:schemeClr val="bg1">
                <a:lumMod val="65000"/>
              </a:schemeClr>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32" name="Picture 20" descr="Salários de Grupo Verzani &amp; Sandrini | Glassdoor">
            <a:extLst>
              <a:ext uri="{FF2B5EF4-FFF2-40B4-BE49-F238E27FC236}">
                <a16:creationId xmlns:a16="http://schemas.microsoft.com/office/drawing/2014/main" id="{02BFC2BC-47D5-644A-DDD0-70089D7FD63B}"/>
              </a:ext>
            </a:extLst>
          </p:cNvPr>
          <p:cNvPicPr>
            <a:picLocks noChangeAspect="1" noChangeArrowheads="1"/>
          </p:cNvPicPr>
          <p:nvPr/>
        </p:nvPicPr>
        <p:blipFill rotWithShape="1">
          <a:blip r:embed="rId15" cstate="email">
            <a:extLst>
              <a:ext uri="{28A0092B-C50C-407E-A947-70E740481C1C}">
                <a14:useLocalDpi xmlns:a14="http://schemas.microsoft.com/office/drawing/2010/main"/>
              </a:ext>
            </a:extLst>
          </a:blip>
          <a:srcRect/>
          <a:stretch/>
        </p:blipFill>
        <p:spPr bwMode="auto">
          <a:xfrm>
            <a:off x="11052892" y="1824438"/>
            <a:ext cx="823377" cy="370825"/>
          </a:xfrm>
          <a:prstGeom prst="rect">
            <a:avLst/>
          </a:prstGeom>
          <a:noFill/>
          <a:extLst>
            <a:ext uri="{909E8E84-426E-40DD-AFC4-6F175D3DCCD1}">
              <a14:hiddenFill xmlns:a14="http://schemas.microsoft.com/office/drawing/2010/main">
                <a:solidFill>
                  <a:srgbClr val="FFFFFF"/>
                </a:solidFill>
              </a14:hiddenFill>
            </a:ext>
          </a:extLst>
        </p:spPr>
      </p:pic>
      <p:pic>
        <p:nvPicPr>
          <p:cNvPr id="170" name="Picture 7" descr="Resultado de imagem para estapar logo">
            <a:extLst>
              <a:ext uri="{FF2B5EF4-FFF2-40B4-BE49-F238E27FC236}">
                <a16:creationId xmlns:a16="http://schemas.microsoft.com/office/drawing/2014/main" id="{7D059140-E6EC-22CE-0CD7-71919CD2EA19}"/>
              </a:ext>
            </a:extLst>
          </p:cNvPr>
          <p:cNvPicPr>
            <a:picLocks noChangeAspect="1" noChangeArrowheads="1"/>
          </p:cNvPicPr>
          <p:nvPr/>
        </p:nvPicPr>
        <p:blipFill rotWithShape="1">
          <a:blip r:embed="rId16" cstate="email">
            <a:extLst>
              <a:ext uri="{28A0092B-C50C-407E-A947-70E740481C1C}">
                <a14:useLocalDpi xmlns:a14="http://schemas.microsoft.com/office/drawing/2010/main"/>
              </a:ext>
            </a:extLst>
          </a:blip>
          <a:srcRect/>
          <a:stretch/>
        </p:blipFill>
        <p:spPr bwMode="auto">
          <a:xfrm>
            <a:off x="10154350" y="1767343"/>
            <a:ext cx="744077" cy="48501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Deloitte Logo – PNG e Vetor – Download de Logo">
            <a:extLst>
              <a:ext uri="{FF2B5EF4-FFF2-40B4-BE49-F238E27FC236}">
                <a16:creationId xmlns:a16="http://schemas.microsoft.com/office/drawing/2014/main" id="{F6CB393B-2A07-4380-F3B0-F2537F4EFEB8}"/>
              </a:ext>
            </a:extLst>
          </p:cNvPr>
          <p:cNvPicPr>
            <a:picLocks noChangeAspect="1" noChangeArrowheads="1"/>
          </p:cNvPicPr>
          <p:nvPr/>
        </p:nvPicPr>
        <p:blipFill rotWithShape="1">
          <a:blip r:embed="rId17" cstate="email">
            <a:extLst>
              <a:ext uri="{28A0092B-C50C-407E-A947-70E740481C1C}">
                <a14:useLocalDpi xmlns:a14="http://schemas.microsoft.com/office/drawing/2010/main"/>
              </a:ext>
            </a:extLst>
          </a:blip>
          <a:srcRect t="39115" b="40799"/>
          <a:stretch/>
        </p:blipFill>
        <p:spPr bwMode="auto">
          <a:xfrm>
            <a:off x="11100638" y="5961617"/>
            <a:ext cx="888199" cy="1784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222832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2" name="Objeto 41" hidden="1">
            <a:extLst>
              <a:ext uri="{FF2B5EF4-FFF2-40B4-BE49-F238E27FC236}">
                <a16:creationId xmlns:a16="http://schemas.microsoft.com/office/drawing/2014/main" id="{E35A8915-FCD2-41D3-812D-DE37AE01A453}"/>
              </a:ext>
            </a:extLst>
          </p:cNvPr>
          <p:cNvGraphicFramePr>
            <a:graphicFrameLocks noChangeAspect="1"/>
          </p:cNvGraphicFramePr>
          <p:nvPr>
            <p:custDataLst>
              <p:tags r:id="rId1"/>
            </p:custDataLst>
            <p:extLst>
              <p:ext uri="{D42A27DB-BD31-4B8C-83A1-F6EECF244321}">
                <p14:modId xmlns:p14="http://schemas.microsoft.com/office/powerpoint/2010/main" val="450101459"/>
              </p:ext>
            </p:extLst>
          </p:nvPr>
        </p:nvGraphicFramePr>
        <p:xfrm>
          <a:off x="1525588" y="1588"/>
          <a:ext cx="1588" cy="1588"/>
        </p:xfrm>
        <a:graphic>
          <a:graphicData uri="http://schemas.openxmlformats.org/presentationml/2006/ole">
            <mc:AlternateContent xmlns:mc="http://schemas.openxmlformats.org/markup-compatibility/2006">
              <mc:Choice xmlns:v="urn:schemas-microsoft-com:vml" Requires="v">
                <p:oleObj name="Slide do think-cell" r:id="rId4" imgW="421" imgH="423" progId="TCLayout.ActiveDocument.1">
                  <p:embed/>
                </p:oleObj>
              </mc:Choice>
              <mc:Fallback>
                <p:oleObj name="Slide do think-cell" r:id="rId4" imgW="421" imgH="423" progId="TCLayout.ActiveDocument.1">
                  <p:embed/>
                  <p:pic>
                    <p:nvPicPr>
                      <p:cNvPr id="42" name="Objeto 41" hidden="1">
                        <a:extLst>
                          <a:ext uri="{FF2B5EF4-FFF2-40B4-BE49-F238E27FC236}">
                            <a16:creationId xmlns:a16="http://schemas.microsoft.com/office/drawing/2014/main" id="{E35A8915-FCD2-41D3-812D-DE37AE01A453}"/>
                          </a:ext>
                        </a:extLst>
                      </p:cNvPr>
                      <p:cNvPicPr/>
                      <p:nvPr/>
                    </p:nvPicPr>
                    <p:blipFill>
                      <a:blip r:embed="rId5"/>
                      <a:stretch>
                        <a:fillRect/>
                      </a:stretch>
                    </p:blipFill>
                    <p:spPr>
                      <a:xfrm>
                        <a:off x="1525588" y="1588"/>
                        <a:ext cx="1588" cy="1588"/>
                      </a:xfrm>
                      <a:prstGeom prst="rect">
                        <a:avLst/>
                      </a:prstGeom>
                    </p:spPr>
                  </p:pic>
                </p:oleObj>
              </mc:Fallback>
            </mc:AlternateContent>
          </a:graphicData>
        </a:graphic>
      </p:graphicFrame>
      <p:sp>
        <p:nvSpPr>
          <p:cNvPr id="41" name="Retângulo 40" hidden="1">
            <a:extLst>
              <a:ext uri="{FF2B5EF4-FFF2-40B4-BE49-F238E27FC236}">
                <a16:creationId xmlns:a16="http://schemas.microsoft.com/office/drawing/2014/main" id="{C151D748-8306-4F32-825C-E8F9A7CA64A5}"/>
              </a:ext>
            </a:extLst>
          </p:cNvPr>
          <p:cNvSpPr/>
          <p:nvPr>
            <p:custDataLst>
              <p:tags r:id="rId2"/>
            </p:custDataLst>
          </p:nvPr>
        </p:nvSpPr>
        <p:spPr>
          <a:xfrm>
            <a:off x="1524000" y="0"/>
            <a:ext cx="158750" cy="158750"/>
          </a:xfrm>
          <a:prstGeom prst="rect">
            <a:avLst/>
          </a:prstGeom>
          <a:solidFill>
            <a:schemeClr val="accent2"/>
          </a:solidFill>
          <a:ln w="19050">
            <a:solidFill>
              <a:schemeClr val="accent2"/>
            </a:solidFill>
            <a:miter lim="400000"/>
          </a:ln>
          <a:effectLst/>
        </p:spPr>
        <p:txBody>
          <a:bodyPr vert="horz" wrap="none" lIns="0" tIns="0" rIns="0" bIns="0" numCol="1" spcCol="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2000" b="1" i="0" u="none" strike="noStrike" kern="1200" cap="none" spc="0" normalizeH="0" baseline="0" noProof="0" err="1">
              <a:ln>
                <a:noFill/>
              </a:ln>
              <a:solidFill>
                <a:prstClr val="white"/>
              </a:solidFill>
              <a:effectLst/>
              <a:uLnTx/>
              <a:uFillTx/>
              <a:latin typeface="Arial" panose="020B0604020202020204" pitchFamily="34" charset="0"/>
              <a:ea typeface="+mn-ea"/>
              <a:cs typeface="+mn-cs"/>
              <a:sym typeface="Arial" panose="020B0604020202020204" pitchFamily="34" charset="0"/>
            </a:endParaRPr>
          </a:p>
        </p:txBody>
      </p:sp>
      <p:sp>
        <p:nvSpPr>
          <p:cNvPr id="2" name="Espaço Reservado para Texto 1">
            <a:extLst>
              <a:ext uri="{FF2B5EF4-FFF2-40B4-BE49-F238E27FC236}">
                <a16:creationId xmlns:a16="http://schemas.microsoft.com/office/drawing/2014/main" id="{2014AD1E-31FE-42CD-92AC-BEC4A2D35458}"/>
              </a:ext>
            </a:extLst>
          </p:cNvPr>
          <p:cNvSpPr>
            <a:spLocks noGrp="1"/>
          </p:cNvSpPr>
          <p:nvPr>
            <p:ph type="body" sz="quarter" idx="14"/>
          </p:nvPr>
        </p:nvSpPr>
        <p:spPr/>
        <p:txBody>
          <a:bodyPr/>
          <a:lstStyle/>
          <a:p>
            <a:r>
              <a:rPr lang="pt-BR"/>
              <a:t>Fonte: Mirow &amp; Co.</a:t>
            </a:r>
            <a:endParaRPr lang="en-GB"/>
          </a:p>
        </p:txBody>
      </p:sp>
      <p:sp>
        <p:nvSpPr>
          <p:cNvPr id="3" name="Título 2">
            <a:extLst>
              <a:ext uri="{FF2B5EF4-FFF2-40B4-BE49-F238E27FC236}">
                <a16:creationId xmlns:a16="http://schemas.microsoft.com/office/drawing/2014/main" id="{8D823391-DA56-43B2-8E19-EDC37BBB7488}"/>
              </a:ext>
            </a:extLst>
          </p:cNvPr>
          <p:cNvSpPr>
            <a:spLocks noGrp="1"/>
          </p:cNvSpPr>
          <p:nvPr>
            <p:ph type="title"/>
          </p:nvPr>
        </p:nvSpPr>
        <p:spPr/>
        <p:txBody>
          <a:bodyPr vert="horz"/>
          <a:lstStyle/>
          <a:p>
            <a:r>
              <a:rPr lang="pt-BR"/>
              <a:t>Durante o projeto, recomendaremos novas opções de organização para as equipes comerciais da Morro Verde, buscado aumentar a efetividade das vendas</a:t>
            </a:r>
            <a:endParaRPr lang="en-GB"/>
          </a:p>
        </p:txBody>
      </p:sp>
      <p:grpSp>
        <p:nvGrpSpPr>
          <p:cNvPr id="46" name="Group 3">
            <a:extLst>
              <a:ext uri="{FF2B5EF4-FFF2-40B4-BE49-F238E27FC236}">
                <a16:creationId xmlns:a16="http://schemas.microsoft.com/office/drawing/2014/main" id="{09467906-4759-4B73-B70D-3F99B3BFD778}"/>
              </a:ext>
            </a:extLst>
          </p:cNvPr>
          <p:cNvGrpSpPr/>
          <p:nvPr/>
        </p:nvGrpSpPr>
        <p:grpSpPr>
          <a:xfrm>
            <a:off x="10243987" y="628364"/>
            <a:ext cx="1720472" cy="212366"/>
            <a:chOff x="7199691" y="285750"/>
            <a:chExt cx="1720472" cy="212366"/>
          </a:xfrm>
        </p:grpSpPr>
        <p:sp>
          <p:nvSpPr>
            <p:cNvPr id="47" name="StickerRectangle">
              <a:extLst>
                <a:ext uri="{FF2B5EF4-FFF2-40B4-BE49-F238E27FC236}">
                  <a16:creationId xmlns:a16="http://schemas.microsoft.com/office/drawing/2014/main" id="{42132418-8CA2-4F74-8B96-AB51941FC936}"/>
                </a:ext>
              </a:extLst>
            </p:cNvPr>
            <p:cNvSpPr>
              <a:spLocks noChangeArrowheads="1"/>
            </p:cNvSpPr>
            <p:nvPr/>
          </p:nvSpPr>
          <p:spPr bwMode="auto">
            <a:xfrm>
              <a:off x="7199691" y="285750"/>
              <a:ext cx="1720472" cy="212366"/>
            </a:xfrm>
            <a:prstGeom prst="leftRightArrow">
              <a:avLst>
                <a:gd name="adj1" fmla="val 100000"/>
                <a:gd name="adj2"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 tIns="0" rIns="0" bIns="27432">
              <a:spAutoFit/>
            </a:bodyPr>
            <a:lstStyle/>
            <a:p>
              <a:pPr marL="0" marR="0" lvl="0" indent="0" algn="r" defTabSz="895350" rtl="0" eaLnBrk="1" fontAlgn="auto" latinLnBrk="0" hangingPunct="1">
                <a:lnSpc>
                  <a:spcPct val="100000"/>
                </a:lnSpc>
                <a:spcBef>
                  <a:spcPts val="0"/>
                </a:spcBef>
                <a:spcAft>
                  <a:spcPts val="0"/>
                </a:spcAft>
                <a:buClr>
                  <a:srgbClr val="020E66"/>
                </a:buClr>
                <a:buSzTx/>
                <a:buFontTx/>
                <a:buNone/>
                <a:tabLst/>
                <a:defRPr/>
              </a:pPr>
              <a:r>
                <a:rPr kumimoji="0" lang="pt-BR" sz="1200" b="0" i="0" u="none" strike="noStrike" kern="1200" cap="none" spc="0" normalizeH="0" baseline="0" noProof="0">
                  <a:ln>
                    <a:noFill/>
                  </a:ln>
                  <a:solidFill>
                    <a:srgbClr val="7F7F7F"/>
                  </a:solidFill>
                  <a:effectLst/>
                  <a:uLnTx/>
                  <a:uFillTx/>
                  <a:latin typeface="Arial"/>
                  <a:ea typeface="+mn-ea"/>
                  <a:cs typeface="+mn-cs"/>
                </a:rPr>
                <a:t>EXEMPLO DE CLIENTE</a:t>
              </a:r>
            </a:p>
          </p:txBody>
        </p:sp>
        <p:cxnSp>
          <p:nvCxnSpPr>
            <p:cNvPr id="48" name="AutoShape 31">
              <a:extLst>
                <a:ext uri="{FF2B5EF4-FFF2-40B4-BE49-F238E27FC236}">
                  <a16:creationId xmlns:a16="http://schemas.microsoft.com/office/drawing/2014/main" id="{479EF042-926D-4C69-85D8-411306073638}"/>
                </a:ext>
              </a:extLst>
            </p:cNvPr>
            <p:cNvCxnSpPr>
              <a:cxnSpLocks noChangeShapeType="1"/>
              <a:stCxn id="47" idx="2"/>
              <a:endCxn id="47" idx="4"/>
            </p:cNvCxnSpPr>
            <p:nvPr/>
          </p:nvCxnSpPr>
          <p:spPr bwMode="auto">
            <a:xfrm>
              <a:off x="7199691" y="285750"/>
              <a:ext cx="0" cy="212366"/>
            </a:xfrm>
            <a:prstGeom prst="straightConnector1">
              <a:avLst/>
            </a:prstGeom>
            <a:noFill/>
            <a:ln w="9525">
              <a:solidFill>
                <a:schemeClr val="accent6"/>
              </a:solidFill>
              <a:round/>
              <a:headEnd/>
              <a:tailEnd/>
            </a:ln>
            <a:extLst>
              <a:ext uri="{909E8E84-426E-40DD-AFC4-6F175D3DCCD1}">
                <a14:hiddenFill xmlns:a14="http://schemas.microsoft.com/office/drawing/2010/main">
                  <a:noFill/>
                </a14:hiddenFill>
              </a:ext>
            </a:extLst>
          </p:spPr>
        </p:cxnSp>
        <p:cxnSp>
          <p:nvCxnSpPr>
            <p:cNvPr id="55" name="AutoShape 32">
              <a:extLst>
                <a:ext uri="{FF2B5EF4-FFF2-40B4-BE49-F238E27FC236}">
                  <a16:creationId xmlns:a16="http://schemas.microsoft.com/office/drawing/2014/main" id="{01528EF9-185C-493B-8C07-53C50095F959}"/>
                </a:ext>
              </a:extLst>
            </p:cNvPr>
            <p:cNvCxnSpPr>
              <a:cxnSpLocks noChangeShapeType="1"/>
              <a:stCxn id="47" idx="4"/>
              <a:endCxn id="47" idx="6"/>
            </p:cNvCxnSpPr>
            <p:nvPr/>
          </p:nvCxnSpPr>
          <p:spPr bwMode="auto">
            <a:xfrm>
              <a:off x="7199691" y="498116"/>
              <a:ext cx="1720472" cy="0"/>
            </a:xfrm>
            <a:prstGeom prst="straightConnector1">
              <a:avLst/>
            </a:prstGeom>
            <a:noFill/>
            <a:ln w="25400">
              <a:solidFill>
                <a:schemeClr val="accent6"/>
              </a:solidFill>
              <a:round/>
              <a:headEnd/>
              <a:tailEnd/>
            </a:ln>
            <a:extLst>
              <a:ext uri="{909E8E84-426E-40DD-AFC4-6F175D3DCCD1}">
                <a14:hiddenFill xmlns:a14="http://schemas.microsoft.com/office/drawing/2010/main">
                  <a:noFill/>
                </a14:hiddenFill>
              </a:ext>
            </a:extLst>
          </p:spPr>
        </p:cxnSp>
      </p:grpSp>
      <p:sp>
        <p:nvSpPr>
          <p:cNvPr id="34" name="Rectangle 23">
            <a:extLst>
              <a:ext uri="{FF2B5EF4-FFF2-40B4-BE49-F238E27FC236}">
                <a16:creationId xmlns:a16="http://schemas.microsoft.com/office/drawing/2014/main" id="{425DB5B2-D63B-BFE6-BD36-0010DD714203}"/>
              </a:ext>
            </a:extLst>
          </p:cNvPr>
          <p:cNvSpPr/>
          <p:nvPr/>
        </p:nvSpPr>
        <p:spPr>
          <a:xfrm>
            <a:off x="481455" y="1056350"/>
            <a:ext cx="7753030" cy="5076000"/>
          </a:xfrm>
          <a:prstGeom prst="rect">
            <a:avLst/>
          </a:prstGeom>
          <a:noFill/>
          <a:ln w="12700">
            <a:solidFill>
              <a:schemeClr val="accent4"/>
            </a:solidFill>
          </a:ln>
        </p:spPr>
        <p:txBody>
          <a:bodyPr spcFirstLastPara="1" wrap="square" lIns="108000" tIns="45700" rIns="108000" bIns="45700" anchor="ctr" anchorCtr="0">
            <a:noAutofit/>
          </a:bodyPr>
          <a:lstStyle/>
          <a:p>
            <a:pPr marL="182562" marR="0" lvl="1" indent="-182562" algn="l" defTabSz="914400" rtl="0" eaLnBrk="1" fontAlgn="auto" latinLnBrk="0" hangingPunct="1">
              <a:lnSpc>
                <a:spcPct val="100000"/>
              </a:lnSpc>
              <a:spcBef>
                <a:spcPts val="600"/>
              </a:spcBef>
              <a:spcAft>
                <a:spcPts val="0"/>
              </a:spcAft>
              <a:buClr>
                <a:srgbClr val="020E66"/>
              </a:buClr>
              <a:buSzPts val="1400"/>
              <a:buFont typeface="Noto Sans Symbols"/>
              <a:buChar char="▪"/>
              <a:tabLst/>
              <a:defRPr/>
            </a:pPr>
            <a:endParaRPr kumimoji="0" lang="pt-BR" sz="1400" b="0" i="0" u="none" strike="noStrike" kern="0" cap="none" spc="0" normalizeH="0" baseline="0" noProof="0">
              <a:ln>
                <a:noFill/>
              </a:ln>
              <a:solidFill>
                <a:srgbClr val="071C25"/>
              </a:solidFill>
              <a:effectLst/>
              <a:uLnTx/>
              <a:uFillTx/>
              <a:latin typeface="Arial"/>
              <a:ea typeface="+mn-ea"/>
              <a:cs typeface="Arial"/>
              <a:sym typeface="Arial"/>
            </a:endParaRPr>
          </a:p>
        </p:txBody>
      </p:sp>
      <p:sp>
        <p:nvSpPr>
          <p:cNvPr id="35" name="Rectangle 24">
            <a:extLst>
              <a:ext uri="{FF2B5EF4-FFF2-40B4-BE49-F238E27FC236}">
                <a16:creationId xmlns:a16="http://schemas.microsoft.com/office/drawing/2014/main" id="{455C979E-9569-A563-36ED-E20B3DE7EDF0}"/>
              </a:ext>
            </a:extLst>
          </p:cNvPr>
          <p:cNvSpPr/>
          <p:nvPr/>
        </p:nvSpPr>
        <p:spPr>
          <a:xfrm>
            <a:off x="8232000" y="1056350"/>
            <a:ext cx="3960000" cy="5076000"/>
          </a:xfrm>
          <a:prstGeom prst="rect">
            <a:avLst/>
          </a:prstGeom>
          <a:solidFill>
            <a:schemeClr val="accent1"/>
          </a:solidFill>
          <a:ln w="12700">
            <a:noFill/>
          </a:ln>
        </p:spPr>
        <p:txBody>
          <a:bodyPr spcFirstLastPara="1" wrap="square" lIns="108000" tIns="45700" rIns="108000" bIns="45700" anchor="ctr" anchorCtr="0">
            <a:noAutofit/>
          </a:bodyPr>
          <a:lstStyle/>
          <a:p>
            <a:pPr marL="182562" marR="0" lvl="1" indent="-182562" algn="l" defTabSz="914400" rtl="0" eaLnBrk="1" fontAlgn="auto" latinLnBrk="0" hangingPunct="1">
              <a:lnSpc>
                <a:spcPct val="100000"/>
              </a:lnSpc>
              <a:spcBef>
                <a:spcPts val="600"/>
              </a:spcBef>
              <a:spcAft>
                <a:spcPts val="0"/>
              </a:spcAft>
              <a:buClr>
                <a:srgbClr val="020E66"/>
              </a:buClr>
              <a:buSzPts val="1400"/>
              <a:buFont typeface="Noto Sans Symbols"/>
              <a:buChar char="▪"/>
              <a:tabLst/>
              <a:defRPr/>
            </a:pPr>
            <a:endParaRPr kumimoji="0" lang="pt-BR" sz="1600" b="0" i="0" u="none" strike="noStrike" kern="0" cap="none" spc="0" normalizeH="0" baseline="0" noProof="0">
              <a:ln>
                <a:noFill/>
              </a:ln>
              <a:solidFill>
                <a:srgbClr val="071C25"/>
              </a:solidFill>
              <a:effectLst/>
              <a:uLnTx/>
              <a:uFillTx/>
              <a:latin typeface="Arial"/>
              <a:ea typeface="+mn-ea"/>
              <a:cs typeface="Arial"/>
              <a:sym typeface="Arial"/>
            </a:endParaRPr>
          </a:p>
        </p:txBody>
      </p:sp>
      <p:sp>
        <p:nvSpPr>
          <p:cNvPr id="38" name="CaixaDeTexto 37">
            <a:extLst>
              <a:ext uri="{FF2B5EF4-FFF2-40B4-BE49-F238E27FC236}">
                <a16:creationId xmlns:a16="http://schemas.microsoft.com/office/drawing/2014/main" id="{DB53EE30-81D9-C7A5-CC10-3194296AFE7D}"/>
              </a:ext>
            </a:extLst>
          </p:cNvPr>
          <p:cNvSpPr txBox="1"/>
          <p:nvPr/>
        </p:nvSpPr>
        <p:spPr bwMode="auto">
          <a:xfrm>
            <a:off x="8412000" y="1627896"/>
            <a:ext cx="3600000" cy="1708160"/>
          </a:xfrm>
          <a:prstGeom prst="rect">
            <a:avLst/>
          </a:prstGeom>
          <a:noFill/>
          <a:ln w="9525">
            <a:noFill/>
            <a:miter lim="800000"/>
            <a:headEnd/>
            <a:tailEnd/>
          </a:ln>
        </p:spPr>
        <p:txBody>
          <a:bodyPr vert="horz" wrap="square" lIns="0" tIns="0" rIns="0" bIns="0" numCol="1" rtlCol="0" anchor="t" anchorCtr="0" compatLnSpc="1">
            <a:prstTxWarp prst="textNoShape">
              <a:avLst/>
            </a:prstTxWarp>
            <a:spAutoFit/>
          </a:bodyPr>
          <a:lstStyle/>
          <a:p>
            <a:pPr marL="285750" marR="0" lvl="0" indent="-28575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pt-BR" sz="1300" b="0" i="0" u="none" strike="noStrike" kern="0" cap="none" spc="0" normalizeH="0" baseline="0" noProof="0">
                <a:ln>
                  <a:noFill/>
                </a:ln>
                <a:solidFill>
                  <a:srgbClr val="071C25"/>
                </a:solidFill>
                <a:effectLst/>
                <a:uLnTx/>
                <a:uFillTx/>
                <a:latin typeface="Arial"/>
                <a:ea typeface="+mn-ea"/>
                <a:cs typeface="+mn-cs"/>
              </a:rPr>
              <a:t>Desenho da </a:t>
            </a:r>
            <a:r>
              <a:rPr kumimoji="0" lang="pt-BR" sz="1300" b="1" i="0" u="none" strike="noStrike" kern="0" cap="none" spc="0" normalizeH="0" baseline="0" noProof="0">
                <a:ln>
                  <a:noFill/>
                </a:ln>
                <a:solidFill>
                  <a:srgbClr val="071C25"/>
                </a:solidFill>
                <a:effectLst/>
                <a:uLnTx/>
                <a:uFillTx/>
                <a:latin typeface="Arial"/>
                <a:ea typeface="+mn-ea"/>
                <a:cs typeface="+mn-cs"/>
              </a:rPr>
              <a:t>estrutura organizacional e principais reportes</a:t>
            </a:r>
          </a:p>
          <a:p>
            <a:pPr marL="285750" marR="0" lvl="0" indent="-28575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pt-BR" sz="1300" b="0" i="0" u="none" strike="noStrike" kern="0" cap="none" spc="0" normalizeH="0" baseline="0" noProof="0">
                <a:ln>
                  <a:noFill/>
                </a:ln>
                <a:solidFill>
                  <a:srgbClr val="071C25"/>
                </a:solidFill>
                <a:effectLst/>
                <a:uLnTx/>
                <a:uFillTx/>
                <a:latin typeface="Arial"/>
                <a:ea typeface="+mn-ea"/>
                <a:cs typeface="+mn-cs"/>
              </a:rPr>
              <a:t>Descrição de </a:t>
            </a:r>
            <a:r>
              <a:rPr kumimoji="0" lang="pt-BR" sz="1300" b="1" i="0" u="none" strike="noStrike" kern="0" cap="none" spc="0" normalizeH="0" baseline="0" noProof="0">
                <a:ln>
                  <a:noFill/>
                </a:ln>
                <a:solidFill>
                  <a:srgbClr val="071C25"/>
                </a:solidFill>
                <a:effectLst/>
                <a:uLnTx/>
                <a:uFillTx/>
                <a:latin typeface="Arial"/>
                <a:ea typeface="+mn-ea"/>
                <a:cs typeface="+mn-cs"/>
              </a:rPr>
              <a:t>papeis e responsabilidades</a:t>
            </a:r>
          </a:p>
          <a:p>
            <a:pPr marL="285750" marR="0" lvl="0" indent="-28575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pt-BR" sz="1300" b="0" i="0" u="none" strike="noStrike" kern="0" cap="none" spc="0" normalizeH="0" baseline="0" noProof="0">
                <a:ln>
                  <a:noFill/>
                </a:ln>
                <a:solidFill>
                  <a:srgbClr val="071C25"/>
                </a:solidFill>
                <a:effectLst/>
                <a:uLnTx/>
                <a:uFillTx/>
                <a:latin typeface="Arial"/>
                <a:ea typeface="+mn-ea"/>
                <a:cs typeface="+mn-cs"/>
              </a:rPr>
              <a:t>Descrição de </a:t>
            </a:r>
            <a:r>
              <a:rPr kumimoji="0" lang="pt-BR" sz="1300" b="1" i="0" u="none" strike="noStrike" kern="0" cap="none" spc="0" normalizeH="0" baseline="0" noProof="0">
                <a:ln>
                  <a:noFill/>
                </a:ln>
                <a:solidFill>
                  <a:srgbClr val="071C25"/>
                </a:solidFill>
                <a:effectLst/>
                <a:uLnTx/>
                <a:uFillTx/>
                <a:latin typeface="Arial"/>
                <a:ea typeface="+mn-ea"/>
                <a:cs typeface="+mn-cs"/>
              </a:rPr>
              <a:t>competências desejadas </a:t>
            </a:r>
            <a:r>
              <a:rPr kumimoji="0" lang="pt-BR" sz="1300" b="0" i="0" u="none" strike="noStrike" kern="0" cap="none" spc="0" normalizeH="0" baseline="0" noProof="0">
                <a:ln>
                  <a:noFill/>
                </a:ln>
                <a:solidFill>
                  <a:srgbClr val="071C25"/>
                </a:solidFill>
                <a:effectLst/>
                <a:uLnTx/>
                <a:uFillTx/>
                <a:latin typeface="Arial"/>
                <a:ea typeface="+mn-ea"/>
                <a:cs typeface="+mn-cs"/>
              </a:rPr>
              <a:t>das diferentes equipes</a:t>
            </a:r>
          </a:p>
          <a:p>
            <a:pPr marL="285750" marR="0" lvl="0" indent="-28575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pt-BR" sz="1300" b="0" i="0" u="none" strike="noStrike" kern="0" cap="none" spc="0" normalizeH="0" baseline="0" noProof="0">
                <a:ln>
                  <a:noFill/>
                </a:ln>
                <a:solidFill>
                  <a:srgbClr val="071C25"/>
                </a:solidFill>
                <a:effectLst/>
                <a:uLnTx/>
                <a:uFillTx/>
                <a:latin typeface="Arial"/>
                <a:ea typeface="+mn-ea"/>
                <a:cs typeface="+mn-cs"/>
              </a:rPr>
              <a:t>Quantificação da </a:t>
            </a:r>
            <a:r>
              <a:rPr kumimoji="0" lang="pt-BR" sz="1300" b="1" i="0" u="none" strike="noStrike" kern="0" cap="none" spc="0" normalizeH="0" baseline="0" noProof="0">
                <a:ln>
                  <a:noFill/>
                </a:ln>
                <a:solidFill>
                  <a:srgbClr val="071C25"/>
                </a:solidFill>
                <a:effectLst/>
                <a:uLnTx/>
                <a:uFillTx/>
                <a:latin typeface="Arial"/>
                <a:ea typeface="+mn-ea"/>
                <a:cs typeface="+mn-cs"/>
              </a:rPr>
              <a:t>necessidade de </a:t>
            </a:r>
            <a:r>
              <a:rPr kumimoji="0" lang="pt-BR" sz="1300" b="1" i="0" u="none" strike="noStrike" kern="0" cap="none" spc="0" normalizeH="0" baseline="0" noProof="0" err="1">
                <a:ln>
                  <a:noFill/>
                </a:ln>
                <a:solidFill>
                  <a:srgbClr val="071C25"/>
                </a:solidFill>
                <a:effectLst/>
                <a:uLnTx/>
                <a:uFillTx/>
                <a:latin typeface="Arial"/>
                <a:ea typeface="+mn-ea"/>
                <a:cs typeface="+mn-cs"/>
              </a:rPr>
              <a:t>FTEs</a:t>
            </a:r>
            <a:endParaRPr kumimoji="0" lang="pt-BR" sz="1300" b="1" i="0" u="none" strike="noStrike" kern="0" cap="none" spc="0" normalizeH="0" baseline="0" noProof="0">
              <a:ln>
                <a:noFill/>
              </a:ln>
              <a:solidFill>
                <a:srgbClr val="071C25"/>
              </a:solidFill>
              <a:effectLst/>
              <a:uLnTx/>
              <a:uFillTx/>
              <a:latin typeface="Arial"/>
              <a:ea typeface="+mn-ea"/>
              <a:cs typeface="+mn-cs"/>
            </a:endParaRPr>
          </a:p>
          <a:p>
            <a:pPr marL="285750" marR="0" lvl="0" indent="-28575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pt-BR" sz="1300" b="0" i="0" u="none" strike="noStrike" kern="0" cap="none" spc="0" normalizeH="0" baseline="0" noProof="0">
                <a:ln>
                  <a:noFill/>
                </a:ln>
                <a:solidFill>
                  <a:srgbClr val="071C25"/>
                </a:solidFill>
                <a:effectLst/>
                <a:uLnTx/>
                <a:uFillTx/>
                <a:latin typeface="Arial"/>
                <a:ea typeface="+mn-ea"/>
                <a:cs typeface="+mn-cs"/>
              </a:rPr>
              <a:t>Descrição de </a:t>
            </a:r>
            <a:r>
              <a:rPr kumimoji="0" lang="pt-BR" sz="1300" b="1" i="0" u="none" strike="noStrike" kern="0" cap="none" spc="0" normalizeH="0" baseline="0" noProof="0">
                <a:ln>
                  <a:noFill/>
                </a:ln>
                <a:solidFill>
                  <a:srgbClr val="071C25"/>
                </a:solidFill>
                <a:effectLst/>
                <a:uLnTx/>
                <a:uFillTx/>
                <a:latin typeface="Arial"/>
                <a:ea typeface="+mn-ea"/>
                <a:cs typeface="+mn-cs"/>
              </a:rPr>
              <a:t>alçadas e matriz RACI</a:t>
            </a:r>
          </a:p>
        </p:txBody>
      </p:sp>
      <p:sp>
        <p:nvSpPr>
          <p:cNvPr id="39" name="Retângulo: Cantos Arredondados 38">
            <a:extLst>
              <a:ext uri="{FF2B5EF4-FFF2-40B4-BE49-F238E27FC236}">
                <a16:creationId xmlns:a16="http://schemas.microsoft.com/office/drawing/2014/main" id="{11A9F6AF-82A4-2DDD-9B4A-68CE0744E07B}"/>
              </a:ext>
            </a:extLst>
          </p:cNvPr>
          <p:cNvSpPr/>
          <p:nvPr/>
        </p:nvSpPr>
        <p:spPr>
          <a:xfrm>
            <a:off x="8412000" y="3876397"/>
            <a:ext cx="3600000" cy="1718502"/>
          </a:xfrm>
          <a:prstGeom prst="roundRect">
            <a:avLst>
              <a:gd name="adj" fmla="val 0"/>
            </a:avLst>
          </a:prstGeom>
          <a:solidFill>
            <a:schemeClr val="tx2"/>
          </a:solidFill>
          <a:ln w="19050">
            <a:noFill/>
            <a:miter lim="400000"/>
          </a:ln>
          <a:effectLst/>
        </p:spPr>
        <p:txBody>
          <a:bodyPr lIns="108000" tIns="72000" rIns="108000" bIns="72000" rtlCol="0" anchor="ct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pt-BR" sz="1300" b="1" i="0" u="none" strike="noStrike" kern="1200" cap="none" spc="0" normalizeH="0" baseline="0" noProof="0">
                <a:ln>
                  <a:noFill/>
                </a:ln>
                <a:solidFill>
                  <a:prstClr val="white"/>
                </a:solidFill>
                <a:effectLst/>
                <a:uLnTx/>
                <a:uFillTx/>
                <a:latin typeface="Arial"/>
                <a:ea typeface="+mn-ea"/>
                <a:cs typeface="+mn-cs"/>
              </a:rPr>
              <a:t>A organização proposta irá considerar a estratégia da Morro Verde, bem como valores e cultura da organização</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pt-BR" sz="1300" b="1" i="0" u="none" strike="noStrike" kern="1200" cap="none" spc="0" normalizeH="0" baseline="0" noProof="0">
                <a:ln>
                  <a:noFill/>
                </a:ln>
                <a:solidFill>
                  <a:prstClr val="white"/>
                </a:solidFill>
                <a:effectLst/>
                <a:uLnTx/>
                <a:uFillTx/>
                <a:latin typeface="Arial"/>
                <a:ea typeface="+mn-ea"/>
                <a:cs typeface="+mn-cs"/>
              </a:rPr>
              <a:t>Será necessário forte alinhamento e validação com a liderança da companhia</a:t>
            </a:r>
          </a:p>
        </p:txBody>
      </p:sp>
      <p:pic>
        <p:nvPicPr>
          <p:cNvPr id="45" name="Imagem 44">
            <a:extLst>
              <a:ext uri="{FF2B5EF4-FFF2-40B4-BE49-F238E27FC236}">
                <a16:creationId xmlns:a16="http://schemas.microsoft.com/office/drawing/2014/main" id="{AAA57072-C8C4-4808-E9A8-9BEDDF3E20CD}"/>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710809" y="1627896"/>
            <a:ext cx="7294323" cy="3194913"/>
          </a:xfrm>
          <a:prstGeom prst="rect">
            <a:avLst/>
          </a:prstGeom>
        </p:spPr>
      </p:pic>
      <p:grpSp>
        <p:nvGrpSpPr>
          <p:cNvPr id="5" name="Group 10">
            <a:extLst>
              <a:ext uri="{FF2B5EF4-FFF2-40B4-BE49-F238E27FC236}">
                <a16:creationId xmlns:a16="http://schemas.microsoft.com/office/drawing/2014/main" id="{227F94B1-71A3-4B62-D0DF-FC36A7A109C7}"/>
              </a:ext>
            </a:extLst>
          </p:cNvPr>
          <p:cNvGrpSpPr/>
          <p:nvPr/>
        </p:nvGrpSpPr>
        <p:grpSpPr>
          <a:xfrm>
            <a:off x="667970" y="1264313"/>
            <a:ext cx="7380000" cy="250825"/>
            <a:chOff x="333488" y="1254559"/>
            <a:chExt cx="4547074" cy="251795"/>
          </a:xfrm>
        </p:grpSpPr>
        <p:sp>
          <p:nvSpPr>
            <p:cNvPr id="6" name="Content Placeholder 2">
              <a:extLst>
                <a:ext uri="{FF2B5EF4-FFF2-40B4-BE49-F238E27FC236}">
                  <a16:creationId xmlns:a16="http://schemas.microsoft.com/office/drawing/2014/main" id="{16765369-BF29-EA5D-BC55-EF7C0ADED049}"/>
                </a:ext>
              </a:extLst>
            </p:cNvPr>
            <p:cNvSpPr txBox="1">
              <a:spLocks/>
            </p:cNvSpPr>
            <p:nvPr/>
          </p:nvSpPr>
          <p:spPr bwMode="auto">
            <a:xfrm>
              <a:off x="333488" y="1254559"/>
              <a:ext cx="4547074" cy="251795"/>
            </a:xfrm>
            <a:prstGeom prst="rect">
              <a:avLst/>
            </a:prstGeom>
          </p:spPr>
          <p:txBody>
            <a:bodyPr vert="horz" wrap="square" lIns="0" tIns="0" rIns="0" bIns="36000" rtlCol="0" anchor="b">
              <a:spAutoFit/>
            </a:bodyPr>
            <a:lstStyle>
              <a:defPPr>
                <a:defRPr lang="pt-BR"/>
              </a:defPPr>
              <a:lvl1pPr lvl="0" indent="0">
                <a:spcBef>
                  <a:spcPct val="20000"/>
                </a:spcBef>
                <a:buFont typeface="Arial" pitchFamily="34" charset="0"/>
                <a:buNone/>
                <a:defRPr sz="1400"/>
              </a:lvl1pPr>
              <a:lvl2pPr marL="197607" lvl="1" indent="-195987" defTabSz="913526" fontAlgn="base">
                <a:spcBef>
                  <a:spcPct val="0"/>
                </a:spcBef>
                <a:spcAft>
                  <a:spcPct val="0"/>
                </a:spcAft>
                <a:buClr>
                  <a:schemeClr val="tx2"/>
                </a:buClr>
                <a:buSzPct val="125000"/>
                <a:buFont typeface="Arial" charset="0"/>
                <a:buChar char="▪"/>
                <a:defRPr sz="1400" baseline="0"/>
              </a:lvl2pPr>
              <a:lvl3pPr marL="466481" lvl="2" indent="-267255" defTabSz="913526" fontAlgn="base">
                <a:spcBef>
                  <a:spcPct val="0"/>
                </a:spcBef>
                <a:spcAft>
                  <a:spcPct val="0"/>
                </a:spcAft>
                <a:buClr>
                  <a:schemeClr val="tx2"/>
                </a:buClr>
                <a:buSzPct val="120000"/>
                <a:buFont typeface="Arial" charset="0"/>
                <a:buChar char="–"/>
                <a:defRPr sz="1400" baseline="0"/>
              </a:lvl3pPr>
              <a:lvl4pPr marL="626835" lvl="3" indent="-158733" defTabSz="913526" fontAlgn="base">
                <a:spcBef>
                  <a:spcPct val="0"/>
                </a:spcBef>
                <a:spcAft>
                  <a:spcPct val="0"/>
                </a:spcAft>
                <a:buClr>
                  <a:schemeClr val="tx2"/>
                </a:buClr>
                <a:buSzPct val="120000"/>
                <a:buFont typeface="Arial" charset="0"/>
                <a:buChar char="▫"/>
                <a:defRPr sz="1400" baseline="0"/>
              </a:lvl4pPr>
              <a:lvl5pPr marL="765029" lvl="4" indent="-132818" defTabSz="913526" fontAlgn="base">
                <a:spcBef>
                  <a:spcPct val="0"/>
                </a:spcBef>
                <a:spcAft>
                  <a:spcPct val="0"/>
                </a:spcAft>
                <a:buClr>
                  <a:schemeClr val="tx2"/>
                </a:buClr>
                <a:buSzPct val="89000"/>
                <a:buFont typeface="Arial" charset="0"/>
                <a:buChar char="-"/>
                <a:defRPr sz="1400" baseline="0"/>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marL="0" marR="0" lvl="0" indent="0" algn="l" defTabSz="914400" rtl="0" eaLnBrk="0" fontAlgn="auto" latinLnBrk="0" hangingPunct="0">
                <a:lnSpc>
                  <a:spcPct val="100000"/>
                </a:lnSpc>
                <a:spcBef>
                  <a:spcPts val="0"/>
                </a:spcBef>
                <a:spcAft>
                  <a:spcPts val="0"/>
                </a:spcAft>
                <a:buClr>
                  <a:srgbClr val="073E87"/>
                </a:buClr>
                <a:buSzTx/>
                <a:buFont typeface="Arial" pitchFamily="34" charset="0"/>
                <a:buNone/>
                <a:tabLst/>
                <a:defRPr/>
              </a:pPr>
              <a:r>
                <a:rPr kumimoji="0" lang="pt-BR" sz="1400" b="1" i="0" u="none" strike="noStrike" kern="0" cap="none" spc="0" normalizeH="0" baseline="0" noProof="0">
                  <a:ln>
                    <a:noFill/>
                  </a:ln>
                  <a:solidFill>
                    <a:srgbClr val="020E66"/>
                  </a:solidFill>
                  <a:effectLst/>
                  <a:uLnTx/>
                  <a:uFillTx/>
                  <a:latin typeface="Arial"/>
                  <a:ea typeface="+mn-ea"/>
                  <a:cs typeface="+mn-cs"/>
                </a:rPr>
                <a:t>Exemplo de análise DE-PARA de estrutura organizacional</a:t>
              </a:r>
            </a:p>
          </p:txBody>
        </p:sp>
        <p:cxnSp>
          <p:nvCxnSpPr>
            <p:cNvPr id="7" name="Straight Connector 125">
              <a:extLst>
                <a:ext uri="{FF2B5EF4-FFF2-40B4-BE49-F238E27FC236}">
                  <a16:creationId xmlns:a16="http://schemas.microsoft.com/office/drawing/2014/main" id="{BED30A31-6582-76B4-2AFC-8304D99BF259}"/>
                </a:ext>
              </a:extLst>
            </p:cNvPr>
            <p:cNvCxnSpPr>
              <a:cxnSpLocks/>
            </p:cNvCxnSpPr>
            <p:nvPr/>
          </p:nvCxnSpPr>
          <p:spPr>
            <a:xfrm>
              <a:off x="333488" y="1506354"/>
              <a:ext cx="4547074"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9" name="Content Placeholder 2">
            <a:extLst>
              <a:ext uri="{FF2B5EF4-FFF2-40B4-BE49-F238E27FC236}">
                <a16:creationId xmlns:a16="http://schemas.microsoft.com/office/drawing/2014/main" id="{8062C0A3-FF01-8E16-366A-72BF5883B16D}"/>
              </a:ext>
            </a:extLst>
          </p:cNvPr>
          <p:cNvSpPr txBox="1">
            <a:spLocks/>
          </p:cNvSpPr>
          <p:nvPr/>
        </p:nvSpPr>
        <p:spPr bwMode="auto">
          <a:xfrm>
            <a:off x="8412000" y="1263343"/>
            <a:ext cx="3600000" cy="251795"/>
          </a:xfrm>
          <a:prstGeom prst="rect">
            <a:avLst/>
          </a:prstGeom>
        </p:spPr>
        <p:txBody>
          <a:bodyPr vert="horz" wrap="square" lIns="0" tIns="0" rIns="0" bIns="36000" rtlCol="0" anchor="b">
            <a:spAutoFit/>
          </a:bodyPr>
          <a:lstStyle>
            <a:defPPr>
              <a:defRPr lang="pt-BR"/>
            </a:defPPr>
            <a:lvl1pPr lvl="0" indent="0">
              <a:spcBef>
                <a:spcPct val="20000"/>
              </a:spcBef>
              <a:buFont typeface="Arial" pitchFamily="34" charset="0"/>
              <a:buNone/>
              <a:defRPr sz="1400"/>
            </a:lvl1pPr>
            <a:lvl2pPr marL="197607" lvl="1" indent="-195987" defTabSz="913526" fontAlgn="base">
              <a:spcBef>
                <a:spcPct val="0"/>
              </a:spcBef>
              <a:spcAft>
                <a:spcPct val="0"/>
              </a:spcAft>
              <a:buClr>
                <a:schemeClr val="tx2"/>
              </a:buClr>
              <a:buSzPct val="125000"/>
              <a:buFont typeface="Arial" charset="0"/>
              <a:buChar char="▪"/>
              <a:defRPr sz="1400" baseline="0"/>
            </a:lvl2pPr>
            <a:lvl3pPr marL="466481" lvl="2" indent="-267255" defTabSz="913526" fontAlgn="base">
              <a:spcBef>
                <a:spcPct val="0"/>
              </a:spcBef>
              <a:spcAft>
                <a:spcPct val="0"/>
              </a:spcAft>
              <a:buClr>
                <a:schemeClr val="tx2"/>
              </a:buClr>
              <a:buSzPct val="120000"/>
              <a:buFont typeface="Arial" charset="0"/>
              <a:buChar char="–"/>
              <a:defRPr sz="1400" baseline="0"/>
            </a:lvl3pPr>
            <a:lvl4pPr marL="626835" lvl="3" indent="-158733" defTabSz="913526" fontAlgn="base">
              <a:spcBef>
                <a:spcPct val="0"/>
              </a:spcBef>
              <a:spcAft>
                <a:spcPct val="0"/>
              </a:spcAft>
              <a:buClr>
                <a:schemeClr val="tx2"/>
              </a:buClr>
              <a:buSzPct val="120000"/>
              <a:buFont typeface="Arial" charset="0"/>
              <a:buChar char="▫"/>
              <a:defRPr sz="1400" baseline="0"/>
            </a:lvl4pPr>
            <a:lvl5pPr marL="765029" lvl="4" indent="-132818" defTabSz="913526" fontAlgn="base">
              <a:spcBef>
                <a:spcPct val="0"/>
              </a:spcBef>
              <a:spcAft>
                <a:spcPct val="0"/>
              </a:spcAft>
              <a:buClr>
                <a:schemeClr val="tx2"/>
              </a:buClr>
              <a:buSzPct val="89000"/>
              <a:buFont typeface="Arial" charset="0"/>
              <a:buChar char="-"/>
              <a:defRPr sz="1400" baseline="0"/>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marL="0" marR="0" lvl="0" indent="0" algn="l" defTabSz="914400" rtl="0" eaLnBrk="0" fontAlgn="auto" latinLnBrk="0" hangingPunct="0">
              <a:lnSpc>
                <a:spcPct val="100000"/>
              </a:lnSpc>
              <a:spcBef>
                <a:spcPts val="0"/>
              </a:spcBef>
              <a:spcAft>
                <a:spcPts val="0"/>
              </a:spcAft>
              <a:buClr>
                <a:srgbClr val="073E87"/>
              </a:buClr>
              <a:buSzTx/>
              <a:buFont typeface="Arial" pitchFamily="34" charset="0"/>
              <a:buNone/>
              <a:tabLst/>
              <a:defRPr/>
            </a:pPr>
            <a:r>
              <a:rPr kumimoji="0" lang="pt-BR" sz="1400" b="1" i="0" u="none" strike="noStrike" kern="0" cap="none" spc="0" normalizeH="0" baseline="0" noProof="0">
                <a:ln>
                  <a:noFill/>
                </a:ln>
                <a:solidFill>
                  <a:srgbClr val="020E66"/>
                </a:solidFill>
                <a:effectLst/>
                <a:uLnTx/>
                <a:uFillTx/>
                <a:latin typeface="Arial"/>
                <a:ea typeface="+mn-ea"/>
                <a:cs typeface="+mn-cs"/>
              </a:rPr>
              <a:t>Exemplos de análises no projeto</a:t>
            </a:r>
          </a:p>
        </p:txBody>
      </p:sp>
      <p:cxnSp>
        <p:nvCxnSpPr>
          <p:cNvPr id="10" name="Straight Connector 125">
            <a:extLst>
              <a:ext uri="{FF2B5EF4-FFF2-40B4-BE49-F238E27FC236}">
                <a16:creationId xmlns:a16="http://schemas.microsoft.com/office/drawing/2014/main" id="{746D75A6-41D0-BBBC-CB4C-CC1F77325C19}"/>
              </a:ext>
            </a:extLst>
          </p:cNvPr>
          <p:cNvCxnSpPr>
            <a:cxnSpLocks/>
          </p:cNvCxnSpPr>
          <p:nvPr/>
        </p:nvCxnSpPr>
        <p:spPr>
          <a:xfrm>
            <a:off x="8412000" y="1515138"/>
            <a:ext cx="3600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0509609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B5F7DB6F-275A-496B-85A8-0C6A0998B555}"/>
              </a:ext>
            </a:extLst>
          </p:cNvPr>
          <p:cNvGraphicFramePr>
            <a:graphicFrameLocks noChangeAspect="1"/>
          </p:cNvGraphicFramePr>
          <p:nvPr>
            <p:custDataLst>
              <p:tags r:id="rId1"/>
            </p:custDataLst>
          </p:nvPr>
        </p:nvGraphicFramePr>
        <p:xfrm>
          <a:off x="1525858" y="1790"/>
          <a:ext cx="1588" cy="1588"/>
        </p:xfrm>
        <a:graphic>
          <a:graphicData uri="http://schemas.openxmlformats.org/presentationml/2006/ole">
            <mc:AlternateContent xmlns:mc="http://schemas.openxmlformats.org/markup-compatibility/2006">
              <mc:Choice xmlns:v="urn:schemas-microsoft-com:vml" Requires="v">
                <p:oleObj name="Slide do think-cell" r:id="rId13" imgW="421" imgH="423" progId="TCLayout.ActiveDocument.1">
                  <p:embed/>
                </p:oleObj>
              </mc:Choice>
              <mc:Fallback>
                <p:oleObj name="Slide do think-cell" r:id="rId13" imgW="421" imgH="423" progId="TCLayout.ActiveDocument.1">
                  <p:embed/>
                  <p:pic>
                    <p:nvPicPr>
                      <p:cNvPr id="5" name="Object 4" hidden="1">
                        <a:extLst>
                          <a:ext uri="{FF2B5EF4-FFF2-40B4-BE49-F238E27FC236}">
                            <a16:creationId xmlns:a16="http://schemas.microsoft.com/office/drawing/2014/main" id="{B5F7DB6F-275A-496B-85A8-0C6A0998B555}"/>
                          </a:ext>
                        </a:extLst>
                      </p:cNvPr>
                      <p:cNvPicPr/>
                      <p:nvPr/>
                    </p:nvPicPr>
                    <p:blipFill>
                      <a:blip r:embed="rId14"/>
                      <a:stretch>
                        <a:fillRect/>
                      </a:stretch>
                    </p:blipFill>
                    <p:spPr>
                      <a:xfrm>
                        <a:off x="1525858" y="1790"/>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CB287CB0-5D4A-4301-868C-39E004E7DAD1}"/>
              </a:ext>
            </a:extLst>
          </p:cNvPr>
          <p:cNvSpPr/>
          <p:nvPr>
            <p:custDataLst>
              <p:tags r:id="rId2"/>
            </p:custDataLst>
          </p:nvPr>
        </p:nvSpPr>
        <p:spPr>
          <a:xfrm>
            <a:off x="1524271" y="204"/>
            <a:ext cx="158741" cy="158741"/>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2000" b="1" i="0" u="none" strike="noStrike" kern="1200" cap="none" spc="0" normalizeH="0" baseline="0" noProof="0">
              <a:ln>
                <a:noFill/>
              </a:ln>
              <a:solidFill>
                <a:sysClr val="windowText" lastClr="000000"/>
              </a:solidFill>
              <a:effectLst/>
              <a:uLnTx/>
              <a:uFillTx/>
              <a:latin typeface="Arial" panose="020B0604020202020204" pitchFamily="34" charset="0"/>
              <a:ea typeface="+mn-ea"/>
              <a:cs typeface="+mn-cs"/>
              <a:sym typeface="Arial" panose="020B0604020202020204" pitchFamily="34" charset="0"/>
            </a:endParaRPr>
          </a:p>
        </p:txBody>
      </p:sp>
      <p:sp>
        <p:nvSpPr>
          <p:cNvPr id="3" name="Text Placeholder 2">
            <a:extLst>
              <a:ext uri="{FF2B5EF4-FFF2-40B4-BE49-F238E27FC236}">
                <a16:creationId xmlns:a16="http://schemas.microsoft.com/office/drawing/2014/main" id="{7E58F974-98FF-4F65-A6F6-36B83C93C72F}"/>
              </a:ext>
            </a:extLst>
          </p:cNvPr>
          <p:cNvSpPr>
            <a:spLocks noGrp="1"/>
          </p:cNvSpPr>
          <p:nvPr>
            <p:ph type="body" sz="quarter" idx="14"/>
          </p:nvPr>
        </p:nvSpPr>
        <p:spPr/>
        <p:txBody>
          <a:bodyPr/>
          <a:lstStyle/>
          <a:p>
            <a:r>
              <a:rPr lang="pt-BR"/>
              <a:t>Fonte: Mirow &amp; Co.</a:t>
            </a:r>
          </a:p>
        </p:txBody>
      </p:sp>
      <p:sp>
        <p:nvSpPr>
          <p:cNvPr id="2" name="Title 1">
            <a:extLst>
              <a:ext uri="{FF2B5EF4-FFF2-40B4-BE49-F238E27FC236}">
                <a16:creationId xmlns:a16="http://schemas.microsoft.com/office/drawing/2014/main" id="{5EFDC2F9-95AA-44DD-8DCD-7EDDE1A7BE49}"/>
              </a:ext>
            </a:extLst>
          </p:cNvPr>
          <p:cNvSpPr>
            <a:spLocks noGrp="1"/>
          </p:cNvSpPr>
          <p:nvPr>
            <p:ph type="title"/>
          </p:nvPr>
        </p:nvSpPr>
        <p:spPr/>
        <p:txBody>
          <a:bodyPr vert="horz"/>
          <a:lstStyle/>
          <a:p>
            <a:r>
              <a:rPr lang="pt-BR"/>
              <a:t>A reorganização da área comercial poderá implicar em realocação da força de vendas, garantindo foco adequado em clientes de alto valor</a:t>
            </a:r>
          </a:p>
        </p:txBody>
      </p:sp>
      <p:grpSp>
        <p:nvGrpSpPr>
          <p:cNvPr id="15" name="Grupo 14"/>
          <p:cNvGrpSpPr/>
          <p:nvPr/>
        </p:nvGrpSpPr>
        <p:grpSpPr>
          <a:xfrm>
            <a:off x="478971" y="1026545"/>
            <a:ext cx="11485488" cy="5314950"/>
            <a:chOff x="1656627" y="1026545"/>
            <a:chExt cx="8878747" cy="5314950"/>
          </a:xfrm>
        </p:grpSpPr>
        <p:sp>
          <p:nvSpPr>
            <p:cNvPr id="19" name="Rectangle 8">
              <a:extLst>
                <a:ext uri="{FF2B5EF4-FFF2-40B4-BE49-F238E27FC236}">
                  <a16:creationId xmlns:a16="http://schemas.microsoft.com/office/drawing/2014/main" id="{78F350A0-1FAB-4637-92BD-42EBB46DB2E9}"/>
                </a:ext>
              </a:extLst>
            </p:cNvPr>
            <p:cNvSpPr>
              <a:spLocks noChangeArrowheads="1"/>
            </p:cNvSpPr>
            <p:nvPr>
              <p:custDataLst>
                <p:tags r:id="rId3"/>
              </p:custDataLst>
            </p:nvPr>
          </p:nvSpPr>
          <p:spPr bwMode="gray">
            <a:xfrm>
              <a:off x="6166071" y="1026545"/>
              <a:ext cx="4369303" cy="5314950"/>
            </a:xfrm>
            <a:prstGeom prst="rect">
              <a:avLst/>
            </a:prstGeom>
            <a:noFill/>
            <a:ln w="12700" algn="ctr">
              <a:solidFill>
                <a:schemeClr val="accent4"/>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
                  <a:srgbClr val="002960"/>
                </a:buClr>
                <a:buSzPct val="125000"/>
                <a:buFont typeface="Arial" panose="020B0604020202020204" pitchFamily="34" charset="0"/>
                <a:buNone/>
                <a:tabLst/>
                <a:defRPr/>
              </a:pPr>
              <a:endParaRPr kumimoji="0" lang="pt-BR" sz="1600" b="1" i="0" u="none" strike="noStrike" kern="1200" cap="none" spc="0" normalizeH="0" baseline="0" noProof="0">
                <a:ln>
                  <a:noFill/>
                </a:ln>
                <a:solidFill>
                  <a:srgbClr val="002960"/>
                </a:solidFill>
                <a:effectLst/>
                <a:uLnTx/>
                <a:uFillTx/>
                <a:latin typeface="Arial"/>
                <a:ea typeface="+mn-ea"/>
                <a:cs typeface="Arial"/>
              </a:endParaRPr>
            </a:p>
          </p:txBody>
        </p:sp>
        <p:sp>
          <p:nvSpPr>
            <p:cNvPr id="22" name="Rectangle 11">
              <a:extLst>
                <a:ext uri="{FF2B5EF4-FFF2-40B4-BE49-F238E27FC236}">
                  <a16:creationId xmlns:a16="http://schemas.microsoft.com/office/drawing/2014/main" id="{F3D12445-5117-455F-80C3-F89662F8645D}"/>
                </a:ext>
              </a:extLst>
            </p:cNvPr>
            <p:cNvSpPr>
              <a:spLocks noChangeArrowheads="1"/>
            </p:cNvSpPr>
            <p:nvPr>
              <p:custDataLst>
                <p:tags r:id="rId4"/>
              </p:custDataLst>
            </p:nvPr>
          </p:nvSpPr>
          <p:spPr bwMode="gray">
            <a:xfrm>
              <a:off x="6166071" y="1026546"/>
              <a:ext cx="4369303" cy="386483"/>
            </a:xfrm>
            <a:prstGeom prst="rect">
              <a:avLst/>
            </a:prstGeom>
            <a:solidFill>
              <a:schemeClr val="accent2"/>
            </a:solidFill>
            <a:ln w="12700">
              <a:solidFill>
                <a:schemeClr val="accent2"/>
              </a:solidFill>
              <a:miter lim="800000"/>
              <a:headEnd/>
              <a:tailEnd/>
            </a:ln>
            <a:effectLst/>
          </p:spPr>
          <p:txBody>
            <a:bodyPr wrap="none" lIns="73148" tIns="73148" rIns="73148" bIns="73148" anchor="ctr"/>
            <a:lstStyle/>
            <a:p>
              <a:pPr marL="0" marR="0" lvl="0" indent="0" algn="l" defTabSz="914303" rtl="0" eaLnBrk="1" fontAlgn="auto" latinLnBrk="0" hangingPunct="1">
                <a:lnSpc>
                  <a:spcPct val="100000"/>
                </a:lnSpc>
                <a:spcBef>
                  <a:spcPts val="0"/>
                </a:spcBef>
                <a:spcAft>
                  <a:spcPts val="0"/>
                </a:spcAft>
                <a:buClrTx/>
                <a:buSzTx/>
                <a:buFontTx/>
                <a:buNone/>
                <a:tabLst/>
                <a:defRPr/>
              </a:pPr>
              <a:r>
                <a:rPr kumimoji="0" lang="pt-BR" altLang="pt-BR" sz="1600" b="1" i="0" u="none" strike="noStrike" kern="0" cap="none" spc="0" normalizeH="0" baseline="0" noProof="0">
                  <a:ln>
                    <a:noFill/>
                  </a:ln>
                  <a:solidFill>
                    <a:prstClr val="white"/>
                  </a:solidFill>
                  <a:effectLst/>
                  <a:uLnTx/>
                  <a:uFillTx/>
                  <a:latin typeface="Arial"/>
                  <a:ea typeface="+mn-ea"/>
                  <a:cs typeface="Arial"/>
                </a:rPr>
                <a:t>Exemplos de resultados</a:t>
              </a:r>
            </a:p>
          </p:txBody>
        </p:sp>
        <p:sp>
          <p:nvSpPr>
            <p:cNvPr id="24" name="Rectangle 13">
              <a:extLst>
                <a:ext uri="{FF2B5EF4-FFF2-40B4-BE49-F238E27FC236}">
                  <a16:creationId xmlns:a16="http://schemas.microsoft.com/office/drawing/2014/main" id="{340A227C-A8CB-4AB1-8E65-65916EAC0189}"/>
                </a:ext>
              </a:extLst>
            </p:cNvPr>
            <p:cNvSpPr>
              <a:spLocks noChangeArrowheads="1"/>
            </p:cNvSpPr>
            <p:nvPr>
              <p:custDataLst>
                <p:tags r:id="rId5"/>
              </p:custDataLst>
            </p:nvPr>
          </p:nvSpPr>
          <p:spPr bwMode="gray">
            <a:xfrm>
              <a:off x="6298721" y="4622280"/>
              <a:ext cx="4104000" cy="1308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defTabSz="895350">
                <a:defRPr sz="1600">
                  <a:solidFill>
                    <a:schemeClr val="tx1"/>
                  </a:solidFill>
                  <a:latin typeface="Arial" panose="020B0604020202020204" pitchFamily="34" charset="0"/>
                  <a:cs typeface="Arial" panose="020B0604020202020204" pitchFamily="34" charset="0"/>
                </a:defRPr>
              </a:lvl1pPr>
              <a:lvl2pPr marL="193675" indent="-192088" defTabSz="895350">
                <a:buChar char="▪"/>
                <a:defRPr sz="1600">
                  <a:solidFill>
                    <a:schemeClr val="tx1"/>
                  </a:solidFill>
                  <a:latin typeface="Arial" panose="020B0604020202020204" pitchFamily="34" charset="0"/>
                  <a:cs typeface="Arial" panose="020B0604020202020204" pitchFamily="34" charset="0"/>
                </a:defRPr>
              </a:lvl2pPr>
              <a:lvl3pPr marL="457200" indent="-261938" defTabSz="895350">
                <a:buSzPct val="120000"/>
                <a:buChar char="–"/>
                <a:defRPr sz="1600">
                  <a:solidFill>
                    <a:schemeClr val="tx1"/>
                  </a:solidFill>
                  <a:latin typeface="Arial" panose="020B0604020202020204" pitchFamily="34" charset="0"/>
                  <a:cs typeface="Arial" panose="020B0604020202020204" pitchFamily="34" charset="0"/>
                </a:defRPr>
              </a:lvl3pPr>
              <a:lvl4pPr marL="614363" indent="-155575" defTabSz="895350">
                <a:buSzPct val="120000"/>
                <a:buChar char="▫"/>
                <a:defRPr sz="1600">
                  <a:solidFill>
                    <a:schemeClr val="tx1"/>
                  </a:solidFill>
                  <a:latin typeface="Arial" panose="020B0604020202020204" pitchFamily="34" charset="0"/>
                  <a:cs typeface="Arial" panose="020B0604020202020204" pitchFamily="34" charset="0"/>
                </a:defRPr>
              </a:lvl4pPr>
              <a:lvl5pPr marL="746125" indent="-130175" defTabSz="895350">
                <a:buSzPct val="89000"/>
                <a:buChar char="-"/>
                <a:defRPr sz="1600">
                  <a:solidFill>
                    <a:schemeClr val="tx1"/>
                  </a:solidFill>
                  <a:latin typeface="Arial" panose="020B0604020202020204" pitchFamily="34" charset="0"/>
                  <a:cs typeface="Arial" panose="020B0604020202020204" pitchFamily="34" charset="0"/>
                </a:defRPr>
              </a:lvl5pPr>
              <a:lvl6pPr marL="1203325" indent="-130175" defTabSz="895350" fontAlgn="base">
                <a:spcBef>
                  <a:spcPct val="0"/>
                </a:spcBef>
                <a:spcAft>
                  <a:spcPct val="0"/>
                </a:spcAft>
                <a:buClr>
                  <a:schemeClr val="tx2"/>
                </a:buClr>
                <a:buSzPct val="89000"/>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6pPr>
              <a:lvl7pPr marL="1660525" indent="-130175" defTabSz="895350" fontAlgn="base">
                <a:spcBef>
                  <a:spcPct val="0"/>
                </a:spcBef>
                <a:spcAft>
                  <a:spcPct val="0"/>
                </a:spcAft>
                <a:buClr>
                  <a:schemeClr val="tx2"/>
                </a:buClr>
                <a:buSzPct val="89000"/>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7pPr>
              <a:lvl8pPr marL="2117725" indent="-130175" defTabSz="895350" fontAlgn="base">
                <a:spcBef>
                  <a:spcPct val="0"/>
                </a:spcBef>
                <a:spcAft>
                  <a:spcPct val="0"/>
                </a:spcAft>
                <a:buClr>
                  <a:schemeClr val="tx2"/>
                </a:buClr>
                <a:buSzPct val="89000"/>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8pPr>
              <a:lvl9pPr marL="2574925" indent="-130175" defTabSz="895350" fontAlgn="base">
                <a:spcBef>
                  <a:spcPct val="0"/>
                </a:spcBef>
                <a:spcAft>
                  <a:spcPct val="0"/>
                </a:spcAft>
                <a:buClr>
                  <a:schemeClr val="tx2"/>
                </a:buClr>
                <a:buSzPct val="89000"/>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9pPr>
            </a:lstStyle>
            <a:p>
              <a:pPr marL="193655" marR="0" lvl="1" indent="-192067" algn="l" defTabSz="895255" rtl="0" eaLnBrk="1" fontAlgn="auto" latinLnBrk="0" hangingPunct="1">
                <a:lnSpc>
                  <a:spcPct val="100000"/>
                </a:lnSpc>
                <a:spcBef>
                  <a:spcPts val="0"/>
                </a:spcBef>
                <a:spcAft>
                  <a:spcPts val="600"/>
                </a:spcAft>
                <a:buClrTx/>
                <a:buSzPct val="125000"/>
                <a:buFont typeface="Arial" panose="020B0604020202020204" pitchFamily="34" charset="0"/>
                <a:buChar char="▪"/>
                <a:tabLst/>
                <a:defRPr/>
              </a:pPr>
              <a:r>
                <a:rPr kumimoji="0" lang="pt-BR" altLang="pt-BR" sz="1600" b="0" i="0" u="none" strike="noStrike" kern="0" cap="none" spc="0" normalizeH="0" baseline="0" noProof="0" dirty="0">
                  <a:ln>
                    <a:noFill/>
                  </a:ln>
                  <a:solidFill>
                    <a:srgbClr val="000000"/>
                  </a:solidFill>
                  <a:effectLst/>
                  <a:uLnTx/>
                  <a:uFillTx/>
                  <a:latin typeface="Arial"/>
                  <a:ea typeface="+mn-ea"/>
                  <a:cs typeface="Arial" panose="020B0604020202020204" pitchFamily="34" charset="0"/>
                </a:rPr>
                <a:t>Alocação otimizada da força de vendas </a:t>
              </a:r>
              <a:br>
                <a:rPr kumimoji="0" lang="pt-BR" altLang="pt-BR" sz="1600" b="0" i="0" u="none" strike="noStrike" kern="0" cap="none" spc="0" normalizeH="0" baseline="0" noProof="0" dirty="0">
                  <a:ln>
                    <a:noFill/>
                  </a:ln>
                  <a:solidFill>
                    <a:srgbClr val="000000"/>
                  </a:solidFill>
                  <a:effectLst/>
                  <a:uLnTx/>
                  <a:uFillTx/>
                  <a:latin typeface="Arial"/>
                  <a:ea typeface="+mn-ea"/>
                  <a:cs typeface="Arial" panose="020B0604020202020204" pitchFamily="34" charset="0"/>
                </a:rPr>
              </a:br>
              <a:r>
                <a:rPr kumimoji="0" lang="pt-BR" altLang="pt-BR" sz="1600" b="0" i="0" u="none" strike="noStrike" kern="0" cap="none" spc="0" normalizeH="0" baseline="0" noProof="0" dirty="0">
                  <a:ln>
                    <a:noFill/>
                  </a:ln>
                  <a:solidFill>
                    <a:srgbClr val="000000"/>
                  </a:solidFill>
                  <a:effectLst/>
                  <a:uLnTx/>
                  <a:uFillTx/>
                  <a:latin typeface="Arial"/>
                  <a:ea typeface="+mn-ea"/>
                  <a:cs typeface="Arial" panose="020B0604020202020204" pitchFamily="34" charset="0"/>
                </a:rPr>
                <a:t>(</a:t>
              </a:r>
              <a:r>
                <a:rPr lang="pt-BR" altLang="pt-BR" kern="0" dirty="0">
                  <a:solidFill>
                    <a:srgbClr val="000000"/>
                  </a:solidFill>
                  <a:latin typeface="Arial"/>
                </a:rPr>
                <a:t>ex.</a:t>
              </a:r>
              <a:r>
                <a:rPr kumimoji="0" lang="pt-BR" altLang="pt-BR" sz="1600" b="0" i="0" u="none" strike="noStrike" kern="0" cap="none" spc="0" normalizeH="0" baseline="0" noProof="0" dirty="0">
                  <a:ln>
                    <a:noFill/>
                  </a:ln>
                  <a:solidFill>
                    <a:srgbClr val="000000"/>
                  </a:solidFill>
                  <a:effectLst/>
                  <a:uLnTx/>
                  <a:uFillTx/>
                  <a:latin typeface="Arial"/>
                  <a:ea typeface="+mn-ea"/>
                  <a:cs typeface="Arial" panose="020B0604020202020204" pitchFamily="34" charset="0"/>
                </a:rPr>
                <a:t> ótima distribuição geográfica, foco nos clientes-alvo)</a:t>
              </a:r>
            </a:p>
            <a:p>
              <a:pPr marL="193655" marR="0" lvl="1" indent="-192067" algn="l" defTabSz="895255" rtl="0" eaLnBrk="1" fontAlgn="auto" latinLnBrk="0" hangingPunct="1">
                <a:lnSpc>
                  <a:spcPct val="100000"/>
                </a:lnSpc>
                <a:spcBef>
                  <a:spcPts val="0"/>
                </a:spcBef>
                <a:spcAft>
                  <a:spcPts val="600"/>
                </a:spcAft>
                <a:buClrTx/>
                <a:buSzPct val="125000"/>
                <a:buFont typeface="Arial" panose="020B0604020202020204" pitchFamily="34" charset="0"/>
                <a:buChar char="▪"/>
                <a:tabLst/>
                <a:defRPr/>
              </a:pPr>
              <a:r>
                <a:rPr kumimoji="0" lang="pt-BR" altLang="pt-BR" sz="1600" b="0" i="0" u="none" strike="noStrike" kern="0" cap="none" spc="0" normalizeH="0" baseline="0" noProof="0" dirty="0">
                  <a:ln>
                    <a:noFill/>
                  </a:ln>
                  <a:solidFill>
                    <a:srgbClr val="000000"/>
                  </a:solidFill>
                  <a:effectLst/>
                  <a:uLnTx/>
                  <a:uFillTx/>
                  <a:latin typeface="Arial"/>
                  <a:ea typeface="+mn-ea"/>
                  <a:cs typeface="Arial" panose="020B0604020202020204" pitchFamily="34" charset="0"/>
                </a:rPr>
                <a:t>Aumento da receita alocando sistematicamente recursos de vendas para grupos-alvo</a:t>
              </a:r>
            </a:p>
          </p:txBody>
        </p:sp>
        <p:sp>
          <p:nvSpPr>
            <p:cNvPr id="17" name="Rectangle 6">
              <a:extLst>
                <a:ext uri="{FF2B5EF4-FFF2-40B4-BE49-F238E27FC236}">
                  <a16:creationId xmlns:a16="http://schemas.microsoft.com/office/drawing/2014/main" id="{2C711059-F92E-47B9-A6F2-2CDA70BD6345}"/>
                </a:ext>
              </a:extLst>
            </p:cNvPr>
            <p:cNvSpPr>
              <a:spLocks noChangeArrowheads="1"/>
            </p:cNvSpPr>
            <p:nvPr>
              <p:custDataLst>
                <p:tags r:id="rId6"/>
              </p:custDataLst>
            </p:nvPr>
          </p:nvSpPr>
          <p:spPr bwMode="gray">
            <a:xfrm>
              <a:off x="1656627" y="1026545"/>
              <a:ext cx="4369304" cy="3024000"/>
            </a:xfrm>
            <a:prstGeom prst="rect">
              <a:avLst/>
            </a:prstGeom>
            <a:noFill/>
            <a:ln w="12700" algn="ctr">
              <a:solidFill>
                <a:schemeClr val="accent4"/>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
                  <a:srgbClr val="002960"/>
                </a:buClr>
                <a:buSzPct val="125000"/>
                <a:buFont typeface="Arial" panose="020B0604020202020204" pitchFamily="34" charset="0"/>
                <a:buNone/>
                <a:tabLst/>
                <a:defRPr/>
              </a:pPr>
              <a:endParaRPr kumimoji="0" lang="pt-BR" sz="1600" b="1" i="0" u="none" strike="noStrike" kern="1200" cap="none" spc="0" normalizeH="0" baseline="0" noProof="0">
                <a:ln>
                  <a:noFill/>
                </a:ln>
                <a:solidFill>
                  <a:srgbClr val="002960"/>
                </a:solidFill>
                <a:effectLst/>
                <a:uLnTx/>
                <a:uFillTx/>
                <a:latin typeface="Arial"/>
                <a:ea typeface="+mn-ea"/>
                <a:cs typeface="Arial"/>
              </a:endParaRPr>
            </a:p>
          </p:txBody>
        </p:sp>
        <p:sp>
          <p:nvSpPr>
            <p:cNvPr id="18" name="Rectangle 7">
              <a:extLst>
                <a:ext uri="{FF2B5EF4-FFF2-40B4-BE49-F238E27FC236}">
                  <a16:creationId xmlns:a16="http://schemas.microsoft.com/office/drawing/2014/main" id="{6172D171-6481-42BC-8EC3-C396C98D2273}"/>
                </a:ext>
              </a:extLst>
            </p:cNvPr>
            <p:cNvSpPr>
              <a:spLocks noChangeArrowheads="1"/>
            </p:cNvSpPr>
            <p:nvPr>
              <p:custDataLst>
                <p:tags r:id="rId7"/>
              </p:custDataLst>
            </p:nvPr>
          </p:nvSpPr>
          <p:spPr bwMode="gray">
            <a:xfrm>
              <a:off x="1656627" y="4160554"/>
              <a:ext cx="4369304" cy="2180376"/>
            </a:xfrm>
            <a:prstGeom prst="rect">
              <a:avLst/>
            </a:prstGeom>
            <a:noFill/>
            <a:ln w="12700" algn="ctr">
              <a:solidFill>
                <a:schemeClr val="accent4"/>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
                  <a:srgbClr val="002960"/>
                </a:buClr>
                <a:buSzPct val="125000"/>
                <a:buFont typeface="Arial" panose="020B0604020202020204" pitchFamily="34" charset="0"/>
                <a:buNone/>
                <a:tabLst/>
                <a:defRPr/>
              </a:pPr>
              <a:endParaRPr kumimoji="0" lang="pt-BR" sz="1600" b="1" i="0" u="none" strike="noStrike" kern="1200" cap="none" spc="0" normalizeH="0" baseline="0" noProof="0">
                <a:ln>
                  <a:noFill/>
                </a:ln>
                <a:solidFill>
                  <a:srgbClr val="002960"/>
                </a:solidFill>
                <a:effectLst/>
                <a:uLnTx/>
                <a:uFillTx/>
                <a:latin typeface="Arial"/>
                <a:ea typeface="+mn-ea"/>
                <a:cs typeface="Arial"/>
              </a:endParaRPr>
            </a:p>
          </p:txBody>
        </p:sp>
        <p:sp>
          <p:nvSpPr>
            <p:cNvPr id="20" name="Rectangle 9">
              <a:extLst>
                <a:ext uri="{FF2B5EF4-FFF2-40B4-BE49-F238E27FC236}">
                  <a16:creationId xmlns:a16="http://schemas.microsoft.com/office/drawing/2014/main" id="{F363937E-4AA2-474A-843C-97CEBB910A2C}"/>
                </a:ext>
              </a:extLst>
            </p:cNvPr>
            <p:cNvSpPr>
              <a:spLocks noChangeArrowheads="1"/>
            </p:cNvSpPr>
            <p:nvPr>
              <p:custDataLst>
                <p:tags r:id="rId8"/>
              </p:custDataLst>
            </p:nvPr>
          </p:nvSpPr>
          <p:spPr bwMode="gray">
            <a:xfrm>
              <a:off x="1656627" y="1026546"/>
              <a:ext cx="4369304" cy="386483"/>
            </a:xfrm>
            <a:prstGeom prst="rect">
              <a:avLst/>
            </a:prstGeom>
            <a:solidFill>
              <a:schemeClr val="accent2"/>
            </a:solidFill>
            <a:ln w="12700">
              <a:solidFill>
                <a:schemeClr val="accent2"/>
              </a:solidFill>
              <a:miter lim="800000"/>
              <a:headEnd/>
              <a:tailEnd/>
            </a:ln>
            <a:effectLst/>
          </p:spPr>
          <p:txBody>
            <a:bodyPr wrap="none" lIns="73148" tIns="73148" rIns="73148" bIns="73148" anchor="ctr"/>
            <a:lstStyle/>
            <a:p>
              <a:pPr marL="0" marR="0" lvl="0" indent="0" algn="l" defTabSz="914303" rtl="0" eaLnBrk="1" fontAlgn="auto" latinLnBrk="0" hangingPunct="1">
                <a:lnSpc>
                  <a:spcPct val="100000"/>
                </a:lnSpc>
                <a:spcBef>
                  <a:spcPts val="0"/>
                </a:spcBef>
                <a:spcAft>
                  <a:spcPts val="0"/>
                </a:spcAft>
                <a:buClrTx/>
                <a:buSzTx/>
                <a:buFontTx/>
                <a:buNone/>
                <a:tabLst/>
                <a:defRPr/>
              </a:pPr>
              <a:r>
                <a:rPr kumimoji="0" lang="pt-BR" altLang="pt-BR" sz="1600" b="1" i="0" u="none" strike="noStrike" kern="0" cap="none" spc="0" normalizeH="0" baseline="0" noProof="0">
                  <a:ln>
                    <a:noFill/>
                  </a:ln>
                  <a:solidFill>
                    <a:prstClr val="white"/>
                  </a:solidFill>
                  <a:effectLst/>
                  <a:uLnTx/>
                  <a:uFillTx/>
                  <a:latin typeface="Arial"/>
                  <a:ea typeface="+mn-ea"/>
                  <a:cs typeface="Arial"/>
                </a:rPr>
                <a:t>Objetivo</a:t>
              </a:r>
            </a:p>
          </p:txBody>
        </p:sp>
        <p:sp>
          <p:nvSpPr>
            <p:cNvPr id="21" name="Rectangle 10">
              <a:extLst>
                <a:ext uri="{FF2B5EF4-FFF2-40B4-BE49-F238E27FC236}">
                  <a16:creationId xmlns:a16="http://schemas.microsoft.com/office/drawing/2014/main" id="{CD4C5501-7FA3-44B5-88F6-2B78F41A7644}"/>
                </a:ext>
              </a:extLst>
            </p:cNvPr>
            <p:cNvSpPr>
              <a:spLocks noChangeArrowheads="1"/>
            </p:cNvSpPr>
            <p:nvPr>
              <p:custDataLst>
                <p:tags r:id="rId9"/>
              </p:custDataLst>
            </p:nvPr>
          </p:nvSpPr>
          <p:spPr bwMode="gray">
            <a:xfrm>
              <a:off x="1656627" y="4160555"/>
              <a:ext cx="4369304" cy="386483"/>
            </a:xfrm>
            <a:prstGeom prst="rect">
              <a:avLst/>
            </a:prstGeom>
            <a:solidFill>
              <a:schemeClr val="accent2"/>
            </a:solidFill>
            <a:ln w="12700">
              <a:solidFill>
                <a:schemeClr val="accent2"/>
              </a:solidFill>
              <a:miter lim="800000"/>
              <a:headEnd/>
              <a:tailEnd/>
            </a:ln>
            <a:effectLst/>
          </p:spPr>
          <p:txBody>
            <a:bodyPr wrap="none" lIns="73148" tIns="73148" rIns="73148" bIns="73148" anchor="ctr"/>
            <a:lstStyle/>
            <a:p>
              <a:pPr marL="0" marR="0" lvl="0" indent="0" algn="l" defTabSz="914303" rtl="0" eaLnBrk="1" fontAlgn="auto" latinLnBrk="0" hangingPunct="1">
                <a:lnSpc>
                  <a:spcPct val="100000"/>
                </a:lnSpc>
                <a:spcBef>
                  <a:spcPts val="0"/>
                </a:spcBef>
                <a:spcAft>
                  <a:spcPts val="0"/>
                </a:spcAft>
                <a:buClrTx/>
                <a:buSzTx/>
                <a:buFontTx/>
                <a:buNone/>
                <a:tabLst/>
                <a:defRPr/>
              </a:pPr>
              <a:r>
                <a:rPr kumimoji="0" lang="pt-BR" altLang="pt-BR" sz="1600" b="1" i="0" u="none" strike="noStrike" kern="0" cap="none" spc="0" normalizeH="0" baseline="0" noProof="0">
                  <a:ln>
                    <a:noFill/>
                  </a:ln>
                  <a:solidFill>
                    <a:prstClr val="white"/>
                  </a:solidFill>
                  <a:effectLst/>
                  <a:uLnTx/>
                  <a:uFillTx/>
                  <a:latin typeface="Arial"/>
                  <a:ea typeface="+mn-ea"/>
                  <a:cs typeface="Arial"/>
                </a:rPr>
                <a:t>Perguntas-chave</a:t>
              </a:r>
            </a:p>
          </p:txBody>
        </p:sp>
        <p:sp>
          <p:nvSpPr>
            <p:cNvPr id="23" name="Rectangle 12">
              <a:extLst>
                <a:ext uri="{FF2B5EF4-FFF2-40B4-BE49-F238E27FC236}">
                  <a16:creationId xmlns:a16="http://schemas.microsoft.com/office/drawing/2014/main" id="{D1C6BC02-7737-4DCB-8453-E318CCEC2FD4}"/>
                </a:ext>
              </a:extLst>
            </p:cNvPr>
            <p:cNvSpPr>
              <a:spLocks noChangeArrowheads="1"/>
            </p:cNvSpPr>
            <p:nvPr>
              <p:custDataLst>
                <p:tags r:id="rId10"/>
              </p:custDataLst>
            </p:nvPr>
          </p:nvSpPr>
          <p:spPr bwMode="gray">
            <a:xfrm>
              <a:off x="1742989" y="1481433"/>
              <a:ext cx="4196583" cy="25237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defTabSz="895350">
                <a:defRPr sz="1600">
                  <a:solidFill>
                    <a:schemeClr val="tx1"/>
                  </a:solidFill>
                  <a:latin typeface="Arial" panose="020B0604020202020204" pitchFamily="34" charset="0"/>
                  <a:cs typeface="Arial" panose="020B0604020202020204" pitchFamily="34" charset="0"/>
                </a:defRPr>
              </a:lvl1pPr>
              <a:lvl2pPr marL="193675" indent="-192088" defTabSz="895350">
                <a:buChar char="▪"/>
                <a:defRPr sz="1600">
                  <a:solidFill>
                    <a:schemeClr val="tx1"/>
                  </a:solidFill>
                  <a:latin typeface="Arial" panose="020B0604020202020204" pitchFamily="34" charset="0"/>
                  <a:cs typeface="Arial" panose="020B0604020202020204" pitchFamily="34" charset="0"/>
                </a:defRPr>
              </a:lvl2pPr>
              <a:lvl3pPr marL="457200" indent="-261938" defTabSz="895350">
                <a:buSzPct val="120000"/>
                <a:buChar char="–"/>
                <a:defRPr sz="1600">
                  <a:solidFill>
                    <a:schemeClr val="tx1"/>
                  </a:solidFill>
                  <a:latin typeface="Arial" panose="020B0604020202020204" pitchFamily="34" charset="0"/>
                  <a:cs typeface="Arial" panose="020B0604020202020204" pitchFamily="34" charset="0"/>
                </a:defRPr>
              </a:lvl3pPr>
              <a:lvl4pPr marL="614363" indent="-155575" defTabSz="895350">
                <a:buSzPct val="120000"/>
                <a:buChar char="▫"/>
                <a:defRPr sz="1600">
                  <a:solidFill>
                    <a:schemeClr val="tx1"/>
                  </a:solidFill>
                  <a:latin typeface="Arial" panose="020B0604020202020204" pitchFamily="34" charset="0"/>
                  <a:cs typeface="Arial" panose="020B0604020202020204" pitchFamily="34" charset="0"/>
                </a:defRPr>
              </a:lvl4pPr>
              <a:lvl5pPr marL="746125" indent="-130175" defTabSz="895350">
                <a:buSzPct val="89000"/>
                <a:buChar char="-"/>
                <a:defRPr sz="1600">
                  <a:solidFill>
                    <a:schemeClr val="tx1"/>
                  </a:solidFill>
                  <a:latin typeface="Arial" panose="020B0604020202020204" pitchFamily="34" charset="0"/>
                  <a:cs typeface="Arial" panose="020B0604020202020204" pitchFamily="34" charset="0"/>
                </a:defRPr>
              </a:lvl5pPr>
              <a:lvl6pPr marL="1203325" indent="-130175" defTabSz="895350" fontAlgn="base">
                <a:spcBef>
                  <a:spcPct val="0"/>
                </a:spcBef>
                <a:spcAft>
                  <a:spcPct val="0"/>
                </a:spcAft>
                <a:buClr>
                  <a:schemeClr val="tx2"/>
                </a:buClr>
                <a:buSzPct val="89000"/>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6pPr>
              <a:lvl7pPr marL="1660525" indent="-130175" defTabSz="895350" fontAlgn="base">
                <a:spcBef>
                  <a:spcPct val="0"/>
                </a:spcBef>
                <a:spcAft>
                  <a:spcPct val="0"/>
                </a:spcAft>
                <a:buClr>
                  <a:schemeClr val="tx2"/>
                </a:buClr>
                <a:buSzPct val="89000"/>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7pPr>
              <a:lvl8pPr marL="2117725" indent="-130175" defTabSz="895350" fontAlgn="base">
                <a:spcBef>
                  <a:spcPct val="0"/>
                </a:spcBef>
                <a:spcAft>
                  <a:spcPct val="0"/>
                </a:spcAft>
                <a:buClr>
                  <a:schemeClr val="tx2"/>
                </a:buClr>
                <a:buSzPct val="89000"/>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8pPr>
              <a:lvl9pPr marL="2574925" indent="-130175" defTabSz="895350" fontAlgn="base">
                <a:spcBef>
                  <a:spcPct val="0"/>
                </a:spcBef>
                <a:spcAft>
                  <a:spcPct val="0"/>
                </a:spcAft>
                <a:buClr>
                  <a:schemeClr val="tx2"/>
                </a:buClr>
                <a:buSzPct val="89000"/>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9pPr>
            </a:lstStyle>
            <a:p>
              <a:pPr marL="193655" marR="0" lvl="1" indent="-192067" algn="l" defTabSz="895255" rtl="0" eaLnBrk="1" fontAlgn="auto" latinLnBrk="0" hangingPunct="1">
                <a:lnSpc>
                  <a:spcPct val="100000"/>
                </a:lnSpc>
                <a:spcBef>
                  <a:spcPts val="0"/>
                </a:spcBef>
                <a:spcAft>
                  <a:spcPts val="600"/>
                </a:spcAft>
                <a:buClrTx/>
                <a:buSzPct val="125000"/>
                <a:buFont typeface="Arial" panose="020B0604020202020204" pitchFamily="34" charset="0"/>
                <a:buChar char="▪"/>
                <a:tabLst/>
                <a:defRPr/>
              </a:pPr>
              <a:r>
                <a:rPr kumimoji="0" lang="pt-BR" altLang="pt-BR" sz="1600" b="0" i="0" u="none" strike="noStrike" kern="0" cap="none" spc="0" normalizeH="0" baseline="0" noProof="0">
                  <a:ln>
                    <a:noFill/>
                  </a:ln>
                  <a:solidFill>
                    <a:srgbClr val="000000"/>
                  </a:solidFill>
                  <a:effectLst/>
                  <a:uLnTx/>
                  <a:uFillTx/>
                  <a:latin typeface="Arial"/>
                  <a:ea typeface="+mn-ea"/>
                  <a:cs typeface="Arial" panose="020B0604020202020204" pitchFamily="34" charset="0"/>
                </a:rPr>
                <a:t>Principais perguntas para serem respondidas:</a:t>
              </a:r>
            </a:p>
            <a:p>
              <a:pPr marL="457152" marR="0" lvl="2" indent="-261910" algn="l" defTabSz="895255" rtl="0" eaLnBrk="1" fontAlgn="auto" latinLnBrk="0" hangingPunct="1">
                <a:lnSpc>
                  <a:spcPct val="100000"/>
                </a:lnSpc>
                <a:spcBef>
                  <a:spcPts val="0"/>
                </a:spcBef>
                <a:spcAft>
                  <a:spcPts val="600"/>
                </a:spcAft>
                <a:buClrTx/>
                <a:buSzPct val="120000"/>
                <a:buFont typeface="Arial" panose="020B0604020202020204" pitchFamily="34" charset="0"/>
                <a:buChar char="–"/>
                <a:tabLst/>
                <a:defRPr/>
              </a:pPr>
              <a:r>
                <a:rPr kumimoji="0" lang="pt-BR" altLang="pt-BR" sz="1600" b="0" i="0" u="none" strike="noStrike" kern="0" cap="none" spc="0" normalizeH="0" baseline="0" noProof="0">
                  <a:ln>
                    <a:noFill/>
                  </a:ln>
                  <a:solidFill>
                    <a:srgbClr val="000000"/>
                  </a:solidFill>
                  <a:effectLst/>
                  <a:uLnTx/>
                  <a:uFillTx/>
                  <a:latin typeface="Arial"/>
                  <a:ea typeface="+mn-ea"/>
                  <a:cs typeface="Arial" panose="020B0604020202020204" pitchFamily="34" charset="0"/>
                </a:rPr>
                <a:t>Quais clientes/ contas contribuem com maior valor/menor valor? </a:t>
              </a:r>
            </a:p>
            <a:p>
              <a:pPr marL="457152" marR="0" lvl="2" indent="-261910" algn="l" defTabSz="895255" rtl="0" eaLnBrk="1" fontAlgn="auto" latinLnBrk="0" hangingPunct="1">
                <a:lnSpc>
                  <a:spcPct val="100000"/>
                </a:lnSpc>
                <a:spcBef>
                  <a:spcPts val="0"/>
                </a:spcBef>
                <a:spcAft>
                  <a:spcPts val="600"/>
                </a:spcAft>
                <a:buClrTx/>
                <a:buSzPct val="120000"/>
                <a:buFont typeface="Arial" panose="020B0604020202020204" pitchFamily="34" charset="0"/>
                <a:buChar char="–"/>
                <a:tabLst/>
                <a:defRPr/>
              </a:pPr>
              <a:r>
                <a:rPr kumimoji="0" lang="pt-BR" altLang="pt-BR" sz="1600" b="0" i="0" u="none" strike="noStrike" kern="0" cap="none" spc="0" normalizeH="0" baseline="0" noProof="0">
                  <a:ln>
                    <a:noFill/>
                  </a:ln>
                  <a:solidFill>
                    <a:srgbClr val="000000"/>
                  </a:solidFill>
                  <a:effectLst/>
                  <a:uLnTx/>
                  <a:uFillTx/>
                  <a:latin typeface="Arial"/>
                  <a:ea typeface="+mn-ea"/>
                  <a:cs typeface="Arial" panose="020B0604020202020204" pitchFamily="34" charset="0"/>
                </a:rPr>
                <a:t>Em quais segmentos/ canais estão as melhores oportunidades de venda?</a:t>
              </a:r>
            </a:p>
            <a:p>
              <a:pPr marL="457152" marR="0" lvl="2" indent="-261910" algn="l" defTabSz="895255" rtl="0" eaLnBrk="1" fontAlgn="auto" latinLnBrk="0" hangingPunct="1">
                <a:lnSpc>
                  <a:spcPct val="100000"/>
                </a:lnSpc>
                <a:spcBef>
                  <a:spcPts val="0"/>
                </a:spcBef>
                <a:spcAft>
                  <a:spcPts val="600"/>
                </a:spcAft>
                <a:buClrTx/>
                <a:buSzPct val="120000"/>
                <a:buFont typeface="Arial" panose="020B0604020202020204" pitchFamily="34" charset="0"/>
                <a:buChar char="–"/>
                <a:tabLst/>
                <a:defRPr/>
              </a:pPr>
              <a:r>
                <a:rPr kumimoji="0" lang="pt-BR" altLang="pt-BR" sz="1600" b="0" i="0" u="none" strike="noStrike" kern="0" cap="none" spc="0" normalizeH="0" baseline="0" noProof="0">
                  <a:ln>
                    <a:noFill/>
                  </a:ln>
                  <a:solidFill>
                    <a:srgbClr val="000000"/>
                  </a:solidFill>
                  <a:effectLst/>
                  <a:uLnTx/>
                  <a:uFillTx/>
                  <a:latin typeface="Arial"/>
                  <a:ea typeface="+mn-ea"/>
                  <a:cs typeface="Arial" panose="020B0604020202020204" pitchFamily="34" charset="0"/>
                </a:rPr>
                <a:t>A força de vendas está efetivamente identificando e tornando essas contas como alvo? </a:t>
              </a:r>
            </a:p>
            <a:p>
              <a:pPr marL="457152" marR="0" lvl="2" indent="-261910" algn="l" defTabSz="895255" rtl="0" eaLnBrk="1" fontAlgn="auto" latinLnBrk="0" hangingPunct="1">
                <a:lnSpc>
                  <a:spcPct val="100000"/>
                </a:lnSpc>
                <a:spcBef>
                  <a:spcPts val="0"/>
                </a:spcBef>
                <a:spcAft>
                  <a:spcPts val="600"/>
                </a:spcAft>
                <a:buClrTx/>
                <a:buSzPct val="120000"/>
                <a:buFont typeface="Arial" panose="020B0604020202020204" pitchFamily="34" charset="0"/>
                <a:buChar char="–"/>
                <a:tabLst/>
                <a:defRPr/>
              </a:pPr>
              <a:r>
                <a:rPr kumimoji="0" lang="pt-BR" altLang="pt-BR" sz="1600" b="0" i="0" u="none" strike="noStrike" kern="0" cap="none" spc="0" normalizeH="0" baseline="0" noProof="0">
                  <a:ln>
                    <a:noFill/>
                  </a:ln>
                  <a:solidFill>
                    <a:srgbClr val="000000"/>
                  </a:solidFill>
                  <a:effectLst/>
                  <a:uLnTx/>
                  <a:uFillTx/>
                  <a:latin typeface="Arial"/>
                  <a:ea typeface="+mn-ea"/>
                  <a:cs typeface="Arial" panose="020B0604020202020204" pitchFamily="34" charset="0"/>
                </a:rPr>
                <a:t>É possível focar mais nessas contas e reduzir esforços em contas de menor valor? </a:t>
              </a:r>
            </a:p>
          </p:txBody>
        </p:sp>
        <p:sp>
          <p:nvSpPr>
            <p:cNvPr id="25" name="Rectangle 14">
              <a:extLst>
                <a:ext uri="{FF2B5EF4-FFF2-40B4-BE49-F238E27FC236}">
                  <a16:creationId xmlns:a16="http://schemas.microsoft.com/office/drawing/2014/main" id="{2807D330-8BE1-49D7-97DD-7904DD5C4F43}"/>
                </a:ext>
              </a:extLst>
            </p:cNvPr>
            <p:cNvSpPr>
              <a:spLocks noChangeArrowheads="1"/>
            </p:cNvSpPr>
            <p:nvPr>
              <p:custDataLst>
                <p:tags r:id="rId11"/>
              </p:custDataLst>
            </p:nvPr>
          </p:nvSpPr>
          <p:spPr bwMode="gray">
            <a:xfrm>
              <a:off x="1742989" y="4622280"/>
              <a:ext cx="4196583"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defTabSz="895350">
                <a:defRPr sz="1600">
                  <a:solidFill>
                    <a:schemeClr val="tx1"/>
                  </a:solidFill>
                  <a:latin typeface="Arial" panose="020B0604020202020204" pitchFamily="34" charset="0"/>
                  <a:cs typeface="Arial" panose="020B0604020202020204" pitchFamily="34" charset="0"/>
                </a:defRPr>
              </a:lvl1pPr>
              <a:lvl2pPr marL="193675" indent="-192088" defTabSz="895350">
                <a:buChar char="▪"/>
                <a:defRPr sz="1600">
                  <a:solidFill>
                    <a:schemeClr val="tx1"/>
                  </a:solidFill>
                  <a:latin typeface="Arial" panose="020B0604020202020204" pitchFamily="34" charset="0"/>
                  <a:cs typeface="Arial" panose="020B0604020202020204" pitchFamily="34" charset="0"/>
                </a:defRPr>
              </a:lvl2pPr>
              <a:lvl3pPr marL="457200" indent="-261938" defTabSz="895350">
                <a:buSzPct val="120000"/>
                <a:buChar char="–"/>
                <a:defRPr sz="1600">
                  <a:solidFill>
                    <a:schemeClr val="tx1"/>
                  </a:solidFill>
                  <a:latin typeface="Arial" panose="020B0604020202020204" pitchFamily="34" charset="0"/>
                  <a:cs typeface="Arial" panose="020B0604020202020204" pitchFamily="34" charset="0"/>
                </a:defRPr>
              </a:lvl3pPr>
              <a:lvl4pPr marL="614363" indent="-155575" defTabSz="895350">
                <a:buSzPct val="120000"/>
                <a:buChar char="▫"/>
                <a:defRPr sz="1600">
                  <a:solidFill>
                    <a:schemeClr val="tx1"/>
                  </a:solidFill>
                  <a:latin typeface="Arial" panose="020B0604020202020204" pitchFamily="34" charset="0"/>
                  <a:cs typeface="Arial" panose="020B0604020202020204" pitchFamily="34" charset="0"/>
                </a:defRPr>
              </a:lvl4pPr>
              <a:lvl5pPr marL="746125" indent="-130175" defTabSz="895350">
                <a:buSzPct val="89000"/>
                <a:buChar char="-"/>
                <a:defRPr sz="1600">
                  <a:solidFill>
                    <a:schemeClr val="tx1"/>
                  </a:solidFill>
                  <a:latin typeface="Arial" panose="020B0604020202020204" pitchFamily="34" charset="0"/>
                  <a:cs typeface="Arial" panose="020B0604020202020204" pitchFamily="34" charset="0"/>
                </a:defRPr>
              </a:lvl5pPr>
              <a:lvl6pPr marL="1203325" indent="-130175" defTabSz="895350" fontAlgn="base">
                <a:spcBef>
                  <a:spcPct val="0"/>
                </a:spcBef>
                <a:spcAft>
                  <a:spcPct val="0"/>
                </a:spcAft>
                <a:buClr>
                  <a:schemeClr val="tx2"/>
                </a:buClr>
                <a:buSzPct val="89000"/>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6pPr>
              <a:lvl7pPr marL="1660525" indent="-130175" defTabSz="895350" fontAlgn="base">
                <a:spcBef>
                  <a:spcPct val="0"/>
                </a:spcBef>
                <a:spcAft>
                  <a:spcPct val="0"/>
                </a:spcAft>
                <a:buClr>
                  <a:schemeClr val="tx2"/>
                </a:buClr>
                <a:buSzPct val="89000"/>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7pPr>
              <a:lvl8pPr marL="2117725" indent="-130175" defTabSz="895350" fontAlgn="base">
                <a:spcBef>
                  <a:spcPct val="0"/>
                </a:spcBef>
                <a:spcAft>
                  <a:spcPct val="0"/>
                </a:spcAft>
                <a:buClr>
                  <a:schemeClr val="tx2"/>
                </a:buClr>
                <a:buSzPct val="89000"/>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8pPr>
              <a:lvl9pPr marL="2574925" indent="-130175" defTabSz="895350" fontAlgn="base">
                <a:spcBef>
                  <a:spcPct val="0"/>
                </a:spcBef>
                <a:spcAft>
                  <a:spcPct val="0"/>
                </a:spcAft>
                <a:buClr>
                  <a:schemeClr val="tx2"/>
                </a:buClr>
                <a:buSzPct val="89000"/>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9pPr>
            </a:lstStyle>
            <a:p>
              <a:pPr marL="193655" marR="0" lvl="1" indent="-192067" algn="l" defTabSz="895255" rtl="0" eaLnBrk="1" fontAlgn="auto" latinLnBrk="0" hangingPunct="1">
                <a:lnSpc>
                  <a:spcPct val="100000"/>
                </a:lnSpc>
                <a:spcBef>
                  <a:spcPts val="0"/>
                </a:spcBef>
                <a:spcAft>
                  <a:spcPts val="600"/>
                </a:spcAft>
                <a:buClrTx/>
                <a:buSzPct val="125000"/>
                <a:buFont typeface="Arial" panose="020B0604020202020204" pitchFamily="34" charset="0"/>
                <a:buChar char="▪"/>
                <a:tabLst/>
                <a:defRPr/>
              </a:pPr>
              <a:r>
                <a:rPr kumimoji="0" lang="pt-BR" altLang="pt-BR" sz="1600" b="0" i="0" u="none" strike="noStrike" kern="0" cap="none" spc="0" normalizeH="0" baseline="0" noProof="0">
                  <a:ln>
                    <a:noFill/>
                  </a:ln>
                  <a:solidFill>
                    <a:srgbClr val="000000"/>
                  </a:solidFill>
                  <a:effectLst/>
                  <a:uLnTx/>
                  <a:uFillTx/>
                  <a:latin typeface="Arial"/>
                  <a:ea typeface="+mn-ea"/>
                  <a:cs typeface="Arial" panose="020B0604020202020204" pitchFamily="34" charset="0"/>
                </a:rPr>
                <a:t>Como que a força de venda está alinhada com a segmentação do negócio? </a:t>
              </a:r>
            </a:p>
            <a:p>
              <a:pPr marL="193655" marR="0" lvl="1" indent="-192067" algn="l" defTabSz="895255" rtl="0" eaLnBrk="1" fontAlgn="auto" latinLnBrk="0" hangingPunct="1">
                <a:lnSpc>
                  <a:spcPct val="100000"/>
                </a:lnSpc>
                <a:spcBef>
                  <a:spcPts val="0"/>
                </a:spcBef>
                <a:spcAft>
                  <a:spcPts val="600"/>
                </a:spcAft>
                <a:buClrTx/>
                <a:buSzPct val="125000"/>
                <a:buFont typeface="Arial" panose="020B0604020202020204" pitchFamily="34" charset="0"/>
                <a:buChar char="▪"/>
                <a:tabLst/>
                <a:defRPr/>
              </a:pPr>
              <a:r>
                <a:rPr kumimoji="0" lang="pt-BR" altLang="pt-BR" sz="1600" b="0" i="0" u="none" strike="noStrike" kern="0" cap="none" spc="0" normalizeH="0" baseline="0" noProof="0">
                  <a:ln>
                    <a:noFill/>
                  </a:ln>
                  <a:solidFill>
                    <a:srgbClr val="000000"/>
                  </a:solidFill>
                  <a:effectLst/>
                  <a:uLnTx/>
                  <a:uFillTx/>
                  <a:latin typeface="Arial"/>
                  <a:ea typeface="+mn-ea"/>
                  <a:cs typeface="Arial" panose="020B0604020202020204" pitchFamily="34" charset="0"/>
                </a:rPr>
                <a:t>Quais são as grandes oportunidades que ainda não foram atacadas? </a:t>
              </a:r>
            </a:p>
            <a:p>
              <a:pPr marL="193655" marR="0" lvl="1" indent="-192067" algn="l" defTabSz="895255" rtl="0" eaLnBrk="1" fontAlgn="auto" latinLnBrk="0" hangingPunct="1">
                <a:lnSpc>
                  <a:spcPct val="100000"/>
                </a:lnSpc>
                <a:spcBef>
                  <a:spcPts val="0"/>
                </a:spcBef>
                <a:spcAft>
                  <a:spcPts val="600"/>
                </a:spcAft>
                <a:buClrTx/>
                <a:buSzPct val="125000"/>
                <a:buFont typeface="Arial" panose="020B0604020202020204" pitchFamily="34" charset="0"/>
                <a:buChar char="▪"/>
                <a:tabLst/>
                <a:defRPr/>
              </a:pPr>
              <a:r>
                <a:rPr kumimoji="0" lang="pt-BR" altLang="pt-BR" sz="1600" b="0" i="0" u="none" strike="noStrike" kern="0" cap="none" spc="0" normalizeH="0" baseline="0" noProof="0">
                  <a:ln>
                    <a:noFill/>
                  </a:ln>
                  <a:solidFill>
                    <a:srgbClr val="000000"/>
                  </a:solidFill>
                  <a:effectLst/>
                  <a:uLnTx/>
                  <a:uFillTx/>
                  <a:latin typeface="Arial"/>
                  <a:ea typeface="+mn-ea"/>
                  <a:cs typeface="Arial" panose="020B0604020202020204" pitchFamily="34" charset="0"/>
                </a:rPr>
                <a:t>Como obter retornos no curto prazo?</a:t>
              </a:r>
            </a:p>
          </p:txBody>
        </p:sp>
        <p:grpSp>
          <p:nvGrpSpPr>
            <p:cNvPr id="12" name="Group 11">
              <a:extLst>
                <a:ext uri="{FF2B5EF4-FFF2-40B4-BE49-F238E27FC236}">
                  <a16:creationId xmlns:a16="http://schemas.microsoft.com/office/drawing/2014/main" id="{2FD73C3B-1360-485C-AA85-FCF7C8C2AFCB}"/>
                </a:ext>
              </a:extLst>
            </p:cNvPr>
            <p:cNvGrpSpPr/>
            <p:nvPr/>
          </p:nvGrpSpPr>
          <p:grpSpPr>
            <a:xfrm>
              <a:off x="6380482" y="1650549"/>
              <a:ext cx="3940478" cy="2693616"/>
              <a:chOff x="4760228" y="1741604"/>
              <a:chExt cx="3940478" cy="2693616"/>
            </a:xfrm>
          </p:grpSpPr>
          <p:pic>
            <p:nvPicPr>
              <p:cNvPr id="7" name="Picture 6">
                <a:extLst>
                  <a:ext uri="{FF2B5EF4-FFF2-40B4-BE49-F238E27FC236}">
                    <a16:creationId xmlns:a16="http://schemas.microsoft.com/office/drawing/2014/main" id="{1F30473B-3EDF-48E0-B9CB-9B5C1DB4B2E8}"/>
                  </a:ext>
                </a:extLst>
              </p:cNvPr>
              <p:cNvPicPr>
                <a:picLocks noChangeAspect="1"/>
              </p:cNvPicPr>
              <p:nvPr/>
            </p:nvPicPr>
            <p:blipFill>
              <a:blip r:embed="rId15" cstate="email">
                <a:extLst>
                  <a:ext uri="{28A0092B-C50C-407E-A947-70E740481C1C}">
                    <a14:useLocalDpi xmlns:a14="http://schemas.microsoft.com/office/drawing/2010/main"/>
                  </a:ext>
                </a:extLst>
              </a:blip>
              <a:stretch>
                <a:fillRect/>
              </a:stretch>
            </p:blipFill>
            <p:spPr>
              <a:xfrm>
                <a:off x="5938733" y="2363741"/>
                <a:ext cx="2761973" cy="2071479"/>
              </a:xfrm>
              <a:prstGeom prst="rect">
                <a:avLst/>
              </a:prstGeom>
              <a:ln>
                <a:noFill/>
              </a:ln>
              <a:effectLst>
                <a:outerShdw blurRad="292100" dist="139700" dir="2700000" algn="tl" rotWithShape="0">
                  <a:srgbClr val="333333">
                    <a:alpha val="65000"/>
                  </a:srgbClr>
                </a:outerShdw>
              </a:effectLst>
            </p:spPr>
          </p:pic>
          <p:pic>
            <p:nvPicPr>
              <p:cNvPr id="6" name="Picture 5">
                <a:extLst>
                  <a:ext uri="{FF2B5EF4-FFF2-40B4-BE49-F238E27FC236}">
                    <a16:creationId xmlns:a16="http://schemas.microsoft.com/office/drawing/2014/main" id="{584EC545-7288-41D3-B14C-44F3DAF5D0E1}"/>
                  </a:ext>
                </a:extLst>
              </p:cNvPr>
              <p:cNvPicPr>
                <a:picLocks noChangeAspect="1"/>
              </p:cNvPicPr>
              <p:nvPr/>
            </p:nvPicPr>
            <p:blipFill>
              <a:blip r:embed="rId16" cstate="email">
                <a:extLst>
                  <a:ext uri="{28A0092B-C50C-407E-A947-70E740481C1C}">
                    <a14:useLocalDpi xmlns:a14="http://schemas.microsoft.com/office/drawing/2010/main"/>
                  </a:ext>
                </a:extLst>
              </a:blip>
              <a:stretch>
                <a:fillRect/>
              </a:stretch>
            </p:blipFill>
            <p:spPr>
              <a:xfrm>
                <a:off x="4760228" y="1741604"/>
                <a:ext cx="2559493" cy="1919620"/>
              </a:xfrm>
              <a:prstGeom prst="rect">
                <a:avLst/>
              </a:prstGeom>
              <a:ln>
                <a:noFill/>
              </a:ln>
              <a:effectLst>
                <a:outerShdw blurRad="292100" dist="139700" dir="2700000" algn="tl" rotWithShape="0">
                  <a:srgbClr val="333333">
                    <a:alpha val="65000"/>
                  </a:srgbClr>
                </a:outerShdw>
              </a:effectLst>
            </p:spPr>
          </p:pic>
        </p:grpSp>
      </p:grpSp>
      <p:grpSp>
        <p:nvGrpSpPr>
          <p:cNvPr id="46" name="Group 3">
            <a:extLst>
              <a:ext uri="{FF2B5EF4-FFF2-40B4-BE49-F238E27FC236}">
                <a16:creationId xmlns:a16="http://schemas.microsoft.com/office/drawing/2014/main" id="{89ABEEA7-65D1-8AB5-218B-57950F862AD9}"/>
              </a:ext>
            </a:extLst>
          </p:cNvPr>
          <p:cNvGrpSpPr/>
          <p:nvPr/>
        </p:nvGrpSpPr>
        <p:grpSpPr>
          <a:xfrm>
            <a:off x="10938280" y="628364"/>
            <a:ext cx="1026179" cy="212366"/>
            <a:chOff x="7893984" y="285750"/>
            <a:chExt cx="1026179" cy="212366"/>
          </a:xfrm>
        </p:grpSpPr>
        <p:sp>
          <p:nvSpPr>
            <p:cNvPr id="47" name="StickerRectangle">
              <a:extLst>
                <a:ext uri="{FF2B5EF4-FFF2-40B4-BE49-F238E27FC236}">
                  <a16:creationId xmlns:a16="http://schemas.microsoft.com/office/drawing/2014/main" id="{1688314D-658E-0FCA-962E-F31BCD462AF3}"/>
                </a:ext>
              </a:extLst>
            </p:cNvPr>
            <p:cNvSpPr>
              <a:spLocks noChangeArrowheads="1"/>
            </p:cNvSpPr>
            <p:nvPr/>
          </p:nvSpPr>
          <p:spPr bwMode="auto">
            <a:xfrm>
              <a:off x="7893984" y="285750"/>
              <a:ext cx="1026179" cy="212366"/>
            </a:xfrm>
            <a:prstGeom prst="leftRightArrow">
              <a:avLst>
                <a:gd name="adj1" fmla="val 100000"/>
                <a:gd name="adj2"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 tIns="0" rIns="0" bIns="27432">
              <a:spAutoFit/>
            </a:bodyPr>
            <a:lstStyle/>
            <a:p>
              <a:pPr marL="0" marR="0" lvl="0" indent="0" algn="r" defTabSz="895350" rtl="0" eaLnBrk="1" fontAlgn="auto" latinLnBrk="0" hangingPunct="1">
                <a:lnSpc>
                  <a:spcPct val="100000"/>
                </a:lnSpc>
                <a:spcBef>
                  <a:spcPts val="0"/>
                </a:spcBef>
                <a:spcAft>
                  <a:spcPts val="0"/>
                </a:spcAft>
                <a:buClr>
                  <a:srgbClr val="020E66"/>
                </a:buClr>
                <a:buSzTx/>
                <a:buFontTx/>
                <a:buNone/>
                <a:tabLst/>
                <a:defRPr/>
              </a:pPr>
              <a:r>
                <a:rPr kumimoji="0" lang="pt-BR" sz="1200" b="0" i="0" u="none" strike="noStrike" kern="1200" cap="none" spc="0" normalizeH="0" baseline="0" noProof="0">
                  <a:ln>
                    <a:noFill/>
                  </a:ln>
                  <a:solidFill>
                    <a:srgbClr val="7F7F7F"/>
                  </a:solidFill>
                  <a:effectLst/>
                  <a:uLnTx/>
                  <a:uFillTx/>
                  <a:latin typeface="Arial"/>
                  <a:ea typeface="+mn-ea"/>
                  <a:cs typeface="+mn-cs"/>
                </a:rPr>
                <a:t>ILUSTRATIVO</a:t>
              </a:r>
            </a:p>
          </p:txBody>
        </p:sp>
        <p:cxnSp>
          <p:nvCxnSpPr>
            <p:cNvPr id="48" name="AutoShape 31">
              <a:extLst>
                <a:ext uri="{FF2B5EF4-FFF2-40B4-BE49-F238E27FC236}">
                  <a16:creationId xmlns:a16="http://schemas.microsoft.com/office/drawing/2014/main" id="{80727FA0-1D97-CF3A-AF20-0380038E9E14}"/>
                </a:ext>
              </a:extLst>
            </p:cNvPr>
            <p:cNvCxnSpPr>
              <a:cxnSpLocks noChangeShapeType="1"/>
              <a:stCxn id="47" idx="2"/>
              <a:endCxn id="47" idx="4"/>
            </p:cNvCxnSpPr>
            <p:nvPr/>
          </p:nvCxnSpPr>
          <p:spPr bwMode="auto">
            <a:xfrm>
              <a:off x="7893984" y="285750"/>
              <a:ext cx="0" cy="212366"/>
            </a:xfrm>
            <a:prstGeom prst="straightConnector1">
              <a:avLst/>
            </a:prstGeom>
            <a:noFill/>
            <a:ln w="9525">
              <a:solidFill>
                <a:schemeClr val="accent6"/>
              </a:solidFill>
              <a:round/>
              <a:headEnd/>
              <a:tailEnd/>
            </a:ln>
            <a:extLst>
              <a:ext uri="{909E8E84-426E-40DD-AFC4-6F175D3DCCD1}">
                <a14:hiddenFill xmlns:a14="http://schemas.microsoft.com/office/drawing/2010/main">
                  <a:noFill/>
                </a14:hiddenFill>
              </a:ext>
            </a:extLst>
          </p:spPr>
        </p:cxnSp>
        <p:cxnSp>
          <p:nvCxnSpPr>
            <p:cNvPr id="49" name="AutoShape 32">
              <a:extLst>
                <a:ext uri="{FF2B5EF4-FFF2-40B4-BE49-F238E27FC236}">
                  <a16:creationId xmlns:a16="http://schemas.microsoft.com/office/drawing/2014/main" id="{8EF0E8E9-4BEA-90C5-4A49-443AA065CE44}"/>
                </a:ext>
              </a:extLst>
            </p:cNvPr>
            <p:cNvCxnSpPr>
              <a:cxnSpLocks noChangeShapeType="1"/>
              <a:stCxn id="47" idx="4"/>
              <a:endCxn id="47" idx="6"/>
            </p:cNvCxnSpPr>
            <p:nvPr/>
          </p:nvCxnSpPr>
          <p:spPr bwMode="auto">
            <a:xfrm>
              <a:off x="7893984" y="498116"/>
              <a:ext cx="1026179" cy="0"/>
            </a:xfrm>
            <a:prstGeom prst="straightConnector1">
              <a:avLst/>
            </a:prstGeom>
            <a:noFill/>
            <a:ln w="25400">
              <a:solidFill>
                <a:schemeClr val="accent6"/>
              </a:solidFill>
              <a:round/>
              <a:headEnd/>
              <a:tailEn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51356660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to 4" hidden="1">
            <a:extLst>
              <a:ext uri="{FF2B5EF4-FFF2-40B4-BE49-F238E27FC236}">
                <a16:creationId xmlns:a16="http://schemas.microsoft.com/office/drawing/2014/main" id="{D4A188E8-8C11-73CA-C6CA-ADC0BB4CAD29}"/>
              </a:ext>
            </a:extLst>
          </p:cNvPr>
          <p:cNvGraphicFramePr>
            <a:graphicFrameLocks noChangeAspect="1"/>
          </p:cNvGraphicFramePr>
          <p:nvPr>
            <p:custDataLst>
              <p:tags r:id="rId1"/>
            </p:custDataLst>
            <p:extLst>
              <p:ext uri="{D42A27DB-BD31-4B8C-83A1-F6EECF244321}">
                <p14:modId xmlns:p14="http://schemas.microsoft.com/office/powerpoint/2010/main" val="31473562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Slide do think-cell" r:id="rId4" imgW="395" imgH="396" progId="TCLayout.ActiveDocument.1">
                  <p:embed/>
                </p:oleObj>
              </mc:Choice>
              <mc:Fallback>
                <p:oleObj name="Slide do think-cell" r:id="rId4" imgW="395" imgH="396" progId="TCLayout.ActiveDocument.1">
                  <p:embed/>
                  <p:pic>
                    <p:nvPicPr>
                      <p:cNvPr id="5" name="Objeto 4" hidden="1">
                        <a:extLst>
                          <a:ext uri="{FF2B5EF4-FFF2-40B4-BE49-F238E27FC236}">
                            <a16:creationId xmlns:a16="http://schemas.microsoft.com/office/drawing/2014/main" id="{D4A188E8-8C11-73CA-C6CA-ADC0BB4CAD2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cxnSp>
        <p:nvCxnSpPr>
          <p:cNvPr id="27" name="Conector de Seta Reta 39">
            <a:extLst>
              <a:ext uri="{FF2B5EF4-FFF2-40B4-BE49-F238E27FC236}">
                <a16:creationId xmlns:a16="http://schemas.microsoft.com/office/drawing/2014/main" id="{8719459D-EFB1-9EE7-5B20-CA6C7CE888EC}"/>
              </a:ext>
            </a:extLst>
          </p:cNvPr>
          <p:cNvCxnSpPr>
            <a:cxnSpLocks/>
          </p:cNvCxnSpPr>
          <p:nvPr/>
        </p:nvCxnSpPr>
        <p:spPr>
          <a:xfrm>
            <a:off x="965714" y="843733"/>
            <a:ext cx="3456000" cy="0"/>
          </a:xfrm>
          <a:prstGeom prst="straightConnector1">
            <a:avLst/>
          </a:prstGeom>
          <a:ln w="19050">
            <a:solidFill>
              <a:schemeClr val="bg1">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8" name="CaixaDeTexto 40">
            <a:extLst>
              <a:ext uri="{FF2B5EF4-FFF2-40B4-BE49-F238E27FC236}">
                <a16:creationId xmlns:a16="http://schemas.microsoft.com/office/drawing/2014/main" id="{74D287C3-C04C-A58E-C4AA-9951FDB2CE9A}"/>
              </a:ext>
            </a:extLst>
          </p:cNvPr>
          <p:cNvSpPr txBox="1"/>
          <p:nvPr/>
        </p:nvSpPr>
        <p:spPr bwMode="auto">
          <a:xfrm>
            <a:off x="2207953" y="755248"/>
            <a:ext cx="971521" cy="176972"/>
          </a:xfrm>
          <a:prstGeom prst="rect">
            <a:avLst/>
          </a:prstGeom>
          <a:solidFill>
            <a:schemeClr val="bg1"/>
          </a:solidFill>
          <a:ln w="9525">
            <a:noFill/>
            <a:miter lim="800000"/>
            <a:headEnd/>
            <a:tailEnd/>
          </a:ln>
        </p:spPr>
        <p:txBody>
          <a:bodyPr vert="horz" wrap="none" lIns="108000" tIns="0" rIns="108000" bIns="0" numCol="1" rtlCol="0" anchor="ctr" anchorCtr="0" compatLnSpc="1">
            <a:prstTxWarp prst="textNoShape">
              <a:avLst/>
            </a:prstTxWarp>
            <a:spAutoFit/>
          </a:bodyPr>
          <a:lstStyle>
            <a:defPPr>
              <a:defRPr lang="pt-BR"/>
            </a:defPPr>
            <a:lvl1pPr algn="ctr">
              <a:spcBef>
                <a:spcPts val="0"/>
              </a:spcBef>
              <a:spcAft>
                <a:spcPts val="600"/>
              </a:spcAft>
              <a:defRPr sz="1200" kern="0"/>
            </a:lvl1p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pt-BR" sz="1150" b="1" i="0" u="none" strike="noStrike" kern="0" cap="none" spc="0" normalizeH="0" baseline="0" noProof="0">
                <a:ln>
                  <a:noFill/>
                </a:ln>
                <a:solidFill>
                  <a:srgbClr val="071C25"/>
                </a:solidFill>
                <a:effectLst/>
                <a:uLnTx/>
                <a:uFillTx/>
                <a:latin typeface="Arial"/>
                <a:ea typeface="+mn-ea"/>
                <a:cs typeface="+mn-cs"/>
              </a:rPr>
              <a:t>5 semanas</a:t>
            </a:r>
          </a:p>
        </p:txBody>
      </p:sp>
      <p:sp>
        <p:nvSpPr>
          <p:cNvPr id="14" name="Arrow: Chevron 70">
            <a:extLst>
              <a:ext uri="{FF2B5EF4-FFF2-40B4-BE49-F238E27FC236}">
                <a16:creationId xmlns:a16="http://schemas.microsoft.com/office/drawing/2014/main" id="{95DA9894-740F-0C42-A9D0-69C3C5F865CC}"/>
              </a:ext>
            </a:extLst>
          </p:cNvPr>
          <p:cNvSpPr>
            <a:spLocks/>
          </p:cNvSpPr>
          <p:nvPr/>
        </p:nvSpPr>
        <p:spPr>
          <a:xfrm>
            <a:off x="965713" y="994451"/>
            <a:ext cx="3708000" cy="525600"/>
          </a:xfrm>
          <a:prstGeom prst="homePlate">
            <a:avLst>
              <a:gd name="adj" fmla="val 17254"/>
            </a:avLst>
          </a:prstGeom>
          <a:solidFill>
            <a:schemeClr val="accent2"/>
          </a:solidFill>
          <a:ln w="38100">
            <a:noFill/>
          </a:ln>
          <a:effectLst/>
        </p:spPr>
        <p:style>
          <a:lnRef idx="1">
            <a:schemeClr val="accent1"/>
          </a:lnRef>
          <a:fillRef idx="3">
            <a:schemeClr val="accent1"/>
          </a:fillRef>
          <a:effectRef idx="2">
            <a:schemeClr val="accent1"/>
          </a:effectRef>
          <a:fontRef idx="minor">
            <a:schemeClr val="lt1"/>
          </a:fontRef>
        </p:style>
        <p:txBody>
          <a:bodyPr lIns="108000" tIns="0" rIns="108000" bIns="0" rtlCol="0" anchor="ctr" anchorCtr="1"/>
          <a:lstStyle/>
          <a:p>
            <a:pPr marL="0" marR="0" lvl="1" indent="0" algn="l" defTabSz="914400" rtl="0" eaLnBrk="1" fontAlgn="auto" latinLnBrk="0" hangingPunct="1">
              <a:lnSpc>
                <a:spcPts val="1400"/>
              </a:lnSpc>
              <a:spcBef>
                <a:spcPts val="0"/>
              </a:spcBef>
              <a:spcAft>
                <a:spcPts val="0"/>
              </a:spcAft>
              <a:buClrTx/>
              <a:buSzTx/>
              <a:buFontTx/>
              <a:buNone/>
              <a:tabLst/>
              <a:defRPr/>
            </a:pPr>
            <a:r>
              <a:rPr kumimoji="0" lang="pt-BR" sz="1150" b="1" i="0" u="none" strike="noStrike" kern="1200" cap="none" spc="0" normalizeH="0" baseline="0" noProof="0">
                <a:ln>
                  <a:noFill/>
                </a:ln>
                <a:solidFill>
                  <a:prstClr val="white"/>
                </a:solidFill>
                <a:effectLst/>
                <a:uLnTx/>
                <a:uFillTx/>
                <a:latin typeface="Arial"/>
                <a:ea typeface="+mn-ea"/>
                <a:cs typeface="+mn-cs"/>
              </a:rPr>
              <a:t>Visão do Mercado &amp; Diagnóstico comercial</a:t>
            </a:r>
          </a:p>
        </p:txBody>
      </p:sp>
      <p:sp>
        <p:nvSpPr>
          <p:cNvPr id="45" name="Rectangle 53">
            <a:extLst>
              <a:ext uri="{FF2B5EF4-FFF2-40B4-BE49-F238E27FC236}">
                <a16:creationId xmlns:a16="http://schemas.microsoft.com/office/drawing/2014/main" id="{B3DAC3CF-AB2E-B135-9067-745034BBEF3C}"/>
              </a:ext>
            </a:extLst>
          </p:cNvPr>
          <p:cNvSpPr txBox="1"/>
          <p:nvPr/>
        </p:nvSpPr>
        <p:spPr>
          <a:xfrm>
            <a:off x="965714" y="1582541"/>
            <a:ext cx="3528000" cy="3716402"/>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marL="0" lvl="0" indent="0" defTabSz="895350" eaLnBrk="1" hangingPunct="1">
              <a:buClr>
                <a:schemeClr val="tx2"/>
              </a:buClr>
              <a:defRPr baseline="0">
                <a:latin typeface="+mn-lt"/>
              </a:defRPr>
            </a:lvl1pPr>
            <a:lvl2pPr marL="193675" lvl="1" indent="-192088" defTabSz="895350" eaLnBrk="1" hangingPunct="1">
              <a:buClr>
                <a:schemeClr val="tx2"/>
              </a:buClr>
              <a:buSzPct val="125000"/>
              <a:buFont typeface="Arial" charset="0"/>
              <a:buChar char="▪"/>
              <a:defRPr baseline="0">
                <a:latin typeface="+mn-lt"/>
              </a:defRPr>
            </a:lvl2pPr>
            <a:lvl3pPr marL="457200" lvl="2" indent="-261938" defTabSz="895350" eaLnBrk="1" hangingPunct="1">
              <a:buClr>
                <a:schemeClr val="tx2"/>
              </a:buClr>
              <a:buSzPct val="120000"/>
              <a:buFont typeface="Arial" charset="0"/>
              <a:buChar char="–"/>
              <a:defRPr baseline="0">
                <a:latin typeface="+mn-lt"/>
              </a:defRPr>
            </a:lvl3pPr>
            <a:lvl4pPr marL="614363" lvl="3" indent="-155575" defTabSz="895350" eaLnBrk="1" hangingPunct="1">
              <a:buClr>
                <a:schemeClr val="tx2"/>
              </a:buClr>
              <a:buSzPct val="120000"/>
              <a:buFont typeface="Arial" charset="0"/>
              <a:buChar char="▫"/>
              <a:defRPr baseline="0">
                <a:latin typeface="+mn-lt"/>
              </a:defRPr>
            </a:lvl4pPr>
            <a:lvl5pPr marL="749808" lvl="4" indent="-130175" defTabSz="895350" eaLnBrk="1" hangingPunct="1">
              <a:buClr>
                <a:schemeClr val="tx2"/>
              </a:buClr>
              <a:buSzPct val="89000"/>
              <a:buFont typeface="Arial" charset="0"/>
              <a:buChar char="-"/>
              <a:defRPr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Entrevistar executivos e gestores (incluindo área comercial) para mapear visão, estratégia e ambição para a Morro Verde</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Analisar potencial de demanda por fertilizantes fosfatados em raios de distância das minas atuais (300 ~ 600 km)</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Ajustar proposta de valor e segmentação (ex. culturas, tamanho do cliente e distância da fábrica)</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Mapear e identificar dores, desafios e lacunas atuais na atuação comercial (ex. canais usados, segmentos, preços)</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Realizar diagnóstico abrangente do desempenho comercial da Morro Verde (ex. evolução de vendas e rentabilidade por região/cliente/canal, margens, </a:t>
            </a:r>
            <a:r>
              <a:rPr kumimoji="0" lang="pt-BR" sz="1150" b="0" i="1" u="none" strike="noStrike" kern="1200" cap="none" spc="0" normalizeH="0" baseline="0" noProof="0" err="1">
                <a:ln>
                  <a:noFill/>
                </a:ln>
                <a:solidFill>
                  <a:srgbClr val="071C25"/>
                </a:solidFill>
                <a:effectLst/>
                <a:uLnTx/>
                <a:uFillTx/>
                <a:latin typeface="Arial"/>
                <a:ea typeface="+mn-ea"/>
                <a:cs typeface="+mn-cs"/>
              </a:rPr>
              <a:t>market</a:t>
            </a:r>
            <a:r>
              <a:rPr kumimoji="0" lang="pt-BR" sz="1150" b="0" i="1" u="none" strike="noStrike" kern="1200" cap="none" spc="0" normalizeH="0" baseline="0" noProof="0">
                <a:ln>
                  <a:noFill/>
                </a:ln>
                <a:solidFill>
                  <a:srgbClr val="071C25"/>
                </a:solidFill>
                <a:effectLst/>
                <a:uLnTx/>
                <a:uFillTx/>
                <a:latin typeface="Arial"/>
                <a:ea typeface="+mn-ea"/>
                <a:cs typeface="+mn-cs"/>
              </a:rPr>
              <a:t> </a:t>
            </a:r>
            <a:r>
              <a:rPr kumimoji="0" lang="pt-BR" sz="1150" b="0" i="1" u="none" strike="noStrike" kern="1200" cap="none" spc="0" normalizeH="0" baseline="0" noProof="0" err="1">
                <a:ln>
                  <a:noFill/>
                </a:ln>
                <a:solidFill>
                  <a:srgbClr val="071C25"/>
                </a:solidFill>
                <a:effectLst/>
                <a:uLnTx/>
                <a:uFillTx/>
                <a:latin typeface="Arial"/>
                <a:ea typeface="+mn-ea"/>
                <a:cs typeface="+mn-cs"/>
              </a:rPr>
              <a:t>share</a:t>
            </a:r>
            <a:r>
              <a:rPr kumimoji="0" lang="pt-BR" sz="1150" b="0" i="0" u="none" strike="noStrike" kern="1200" cap="none" spc="0" normalizeH="0" baseline="0" noProof="0">
                <a:ln>
                  <a:noFill/>
                </a:ln>
                <a:solidFill>
                  <a:srgbClr val="071C25"/>
                </a:solidFill>
                <a:effectLst/>
                <a:uLnTx/>
                <a:uFillTx/>
                <a:latin typeface="Arial"/>
                <a:ea typeface="+mn-ea"/>
                <a:cs typeface="+mn-cs"/>
              </a:rPr>
              <a:t>, distribuição da força comercial etc.)</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Conduzir diagnóstico rápido em </a:t>
            </a:r>
            <a:r>
              <a:rPr kumimoji="0" lang="pt-BR" sz="1150" b="0" i="1" u="none" strike="noStrike" kern="1200" cap="none" spc="0" normalizeH="0" baseline="0" noProof="0" err="1">
                <a:ln>
                  <a:noFill/>
                </a:ln>
                <a:solidFill>
                  <a:srgbClr val="071C25"/>
                </a:solidFill>
                <a:effectLst/>
                <a:uLnTx/>
                <a:uFillTx/>
                <a:latin typeface="Arial"/>
                <a:ea typeface="+mn-ea"/>
                <a:cs typeface="+mn-cs"/>
              </a:rPr>
              <a:t>pricing</a:t>
            </a:r>
            <a:r>
              <a:rPr kumimoji="0" lang="pt-BR" sz="1150" b="0" i="1" u="none" strike="noStrike" kern="1200" cap="none" spc="0" normalizeH="0" baseline="0" noProof="0">
                <a:ln>
                  <a:noFill/>
                </a:ln>
                <a:solidFill>
                  <a:srgbClr val="071C25"/>
                </a:solidFill>
                <a:effectLst/>
                <a:uLnTx/>
                <a:uFillTx/>
                <a:latin typeface="Arial"/>
                <a:ea typeface="+mn-ea"/>
                <a:cs typeface="+mn-cs"/>
              </a:rPr>
              <a:t> </a:t>
            </a:r>
            <a:r>
              <a:rPr kumimoji="0" lang="pt-BR" sz="1150" b="0" i="0" u="none" strike="noStrike" kern="1200" cap="none" spc="0" normalizeH="0" baseline="0" noProof="0">
                <a:ln>
                  <a:noFill/>
                </a:ln>
                <a:solidFill>
                  <a:srgbClr val="071C25"/>
                </a:solidFill>
                <a:effectLst/>
                <a:uLnTx/>
                <a:uFillTx/>
                <a:latin typeface="Arial"/>
                <a:ea typeface="+mn-ea"/>
                <a:cs typeface="+mn-cs"/>
              </a:rPr>
              <a:t>para identificar principais dores e desafios do processo de precificação atual, bem como oportunidades de melhoria</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Avaliar perspectiva futura do mercado de fosfato, incluindo estimativa de preços e estoques</a:t>
            </a:r>
          </a:p>
        </p:txBody>
      </p:sp>
      <p:sp>
        <p:nvSpPr>
          <p:cNvPr id="49" name="Rectangle 53">
            <a:extLst>
              <a:ext uri="{FF2B5EF4-FFF2-40B4-BE49-F238E27FC236}">
                <a16:creationId xmlns:a16="http://schemas.microsoft.com/office/drawing/2014/main" id="{055A0BBA-99C0-7FD9-C3FC-698DB37CE77B}"/>
              </a:ext>
            </a:extLst>
          </p:cNvPr>
          <p:cNvSpPr txBox="1"/>
          <p:nvPr/>
        </p:nvSpPr>
        <p:spPr>
          <a:xfrm>
            <a:off x="1289714" y="5644971"/>
            <a:ext cx="3132000" cy="176972"/>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marL="0" lvl="0" indent="0" defTabSz="895350" eaLnBrk="1" hangingPunct="1">
              <a:buClr>
                <a:schemeClr val="tx2"/>
              </a:buClr>
              <a:defRPr baseline="0">
                <a:latin typeface="+mn-lt"/>
              </a:defRPr>
            </a:lvl1pPr>
            <a:lvl2pPr marL="193675" lvl="1" indent="-192088" defTabSz="895350" eaLnBrk="1" hangingPunct="1">
              <a:buClr>
                <a:schemeClr val="tx2"/>
              </a:buClr>
              <a:buSzPct val="125000"/>
              <a:buFont typeface="Arial" charset="0"/>
              <a:buChar char="▪"/>
              <a:defRPr baseline="0">
                <a:latin typeface="+mn-lt"/>
              </a:defRPr>
            </a:lvl2pPr>
            <a:lvl3pPr marL="457200" lvl="2" indent="-261938" defTabSz="895350" eaLnBrk="1" hangingPunct="1">
              <a:buClr>
                <a:schemeClr val="tx2"/>
              </a:buClr>
              <a:buSzPct val="120000"/>
              <a:buFont typeface="Arial" charset="0"/>
              <a:buChar char="–"/>
              <a:defRPr baseline="0">
                <a:latin typeface="+mn-lt"/>
              </a:defRPr>
            </a:lvl3pPr>
            <a:lvl4pPr marL="614363" lvl="3" indent="-155575" defTabSz="895350" eaLnBrk="1" hangingPunct="1">
              <a:buClr>
                <a:schemeClr val="tx2"/>
              </a:buClr>
              <a:buSzPct val="120000"/>
              <a:buFont typeface="Arial" charset="0"/>
              <a:buChar char="▫"/>
              <a:defRPr baseline="0">
                <a:latin typeface="+mn-lt"/>
              </a:defRPr>
            </a:lvl4pPr>
            <a:lvl5pPr marL="749808" lvl="4" indent="-130175" defTabSz="895350" eaLnBrk="1" hangingPunct="1">
              <a:buClr>
                <a:schemeClr val="tx2"/>
              </a:buClr>
              <a:buSzPct val="89000"/>
              <a:buFont typeface="Arial" charset="0"/>
              <a:buChar char="-"/>
              <a:defRPr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marL="0" marR="0" lvl="1" indent="0" algn="l" defTabSz="895350" rtl="0" eaLnBrk="1" fontAlgn="auto" latinLnBrk="0" hangingPunct="1">
              <a:lnSpc>
                <a:spcPct val="100000"/>
              </a:lnSpc>
              <a:spcBef>
                <a:spcPts val="0"/>
              </a:spcBef>
              <a:spcAft>
                <a:spcPts val="0"/>
              </a:spcAft>
              <a:buClr>
                <a:srgbClr val="020E66"/>
              </a:buClr>
              <a:buSzPct val="125000"/>
              <a:buFont typeface="Arial" charset="0"/>
              <a:buNone/>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Diagnóstico do desempenho comercial atual</a:t>
            </a:r>
          </a:p>
        </p:txBody>
      </p:sp>
      <p:sp>
        <p:nvSpPr>
          <p:cNvPr id="56" name="Oval 43">
            <a:extLst>
              <a:ext uri="{FF2B5EF4-FFF2-40B4-BE49-F238E27FC236}">
                <a16:creationId xmlns:a16="http://schemas.microsoft.com/office/drawing/2014/main" id="{8E702B63-91F6-C983-FDB5-05B34CF5FA5D}"/>
              </a:ext>
            </a:extLst>
          </p:cNvPr>
          <p:cNvSpPr/>
          <p:nvPr/>
        </p:nvSpPr>
        <p:spPr>
          <a:xfrm>
            <a:off x="965714" y="5381087"/>
            <a:ext cx="216000" cy="216000"/>
          </a:xfrm>
          <a:prstGeom prst="ellipse">
            <a:avLst/>
          </a:prstGeom>
          <a:solidFill>
            <a:schemeClr val="accent5"/>
          </a:solidFill>
          <a:ln w="9525">
            <a:noFill/>
            <a:round/>
            <a:headEnd/>
            <a:tailEnd/>
          </a:ln>
          <a:effec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150" b="1" i="0" u="none" strike="noStrike" kern="0" cap="none" spc="0" normalizeH="0" baseline="0" noProof="0">
                <a:ln>
                  <a:noFill/>
                </a:ln>
                <a:solidFill>
                  <a:prstClr val="white"/>
                </a:solidFill>
                <a:effectLst/>
                <a:uLnTx/>
                <a:uFillTx/>
                <a:latin typeface="Arial"/>
                <a:ea typeface="+mn-ea"/>
                <a:cs typeface="Calibri" panose="020F0502020204030204" pitchFamily="34" charset="0"/>
              </a:rPr>
              <a:t>1</a:t>
            </a:r>
          </a:p>
        </p:txBody>
      </p:sp>
      <p:sp>
        <p:nvSpPr>
          <p:cNvPr id="110" name="Oval 43">
            <a:extLst>
              <a:ext uri="{FF2B5EF4-FFF2-40B4-BE49-F238E27FC236}">
                <a16:creationId xmlns:a16="http://schemas.microsoft.com/office/drawing/2014/main" id="{BA9A75C6-AA35-0871-715D-A511DC5238BD}"/>
              </a:ext>
            </a:extLst>
          </p:cNvPr>
          <p:cNvSpPr/>
          <p:nvPr/>
        </p:nvSpPr>
        <p:spPr>
          <a:xfrm>
            <a:off x="965714" y="5644971"/>
            <a:ext cx="216000" cy="216000"/>
          </a:xfrm>
          <a:prstGeom prst="ellipse">
            <a:avLst/>
          </a:prstGeom>
          <a:solidFill>
            <a:schemeClr val="accent5"/>
          </a:solidFill>
          <a:ln w="9525">
            <a:noFill/>
            <a:round/>
            <a:headEnd/>
            <a:tailEnd/>
          </a:ln>
          <a:effec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150" b="1" i="0" u="none" strike="noStrike" kern="0" cap="none" spc="0" normalizeH="0" baseline="0" noProof="0">
                <a:ln>
                  <a:noFill/>
                </a:ln>
                <a:solidFill>
                  <a:prstClr val="white"/>
                </a:solidFill>
                <a:effectLst/>
                <a:uLnTx/>
                <a:uFillTx/>
                <a:latin typeface="Arial"/>
                <a:ea typeface="+mn-ea"/>
                <a:cs typeface="Calibri" panose="020F0502020204030204" pitchFamily="34" charset="0"/>
              </a:rPr>
              <a:t>2</a:t>
            </a:r>
          </a:p>
        </p:txBody>
      </p:sp>
      <p:sp>
        <p:nvSpPr>
          <p:cNvPr id="38" name="Rectangle 53">
            <a:extLst>
              <a:ext uri="{FF2B5EF4-FFF2-40B4-BE49-F238E27FC236}">
                <a16:creationId xmlns:a16="http://schemas.microsoft.com/office/drawing/2014/main" id="{71AF2B9D-7952-B2C1-0187-CBC34AADF296}"/>
              </a:ext>
            </a:extLst>
          </p:cNvPr>
          <p:cNvSpPr txBox="1"/>
          <p:nvPr/>
        </p:nvSpPr>
        <p:spPr>
          <a:xfrm>
            <a:off x="1289714" y="5908855"/>
            <a:ext cx="3132000" cy="176972"/>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marL="0" lvl="0" indent="0" defTabSz="895350" eaLnBrk="1" hangingPunct="1">
              <a:buClr>
                <a:schemeClr val="tx2"/>
              </a:buClr>
              <a:defRPr baseline="0">
                <a:latin typeface="+mn-lt"/>
              </a:defRPr>
            </a:lvl1pPr>
            <a:lvl2pPr marL="193675" lvl="1" indent="-192088" defTabSz="895350" eaLnBrk="1" hangingPunct="1">
              <a:buClr>
                <a:schemeClr val="tx2"/>
              </a:buClr>
              <a:buSzPct val="125000"/>
              <a:buFont typeface="Arial" charset="0"/>
              <a:buChar char="▪"/>
              <a:defRPr baseline="0">
                <a:latin typeface="+mn-lt"/>
              </a:defRPr>
            </a:lvl2pPr>
            <a:lvl3pPr marL="457200" lvl="2" indent="-261938" defTabSz="895350" eaLnBrk="1" hangingPunct="1">
              <a:buClr>
                <a:schemeClr val="tx2"/>
              </a:buClr>
              <a:buSzPct val="120000"/>
              <a:buFont typeface="Arial" charset="0"/>
              <a:buChar char="–"/>
              <a:defRPr baseline="0">
                <a:latin typeface="+mn-lt"/>
              </a:defRPr>
            </a:lvl3pPr>
            <a:lvl4pPr marL="614363" lvl="3" indent="-155575" defTabSz="895350" eaLnBrk="1" hangingPunct="1">
              <a:buClr>
                <a:schemeClr val="tx2"/>
              </a:buClr>
              <a:buSzPct val="120000"/>
              <a:buFont typeface="Arial" charset="0"/>
              <a:buChar char="▫"/>
              <a:defRPr baseline="0">
                <a:latin typeface="+mn-lt"/>
              </a:defRPr>
            </a:lvl4pPr>
            <a:lvl5pPr marL="749808" lvl="4" indent="-130175" defTabSz="895350" eaLnBrk="1" hangingPunct="1">
              <a:buClr>
                <a:schemeClr val="tx2"/>
              </a:buClr>
              <a:buSzPct val="89000"/>
              <a:buFont typeface="Arial" charset="0"/>
              <a:buChar char="-"/>
              <a:defRPr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marL="0" marR="0" lvl="0" indent="0" algn="l" defTabSz="895350" rtl="0" eaLnBrk="1" fontAlgn="auto" latinLnBrk="0" hangingPunct="1">
              <a:lnSpc>
                <a:spcPct val="100000"/>
              </a:lnSpc>
              <a:spcBef>
                <a:spcPts val="0"/>
              </a:spcBef>
              <a:spcAft>
                <a:spcPts val="0"/>
              </a:spcAft>
              <a:buClrTx/>
              <a:buSzTx/>
              <a:buFontTx/>
              <a:buNone/>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Diagnóstico focado em </a:t>
            </a:r>
            <a:r>
              <a:rPr kumimoji="0" lang="pt-BR" sz="1150" b="0" i="1" u="none" strike="noStrike" kern="1200" cap="none" spc="0" normalizeH="0" baseline="0" noProof="0" err="1">
                <a:ln>
                  <a:noFill/>
                </a:ln>
                <a:solidFill>
                  <a:srgbClr val="071C25"/>
                </a:solidFill>
                <a:effectLst/>
                <a:uLnTx/>
                <a:uFillTx/>
                <a:latin typeface="Arial"/>
                <a:ea typeface="+mn-ea"/>
                <a:cs typeface="+mn-cs"/>
              </a:rPr>
              <a:t>pricing</a:t>
            </a:r>
            <a:endParaRPr kumimoji="0" lang="pt-BR" sz="1150" b="0" i="0" u="none" strike="noStrike" kern="1200" cap="none" spc="0" normalizeH="0" baseline="0" noProof="0">
              <a:ln>
                <a:noFill/>
              </a:ln>
              <a:solidFill>
                <a:srgbClr val="071C25"/>
              </a:solidFill>
              <a:effectLst/>
              <a:uLnTx/>
              <a:uFillTx/>
              <a:latin typeface="Arial"/>
              <a:ea typeface="+mn-ea"/>
              <a:cs typeface="+mn-cs"/>
            </a:endParaRPr>
          </a:p>
        </p:txBody>
      </p:sp>
      <p:sp>
        <p:nvSpPr>
          <p:cNvPr id="39" name="Oval 43">
            <a:extLst>
              <a:ext uri="{FF2B5EF4-FFF2-40B4-BE49-F238E27FC236}">
                <a16:creationId xmlns:a16="http://schemas.microsoft.com/office/drawing/2014/main" id="{C7E17575-A0E3-3C51-737B-E7C6F2BAB8B5}"/>
              </a:ext>
            </a:extLst>
          </p:cNvPr>
          <p:cNvSpPr/>
          <p:nvPr/>
        </p:nvSpPr>
        <p:spPr>
          <a:xfrm>
            <a:off x="965714" y="5908855"/>
            <a:ext cx="216000" cy="216000"/>
          </a:xfrm>
          <a:prstGeom prst="ellipse">
            <a:avLst/>
          </a:prstGeom>
          <a:solidFill>
            <a:schemeClr val="accent5"/>
          </a:solidFill>
          <a:ln w="9525">
            <a:noFill/>
            <a:round/>
            <a:headEnd/>
            <a:tailEnd/>
          </a:ln>
          <a:effec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150" b="1" i="0" u="none" strike="noStrike" kern="0" cap="none" spc="0" normalizeH="0" baseline="0" noProof="0">
                <a:ln>
                  <a:noFill/>
                </a:ln>
                <a:solidFill>
                  <a:prstClr val="white"/>
                </a:solidFill>
                <a:effectLst/>
                <a:uLnTx/>
                <a:uFillTx/>
                <a:latin typeface="Arial"/>
                <a:ea typeface="+mn-ea"/>
                <a:cs typeface="Calibri" panose="020F0502020204030204" pitchFamily="34" charset="0"/>
              </a:rPr>
              <a:t>3</a:t>
            </a:r>
          </a:p>
        </p:txBody>
      </p:sp>
      <p:sp>
        <p:nvSpPr>
          <p:cNvPr id="10" name="Rectangle 53">
            <a:extLst>
              <a:ext uri="{FF2B5EF4-FFF2-40B4-BE49-F238E27FC236}">
                <a16:creationId xmlns:a16="http://schemas.microsoft.com/office/drawing/2014/main" id="{012B78C5-17EB-EEAC-BBC1-C8888809F539}"/>
              </a:ext>
            </a:extLst>
          </p:cNvPr>
          <p:cNvSpPr txBox="1"/>
          <p:nvPr/>
        </p:nvSpPr>
        <p:spPr>
          <a:xfrm>
            <a:off x="1289714" y="5381087"/>
            <a:ext cx="3132000" cy="176972"/>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marL="0" lvl="0" indent="0" defTabSz="895350" eaLnBrk="1" hangingPunct="1">
              <a:buClr>
                <a:schemeClr val="tx2"/>
              </a:buClr>
              <a:defRPr baseline="0">
                <a:latin typeface="+mn-lt"/>
              </a:defRPr>
            </a:lvl1pPr>
            <a:lvl2pPr marL="193675" lvl="1" indent="-192088" defTabSz="895350" eaLnBrk="1" hangingPunct="1">
              <a:buClr>
                <a:schemeClr val="tx2"/>
              </a:buClr>
              <a:buSzPct val="125000"/>
              <a:buFont typeface="Arial" charset="0"/>
              <a:buChar char="▪"/>
              <a:defRPr baseline="0">
                <a:latin typeface="+mn-lt"/>
              </a:defRPr>
            </a:lvl2pPr>
            <a:lvl3pPr marL="457200" lvl="2" indent="-261938" defTabSz="895350" eaLnBrk="1" hangingPunct="1">
              <a:buClr>
                <a:schemeClr val="tx2"/>
              </a:buClr>
              <a:buSzPct val="120000"/>
              <a:buFont typeface="Arial" charset="0"/>
              <a:buChar char="–"/>
              <a:defRPr baseline="0">
                <a:latin typeface="+mn-lt"/>
              </a:defRPr>
            </a:lvl3pPr>
            <a:lvl4pPr marL="614363" lvl="3" indent="-155575" defTabSz="895350" eaLnBrk="1" hangingPunct="1">
              <a:buClr>
                <a:schemeClr val="tx2"/>
              </a:buClr>
              <a:buSzPct val="120000"/>
              <a:buFont typeface="Arial" charset="0"/>
              <a:buChar char="▫"/>
              <a:defRPr baseline="0">
                <a:latin typeface="+mn-lt"/>
              </a:defRPr>
            </a:lvl4pPr>
            <a:lvl5pPr marL="749808" lvl="4" indent="-130175" defTabSz="895350" eaLnBrk="1" hangingPunct="1">
              <a:buClr>
                <a:schemeClr val="tx2"/>
              </a:buClr>
              <a:buSzPct val="89000"/>
              <a:buFont typeface="Arial" charset="0"/>
              <a:buChar char="-"/>
              <a:defRPr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marL="0" marR="0" lvl="1" indent="0" algn="l" defTabSz="895350" rtl="0" eaLnBrk="1" fontAlgn="auto" latinLnBrk="0" hangingPunct="1">
              <a:lnSpc>
                <a:spcPct val="100000"/>
              </a:lnSpc>
              <a:spcBef>
                <a:spcPts val="0"/>
              </a:spcBef>
              <a:spcAft>
                <a:spcPts val="0"/>
              </a:spcAft>
              <a:buClr>
                <a:srgbClr val="020E66"/>
              </a:buClr>
              <a:buSzPct val="125000"/>
              <a:buFont typeface="Arial" charset="0"/>
              <a:buNone/>
              <a:tabLst/>
              <a:defRPr/>
            </a:pPr>
            <a:r>
              <a:rPr kumimoji="0" lang="pt-BR" sz="1150" b="0" i="0" u="none" strike="noStrike" kern="1200" cap="none" spc="0" normalizeH="0" baseline="0" noProof="0" err="1">
                <a:ln>
                  <a:noFill/>
                </a:ln>
                <a:solidFill>
                  <a:srgbClr val="071C25"/>
                </a:solidFill>
                <a:effectLst/>
                <a:uLnTx/>
                <a:uFillTx/>
                <a:latin typeface="Arial"/>
                <a:ea typeface="+mn-ea"/>
                <a:cs typeface="+mn-cs"/>
              </a:rPr>
              <a:t>Mapeament</a:t>
            </a:r>
            <a:r>
              <a:rPr kumimoji="0" lang="pt-BR" sz="1150" b="0" i="0" u="none" strike="noStrike" kern="1200" cap="none" spc="0" normalizeH="0" baseline="0" noProof="0">
                <a:ln>
                  <a:noFill/>
                </a:ln>
                <a:solidFill>
                  <a:srgbClr val="071C25"/>
                </a:solidFill>
                <a:effectLst/>
                <a:uLnTx/>
                <a:uFillTx/>
                <a:latin typeface="Arial"/>
                <a:ea typeface="+mn-ea"/>
                <a:cs typeface="+mn-cs"/>
              </a:rPr>
              <a:t>o do mercado potencial</a:t>
            </a:r>
          </a:p>
        </p:txBody>
      </p:sp>
      <p:sp>
        <p:nvSpPr>
          <p:cNvPr id="13" name="Rectangle 53">
            <a:extLst>
              <a:ext uri="{FF2B5EF4-FFF2-40B4-BE49-F238E27FC236}">
                <a16:creationId xmlns:a16="http://schemas.microsoft.com/office/drawing/2014/main" id="{EBA43932-02C1-B4DC-A2D9-C1AD67205440}"/>
              </a:ext>
            </a:extLst>
          </p:cNvPr>
          <p:cNvSpPr txBox="1"/>
          <p:nvPr/>
        </p:nvSpPr>
        <p:spPr>
          <a:xfrm>
            <a:off x="1289714" y="6172739"/>
            <a:ext cx="3132000" cy="176972"/>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marL="0" lvl="0" indent="0" defTabSz="895350" eaLnBrk="1" hangingPunct="1">
              <a:buClr>
                <a:schemeClr val="tx2"/>
              </a:buClr>
              <a:defRPr baseline="0">
                <a:latin typeface="+mn-lt"/>
              </a:defRPr>
            </a:lvl1pPr>
            <a:lvl2pPr marL="193675" lvl="1" indent="-192088" defTabSz="895350" eaLnBrk="1" hangingPunct="1">
              <a:buClr>
                <a:schemeClr val="tx2"/>
              </a:buClr>
              <a:buSzPct val="125000"/>
              <a:buFont typeface="Arial" charset="0"/>
              <a:buChar char="▪"/>
              <a:defRPr baseline="0">
                <a:latin typeface="+mn-lt"/>
              </a:defRPr>
            </a:lvl2pPr>
            <a:lvl3pPr marL="457200" lvl="2" indent="-261938" defTabSz="895350" eaLnBrk="1" hangingPunct="1">
              <a:buClr>
                <a:schemeClr val="tx2"/>
              </a:buClr>
              <a:buSzPct val="120000"/>
              <a:buFont typeface="Arial" charset="0"/>
              <a:buChar char="–"/>
              <a:defRPr baseline="0">
                <a:latin typeface="+mn-lt"/>
              </a:defRPr>
            </a:lvl3pPr>
            <a:lvl4pPr marL="614363" lvl="3" indent="-155575" defTabSz="895350" eaLnBrk="1" hangingPunct="1">
              <a:buClr>
                <a:schemeClr val="tx2"/>
              </a:buClr>
              <a:buSzPct val="120000"/>
              <a:buFont typeface="Arial" charset="0"/>
              <a:buChar char="▫"/>
              <a:defRPr baseline="0">
                <a:latin typeface="+mn-lt"/>
              </a:defRPr>
            </a:lvl4pPr>
            <a:lvl5pPr marL="749808" lvl="4" indent="-130175" defTabSz="895350" eaLnBrk="1" hangingPunct="1">
              <a:buClr>
                <a:schemeClr val="tx2"/>
              </a:buClr>
              <a:buSzPct val="89000"/>
              <a:buFont typeface="Arial" charset="0"/>
              <a:buChar char="-"/>
              <a:defRPr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marL="0" marR="0" lvl="0" indent="0" algn="l" defTabSz="895350" rtl="0" eaLnBrk="1" fontAlgn="auto" latinLnBrk="0" hangingPunct="1">
              <a:lnSpc>
                <a:spcPct val="100000"/>
              </a:lnSpc>
              <a:spcBef>
                <a:spcPts val="0"/>
              </a:spcBef>
              <a:spcAft>
                <a:spcPts val="0"/>
              </a:spcAft>
              <a:buClrTx/>
              <a:buSzTx/>
              <a:buFontTx/>
              <a:buNone/>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Perspectiva futura do mercado</a:t>
            </a:r>
          </a:p>
        </p:txBody>
      </p:sp>
      <p:sp>
        <p:nvSpPr>
          <p:cNvPr id="15" name="Oval 43">
            <a:extLst>
              <a:ext uri="{FF2B5EF4-FFF2-40B4-BE49-F238E27FC236}">
                <a16:creationId xmlns:a16="http://schemas.microsoft.com/office/drawing/2014/main" id="{FD38B3C0-17B2-9175-03E4-47C6FD99FE44}"/>
              </a:ext>
            </a:extLst>
          </p:cNvPr>
          <p:cNvSpPr/>
          <p:nvPr/>
        </p:nvSpPr>
        <p:spPr>
          <a:xfrm>
            <a:off x="965714" y="6172739"/>
            <a:ext cx="216000" cy="216000"/>
          </a:xfrm>
          <a:prstGeom prst="ellipse">
            <a:avLst/>
          </a:prstGeom>
          <a:solidFill>
            <a:schemeClr val="accent5"/>
          </a:solidFill>
          <a:ln w="9525">
            <a:noFill/>
            <a:round/>
            <a:headEnd/>
            <a:tailEnd/>
          </a:ln>
          <a:effec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150" b="1" i="0" u="none" strike="noStrike" kern="0" cap="none" spc="0" normalizeH="0" baseline="0" noProof="0">
                <a:ln>
                  <a:noFill/>
                </a:ln>
                <a:solidFill>
                  <a:prstClr val="white"/>
                </a:solidFill>
                <a:effectLst/>
                <a:uLnTx/>
                <a:uFillTx/>
                <a:latin typeface="Arial"/>
                <a:ea typeface="+mn-ea"/>
                <a:cs typeface="Calibri" panose="020F0502020204030204" pitchFamily="34" charset="0"/>
              </a:rPr>
              <a:t>4</a:t>
            </a:r>
          </a:p>
        </p:txBody>
      </p:sp>
      <p:sp>
        <p:nvSpPr>
          <p:cNvPr id="2" name="Espaço Reservado para Texto 1">
            <a:extLst>
              <a:ext uri="{FF2B5EF4-FFF2-40B4-BE49-F238E27FC236}">
                <a16:creationId xmlns:a16="http://schemas.microsoft.com/office/drawing/2014/main" id="{F41A965C-A252-297C-C052-2BC361C8BDA8}"/>
              </a:ext>
            </a:extLst>
          </p:cNvPr>
          <p:cNvSpPr>
            <a:spLocks noGrp="1"/>
          </p:cNvSpPr>
          <p:nvPr>
            <p:ph type="body" sz="quarter" idx="14"/>
          </p:nvPr>
        </p:nvSpPr>
        <p:spPr/>
        <p:txBody>
          <a:bodyPr/>
          <a:lstStyle/>
          <a:p>
            <a:r>
              <a:rPr lang="pt-BR"/>
              <a:t>Fonte: Mirow &amp; Co.</a:t>
            </a:r>
          </a:p>
        </p:txBody>
      </p:sp>
      <p:sp>
        <p:nvSpPr>
          <p:cNvPr id="3" name="Título 2">
            <a:extLst>
              <a:ext uri="{FF2B5EF4-FFF2-40B4-BE49-F238E27FC236}">
                <a16:creationId xmlns:a16="http://schemas.microsoft.com/office/drawing/2014/main" id="{77CBEC07-AC6F-0526-80DB-FC1FE15877B6}"/>
              </a:ext>
            </a:extLst>
          </p:cNvPr>
          <p:cNvSpPr>
            <a:spLocks noGrp="1"/>
          </p:cNvSpPr>
          <p:nvPr>
            <p:ph type="title"/>
          </p:nvPr>
        </p:nvSpPr>
        <p:spPr>
          <a:xfrm>
            <a:off x="478971" y="225177"/>
            <a:ext cx="11485488" cy="307777"/>
          </a:xfrm>
        </p:spPr>
        <p:txBody>
          <a:bodyPr vert="horz"/>
          <a:lstStyle/>
          <a:p>
            <a:r>
              <a:rPr lang="pt-BR"/>
              <a:t>Propomos realizar o trabalho em 9 semanas</a:t>
            </a:r>
          </a:p>
        </p:txBody>
      </p:sp>
      <p:grpSp>
        <p:nvGrpSpPr>
          <p:cNvPr id="19" name="Group 37">
            <a:extLst>
              <a:ext uri="{FF2B5EF4-FFF2-40B4-BE49-F238E27FC236}">
                <a16:creationId xmlns:a16="http://schemas.microsoft.com/office/drawing/2014/main" id="{B57F6217-ADEC-B877-C60D-0AB75ABAE7C0}"/>
              </a:ext>
            </a:extLst>
          </p:cNvPr>
          <p:cNvGrpSpPr/>
          <p:nvPr/>
        </p:nvGrpSpPr>
        <p:grpSpPr>
          <a:xfrm>
            <a:off x="10589274" y="320588"/>
            <a:ext cx="1375185" cy="212366"/>
            <a:chOff x="7365590" y="285750"/>
            <a:chExt cx="1375185" cy="212366"/>
          </a:xfrm>
        </p:grpSpPr>
        <p:sp>
          <p:nvSpPr>
            <p:cNvPr id="20" name="StickerRectangle">
              <a:extLst>
                <a:ext uri="{FF2B5EF4-FFF2-40B4-BE49-F238E27FC236}">
                  <a16:creationId xmlns:a16="http://schemas.microsoft.com/office/drawing/2014/main" id="{3CDCE1CD-D2D3-95BC-0FE6-794994A171A9}"/>
                </a:ext>
              </a:extLst>
            </p:cNvPr>
            <p:cNvSpPr>
              <a:spLocks noChangeArrowheads="1"/>
            </p:cNvSpPr>
            <p:nvPr/>
          </p:nvSpPr>
          <p:spPr bwMode="auto">
            <a:xfrm>
              <a:off x="7365590" y="285750"/>
              <a:ext cx="1375185" cy="212366"/>
            </a:xfrm>
            <a:prstGeom prst="leftRightArrow">
              <a:avLst>
                <a:gd name="adj1" fmla="val 100000"/>
                <a:gd name="adj2"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 tIns="0" rIns="0" bIns="27432">
              <a:spAutoFit/>
            </a:bodyPr>
            <a:lstStyle/>
            <a:p>
              <a:pPr marL="0" marR="0" lvl="0" indent="0" algn="r" defTabSz="895350" rtl="0" eaLnBrk="1" fontAlgn="auto" latinLnBrk="0" hangingPunct="1">
                <a:lnSpc>
                  <a:spcPct val="100000"/>
                </a:lnSpc>
                <a:spcBef>
                  <a:spcPts val="0"/>
                </a:spcBef>
                <a:spcAft>
                  <a:spcPts val="0"/>
                </a:spcAft>
                <a:buClr>
                  <a:srgbClr val="020E66"/>
                </a:buClr>
                <a:buSzTx/>
                <a:buFontTx/>
                <a:buNone/>
                <a:tabLst/>
                <a:defRPr/>
              </a:pPr>
              <a:r>
                <a:rPr kumimoji="0" lang="pt-BR" sz="1200" b="0" i="0" u="none" strike="noStrike" kern="1200" cap="none" spc="0" normalizeH="0" baseline="0" noProof="0">
                  <a:ln>
                    <a:noFill/>
                  </a:ln>
                  <a:solidFill>
                    <a:srgbClr val="7F7F7F"/>
                  </a:solidFill>
                  <a:effectLst/>
                  <a:uLnTx/>
                  <a:uFillTx/>
                  <a:latin typeface="Arial"/>
                  <a:ea typeface="+mn-ea"/>
                  <a:cs typeface="+mn-cs"/>
                </a:rPr>
                <a:t>PARA DISCUSSÃO</a:t>
              </a:r>
            </a:p>
          </p:txBody>
        </p:sp>
        <p:cxnSp>
          <p:nvCxnSpPr>
            <p:cNvPr id="21" name="AutoShape 31">
              <a:extLst>
                <a:ext uri="{FF2B5EF4-FFF2-40B4-BE49-F238E27FC236}">
                  <a16:creationId xmlns:a16="http://schemas.microsoft.com/office/drawing/2014/main" id="{9B2ED8D6-AF8F-68B4-0407-FD727C5C990E}"/>
                </a:ext>
              </a:extLst>
            </p:cNvPr>
            <p:cNvCxnSpPr>
              <a:cxnSpLocks noChangeShapeType="1"/>
              <a:stCxn id="20" idx="2"/>
              <a:endCxn id="20" idx="4"/>
            </p:cNvCxnSpPr>
            <p:nvPr/>
          </p:nvCxnSpPr>
          <p:spPr bwMode="auto">
            <a:xfrm>
              <a:off x="7365590" y="285750"/>
              <a:ext cx="0" cy="212366"/>
            </a:xfrm>
            <a:prstGeom prst="straightConnector1">
              <a:avLst/>
            </a:prstGeom>
            <a:noFill/>
            <a:ln w="9525">
              <a:solidFill>
                <a:srgbClr val="808080"/>
              </a:solidFill>
              <a:round/>
              <a:headEnd/>
              <a:tailEnd/>
            </a:ln>
            <a:extLst>
              <a:ext uri="{909E8E84-426E-40DD-AFC4-6F175D3DCCD1}">
                <a14:hiddenFill xmlns:a14="http://schemas.microsoft.com/office/drawing/2010/main">
                  <a:noFill/>
                </a14:hiddenFill>
              </a:ext>
            </a:extLst>
          </p:spPr>
        </p:cxnSp>
        <p:cxnSp>
          <p:nvCxnSpPr>
            <p:cNvPr id="23" name="AutoShape 32">
              <a:extLst>
                <a:ext uri="{FF2B5EF4-FFF2-40B4-BE49-F238E27FC236}">
                  <a16:creationId xmlns:a16="http://schemas.microsoft.com/office/drawing/2014/main" id="{16D67CAD-8B78-D242-AA74-E8032822AB24}"/>
                </a:ext>
              </a:extLst>
            </p:cNvPr>
            <p:cNvCxnSpPr>
              <a:cxnSpLocks noChangeShapeType="1"/>
              <a:stCxn id="20" idx="4"/>
              <a:endCxn id="20" idx="6"/>
            </p:cNvCxnSpPr>
            <p:nvPr/>
          </p:nvCxnSpPr>
          <p:spPr bwMode="auto">
            <a:xfrm>
              <a:off x="7365590" y="498116"/>
              <a:ext cx="1375185" cy="0"/>
            </a:xfrm>
            <a:prstGeom prst="straightConnector1">
              <a:avLst/>
            </a:prstGeom>
            <a:noFill/>
            <a:ln w="25400">
              <a:solidFill>
                <a:srgbClr val="808080"/>
              </a:solidFill>
              <a:round/>
              <a:headEnd/>
              <a:tailEnd/>
            </a:ln>
            <a:extLst>
              <a:ext uri="{909E8E84-426E-40DD-AFC4-6F175D3DCCD1}">
                <a14:hiddenFill xmlns:a14="http://schemas.microsoft.com/office/drawing/2010/main">
                  <a:noFill/>
                </a14:hiddenFill>
              </a:ext>
            </a:extLst>
          </p:spPr>
        </p:cxnSp>
      </p:grpSp>
      <p:sp>
        <p:nvSpPr>
          <p:cNvPr id="12" name="Arrow: Chevron 70">
            <a:extLst>
              <a:ext uri="{FF2B5EF4-FFF2-40B4-BE49-F238E27FC236}">
                <a16:creationId xmlns:a16="http://schemas.microsoft.com/office/drawing/2014/main" id="{C815964E-00B4-8430-C1EB-4972D8EB0BEC}"/>
              </a:ext>
            </a:extLst>
          </p:cNvPr>
          <p:cNvSpPr>
            <a:spLocks/>
          </p:cNvSpPr>
          <p:nvPr/>
        </p:nvSpPr>
        <p:spPr>
          <a:xfrm>
            <a:off x="4696609" y="994451"/>
            <a:ext cx="2845430" cy="526787"/>
          </a:xfrm>
          <a:prstGeom prst="chevron">
            <a:avLst>
              <a:gd name="adj" fmla="val 16392"/>
            </a:avLst>
          </a:prstGeom>
          <a:solidFill>
            <a:schemeClr val="accent2"/>
          </a:solidFill>
          <a:ln w="38100">
            <a:noFill/>
          </a:ln>
          <a:effectLst/>
        </p:spPr>
        <p:style>
          <a:lnRef idx="1">
            <a:schemeClr val="accent1"/>
          </a:lnRef>
          <a:fillRef idx="3">
            <a:schemeClr val="accent1"/>
          </a:fillRef>
          <a:effectRef idx="2">
            <a:schemeClr val="accent1"/>
          </a:effectRef>
          <a:fontRef idx="minor">
            <a:schemeClr val="lt1"/>
          </a:fontRef>
        </p:style>
        <p:txBody>
          <a:bodyPr lIns="108000" tIns="0" rIns="108000" bIns="0" rtlCol="0" anchor="ctr" anchorCtr="1"/>
          <a:lstStyle/>
          <a:p>
            <a:pPr marL="0" marR="0" lvl="1" indent="0" algn="l" defTabSz="914400" rtl="0" eaLnBrk="1" fontAlgn="auto" latinLnBrk="0" hangingPunct="1">
              <a:lnSpc>
                <a:spcPct val="100000"/>
              </a:lnSpc>
              <a:spcBef>
                <a:spcPts val="0"/>
              </a:spcBef>
              <a:spcAft>
                <a:spcPts val="0"/>
              </a:spcAft>
              <a:buClrTx/>
              <a:buSzTx/>
              <a:buFontTx/>
              <a:buNone/>
              <a:tabLst/>
              <a:defRPr/>
            </a:pPr>
            <a:r>
              <a:rPr kumimoji="0" lang="pt-BR" sz="1150" b="1" i="0" u="none" strike="noStrike" kern="1200" cap="none" spc="0" normalizeH="0" baseline="0" noProof="0">
                <a:ln>
                  <a:noFill/>
                </a:ln>
                <a:solidFill>
                  <a:prstClr val="white"/>
                </a:solidFill>
                <a:effectLst/>
                <a:uLnTx/>
                <a:uFillTx/>
                <a:latin typeface="Arial"/>
                <a:ea typeface="+mn-ea"/>
                <a:cs typeface="+mn-cs"/>
              </a:rPr>
              <a:t>Desenho do novo modelo de acesso à mercado</a:t>
            </a:r>
          </a:p>
        </p:txBody>
      </p:sp>
      <p:sp>
        <p:nvSpPr>
          <p:cNvPr id="65" name="Rectangle 53">
            <a:extLst>
              <a:ext uri="{FF2B5EF4-FFF2-40B4-BE49-F238E27FC236}">
                <a16:creationId xmlns:a16="http://schemas.microsoft.com/office/drawing/2014/main" id="{87068C71-6404-8D77-F3DE-83D3E8334B19}"/>
              </a:ext>
            </a:extLst>
          </p:cNvPr>
          <p:cNvSpPr txBox="1"/>
          <p:nvPr/>
        </p:nvSpPr>
        <p:spPr>
          <a:xfrm>
            <a:off x="4996859" y="5381087"/>
            <a:ext cx="2376000" cy="1061829"/>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marL="0" lvl="0" indent="0" defTabSz="895350" eaLnBrk="1" hangingPunct="1">
              <a:buClr>
                <a:schemeClr val="tx2"/>
              </a:buClr>
              <a:defRPr baseline="0">
                <a:latin typeface="+mn-lt"/>
              </a:defRPr>
            </a:lvl1pPr>
            <a:lvl2pPr marL="193675" lvl="1" indent="-192088" defTabSz="895350" eaLnBrk="1" hangingPunct="1">
              <a:buClr>
                <a:schemeClr val="tx2"/>
              </a:buClr>
              <a:buSzPct val="125000"/>
              <a:buFont typeface="Arial" charset="0"/>
              <a:buChar char="▪"/>
              <a:defRPr baseline="0">
                <a:latin typeface="+mn-lt"/>
              </a:defRPr>
            </a:lvl2pPr>
            <a:lvl3pPr marL="457200" lvl="2" indent="-261938" defTabSz="895350" eaLnBrk="1" hangingPunct="1">
              <a:buClr>
                <a:schemeClr val="tx2"/>
              </a:buClr>
              <a:buSzPct val="120000"/>
              <a:buFont typeface="Arial" charset="0"/>
              <a:buChar char="–"/>
              <a:defRPr baseline="0">
                <a:latin typeface="+mn-lt"/>
              </a:defRPr>
            </a:lvl3pPr>
            <a:lvl4pPr marL="614363" lvl="3" indent="-155575" defTabSz="895350" eaLnBrk="1" hangingPunct="1">
              <a:buClr>
                <a:schemeClr val="tx2"/>
              </a:buClr>
              <a:buSzPct val="120000"/>
              <a:buFont typeface="Arial" charset="0"/>
              <a:buChar char="▫"/>
              <a:defRPr baseline="0">
                <a:latin typeface="+mn-lt"/>
              </a:defRPr>
            </a:lvl4pPr>
            <a:lvl5pPr marL="749808" lvl="4" indent="-130175" defTabSz="895350" eaLnBrk="1" hangingPunct="1">
              <a:buClr>
                <a:schemeClr val="tx2"/>
              </a:buClr>
              <a:buSzPct val="89000"/>
              <a:buFont typeface="Arial" charset="0"/>
              <a:buChar char="-"/>
              <a:defRPr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marL="0" marR="0" lvl="0" indent="0" algn="l" defTabSz="895350" rtl="0" eaLnBrk="1" fontAlgn="auto" latinLnBrk="0" hangingPunct="1">
              <a:lnSpc>
                <a:spcPct val="100000"/>
              </a:lnSpc>
              <a:spcBef>
                <a:spcPts val="0"/>
              </a:spcBef>
              <a:spcAft>
                <a:spcPts val="0"/>
              </a:spcAft>
              <a:buClrTx/>
              <a:buSzTx/>
              <a:buFontTx/>
              <a:buNone/>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Novo modelo comercial</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Proposta de valor </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Novo modelo de acesso à mercado</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Modelo de governança</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I</a:t>
            </a:r>
            <a:r>
              <a:rPr kumimoji="0" lang="pt-BR" sz="1150" b="0" i="0" u="none" strike="noStrike" kern="1200" cap="none" spc="0" normalizeH="0" baseline="0" noProof="0" err="1">
                <a:ln>
                  <a:noFill/>
                </a:ln>
                <a:solidFill>
                  <a:srgbClr val="071C25"/>
                </a:solidFill>
                <a:effectLst/>
                <a:uLnTx/>
                <a:uFillTx/>
                <a:latin typeface="Arial"/>
                <a:ea typeface="+mn-ea"/>
                <a:cs typeface="+mn-cs"/>
              </a:rPr>
              <a:t>mpactos</a:t>
            </a:r>
            <a:r>
              <a:rPr kumimoji="0" lang="pt-BR" sz="1150" b="0" i="0" u="none" strike="noStrike" kern="1200" cap="none" spc="0" normalizeH="0" baseline="0" noProof="0">
                <a:ln>
                  <a:noFill/>
                </a:ln>
                <a:solidFill>
                  <a:srgbClr val="071C25"/>
                </a:solidFill>
                <a:effectLst/>
                <a:uLnTx/>
                <a:uFillTx/>
                <a:latin typeface="Arial"/>
                <a:ea typeface="+mn-ea"/>
                <a:cs typeface="+mn-cs"/>
              </a:rPr>
              <a:t> financeiros</a:t>
            </a:r>
          </a:p>
        </p:txBody>
      </p:sp>
      <p:sp>
        <p:nvSpPr>
          <p:cNvPr id="66" name="Oval 43">
            <a:extLst>
              <a:ext uri="{FF2B5EF4-FFF2-40B4-BE49-F238E27FC236}">
                <a16:creationId xmlns:a16="http://schemas.microsoft.com/office/drawing/2014/main" id="{FDB2096B-D8B7-A923-858F-DF3374A76207}"/>
              </a:ext>
            </a:extLst>
          </p:cNvPr>
          <p:cNvSpPr/>
          <p:nvPr/>
        </p:nvSpPr>
        <p:spPr>
          <a:xfrm>
            <a:off x="4672859" y="5381087"/>
            <a:ext cx="216000" cy="216000"/>
          </a:xfrm>
          <a:prstGeom prst="ellipse">
            <a:avLst/>
          </a:prstGeom>
          <a:solidFill>
            <a:schemeClr val="accent5"/>
          </a:solidFill>
          <a:ln w="9525">
            <a:noFill/>
            <a:round/>
            <a:headEnd/>
            <a:tailEnd/>
          </a:ln>
          <a:effec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150" b="1" i="0" u="none" strike="noStrike" kern="0" cap="none" spc="0" normalizeH="0" baseline="0" noProof="0">
                <a:ln>
                  <a:noFill/>
                </a:ln>
                <a:solidFill>
                  <a:prstClr val="white"/>
                </a:solidFill>
                <a:effectLst/>
                <a:uLnTx/>
                <a:uFillTx/>
                <a:latin typeface="Arial"/>
                <a:ea typeface="+mn-ea"/>
                <a:cs typeface="Calibri" panose="020F0502020204030204" pitchFamily="34" charset="0"/>
              </a:rPr>
              <a:t>5</a:t>
            </a:r>
          </a:p>
        </p:txBody>
      </p:sp>
      <p:sp>
        <p:nvSpPr>
          <p:cNvPr id="6" name="Rectangle 53">
            <a:extLst>
              <a:ext uri="{FF2B5EF4-FFF2-40B4-BE49-F238E27FC236}">
                <a16:creationId xmlns:a16="http://schemas.microsoft.com/office/drawing/2014/main" id="{E1362351-8E3B-348B-F225-8B9EC0F4C020}"/>
              </a:ext>
            </a:extLst>
          </p:cNvPr>
          <p:cNvSpPr txBox="1"/>
          <p:nvPr/>
        </p:nvSpPr>
        <p:spPr>
          <a:xfrm>
            <a:off x="4672859" y="1582541"/>
            <a:ext cx="2700000" cy="1946687"/>
          </a:xfrm>
          <a:prstGeom prst="rect">
            <a:avLst/>
          </a:prstGeom>
          <a:noFill/>
          <a:ln w="9525">
            <a:noFill/>
            <a:miter lim="800000"/>
            <a:headEnd/>
            <a:tailEnd/>
          </a:ln>
          <a:effectLst/>
        </p:spPr>
        <p:txBody>
          <a:bodyPr vert="horz" wrap="square" lIns="0" tIns="0" rIns="0" bIns="0" numCol="1" anchor="t" anchorCtr="0" compatLnSpc="1">
            <a:prstTxWarp prst="textNoShape">
              <a:avLst/>
            </a:prstTxWarp>
            <a:spAutoFit/>
          </a:bodyPr>
          <a:lstStyle>
            <a:lvl1pPr marL="0" lvl="0" indent="0" defTabSz="895350" eaLnBrk="1" hangingPunct="1">
              <a:buClr>
                <a:schemeClr val="tx2"/>
              </a:buClr>
              <a:defRPr baseline="0">
                <a:latin typeface="+mn-lt"/>
              </a:defRPr>
            </a:lvl1pPr>
            <a:lvl2pPr marL="193675" lvl="1" indent="-192088" defTabSz="895350" eaLnBrk="1" hangingPunct="1">
              <a:buClr>
                <a:schemeClr val="tx2"/>
              </a:buClr>
              <a:buSzPct val="125000"/>
              <a:buFont typeface="Arial" charset="0"/>
              <a:buChar char="▪"/>
              <a:defRPr baseline="0">
                <a:latin typeface="+mn-lt"/>
              </a:defRPr>
            </a:lvl2pPr>
            <a:lvl3pPr marL="457200" lvl="2" indent="-261938" defTabSz="895350" eaLnBrk="1" hangingPunct="1">
              <a:buClr>
                <a:schemeClr val="tx2"/>
              </a:buClr>
              <a:buSzPct val="120000"/>
              <a:buFont typeface="Arial" charset="0"/>
              <a:buChar char="–"/>
              <a:defRPr baseline="0">
                <a:latin typeface="+mn-lt"/>
              </a:defRPr>
            </a:lvl3pPr>
            <a:lvl4pPr marL="614363" lvl="3" indent="-155575" defTabSz="895350" eaLnBrk="1" hangingPunct="1">
              <a:buClr>
                <a:schemeClr val="tx2"/>
              </a:buClr>
              <a:buSzPct val="120000"/>
              <a:buFont typeface="Arial" charset="0"/>
              <a:buChar char="▫"/>
              <a:defRPr baseline="0">
                <a:latin typeface="+mn-lt"/>
              </a:defRPr>
            </a:lvl4pPr>
            <a:lvl5pPr marL="749808" lvl="4" indent="-130175" defTabSz="895350" eaLnBrk="1" hangingPunct="1">
              <a:buClr>
                <a:schemeClr val="tx2"/>
              </a:buClr>
              <a:buSzPct val="89000"/>
              <a:buFont typeface="Arial" charset="0"/>
              <a:buChar char="-"/>
              <a:defRPr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Definir canais de vendas (ex. venda direta, grandes revendas, revendas de especialidade, cooperativas etc.) com base na proposta de valor e segmentação </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Desenhar modelo de organização comercial da Morro Verde</a:t>
            </a:r>
          </a:p>
          <a:p>
            <a:pPr marL="358775" marR="0" lvl="2" indent="-163513" algn="l" defTabSz="895350" rtl="0" eaLnBrk="1" fontAlgn="auto" latinLnBrk="0" hangingPunct="1">
              <a:lnSpc>
                <a:spcPct val="100000"/>
              </a:lnSpc>
              <a:spcBef>
                <a:spcPts val="0"/>
              </a:spcBef>
              <a:spcAft>
                <a:spcPts val="0"/>
              </a:spcAft>
              <a:buClrTx/>
              <a:buSzPct val="120000"/>
              <a:buFont typeface="Arial" charset="0"/>
              <a:buChar char="–"/>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Estrutura, reportes, papeis e responsabilidades</a:t>
            </a:r>
          </a:p>
          <a:p>
            <a:pPr marL="358775" marR="0" lvl="2" indent="-163513" algn="l" defTabSz="895350" rtl="0" eaLnBrk="1" fontAlgn="auto" latinLnBrk="0" hangingPunct="1">
              <a:lnSpc>
                <a:spcPct val="100000"/>
              </a:lnSpc>
              <a:spcBef>
                <a:spcPts val="0"/>
              </a:spcBef>
              <a:spcAft>
                <a:spcPts val="0"/>
              </a:spcAft>
              <a:buClrTx/>
              <a:buSzPct val="120000"/>
              <a:buFont typeface="Arial" charset="0"/>
              <a:buChar char="–"/>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Quantitativo de </a:t>
            </a:r>
            <a:r>
              <a:rPr kumimoji="0" lang="pt-BR" sz="1150" b="0" i="0" u="none" strike="noStrike" kern="1200" cap="none" spc="0" normalizeH="0" baseline="0" noProof="0" err="1">
                <a:ln>
                  <a:noFill/>
                </a:ln>
                <a:solidFill>
                  <a:srgbClr val="071C25"/>
                </a:solidFill>
                <a:effectLst/>
                <a:uLnTx/>
                <a:uFillTx/>
                <a:latin typeface="Arial"/>
                <a:ea typeface="+mn-ea"/>
                <a:cs typeface="+mn-cs"/>
              </a:rPr>
              <a:t>FTEs</a:t>
            </a:r>
            <a:endParaRPr kumimoji="0" lang="pt-BR" sz="1150" b="0" i="0" u="none" strike="noStrike" kern="1200" cap="none" spc="0" normalizeH="0" baseline="0" noProof="0">
              <a:ln>
                <a:noFill/>
              </a:ln>
              <a:solidFill>
                <a:srgbClr val="071C25"/>
              </a:solidFill>
              <a:effectLst/>
              <a:uLnTx/>
              <a:uFillTx/>
              <a:latin typeface="Arial"/>
              <a:ea typeface="+mn-ea"/>
              <a:cs typeface="+mn-cs"/>
            </a:endParaRPr>
          </a:p>
          <a:p>
            <a:pPr marL="358775" marR="0" lvl="2" indent="-163513" algn="l" defTabSz="895350" rtl="0" eaLnBrk="1" fontAlgn="auto" latinLnBrk="0" hangingPunct="1">
              <a:lnSpc>
                <a:spcPct val="100000"/>
              </a:lnSpc>
              <a:spcBef>
                <a:spcPts val="0"/>
              </a:spcBef>
              <a:spcAft>
                <a:spcPts val="0"/>
              </a:spcAft>
              <a:buClrTx/>
              <a:buSzPct val="120000"/>
              <a:buFont typeface="Arial" charset="0"/>
              <a:buChar char="–"/>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Competências desejadas</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Quantificar impacto financeiro esperado do novo modelo de GTM (idealmente por segmento/canal)</a:t>
            </a:r>
          </a:p>
        </p:txBody>
      </p:sp>
      <p:sp>
        <p:nvSpPr>
          <p:cNvPr id="4" name="Rectangle 53">
            <a:extLst>
              <a:ext uri="{FF2B5EF4-FFF2-40B4-BE49-F238E27FC236}">
                <a16:creationId xmlns:a16="http://schemas.microsoft.com/office/drawing/2014/main" id="{DDCC58B4-F8C6-A4F6-B87C-B7D5AA254772}"/>
              </a:ext>
            </a:extLst>
          </p:cNvPr>
          <p:cNvSpPr txBox="1"/>
          <p:nvPr/>
        </p:nvSpPr>
        <p:spPr>
          <a:xfrm>
            <a:off x="9776145" y="1582541"/>
            <a:ext cx="2080800" cy="884858"/>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marL="0" lvl="0" indent="0" defTabSz="895350" eaLnBrk="1" hangingPunct="1">
              <a:buClr>
                <a:schemeClr val="tx2"/>
              </a:buClr>
              <a:defRPr baseline="0">
                <a:latin typeface="+mn-lt"/>
              </a:defRPr>
            </a:lvl1pPr>
            <a:lvl2pPr marL="193675" lvl="1" indent="-192088" defTabSz="895350" eaLnBrk="1" hangingPunct="1">
              <a:buClr>
                <a:schemeClr val="tx2"/>
              </a:buClr>
              <a:buSzPct val="125000"/>
              <a:buFont typeface="Arial" charset="0"/>
              <a:buChar char="▪"/>
              <a:defRPr baseline="0">
                <a:latin typeface="+mn-lt"/>
              </a:defRPr>
            </a:lvl2pPr>
            <a:lvl3pPr marL="457200" lvl="2" indent="-261938" defTabSz="895350" eaLnBrk="1" hangingPunct="1">
              <a:buClr>
                <a:schemeClr val="tx2"/>
              </a:buClr>
              <a:buSzPct val="120000"/>
              <a:buFont typeface="Arial" charset="0"/>
              <a:buChar char="–"/>
              <a:defRPr baseline="0">
                <a:latin typeface="+mn-lt"/>
              </a:defRPr>
            </a:lvl3pPr>
            <a:lvl4pPr marL="614363" lvl="3" indent="-155575" defTabSz="895350" eaLnBrk="1" hangingPunct="1">
              <a:buClr>
                <a:schemeClr val="tx2"/>
              </a:buClr>
              <a:buSzPct val="120000"/>
              <a:buFont typeface="Arial" charset="0"/>
              <a:buChar char="▫"/>
              <a:defRPr baseline="0">
                <a:latin typeface="+mn-lt"/>
              </a:defRPr>
            </a:lvl4pPr>
            <a:lvl5pPr marL="749808" lvl="4" indent="-130175" defTabSz="895350" eaLnBrk="1" hangingPunct="1">
              <a:buClr>
                <a:schemeClr val="tx2"/>
              </a:buClr>
              <a:buSzPct val="89000"/>
              <a:buFont typeface="Arial" charset="0"/>
              <a:buChar char="-"/>
              <a:defRPr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Mapear riscos potenciais do novo modelo e especificar estratégia de mitigação</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Estruturar PMO para apoiar implementação</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Definir governança para monitorar progresso da implementação</a:t>
            </a:r>
          </a:p>
        </p:txBody>
      </p:sp>
      <p:sp>
        <p:nvSpPr>
          <p:cNvPr id="16" name="Arrow: Chevron 70">
            <a:extLst>
              <a:ext uri="{FF2B5EF4-FFF2-40B4-BE49-F238E27FC236}">
                <a16:creationId xmlns:a16="http://schemas.microsoft.com/office/drawing/2014/main" id="{A8E8B826-32C9-C7A8-7F8F-4AAEFAB58F2B}"/>
              </a:ext>
            </a:extLst>
          </p:cNvPr>
          <p:cNvSpPr>
            <a:spLocks/>
          </p:cNvSpPr>
          <p:nvPr/>
        </p:nvSpPr>
        <p:spPr>
          <a:xfrm>
            <a:off x="9776145" y="994451"/>
            <a:ext cx="2188314" cy="526787"/>
          </a:xfrm>
          <a:prstGeom prst="chevron">
            <a:avLst>
              <a:gd name="adj" fmla="val 16392"/>
            </a:avLst>
          </a:prstGeom>
          <a:solidFill>
            <a:schemeClr val="accent1"/>
          </a:solidFill>
          <a:ln w="38100">
            <a:noFill/>
          </a:ln>
          <a:effectLst/>
        </p:spPr>
        <p:style>
          <a:lnRef idx="1">
            <a:schemeClr val="accent1"/>
          </a:lnRef>
          <a:fillRef idx="3">
            <a:schemeClr val="accent1"/>
          </a:fillRef>
          <a:effectRef idx="2">
            <a:schemeClr val="accent1"/>
          </a:effectRef>
          <a:fontRef idx="minor">
            <a:schemeClr val="lt1"/>
          </a:fontRef>
        </p:style>
        <p:txBody>
          <a:bodyPr lIns="108000" tIns="0" rIns="108000" bIns="0" rtlCol="0" anchor="ctr" anchorCtr="1"/>
          <a:lstStyle/>
          <a:p>
            <a:pPr marL="0" marR="0" lvl="1" indent="0" algn="l" defTabSz="914400" rtl="0" eaLnBrk="1" fontAlgn="auto" latinLnBrk="0" hangingPunct="1">
              <a:lnSpc>
                <a:spcPct val="100000"/>
              </a:lnSpc>
              <a:spcBef>
                <a:spcPts val="0"/>
              </a:spcBef>
              <a:spcAft>
                <a:spcPts val="0"/>
              </a:spcAft>
              <a:buClrTx/>
              <a:buSzTx/>
              <a:buFontTx/>
              <a:buNone/>
              <a:tabLst/>
              <a:defRPr/>
            </a:pPr>
            <a:r>
              <a:rPr kumimoji="0" lang="pt-BR" sz="1150" b="1" i="0" u="none" strike="noStrike" kern="1200" cap="none" spc="0" normalizeH="0" baseline="0" noProof="0">
                <a:ln>
                  <a:noFill/>
                </a:ln>
                <a:solidFill>
                  <a:prstClr val="white"/>
                </a:solidFill>
                <a:effectLst/>
                <a:uLnTx/>
                <a:uFillTx/>
                <a:latin typeface="Arial"/>
                <a:ea typeface="+mn-ea"/>
                <a:cs typeface="+mn-cs"/>
              </a:rPr>
              <a:t>Detalhamento da implementação</a:t>
            </a:r>
          </a:p>
        </p:txBody>
      </p:sp>
      <p:cxnSp>
        <p:nvCxnSpPr>
          <p:cNvPr id="26" name="Conector de Seta Reta 39">
            <a:extLst>
              <a:ext uri="{FF2B5EF4-FFF2-40B4-BE49-F238E27FC236}">
                <a16:creationId xmlns:a16="http://schemas.microsoft.com/office/drawing/2014/main" id="{2DBA033E-E5A6-F00D-1BA0-D34DFFD67275}"/>
              </a:ext>
            </a:extLst>
          </p:cNvPr>
          <p:cNvCxnSpPr>
            <a:cxnSpLocks/>
          </p:cNvCxnSpPr>
          <p:nvPr/>
        </p:nvCxnSpPr>
        <p:spPr>
          <a:xfrm>
            <a:off x="9776145" y="843731"/>
            <a:ext cx="2080800" cy="0"/>
          </a:xfrm>
          <a:prstGeom prst="straightConnector1">
            <a:avLst/>
          </a:prstGeom>
          <a:ln w="19050">
            <a:solidFill>
              <a:schemeClr val="bg1">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9" name="CaixaDeTexto 40">
            <a:extLst>
              <a:ext uri="{FF2B5EF4-FFF2-40B4-BE49-F238E27FC236}">
                <a16:creationId xmlns:a16="http://schemas.microsoft.com/office/drawing/2014/main" id="{3E3904CB-14D4-3369-16AA-9ECF95A7ABB1}"/>
              </a:ext>
            </a:extLst>
          </p:cNvPr>
          <p:cNvSpPr txBox="1"/>
          <p:nvPr/>
        </p:nvSpPr>
        <p:spPr bwMode="auto">
          <a:xfrm>
            <a:off x="10170488" y="755246"/>
            <a:ext cx="1292121" cy="176972"/>
          </a:xfrm>
          <a:prstGeom prst="rect">
            <a:avLst/>
          </a:prstGeom>
          <a:solidFill>
            <a:schemeClr val="bg1"/>
          </a:solidFill>
          <a:ln w="9525">
            <a:noFill/>
            <a:miter lim="800000"/>
            <a:headEnd/>
            <a:tailEnd/>
          </a:ln>
        </p:spPr>
        <p:txBody>
          <a:bodyPr vert="horz" wrap="none" lIns="108000" tIns="0" rIns="108000" bIns="0" numCol="1" rtlCol="0" anchor="ctr" anchorCtr="0" compatLnSpc="1">
            <a:prstTxWarp prst="textNoShape">
              <a:avLst/>
            </a:prstTxWarp>
            <a:spAutoFit/>
          </a:bodyPr>
          <a:lstStyle>
            <a:defPPr>
              <a:defRPr lang="pt-BR"/>
            </a:defPPr>
            <a:lvl1pPr algn="ctr">
              <a:spcBef>
                <a:spcPts val="0"/>
              </a:spcBef>
              <a:spcAft>
                <a:spcPts val="600"/>
              </a:spcAft>
              <a:defRPr sz="1200" kern="0"/>
            </a:lvl1p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pt-BR" sz="1150" b="1" i="0" u="none" strike="noStrike" kern="0" cap="none" spc="0" normalizeH="0" baseline="0" noProof="0">
                <a:ln>
                  <a:noFill/>
                </a:ln>
                <a:solidFill>
                  <a:srgbClr val="071C25"/>
                </a:solidFill>
                <a:effectLst/>
                <a:uLnTx/>
                <a:uFillTx/>
                <a:latin typeface="Arial"/>
                <a:ea typeface="+mn-ea"/>
                <a:cs typeface="+mn-cs"/>
              </a:rPr>
              <a:t>Opcional (TBD)</a:t>
            </a:r>
          </a:p>
        </p:txBody>
      </p:sp>
      <p:sp>
        <p:nvSpPr>
          <p:cNvPr id="18" name="Retângulo 17">
            <a:extLst>
              <a:ext uri="{FF2B5EF4-FFF2-40B4-BE49-F238E27FC236}">
                <a16:creationId xmlns:a16="http://schemas.microsoft.com/office/drawing/2014/main" id="{D81BBE26-475C-6475-4AA1-4DA2DC5EA268}"/>
              </a:ext>
            </a:extLst>
          </p:cNvPr>
          <p:cNvSpPr/>
          <p:nvPr/>
        </p:nvSpPr>
        <p:spPr>
          <a:xfrm>
            <a:off x="0" y="745994"/>
            <a:ext cx="12192000" cy="5692203"/>
          </a:xfrm>
          <a:prstGeom prst="rect">
            <a:avLst/>
          </a:prstGeom>
          <a:solidFill>
            <a:schemeClr val="bg1">
              <a:alpha val="75000"/>
            </a:schemeClr>
          </a:solidFill>
          <a:ln w="19050">
            <a:noFill/>
            <a:miter lim="400000"/>
          </a:ln>
          <a:effectLst/>
        </p:spPr>
        <p:txBody>
          <a:bodyPr wrap="square" lIns="108000" tIns="72000" rIns="108000" bIns="7200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400" b="0" i="0" u="none" strike="noStrike" kern="1200" cap="none" spc="0" normalizeH="0" baseline="0" noProof="0" err="1">
              <a:ln>
                <a:noFill/>
              </a:ln>
              <a:solidFill>
                <a:prstClr val="white"/>
              </a:solidFill>
              <a:effectLst/>
              <a:uLnTx/>
              <a:uFillTx/>
              <a:latin typeface="Arial"/>
              <a:ea typeface="+mn-ea"/>
              <a:cs typeface="+mn-cs"/>
            </a:endParaRPr>
          </a:p>
        </p:txBody>
      </p:sp>
      <p:sp>
        <p:nvSpPr>
          <p:cNvPr id="7" name="Rectangle 8">
            <a:extLst>
              <a:ext uri="{FF2B5EF4-FFF2-40B4-BE49-F238E27FC236}">
                <a16:creationId xmlns:a16="http://schemas.microsoft.com/office/drawing/2014/main" id="{E2295AF7-9D45-BE11-8B04-45D6E95D8BEE}"/>
              </a:ext>
            </a:extLst>
          </p:cNvPr>
          <p:cNvSpPr>
            <a:spLocks noChangeArrowheads="1"/>
          </p:cNvSpPr>
          <p:nvPr/>
        </p:nvSpPr>
        <p:spPr bwMode="auto">
          <a:xfrm>
            <a:off x="107291" y="1582541"/>
            <a:ext cx="742577" cy="17697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0" tIns="0" rIns="0" bIns="0" anchor="t" anchorCtr="0">
            <a:spAutoFit/>
          </a:bodyPr>
          <a:lstStyle>
            <a:lvl1pPr defTabSz="787400" eaLnBrk="0" hangingPunct="0">
              <a:defRPr sz="1600">
                <a:solidFill>
                  <a:schemeClr val="tx1"/>
                </a:solidFill>
                <a:latin typeface="Arial" charset="0"/>
                <a:ea typeface="-윤고딕130" pitchFamily="18" charset="-127"/>
              </a:defRPr>
            </a:lvl1pPr>
            <a:lvl2pPr marL="742950" indent="-285750" defTabSz="787400" eaLnBrk="0" hangingPunct="0">
              <a:defRPr sz="1600">
                <a:solidFill>
                  <a:schemeClr val="tx1"/>
                </a:solidFill>
                <a:latin typeface="Arial" charset="0"/>
                <a:ea typeface="-윤고딕130" pitchFamily="18" charset="-127"/>
              </a:defRPr>
            </a:lvl2pPr>
            <a:lvl3pPr marL="1143000" indent="-228600" defTabSz="787400" eaLnBrk="0" hangingPunct="0">
              <a:defRPr sz="1600">
                <a:solidFill>
                  <a:schemeClr val="tx1"/>
                </a:solidFill>
                <a:latin typeface="Arial" charset="0"/>
                <a:ea typeface="-윤고딕130" pitchFamily="18" charset="-127"/>
              </a:defRPr>
            </a:lvl3pPr>
            <a:lvl4pPr marL="1600200" indent="-228600" defTabSz="787400" eaLnBrk="0" hangingPunct="0">
              <a:defRPr sz="1600">
                <a:solidFill>
                  <a:schemeClr val="tx1"/>
                </a:solidFill>
                <a:latin typeface="Arial" charset="0"/>
                <a:ea typeface="-윤고딕130" pitchFamily="18" charset="-127"/>
              </a:defRPr>
            </a:lvl4pPr>
            <a:lvl5pPr marL="2057400" indent="-228600" defTabSz="787400" eaLnBrk="0" hangingPunct="0">
              <a:defRPr sz="1600">
                <a:solidFill>
                  <a:schemeClr val="tx1"/>
                </a:solidFill>
                <a:latin typeface="Arial" charset="0"/>
                <a:ea typeface="-윤고딕130" pitchFamily="18" charset="-127"/>
              </a:defRPr>
            </a:lvl5pPr>
            <a:lvl6pPr marL="2514600" indent="-228600" defTabSz="787400" eaLnBrk="0" fontAlgn="base" hangingPunct="0">
              <a:spcBef>
                <a:spcPct val="0"/>
              </a:spcBef>
              <a:spcAft>
                <a:spcPct val="0"/>
              </a:spcAft>
              <a:defRPr sz="1600">
                <a:solidFill>
                  <a:schemeClr val="tx1"/>
                </a:solidFill>
                <a:latin typeface="Arial" charset="0"/>
                <a:ea typeface="-윤고딕130" pitchFamily="18" charset="-127"/>
              </a:defRPr>
            </a:lvl6pPr>
            <a:lvl7pPr marL="2971800" indent="-228600" defTabSz="787400" eaLnBrk="0" fontAlgn="base" hangingPunct="0">
              <a:spcBef>
                <a:spcPct val="0"/>
              </a:spcBef>
              <a:spcAft>
                <a:spcPct val="0"/>
              </a:spcAft>
              <a:defRPr sz="1600">
                <a:solidFill>
                  <a:schemeClr val="tx1"/>
                </a:solidFill>
                <a:latin typeface="Arial" charset="0"/>
                <a:ea typeface="-윤고딕130" pitchFamily="18" charset="-127"/>
              </a:defRPr>
            </a:lvl7pPr>
            <a:lvl8pPr marL="3429000" indent="-228600" defTabSz="787400" eaLnBrk="0" fontAlgn="base" hangingPunct="0">
              <a:spcBef>
                <a:spcPct val="0"/>
              </a:spcBef>
              <a:spcAft>
                <a:spcPct val="0"/>
              </a:spcAft>
              <a:defRPr sz="1600">
                <a:solidFill>
                  <a:schemeClr val="tx1"/>
                </a:solidFill>
                <a:latin typeface="Arial" charset="0"/>
                <a:ea typeface="-윤고딕130" pitchFamily="18" charset="-127"/>
              </a:defRPr>
            </a:lvl8pPr>
            <a:lvl9pPr marL="3886200" indent="-228600" defTabSz="787400" eaLnBrk="0" fontAlgn="base" hangingPunct="0">
              <a:spcBef>
                <a:spcPct val="0"/>
              </a:spcBef>
              <a:spcAft>
                <a:spcPct val="0"/>
              </a:spcAft>
              <a:defRPr sz="1600">
                <a:solidFill>
                  <a:schemeClr val="tx1"/>
                </a:solidFill>
                <a:latin typeface="Arial" charset="0"/>
                <a:ea typeface="-윤고딕130" pitchFamily="18" charset="-127"/>
              </a:defRPr>
            </a:lvl9pPr>
          </a:lstStyle>
          <a:p>
            <a:pPr marL="0" marR="0" lvl="0" indent="0" algn="l" defTabSz="787400" rtl="0" eaLnBrk="1" fontAlgn="auto" latinLnBrk="0" hangingPunct="1">
              <a:lnSpc>
                <a:spcPct val="100000"/>
              </a:lnSpc>
              <a:spcBef>
                <a:spcPts val="0"/>
              </a:spcBef>
              <a:spcAft>
                <a:spcPts val="0"/>
              </a:spcAft>
              <a:buClrTx/>
              <a:buSzPct val="120000"/>
              <a:buFontTx/>
              <a:buNone/>
              <a:tabLst/>
              <a:defRPr/>
            </a:pPr>
            <a:r>
              <a:rPr kumimoji="0" lang="pt-BR" altLang="zh-CN" sz="1150" b="1" i="0" u="none" strike="noStrike" kern="0" cap="none" spc="0" normalizeH="0" baseline="0" noProof="0">
                <a:ln>
                  <a:noFill/>
                </a:ln>
                <a:solidFill>
                  <a:srgbClr val="020E66"/>
                </a:solidFill>
                <a:effectLst/>
                <a:uLnTx/>
                <a:uFillTx/>
                <a:latin typeface="Arial"/>
                <a:ea typeface="-윤고딕130" pitchFamily="18" charset="-127"/>
                <a:cs typeface="+mn-cs"/>
              </a:rPr>
              <a:t>Atividades</a:t>
            </a:r>
          </a:p>
        </p:txBody>
      </p:sp>
      <p:sp>
        <p:nvSpPr>
          <p:cNvPr id="8" name="Rectangle 8">
            <a:extLst>
              <a:ext uri="{FF2B5EF4-FFF2-40B4-BE49-F238E27FC236}">
                <a16:creationId xmlns:a16="http://schemas.microsoft.com/office/drawing/2014/main" id="{1FBE7481-2948-78C8-DDF4-261F077B417D}"/>
              </a:ext>
            </a:extLst>
          </p:cNvPr>
          <p:cNvSpPr>
            <a:spLocks noChangeArrowheads="1"/>
          </p:cNvSpPr>
          <p:nvPr/>
        </p:nvSpPr>
        <p:spPr bwMode="auto">
          <a:xfrm>
            <a:off x="107291" y="5381087"/>
            <a:ext cx="742577" cy="35394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0" tIns="0" rIns="0" bIns="0" anchor="t" anchorCtr="0">
            <a:spAutoFit/>
          </a:bodyPr>
          <a:lstStyle>
            <a:lvl1pPr defTabSz="787400" eaLnBrk="0" hangingPunct="0">
              <a:defRPr sz="1600">
                <a:solidFill>
                  <a:schemeClr val="tx1"/>
                </a:solidFill>
                <a:latin typeface="Arial" charset="0"/>
                <a:ea typeface="-윤고딕130" pitchFamily="18" charset="-127"/>
              </a:defRPr>
            </a:lvl1pPr>
            <a:lvl2pPr marL="742950" indent="-285750" defTabSz="787400" eaLnBrk="0" hangingPunct="0">
              <a:defRPr sz="1600">
                <a:solidFill>
                  <a:schemeClr val="tx1"/>
                </a:solidFill>
                <a:latin typeface="Arial" charset="0"/>
                <a:ea typeface="-윤고딕130" pitchFamily="18" charset="-127"/>
              </a:defRPr>
            </a:lvl2pPr>
            <a:lvl3pPr marL="1143000" indent="-228600" defTabSz="787400" eaLnBrk="0" hangingPunct="0">
              <a:defRPr sz="1600">
                <a:solidFill>
                  <a:schemeClr val="tx1"/>
                </a:solidFill>
                <a:latin typeface="Arial" charset="0"/>
                <a:ea typeface="-윤고딕130" pitchFamily="18" charset="-127"/>
              </a:defRPr>
            </a:lvl3pPr>
            <a:lvl4pPr marL="1600200" indent="-228600" defTabSz="787400" eaLnBrk="0" hangingPunct="0">
              <a:defRPr sz="1600">
                <a:solidFill>
                  <a:schemeClr val="tx1"/>
                </a:solidFill>
                <a:latin typeface="Arial" charset="0"/>
                <a:ea typeface="-윤고딕130" pitchFamily="18" charset="-127"/>
              </a:defRPr>
            </a:lvl4pPr>
            <a:lvl5pPr marL="2057400" indent="-228600" defTabSz="787400" eaLnBrk="0" hangingPunct="0">
              <a:defRPr sz="1600">
                <a:solidFill>
                  <a:schemeClr val="tx1"/>
                </a:solidFill>
                <a:latin typeface="Arial" charset="0"/>
                <a:ea typeface="-윤고딕130" pitchFamily="18" charset="-127"/>
              </a:defRPr>
            </a:lvl5pPr>
            <a:lvl6pPr marL="2514600" indent="-228600" defTabSz="787400" eaLnBrk="0" fontAlgn="base" hangingPunct="0">
              <a:spcBef>
                <a:spcPct val="0"/>
              </a:spcBef>
              <a:spcAft>
                <a:spcPct val="0"/>
              </a:spcAft>
              <a:defRPr sz="1600">
                <a:solidFill>
                  <a:schemeClr val="tx1"/>
                </a:solidFill>
                <a:latin typeface="Arial" charset="0"/>
                <a:ea typeface="-윤고딕130" pitchFamily="18" charset="-127"/>
              </a:defRPr>
            </a:lvl6pPr>
            <a:lvl7pPr marL="2971800" indent="-228600" defTabSz="787400" eaLnBrk="0" fontAlgn="base" hangingPunct="0">
              <a:spcBef>
                <a:spcPct val="0"/>
              </a:spcBef>
              <a:spcAft>
                <a:spcPct val="0"/>
              </a:spcAft>
              <a:defRPr sz="1600">
                <a:solidFill>
                  <a:schemeClr val="tx1"/>
                </a:solidFill>
                <a:latin typeface="Arial" charset="0"/>
                <a:ea typeface="-윤고딕130" pitchFamily="18" charset="-127"/>
              </a:defRPr>
            </a:lvl7pPr>
            <a:lvl8pPr marL="3429000" indent="-228600" defTabSz="787400" eaLnBrk="0" fontAlgn="base" hangingPunct="0">
              <a:spcBef>
                <a:spcPct val="0"/>
              </a:spcBef>
              <a:spcAft>
                <a:spcPct val="0"/>
              </a:spcAft>
              <a:defRPr sz="1600">
                <a:solidFill>
                  <a:schemeClr val="tx1"/>
                </a:solidFill>
                <a:latin typeface="Arial" charset="0"/>
                <a:ea typeface="-윤고딕130" pitchFamily="18" charset="-127"/>
              </a:defRPr>
            </a:lvl8pPr>
            <a:lvl9pPr marL="3886200" indent="-228600" defTabSz="787400" eaLnBrk="0" fontAlgn="base" hangingPunct="0">
              <a:spcBef>
                <a:spcPct val="0"/>
              </a:spcBef>
              <a:spcAft>
                <a:spcPct val="0"/>
              </a:spcAft>
              <a:defRPr sz="1600">
                <a:solidFill>
                  <a:schemeClr val="tx1"/>
                </a:solidFill>
                <a:latin typeface="Arial" charset="0"/>
                <a:ea typeface="-윤고딕130" pitchFamily="18" charset="-127"/>
              </a:defRPr>
            </a:lvl9pPr>
          </a:lstStyle>
          <a:p>
            <a:pPr marL="0" marR="0" lvl="0" indent="0" algn="l" defTabSz="787400" rtl="0" eaLnBrk="1" fontAlgn="auto" latinLnBrk="0" hangingPunct="1">
              <a:lnSpc>
                <a:spcPct val="100000"/>
              </a:lnSpc>
              <a:spcBef>
                <a:spcPts val="0"/>
              </a:spcBef>
              <a:spcAft>
                <a:spcPts val="0"/>
              </a:spcAft>
              <a:buClrTx/>
              <a:buSzPct val="120000"/>
              <a:buFontTx/>
              <a:buNone/>
              <a:tabLst/>
              <a:defRPr/>
            </a:pPr>
            <a:r>
              <a:rPr kumimoji="0" lang="pt-BR" altLang="zh-CN" sz="1150" b="1" i="0" u="none" strike="noStrike" kern="0" cap="none" spc="0" normalizeH="0" baseline="0" noProof="0">
                <a:ln>
                  <a:noFill/>
                </a:ln>
                <a:solidFill>
                  <a:srgbClr val="020E66"/>
                </a:solidFill>
                <a:effectLst/>
                <a:uLnTx/>
                <a:uFillTx/>
                <a:latin typeface="Arial"/>
                <a:ea typeface="-윤고딕130" pitchFamily="18" charset="-127"/>
                <a:cs typeface="+mn-cs"/>
              </a:rPr>
              <a:t>Produtos</a:t>
            </a:r>
            <a:br>
              <a:rPr kumimoji="0" lang="pt-BR" altLang="zh-CN" sz="1150" b="1" i="0" u="none" strike="noStrike" kern="0" cap="none" spc="0" normalizeH="0" baseline="0" noProof="0">
                <a:ln>
                  <a:noFill/>
                </a:ln>
                <a:solidFill>
                  <a:srgbClr val="020E66"/>
                </a:solidFill>
                <a:effectLst/>
                <a:uLnTx/>
                <a:uFillTx/>
                <a:latin typeface="Arial"/>
                <a:ea typeface="-윤고딕130" pitchFamily="18" charset="-127"/>
                <a:cs typeface="+mn-cs"/>
              </a:rPr>
            </a:br>
            <a:r>
              <a:rPr kumimoji="0" lang="pt-BR" altLang="zh-CN" sz="1150" b="1" i="0" u="none" strike="noStrike" kern="0" cap="none" spc="0" normalizeH="0" baseline="0" noProof="0">
                <a:ln>
                  <a:noFill/>
                </a:ln>
                <a:solidFill>
                  <a:srgbClr val="020E66"/>
                </a:solidFill>
                <a:effectLst/>
                <a:uLnTx/>
                <a:uFillTx/>
                <a:latin typeface="Arial"/>
                <a:ea typeface="-윤고딕130" pitchFamily="18" charset="-127"/>
                <a:cs typeface="+mn-cs"/>
              </a:rPr>
              <a:t>finais</a:t>
            </a:r>
          </a:p>
        </p:txBody>
      </p:sp>
      <p:cxnSp>
        <p:nvCxnSpPr>
          <p:cNvPr id="143" name="Straight Connector 142">
            <a:extLst>
              <a:ext uri="{FF2B5EF4-FFF2-40B4-BE49-F238E27FC236}">
                <a16:creationId xmlns:a16="http://schemas.microsoft.com/office/drawing/2014/main" id="{A08CADA1-129F-C2C7-A40C-B93C5519A6D6}"/>
              </a:ext>
            </a:extLst>
          </p:cNvPr>
          <p:cNvCxnSpPr>
            <a:cxnSpLocks/>
          </p:cNvCxnSpPr>
          <p:nvPr/>
        </p:nvCxnSpPr>
        <p:spPr>
          <a:xfrm>
            <a:off x="965714" y="5335814"/>
            <a:ext cx="11016000" cy="0"/>
          </a:xfrm>
          <a:prstGeom prst="line">
            <a:avLst/>
          </a:prstGeom>
          <a:ln w="9525">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sp>
        <p:nvSpPr>
          <p:cNvPr id="47" name="Rectangle 53">
            <a:extLst>
              <a:ext uri="{FF2B5EF4-FFF2-40B4-BE49-F238E27FC236}">
                <a16:creationId xmlns:a16="http://schemas.microsoft.com/office/drawing/2014/main" id="{C9008702-C141-B8D6-0442-AB67800D6AB4}"/>
              </a:ext>
            </a:extLst>
          </p:cNvPr>
          <p:cNvSpPr txBox="1"/>
          <p:nvPr/>
        </p:nvSpPr>
        <p:spPr>
          <a:xfrm>
            <a:off x="7564935" y="1582541"/>
            <a:ext cx="2080800" cy="707886"/>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marL="0" lvl="0" indent="0" defTabSz="895350" eaLnBrk="1" hangingPunct="1">
              <a:buClr>
                <a:schemeClr val="tx2"/>
              </a:buClr>
              <a:defRPr baseline="0">
                <a:latin typeface="+mn-lt"/>
              </a:defRPr>
            </a:lvl1pPr>
            <a:lvl2pPr marL="193675" lvl="1" indent="-192088" defTabSz="895350" eaLnBrk="1" hangingPunct="1">
              <a:buClr>
                <a:schemeClr val="tx2"/>
              </a:buClr>
              <a:buSzPct val="125000"/>
              <a:buFont typeface="Arial" charset="0"/>
              <a:buChar char="▪"/>
              <a:defRPr baseline="0">
                <a:latin typeface="+mn-lt"/>
              </a:defRPr>
            </a:lvl2pPr>
            <a:lvl3pPr marL="457200" lvl="2" indent="-261938" defTabSz="895350" eaLnBrk="1" hangingPunct="1">
              <a:buClr>
                <a:schemeClr val="tx2"/>
              </a:buClr>
              <a:buSzPct val="120000"/>
              <a:buFont typeface="Arial" charset="0"/>
              <a:buChar char="–"/>
              <a:defRPr baseline="0">
                <a:latin typeface="+mn-lt"/>
              </a:defRPr>
            </a:lvl3pPr>
            <a:lvl4pPr marL="614363" lvl="3" indent="-155575" defTabSz="895350" eaLnBrk="1" hangingPunct="1">
              <a:buClr>
                <a:schemeClr val="tx2"/>
              </a:buClr>
              <a:buSzPct val="120000"/>
              <a:buFont typeface="Arial" charset="0"/>
              <a:buChar char="▫"/>
              <a:defRPr baseline="0">
                <a:latin typeface="+mn-lt"/>
              </a:defRPr>
            </a:lvl4pPr>
            <a:lvl5pPr marL="749808" lvl="4" indent="-130175" defTabSz="895350" eaLnBrk="1" hangingPunct="1">
              <a:buClr>
                <a:schemeClr val="tx2"/>
              </a:buClr>
              <a:buSzPct val="89000"/>
              <a:buFont typeface="Arial" charset="0"/>
              <a:buChar char="-"/>
              <a:defRPr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Construir um macro plano de implementação, incluindo:</a:t>
            </a:r>
          </a:p>
          <a:p>
            <a:pPr marL="358775" marR="0" lvl="2" indent="-163513" algn="l" defTabSz="895350" rtl="0" eaLnBrk="1" fontAlgn="auto" latinLnBrk="0" hangingPunct="1">
              <a:lnSpc>
                <a:spcPct val="100000"/>
              </a:lnSpc>
              <a:spcBef>
                <a:spcPts val="0"/>
              </a:spcBef>
              <a:spcAft>
                <a:spcPts val="0"/>
              </a:spcAft>
              <a:buClrTx/>
              <a:buSzPct val="120000"/>
              <a:buFont typeface="Arial" charset="0"/>
              <a:buChar char="–"/>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Atividades, responsáveis e prazos</a:t>
            </a:r>
          </a:p>
          <a:p>
            <a:pPr marL="358775" marR="0" lvl="2" indent="-163513" algn="l" defTabSz="895350" rtl="0" eaLnBrk="1" fontAlgn="auto" latinLnBrk="0" hangingPunct="1">
              <a:lnSpc>
                <a:spcPct val="100000"/>
              </a:lnSpc>
              <a:spcBef>
                <a:spcPts val="0"/>
              </a:spcBef>
              <a:spcAft>
                <a:spcPts val="0"/>
              </a:spcAft>
              <a:buClrTx/>
              <a:buSzPct val="120000"/>
              <a:buFont typeface="Arial" charset="0"/>
              <a:buChar char="–"/>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Recursos necessários </a:t>
            </a:r>
          </a:p>
        </p:txBody>
      </p:sp>
      <p:sp>
        <p:nvSpPr>
          <p:cNvPr id="68" name="Rectangle 53">
            <a:extLst>
              <a:ext uri="{FF2B5EF4-FFF2-40B4-BE49-F238E27FC236}">
                <a16:creationId xmlns:a16="http://schemas.microsoft.com/office/drawing/2014/main" id="{693103EC-7D2A-3DB8-CBFF-2C3189678E33}"/>
              </a:ext>
            </a:extLst>
          </p:cNvPr>
          <p:cNvSpPr txBox="1"/>
          <p:nvPr/>
        </p:nvSpPr>
        <p:spPr>
          <a:xfrm>
            <a:off x="7888935" y="5381087"/>
            <a:ext cx="1756800" cy="707886"/>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marL="0" lvl="0" indent="0" defTabSz="895350" eaLnBrk="1" hangingPunct="1">
              <a:buClr>
                <a:schemeClr val="tx2"/>
              </a:buClr>
              <a:defRPr baseline="0">
                <a:latin typeface="+mn-lt"/>
              </a:defRPr>
            </a:lvl1pPr>
            <a:lvl2pPr marL="193675" lvl="1" indent="-192088" defTabSz="895350" eaLnBrk="1" hangingPunct="1">
              <a:buClr>
                <a:schemeClr val="tx2"/>
              </a:buClr>
              <a:buSzPct val="125000"/>
              <a:buFont typeface="Arial" charset="0"/>
              <a:buChar char="▪"/>
              <a:defRPr baseline="0">
                <a:latin typeface="+mn-lt"/>
              </a:defRPr>
            </a:lvl2pPr>
            <a:lvl3pPr marL="457200" lvl="2" indent="-261938" defTabSz="895350" eaLnBrk="1" hangingPunct="1">
              <a:buClr>
                <a:schemeClr val="tx2"/>
              </a:buClr>
              <a:buSzPct val="120000"/>
              <a:buFont typeface="Arial" charset="0"/>
              <a:buChar char="–"/>
              <a:defRPr baseline="0">
                <a:latin typeface="+mn-lt"/>
              </a:defRPr>
            </a:lvl3pPr>
            <a:lvl4pPr marL="614363" lvl="3" indent="-155575" defTabSz="895350" eaLnBrk="1" hangingPunct="1">
              <a:buClr>
                <a:schemeClr val="tx2"/>
              </a:buClr>
              <a:buSzPct val="120000"/>
              <a:buFont typeface="Arial" charset="0"/>
              <a:buChar char="▫"/>
              <a:defRPr baseline="0">
                <a:latin typeface="+mn-lt"/>
              </a:defRPr>
            </a:lvl4pPr>
            <a:lvl5pPr marL="749808" lvl="4" indent="-130175" defTabSz="895350" eaLnBrk="1" hangingPunct="1">
              <a:buClr>
                <a:schemeClr val="tx2"/>
              </a:buClr>
              <a:buSzPct val="89000"/>
              <a:buFont typeface="Arial" charset="0"/>
              <a:buChar char="-"/>
              <a:defRPr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marL="0" marR="0" lvl="0" indent="0" algn="l" defTabSz="895350" rtl="0" eaLnBrk="1" fontAlgn="auto" latinLnBrk="0" hangingPunct="1">
              <a:lnSpc>
                <a:spcPct val="100000"/>
              </a:lnSpc>
              <a:spcBef>
                <a:spcPts val="0"/>
              </a:spcBef>
              <a:spcAft>
                <a:spcPts val="0"/>
              </a:spcAft>
              <a:buClrTx/>
              <a:buSzTx/>
              <a:buFontTx/>
              <a:buNone/>
              <a:tabLst/>
              <a:defRPr/>
            </a:pPr>
            <a:r>
              <a:rPr kumimoji="0" lang="pt-BR" sz="1150" b="0" i="0" u="none" strike="noStrike" kern="1200" cap="none" spc="0" normalizeH="0" baseline="0" noProof="0" err="1">
                <a:ln>
                  <a:noFill/>
                </a:ln>
                <a:solidFill>
                  <a:srgbClr val="071C25"/>
                </a:solidFill>
                <a:effectLst/>
                <a:uLnTx/>
                <a:uFillTx/>
                <a:latin typeface="Arial"/>
                <a:ea typeface="+mn-ea"/>
                <a:cs typeface="+mn-cs"/>
              </a:rPr>
              <a:t>Macroplano</a:t>
            </a:r>
            <a:r>
              <a:rPr kumimoji="0" lang="pt-BR" sz="1150" b="0" i="0" u="none" strike="noStrike" kern="1200" cap="none" spc="0" normalizeH="0" baseline="0" noProof="0">
                <a:ln>
                  <a:noFill/>
                </a:ln>
                <a:solidFill>
                  <a:srgbClr val="071C25"/>
                </a:solidFill>
                <a:effectLst/>
                <a:uLnTx/>
                <a:uFillTx/>
                <a:latin typeface="Arial"/>
                <a:ea typeface="+mn-ea"/>
                <a:cs typeface="+mn-cs"/>
              </a:rPr>
              <a:t> de implementação</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Faseamento das iniciativas</a:t>
            </a:r>
          </a:p>
        </p:txBody>
      </p:sp>
      <p:sp>
        <p:nvSpPr>
          <p:cNvPr id="69" name="Oval 43">
            <a:extLst>
              <a:ext uri="{FF2B5EF4-FFF2-40B4-BE49-F238E27FC236}">
                <a16:creationId xmlns:a16="http://schemas.microsoft.com/office/drawing/2014/main" id="{287611C1-24AB-1665-D299-5DC7296C525F}"/>
              </a:ext>
            </a:extLst>
          </p:cNvPr>
          <p:cNvSpPr/>
          <p:nvPr/>
        </p:nvSpPr>
        <p:spPr>
          <a:xfrm>
            <a:off x="7564935" y="5381087"/>
            <a:ext cx="216000" cy="216000"/>
          </a:xfrm>
          <a:prstGeom prst="ellipse">
            <a:avLst/>
          </a:prstGeom>
          <a:solidFill>
            <a:schemeClr val="accent5"/>
          </a:solidFill>
          <a:ln w="9525">
            <a:noFill/>
            <a:round/>
            <a:headEnd/>
            <a:tailEnd/>
          </a:ln>
          <a:effec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150" b="1" i="0" u="none" strike="noStrike" kern="0" cap="none" spc="0" normalizeH="0" baseline="0" noProof="0">
                <a:ln>
                  <a:noFill/>
                </a:ln>
                <a:solidFill>
                  <a:prstClr val="white"/>
                </a:solidFill>
                <a:effectLst/>
                <a:uLnTx/>
                <a:uFillTx/>
                <a:latin typeface="Arial"/>
                <a:ea typeface="+mn-ea"/>
                <a:cs typeface="Calibri" panose="020F0502020204030204" pitchFamily="34" charset="0"/>
              </a:rPr>
              <a:t>6</a:t>
            </a:r>
          </a:p>
        </p:txBody>
      </p:sp>
      <p:sp>
        <p:nvSpPr>
          <p:cNvPr id="9" name="Arrow: Chevron 70">
            <a:extLst>
              <a:ext uri="{FF2B5EF4-FFF2-40B4-BE49-F238E27FC236}">
                <a16:creationId xmlns:a16="http://schemas.microsoft.com/office/drawing/2014/main" id="{F2FE4820-45AD-C6CB-47EB-6500884D1043}"/>
              </a:ext>
            </a:extLst>
          </p:cNvPr>
          <p:cNvSpPr>
            <a:spLocks/>
          </p:cNvSpPr>
          <p:nvPr/>
        </p:nvSpPr>
        <p:spPr>
          <a:xfrm>
            <a:off x="7564935" y="994451"/>
            <a:ext cx="2188314" cy="526787"/>
          </a:xfrm>
          <a:prstGeom prst="chevron">
            <a:avLst>
              <a:gd name="adj" fmla="val 16392"/>
            </a:avLst>
          </a:prstGeom>
          <a:solidFill>
            <a:schemeClr val="accent2"/>
          </a:solidFill>
          <a:ln w="38100">
            <a:noFill/>
          </a:ln>
          <a:effectLst/>
        </p:spPr>
        <p:style>
          <a:lnRef idx="1">
            <a:schemeClr val="accent1"/>
          </a:lnRef>
          <a:fillRef idx="3">
            <a:schemeClr val="accent1"/>
          </a:fillRef>
          <a:effectRef idx="2">
            <a:schemeClr val="accent1"/>
          </a:effectRef>
          <a:fontRef idx="minor">
            <a:schemeClr val="lt1"/>
          </a:fontRef>
        </p:style>
        <p:txBody>
          <a:bodyPr lIns="108000" tIns="0" rIns="108000" bIns="0" rtlCol="0" anchor="ctr" anchorCtr="1"/>
          <a:lstStyle/>
          <a:p>
            <a:pPr marL="0" marR="0" lvl="1" indent="0" algn="l" defTabSz="914400" rtl="0" eaLnBrk="1" fontAlgn="auto" latinLnBrk="0" hangingPunct="1">
              <a:lnSpc>
                <a:spcPct val="100000"/>
              </a:lnSpc>
              <a:spcBef>
                <a:spcPts val="0"/>
              </a:spcBef>
              <a:spcAft>
                <a:spcPts val="0"/>
              </a:spcAft>
              <a:buClrTx/>
              <a:buSzTx/>
              <a:buFontTx/>
              <a:buNone/>
              <a:tabLst/>
              <a:defRPr/>
            </a:pPr>
            <a:r>
              <a:rPr kumimoji="0" lang="pt-BR" sz="1150" b="1" i="0" u="none" strike="noStrike" kern="1200" cap="none" spc="0" normalizeH="0" baseline="0" noProof="0">
                <a:ln>
                  <a:noFill/>
                </a:ln>
                <a:solidFill>
                  <a:prstClr val="white"/>
                </a:solidFill>
                <a:effectLst/>
                <a:uLnTx/>
                <a:uFillTx/>
                <a:latin typeface="Arial"/>
                <a:ea typeface="+mn-ea"/>
                <a:cs typeface="+mn-cs"/>
              </a:rPr>
              <a:t>Planejamento da implementação</a:t>
            </a:r>
          </a:p>
        </p:txBody>
      </p:sp>
      <p:cxnSp>
        <p:nvCxnSpPr>
          <p:cNvPr id="31" name="Conector de Seta Reta 39">
            <a:extLst>
              <a:ext uri="{FF2B5EF4-FFF2-40B4-BE49-F238E27FC236}">
                <a16:creationId xmlns:a16="http://schemas.microsoft.com/office/drawing/2014/main" id="{D70CC2CE-CA0B-AFCB-02A4-7F693414E256}"/>
              </a:ext>
            </a:extLst>
          </p:cNvPr>
          <p:cNvCxnSpPr>
            <a:cxnSpLocks/>
          </p:cNvCxnSpPr>
          <p:nvPr/>
        </p:nvCxnSpPr>
        <p:spPr>
          <a:xfrm>
            <a:off x="4672859" y="843731"/>
            <a:ext cx="4932000" cy="0"/>
          </a:xfrm>
          <a:prstGeom prst="straightConnector1">
            <a:avLst/>
          </a:prstGeom>
          <a:ln w="19050">
            <a:solidFill>
              <a:schemeClr val="bg1">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3" name="CaixaDeTexto 40">
            <a:extLst>
              <a:ext uri="{FF2B5EF4-FFF2-40B4-BE49-F238E27FC236}">
                <a16:creationId xmlns:a16="http://schemas.microsoft.com/office/drawing/2014/main" id="{BD375C08-1263-4364-775F-F62C179AC4E7}"/>
              </a:ext>
            </a:extLst>
          </p:cNvPr>
          <p:cNvSpPr txBox="1"/>
          <p:nvPr/>
        </p:nvSpPr>
        <p:spPr bwMode="auto">
          <a:xfrm>
            <a:off x="6653099" y="755246"/>
            <a:ext cx="971521" cy="176972"/>
          </a:xfrm>
          <a:prstGeom prst="rect">
            <a:avLst/>
          </a:prstGeom>
          <a:solidFill>
            <a:schemeClr val="bg1"/>
          </a:solidFill>
          <a:ln w="9525">
            <a:noFill/>
            <a:miter lim="800000"/>
            <a:headEnd/>
            <a:tailEnd/>
          </a:ln>
        </p:spPr>
        <p:txBody>
          <a:bodyPr vert="horz" wrap="none" lIns="108000" tIns="0" rIns="108000" bIns="0" numCol="1" rtlCol="0" anchor="ctr" anchorCtr="0" compatLnSpc="1">
            <a:prstTxWarp prst="textNoShape">
              <a:avLst/>
            </a:prstTxWarp>
            <a:spAutoFit/>
          </a:bodyPr>
          <a:lstStyle>
            <a:defPPr>
              <a:defRPr lang="pt-BR"/>
            </a:defPPr>
            <a:lvl1pPr algn="ctr">
              <a:spcBef>
                <a:spcPts val="0"/>
              </a:spcBef>
              <a:spcAft>
                <a:spcPts val="600"/>
              </a:spcAft>
              <a:defRPr sz="1200" kern="0"/>
            </a:lvl1p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pt-BR" sz="1150" b="1" i="0" u="none" strike="noStrike" kern="0" cap="none" spc="0" normalizeH="0" baseline="0" noProof="0">
                <a:ln>
                  <a:noFill/>
                </a:ln>
                <a:solidFill>
                  <a:srgbClr val="071C25"/>
                </a:solidFill>
                <a:effectLst/>
                <a:uLnTx/>
                <a:uFillTx/>
                <a:latin typeface="Arial"/>
                <a:ea typeface="+mn-ea"/>
                <a:cs typeface="+mn-cs"/>
              </a:rPr>
              <a:t>4 semanas</a:t>
            </a:r>
          </a:p>
        </p:txBody>
      </p:sp>
    </p:spTree>
    <p:extLst>
      <p:ext uri="{BB962C8B-B14F-4D97-AF65-F5344CB8AC3E}">
        <p14:creationId xmlns:p14="http://schemas.microsoft.com/office/powerpoint/2010/main" val="199995517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Object 14" hidden="1">
            <a:extLst>
              <a:ext uri="{FF2B5EF4-FFF2-40B4-BE49-F238E27FC236}">
                <a16:creationId xmlns:a16="http://schemas.microsoft.com/office/drawing/2014/main" id="{13724922-CDD7-3371-BE58-F1CABA347B0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Slide do think-cell" r:id="rId3" imgW="344" imgH="344" progId="TCLayout.ActiveDocument.1">
                  <p:embed/>
                </p:oleObj>
              </mc:Choice>
              <mc:Fallback>
                <p:oleObj name="Slide do think-cell" r:id="rId3" imgW="344" imgH="344" progId="TCLayout.ActiveDocument.1">
                  <p:embed/>
                  <p:pic>
                    <p:nvPicPr>
                      <p:cNvPr id="15" name="Object 14" hidden="1">
                        <a:extLst>
                          <a:ext uri="{FF2B5EF4-FFF2-40B4-BE49-F238E27FC236}">
                            <a16:creationId xmlns:a16="http://schemas.microsoft.com/office/drawing/2014/main" id="{13724922-CDD7-3371-BE58-F1CABA347B0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ext Placeholder 1">
            <a:extLst>
              <a:ext uri="{FF2B5EF4-FFF2-40B4-BE49-F238E27FC236}">
                <a16:creationId xmlns:a16="http://schemas.microsoft.com/office/drawing/2014/main" id="{154666A6-8368-3C4F-DA56-09C50B52FBF1}"/>
              </a:ext>
            </a:extLst>
          </p:cNvPr>
          <p:cNvSpPr>
            <a:spLocks noGrp="1"/>
          </p:cNvSpPr>
          <p:nvPr>
            <p:ph type="body" sz="quarter" idx="14"/>
          </p:nvPr>
        </p:nvSpPr>
        <p:spPr/>
        <p:txBody>
          <a:bodyPr/>
          <a:lstStyle/>
          <a:p>
            <a:r>
              <a:rPr lang="pt-BR">
                <a:latin typeface="+mj-lt"/>
              </a:rPr>
              <a:t>Fonte: Mirow &amp; Co.</a:t>
            </a:r>
          </a:p>
        </p:txBody>
      </p:sp>
      <p:sp>
        <p:nvSpPr>
          <p:cNvPr id="3" name="Title 2">
            <a:extLst>
              <a:ext uri="{FF2B5EF4-FFF2-40B4-BE49-F238E27FC236}">
                <a16:creationId xmlns:a16="http://schemas.microsoft.com/office/drawing/2014/main" id="{C4BD3EC2-7CEF-C6DB-8429-ADACE9691ABB}"/>
              </a:ext>
            </a:extLst>
          </p:cNvPr>
          <p:cNvSpPr>
            <a:spLocks noGrp="1"/>
          </p:cNvSpPr>
          <p:nvPr>
            <p:ph type="title"/>
          </p:nvPr>
        </p:nvSpPr>
        <p:spPr>
          <a:noFill/>
        </p:spPr>
        <p:txBody>
          <a:bodyPr vert="horz"/>
          <a:lstStyle/>
          <a:p>
            <a:r>
              <a:rPr lang="pt-BR" sz="2000" err="1">
                <a:latin typeface="+mj-lt"/>
              </a:rPr>
              <a:t>Macroplano</a:t>
            </a:r>
            <a:r>
              <a:rPr lang="pt-BR" sz="2000">
                <a:latin typeface="+mj-lt"/>
              </a:rPr>
              <a:t> de implementação contará com iniciativas, responsáveis e prazos, considerando implicações no negócio, processos, políticas, organização, capacitação e soluções de TI</a:t>
            </a:r>
            <a:endParaRPr lang="pt-BR">
              <a:latin typeface="+mj-lt"/>
            </a:endParaRPr>
          </a:p>
        </p:txBody>
      </p:sp>
      <p:grpSp>
        <p:nvGrpSpPr>
          <p:cNvPr id="19" name="Group 18">
            <a:extLst>
              <a:ext uri="{FF2B5EF4-FFF2-40B4-BE49-F238E27FC236}">
                <a16:creationId xmlns:a16="http://schemas.microsoft.com/office/drawing/2014/main" id="{461D4CA3-193D-D459-1C52-7E492FBFE997}"/>
              </a:ext>
            </a:extLst>
          </p:cNvPr>
          <p:cNvGrpSpPr/>
          <p:nvPr/>
        </p:nvGrpSpPr>
        <p:grpSpPr>
          <a:xfrm>
            <a:off x="10938281" y="897497"/>
            <a:ext cx="1026178" cy="212725"/>
            <a:chOff x="7714597" y="285750"/>
            <a:chExt cx="1026178" cy="212366"/>
          </a:xfrm>
        </p:grpSpPr>
        <p:sp>
          <p:nvSpPr>
            <p:cNvPr id="20" name="StickerRectangle">
              <a:extLst>
                <a:ext uri="{FF2B5EF4-FFF2-40B4-BE49-F238E27FC236}">
                  <a16:creationId xmlns:a16="http://schemas.microsoft.com/office/drawing/2014/main" id="{328A59C4-E6A7-1763-7408-2F66E5AF6225}"/>
                </a:ext>
              </a:extLst>
            </p:cNvPr>
            <p:cNvSpPr>
              <a:spLocks noChangeArrowheads="1"/>
            </p:cNvSpPr>
            <p:nvPr/>
          </p:nvSpPr>
          <p:spPr bwMode="auto">
            <a:xfrm>
              <a:off x="7714597" y="285750"/>
              <a:ext cx="1026178" cy="212366"/>
            </a:xfrm>
            <a:prstGeom prst="leftRightArrow">
              <a:avLst>
                <a:gd name="adj1" fmla="val 100000"/>
                <a:gd name="adj2"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 tIns="0" rIns="0" bIns="27432">
              <a:spAutoFit/>
            </a:bodyPr>
            <a:lstStyle/>
            <a:p>
              <a:pPr marL="0" marR="0" lvl="0" indent="0" algn="r" defTabSz="895350" rtl="0" eaLnBrk="1" fontAlgn="auto" latinLnBrk="0" hangingPunct="1">
                <a:lnSpc>
                  <a:spcPct val="100000"/>
                </a:lnSpc>
                <a:spcBef>
                  <a:spcPts val="0"/>
                </a:spcBef>
                <a:spcAft>
                  <a:spcPts val="0"/>
                </a:spcAft>
                <a:buClr>
                  <a:srgbClr val="020E66"/>
                </a:buClr>
                <a:buSzTx/>
                <a:buFontTx/>
                <a:buNone/>
                <a:tabLst/>
                <a:defRPr/>
              </a:pPr>
              <a:r>
                <a:rPr kumimoji="0" lang="pt-BR" sz="1200" b="0" i="0" u="none" strike="noStrike" kern="1200" cap="none" spc="0" normalizeH="0" baseline="0" noProof="0">
                  <a:ln>
                    <a:noFill/>
                  </a:ln>
                  <a:solidFill>
                    <a:srgbClr val="808080"/>
                  </a:solidFill>
                  <a:effectLst/>
                  <a:uLnTx/>
                  <a:uFillTx/>
                  <a:latin typeface="Arial"/>
                  <a:ea typeface="+mn-ea"/>
                  <a:cs typeface="+mn-cs"/>
                </a:rPr>
                <a:t>ILUSTRATIVO</a:t>
              </a:r>
            </a:p>
          </p:txBody>
        </p:sp>
        <p:cxnSp>
          <p:nvCxnSpPr>
            <p:cNvPr id="21" name="AutoShape 31">
              <a:extLst>
                <a:ext uri="{FF2B5EF4-FFF2-40B4-BE49-F238E27FC236}">
                  <a16:creationId xmlns:a16="http://schemas.microsoft.com/office/drawing/2014/main" id="{31618D15-E23C-D708-D5FA-B220209BF073}"/>
                </a:ext>
              </a:extLst>
            </p:cNvPr>
            <p:cNvCxnSpPr>
              <a:cxnSpLocks noChangeShapeType="1"/>
              <a:stCxn id="20" idx="2"/>
              <a:endCxn id="20" idx="4"/>
            </p:cNvCxnSpPr>
            <p:nvPr/>
          </p:nvCxnSpPr>
          <p:spPr bwMode="auto">
            <a:xfrm>
              <a:off x="7714597" y="285750"/>
              <a:ext cx="0" cy="212366"/>
            </a:xfrm>
            <a:prstGeom prst="straightConnector1">
              <a:avLst/>
            </a:prstGeom>
            <a:noFill/>
            <a:ln w="9525">
              <a:solidFill>
                <a:srgbClr val="808080"/>
              </a:solidFill>
              <a:round/>
              <a:headEnd/>
              <a:tailEnd/>
            </a:ln>
            <a:extLst>
              <a:ext uri="{909E8E84-426E-40DD-AFC4-6F175D3DCCD1}">
                <a14:hiddenFill xmlns:a14="http://schemas.microsoft.com/office/drawing/2010/main">
                  <a:noFill/>
                </a14:hiddenFill>
              </a:ext>
            </a:extLst>
          </p:spPr>
        </p:cxnSp>
        <p:cxnSp>
          <p:nvCxnSpPr>
            <p:cNvPr id="22" name="AutoShape 32">
              <a:extLst>
                <a:ext uri="{FF2B5EF4-FFF2-40B4-BE49-F238E27FC236}">
                  <a16:creationId xmlns:a16="http://schemas.microsoft.com/office/drawing/2014/main" id="{F63AC61E-9A15-B065-1BCE-A627C47DF7F1}"/>
                </a:ext>
              </a:extLst>
            </p:cNvPr>
            <p:cNvCxnSpPr>
              <a:cxnSpLocks noChangeShapeType="1"/>
              <a:stCxn id="20" idx="4"/>
              <a:endCxn id="20" idx="6"/>
            </p:cNvCxnSpPr>
            <p:nvPr/>
          </p:nvCxnSpPr>
          <p:spPr bwMode="auto">
            <a:xfrm>
              <a:off x="7714597" y="498116"/>
              <a:ext cx="1026178" cy="0"/>
            </a:xfrm>
            <a:prstGeom prst="straightConnector1">
              <a:avLst/>
            </a:prstGeom>
            <a:noFill/>
            <a:ln w="25400">
              <a:solidFill>
                <a:srgbClr val="808080"/>
              </a:solidFill>
              <a:round/>
              <a:headEnd/>
              <a:tailEnd/>
            </a:ln>
            <a:extLst>
              <a:ext uri="{909E8E84-426E-40DD-AFC4-6F175D3DCCD1}">
                <a14:hiddenFill xmlns:a14="http://schemas.microsoft.com/office/drawing/2010/main">
                  <a:noFill/>
                </a14:hiddenFill>
              </a:ext>
            </a:extLst>
          </p:spPr>
        </p:cxnSp>
      </p:grpSp>
      <p:sp>
        <p:nvSpPr>
          <p:cNvPr id="23" name="Rectangle 22">
            <a:extLst>
              <a:ext uri="{FF2B5EF4-FFF2-40B4-BE49-F238E27FC236}">
                <a16:creationId xmlns:a16="http://schemas.microsoft.com/office/drawing/2014/main" id="{ACB8CF4D-E3B9-DEC1-7519-702B790DCE1C}"/>
              </a:ext>
            </a:extLst>
          </p:cNvPr>
          <p:cNvSpPr/>
          <p:nvPr/>
        </p:nvSpPr>
        <p:spPr bwMode="gray">
          <a:xfrm>
            <a:off x="414244" y="2331106"/>
            <a:ext cx="936000" cy="1342417"/>
          </a:xfrm>
          <a:prstGeom prst="rect">
            <a:avLst/>
          </a:prstGeom>
          <a:solidFill>
            <a:schemeClr val="accent2"/>
          </a:solidFill>
          <a:ln w="3175"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0000"/>
              </a:lnSpc>
              <a:spcBef>
                <a:spcPts val="0"/>
              </a:spcBef>
              <a:spcAft>
                <a:spcPts val="0"/>
              </a:spcAft>
              <a:buClrTx/>
              <a:buSzTx/>
              <a:buFont typeface="Wingdings 2" pitchFamily="18" charset="2"/>
              <a:buNone/>
              <a:tabLst/>
              <a:defRPr/>
            </a:pPr>
            <a:r>
              <a:rPr kumimoji="0" lang="pt-BR" sz="1400" b="1" i="0" u="none" strike="noStrike" kern="0" cap="none" spc="0" normalizeH="0" baseline="0" noProof="0">
                <a:ln>
                  <a:noFill/>
                </a:ln>
                <a:solidFill>
                  <a:srgbClr val="FFFFFF"/>
                </a:solidFill>
                <a:effectLst/>
                <a:uLnTx/>
                <a:uFillTx/>
                <a:latin typeface="Arial"/>
                <a:ea typeface="+mn-ea"/>
                <a:cs typeface="+mn-cs"/>
              </a:rPr>
              <a:t>Iniciativa 1</a:t>
            </a:r>
          </a:p>
        </p:txBody>
      </p:sp>
      <p:sp>
        <p:nvSpPr>
          <p:cNvPr id="24" name="Rectangle 23">
            <a:extLst>
              <a:ext uri="{FF2B5EF4-FFF2-40B4-BE49-F238E27FC236}">
                <a16:creationId xmlns:a16="http://schemas.microsoft.com/office/drawing/2014/main" id="{C2BEDA9C-BF06-0CF0-CD1A-1B4C0EE26E28}"/>
              </a:ext>
            </a:extLst>
          </p:cNvPr>
          <p:cNvSpPr/>
          <p:nvPr/>
        </p:nvSpPr>
        <p:spPr bwMode="gray">
          <a:xfrm>
            <a:off x="414244" y="3721578"/>
            <a:ext cx="936000" cy="878929"/>
          </a:xfrm>
          <a:prstGeom prst="rect">
            <a:avLst/>
          </a:prstGeom>
          <a:solidFill>
            <a:schemeClr val="accent2"/>
          </a:solidFill>
          <a:ln w="3175"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0000"/>
              </a:lnSpc>
              <a:spcBef>
                <a:spcPts val="0"/>
              </a:spcBef>
              <a:spcAft>
                <a:spcPts val="0"/>
              </a:spcAft>
              <a:buClrTx/>
              <a:buSzTx/>
              <a:buFont typeface="Wingdings 2" pitchFamily="18" charset="2"/>
              <a:buNone/>
              <a:tabLst/>
              <a:defRPr/>
            </a:pPr>
            <a:r>
              <a:rPr kumimoji="0" lang="pt-BR" sz="1400" b="1" i="0" u="none" strike="noStrike" kern="0" cap="none" spc="0" normalizeH="0" baseline="0" noProof="0">
                <a:ln>
                  <a:noFill/>
                </a:ln>
                <a:solidFill>
                  <a:srgbClr val="FFFFFF"/>
                </a:solidFill>
                <a:effectLst/>
                <a:uLnTx/>
                <a:uFillTx/>
                <a:latin typeface="Arial"/>
                <a:ea typeface="+mn-ea"/>
                <a:cs typeface="+mn-cs"/>
              </a:rPr>
              <a:t>Iniciativa 2</a:t>
            </a:r>
          </a:p>
        </p:txBody>
      </p:sp>
      <p:sp>
        <p:nvSpPr>
          <p:cNvPr id="25" name="Rectangle 24">
            <a:extLst>
              <a:ext uri="{FF2B5EF4-FFF2-40B4-BE49-F238E27FC236}">
                <a16:creationId xmlns:a16="http://schemas.microsoft.com/office/drawing/2014/main" id="{29105041-2FBE-F31B-9CB1-1EF81700FC1C}"/>
              </a:ext>
            </a:extLst>
          </p:cNvPr>
          <p:cNvSpPr/>
          <p:nvPr/>
        </p:nvSpPr>
        <p:spPr bwMode="gray">
          <a:xfrm>
            <a:off x="414244" y="4648562"/>
            <a:ext cx="936000" cy="1342418"/>
          </a:xfrm>
          <a:prstGeom prst="rect">
            <a:avLst/>
          </a:prstGeom>
          <a:solidFill>
            <a:schemeClr val="accent2"/>
          </a:solidFill>
          <a:ln w="3175"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0000"/>
              </a:lnSpc>
              <a:spcBef>
                <a:spcPts val="0"/>
              </a:spcBef>
              <a:spcAft>
                <a:spcPts val="0"/>
              </a:spcAft>
              <a:buClrTx/>
              <a:buSzTx/>
              <a:buFont typeface="Wingdings 2" pitchFamily="18" charset="2"/>
              <a:buNone/>
              <a:tabLst/>
              <a:defRPr/>
            </a:pPr>
            <a:r>
              <a:rPr kumimoji="0" lang="pt-BR" sz="1400" b="1" i="0" u="none" strike="noStrike" kern="0" cap="none" spc="0" normalizeH="0" baseline="0" noProof="0">
                <a:ln>
                  <a:noFill/>
                </a:ln>
                <a:solidFill>
                  <a:srgbClr val="FFFFFF"/>
                </a:solidFill>
                <a:effectLst/>
                <a:uLnTx/>
                <a:uFillTx/>
                <a:latin typeface="Arial"/>
                <a:ea typeface="+mn-ea"/>
                <a:cs typeface="+mn-cs"/>
              </a:rPr>
              <a:t>Iniciativa 3</a:t>
            </a:r>
          </a:p>
        </p:txBody>
      </p:sp>
      <p:sp>
        <p:nvSpPr>
          <p:cNvPr id="26" name="Rectangle 25">
            <a:extLst>
              <a:ext uri="{FF2B5EF4-FFF2-40B4-BE49-F238E27FC236}">
                <a16:creationId xmlns:a16="http://schemas.microsoft.com/office/drawing/2014/main" id="{0EB030A2-9F61-7334-B94F-28F743242E65}"/>
              </a:ext>
            </a:extLst>
          </p:cNvPr>
          <p:cNvSpPr/>
          <p:nvPr/>
        </p:nvSpPr>
        <p:spPr bwMode="gray">
          <a:xfrm>
            <a:off x="1412696" y="2331106"/>
            <a:ext cx="936000" cy="415438"/>
          </a:xfrm>
          <a:prstGeom prst="rect">
            <a:avLst/>
          </a:prstGeom>
          <a:solidFill>
            <a:schemeClr val="accent3"/>
          </a:solidFill>
          <a:ln w="3175"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0000"/>
              </a:lnSpc>
              <a:spcBef>
                <a:spcPts val="0"/>
              </a:spcBef>
              <a:spcAft>
                <a:spcPts val="0"/>
              </a:spcAft>
              <a:buClrTx/>
              <a:buSzTx/>
              <a:buFont typeface="Wingdings 2" pitchFamily="18" charset="2"/>
              <a:buNone/>
              <a:tabLst/>
              <a:defRPr/>
            </a:pPr>
            <a:r>
              <a:rPr kumimoji="0" lang="pt-BR" sz="1400" b="0" i="0" u="none" strike="noStrike" kern="0" cap="none" spc="0" normalizeH="0" baseline="0" noProof="0">
                <a:ln>
                  <a:noFill/>
                </a:ln>
                <a:solidFill>
                  <a:prstClr val="white"/>
                </a:solidFill>
                <a:effectLst/>
                <a:uLnTx/>
                <a:uFillTx/>
                <a:latin typeface="Arial"/>
                <a:ea typeface="+mn-ea"/>
                <a:cs typeface="+mn-cs"/>
              </a:rPr>
              <a:t>Ação 1.A</a:t>
            </a:r>
          </a:p>
        </p:txBody>
      </p:sp>
      <p:sp>
        <p:nvSpPr>
          <p:cNvPr id="27" name="Rectangle 26">
            <a:extLst>
              <a:ext uri="{FF2B5EF4-FFF2-40B4-BE49-F238E27FC236}">
                <a16:creationId xmlns:a16="http://schemas.microsoft.com/office/drawing/2014/main" id="{003DA1DB-AE17-391C-C890-57646BB91554}"/>
              </a:ext>
            </a:extLst>
          </p:cNvPr>
          <p:cNvSpPr/>
          <p:nvPr/>
        </p:nvSpPr>
        <p:spPr bwMode="gray">
          <a:xfrm>
            <a:off x="1412696" y="2794597"/>
            <a:ext cx="936000" cy="415438"/>
          </a:xfrm>
          <a:prstGeom prst="rect">
            <a:avLst/>
          </a:prstGeom>
          <a:solidFill>
            <a:schemeClr val="accent3"/>
          </a:solidFill>
          <a:ln w="3175"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0000"/>
              </a:lnSpc>
              <a:spcBef>
                <a:spcPts val="0"/>
              </a:spcBef>
              <a:spcAft>
                <a:spcPts val="0"/>
              </a:spcAft>
              <a:buClrTx/>
              <a:buSzTx/>
              <a:buFont typeface="Wingdings 2" pitchFamily="18" charset="2"/>
              <a:buNone/>
              <a:tabLst/>
              <a:defRPr/>
            </a:pPr>
            <a:r>
              <a:rPr kumimoji="0" lang="pt-BR" sz="1400" b="0" i="0" u="none" strike="noStrike" kern="0" cap="none" spc="0" normalizeH="0" baseline="0" noProof="0">
                <a:ln>
                  <a:noFill/>
                </a:ln>
                <a:solidFill>
                  <a:prstClr val="white"/>
                </a:solidFill>
                <a:effectLst/>
                <a:uLnTx/>
                <a:uFillTx/>
                <a:latin typeface="Arial"/>
                <a:ea typeface="+mn-ea"/>
                <a:cs typeface="+mn-cs"/>
              </a:rPr>
              <a:t>Ação 1.B</a:t>
            </a:r>
          </a:p>
        </p:txBody>
      </p:sp>
      <p:sp>
        <p:nvSpPr>
          <p:cNvPr id="28" name="Rectangle 27">
            <a:extLst>
              <a:ext uri="{FF2B5EF4-FFF2-40B4-BE49-F238E27FC236}">
                <a16:creationId xmlns:a16="http://schemas.microsoft.com/office/drawing/2014/main" id="{6919CB5B-58FB-610A-64ED-8EC94C5B1575}"/>
              </a:ext>
            </a:extLst>
          </p:cNvPr>
          <p:cNvSpPr/>
          <p:nvPr/>
        </p:nvSpPr>
        <p:spPr bwMode="gray">
          <a:xfrm>
            <a:off x="1412696" y="3258088"/>
            <a:ext cx="936000" cy="415438"/>
          </a:xfrm>
          <a:prstGeom prst="rect">
            <a:avLst/>
          </a:prstGeom>
          <a:solidFill>
            <a:schemeClr val="accent3"/>
          </a:solidFill>
          <a:ln w="3175"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0000"/>
              </a:lnSpc>
              <a:spcBef>
                <a:spcPts val="0"/>
              </a:spcBef>
              <a:spcAft>
                <a:spcPts val="0"/>
              </a:spcAft>
              <a:buClrTx/>
              <a:buSzTx/>
              <a:buFont typeface="Wingdings 2" pitchFamily="18" charset="2"/>
              <a:buNone/>
              <a:tabLst/>
              <a:defRPr/>
            </a:pPr>
            <a:r>
              <a:rPr kumimoji="0" lang="pt-BR" sz="1400" b="0" i="0" u="none" strike="noStrike" kern="0" cap="none" spc="0" normalizeH="0" baseline="0" noProof="0">
                <a:ln>
                  <a:noFill/>
                </a:ln>
                <a:solidFill>
                  <a:prstClr val="white"/>
                </a:solidFill>
                <a:effectLst/>
                <a:uLnTx/>
                <a:uFillTx/>
                <a:latin typeface="Arial"/>
                <a:ea typeface="+mn-ea"/>
                <a:cs typeface="+mn-cs"/>
              </a:rPr>
              <a:t>Ação 1.C</a:t>
            </a:r>
          </a:p>
        </p:txBody>
      </p:sp>
      <p:sp>
        <p:nvSpPr>
          <p:cNvPr id="29" name="Rectangle 28">
            <a:extLst>
              <a:ext uri="{FF2B5EF4-FFF2-40B4-BE49-F238E27FC236}">
                <a16:creationId xmlns:a16="http://schemas.microsoft.com/office/drawing/2014/main" id="{8F1B883F-1067-18C2-E9C2-5535A3773DBF}"/>
              </a:ext>
            </a:extLst>
          </p:cNvPr>
          <p:cNvSpPr/>
          <p:nvPr/>
        </p:nvSpPr>
        <p:spPr bwMode="gray">
          <a:xfrm>
            <a:off x="1412696" y="3721579"/>
            <a:ext cx="936000" cy="415438"/>
          </a:xfrm>
          <a:prstGeom prst="rect">
            <a:avLst/>
          </a:prstGeom>
          <a:solidFill>
            <a:schemeClr val="accent3"/>
          </a:solidFill>
          <a:ln w="3175"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0000"/>
              </a:lnSpc>
              <a:spcBef>
                <a:spcPts val="0"/>
              </a:spcBef>
              <a:spcAft>
                <a:spcPts val="0"/>
              </a:spcAft>
              <a:buClrTx/>
              <a:buSzTx/>
              <a:buFont typeface="Wingdings 2" pitchFamily="18" charset="2"/>
              <a:buNone/>
              <a:tabLst/>
              <a:defRPr/>
            </a:pPr>
            <a:r>
              <a:rPr kumimoji="0" lang="pt-BR" sz="1400" b="0" i="0" u="none" strike="noStrike" kern="0" cap="none" spc="0" normalizeH="0" baseline="0" noProof="0">
                <a:ln>
                  <a:noFill/>
                </a:ln>
                <a:solidFill>
                  <a:prstClr val="white"/>
                </a:solidFill>
                <a:effectLst/>
                <a:uLnTx/>
                <a:uFillTx/>
                <a:latin typeface="Arial"/>
                <a:ea typeface="+mn-ea"/>
                <a:cs typeface="+mn-cs"/>
              </a:rPr>
              <a:t>Ação 2.A</a:t>
            </a:r>
          </a:p>
        </p:txBody>
      </p:sp>
      <p:sp>
        <p:nvSpPr>
          <p:cNvPr id="30" name="Rectangle 29">
            <a:extLst>
              <a:ext uri="{FF2B5EF4-FFF2-40B4-BE49-F238E27FC236}">
                <a16:creationId xmlns:a16="http://schemas.microsoft.com/office/drawing/2014/main" id="{124A71A4-34B4-7739-30F3-C1B2DF774C78}"/>
              </a:ext>
            </a:extLst>
          </p:cNvPr>
          <p:cNvSpPr/>
          <p:nvPr/>
        </p:nvSpPr>
        <p:spPr bwMode="gray">
          <a:xfrm>
            <a:off x="1412696" y="4185070"/>
            <a:ext cx="936000" cy="415438"/>
          </a:xfrm>
          <a:prstGeom prst="rect">
            <a:avLst/>
          </a:prstGeom>
          <a:solidFill>
            <a:schemeClr val="accent3"/>
          </a:solidFill>
          <a:ln w="3175"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0000"/>
              </a:lnSpc>
              <a:spcBef>
                <a:spcPts val="0"/>
              </a:spcBef>
              <a:spcAft>
                <a:spcPts val="0"/>
              </a:spcAft>
              <a:buClrTx/>
              <a:buSzTx/>
              <a:buFont typeface="Wingdings 2" pitchFamily="18" charset="2"/>
              <a:buNone/>
              <a:tabLst/>
              <a:defRPr/>
            </a:pPr>
            <a:r>
              <a:rPr kumimoji="0" lang="pt-BR" sz="1400" b="0" i="0" u="none" strike="noStrike" kern="0" cap="none" spc="0" normalizeH="0" baseline="0" noProof="0">
                <a:ln>
                  <a:noFill/>
                </a:ln>
                <a:solidFill>
                  <a:prstClr val="white"/>
                </a:solidFill>
                <a:effectLst/>
                <a:uLnTx/>
                <a:uFillTx/>
                <a:latin typeface="Arial"/>
                <a:ea typeface="+mn-ea"/>
                <a:cs typeface="+mn-cs"/>
              </a:rPr>
              <a:t>Ação 2.B</a:t>
            </a:r>
          </a:p>
        </p:txBody>
      </p:sp>
      <p:sp>
        <p:nvSpPr>
          <p:cNvPr id="31" name="Rectangle 30">
            <a:extLst>
              <a:ext uri="{FF2B5EF4-FFF2-40B4-BE49-F238E27FC236}">
                <a16:creationId xmlns:a16="http://schemas.microsoft.com/office/drawing/2014/main" id="{3A6531E9-11AA-6845-6CF2-76FBAE8DDAB5}"/>
              </a:ext>
            </a:extLst>
          </p:cNvPr>
          <p:cNvSpPr/>
          <p:nvPr/>
        </p:nvSpPr>
        <p:spPr bwMode="gray">
          <a:xfrm>
            <a:off x="1412696" y="4648561"/>
            <a:ext cx="936000" cy="415438"/>
          </a:xfrm>
          <a:prstGeom prst="rect">
            <a:avLst/>
          </a:prstGeom>
          <a:solidFill>
            <a:schemeClr val="accent3"/>
          </a:solidFill>
          <a:ln w="3175"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0000"/>
              </a:lnSpc>
              <a:spcBef>
                <a:spcPts val="0"/>
              </a:spcBef>
              <a:spcAft>
                <a:spcPts val="0"/>
              </a:spcAft>
              <a:buClrTx/>
              <a:buSzTx/>
              <a:buFont typeface="Wingdings 2" pitchFamily="18" charset="2"/>
              <a:buNone/>
              <a:tabLst/>
              <a:defRPr/>
            </a:pPr>
            <a:r>
              <a:rPr kumimoji="0" lang="pt-BR" sz="1400" b="0" i="0" u="none" strike="noStrike" kern="0" cap="none" spc="0" normalizeH="0" baseline="0" noProof="0">
                <a:ln>
                  <a:noFill/>
                </a:ln>
                <a:solidFill>
                  <a:prstClr val="white"/>
                </a:solidFill>
                <a:effectLst/>
                <a:uLnTx/>
                <a:uFillTx/>
                <a:latin typeface="Arial"/>
                <a:ea typeface="+mn-ea"/>
                <a:cs typeface="+mn-cs"/>
              </a:rPr>
              <a:t>Ação 3.A</a:t>
            </a:r>
          </a:p>
        </p:txBody>
      </p:sp>
      <p:sp>
        <p:nvSpPr>
          <p:cNvPr id="32" name="Rectangle 31">
            <a:extLst>
              <a:ext uri="{FF2B5EF4-FFF2-40B4-BE49-F238E27FC236}">
                <a16:creationId xmlns:a16="http://schemas.microsoft.com/office/drawing/2014/main" id="{6E7269D0-783A-A5E4-B1FD-B162A9C9AC09}"/>
              </a:ext>
            </a:extLst>
          </p:cNvPr>
          <p:cNvSpPr/>
          <p:nvPr/>
        </p:nvSpPr>
        <p:spPr bwMode="gray">
          <a:xfrm>
            <a:off x="1412696" y="5112052"/>
            <a:ext cx="936000" cy="415438"/>
          </a:xfrm>
          <a:prstGeom prst="rect">
            <a:avLst/>
          </a:prstGeom>
          <a:solidFill>
            <a:schemeClr val="accent3"/>
          </a:solidFill>
          <a:ln w="3175"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0000"/>
              </a:lnSpc>
              <a:spcBef>
                <a:spcPts val="0"/>
              </a:spcBef>
              <a:spcAft>
                <a:spcPts val="0"/>
              </a:spcAft>
              <a:buClrTx/>
              <a:buSzTx/>
              <a:buFont typeface="Wingdings 2" pitchFamily="18" charset="2"/>
              <a:buNone/>
              <a:tabLst/>
              <a:defRPr/>
            </a:pPr>
            <a:r>
              <a:rPr kumimoji="0" lang="pt-BR" sz="1400" b="0" i="0" u="none" strike="noStrike" kern="0" cap="none" spc="0" normalizeH="0" baseline="0" noProof="0">
                <a:ln>
                  <a:noFill/>
                </a:ln>
                <a:solidFill>
                  <a:prstClr val="white"/>
                </a:solidFill>
                <a:effectLst/>
                <a:uLnTx/>
                <a:uFillTx/>
                <a:latin typeface="Arial"/>
                <a:ea typeface="+mn-ea"/>
                <a:cs typeface="+mn-cs"/>
              </a:rPr>
              <a:t>Ação 3.B</a:t>
            </a:r>
          </a:p>
        </p:txBody>
      </p:sp>
      <p:sp>
        <p:nvSpPr>
          <p:cNvPr id="33" name="Rectangle 32">
            <a:extLst>
              <a:ext uri="{FF2B5EF4-FFF2-40B4-BE49-F238E27FC236}">
                <a16:creationId xmlns:a16="http://schemas.microsoft.com/office/drawing/2014/main" id="{94E760F7-2F47-8AD9-C5C0-1BFCCE1FEA2A}"/>
              </a:ext>
            </a:extLst>
          </p:cNvPr>
          <p:cNvSpPr/>
          <p:nvPr/>
        </p:nvSpPr>
        <p:spPr bwMode="gray">
          <a:xfrm>
            <a:off x="1412696" y="5575542"/>
            <a:ext cx="936000" cy="415438"/>
          </a:xfrm>
          <a:prstGeom prst="rect">
            <a:avLst/>
          </a:prstGeom>
          <a:solidFill>
            <a:schemeClr val="accent3"/>
          </a:solidFill>
          <a:ln w="3175"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0000"/>
              </a:lnSpc>
              <a:spcBef>
                <a:spcPts val="0"/>
              </a:spcBef>
              <a:spcAft>
                <a:spcPts val="0"/>
              </a:spcAft>
              <a:buClrTx/>
              <a:buSzTx/>
              <a:buFont typeface="Wingdings 2" pitchFamily="18" charset="2"/>
              <a:buNone/>
              <a:tabLst/>
              <a:defRPr/>
            </a:pPr>
            <a:r>
              <a:rPr kumimoji="0" lang="pt-BR" sz="1400" b="0" i="0" u="none" strike="noStrike" kern="0" cap="none" spc="0" normalizeH="0" baseline="0" noProof="0">
                <a:ln>
                  <a:noFill/>
                </a:ln>
                <a:solidFill>
                  <a:prstClr val="white"/>
                </a:solidFill>
                <a:effectLst/>
                <a:uLnTx/>
                <a:uFillTx/>
                <a:latin typeface="Arial"/>
                <a:ea typeface="+mn-ea"/>
                <a:cs typeface="+mn-cs"/>
              </a:rPr>
              <a:t>Ação 3.C</a:t>
            </a:r>
          </a:p>
        </p:txBody>
      </p:sp>
      <p:sp>
        <p:nvSpPr>
          <p:cNvPr id="34" name="Rectangle 33">
            <a:extLst>
              <a:ext uri="{FF2B5EF4-FFF2-40B4-BE49-F238E27FC236}">
                <a16:creationId xmlns:a16="http://schemas.microsoft.com/office/drawing/2014/main" id="{58E8DE04-1BF3-805E-0CB0-A28590C6C2A0}"/>
              </a:ext>
            </a:extLst>
          </p:cNvPr>
          <p:cNvSpPr/>
          <p:nvPr/>
        </p:nvSpPr>
        <p:spPr bwMode="gray">
          <a:xfrm>
            <a:off x="3470334" y="1380098"/>
            <a:ext cx="4111483" cy="463490"/>
          </a:xfrm>
          <a:prstGeom prst="rect">
            <a:avLst/>
          </a:prstGeom>
          <a:solidFill>
            <a:schemeClr val="tx2"/>
          </a:solidFill>
          <a:ln w="3175"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0000"/>
              </a:lnSpc>
              <a:spcBef>
                <a:spcPts val="0"/>
              </a:spcBef>
              <a:spcAft>
                <a:spcPts val="0"/>
              </a:spcAft>
              <a:buClrTx/>
              <a:buSzTx/>
              <a:buFont typeface="Wingdings 2" pitchFamily="18" charset="2"/>
              <a:buNone/>
              <a:tabLst/>
              <a:defRPr/>
            </a:pPr>
            <a:r>
              <a:rPr kumimoji="0" lang="pt-BR" sz="1400" b="1" i="0" u="none" strike="noStrike" kern="1200" cap="none" spc="0" normalizeH="0" baseline="0" noProof="0">
                <a:ln>
                  <a:noFill/>
                </a:ln>
                <a:solidFill>
                  <a:srgbClr val="FFFFFF"/>
                </a:solidFill>
                <a:effectLst/>
                <a:uLnTx/>
                <a:uFillTx/>
                <a:latin typeface="Arial"/>
                <a:ea typeface="+mn-ea"/>
                <a:cs typeface="+mn-cs"/>
              </a:rPr>
              <a:t>Semestre 1</a:t>
            </a:r>
          </a:p>
        </p:txBody>
      </p:sp>
      <p:sp>
        <p:nvSpPr>
          <p:cNvPr id="35" name="Rectangle 34">
            <a:extLst>
              <a:ext uri="{FF2B5EF4-FFF2-40B4-BE49-F238E27FC236}">
                <a16:creationId xmlns:a16="http://schemas.microsoft.com/office/drawing/2014/main" id="{809C4342-90D0-FB44-2D73-2084195C807E}"/>
              </a:ext>
            </a:extLst>
          </p:cNvPr>
          <p:cNvSpPr/>
          <p:nvPr/>
        </p:nvSpPr>
        <p:spPr bwMode="gray">
          <a:xfrm>
            <a:off x="7644270" y="1380098"/>
            <a:ext cx="4111486" cy="463490"/>
          </a:xfrm>
          <a:prstGeom prst="rect">
            <a:avLst/>
          </a:prstGeom>
          <a:solidFill>
            <a:schemeClr val="tx2"/>
          </a:solidFill>
          <a:ln w="3175"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0000"/>
              </a:lnSpc>
              <a:spcBef>
                <a:spcPts val="0"/>
              </a:spcBef>
              <a:spcAft>
                <a:spcPts val="0"/>
              </a:spcAft>
              <a:buClrTx/>
              <a:buSzTx/>
              <a:buFont typeface="Wingdings 2" pitchFamily="18" charset="2"/>
              <a:buNone/>
              <a:tabLst/>
              <a:defRPr/>
            </a:pPr>
            <a:r>
              <a:rPr kumimoji="0" lang="pt-BR" sz="1400" b="1" i="0" u="none" strike="noStrike" kern="1200" cap="none" spc="0" normalizeH="0" baseline="0" noProof="0">
                <a:ln>
                  <a:noFill/>
                </a:ln>
                <a:solidFill>
                  <a:srgbClr val="FFFFFF"/>
                </a:solidFill>
                <a:effectLst/>
                <a:uLnTx/>
                <a:uFillTx/>
                <a:latin typeface="Arial"/>
                <a:ea typeface="+mn-ea"/>
                <a:cs typeface="+mn-cs"/>
              </a:rPr>
              <a:t>Semestre 2</a:t>
            </a:r>
          </a:p>
        </p:txBody>
      </p:sp>
      <p:sp>
        <p:nvSpPr>
          <p:cNvPr id="36" name="Rectangle 35">
            <a:extLst>
              <a:ext uri="{FF2B5EF4-FFF2-40B4-BE49-F238E27FC236}">
                <a16:creationId xmlns:a16="http://schemas.microsoft.com/office/drawing/2014/main" id="{16AFAC46-1795-9F33-8D5F-93160E1868CB}"/>
              </a:ext>
            </a:extLst>
          </p:cNvPr>
          <p:cNvSpPr/>
          <p:nvPr/>
        </p:nvSpPr>
        <p:spPr bwMode="gray">
          <a:xfrm>
            <a:off x="3470334" y="1895738"/>
            <a:ext cx="633203" cy="383216"/>
          </a:xfrm>
          <a:prstGeom prst="rect">
            <a:avLst/>
          </a:prstGeom>
          <a:solidFill>
            <a:schemeClr val="accent3"/>
          </a:solidFill>
          <a:ln w="3175" algn="ctr">
            <a:noFill/>
            <a:miter lim="800000"/>
            <a:headEnd/>
            <a:tailEnd/>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 typeface="Wingdings 2" pitchFamily="18" charset="2"/>
              <a:buNone/>
              <a:tabLst/>
              <a:defRPr/>
            </a:pPr>
            <a:r>
              <a:rPr kumimoji="0" lang="pt-BR" sz="1000" b="0" i="0" u="none" strike="noStrike" kern="0" cap="none" spc="0" normalizeH="0" baseline="0" noProof="0">
                <a:ln>
                  <a:noFill/>
                </a:ln>
                <a:solidFill>
                  <a:prstClr val="white"/>
                </a:solidFill>
                <a:effectLst/>
                <a:uLnTx/>
                <a:uFillTx/>
                <a:latin typeface="Arial"/>
                <a:ea typeface="+mn-ea"/>
                <a:cs typeface="+mn-cs"/>
              </a:rPr>
              <a:t>Mês</a:t>
            </a:r>
          </a:p>
          <a:p>
            <a:pPr marL="0" marR="0" lvl="0" indent="0" algn="ctr" defTabSz="1219170" rtl="0" eaLnBrk="1" fontAlgn="auto" latinLnBrk="0" hangingPunct="1">
              <a:lnSpc>
                <a:spcPct val="100000"/>
              </a:lnSpc>
              <a:spcBef>
                <a:spcPts val="0"/>
              </a:spcBef>
              <a:spcAft>
                <a:spcPts val="0"/>
              </a:spcAft>
              <a:buClrTx/>
              <a:buSzTx/>
              <a:buFont typeface="Wingdings 2" pitchFamily="18" charset="2"/>
              <a:buNone/>
              <a:tabLst/>
              <a:defRPr/>
            </a:pPr>
            <a:r>
              <a:rPr kumimoji="0" lang="pt-BR" sz="1000" b="0" i="0" u="none" strike="noStrike" kern="0" cap="none" spc="0" normalizeH="0" baseline="0" noProof="0">
                <a:ln>
                  <a:noFill/>
                </a:ln>
                <a:solidFill>
                  <a:prstClr val="white"/>
                </a:solidFill>
                <a:effectLst/>
                <a:uLnTx/>
                <a:uFillTx/>
                <a:latin typeface="Arial"/>
                <a:ea typeface="+mn-ea"/>
                <a:cs typeface="+mn-cs"/>
              </a:rPr>
              <a:t>1</a:t>
            </a:r>
          </a:p>
        </p:txBody>
      </p:sp>
      <p:sp>
        <p:nvSpPr>
          <p:cNvPr id="37" name="Rectangle 36">
            <a:extLst>
              <a:ext uri="{FF2B5EF4-FFF2-40B4-BE49-F238E27FC236}">
                <a16:creationId xmlns:a16="http://schemas.microsoft.com/office/drawing/2014/main" id="{159688D4-35B6-B8DF-9850-BAAFFF8D9235}"/>
              </a:ext>
            </a:extLst>
          </p:cNvPr>
          <p:cNvSpPr/>
          <p:nvPr/>
        </p:nvSpPr>
        <p:spPr bwMode="gray">
          <a:xfrm>
            <a:off x="4165990" y="1895738"/>
            <a:ext cx="633203" cy="383216"/>
          </a:xfrm>
          <a:prstGeom prst="rect">
            <a:avLst/>
          </a:prstGeom>
          <a:solidFill>
            <a:schemeClr val="accent3"/>
          </a:solidFill>
          <a:ln w="3175"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1219170" rtl="0" eaLnBrk="1" fontAlgn="auto" latinLnBrk="0" hangingPunct="1">
              <a:lnSpc>
                <a:spcPct val="100000"/>
              </a:lnSpc>
              <a:spcBef>
                <a:spcPts val="0"/>
              </a:spcBef>
              <a:spcAft>
                <a:spcPts val="0"/>
              </a:spcAft>
              <a:buClrTx/>
              <a:buSzTx/>
              <a:buFont typeface="Wingdings 2" pitchFamily="18" charset="2"/>
              <a:buNone/>
              <a:tabLst/>
              <a:defRPr/>
            </a:pPr>
            <a:r>
              <a:rPr kumimoji="0" lang="pt-BR" sz="1000" b="0" i="0" u="none" strike="noStrike" kern="0" cap="none" spc="0" normalizeH="0" baseline="0" noProof="0">
                <a:ln>
                  <a:noFill/>
                </a:ln>
                <a:solidFill>
                  <a:prstClr val="white"/>
                </a:solidFill>
                <a:effectLst/>
                <a:uLnTx/>
                <a:uFillTx/>
                <a:latin typeface="Arial"/>
                <a:ea typeface="+mn-ea"/>
                <a:cs typeface="+mn-cs"/>
              </a:rPr>
              <a:t>Mês</a:t>
            </a:r>
          </a:p>
          <a:p>
            <a:pPr marL="0" marR="0" lvl="0" indent="0" algn="ctr" defTabSz="1219170" rtl="0" eaLnBrk="1" fontAlgn="auto" latinLnBrk="0" hangingPunct="1">
              <a:lnSpc>
                <a:spcPct val="100000"/>
              </a:lnSpc>
              <a:spcBef>
                <a:spcPts val="0"/>
              </a:spcBef>
              <a:spcAft>
                <a:spcPts val="0"/>
              </a:spcAft>
              <a:buClrTx/>
              <a:buSzTx/>
              <a:buFont typeface="Wingdings 2" pitchFamily="18" charset="2"/>
              <a:buNone/>
              <a:tabLst/>
              <a:defRPr/>
            </a:pPr>
            <a:r>
              <a:rPr kumimoji="0" lang="pt-BR" sz="1000" b="0" i="0" u="none" strike="noStrike" kern="0" cap="none" spc="0" normalizeH="0" baseline="0" noProof="0">
                <a:ln>
                  <a:noFill/>
                </a:ln>
                <a:solidFill>
                  <a:prstClr val="white"/>
                </a:solidFill>
                <a:effectLst/>
                <a:uLnTx/>
                <a:uFillTx/>
                <a:latin typeface="Arial"/>
                <a:ea typeface="+mn-ea"/>
                <a:cs typeface="+mn-cs"/>
              </a:rPr>
              <a:t>2</a:t>
            </a:r>
          </a:p>
        </p:txBody>
      </p:sp>
      <p:sp>
        <p:nvSpPr>
          <p:cNvPr id="38" name="Rectangle 37">
            <a:extLst>
              <a:ext uri="{FF2B5EF4-FFF2-40B4-BE49-F238E27FC236}">
                <a16:creationId xmlns:a16="http://schemas.microsoft.com/office/drawing/2014/main" id="{50A9AE19-883F-18C0-B6A6-748A88641E93}"/>
              </a:ext>
            </a:extLst>
          </p:cNvPr>
          <p:cNvSpPr/>
          <p:nvPr/>
        </p:nvSpPr>
        <p:spPr bwMode="gray">
          <a:xfrm>
            <a:off x="4861646" y="1895738"/>
            <a:ext cx="633203" cy="383216"/>
          </a:xfrm>
          <a:prstGeom prst="rect">
            <a:avLst/>
          </a:prstGeom>
          <a:solidFill>
            <a:schemeClr val="accent3"/>
          </a:solidFill>
          <a:ln w="3175"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1219170" rtl="0" eaLnBrk="1" fontAlgn="auto" latinLnBrk="0" hangingPunct="1">
              <a:lnSpc>
                <a:spcPct val="100000"/>
              </a:lnSpc>
              <a:spcBef>
                <a:spcPts val="0"/>
              </a:spcBef>
              <a:spcAft>
                <a:spcPts val="0"/>
              </a:spcAft>
              <a:buClrTx/>
              <a:buSzTx/>
              <a:buFont typeface="Wingdings 2" pitchFamily="18" charset="2"/>
              <a:buNone/>
              <a:tabLst/>
              <a:defRPr/>
            </a:pPr>
            <a:r>
              <a:rPr kumimoji="0" lang="pt-BR" sz="1000" b="0" i="0" u="none" strike="noStrike" kern="0" cap="none" spc="0" normalizeH="0" baseline="0" noProof="0">
                <a:ln>
                  <a:noFill/>
                </a:ln>
                <a:solidFill>
                  <a:prstClr val="white"/>
                </a:solidFill>
                <a:effectLst/>
                <a:uLnTx/>
                <a:uFillTx/>
                <a:latin typeface="Arial"/>
                <a:ea typeface="+mn-ea"/>
                <a:cs typeface="+mn-cs"/>
              </a:rPr>
              <a:t>Mês</a:t>
            </a:r>
          </a:p>
          <a:p>
            <a:pPr marL="0" marR="0" lvl="0" indent="0" algn="ctr" defTabSz="1219170" rtl="0" eaLnBrk="1" fontAlgn="auto" latinLnBrk="0" hangingPunct="1">
              <a:lnSpc>
                <a:spcPct val="100000"/>
              </a:lnSpc>
              <a:spcBef>
                <a:spcPts val="0"/>
              </a:spcBef>
              <a:spcAft>
                <a:spcPts val="0"/>
              </a:spcAft>
              <a:buClrTx/>
              <a:buSzTx/>
              <a:buFont typeface="Wingdings 2" pitchFamily="18" charset="2"/>
              <a:buNone/>
              <a:tabLst/>
              <a:defRPr/>
            </a:pPr>
            <a:r>
              <a:rPr kumimoji="0" lang="pt-BR" sz="1000" b="0" i="0" u="none" strike="noStrike" kern="0" cap="none" spc="0" normalizeH="0" baseline="0" noProof="0">
                <a:ln>
                  <a:noFill/>
                </a:ln>
                <a:solidFill>
                  <a:prstClr val="white"/>
                </a:solidFill>
                <a:effectLst/>
                <a:uLnTx/>
                <a:uFillTx/>
                <a:latin typeface="Arial"/>
                <a:ea typeface="+mn-ea"/>
                <a:cs typeface="+mn-cs"/>
              </a:rPr>
              <a:t>3</a:t>
            </a:r>
          </a:p>
        </p:txBody>
      </p:sp>
      <p:sp>
        <p:nvSpPr>
          <p:cNvPr id="39" name="Rectangle 38">
            <a:extLst>
              <a:ext uri="{FF2B5EF4-FFF2-40B4-BE49-F238E27FC236}">
                <a16:creationId xmlns:a16="http://schemas.microsoft.com/office/drawing/2014/main" id="{8116D74F-6D7C-5801-D8C6-B2AF3B073935}"/>
              </a:ext>
            </a:extLst>
          </p:cNvPr>
          <p:cNvSpPr/>
          <p:nvPr/>
        </p:nvSpPr>
        <p:spPr bwMode="gray">
          <a:xfrm>
            <a:off x="5557302" y="1895738"/>
            <a:ext cx="633203" cy="383216"/>
          </a:xfrm>
          <a:prstGeom prst="rect">
            <a:avLst/>
          </a:prstGeom>
          <a:solidFill>
            <a:schemeClr val="accent3"/>
          </a:solidFill>
          <a:ln w="3175"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1219170" rtl="0" eaLnBrk="1" fontAlgn="auto" latinLnBrk="0" hangingPunct="1">
              <a:lnSpc>
                <a:spcPct val="100000"/>
              </a:lnSpc>
              <a:spcBef>
                <a:spcPts val="0"/>
              </a:spcBef>
              <a:spcAft>
                <a:spcPts val="0"/>
              </a:spcAft>
              <a:buClrTx/>
              <a:buSzTx/>
              <a:buFont typeface="Wingdings 2" pitchFamily="18" charset="2"/>
              <a:buNone/>
              <a:tabLst/>
              <a:defRPr/>
            </a:pPr>
            <a:r>
              <a:rPr kumimoji="0" lang="pt-BR" sz="1000" b="0" i="0" u="none" strike="noStrike" kern="0" cap="none" spc="0" normalizeH="0" baseline="0" noProof="0">
                <a:ln>
                  <a:noFill/>
                </a:ln>
                <a:solidFill>
                  <a:prstClr val="white"/>
                </a:solidFill>
                <a:effectLst/>
                <a:uLnTx/>
                <a:uFillTx/>
                <a:latin typeface="Arial"/>
                <a:ea typeface="+mn-ea"/>
                <a:cs typeface="+mn-cs"/>
              </a:rPr>
              <a:t>Mês</a:t>
            </a:r>
          </a:p>
          <a:p>
            <a:pPr marL="0" marR="0" lvl="0" indent="0" algn="ctr" defTabSz="1219170" rtl="0" eaLnBrk="1" fontAlgn="auto" latinLnBrk="0" hangingPunct="1">
              <a:lnSpc>
                <a:spcPct val="100000"/>
              </a:lnSpc>
              <a:spcBef>
                <a:spcPts val="0"/>
              </a:spcBef>
              <a:spcAft>
                <a:spcPts val="0"/>
              </a:spcAft>
              <a:buClrTx/>
              <a:buSzTx/>
              <a:buFont typeface="Wingdings 2" pitchFamily="18" charset="2"/>
              <a:buNone/>
              <a:tabLst/>
              <a:defRPr/>
            </a:pPr>
            <a:r>
              <a:rPr kumimoji="0" lang="pt-BR" sz="1000" b="0" i="0" u="none" strike="noStrike" kern="0" cap="none" spc="0" normalizeH="0" baseline="0" noProof="0">
                <a:ln>
                  <a:noFill/>
                </a:ln>
                <a:solidFill>
                  <a:prstClr val="white"/>
                </a:solidFill>
                <a:effectLst/>
                <a:uLnTx/>
                <a:uFillTx/>
                <a:latin typeface="Arial"/>
                <a:ea typeface="+mn-ea"/>
                <a:cs typeface="+mn-cs"/>
              </a:rPr>
              <a:t>4</a:t>
            </a:r>
          </a:p>
        </p:txBody>
      </p:sp>
      <p:sp>
        <p:nvSpPr>
          <p:cNvPr id="40" name="Rectangle 39">
            <a:extLst>
              <a:ext uri="{FF2B5EF4-FFF2-40B4-BE49-F238E27FC236}">
                <a16:creationId xmlns:a16="http://schemas.microsoft.com/office/drawing/2014/main" id="{FF60A6FC-37DA-EF15-8639-F97C3A9FF245}"/>
              </a:ext>
            </a:extLst>
          </p:cNvPr>
          <p:cNvSpPr/>
          <p:nvPr/>
        </p:nvSpPr>
        <p:spPr bwMode="gray">
          <a:xfrm>
            <a:off x="6252958" y="1895738"/>
            <a:ext cx="633203" cy="383216"/>
          </a:xfrm>
          <a:prstGeom prst="rect">
            <a:avLst/>
          </a:prstGeom>
          <a:solidFill>
            <a:schemeClr val="accent3"/>
          </a:solidFill>
          <a:ln w="3175"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1219170" rtl="0" eaLnBrk="1" fontAlgn="auto" latinLnBrk="0" hangingPunct="1">
              <a:lnSpc>
                <a:spcPct val="100000"/>
              </a:lnSpc>
              <a:spcBef>
                <a:spcPts val="0"/>
              </a:spcBef>
              <a:spcAft>
                <a:spcPts val="0"/>
              </a:spcAft>
              <a:buClrTx/>
              <a:buSzTx/>
              <a:buFont typeface="Wingdings 2" pitchFamily="18" charset="2"/>
              <a:buNone/>
              <a:tabLst/>
              <a:defRPr/>
            </a:pPr>
            <a:r>
              <a:rPr kumimoji="0" lang="pt-BR" sz="1000" b="0" i="0" u="none" strike="noStrike" kern="0" cap="none" spc="0" normalizeH="0" baseline="0" noProof="0">
                <a:ln>
                  <a:noFill/>
                </a:ln>
                <a:solidFill>
                  <a:prstClr val="white"/>
                </a:solidFill>
                <a:effectLst/>
                <a:uLnTx/>
                <a:uFillTx/>
                <a:latin typeface="Arial"/>
                <a:ea typeface="+mn-ea"/>
                <a:cs typeface="+mn-cs"/>
              </a:rPr>
              <a:t>Mês</a:t>
            </a:r>
          </a:p>
          <a:p>
            <a:pPr marL="0" marR="0" lvl="0" indent="0" algn="ctr" defTabSz="1219170" rtl="0" eaLnBrk="1" fontAlgn="auto" latinLnBrk="0" hangingPunct="1">
              <a:lnSpc>
                <a:spcPct val="100000"/>
              </a:lnSpc>
              <a:spcBef>
                <a:spcPts val="0"/>
              </a:spcBef>
              <a:spcAft>
                <a:spcPts val="0"/>
              </a:spcAft>
              <a:buClrTx/>
              <a:buSzTx/>
              <a:buFont typeface="Wingdings 2" pitchFamily="18" charset="2"/>
              <a:buNone/>
              <a:tabLst/>
              <a:defRPr/>
            </a:pPr>
            <a:r>
              <a:rPr kumimoji="0" lang="pt-BR" sz="1000" b="0" i="0" u="none" strike="noStrike" kern="0" cap="none" spc="0" normalizeH="0" baseline="0" noProof="0">
                <a:ln>
                  <a:noFill/>
                </a:ln>
                <a:solidFill>
                  <a:prstClr val="white"/>
                </a:solidFill>
                <a:effectLst/>
                <a:uLnTx/>
                <a:uFillTx/>
                <a:latin typeface="Arial"/>
                <a:ea typeface="+mn-ea"/>
                <a:cs typeface="+mn-cs"/>
              </a:rPr>
              <a:t>5</a:t>
            </a:r>
          </a:p>
        </p:txBody>
      </p:sp>
      <p:sp>
        <p:nvSpPr>
          <p:cNvPr id="41" name="Rectangle 40">
            <a:extLst>
              <a:ext uri="{FF2B5EF4-FFF2-40B4-BE49-F238E27FC236}">
                <a16:creationId xmlns:a16="http://schemas.microsoft.com/office/drawing/2014/main" id="{CBCFB3BC-A758-0A75-C3FE-47C155D03A71}"/>
              </a:ext>
            </a:extLst>
          </p:cNvPr>
          <p:cNvSpPr/>
          <p:nvPr/>
        </p:nvSpPr>
        <p:spPr bwMode="gray">
          <a:xfrm>
            <a:off x="6948614" y="1895738"/>
            <a:ext cx="633203" cy="383216"/>
          </a:xfrm>
          <a:prstGeom prst="rect">
            <a:avLst/>
          </a:prstGeom>
          <a:solidFill>
            <a:schemeClr val="accent3"/>
          </a:solidFill>
          <a:ln w="3175"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1219170" rtl="0" eaLnBrk="1" fontAlgn="auto" latinLnBrk="0" hangingPunct="1">
              <a:lnSpc>
                <a:spcPct val="100000"/>
              </a:lnSpc>
              <a:spcBef>
                <a:spcPts val="0"/>
              </a:spcBef>
              <a:spcAft>
                <a:spcPts val="0"/>
              </a:spcAft>
              <a:buClrTx/>
              <a:buSzTx/>
              <a:buFont typeface="Wingdings 2" pitchFamily="18" charset="2"/>
              <a:buNone/>
              <a:tabLst/>
              <a:defRPr/>
            </a:pPr>
            <a:r>
              <a:rPr kumimoji="0" lang="pt-BR" sz="1000" b="0" i="0" u="none" strike="noStrike" kern="0" cap="none" spc="0" normalizeH="0" baseline="0" noProof="0">
                <a:ln>
                  <a:noFill/>
                </a:ln>
                <a:solidFill>
                  <a:prstClr val="white"/>
                </a:solidFill>
                <a:effectLst/>
                <a:uLnTx/>
                <a:uFillTx/>
                <a:latin typeface="Arial"/>
                <a:ea typeface="+mn-ea"/>
                <a:cs typeface="+mn-cs"/>
              </a:rPr>
              <a:t>Mês</a:t>
            </a:r>
          </a:p>
          <a:p>
            <a:pPr marL="0" marR="0" lvl="0" indent="0" algn="ctr" defTabSz="1219170" rtl="0" eaLnBrk="1" fontAlgn="auto" latinLnBrk="0" hangingPunct="1">
              <a:lnSpc>
                <a:spcPct val="100000"/>
              </a:lnSpc>
              <a:spcBef>
                <a:spcPts val="0"/>
              </a:spcBef>
              <a:spcAft>
                <a:spcPts val="0"/>
              </a:spcAft>
              <a:buClrTx/>
              <a:buSzTx/>
              <a:buFont typeface="Wingdings 2" pitchFamily="18" charset="2"/>
              <a:buNone/>
              <a:tabLst/>
              <a:defRPr/>
            </a:pPr>
            <a:r>
              <a:rPr kumimoji="0" lang="pt-BR" sz="1000" b="0" i="0" u="none" strike="noStrike" kern="0" cap="none" spc="0" normalizeH="0" baseline="0" noProof="0">
                <a:ln>
                  <a:noFill/>
                </a:ln>
                <a:solidFill>
                  <a:prstClr val="white"/>
                </a:solidFill>
                <a:effectLst/>
                <a:uLnTx/>
                <a:uFillTx/>
                <a:latin typeface="Arial"/>
                <a:ea typeface="+mn-ea"/>
                <a:cs typeface="+mn-cs"/>
              </a:rPr>
              <a:t>6</a:t>
            </a:r>
          </a:p>
        </p:txBody>
      </p:sp>
      <p:sp>
        <p:nvSpPr>
          <p:cNvPr id="42" name="Rectangle 41">
            <a:extLst>
              <a:ext uri="{FF2B5EF4-FFF2-40B4-BE49-F238E27FC236}">
                <a16:creationId xmlns:a16="http://schemas.microsoft.com/office/drawing/2014/main" id="{D9553AF7-FC10-E2D5-DB00-91FE03A57B50}"/>
              </a:ext>
            </a:extLst>
          </p:cNvPr>
          <p:cNvSpPr/>
          <p:nvPr/>
        </p:nvSpPr>
        <p:spPr bwMode="gray">
          <a:xfrm>
            <a:off x="7644270" y="1895738"/>
            <a:ext cx="633203" cy="383216"/>
          </a:xfrm>
          <a:prstGeom prst="rect">
            <a:avLst/>
          </a:prstGeom>
          <a:solidFill>
            <a:schemeClr val="accent3"/>
          </a:solidFill>
          <a:ln w="3175"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1219170" rtl="0" eaLnBrk="1" fontAlgn="auto" latinLnBrk="0" hangingPunct="1">
              <a:lnSpc>
                <a:spcPct val="100000"/>
              </a:lnSpc>
              <a:spcBef>
                <a:spcPts val="0"/>
              </a:spcBef>
              <a:spcAft>
                <a:spcPts val="0"/>
              </a:spcAft>
              <a:buClrTx/>
              <a:buSzTx/>
              <a:buFont typeface="Wingdings 2" pitchFamily="18" charset="2"/>
              <a:buNone/>
              <a:tabLst/>
              <a:defRPr/>
            </a:pPr>
            <a:r>
              <a:rPr kumimoji="0" lang="pt-BR" sz="1000" b="0" i="0" u="none" strike="noStrike" kern="0" cap="none" spc="0" normalizeH="0" baseline="0" noProof="0">
                <a:ln>
                  <a:noFill/>
                </a:ln>
                <a:solidFill>
                  <a:prstClr val="white"/>
                </a:solidFill>
                <a:effectLst/>
                <a:uLnTx/>
                <a:uFillTx/>
                <a:latin typeface="Arial"/>
                <a:ea typeface="+mn-ea"/>
                <a:cs typeface="+mn-cs"/>
              </a:rPr>
              <a:t>Mês</a:t>
            </a:r>
          </a:p>
          <a:p>
            <a:pPr marL="0" marR="0" lvl="0" indent="0" algn="ctr" defTabSz="1219170" rtl="0" eaLnBrk="1" fontAlgn="auto" latinLnBrk="0" hangingPunct="1">
              <a:lnSpc>
                <a:spcPct val="100000"/>
              </a:lnSpc>
              <a:spcBef>
                <a:spcPts val="0"/>
              </a:spcBef>
              <a:spcAft>
                <a:spcPts val="0"/>
              </a:spcAft>
              <a:buClrTx/>
              <a:buSzTx/>
              <a:buFont typeface="Wingdings 2" pitchFamily="18" charset="2"/>
              <a:buNone/>
              <a:tabLst/>
              <a:defRPr/>
            </a:pPr>
            <a:r>
              <a:rPr kumimoji="0" lang="pt-BR" sz="1000" b="0" i="0" u="none" strike="noStrike" kern="0" cap="none" spc="0" normalizeH="0" baseline="0" noProof="0">
                <a:ln>
                  <a:noFill/>
                </a:ln>
                <a:solidFill>
                  <a:prstClr val="white"/>
                </a:solidFill>
                <a:effectLst/>
                <a:uLnTx/>
                <a:uFillTx/>
                <a:latin typeface="Arial"/>
                <a:ea typeface="+mn-ea"/>
                <a:cs typeface="+mn-cs"/>
              </a:rPr>
              <a:t>7</a:t>
            </a:r>
          </a:p>
        </p:txBody>
      </p:sp>
      <p:sp>
        <p:nvSpPr>
          <p:cNvPr id="43" name="Rectangle 42">
            <a:extLst>
              <a:ext uri="{FF2B5EF4-FFF2-40B4-BE49-F238E27FC236}">
                <a16:creationId xmlns:a16="http://schemas.microsoft.com/office/drawing/2014/main" id="{5D7E7FA0-58AE-6376-D0F9-A0A9BBE9FE20}"/>
              </a:ext>
            </a:extLst>
          </p:cNvPr>
          <p:cNvSpPr/>
          <p:nvPr/>
        </p:nvSpPr>
        <p:spPr bwMode="gray">
          <a:xfrm>
            <a:off x="8339926" y="1895738"/>
            <a:ext cx="633203" cy="383216"/>
          </a:xfrm>
          <a:prstGeom prst="rect">
            <a:avLst/>
          </a:prstGeom>
          <a:solidFill>
            <a:schemeClr val="accent3"/>
          </a:solidFill>
          <a:ln w="3175"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1219170" rtl="0" eaLnBrk="1" fontAlgn="auto" latinLnBrk="0" hangingPunct="1">
              <a:lnSpc>
                <a:spcPct val="100000"/>
              </a:lnSpc>
              <a:spcBef>
                <a:spcPts val="0"/>
              </a:spcBef>
              <a:spcAft>
                <a:spcPts val="0"/>
              </a:spcAft>
              <a:buClrTx/>
              <a:buSzTx/>
              <a:buFont typeface="Wingdings 2" pitchFamily="18" charset="2"/>
              <a:buNone/>
              <a:tabLst/>
              <a:defRPr/>
            </a:pPr>
            <a:r>
              <a:rPr kumimoji="0" lang="pt-BR" sz="1000" b="0" i="0" u="none" strike="noStrike" kern="0" cap="none" spc="0" normalizeH="0" baseline="0" noProof="0">
                <a:ln>
                  <a:noFill/>
                </a:ln>
                <a:solidFill>
                  <a:prstClr val="white"/>
                </a:solidFill>
                <a:effectLst/>
                <a:uLnTx/>
                <a:uFillTx/>
                <a:latin typeface="Arial"/>
                <a:ea typeface="+mn-ea"/>
                <a:cs typeface="+mn-cs"/>
              </a:rPr>
              <a:t>Mês</a:t>
            </a:r>
          </a:p>
          <a:p>
            <a:pPr marL="0" marR="0" lvl="0" indent="0" algn="ctr" defTabSz="1219170" rtl="0" eaLnBrk="1" fontAlgn="auto" latinLnBrk="0" hangingPunct="1">
              <a:lnSpc>
                <a:spcPct val="100000"/>
              </a:lnSpc>
              <a:spcBef>
                <a:spcPts val="0"/>
              </a:spcBef>
              <a:spcAft>
                <a:spcPts val="0"/>
              </a:spcAft>
              <a:buClrTx/>
              <a:buSzTx/>
              <a:buFont typeface="Wingdings 2" pitchFamily="18" charset="2"/>
              <a:buNone/>
              <a:tabLst/>
              <a:defRPr/>
            </a:pPr>
            <a:r>
              <a:rPr kumimoji="0" lang="pt-BR" sz="1000" b="0" i="0" u="none" strike="noStrike" kern="0" cap="none" spc="0" normalizeH="0" baseline="0" noProof="0">
                <a:ln>
                  <a:noFill/>
                </a:ln>
                <a:solidFill>
                  <a:prstClr val="white"/>
                </a:solidFill>
                <a:effectLst/>
                <a:uLnTx/>
                <a:uFillTx/>
                <a:latin typeface="Arial"/>
                <a:ea typeface="+mn-ea"/>
                <a:cs typeface="+mn-cs"/>
              </a:rPr>
              <a:t>8</a:t>
            </a:r>
          </a:p>
        </p:txBody>
      </p:sp>
      <p:sp>
        <p:nvSpPr>
          <p:cNvPr id="44" name="Rectangle 43">
            <a:extLst>
              <a:ext uri="{FF2B5EF4-FFF2-40B4-BE49-F238E27FC236}">
                <a16:creationId xmlns:a16="http://schemas.microsoft.com/office/drawing/2014/main" id="{544F962C-1E94-E101-315F-3895A85AACD5}"/>
              </a:ext>
            </a:extLst>
          </p:cNvPr>
          <p:cNvSpPr/>
          <p:nvPr/>
        </p:nvSpPr>
        <p:spPr bwMode="gray">
          <a:xfrm>
            <a:off x="9035582" y="1895738"/>
            <a:ext cx="633203" cy="383216"/>
          </a:xfrm>
          <a:prstGeom prst="rect">
            <a:avLst/>
          </a:prstGeom>
          <a:solidFill>
            <a:schemeClr val="accent3"/>
          </a:solidFill>
          <a:ln w="3175"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1219170" rtl="0" eaLnBrk="1" fontAlgn="auto" latinLnBrk="0" hangingPunct="1">
              <a:lnSpc>
                <a:spcPct val="100000"/>
              </a:lnSpc>
              <a:spcBef>
                <a:spcPts val="0"/>
              </a:spcBef>
              <a:spcAft>
                <a:spcPts val="0"/>
              </a:spcAft>
              <a:buClrTx/>
              <a:buSzTx/>
              <a:buFont typeface="Wingdings 2" pitchFamily="18" charset="2"/>
              <a:buNone/>
              <a:tabLst/>
              <a:defRPr/>
            </a:pPr>
            <a:r>
              <a:rPr kumimoji="0" lang="pt-BR" sz="1000" b="0" i="0" u="none" strike="noStrike" kern="0" cap="none" spc="0" normalizeH="0" baseline="0" noProof="0">
                <a:ln>
                  <a:noFill/>
                </a:ln>
                <a:solidFill>
                  <a:prstClr val="white"/>
                </a:solidFill>
                <a:effectLst/>
                <a:uLnTx/>
                <a:uFillTx/>
                <a:latin typeface="Arial"/>
                <a:ea typeface="+mn-ea"/>
                <a:cs typeface="+mn-cs"/>
              </a:rPr>
              <a:t>Mês</a:t>
            </a:r>
          </a:p>
          <a:p>
            <a:pPr marL="0" marR="0" lvl="0" indent="0" algn="ctr" defTabSz="1219170" rtl="0" eaLnBrk="1" fontAlgn="auto" latinLnBrk="0" hangingPunct="1">
              <a:lnSpc>
                <a:spcPct val="100000"/>
              </a:lnSpc>
              <a:spcBef>
                <a:spcPts val="0"/>
              </a:spcBef>
              <a:spcAft>
                <a:spcPts val="0"/>
              </a:spcAft>
              <a:buClrTx/>
              <a:buSzTx/>
              <a:buFont typeface="Wingdings 2" pitchFamily="18" charset="2"/>
              <a:buNone/>
              <a:tabLst/>
              <a:defRPr/>
            </a:pPr>
            <a:r>
              <a:rPr kumimoji="0" lang="pt-BR" sz="1000" b="0" i="0" u="none" strike="noStrike" kern="0" cap="none" spc="0" normalizeH="0" baseline="0" noProof="0">
                <a:ln>
                  <a:noFill/>
                </a:ln>
                <a:solidFill>
                  <a:prstClr val="white"/>
                </a:solidFill>
                <a:effectLst/>
                <a:uLnTx/>
                <a:uFillTx/>
                <a:latin typeface="Arial"/>
                <a:ea typeface="+mn-ea"/>
                <a:cs typeface="+mn-cs"/>
              </a:rPr>
              <a:t>9</a:t>
            </a:r>
          </a:p>
        </p:txBody>
      </p:sp>
      <p:sp>
        <p:nvSpPr>
          <p:cNvPr id="45" name="Rectangle 44">
            <a:extLst>
              <a:ext uri="{FF2B5EF4-FFF2-40B4-BE49-F238E27FC236}">
                <a16:creationId xmlns:a16="http://schemas.microsoft.com/office/drawing/2014/main" id="{112494F2-0CF7-E3E4-F6DD-033DE6E70A93}"/>
              </a:ext>
            </a:extLst>
          </p:cNvPr>
          <p:cNvSpPr/>
          <p:nvPr/>
        </p:nvSpPr>
        <p:spPr bwMode="gray">
          <a:xfrm>
            <a:off x="9731238" y="1895738"/>
            <a:ext cx="633203" cy="383216"/>
          </a:xfrm>
          <a:prstGeom prst="rect">
            <a:avLst/>
          </a:prstGeom>
          <a:solidFill>
            <a:schemeClr val="accent3"/>
          </a:solidFill>
          <a:ln w="3175"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1219170" rtl="0" eaLnBrk="1" fontAlgn="auto" latinLnBrk="0" hangingPunct="1">
              <a:lnSpc>
                <a:spcPct val="100000"/>
              </a:lnSpc>
              <a:spcBef>
                <a:spcPts val="0"/>
              </a:spcBef>
              <a:spcAft>
                <a:spcPts val="0"/>
              </a:spcAft>
              <a:buClrTx/>
              <a:buSzTx/>
              <a:buFont typeface="Wingdings 2" pitchFamily="18" charset="2"/>
              <a:buNone/>
              <a:tabLst/>
              <a:defRPr/>
            </a:pPr>
            <a:r>
              <a:rPr kumimoji="0" lang="pt-BR" sz="1000" b="0" i="0" u="none" strike="noStrike" kern="0" cap="none" spc="0" normalizeH="0" baseline="0" noProof="0">
                <a:ln>
                  <a:noFill/>
                </a:ln>
                <a:solidFill>
                  <a:prstClr val="white"/>
                </a:solidFill>
                <a:effectLst/>
                <a:uLnTx/>
                <a:uFillTx/>
                <a:latin typeface="Arial"/>
                <a:ea typeface="+mn-ea"/>
                <a:cs typeface="+mn-cs"/>
              </a:rPr>
              <a:t>Mês</a:t>
            </a:r>
          </a:p>
          <a:p>
            <a:pPr marL="0" marR="0" lvl="0" indent="0" algn="ctr" defTabSz="1219170" rtl="0" eaLnBrk="1" fontAlgn="auto" latinLnBrk="0" hangingPunct="1">
              <a:lnSpc>
                <a:spcPct val="100000"/>
              </a:lnSpc>
              <a:spcBef>
                <a:spcPts val="0"/>
              </a:spcBef>
              <a:spcAft>
                <a:spcPts val="0"/>
              </a:spcAft>
              <a:buClrTx/>
              <a:buSzTx/>
              <a:buFont typeface="Wingdings 2" pitchFamily="18" charset="2"/>
              <a:buNone/>
              <a:tabLst/>
              <a:defRPr/>
            </a:pPr>
            <a:r>
              <a:rPr kumimoji="0" lang="pt-BR" sz="1000" b="0" i="0" u="none" strike="noStrike" kern="0" cap="none" spc="0" normalizeH="0" baseline="0" noProof="0">
                <a:ln>
                  <a:noFill/>
                </a:ln>
                <a:solidFill>
                  <a:prstClr val="white"/>
                </a:solidFill>
                <a:effectLst/>
                <a:uLnTx/>
                <a:uFillTx/>
                <a:latin typeface="Arial"/>
                <a:ea typeface="+mn-ea"/>
                <a:cs typeface="+mn-cs"/>
              </a:rPr>
              <a:t>10</a:t>
            </a:r>
          </a:p>
        </p:txBody>
      </p:sp>
      <p:sp>
        <p:nvSpPr>
          <p:cNvPr id="46" name="Rectangle 45">
            <a:extLst>
              <a:ext uri="{FF2B5EF4-FFF2-40B4-BE49-F238E27FC236}">
                <a16:creationId xmlns:a16="http://schemas.microsoft.com/office/drawing/2014/main" id="{B3FDCBBA-E811-9C16-99AB-F87C28B7071C}"/>
              </a:ext>
            </a:extLst>
          </p:cNvPr>
          <p:cNvSpPr/>
          <p:nvPr/>
        </p:nvSpPr>
        <p:spPr bwMode="gray">
          <a:xfrm>
            <a:off x="10426894" y="1895738"/>
            <a:ext cx="633203" cy="383216"/>
          </a:xfrm>
          <a:prstGeom prst="rect">
            <a:avLst/>
          </a:prstGeom>
          <a:solidFill>
            <a:schemeClr val="accent3"/>
          </a:solidFill>
          <a:ln w="3175"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1219170" rtl="0" eaLnBrk="1" fontAlgn="auto" latinLnBrk="0" hangingPunct="1">
              <a:lnSpc>
                <a:spcPct val="100000"/>
              </a:lnSpc>
              <a:spcBef>
                <a:spcPts val="0"/>
              </a:spcBef>
              <a:spcAft>
                <a:spcPts val="0"/>
              </a:spcAft>
              <a:buClrTx/>
              <a:buSzTx/>
              <a:buFont typeface="Wingdings 2" pitchFamily="18" charset="2"/>
              <a:buNone/>
              <a:tabLst/>
              <a:defRPr/>
            </a:pPr>
            <a:r>
              <a:rPr kumimoji="0" lang="pt-BR" sz="1000" b="0" i="0" u="none" strike="noStrike" kern="0" cap="none" spc="0" normalizeH="0" baseline="0" noProof="0">
                <a:ln>
                  <a:noFill/>
                </a:ln>
                <a:solidFill>
                  <a:prstClr val="white"/>
                </a:solidFill>
                <a:effectLst/>
                <a:uLnTx/>
                <a:uFillTx/>
                <a:latin typeface="Arial"/>
                <a:ea typeface="+mn-ea"/>
                <a:cs typeface="+mn-cs"/>
              </a:rPr>
              <a:t>Mês</a:t>
            </a:r>
          </a:p>
          <a:p>
            <a:pPr marL="0" marR="0" lvl="0" indent="0" algn="ctr" defTabSz="1219170" rtl="0" eaLnBrk="1" fontAlgn="auto" latinLnBrk="0" hangingPunct="1">
              <a:lnSpc>
                <a:spcPct val="100000"/>
              </a:lnSpc>
              <a:spcBef>
                <a:spcPts val="0"/>
              </a:spcBef>
              <a:spcAft>
                <a:spcPts val="0"/>
              </a:spcAft>
              <a:buClrTx/>
              <a:buSzTx/>
              <a:buFont typeface="Wingdings 2" pitchFamily="18" charset="2"/>
              <a:buNone/>
              <a:tabLst/>
              <a:defRPr/>
            </a:pPr>
            <a:r>
              <a:rPr kumimoji="0" lang="pt-BR" sz="1000" b="0" i="0" u="none" strike="noStrike" kern="0" cap="none" spc="0" normalizeH="0" baseline="0" noProof="0">
                <a:ln>
                  <a:noFill/>
                </a:ln>
                <a:solidFill>
                  <a:prstClr val="white"/>
                </a:solidFill>
                <a:effectLst/>
                <a:uLnTx/>
                <a:uFillTx/>
                <a:latin typeface="Arial"/>
                <a:ea typeface="+mn-ea"/>
                <a:cs typeface="+mn-cs"/>
              </a:rPr>
              <a:t>11</a:t>
            </a:r>
          </a:p>
        </p:txBody>
      </p:sp>
      <p:sp>
        <p:nvSpPr>
          <p:cNvPr id="47" name="Rectangle 46">
            <a:extLst>
              <a:ext uri="{FF2B5EF4-FFF2-40B4-BE49-F238E27FC236}">
                <a16:creationId xmlns:a16="http://schemas.microsoft.com/office/drawing/2014/main" id="{B7F63F40-5DC7-8E83-F831-CC1C8F74F53F}"/>
              </a:ext>
            </a:extLst>
          </p:cNvPr>
          <p:cNvSpPr/>
          <p:nvPr/>
        </p:nvSpPr>
        <p:spPr bwMode="gray">
          <a:xfrm>
            <a:off x="11122553" y="1895738"/>
            <a:ext cx="633203" cy="383216"/>
          </a:xfrm>
          <a:prstGeom prst="rect">
            <a:avLst/>
          </a:prstGeom>
          <a:solidFill>
            <a:schemeClr val="accent3"/>
          </a:solidFill>
          <a:ln w="3175"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1219170" rtl="0" eaLnBrk="1" fontAlgn="auto" latinLnBrk="0" hangingPunct="1">
              <a:lnSpc>
                <a:spcPct val="100000"/>
              </a:lnSpc>
              <a:spcBef>
                <a:spcPts val="0"/>
              </a:spcBef>
              <a:spcAft>
                <a:spcPts val="0"/>
              </a:spcAft>
              <a:buClrTx/>
              <a:buSzTx/>
              <a:buFont typeface="Wingdings 2" pitchFamily="18" charset="2"/>
              <a:buNone/>
              <a:tabLst/>
              <a:defRPr/>
            </a:pPr>
            <a:r>
              <a:rPr kumimoji="0" lang="pt-BR" sz="1000" b="0" i="0" u="none" strike="noStrike" kern="0" cap="none" spc="0" normalizeH="0" baseline="0" noProof="0">
                <a:ln>
                  <a:noFill/>
                </a:ln>
                <a:solidFill>
                  <a:prstClr val="white"/>
                </a:solidFill>
                <a:effectLst/>
                <a:uLnTx/>
                <a:uFillTx/>
                <a:latin typeface="Arial"/>
                <a:ea typeface="+mn-ea"/>
                <a:cs typeface="+mn-cs"/>
              </a:rPr>
              <a:t>Mês</a:t>
            </a:r>
          </a:p>
          <a:p>
            <a:pPr marL="0" marR="0" lvl="0" indent="0" algn="ctr" defTabSz="1219170" rtl="0" eaLnBrk="1" fontAlgn="auto" latinLnBrk="0" hangingPunct="1">
              <a:lnSpc>
                <a:spcPct val="100000"/>
              </a:lnSpc>
              <a:spcBef>
                <a:spcPts val="0"/>
              </a:spcBef>
              <a:spcAft>
                <a:spcPts val="0"/>
              </a:spcAft>
              <a:buClrTx/>
              <a:buSzTx/>
              <a:buFont typeface="Wingdings 2" pitchFamily="18" charset="2"/>
              <a:buNone/>
              <a:tabLst/>
              <a:defRPr/>
            </a:pPr>
            <a:r>
              <a:rPr kumimoji="0" lang="pt-BR" sz="1000" b="0" i="0" u="none" strike="noStrike" kern="0" cap="none" spc="0" normalizeH="0" baseline="0" noProof="0">
                <a:ln>
                  <a:noFill/>
                </a:ln>
                <a:solidFill>
                  <a:prstClr val="white"/>
                </a:solidFill>
                <a:effectLst/>
                <a:uLnTx/>
                <a:uFillTx/>
                <a:latin typeface="Arial"/>
                <a:ea typeface="+mn-ea"/>
                <a:cs typeface="+mn-cs"/>
              </a:rPr>
              <a:t>12</a:t>
            </a:r>
          </a:p>
        </p:txBody>
      </p:sp>
      <p:sp>
        <p:nvSpPr>
          <p:cNvPr id="48" name="Rectangle 47">
            <a:extLst>
              <a:ext uri="{FF2B5EF4-FFF2-40B4-BE49-F238E27FC236}">
                <a16:creationId xmlns:a16="http://schemas.microsoft.com/office/drawing/2014/main" id="{F63E0018-3C19-9825-7EAF-8A57647F7D2E}"/>
              </a:ext>
            </a:extLst>
          </p:cNvPr>
          <p:cNvSpPr/>
          <p:nvPr/>
        </p:nvSpPr>
        <p:spPr bwMode="gray">
          <a:xfrm>
            <a:off x="1612194" y="1967612"/>
            <a:ext cx="537005" cy="215444"/>
          </a:xfrm>
          <a:prstGeom prst="rect">
            <a:avLst/>
          </a:prstGeom>
          <a:solidFill>
            <a:srgbClr val="FFFFFF"/>
          </a:solidFill>
          <a:ln w="3175" algn="ctr">
            <a:noFill/>
            <a:miter lim="800000"/>
            <a:headEnd/>
            <a:tailEnd/>
          </a:ln>
        </p:spPr>
        <p:txBody>
          <a:bodyPr wrap="none" lIns="0" tIns="0" rIns="0" bIns="0" rtlCol="0" anchor="ctr">
            <a:spAutoFit/>
          </a:bodyPr>
          <a:lstStyle/>
          <a:p>
            <a:pPr marL="0" marR="0" lvl="0" indent="0" algn="ctr" defTabSz="1219170" rtl="0" eaLnBrk="1" fontAlgn="auto" latinLnBrk="0" hangingPunct="1">
              <a:lnSpc>
                <a:spcPct val="100000"/>
              </a:lnSpc>
              <a:spcBef>
                <a:spcPts val="0"/>
              </a:spcBef>
              <a:spcAft>
                <a:spcPts val="0"/>
              </a:spcAft>
              <a:buClrTx/>
              <a:buSzTx/>
              <a:buFont typeface="Wingdings 2" pitchFamily="18" charset="2"/>
              <a:buNone/>
              <a:tabLst/>
              <a:defRPr/>
            </a:pPr>
            <a:r>
              <a:rPr kumimoji="0" lang="pt-BR" sz="1400" b="1" i="0" u="none" strike="noStrike" kern="0" cap="none" spc="0" normalizeH="0" baseline="0" noProof="0">
                <a:ln>
                  <a:noFill/>
                </a:ln>
                <a:solidFill>
                  <a:srgbClr val="53565A"/>
                </a:solidFill>
                <a:effectLst/>
                <a:uLnTx/>
                <a:uFillTx/>
                <a:latin typeface="Arial"/>
                <a:ea typeface="+mn-ea"/>
                <a:cs typeface="+mn-cs"/>
              </a:rPr>
              <a:t>Ações</a:t>
            </a:r>
          </a:p>
        </p:txBody>
      </p:sp>
      <p:sp>
        <p:nvSpPr>
          <p:cNvPr id="58" name="Rectangle 57">
            <a:extLst>
              <a:ext uri="{FF2B5EF4-FFF2-40B4-BE49-F238E27FC236}">
                <a16:creationId xmlns:a16="http://schemas.microsoft.com/office/drawing/2014/main" id="{120DB539-0C28-7B7F-82D7-31E1549664EF}"/>
              </a:ext>
            </a:extLst>
          </p:cNvPr>
          <p:cNvSpPr/>
          <p:nvPr/>
        </p:nvSpPr>
        <p:spPr bwMode="gray">
          <a:xfrm>
            <a:off x="450235" y="1967612"/>
            <a:ext cx="864019" cy="215444"/>
          </a:xfrm>
          <a:prstGeom prst="rect">
            <a:avLst/>
          </a:prstGeom>
          <a:solidFill>
            <a:srgbClr val="FFFFFF"/>
          </a:solidFill>
          <a:ln w="3175" algn="ctr">
            <a:noFill/>
            <a:miter lim="800000"/>
            <a:headEnd/>
            <a:tailEnd/>
          </a:ln>
        </p:spPr>
        <p:txBody>
          <a:bodyPr wrap="none" lIns="0" tIns="0" rIns="0" bIns="0" rtlCol="0" anchor="ctr">
            <a:spAutoFit/>
          </a:bodyPr>
          <a:lstStyle/>
          <a:p>
            <a:pPr marL="0" marR="0" lvl="0" indent="0" algn="ctr" defTabSz="1219170" rtl="0" eaLnBrk="1" fontAlgn="auto" latinLnBrk="0" hangingPunct="1">
              <a:lnSpc>
                <a:spcPct val="100000"/>
              </a:lnSpc>
              <a:spcBef>
                <a:spcPts val="0"/>
              </a:spcBef>
              <a:spcAft>
                <a:spcPts val="0"/>
              </a:spcAft>
              <a:buClrTx/>
              <a:buSzTx/>
              <a:buFont typeface="Wingdings 2" pitchFamily="18" charset="2"/>
              <a:buNone/>
              <a:tabLst/>
              <a:defRPr/>
            </a:pPr>
            <a:r>
              <a:rPr kumimoji="0" lang="pt-BR" sz="1400" b="1" i="0" u="none" strike="noStrike" kern="0" cap="none" spc="0" normalizeH="0" baseline="0" noProof="0">
                <a:ln>
                  <a:noFill/>
                </a:ln>
                <a:solidFill>
                  <a:srgbClr val="53565A"/>
                </a:solidFill>
                <a:effectLst/>
                <a:uLnTx/>
                <a:uFillTx/>
                <a:latin typeface="Arial"/>
                <a:ea typeface="+mn-ea"/>
                <a:cs typeface="+mn-cs"/>
              </a:rPr>
              <a:t>Iniciativas</a:t>
            </a:r>
          </a:p>
        </p:txBody>
      </p:sp>
      <p:cxnSp>
        <p:nvCxnSpPr>
          <p:cNvPr id="60" name="Straight Connector 59">
            <a:extLst>
              <a:ext uri="{FF2B5EF4-FFF2-40B4-BE49-F238E27FC236}">
                <a16:creationId xmlns:a16="http://schemas.microsoft.com/office/drawing/2014/main" id="{022309BF-2EEF-50F6-FE0F-BB3C015079D8}"/>
              </a:ext>
            </a:extLst>
          </p:cNvPr>
          <p:cNvCxnSpPr/>
          <p:nvPr/>
        </p:nvCxnSpPr>
        <p:spPr>
          <a:xfrm>
            <a:off x="4103537" y="2331106"/>
            <a:ext cx="0" cy="3659874"/>
          </a:xfrm>
          <a:prstGeom prst="line">
            <a:avLst/>
          </a:prstGeom>
          <a:noFill/>
          <a:ln w="3175" cap="flat" cmpd="sng" algn="ctr">
            <a:solidFill>
              <a:srgbClr val="FFFFFF">
                <a:lumMod val="95000"/>
              </a:srgbClr>
            </a:solidFill>
            <a:prstDash val="solid"/>
          </a:ln>
          <a:effectLst/>
        </p:spPr>
      </p:cxnSp>
      <p:cxnSp>
        <p:nvCxnSpPr>
          <p:cNvPr id="61" name="Straight Connector 60">
            <a:extLst>
              <a:ext uri="{FF2B5EF4-FFF2-40B4-BE49-F238E27FC236}">
                <a16:creationId xmlns:a16="http://schemas.microsoft.com/office/drawing/2014/main" id="{02318FED-864E-2CD7-0A22-D0F7B0CFD2E9}"/>
              </a:ext>
            </a:extLst>
          </p:cNvPr>
          <p:cNvCxnSpPr/>
          <p:nvPr/>
        </p:nvCxnSpPr>
        <p:spPr>
          <a:xfrm>
            <a:off x="4799193" y="2331106"/>
            <a:ext cx="0" cy="3659874"/>
          </a:xfrm>
          <a:prstGeom prst="line">
            <a:avLst/>
          </a:prstGeom>
          <a:noFill/>
          <a:ln w="3175" cap="flat" cmpd="sng" algn="ctr">
            <a:solidFill>
              <a:srgbClr val="FFFFFF">
                <a:lumMod val="95000"/>
              </a:srgbClr>
            </a:solidFill>
            <a:prstDash val="solid"/>
          </a:ln>
          <a:effectLst/>
        </p:spPr>
      </p:cxnSp>
      <p:cxnSp>
        <p:nvCxnSpPr>
          <p:cNvPr id="62" name="Straight Connector 61">
            <a:extLst>
              <a:ext uri="{FF2B5EF4-FFF2-40B4-BE49-F238E27FC236}">
                <a16:creationId xmlns:a16="http://schemas.microsoft.com/office/drawing/2014/main" id="{2E54C420-D33C-C789-5EC9-B05298BEE1D1}"/>
              </a:ext>
            </a:extLst>
          </p:cNvPr>
          <p:cNvCxnSpPr/>
          <p:nvPr/>
        </p:nvCxnSpPr>
        <p:spPr>
          <a:xfrm>
            <a:off x="5494849" y="2331106"/>
            <a:ext cx="0" cy="3659874"/>
          </a:xfrm>
          <a:prstGeom prst="line">
            <a:avLst/>
          </a:prstGeom>
          <a:noFill/>
          <a:ln w="3175" cap="flat" cmpd="sng" algn="ctr">
            <a:solidFill>
              <a:srgbClr val="FFFFFF">
                <a:lumMod val="95000"/>
              </a:srgbClr>
            </a:solidFill>
            <a:prstDash val="solid"/>
          </a:ln>
          <a:effectLst/>
        </p:spPr>
      </p:cxnSp>
      <p:cxnSp>
        <p:nvCxnSpPr>
          <p:cNvPr id="63" name="Straight Connector 62">
            <a:extLst>
              <a:ext uri="{FF2B5EF4-FFF2-40B4-BE49-F238E27FC236}">
                <a16:creationId xmlns:a16="http://schemas.microsoft.com/office/drawing/2014/main" id="{E3F9EAA5-99AA-3B56-2DE4-E66C551A2116}"/>
              </a:ext>
            </a:extLst>
          </p:cNvPr>
          <p:cNvCxnSpPr/>
          <p:nvPr/>
        </p:nvCxnSpPr>
        <p:spPr>
          <a:xfrm>
            <a:off x="6190505" y="2331106"/>
            <a:ext cx="0" cy="3659874"/>
          </a:xfrm>
          <a:prstGeom prst="line">
            <a:avLst/>
          </a:prstGeom>
          <a:noFill/>
          <a:ln w="3175" cap="flat" cmpd="sng" algn="ctr">
            <a:solidFill>
              <a:srgbClr val="FFFFFF">
                <a:lumMod val="95000"/>
              </a:srgbClr>
            </a:solidFill>
            <a:prstDash val="solid"/>
          </a:ln>
          <a:effectLst/>
        </p:spPr>
      </p:cxnSp>
      <p:cxnSp>
        <p:nvCxnSpPr>
          <p:cNvPr id="64" name="Straight Connector 63">
            <a:extLst>
              <a:ext uri="{FF2B5EF4-FFF2-40B4-BE49-F238E27FC236}">
                <a16:creationId xmlns:a16="http://schemas.microsoft.com/office/drawing/2014/main" id="{E1E315FB-65BC-4932-D9A4-D43A9F4E69D4}"/>
              </a:ext>
            </a:extLst>
          </p:cNvPr>
          <p:cNvCxnSpPr/>
          <p:nvPr/>
        </p:nvCxnSpPr>
        <p:spPr>
          <a:xfrm>
            <a:off x="6886161" y="2331106"/>
            <a:ext cx="0" cy="3659874"/>
          </a:xfrm>
          <a:prstGeom prst="line">
            <a:avLst/>
          </a:prstGeom>
          <a:noFill/>
          <a:ln w="3175" cap="flat" cmpd="sng" algn="ctr">
            <a:solidFill>
              <a:srgbClr val="FFFFFF">
                <a:lumMod val="95000"/>
              </a:srgbClr>
            </a:solidFill>
            <a:prstDash val="solid"/>
          </a:ln>
          <a:effectLst/>
        </p:spPr>
      </p:cxnSp>
      <p:cxnSp>
        <p:nvCxnSpPr>
          <p:cNvPr id="65" name="Straight Connector 64">
            <a:extLst>
              <a:ext uri="{FF2B5EF4-FFF2-40B4-BE49-F238E27FC236}">
                <a16:creationId xmlns:a16="http://schemas.microsoft.com/office/drawing/2014/main" id="{091D8BDD-8C26-14E1-001E-5D1F6002FA56}"/>
              </a:ext>
            </a:extLst>
          </p:cNvPr>
          <p:cNvCxnSpPr/>
          <p:nvPr/>
        </p:nvCxnSpPr>
        <p:spPr>
          <a:xfrm>
            <a:off x="7581817" y="2331106"/>
            <a:ext cx="0" cy="3659874"/>
          </a:xfrm>
          <a:prstGeom prst="line">
            <a:avLst/>
          </a:prstGeom>
          <a:noFill/>
          <a:ln w="3175" cap="flat" cmpd="sng" algn="ctr">
            <a:solidFill>
              <a:srgbClr val="FFFFFF">
                <a:lumMod val="95000"/>
              </a:srgbClr>
            </a:solidFill>
            <a:prstDash val="solid"/>
          </a:ln>
          <a:effectLst/>
        </p:spPr>
      </p:cxnSp>
      <p:cxnSp>
        <p:nvCxnSpPr>
          <p:cNvPr id="66" name="Straight Connector 65">
            <a:extLst>
              <a:ext uri="{FF2B5EF4-FFF2-40B4-BE49-F238E27FC236}">
                <a16:creationId xmlns:a16="http://schemas.microsoft.com/office/drawing/2014/main" id="{8FBF31AF-AA39-772A-FE57-4D6DD6F70721}"/>
              </a:ext>
            </a:extLst>
          </p:cNvPr>
          <p:cNvCxnSpPr/>
          <p:nvPr/>
        </p:nvCxnSpPr>
        <p:spPr>
          <a:xfrm>
            <a:off x="8277473" y="2331106"/>
            <a:ext cx="0" cy="3659874"/>
          </a:xfrm>
          <a:prstGeom prst="line">
            <a:avLst/>
          </a:prstGeom>
          <a:noFill/>
          <a:ln w="3175" cap="flat" cmpd="sng" algn="ctr">
            <a:solidFill>
              <a:srgbClr val="FFFFFF">
                <a:lumMod val="95000"/>
              </a:srgbClr>
            </a:solidFill>
            <a:prstDash val="solid"/>
          </a:ln>
          <a:effectLst/>
        </p:spPr>
      </p:cxnSp>
      <p:cxnSp>
        <p:nvCxnSpPr>
          <p:cNvPr id="67" name="Straight Connector 66">
            <a:extLst>
              <a:ext uri="{FF2B5EF4-FFF2-40B4-BE49-F238E27FC236}">
                <a16:creationId xmlns:a16="http://schemas.microsoft.com/office/drawing/2014/main" id="{4A116AB6-5394-8942-CDE2-503D295CE309}"/>
              </a:ext>
            </a:extLst>
          </p:cNvPr>
          <p:cNvCxnSpPr/>
          <p:nvPr/>
        </p:nvCxnSpPr>
        <p:spPr>
          <a:xfrm>
            <a:off x="8973129" y="2331106"/>
            <a:ext cx="0" cy="3659874"/>
          </a:xfrm>
          <a:prstGeom prst="line">
            <a:avLst/>
          </a:prstGeom>
          <a:noFill/>
          <a:ln w="3175" cap="flat" cmpd="sng" algn="ctr">
            <a:solidFill>
              <a:srgbClr val="FFFFFF">
                <a:lumMod val="95000"/>
              </a:srgbClr>
            </a:solidFill>
            <a:prstDash val="solid"/>
          </a:ln>
          <a:effectLst/>
        </p:spPr>
      </p:cxnSp>
      <p:cxnSp>
        <p:nvCxnSpPr>
          <p:cNvPr id="68" name="Straight Connector 67">
            <a:extLst>
              <a:ext uri="{FF2B5EF4-FFF2-40B4-BE49-F238E27FC236}">
                <a16:creationId xmlns:a16="http://schemas.microsoft.com/office/drawing/2014/main" id="{4944948C-9CBA-03B3-2FC5-48225E9443E4}"/>
              </a:ext>
            </a:extLst>
          </p:cNvPr>
          <p:cNvCxnSpPr/>
          <p:nvPr/>
        </p:nvCxnSpPr>
        <p:spPr>
          <a:xfrm>
            <a:off x="9668785" y="2331106"/>
            <a:ext cx="0" cy="3659874"/>
          </a:xfrm>
          <a:prstGeom prst="line">
            <a:avLst/>
          </a:prstGeom>
          <a:noFill/>
          <a:ln w="3175" cap="flat" cmpd="sng" algn="ctr">
            <a:solidFill>
              <a:srgbClr val="FFFFFF">
                <a:lumMod val="95000"/>
              </a:srgbClr>
            </a:solidFill>
            <a:prstDash val="solid"/>
          </a:ln>
          <a:effectLst/>
        </p:spPr>
      </p:cxnSp>
      <p:cxnSp>
        <p:nvCxnSpPr>
          <p:cNvPr id="69" name="Straight Connector 68">
            <a:extLst>
              <a:ext uri="{FF2B5EF4-FFF2-40B4-BE49-F238E27FC236}">
                <a16:creationId xmlns:a16="http://schemas.microsoft.com/office/drawing/2014/main" id="{5D0AD99E-7F02-4239-56A1-CA94593D8154}"/>
              </a:ext>
            </a:extLst>
          </p:cNvPr>
          <p:cNvCxnSpPr/>
          <p:nvPr/>
        </p:nvCxnSpPr>
        <p:spPr>
          <a:xfrm>
            <a:off x="10364441" y="2331106"/>
            <a:ext cx="0" cy="3659874"/>
          </a:xfrm>
          <a:prstGeom prst="line">
            <a:avLst/>
          </a:prstGeom>
          <a:noFill/>
          <a:ln w="3175" cap="flat" cmpd="sng" algn="ctr">
            <a:solidFill>
              <a:srgbClr val="FFFFFF">
                <a:lumMod val="95000"/>
              </a:srgbClr>
            </a:solidFill>
            <a:prstDash val="solid"/>
          </a:ln>
          <a:effectLst/>
        </p:spPr>
      </p:cxnSp>
      <p:cxnSp>
        <p:nvCxnSpPr>
          <p:cNvPr id="70" name="Straight Connector 69">
            <a:extLst>
              <a:ext uri="{FF2B5EF4-FFF2-40B4-BE49-F238E27FC236}">
                <a16:creationId xmlns:a16="http://schemas.microsoft.com/office/drawing/2014/main" id="{97A2810B-1E37-0676-0B6B-DA8E440CAC95}"/>
              </a:ext>
            </a:extLst>
          </p:cNvPr>
          <p:cNvCxnSpPr/>
          <p:nvPr/>
        </p:nvCxnSpPr>
        <p:spPr>
          <a:xfrm>
            <a:off x="11060097" y="2331106"/>
            <a:ext cx="0" cy="3659874"/>
          </a:xfrm>
          <a:prstGeom prst="line">
            <a:avLst/>
          </a:prstGeom>
          <a:noFill/>
          <a:ln w="3175" cap="flat" cmpd="sng" algn="ctr">
            <a:solidFill>
              <a:srgbClr val="FFFFFF">
                <a:lumMod val="95000"/>
              </a:srgbClr>
            </a:solidFill>
            <a:prstDash val="solid"/>
          </a:ln>
          <a:effectLst/>
        </p:spPr>
      </p:cxnSp>
      <p:cxnSp>
        <p:nvCxnSpPr>
          <p:cNvPr id="71" name="Straight Connector 70">
            <a:extLst>
              <a:ext uri="{FF2B5EF4-FFF2-40B4-BE49-F238E27FC236}">
                <a16:creationId xmlns:a16="http://schemas.microsoft.com/office/drawing/2014/main" id="{05864AF3-93CD-354E-D349-4E405089FCAC}"/>
              </a:ext>
            </a:extLst>
          </p:cNvPr>
          <p:cNvCxnSpPr/>
          <p:nvPr/>
        </p:nvCxnSpPr>
        <p:spPr>
          <a:xfrm>
            <a:off x="11755756" y="2331106"/>
            <a:ext cx="0" cy="3659874"/>
          </a:xfrm>
          <a:prstGeom prst="line">
            <a:avLst/>
          </a:prstGeom>
          <a:noFill/>
          <a:ln w="3175" cap="flat" cmpd="sng" algn="ctr">
            <a:solidFill>
              <a:srgbClr val="FFFFFF">
                <a:lumMod val="95000"/>
              </a:srgbClr>
            </a:solidFill>
            <a:prstDash val="solid"/>
          </a:ln>
          <a:effectLst/>
        </p:spPr>
      </p:cxnSp>
      <p:sp>
        <p:nvSpPr>
          <p:cNvPr id="72" name="Pentagon 189">
            <a:extLst>
              <a:ext uri="{FF2B5EF4-FFF2-40B4-BE49-F238E27FC236}">
                <a16:creationId xmlns:a16="http://schemas.microsoft.com/office/drawing/2014/main" id="{C5B0EF09-A5BB-E8B0-D209-DA8F562B7496}"/>
              </a:ext>
            </a:extLst>
          </p:cNvPr>
          <p:cNvSpPr/>
          <p:nvPr/>
        </p:nvSpPr>
        <p:spPr bwMode="gray">
          <a:xfrm>
            <a:off x="3470333" y="2331106"/>
            <a:ext cx="2024513" cy="415438"/>
          </a:xfrm>
          <a:prstGeom prst="homePlate">
            <a:avLst/>
          </a:prstGeom>
          <a:solidFill>
            <a:schemeClr val="accent4"/>
          </a:solidFill>
          <a:ln w="3175"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0000"/>
              </a:lnSpc>
              <a:spcBef>
                <a:spcPts val="0"/>
              </a:spcBef>
              <a:spcAft>
                <a:spcPts val="0"/>
              </a:spcAft>
              <a:buClrTx/>
              <a:buSzTx/>
              <a:buFont typeface="Wingdings 2" pitchFamily="18" charset="2"/>
              <a:buNone/>
              <a:tabLst/>
              <a:defRPr/>
            </a:pPr>
            <a:endParaRPr kumimoji="0" lang="pt-BR" sz="1400" b="1" i="0" u="none" strike="noStrike" kern="0" cap="none" spc="0" normalizeH="0" baseline="0" noProof="0">
              <a:ln>
                <a:noFill/>
              </a:ln>
              <a:solidFill>
                <a:srgbClr val="FFFFFF"/>
              </a:solidFill>
              <a:effectLst/>
              <a:uLnTx/>
              <a:uFillTx/>
              <a:latin typeface="Arial"/>
              <a:ea typeface="+mn-ea"/>
              <a:cs typeface="+mn-cs"/>
            </a:endParaRPr>
          </a:p>
        </p:txBody>
      </p:sp>
      <p:sp>
        <p:nvSpPr>
          <p:cNvPr id="73" name="Pentagon 190">
            <a:extLst>
              <a:ext uri="{FF2B5EF4-FFF2-40B4-BE49-F238E27FC236}">
                <a16:creationId xmlns:a16="http://schemas.microsoft.com/office/drawing/2014/main" id="{507A9ADD-8DFC-1646-6FDD-BAD977D8894D}"/>
              </a:ext>
            </a:extLst>
          </p:cNvPr>
          <p:cNvSpPr/>
          <p:nvPr/>
        </p:nvSpPr>
        <p:spPr bwMode="gray">
          <a:xfrm>
            <a:off x="4165990" y="2794597"/>
            <a:ext cx="4807135" cy="415438"/>
          </a:xfrm>
          <a:prstGeom prst="homePlate">
            <a:avLst/>
          </a:prstGeom>
          <a:solidFill>
            <a:schemeClr val="accent4"/>
          </a:solidFill>
          <a:ln w="3175"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0000"/>
              </a:lnSpc>
              <a:spcBef>
                <a:spcPts val="0"/>
              </a:spcBef>
              <a:spcAft>
                <a:spcPts val="0"/>
              </a:spcAft>
              <a:buClrTx/>
              <a:buSzTx/>
              <a:buFont typeface="Wingdings 2" pitchFamily="18" charset="2"/>
              <a:buNone/>
              <a:tabLst/>
              <a:defRPr/>
            </a:pPr>
            <a:endParaRPr kumimoji="0" lang="pt-BR" sz="1400" b="1" i="0" u="none" strike="noStrike" kern="0" cap="none" spc="0" normalizeH="0" baseline="0" noProof="0">
              <a:ln>
                <a:noFill/>
              </a:ln>
              <a:solidFill>
                <a:srgbClr val="FFFFFF"/>
              </a:solidFill>
              <a:effectLst/>
              <a:uLnTx/>
              <a:uFillTx/>
              <a:latin typeface="Arial"/>
              <a:ea typeface="+mn-ea"/>
              <a:cs typeface="+mn-cs"/>
            </a:endParaRPr>
          </a:p>
        </p:txBody>
      </p:sp>
      <p:sp>
        <p:nvSpPr>
          <p:cNvPr id="74" name="Pentagon 191">
            <a:extLst>
              <a:ext uri="{FF2B5EF4-FFF2-40B4-BE49-F238E27FC236}">
                <a16:creationId xmlns:a16="http://schemas.microsoft.com/office/drawing/2014/main" id="{F48E092C-E129-6E63-E3B8-6A915C83FD3B}"/>
              </a:ext>
            </a:extLst>
          </p:cNvPr>
          <p:cNvSpPr/>
          <p:nvPr/>
        </p:nvSpPr>
        <p:spPr bwMode="gray">
          <a:xfrm>
            <a:off x="4861646" y="3258088"/>
            <a:ext cx="3415825" cy="415438"/>
          </a:xfrm>
          <a:prstGeom prst="homePlate">
            <a:avLst/>
          </a:prstGeom>
          <a:solidFill>
            <a:schemeClr val="accent4"/>
          </a:solidFill>
          <a:ln w="3175"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0000"/>
              </a:lnSpc>
              <a:spcBef>
                <a:spcPts val="0"/>
              </a:spcBef>
              <a:spcAft>
                <a:spcPts val="0"/>
              </a:spcAft>
              <a:buClrTx/>
              <a:buSzTx/>
              <a:buFont typeface="Wingdings 2" pitchFamily="18" charset="2"/>
              <a:buNone/>
              <a:tabLst/>
              <a:defRPr/>
            </a:pPr>
            <a:endParaRPr kumimoji="0" lang="pt-BR" sz="1400" b="1" i="0" u="none" strike="noStrike" kern="0" cap="none" spc="0" normalizeH="0" baseline="0" noProof="0">
              <a:ln>
                <a:noFill/>
              </a:ln>
              <a:solidFill>
                <a:srgbClr val="FFFFFF"/>
              </a:solidFill>
              <a:effectLst/>
              <a:uLnTx/>
              <a:uFillTx/>
              <a:latin typeface="Arial"/>
              <a:ea typeface="+mn-ea"/>
              <a:cs typeface="+mn-cs"/>
            </a:endParaRPr>
          </a:p>
        </p:txBody>
      </p:sp>
      <p:sp>
        <p:nvSpPr>
          <p:cNvPr id="75" name="Pentagon 192">
            <a:extLst>
              <a:ext uri="{FF2B5EF4-FFF2-40B4-BE49-F238E27FC236}">
                <a16:creationId xmlns:a16="http://schemas.microsoft.com/office/drawing/2014/main" id="{935D33A8-5B47-984A-B247-0D43500B7D70}"/>
              </a:ext>
            </a:extLst>
          </p:cNvPr>
          <p:cNvSpPr/>
          <p:nvPr/>
        </p:nvSpPr>
        <p:spPr bwMode="gray">
          <a:xfrm>
            <a:off x="4861646" y="3721579"/>
            <a:ext cx="2024513" cy="415438"/>
          </a:xfrm>
          <a:prstGeom prst="homePlate">
            <a:avLst/>
          </a:prstGeom>
          <a:solidFill>
            <a:schemeClr val="accent4"/>
          </a:solidFill>
          <a:ln w="3175"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0000"/>
              </a:lnSpc>
              <a:spcBef>
                <a:spcPts val="0"/>
              </a:spcBef>
              <a:spcAft>
                <a:spcPts val="0"/>
              </a:spcAft>
              <a:buClrTx/>
              <a:buSzTx/>
              <a:buFont typeface="Wingdings 2" pitchFamily="18" charset="2"/>
              <a:buNone/>
              <a:tabLst/>
              <a:defRPr/>
            </a:pPr>
            <a:endParaRPr kumimoji="0" lang="pt-BR" sz="1400" b="1" i="0" u="none" strike="noStrike" kern="0" cap="none" spc="0" normalizeH="0" baseline="0" noProof="0">
              <a:ln>
                <a:noFill/>
              </a:ln>
              <a:solidFill>
                <a:srgbClr val="FFFFFF"/>
              </a:solidFill>
              <a:effectLst/>
              <a:uLnTx/>
              <a:uFillTx/>
              <a:latin typeface="Arial"/>
              <a:ea typeface="+mn-ea"/>
              <a:cs typeface="+mn-cs"/>
            </a:endParaRPr>
          </a:p>
        </p:txBody>
      </p:sp>
      <p:sp>
        <p:nvSpPr>
          <p:cNvPr id="76" name="Pentagon 193">
            <a:extLst>
              <a:ext uri="{FF2B5EF4-FFF2-40B4-BE49-F238E27FC236}">
                <a16:creationId xmlns:a16="http://schemas.microsoft.com/office/drawing/2014/main" id="{F0901D82-CB02-D86E-4199-55A90BBEFA26}"/>
              </a:ext>
            </a:extLst>
          </p:cNvPr>
          <p:cNvSpPr/>
          <p:nvPr/>
        </p:nvSpPr>
        <p:spPr bwMode="gray">
          <a:xfrm>
            <a:off x="6252958" y="4185070"/>
            <a:ext cx="2024513" cy="415438"/>
          </a:xfrm>
          <a:prstGeom prst="homePlate">
            <a:avLst/>
          </a:prstGeom>
          <a:solidFill>
            <a:schemeClr val="accent4"/>
          </a:solidFill>
          <a:ln w="3175"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0000"/>
              </a:lnSpc>
              <a:spcBef>
                <a:spcPts val="0"/>
              </a:spcBef>
              <a:spcAft>
                <a:spcPts val="0"/>
              </a:spcAft>
              <a:buClrTx/>
              <a:buSzTx/>
              <a:buFont typeface="Wingdings 2" pitchFamily="18" charset="2"/>
              <a:buNone/>
              <a:tabLst/>
              <a:defRPr/>
            </a:pPr>
            <a:endParaRPr kumimoji="0" lang="pt-BR" sz="1400" b="1" i="0" u="none" strike="noStrike" kern="0" cap="none" spc="0" normalizeH="0" baseline="0" noProof="0">
              <a:ln>
                <a:noFill/>
              </a:ln>
              <a:solidFill>
                <a:srgbClr val="FFFFFF"/>
              </a:solidFill>
              <a:effectLst/>
              <a:uLnTx/>
              <a:uFillTx/>
              <a:latin typeface="Arial"/>
              <a:ea typeface="+mn-ea"/>
              <a:cs typeface="+mn-cs"/>
            </a:endParaRPr>
          </a:p>
        </p:txBody>
      </p:sp>
      <p:sp>
        <p:nvSpPr>
          <p:cNvPr id="77" name="Pentagon 194">
            <a:extLst>
              <a:ext uri="{FF2B5EF4-FFF2-40B4-BE49-F238E27FC236}">
                <a16:creationId xmlns:a16="http://schemas.microsoft.com/office/drawing/2014/main" id="{BC560C12-E534-2830-CD98-678BCE690AF3}"/>
              </a:ext>
            </a:extLst>
          </p:cNvPr>
          <p:cNvSpPr/>
          <p:nvPr/>
        </p:nvSpPr>
        <p:spPr bwMode="gray">
          <a:xfrm>
            <a:off x="8339926" y="5112052"/>
            <a:ext cx="3415825" cy="415438"/>
          </a:xfrm>
          <a:prstGeom prst="homePlate">
            <a:avLst/>
          </a:prstGeom>
          <a:solidFill>
            <a:schemeClr val="accent4"/>
          </a:solidFill>
          <a:ln w="3175"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0000"/>
              </a:lnSpc>
              <a:spcBef>
                <a:spcPts val="0"/>
              </a:spcBef>
              <a:spcAft>
                <a:spcPts val="0"/>
              </a:spcAft>
              <a:buClrTx/>
              <a:buSzTx/>
              <a:buFont typeface="Wingdings 2" pitchFamily="18" charset="2"/>
              <a:buNone/>
              <a:tabLst/>
              <a:defRPr/>
            </a:pPr>
            <a:endParaRPr kumimoji="0" lang="pt-BR" sz="1400" b="1" i="0" u="none" strike="noStrike" kern="0" cap="none" spc="0" normalizeH="0" baseline="0" noProof="0">
              <a:ln>
                <a:noFill/>
              </a:ln>
              <a:solidFill>
                <a:srgbClr val="FFFFFF"/>
              </a:solidFill>
              <a:effectLst/>
              <a:uLnTx/>
              <a:uFillTx/>
              <a:latin typeface="Arial"/>
              <a:ea typeface="+mn-ea"/>
              <a:cs typeface="+mn-cs"/>
            </a:endParaRPr>
          </a:p>
        </p:txBody>
      </p:sp>
      <p:sp>
        <p:nvSpPr>
          <p:cNvPr id="78" name="Pentagon 196">
            <a:extLst>
              <a:ext uri="{FF2B5EF4-FFF2-40B4-BE49-F238E27FC236}">
                <a16:creationId xmlns:a16="http://schemas.microsoft.com/office/drawing/2014/main" id="{A4B30365-342C-A720-E6B0-C8C4239FBE39}"/>
              </a:ext>
            </a:extLst>
          </p:cNvPr>
          <p:cNvSpPr/>
          <p:nvPr/>
        </p:nvSpPr>
        <p:spPr bwMode="gray">
          <a:xfrm>
            <a:off x="5557302" y="4648561"/>
            <a:ext cx="3415823" cy="415438"/>
          </a:xfrm>
          <a:prstGeom prst="homePlate">
            <a:avLst/>
          </a:prstGeom>
          <a:solidFill>
            <a:schemeClr val="accent4"/>
          </a:solidFill>
          <a:ln w="3175"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0000"/>
              </a:lnSpc>
              <a:spcBef>
                <a:spcPts val="0"/>
              </a:spcBef>
              <a:spcAft>
                <a:spcPts val="0"/>
              </a:spcAft>
              <a:buClrTx/>
              <a:buSzTx/>
              <a:buFont typeface="Wingdings 2" pitchFamily="18" charset="2"/>
              <a:buNone/>
              <a:tabLst/>
              <a:defRPr/>
            </a:pPr>
            <a:endParaRPr kumimoji="0" lang="pt-BR" sz="1400" b="1" i="0" u="none" strike="noStrike" kern="0" cap="none" spc="0" normalizeH="0" baseline="0" noProof="0">
              <a:ln>
                <a:noFill/>
              </a:ln>
              <a:solidFill>
                <a:srgbClr val="FFFFFF"/>
              </a:solidFill>
              <a:effectLst/>
              <a:uLnTx/>
              <a:uFillTx/>
              <a:latin typeface="Arial"/>
              <a:ea typeface="+mn-ea"/>
              <a:cs typeface="+mn-cs"/>
            </a:endParaRPr>
          </a:p>
        </p:txBody>
      </p:sp>
      <p:sp>
        <p:nvSpPr>
          <p:cNvPr id="79" name="Pentagon 197">
            <a:extLst>
              <a:ext uri="{FF2B5EF4-FFF2-40B4-BE49-F238E27FC236}">
                <a16:creationId xmlns:a16="http://schemas.microsoft.com/office/drawing/2014/main" id="{2E22531C-21ED-BCA8-0454-B18ACB131887}"/>
              </a:ext>
            </a:extLst>
          </p:cNvPr>
          <p:cNvSpPr/>
          <p:nvPr/>
        </p:nvSpPr>
        <p:spPr bwMode="gray">
          <a:xfrm>
            <a:off x="9731238" y="5575542"/>
            <a:ext cx="2024518" cy="415438"/>
          </a:xfrm>
          <a:prstGeom prst="homePlate">
            <a:avLst/>
          </a:prstGeom>
          <a:solidFill>
            <a:schemeClr val="accent4"/>
          </a:solidFill>
          <a:ln w="3175"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0000"/>
              </a:lnSpc>
              <a:spcBef>
                <a:spcPts val="0"/>
              </a:spcBef>
              <a:spcAft>
                <a:spcPts val="0"/>
              </a:spcAft>
              <a:buClrTx/>
              <a:buSzTx/>
              <a:buFont typeface="Wingdings 2" pitchFamily="18" charset="2"/>
              <a:buNone/>
              <a:tabLst/>
              <a:defRPr/>
            </a:pPr>
            <a:endParaRPr kumimoji="0" lang="pt-BR" sz="1400" b="1" i="0" u="none" strike="noStrike" kern="0" cap="none" spc="0" normalizeH="0" baseline="0" noProof="0">
              <a:ln>
                <a:noFill/>
              </a:ln>
              <a:solidFill>
                <a:srgbClr val="FFFFFF"/>
              </a:solidFill>
              <a:effectLst/>
              <a:uLnTx/>
              <a:uFillTx/>
              <a:latin typeface="Arial"/>
              <a:ea typeface="+mn-ea"/>
              <a:cs typeface="+mn-cs"/>
            </a:endParaRPr>
          </a:p>
        </p:txBody>
      </p:sp>
      <p:sp>
        <p:nvSpPr>
          <p:cNvPr id="80" name="Rectangle 79">
            <a:extLst>
              <a:ext uri="{FF2B5EF4-FFF2-40B4-BE49-F238E27FC236}">
                <a16:creationId xmlns:a16="http://schemas.microsoft.com/office/drawing/2014/main" id="{BD81782E-231E-803E-6624-0EFA7E78B85F}"/>
              </a:ext>
            </a:extLst>
          </p:cNvPr>
          <p:cNvSpPr/>
          <p:nvPr/>
        </p:nvSpPr>
        <p:spPr bwMode="gray">
          <a:xfrm>
            <a:off x="2406564" y="2331106"/>
            <a:ext cx="936000" cy="415438"/>
          </a:xfrm>
          <a:prstGeom prst="rect">
            <a:avLst/>
          </a:prstGeom>
          <a:solidFill>
            <a:schemeClr val="accent1"/>
          </a:solidFill>
          <a:ln w="3175" algn="ctr">
            <a:noFill/>
            <a:miter lim="800000"/>
            <a:headEnd/>
            <a:tailEnd/>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 typeface="Wingdings 2" pitchFamily="18" charset="2"/>
              <a:buNone/>
              <a:tabLst/>
              <a:defRPr/>
            </a:pPr>
            <a:r>
              <a:rPr kumimoji="0" lang="pt-BR" sz="1400" b="0" i="0" u="none" strike="noStrike" kern="0" cap="none" spc="0" normalizeH="0" baseline="0" noProof="0">
                <a:ln>
                  <a:noFill/>
                </a:ln>
                <a:solidFill>
                  <a:srgbClr val="071C25"/>
                </a:solidFill>
                <a:effectLst/>
                <a:uLnTx/>
                <a:uFillTx/>
                <a:latin typeface="Arial"/>
                <a:ea typeface="+mn-ea"/>
                <a:cs typeface="+mn-cs"/>
              </a:rPr>
              <a:t>Resp. 1.A</a:t>
            </a:r>
          </a:p>
        </p:txBody>
      </p:sp>
      <p:sp>
        <p:nvSpPr>
          <p:cNvPr id="81" name="Rectangle 80">
            <a:extLst>
              <a:ext uri="{FF2B5EF4-FFF2-40B4-BE49-F238E27FC236}">
                <a16:creationId xmlns:a16="http://schemas.microsoft.com/office/drawing/2014/main" id="{E78D939D-4508-5928-90FB-E4C6E56DDAD8}"/>
              </a:ext>
            </a:extLst>
          </p:cNvPr>
          <p:cNvSpPr/>
          <p:nvPr/>
        </p:nvSpPr>
        <p:spPr bwMode="gray">
          <a:xfrm>
            <a:off x="2406564" y="2794597"/>
            <a:ext cx="936000" cy="415438"/>
          </a:xfrm>
          <a:prstGeom prst="rect">
            <a:avLst/>
          </a:prstGeom>
          <a:solidFill>
            <a:schemeClr val="accent1"/>
          </a:solidFill>
          <a:ln w="3175" algn="ctr">
            <a:noFill/>
            <a:miter lim="800000"/>
            <a:headEnd/>
            <a:tailEnd/>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 typeface="Wingdings 2" pitchFamily="18" charset="2"/>
              <a:buNone/>
              <a:tabLst/>
              <a:defRPr/>
            </a:pPr>
            <a:r>
              <a:rPr kumimoji="0" lang="pt-BR" sz="1400" b="0" i="0" u="none" strike="noStrike" kern="0" cap="none" spc="0" normalizeH="0" baseline="0" noProof="0">
                <a:ln>
                  <a:noFill/>
                </a:ln>
                <a:solidFill>
                  <a:srgbClr val="071C25"/>
                </a:solidFill>
                <a:effectLst/>
                <a:uLnTx/>
                <a:uFillTx/>
                <a:latin typeface="Arial"/>
                <a:ea typeface="+mn-ea"/>
                <a:cs typeface="+mn-cs"/>
              </a:rPr>
              <a:t>Resp. 1.B</a:t>
            </a:r>
          </a:p>
        </p:txBody>
      </p:sp>
      <p:sp>
        <p:nvSpPr>
          <p:cNvPr id="83" name="Rectangle 82">
            <a:extLst>
              <a:ext uri="{FF2B5EF4-FFF2-40B4-BE49-F238E27FC236}">
                <a16:creationId xmlns:a16="http://schemas.microsoft.com/office/drawing/2014/main" id="{B09FB91B-37DE-C637-DF9F-C9F07CCA4800}"/>
              </a:ext>
            </a:extLst>
          </p:cNvPr>
          <p:cNvSpPr/>
          <p:nvPr/>
        </p:nvSpPr>
        <p:spPr bwMode="gray">
          <a:xfrm>
            <a:off x="2406564" y="3258088"/>
            <a:ext cx="936000" cy="415438"/>
          </a:xfrm>
          <a:prstGeom prst="rect">
            <a:avLst/>
          </a:prstGeom>
          <a:solidFill>
            <a:schemeClr val="accent1"/>
          </a:solidFill>
          <a:ln w="3175" algn="ctr">
            <a:noFill/>
            <a:miter lim="800000"/>
            <a:headEnd/>
            <a:tailEnd/>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 typeface="Wingdings 2" pitchFamily="18" charset="2"/>
              <a:buNone/>
              <a:tabLst/>
              <a:defRPr/>
            </a:pPr>
            <a:r>
              <a:rPr kumimoji="0" lang="pt-BR" sz="1400" b="0" i="0" u="none" strike="noStrike" kern="0" cap="none" spc="0" normalizeH="0" baseline="0" noProof="0">
                <a:ln>
                  <a:noFill/>
                </a:ln>
                <a:solidFill>
                  <a:srgbClr val="071C25"/>
                </a:solidFill>
                <a:effectLst/>
                <a:uLnTx/>
                <a:uFillTx/>
                <a:latin typeface="Arial"/>
                <a:ea typeface="+mn-ea"/>
                <a:cs typeface="+mn-cs"/>
              </a:rPr>
              <a:t>Resp. 1.C</a:t>
            </a:r>
          </a:p>
        </p:txBody>
      </p:sp>
      <p:sp>
        <p:nvSpPr>
          <p:cNvPr id="84" name="Rectangle 83">
            <a:extLst>
              <a:ext uri="{FF2B5EF4-FFF2-40B4-BE49-F238E27FC236}">
                <a16:creationId xmlns:a16="http://schemas.microsoft.com/office/drawing/2014/main" id="{338B3BB5-A0AE-D2B1-E9B7-A486A4A928B9}"/>
              </a:ext>
            </a:extLst>
          </p:cNvPr>
          <p:cNvSpPr/>
          <p:nvPr/>
        </p:nvSpPr>
        <p:spPr bwMode="gray">
          <a:xfrm>
            <a:off x="2406564" y="3721579"/>
            <a:ext cx="936000" cy="415438"/>
          </a:xfrm>
          <a:prstGeom prst="rect">
            <a:avLst/>
          </a:prstGeom>
          <a:solidFill>
            <a:schemeClr val="accent1"/>
          </a:solidFill>
          <a:ln w="3175" algn="ctr">
            <a:noFill/>
            <a:miter lim="800000"/>
            <a:headEnd/>
            <a:tailEnd/>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 typeface="Wingdings 2" pitchFamily="18" charset="2"/>
              <a:buNone/>
              <a:tabLst/>
              <a:defRPr/>
            </a:pPr>
            <a:r>
              <a:rPr kumimoji="0" lang="pt-BR" sz="1400" b="0" i="0" u="none" strike="noStrike" kern="0" cap="none" spc="0" normalizeH="0" baseline="0" noProof="0">
                <a:ln>
                  <a:noFill/>
                </a:ln>
                <a:solidFill>
                  <a:srgbClr val="071C25"/>
                </a:solidFill>
                <a:effectLst/>
                <a:uLnTx/>
                <a:uFillTx/>
                <a:latin typeface="Arial"/>
                <a:ea typeface="+mn-ea"/>
                <a:cs typeface="+mn-cs"/>
              </a:rPr>
              <a:t>Resp. 2.A</a:t>
            </a:r>
          </a:p>
        </p:txBody>
      </p:sp>
      <p:sp>
        <p:nvSpPr>
          <p:cNvPr id="85" name="Rectangle 84">
            <a:extLst>
              <a:ext uri="{FF2B5EF4-FFF2-40B4-BE49-F238E27FC236}">
                <a16:creationId xmlns:a16="http://schemas.microsoft.com/office/drawing/2014/main" id="{EBA56A73-F70C-2556-6675-D68B66A44B75}"/>
              </a:ext>
            </a:extLst>
          </p:cNvPr>
          <p:cNvSpPr/>
          <p:nvPr/>
        </p:nvSpPr>
        <p:spPr bwMode="gray">
          <a:xfrm>
            <a:off x="2406564" y="4185070"/>
            <a:ext cx="936000" cy="415438"/>
          </a:xfrm>
          <a:prstGeom prst="rect">
            <a:avLst/>
          </a:prstGeom>
          <a:solidFill>
            <a:schemeClr val="accent1"/>
          </a:solidFill>
          <a:ln w="3175" algn="ctr">
            <a:noFill/>
            <a:miter lim="800000"/>
            <a:headEnd/>
            <a:tailEnd/>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 typeface="Wingdings 2" pitchFamily="18" charset="2"/>
              <a:buNone/>
              <a:tabLst/>
              <a:defRPr/>
            </a:pPr>
            <a:r>
              <a:rPr kumimoji="0" lang="pt-BR" sz="1400" b="0" i="0" u="none" strike="noStrike" kern="0" cap="none" spc="0" normalizeH="0" baseline="0" noProof="0">
                <a:ln>
                  <a:noFill/>
                </a:ln>
                <a:solidFill>
                  <a:srgbClr val="071C25"/>
                </a:solidFill>
                <a:effectLst/>
                <a:uLnTx/>
                <a:uFillTx/>
                <a:latin typeface="Arial"/>
                <a:ea typeface="+mn-ea"/>
                <a:cs typeface="+mn-cs"/>
              </a:rPr>
              <a:t>Resp. 2.B</a:t>
            </a:r>
          </a:p>
        </p:txBody>
      </p:sp>
      <p:sp>
        <p:nvSpPr>
          <p:cNvPr id="86" name="Rectangle 85">
            <a:extLst>
              <a:ext uri="{FF2B5EF4-FFF2-40B4-BE49-F238E27FC236}">
                <a16:creationId xmlns:a16="http://schemas.microsoft.com/office/drawing/2014/main" id="{589282B1-F45A-E247-89CB-6F54DF895433}"/>
              </a:ext>
            </a:extLst>
          </p:cNvPr>
          <p:cNvSpPr/>
          <p:nvPr/>
        </p:nvSpPr>
        <p:spPr bwMode="gray">
          <a:xfrm>
            <a:off x="2406564" y="4648561"/>
            <a:ext cx="936000" cy="415438"/>
          </a:xfrm>
          <a:prstGeom prst="rect">
            <a:avLst/>
          </a:prstGeom>
          <a:solidFill>
            <a:schemeClr val="accent1"/>
          </a:solidFill>
          <a:ln w="3175" algn="ctr">
            <a:noFill/>
            <a:miter lim="800000"/>
            <a:headEnd/>
            <a:tailEnd/>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 typeface="Wingdings 2" pitchFamily="18" charset="2"/>
              <a:buNone/>
              <a:tabLst/>
              <a:defRPr/>
            </a:pPr>
            <a:r>
              <a:rPr kumimoji="0" lang="pt-BR" sz="1400" b="0" i="0" u="none" strike="noStrike" kern="0" cap="none" spc="0" normalizeH="0" baseline="0" noProof="0">
                <a:ln>
                  <a:noFill/>
                </a:ln>
                <a:solidFill>
                  <a:srgbClr val="071C25"/>
                </a:solidFill>
                <a:effectLst/>
                <a:uLnTx/>
                <a:uFillTx/>
                <a:latin typeface="Arial"/>
                <a:ea typeface="+mn-ea"/>
                <a:cs typeface="+mn-cs"/>
              </a:rPr>
              <a:t>Resp. 3.A</a:t>
            </a:r>
          </a:p>
        </p:txBody>
      </p:sp>
      <p:sp>
        <p:nvSpPr>
          <p:cNvPr id="87" name="Rectangle 86">
            <a:extLst>
              <a:ext uri="{FF2B5EF4-FFF2-40B4-BE49-F238E27FC236}">
                <a16:creationId xmlns:a16="http://schemas.microsoft.com/office/drawing/2014/main" id="{A1DF1B5D-D909-5679-0943-FE7E61FE3EA7}"/>
              </a:ext>
            </a:extLst>
          </p:cNvPr>
          <p:cNvSpPr/>
          <p:nvPr/>
        </p:nvSpPr>
        <p:spPr bwMode="gray">
          <a:xfrm>
            <a:off x="2406564" y="5112052"/>
            <a:ext cx="936000" cy="415438"/>
          </a:xfrm>
          <a:prstGeom prst="rect">
            <a:avLst/>
          </a:prstGeom>
          <a:solidFill>
            <a:schemeClr val="accent1"/>
          </a:solidFill>
          <a:ln w="3175" algn="ctr">
            <a:noFill/>
            <a:miter lim="800000"/>
            <a:headEnd/>
            <a:tailEnd/>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 typeface="Wingdings 2" pitchFamily="18" charset="2"/>
              <a:buNone/>
              <a:tabLst/>
              <a:defRPr/>
            </a:pPr>
            <a:r>
              <a:rPr kumimoji="0" lang="pt-BR" sz="1400" b="0" i="0" u="none" strike="noStrike" kern="0" cap="none" spc="0" normalizeH="0" baseline="0" noProof="0">
                <a:ln>
                  <a:noFill/>
                </a:ln>
                <a:solidFill>
                  <a:srgbClr val="071C25"/>
                </a:solidFill>
                <a:effectLst/>
                <a:uLnTx/>
                <a:uFillTx/>
                <a:latin typeface="Arial"/>
                <a:ea typeface="+mn-ea"/>
                <a:cs typeface="+mn-cs"/>
              </a:rPr>
              <a:t>Resp. 3.B</a:t>
            </a:r>
          </a:p>
        </p:txBody>
      </p:sp>
      <p:sp>
        <p:nvSpPr>
          <p:cNvPr id="88" name="Rectangle 87">
            <a:extLst>
              <a:ext uri="{FF2B5EF4-FFF2-40B4-BE49-F238E27FC236}">
                <a16:creationId xmlns:a16="http://schemas.microsoft.com/office/drawing/2014/main" id="{224635BF-18A5-29C1-A589-C9E27E3AB5C5}"/>
              </a:ext>
            </a:extLst>
          </p:cNvPr>
          <p:cNvSpPr/>
          <p:nvPr/>
        </p:nvSpPr>
        <p:spPr bwMode="gray">
          <a:xfrm>
            <a:off x="2406564" y="5575542"/>
            <a:ext cx="936000" cy="415438"/>
          </a:xfrm>
          <a:prstGeom prst="rect">
            <a:avLst/>
          </a:prstGeom>
          <a:solidFill>
            <a:schemeClr val="accent1"/>
          </a:solidFill>
          <a:ln w="3175" algn="ctr">
            <a:noFill/>
            <a:miter lim="800000"/>
            <a:headEnd/>
            <a:tailEnd/>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 typeface="Wingdings 2" pitchFamily="18" charset="2"/>
              <a:buNone/>
              <a:tabLst/>
              <a:defRPr/>
            </a:pPr>
            <a:r>
              <a:rPr kumimoji="0" lang="pt-BR" sz="1400" b="0" i="0" u="none" strike="noStrike" kern="0" cap="none" spc="0" normalizeH="0" baseline="0" noProof="0">
                <a:ln>
                  <a:noFill/>
                </a:ln>
                <a:solidFill>
                  <a:srgbClr val="071C25"/>
                </a:solidFill>
                <a:effectLst/>
                <a:uLnTx/>
                <a:uFillTx/>
                <a:latin typeface="Arial"/>
                <a:ea typeface="+mn-ea"/>
                <a:cs typeface="+mn-cs"/>
              </a:rPr>
              <a:t>Resp. 3.C</a:t>
            </a:r>
          </a:p>
        </p:txBody>
      </p:sp>
      <p:sp>
        <p:nvSpPr>
          <p:cNvPr id="89" name="Rectangle 88">
            <a:extLst>
              <a:ext uri="{FF2B5EF4-FFF2-40B4-BE49-F238E27FC236}">
                <a16:creationId xmlns:a16="http://schemas.microsoft.com/office/drawing/2014/main" id="{74B33E4F-32E9-EDC3-2C08-4B35D347F938}"/>
              </a:ext>
            </a:extLst>
          </p:cNvPr>
          <p:cNvSpPr/>
          <p:nvPr/>
        </p:nvSpPr>
        <p:spPr bwMode="gray">
          <a:xfrm>
            <a:off x="2323132" y="1967612"/>
            <a:ext cx="1102866" cy="215444"/>
          </a:xfrm>
          <a:prstGeom prst="rect">
            <a:avLst/>
          </a:prstGeom>
          <a:solidFill>
            <a:srgbClr val="FFFFFF"/>
          </a:solidFill>
          <a:ln w="3175" algn="ctr">
            <a:noFill/>
            <a:miter lim="800000"/>
            <a:headEnd/>
            <a:tailEnd/>
          </a:ln>
        </p:spPr>
        <p:txBody>
          <a:bodyPr wrap="none" lIns="0" tIns="0" rIns="0" bIns="0" rtlCol="0" anchor="ctr">
            <a:spAutoFit/>
          </a:bodyPr>
          <a:lstStyle/>
          <a:p>
            <a:pPr marL="0" marR="0" lvl="0" indent="0" algn="ctr" defTabSz="1219170" rtl="0" eaLnBrk="1" fontAlgn="auto" latinLnBrk="0" hangingPunct="1">
              <a:lnSpc>
                <a:spcPct val="100000"/>
              </a:lnSpc>
              <a:spcBef>
                <a:spcPts val="0"/>
              </a:spcBef>
              <a:spcAft>
                <a:spcPts val="0"/>
              </a:spcAft>
              <a:buClrTx/>
              <a:buSzTx/>
              <a:buFont typeface="Wingdings 2" pitchFamily="18" charset="2"/>
              <a:buNone/>
              <a:tabLst/>
              <a:defRPr/>
            </a:pPr>
            <a:r>
              <a:rPr kumimoji="0" lang="pt-BR" sz="1400" b="1" i="0" u="none" strike="noStrike" kern="0" cap="none" spc="0" normalizeH="0" baseline="0" noProof="0">
                <a:ln>
                  <a:noFill/>
                </a:ln>
                <a:solidFill>
                  <a:srgbClr val="53565A"/>
                </a:solidFill>
                <a:effectLst/>
                <a:uLnTx/>
                <a:uFillTx/>
                <a:latin typeface="Arial"/>
                <a:ea typeface="+mn-ea"/>
                <a:cs typeface="+mn-cs"/>
              </a:rPr>
              <a:t>Responsável</a:t>
            </a:r>
          </a:p>
        </p:txBody>
      </p:sp>
      <p:sp>
        <p:nvSpPr>
          <p:cNvPr id="11" name="Content Placeholder 2">
            <a:extLst>
              <a:ext uri="{FF2B5EF4-FFF2-40B4-BE49-F238E27FC236}">
                <a16:creationId xmlns:a16="http://schemas.microsoft.com/office/drawing/2014/main" id="{6843E352-71DA-E9FB-2F1B-F9D73BA62242}"/>
              </a:ext>
            </a:extLst>
          </p:cNvPr>
          <p:cNvSpPr txBox="1">
            <a:spLocks/>
          </p:cNvSpPr>
          <p:nvPr/>
        </p:nvSpPr>
        <p:spPr bwMode="auto">
          <a:xfrm>
            <a:off x="478971" y="864001"/>
            <a:ext cx="8794113" cy="246221"/>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marL="195263" indent="-195263" algn="l" rtl="0" eaLnBrk="1" fontAlgn="base" hangingPunct="1">
              <a:spcBef>
                <a:spcPts val="0"/>
              </a:spcBef>
              <a:spcAft>
                <a:spcPts val="600"/>
              </a:spcAft>
              <a:buClr>
                <a:schemeClr val="tx2"/>
              </a:buClr>
              <a:buFont typeface="Wingdings" panose="05000000000000000000" pitchFamily="2" charset="2"/>
              <a:buChar char="§"/>
              <a:defRPr sz="1400">
                <a:solidFill>
                  <a:schemeClr val="tx1"/>
                </a:solidFill>
                <a:latin typeface="+mn-lt"/>
                <a:ea typeface="+mn-ea"/>
                <a:cs typeface="+mn-cs"/>
              </a:defRPr>
            </a:lvl1pPr>
            <a:lvl2pPr marL="404813" indent="-207963" algn="l" rtl="0" eaLnBrk="1" fontAlgn="base" hangingPunct="1">
              <a:spcBef>
                <a:spcPts val="0"/>
              </a:spcBef>
              <a:spcAft>
                <a:spcPts val="600"/>
              </a:spcAft>
              <a:buClr>
                <a:schemeClr val="tx2"/>
              </a:buClr>
              <a:buChar char="–"/>
              <a:defRPr sz="1400">
                <a:solidFill>
                  <a:schemeClr val="tx1"/>
                </a:solidFill>
                <a:latin typeface="+mn-lt"/>
              </a:defRPr>
            </a:lvl2pPr>
            <a:lvl3pPr marL="587375" indent="-180975" algn="l" rtl="0" eaLnBrk="1" fontAlgn="base" hangingPunct="1">
              <a:spcBef>
                <a:spcPct val="20000"/>
              </a:spcBef>
              <a:spcAft>
                <a:spcPct val="0"/>
              </a:spcAft>
              <a:buClr>
                <a:schemeClr val="tx2"/>
              </a:buClr>
              <a:buChar char="•"/>
              <a:defRPr sz="1600">
                <a:solidFill>
                  <a:schemeClr val="tx1"/>
                </a:solidFill>
                <a:latin typeface="+mn-lt"/>
              </a:defRPr>
            </a:lvl3pPr>
            <a:lvl4pPr marL="815975" indent="-227013" algn="l" rtl="0" eaLnBrk="1" fontAlgn="base" hangingPunct="1">
              <a:spcBef>
                <a:spcPct val="20000"/>
              </a:spcBef>
              <a:spcAft>
                <a:spcPct val="0"/>
              </a:spcAft>
              <a:buClr>
                <a:schemeClr val="tx2"/>
              </a:buClr>
              <a:buChar char="–"/>
              <a:defRPr sz="1600">
                <a:solidFill>
                  <a:schemeClr val="tx1"/>
                </a:solidFill>
                <a:latin typeface="+mn-lt"/>
              </a:defRPr>
            </a:lvl4pPr>
            <a:lvl5pPr marL="968375" indent="-150813" algn="l" rtl="0" eaLnBrk="1" fontAlgn="base" hangingPunct="1">
              <a:spcBef>
                <a:spcPct val="20000"/>
              </a:spcBef>
              <a:spcAft>
                <a:spcPct val="0"/>
              </a:spcAft>
              <a:buClr>
                <a:schemeClr val="tx2"/>
              </a:buClr>
              <a:buChar char="»"/>
              <a:defRPr sz="1600">
                <a:solidFill>
                  <a:schemeClr val="tx1"/>
                </a:solidFill>
                <a:latin typeface="+mn-lt"/>
              </a:defRPr>
            </a:lvl5pPr>
            <a:lvl6pPr marL="1425575" indent="-150813" algn="l" rtl="0" eaLnBrk="1" fontAlgn="base" hangingPunct="1">
              <a:spcBef>
                <a:spcPct val="20000"/>
              </a:spcBef>
              <a:spcAft>
                <a:spcPct val="0"/>
              </a:spcAft>
              <a:buChar char="»"/>
              <a:defRPr sz="1000">
                <a:solidFill>
                  <a:schemeClr val="tx1"/>
                </a:solidFill>
                <a:latin typeface="+mn-lt"/>
              </a:defRPr>
            </a:lvl6pPr>
            <a:lvl7pPr marL="1882775" indent="-150813" algn="l" rtl="0" eaLnBrk="1" fontAlgn="base" hangingPunct="1">
              <a:spcBef>
                <a:spcPct val="20000"/>
              </a:spcBef>
              <a:spcAft>
                <a:spcPct val="0"/>
              </a:spcAft>
              <a:buChar char="»"/>
              <a:defRPr sz="1000">
                <a:solidFill>
                  <a:schemeClr val="tx1"/>
                </a:solidFill>
                <a:latin typeface="+mn-lt"/>
              </a:defRPr>
            </a:lvl7pPr>
            <a:lvl8pPr marL="2339975" indent="-150813" algn="l" rtl="0" eaLnBrk="1" fontAlgn="base" hangingPunct="1">
              <a:spcBef>
                <a:spcPct val="20000"/>
              </a:spcBef>
              <a:spcAft>
                <a:spcPct val="0"/>
              </a:spcAft>
              <a:buChar char="»"/>
              <a:defRPr sz="1000">
                <a:solidFill>
                  <a:schemeClr val="tx1"/>
                </a:solidFill>
                <a:latin typeface="+mn-lt"/>
              </a:defRPr>
            </a:lvl8pPr>
            <a:lvl9pPr marL="2797175" indent="-150813" algn="l" rtl="0" eaLnBrk="1" fontAlgn="base" hangingPunct="1">
              <a:spcBef>
                <a:spcPct val="20000"/>
              </a:spcBef>
              <a:spcAft>
                <a:spcPct val="0"/>
              </a:spcAft>
              <a:buChar char="»"/>
              <a:defRPr sz="1000">
                <a:solidFill>
                  <a:schemeClr val="tx1"/>
                </a:solidFill>
                <a:latin typeface="+mn-lt"/>
              </a:defRPr>
            </a:lvl9pPr>
          </a:lstStyle>
          <a:p>
            <a:pPr marL="0" marR="0" lvl="0" indent="0" algn="l" defTabSz="895350" rtl="0" eaLnBrk="1" fontAlgn="auto" latinLnBrk="0" hangingPunct="1">
              <a:lnSpc>
                <a:spcPct val="100000"/>
              </a:lnSpc>
              <a:spcBef>
                <a:spcPts val="0"/>
              </a:spcBef>
              <a:spcAft>
                <a:spcPts val="0"/>
              </a:spcAft>
              <a:buClrTx/>
              <a:buSzTx/>
              <a:buFontTx/>
              <a:buNone/>
              <a:tabLst/>
              <a:defRPr/>
            </a:pPr>
            <a:r>
              <a:rPr kumimoji="0" lang="pt-BR" sz="1600" b="0" i="0" u="none" strike="noStrike" kern="1200" cap="none" spc="0" normalizeH="0" baseline="0" noProof="0">
                <a:ln>
                  <a:noFill/>
                </a:ln>
                <a:solidFill>
                  <a:srgbClr val="808080"/>
                </a:solidFill>
                <a:effectLst/>
                <a:uLnTx/>
                <a:uFillTx/>
                <a:latin typeface="Arial"/>
                <a:ea typeface="+mn-ea"/>
                <a:cs typeface="+mn-cs"/>
              </a:rPr>
              <a:t>Exemplo de </a:t>
            </a:r>
            <a:r>
              <a:rPr kumimoji="0" lang="pt-BR" sz="1600" b="0" i="0" u="none" strike="noStrike" kern="1200" cap="none" spc="0" normalizeH="0" baseline="0" noProof="0" err="1">
                <a:ln>
                  <a:noFill/>
                </a:ln>
                <a:solidFill>
                  <a:srgbClr val="808080"/>
                </a:solidFill>
                <a:effectLst/>
                <a:uLnTx/>
                <a:uFillTx/>
                <a:latin typeface="Arial"/>
                <a:ea typeface="+mn-ea"/>
                <a:cs typeface="+mn-cs"/>
              </a:rPr>
              <a:t>macroplano</a:t>
            </a:r>
            <a:r>
              <a:rPr kumimoji="0" lang="pt-BR" sz="1600" b="0" i="0" u="none" strike="noStrike" kern="1200" cap="none" spc="0" normalizeH="0" baseline="0" noProof="0">
                <a:ln>
                  <a:noFill/>
                </a:ln>
                <a:solidFill>
                  <a:srgbClr val="808080"/>
                </a:solidFill>
                <a:effectLst/>
                <a:uLnTx/>
                <a:uFillTx/>
                <a:latin typeface="Arial"/>
                <a:ea typeface="+mn-ea"/>
                <a:cs typeface="+mn-cs"/>
              </a:rPr>
              <a:t> de implementação</a:t>
            </a:r>
            <a:endParaRPr kumimoji="0" lang="pt-BR" sz="1600" b="0" i="1" u="none" strike="noStrike" kern="1200" cap="none" spc="0" normalizeH="0" baseline="0" noProof="0">
              <a:ln>
                <a:noFill/>
              </a:ln>
              <a:solidFill>
                <a:srgbClr val="808080"/>
              </a:solidFill>
              <a:effectLst/>
              <a:uLnTx/>
              <a:uFillTx/>
              <a:latin typeface="Arial"/>
              <a:ea typeface="+mn-ea"/>
              <a:cs typeface="+mn-cs"/>
            </a:endParaRPr>
          </a:p>
        </p:txBody>
      </p:sp>
    </p:spTree>
    <p:extLst>
      <p:ext uri="{BB962C8B-B14F-4D97-AF65-F5344CB8AC3E}">
        <p14:creationId xmlns:p14="http://schemas.microsoft.com/office/powerpoint/2010/main" val="108288449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to 5" hidden="1">
            <a:extLst>
              <a:ext uri="{FF2B5EF4-FFF2-40B4-BE49-F238E27FC236}">
                <a16:creationId xmlns:a16="http://schemas.microsoft.com/office/drawing/2014/main" id="{08FACAC2-2FBD-4825-AEA3-4197EC107EE5}"/>
              </a:ext>
            </a:extLst>
          </p:cNvPr>
          <p:cNvGraphicFramePr>
            <a:graphicFrameLocks noChangeAspect="1"/>
          </p:cNvGraphicFramePr>
          <p:nvPr>
            <p:custDataLst>
              <p:tags r:id="rId1"/>
            </p:custDataLst>
            <p:extLst>
              <p:ext uri="{D42A27DB-BD31-4B8C-83A1-F6EECF244321}">
                <p14:modId xmlns:p14="http://schemas.microsoft.com/office/powerpoint/2010/main" val="3889649821"/>
              </p:ext>
            </p:extLst>
          </p:nvPr>
        </p:nvGraphicFramePr>
        <p:xfrm>
          <a:off x="1525588" y="1588"/>
          <a:ext cx="1588" cy="1588"/>
        </p:xfrm>
        <a:graphic>
          <a:graphicData uri="http://schemas.openxmlformats.org/presentationml/2006/ole">
            <mc:AlternateContent xmlns:mc="http://schemas.openxmlformats.org/markup-compatibility/2006">
              <mc:Choice xmlns:v="urn:schemas-microsoft-com:vml" Requires="v">
                <p:oleObj name="Slide do think-cell" r:id="rId11" imgW="421" imgH="423" progId="TCLayout.ActiveDocument.1">
                  <p:embed/>
                </p:oleObj>
              </mc:Choice>
              <mc:Fallback>
                <p:oleObj name="Slide do think-cell" r:id="rId11" imgW="421" imgH="423" progId="TCLayout.ActiveDocument.1">
                  <p:embed/>
                  <p:pic>
                    <p:nvPicPr>
                      <p:cNvPr id="6" name="Objeto 5" hidden="1">
                        <a:extLst>
                          <a:ext uri="{FF2B5EF4-FFF2-40B4-BE49-F238E27FC236}">
                            <a16:creationId xmlns:a16="http://schemas.microsoft.com/office/drawing/2014/main" id="{08FACAC2-2FBD-4825-AEA3-4197EC107EE5}"/>
                          </a:ext>
                        </a:extLst>
                      </p:cNvPr>
                      <p:cNvPicPr/>
                      <p:nvPr/>
                    </p:nvPicPr>
                    <p:blipFill>
                      <a:blip r:embed="rId12"/>
                      <a:stretch>
                        <a:fillRect/>
                      </a:stretch>
                    </p:blipFill>
                    <p:spPr>
                      <a:xfrm>
                        <a:off x="1525588" y="1588"/>
                        <a:ext cx="1588" cy="1588"/>
                      </a:xfrm>
                      <a:prstGeom prst="rect">
                        <a:avLst/>
                      </a:prstGeom>
                    </p:spPr>
                  </p:pic>
                </p:oleObj>
              </mc:Fallback>
            </mc:AlternateContent>
          </a:graphicData>
        </a:graphic>
      </p:graphicFrame>
      <p:sp>
        <p:nvSpPr>
          <p:cNvPr id="7" name="Retângulo 6" hidden="1">
            <a:extLst>
              <a:ext uri="{FF2B5EF4-FFF2-40B4-BE49-F238E27FC236}">
                <a16:creationId xmlns:a16="http://schemas.microsoft.com/office/drawing/2014/main" id="{D42507BC-1BB2-4A22-8F77-5A426EB54D88}"/>
              </a:ext>
            </a:extLst>
          </p:cNvPr>
          <p:cNvSpPr/>
          <p:nvPr>
            <p:custDataLst>
              <p:tags r:id="rId2"/>
            </p:custDataLst>
          </p:nvPr>
        </p:nvSpPr>
        <p:spPr>
          <a:xfrm>
            <a:off x="1524000" y="0"/>
            <a:ext cx="158750" cy="158750"/>
          </a:xfrm>
          <a:prstGeom prst="rect">
            <a:avLst/>
          </a:prstGeom>
          <a:solidFill>
            <a:schemeClr val="accent2"/>
          </a:solidFill>
          <a:ln w="19050">
            <a:solidFill>
              <a:schemeClr val="accent2"/>
            </a:solidFill>
            <a:miter lim="400000"/>
          </a:ln>
          <a:effectLst/>
        </p:spPr>
        <p:txBody>
          <a:bodyPr wrap="none" lIns="0" tIns="0" rIns="0" bIns="0" numCol="1" spcCol="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2000" b="1" i="0" u="none" strike="noStrike" kern="1200" cap="none" spc="0" normalizeH="0" baseline="0" noProof="0">
              <a:ln>
                <a:noFill/>
              </a:ln>
              <a:solidFill>
                <a:prstClr val="white"/>
              </a:solidFill>
              <a:effectLst/>
              <a:uLnTx/>
              <a:uFillTx/>
              <a:latin typeface="Arial" panose="020B0604020202020204" pitchFamily="34" charset="0"/>
              <a:ea typeface="+mn-ea"/>
              <a:cs typeface="+mn-cs"/>
              <a:sym typeface="Arial" panose="020B0604020202020204" pitchFamily="34" charset="0"/>
            </a:endParaRPr>
          </a:p>
        </p:txBody>
      </p:sp>
      <p:sp>
        <p:nvSpPr>
          <p:cNvPr id="4" name="Espaço Reservado para Texto 3">
            <a:extLst>
              <a:ext uri="{FF2B5EF4-FFF2-40B4-BE49-F238E27FC236}">
                <a16:creationId xmlns:a16="http://schemas.microsoft.com/office/drawing/2014/main" id="{340CCA89-057B-437D-B203-59B636FEB77E}"/>
              </a:ext>
            </a:extLst>
          </p:cNvPr>
          <p:cNvSpPr>
            <a:spLocks noGrp="1"/>
          </p:cNvSpPr>
          <p:nvPr>
            <p:ph type="body" sz="quarter" idx="14"/>
          </p:nvPr>
        </p:nvSpPr>
        <p:spPr/>
        <p:txBody>
          <a:bodyPr/>
          <a:lstStyle/>
          <a:p>
            <a:r>
              <a:rPr lang="pt-BR"/>
              <a:t>Fonte: Mirow &amp; Co.</a:t>
            </a:r>
          </a:p>
        </p:txBody>
      </p:sp>
      <p:sp>
        <p:nvSpPr>
          <p:cNvPr id="2" name="Título 1">
            <a:extLst>
              <a:ext uri="{FF2B5EF4-FFF2-40B4-BE49-F238E27FC236}">
                <a16:creationId xmlns:a16="http://schemas.microsoft.com/office/drawing/2014/main" id="{1FCEB228-3554-493D-A2E5-CE9CD07FDE54}"/>
              </a:ext>
            </a:extLst>
          </p:cNvPr>
          <p:cNvSpPr>
            <a:spLocks noGrp="1"/>
          </p:cNvSpPr>
          <p:nvPr>
            <p:ph type="title"/>
          </p:nvPr>
        </p:nvSpPr>
        <p:spPr>
          <a:xfrm>
            <a:off x="478971" y="225177"/>
            <a:ext cx="11485488" cy="615553"/>
          </a:xfrm>
        </p:spPr>
        <p:txBody>
          <a:bodyPr vert="horz"/>
          <a:lstStyle/>
          <a:p>
            <a:r>
              <a:rPr lang="pt-BR"/>
              <a:t>Iniciativas relacionadas a implementação do novo modelo comercial da Morro Verde serão concatenadas em um plano, tipicamente estruturado em ondas</a:t>
            </a:r>
          </a:p>
        </p:txBody>
      </p:sp>
      <p:grpSp>
        <p:nvGrpSpPr>
          <p:cNvPr id="5" name="Group 24">
            <a:extLst>
              <a:ext uri="{FF2B5EF4-FFF2-40B4-BE49-F238E27FC236}">
                <a16:creationId xmlns:a16="http://schemas.microsoft.com/office/drawing/2014/main" id="{E6704A87-452D-21E2-914E-6C02D5948223}"/>
              </a:ext>
            </a:extLst>
          </p:cNvPr>
          <p:cNvGrpSpPr/>
          <p:nvPr/>
        </p:nvGrpSpPr>
        <p:grpSpPr>
          <a:xfrm>
            <a:off x="10678401" y="628364"/>
            <a:ext cx="1286058" cy="212366"/>
            <a:chOff x="7454717" y="285750"/>
            <a:chExt cx="1286058" cy="212366"/>
          </a:xfrm>
        </p:grpSpPr>
        <p:sp>
          <p:nvSpPr>
            <p:cNvPr id="8" name="StickerRectangle">
              <a:extLst>
                <a:ext uri="{FF2B5EF4-FFF2-40B4-BE49-F238E27FC236}">
                  <a16:creationId xmlns:a16="http://schemas.microsoft.com/office/drawing/2014/main" id="{AFB1DFF4-AD70-E291-0C68-DA638F9C18F0}"/>
                </a:ext>
              </a:extLst>
            </p:cNvPr>
            <p:cNvSpPr>
              <a:spLocks noChangeArrowheads="1"/>
            </p:cNvSpPr>
            <p:nvPr/>
          </p:nvSpPr>
          <p:spPr bwMode="auto">
            <a:xfrm>
              <a:off x="7454717" y="285750"/>
              <a:ext cx="1286058" cy="212366"/>
            </a:xfrm>
            <a:prstGeom prst="leftRightArrow">
              <a:avLst>
                <a:gd name="adj1" fmla="val 100000"/>
                <a:gd name="adj2"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 tIns="0" rIns="0" bIns="27432">
              <a:spAutoFit/>
            </a:bodyPr>
            <a:lstStyle/>
            <a:p>
              <a:pPr marL="0" marR="0" lvl="0" indent="0" algn="r" defTabSz="89535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a:ln>
                    <a:noFill/>
                  </a:ln>
                  <a:solidFill>
                    <a:srgbClr val="808080"/>
                  </a:solidFill>
                  <a:effectLst/>
                  <a:uLnTx/>
                  <a:uFillTx/>
                  <a:latin typeface="Arial"/>
                  <a:ea typeface="+mn-ea"/>
                  <a:cs typeface="+mn-cs"/>
                </a:rPr>
                <a:t>NÃO EXAUSTIVO</a:t>
              </a:r>
            </a:p>
          </p:txBody>
        </p:sp>
        <p:cxnSp>
          <p:nvCxnSpPr>
            <p:cNvPr id="9" name="AutoShape 31">
              <a:extLst>
                <a:ext uri="{FF2B5EF4-FFF2-40B4-BE49-F238E27FC236}">
                  <a16:creationId xmlns:a16="http://schemas.microsoft.com/office/drawing/2014/main" id="{13F022C2-45F2-9AC6-5C7E-D4E1F7065112}"/>
                </a:ext>
              </a:extLst>
            </p:cNvPr>
            <p:cNvCxnSpPr>
              <a:cxnSpLocks noChangeShapeType="1"/>
              <a:stCxn id="8" idx="2"/>
              <a:endCxn id="8" idx="4"/>
            </p:cNvCxnSpPr>
            <p:nvPr/>
          </p:nvCxnSpPr>
          <p:spPr bwMode="auto">
            <a:xfrm>
              <a:off x="7454717" y="285750"/>
              <a:ext cx="0" cy="212366"/>
            </a:xfrm>
            <a:prstGeom prst="straightConnector1">
              <a:avLst/>
            </a:prstGeom>
            <a:noFill/>
            <a:ln w="9525">
              <a:solidFill>
                <a:srgbClr val="808080"/>
              </a:solidFill>
              <a:round/>
              <a:headEnd/>
              <a:tailEnd/>
            </a:ln>
            <a:extLst>
              <a:ext uri="{909E8E84-426E-40DD-AFC4-6F175D3DCCD1}">
                <a14:hiddenFill xmlns:a14="http://schemas.microsoft.com/office/drawing/2010/main">
                  <a:noFill/>
                </a14:hiddenFill>
              </a:ext>
            </a:extLst>
          </p:spPr>
        </p:cxnSp>
        <p:cxnSp>
          <p:nvCxnSpPr>
            <p:cNvPr id="10" name="AutoShape 32">
              <a:extLst>
                <a:ext uri="{FF2B5EF4-FFF2-40B4-BE49-F238E27FC236}">
                  <a16:creationId xmlns:a16="http://schemas.microsoft.com/office/drawing/2014/main" id="{93B8FA2E-9FC0-CC26-ED10-4170DFB3BE24}"/>
                </a:ext>
              </a:extLst>
            </p:cNvPr>
            <p:cNvCxnSpPr>
              <a:cxnSpLocks noChangeShapeType="1"/>
              <a:stCxn id="8" idx="4"/>
              <a:endCxn id="8" idx="6"/>
            </p:cNvCxnSpPr>
            <p:nvPr/>
          </p:nvCxnSpPr>
          <p:spPr bwMode="auto">
            <a:xfrm>
              <a:off x="7454717" y="498116"/>
              <a:ext cx="1286058" cy="0"/>
            </a:xfrm>
            <a:prstGeom prst="straightConnector1">
              <a:avLst/>
            </a:prstGeom>
            <a:noFill/>
            <a:ln w="25400">
              <a:solidFill>
                <a:srgbClr val="808080"/>
              </a:solidFill>
              <a:round/>
              <a:headEnd/>
              <a:tailEnd/>
            </a:ln>
            <a:extLst>
              <a:ext uri="{909E8E84-426E-40DD-AFC4-6F175D3DCCD1}">
                <a14:hiddenFill xmlns:a14="http://schemas.microsoft.com/office/drawing/2010/main">
                  <a:noFill/>
                </a14:hiddenFill>
              </a:ext>
            </a:extLst>
          </p:spPr>
        </p:cxnSp>
      </p:grpSp>
      <p:sp>
        <p:nvSpPr>
          <p:cNvPr id="11" name="Rectangle 286">
            <a:extLst>
              <a:ext uri="{FF2B5EF4-FFF2-40B4-BE49-F238E27FC236}">
                <a16:creationId xmlns:a16="http://schemas.microsoft.com/office/drawing/2014/main" id="{37600DAE-5F0B-C58E-F2AD-8DA4C4C396D0}"/>
              </a:ext>
            </a:extLst>
          </p:cNvPr>
          <p:cNvSpPr txBox="1">
            <a:spLocks noChangeArrowheads="1"/>
          </p:cNvSpPr>
          <p:nvPr>
            <p:custDataLst>
              <p:tags r:id="rId3"/>
            </p:custDataLst>
          </p:nvPr>
        </p:nvSpPr>
        <p:spPr bwMode="auto">
          <a:xfrm>
            <a:off x="4511714" y="4271782"/>
            <a:ext cx="3420000" cy="15850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marL="0" indent="0" algn="l" defTabSz="895350" rtl="0" eaLnBrk="1" fontAlgn="base" hangingPunct="1">
              <a:spcBef>
                <a:spcPct val="0"/>
              </a:spcBef>
              <a:spcAft>
                <a:spcPct val="0"/>
              </a:spcAft>
              <a:buClr>
                <a:schemeClr val="tx2"/>
              </a:buClr>
              <a:defRPr sz="1600">
                <a:solidFill>
                  <a:schemeClr val="tx1"/>
                </a:solidFill>
                <a:latin typeface="+mn-lt"/>
                <a:ea typeface="+mn-ea"/>
                <a:cs typeface="+mn-cs"/>
              </a:defRPr>
            </a:lvl1pPr>
            <a:lvl2pPr marL="193675" indent="-192088" algn="l" defTabSz="895350" rtl="0" eaLnBrk="1" fontAlgn="base" hangingPunct="1">
              <a:spcBef>
                <a:spcPct val="0"/>
              </a:spcBef>
              <a:spcAft>
                <a:spcPct val="0"/>
              </a:spcAft>
              <a:buClr>
                <a:schemeClr val="tx2"/>
              </a:buClr>
              <a:buSzPct val="125000"/>
              <a:buFont typeface="Arial" charset="0"/>
              <a:buChar char="▪"/>
              <a:defRPr sz="1600">
                <a:solidFill>
                  <a:schemeClr val="tx1"/>
                </a:solidFill>
                <a:latin typeface="+mn-lt"/>
              </a:defRPr>
            </a:lvl2pPr>
            <a:lvl3pPr marL="457200" indent="-261938" algn="l" defTabSz="895350" rtl="0" eaLnBrk="1" fontAlgn="base" hangingPunct="1">
              <a:spcBef>
                <a:spcPct val="0"/>
              </a:spcBef>
              <a:spcAft>
                <a:spcPct val="0"/>
              </a:spcAft>
              <a:buClr>
                <a:schemeClr val="tx2"/>
              </a:buClr>
              <a:buSzPct val="120000"/>
              <a:buFont typeface="Arial" charset="0"/>
              <a:buChar char="–"/>
              <a:defRPr sz="1600">
                <a:solidFill>
                  <a:schemeClr val="tx1"/>
                </a:solidFill>
                <a:latin typeface="+mn-lt"/>
              </a:defRPr>
            </a:lvl3pPr>
            <a:lvl4pPr marL="614363" indent="-155575" algn="l" defTabSz="895350" rtl="0" eaLnBrk="1" fontAlgn="base" hangingPunct="1">
              <a:spcBef>
                <a:spcPct val="0"/>
              </a:spcBef>
              <a:spcAft>
                <a:spcPct val="0"/>
              </a:spcAft>
              <a:buClr>
                <a:schemeClr val="tx2"/>
              </a:buClr>
              <a:buSzPct val="120000"/>
              <a:buFont typeface="Arial" charset="0"/>
              <a:buChar char="▫"/>
              <a:defRPr sz="1600">
                <a:solidFill>
                  <a:schemeClr val="tx1"/>
                </a:solidFill>
                <a:latin typeface="+mn-lt"/>
              </a:defRPr>
            </a:lvl4pPr>
            <a:lvl5pPr marL="746125" indent="-130175" algn="l" defTabSz="895350" rtl="0" eaLnBrk="1" fontAlgn="base" hangingPunct="1">
              <a:spcBef>
                <a:spcPct val="0"/>
              </a:spcBef>
              <a:spcAft>
                <a:spcPct val="0"/>
              </a:spcAft>
              <a:buClr>
                <a:schemeClr val="tx2"/>
              </a:buClr>
              <a:buSzPct val="89000"/>
              <a:buFont typeface="Arial" charset="0"/>
              <a:buChar char="-"/>
              <a:defRPr sz="1600">
                <a:solidFill>
                  <a:schemeClr val="tx1"/>
                </a:solidFill>
                <a:latin typeface="+mn-lt"/>
              </a:defRPr>
            </a:lvl5pPr>
            <a:lvl6pPr marL="749808" indent="-130175" algn="l" defTabSz="895350" rtl="0" eaLnBrk="1" fontAlgn="base" hangingPunct="1">
              <a:spcBef>
                <a:spcPct val="0"/>
              </a:spcBef>
              <a:spcAft>
                <a:spcPct val="0"/>
              </a:spcAft>
              <a:buClr>
                <a:schemeClr val="tx2"/>
              </a:buClr>
              <a:buSzPct val="89000"/>
              <a:buFont typeface="Arial" charset="0"/>
              <a:buChar char="-"/>
              <a:defRPr sz="1600">
                <a:solidFill>
                  <a:schemeClr val="tx1"/>
                </a:solidFill>
                <a:latin typeface="+mn-lt"/>
              </a:defRPr>
            </a:lvl6pPr>
            <a:lvl7pPr marL="749808" indent="-130175" algn="l" defTabSz="895350" rtl="0" eaLnBrk="1" fontAlgn="base" hangingPunct="1">
              <a:spcBef>
                <a:spcPct val="0"/>
              </a:spcBef>
              <a:spcAft>
                <a:spcPct val="0"/>
              </a:spcAft>
              <a:buClr>
                <a:schemeClr val="tx2"/>
              </a:buClr>
              <a:buSzPct val="89000"/>
              <a:buFont typeface="Arial" charset="0"/>
              <a:buChar char="-"/>
              <a:defRPr sz="1600">
                <a:solidFill>
                  <a:schemeClr val="tx1"/>
                </a:solidFill>
                <a:latin typeface="+mn-lt"/>
              </a:defRPr>
            </a:lvl7pPr>
            <a:lvl8pPr marL="749808" indent="-130175" algn="l" defTabSz="895350" rtl="0" eaLnBrk="1" fontAlgn="base" hangingPunct="1">
              <a:spcBef>
                <a:spcPct val="0"/>
              </a:spcBef>
              <a:spcAft>
                <a:spcPct val="0"/>
              </a:spcAft>
              <a:buClr>
                <a:schemeClr val="tx2"/>
              </a:buClr>
              <a:buSzPct val="89000"/>
              <a:buFont typeface="Arial" charset="0"/>
              <a:buChar char="-"/>
              <a:defRPr sz="1600">
                <a:solidFill>
                  <a:schemeClr val="tx1"/>
                </a:solidFill>
                <a:latin typeface="+mn-lt"/>
              </a:defRPr>
            </a:lvl8pPr>
            <a:lvl9pPr marL="749808" indent="-130175" algn="l" defTabSz="895350" rtl="0" eaLnBrk="1" fontAlgn="base" hangingPunct="1">
              <a:spcBef>
                <a:spcPct val="0"/>
              </a:spcBef>
              <a:spcAft>
                <a:spcPct val="0"/>
              </a:spcAft>
              <a:buClr>
                <a:schemeClr val="tx2"/>
              </a:buClr>
              <a:buSzPct val="89000"/>
              <a:buFont typeface="Arial" charset="0"/>
              <a:buChar char="-"/>
              <a:defRPr sz="1600">
                <a:solidFill>
                  <a:schemeClr val="tx1"/>
                </a:solidFill>
                <a:latin typeface="+mn-lt"/>
              </a:defRPr>
            </a:lvl9pPr>
          </a:lstStyle>
          <a:p>
            <a:pPr marL="177800" marR="0" lvl="0" indent="-176213" algn="l" defTabSz="914400" rtl="0" eaLnBrk="1" fontAlgn="auto" latinLnBrk="0" hangingPunct="1">
              <a:lnSpc>
                <a:spcPct val="100000"/>
              </a:lnSpc>
              <a:spcBef>
                <a:spcPts val="600"/>
              </a:spcBef>
              <a:spcAft>
                <a:spcPts val="0"/>
              </a:spcAft>
              <a:buClrTx/>
              <a:buSzTx/>
              <a:buFont typeface="Wingdings" panose="05000000000000000000" pitchFamily="2" charset="2"/>
              <a:buChar char="§"/>
              <a:tabLst/>
              <a:defRPr/>
            </a:pPr>
            <a:r>
              <a:rPr kumimoji="0" lang="pt-BR" sz="1400" b="0" i="0" u="none" strike="noStrike" kern="0" cap="none" spc="0" normalizeH="0" baseline="0" noProof="0">
                <a:ln>
                  <a:noFill/>
                </a:ln>
                <a:solidFill>
                  <a:srgbClr val="071C25"/>
                </a:solidFill>
                <a:effectLst/>
                <a:uLnTx/>
                <a:uFillTx/>
                <a:latin typeface="Arial"/>
                <a:ea typeface="+mn-ea"/>
                <a:cs typeface="+mn-cs"/>
              </a:rPr>
              <a:t>Priorização através da </a:t>
            </a:r>
            <a:r>
              <a:rPr kumimoji="0" lang="pt-BR" sz="1400" b="1" i="0" u="none" strike="noStrike" kern="0" cap="none" spc="0" normalizeH="0" baseline="0" noProof="0">
                <a:ln>
                  <a:noFill/>
                </a:ln>
                <a:solidFill>
                  <a:srgbClr val="071C25"/>
                </a:solidFill>
                <a:effectLst/>
                <a:uLnTx/>
                <a:uFillTx/>
                <a:latin typeface="Arial"/>
                <a:ea typeface="+mn-ea"/>
                <a:cs typeface="+mn-cs"/>
              </a:rPr>
              <a:t>avaliação de impacto </a:t>
            </a:r>
            <a:r>
              <a:rPr kumimoji="0" lang="pt-BR" sz="1400" b="0" i="0" u="none" strike="noStrike" kern="0" cap="none" spc="0" normalizeH="0" baseline="0" noProof="0">
                <a:ln>
                  <a:noFill/>
                </a:ln>
                <a:solidFill>
                  <a:srgbClr val="071C25"/>
                </a:solidFill>
                <a:effectLst/>
                <a:uLnTx/>
                <a:uFillTx/>
                <a:latin typeface="Arial"/>
                <a:ea typeface="+mn-ea"/>
                <a:cs typeface="+mn-cs"/>
              </a:rPr>
              <a:t>para os clientes e para Morro Verde e </a:t>
            </a:r>
            <a:r>
              <a:rPr kumimoji="0" lang="pt-BR" sz="1400" b="1" i="0" u="none" strike="noStrike" kern="0" cap="none" spc="0" normalizeH="0" baseline="0" noProof="0">
                <a:ln>
                  <a:noFill/>
                </a:ln>
                <a:solidFill>
                  <a:srgbClr val="071C25"/>
                </a:solidFill>
                <a:effectLst/>
                <a:uLnTx/>
                <a:uFillTx/>
                <a:latin typeface="Arial"/>
                <a:ea typeface="+mn-ea"/>
                <a:cs typeface="+mn-cs"/>
              </a:rPr>
              <a:t>facilidade de implementação</a:t>
            </a:r>
          </a:p>
          <a:p>
            <a:pPr marL="177800" marR="0" lvl="0" indent="-176213" algn="l" defTabSz="914400" rtl="0" eaLnBrk="1" fontAlgn="auto" latinLnBrk="0" hangingPunct="1">
              <a:lnSpc>
                <a:spcPct val="100000"/>
              </a:lnSpc>
              <a:spcBef>
                <a:spcPts val="600"/>
              </a:spcBef>
              <a:spcAft>
                <a:spcPts val="0"/>
              </a:spcAft>
              <a:buClrTx/>
              <a:buSzTx/>
              <a:buFont typeface="Wingdings" panose="05000000000000000000" pitchFamily="2" charset="2"/>
              <a:buChar char="§"/>
              <a:tabLst/>
              <a:defRPr/>
            </a:pPr>
            <a:r>
              <a:rPr kumimoji="0" lang="pt-BR" sz="1400" b="1" i="0" u="none" strike="noStrike" kern="0" cap="none" spc="0" normalizeH="0" baseline="0" noProof="0">
                <a:ln>
                  <a:noFill/>
                </a:ln>
                <a:solidFill>
                  <a:srgbClr val="071C25"/>
                </a:solidFill>
                <a:effectLst/>
                <a:uLnTx/>
                <a:uFillTx/>
                <a:latin typeface="Arial"/>
                <a:ea typeface="+mn-ea"/>
                <a:cs typeface="+mn-cs"/>
              </a:rPr>
              <a:t>Pré-requisitos </a:t>
            </a:r>
            <a:r>
              <a:rPr kumimoji="0" lang="pt-BR" sz="1400" b="0" i="0" u="none" strike="noStrike" kern="0" cap="none" spc="0" normalizeH="0" baseline="0" noProof="0">
                <a:ln>
                  <a:noFill/>
                </a:ln>
                <a:solidFill>
                  <a:srgbClr val="071C25"/>
                </a:solidFill>
                <a:effectLst/>
                <a:uLnTx/>
                <a:uFillTx/>
                <a:latin typeface="Arial"/>
                <a:ea typeface="+mn-ea"/>
                <a:cs typeface="+mn-cs"/>
              </a:rPr>
              <a:t>e interdependência entre as iniciativas também devem ser considerados na distribuição dos elementos e cada uma das ondas</a:t>
            </a:r>
            <a:endParaRPr kumimoji="0" lang="pt-BR" sz="1400" b="1" i="0" u="none" strike="noStrike" kern="0" cap="none" spc="0" normalizeH="0" baseline="0" noProof="0">
              <a:ln>
                <a:noFill/>
              </a:ln>
              <a:solidFill>
                <a:srgbClr val="071C25"/>
              </a:solidFill>
              <a:effectLst/>
              <a:uLnTx/>
              <a:uFillTx/>
              <a:latin typeface="Arial"/>
              <a:ea typeface="+mn-ea"/>
              <a:cs typeface="+mn-cs"/>
            </a:endParaRPr>
          </a:p>
        </p:txBody>
      </p:sp>
      <p:sp>
        <p:nvSpPr>
          <p:cNvPr id="12" name="Rectangle 286">
            <a:extLst>
              <a:ext uri="{FF2B5EF4-FFF2-40B4-BE49-F238E27FC236}">
                <a16:creationId xmlns:a16="http://schemas.microsoft.com/office/drawing/2014/main" id="{0079709D-F4A7-14CC-F05F-F34B23C0D50F}"/>
              </a:ext>
            </a:extLst>
          </p:cNvPr>
          <p:cNvSpPr txBox="1">
            <a:spLocks noChangeArrowheads="1"/>
          </p:cNvSpPr>
          <p:nvPr>
            <p:custDataLst>
              <p:tags r:id="rId4"/>
            </p:custDataLst>
          </p:nvPr>
        </p:nvSpPr>
        <p:spPr bwMode="auto">
          <a:xfrm>
            <a:off x="8364459" y="4271782"/>
            <a:ext cx="3420000" cy="187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marL="0" indent="0" algn="l" defTabSz="895350" rtl="0" eaLnBrk="1" fontAlgn="base" hangingPunct="1">
              <a:spcBef>
                <a:spcPct val="0"/>
              </a:spcBef>
              <a:spcAft>
                <a:spcPct val="0"/>
              </a:spcAft>
              <a:buClr>
                <a:schemeClr val="tx2"/>
              </a:buClr>
              <a:defRPr sz="1600">
                <a:solidFill>
                  <a:schemeClr val="tx1"/>
                </a:solidFill>
                <a:latin typeface="+mn-lt"/>
                <a:ea typeface="+mn-ea"/>
                <a:cs typeface="+mn-cs"/>
              </a:defRPr>
            </a:lvl1pPr>
            <a:lvl2pPr marL="193675" indent="-192088" algn="l" defTabSz="895350" rtl="0" eaLnBrk="1" fontAlgn="base" hangingPunct="1">
              <a:spcBef>
                <a:spcPct val="0"/>
              </a:spcBef>
              <a:spcAft>
                <a:spcPct val="0"/>
              </a:spcAft>
              <a:buClr>
                <a:schemeClr val="tx2"/>
              </a:buClr>
              <a:buSzPct val="125000"/>
              <a:buFont typeface="Arial" charset="0"/>
              <a:buChar char="▪"/>
              <a:defRPr sz="1600">
                <a:solidFill>
                  <a:schemeClr val="tx1"/>
                </a:solidFill>
                <a:latin typeface="+mn-lt"/>
              </a:defRPr>
            </a:lvl2pPr>
            <a:lvl3pPr marL="457200" indent="-261938" algn="l" defTabSz="895350" rtl="0" eaLnBrk="1" fontAlgn="base" hangingPunct="1">
              <a:spcBef>
                <a:spcPct val="0"/>
              </a:spcBef>
              <a:spcAft>
                <a:spcPct val="0"/>
              </a:spcAft>
              <a:buClr>
                <a:schemeClr val="tx2"/>
              </a:buClr>
              <a:buSzPct val="120000"/>
              <a:buFont typeface="Arial" charset="0"/>
              <a:buChar char="–"/>
              <a:defRPr sz="1600">
                <a:solidFill>
                  <a:schemeClr val="tx1"/>
                </a:solidFill>
                <a:latin typeface="+mn-lt"/>
              </a:defRPr>
            </a:lvl3pPr>
            <a:lvl4pPr marL="614363" indent="-155575" algn="l" defTabSz="895350" rtl="0" eaLnBrk="1" fontAlgn="base" hangingPunct="1">
              <a:spcBef>
                <a:spcPct val="0"/>
              </a:spcBef>
              <a:spcAft>
                <a:spcPct val="0"/>
              </a:spcAft>
              <a:buClr>
                <a:schemeClr val="tx2"/>
              </a:buClr>
              <a:buSzPct val="120000"/>
              <a:buFont typeface="Arial" charset="0"/>
              <a:buChar char="▫"/>
              <a:defRPr sz="1600">
                <a:solidFill>
                  <a:schemeClr val="tx1"/>
                </a:solidFill>
                <a:latin typeface="+mn-lt"/>
              </a:defRPr>
            </a:lvl4pPr>
            <a:lvl5pPr marL="746125" indent="-130175" algn="l" defTabSz="895350" rtl="0" eaLnBrk="1" fontAlgn="base" hangingPunct="1">
              <a:spcBef>
                <a:spcPct val="0"/>
              </a:spcBef>
              <a:spcAft>
                <a:spcPct val="0"/>
              </a:spcAft>
              <a:buClr>
                <a:schemeClr val="tx2"/>
              </a:buClr>
              <a:buSzPct val="89000"/>
              <a:buFont typeface="Arial" charset="0"/>
              <a:buChar char="-"/>
              <a:defRPr sz="1600">
                <a:solidFill>
                  <a:schemeClr val="tx1"/>
                </a:solidFill>
                <a:latin typeface="+mn-lt"/>
              </a:defRPr>
            </a:lvl5pPr>
            <a:lvl6pPr marL="749808" indent="-130175" algn="l" defTabSz="895350" rtl="0" eaLnBrk="1" fontAlgn="base" hangingPunct="1">
              <a:spcBef>
                <a:spcPct val="0"/>
              </a:spcBef>
              <a:spcAft>
                <a:spcPct val="0"/>
              </a:spcAft>
              <a:buClr>
                <a:schemeClr val="tx2"/>
              </a:buClr>
              <a:buSzPct val="89000"/>
              <a:buFont typeface="Arial" charset="0"/>
              <a:buChar char="-"/>
              <a:defRPr sz="1600">
                <a:solidFill>
                  <a:schemeClr val="tx1"/>
                </a:solidFill>
                <a:latin typeface="+mn-lt"/>
              </a:defRPr>
            </a:lvl6pPr>
            <a:lvl7pPr marL="749808" indent="-130175" algn="l" defTabSz="895350" rtl="0" eaLnBrk="1" fontAlgn="base" hangingPunct="1">
              <a:spcBef>
                <a:spcPct val="0"/>
              </a:spcBef>
              <a:spcAft>
                <a:spcPct val="0"/>
              </a:spcAft>
              <a:buClr>
                <a:schemeClr val="tx2"/>
              </a:buClr>
              <a:buSzPct val="89000"/>
              <a:buFont typeface="Arial" charset="0"/>
              <a:buChar char="-"/>
              <a:defRPr sz="1600">
                <a:solidFill>
                  <a:schemeClr val="tx1"/>
                </a:solidFill>
                <a:latin typeface="+mn-lt"/>
              </a:defRPr>
            </a:lvl7pPr>
            <a:lvl8pPr marL="749808" indent="-130175" algn="l" defTabSz="895350" rtl="0" eaLnBrk="1" fontAlgn="base" hangingPunct="1">
              <a:spcBef>
                <a:spcPct val="0"/>
              </a:spcBef>
              <a:spcAft>
                <a:spcPct val="0"/>
              </a:spcAft>
              <a:buClr>
                <a:schemeClr val="tx2"/>
              </a:buClr>
              <a:buSzPct val="89000"/>
              <a:buFont typeface="Arial" charset="0"/>
              <a:buChar char="-"/>
              <a:defRPr sz="1600">
                <a:solidFill>
                  <a:schemeClr val="tx1"/>
                </a:solidFill>
                <a:latin typeface="+mn-lt"/>
              </a:defRPr>
            </a:lvl8pPr>
            <a:lvl9pPr marL="749808" indent="-130175" algn="l" defTabSz="895350" rtl="0" eaLnBrk="1" fontAlgn="base" hangingPunct="1">
              <a:spcBef>
                <a:spcPct val="0"/>
              </a:spcBef>
              <a:spcAft>
                <a:spcPct val="0"/>
              </a:spcAft>
              <a:buClr>
                <a:schemeClr val="tx2"/>
              </a:buClr>
              <a:buSzPct val="89000"/>
              <a:buFont typeface="Arial" charset="0"/>
              <a:buChar char="-"/>
              <a:defRPr sz="1600">
                <a:solidFill>
                  <a:schemeClr val="tx1"/>
                </a:solidFill>
                <a:latin typeface="+mn-lt"/>
              </a:defRPr>
            </a:lvl9pPr>
          </a:lstStyle>
          <a:p>
            <a:pPr marL="177800" marR="0" lvl="0" indent="-176213" algn="l" defTabSz="914400" rtl="0" eaLnBrk="1" fontAlgn="auto" latinLnBrk="0" hangingPunct="1">
              <a:lnSpc>
                <a:spcPct val="100000"/>
              </a:lnSpc>
              <a:spcBef>
                <a:spcPts val="600"/>
              </a:spcBef>
              <a:spcAft>
                <a:spcPts val="0"/>
              </a:spcAft>
              <a:buClrTx/>
              <a:buSzTx/>
              <a:buFont typeface="Wingdings" panose="05000000000000000000" pitchFamily="2" charset="2"/>
              <a:buChar char="§"/>
              <a:tabLst/>
              <a:defRPr/>
            </a:pPr>
            <a:r>
              <a:rPr kumimoji="0" lang="pt-BR" sz="1400" b="0" i="0" u="none" strike="noStrike" kern="0" cap="none" spc="0" normalizeH="0" baseline="0" noProof="0">
                <a:ln>
                  <a:noFill/>
                </a:ln>
                <a:solidFill>
                  <a:srgbClr val="071C25"/>
                </a:solidFill>
                <a:effectLst/>
                <a:uLnTx/>
                <a:uFillTx/>
                <a:latin typeface="Arial"/>
                <a:ea typeface="+mn-ea"/>
                <a:cs typeface="+mn-cs"/>
              </a:rPr>
              <a:t>Para cada novo elemento serão consideradas </a:t>
            </a:r>
            <a:r>
              <a:rPr kumimoji="0" lang="pt-BR" sz="1400" b="1" i="0" u="none" strike="noStrike" kern="0" cap="none" spc="0" normalizeH="0" baseline="0" noProof="0">
                <a:ln>
                  <a:noFill/>
                </a:ln>
                <a:solidFill>
                  <a:srgbClr val="071C25"/>
                </a:solidFill>
                <a:effectLst/>
                <a:uLnTx/>
                <a:uFillTx/>
                <a:latin typeface="Arial"/>
                <a:ea typeface="+mn-ea"/>
                <a:cs typeface="+mn-cs"/>
              </a:rPr>
              <a:t>diversas iniciativas </a:t>
            </a:r>
            <a:r>
              <a:rPr kumimoji="0" lang="pt-BR" sz="1400" b="0" i="0" u="none" strike="noStrike" kern="0" cap="none" spc="0" normalizeH="0" baseline="0" noProof="0">
                <a:ln>
                  <a:noFill/>
                </a:ln>
                <a:solidFill>
                  <a:srgbClr val="071C25"/>
                </a:solidFill>
                <a:effectLst/>
                <a:uLnTx/>
                <a:uFillTx/>
                <a:latin typeface="Arial"/>
                <a:ea typeface="+mn-ea"/>
                <a:cs typeface="+mn-cs"/>
              </a:rPr>
              <a:t>necessárias à sua implementação</a:t>
            </a:r>
          </a:p>
          <a:p>
            <a:pPr marL="177800" marR="0" lvl="0" indent="-176213" algn="l" defTabSz="914400" rtl="0" eaLnBrk="1" fontAlgn="auto" latinLnBrk="0" hangingPunct="1">
              <a:lnSpc>
                <a:spcPct val="100000"/>
              </a:lnSpc>
              <a:spcBef>
                <a:spcPts val="600"/>
              </a:spcBef>
              <a:spcAft>
                <a:spcPts val="0"/>
              </a:spcAft>
              <a:buClrTx/>
              <a:buSzTx/>
              <a:buFont typeface="Wingdings" panose="05000000000000000000" pitchFamily="2" charset="2"/>
              <a:buChar char="§"/>
              <a:tabLst/>
              <a:defRPr/>
            </a:pPr>
            <a:r>
              <a:rPr kumimoji="0" lang="pt-BR" sz="1400" b="0" i="0" u="none" strike="noStrike" kern="0" cap="none" spc="0" normalizeH="0" baseline="0" noProof="0">
                <a:ln>
                  <a:noFill/>
                </a:ln>
                <a:solidFill>
                  <a:srgbClr val="071C25"/>
                </a:solidFill>
                <a:effectLst/>
                <a:uLnTx/>
                <a:uFillTx/>
                <a:latin typeface="Arial"/>
                <a:ea typeface="+mn-ea"/>
                <a:cs typeface="+mn-cs"/>
              </a:rPr>
              <a:t>Será elaborado um </a:t>
            </a:r>
            <a:r>
              <a:rPr kumimoji="0" lang="pt-BR" sz="1400" b="1" i="0" u="none" strike="noStrike" kern="0" cap="none" spc="0" normalizeH="0" baseline="0" noProof="0">
                <a:ln>
                  <a:noFill/>
                </a:ln>
                <a:solidFill>
                  <a:srgbClr val="071C25"/>
                </a:solidFill>
                <a:effectLst/>
                <a:uLnTx/>
                <a:uFillTx/>
                <a:latin typeface="Arial"/>
                <a:ea typeface="+mn-ea"/>
                <a:cs typeface="+mn-cs"/>
              </a:rPr>
              <a:t>cronograma preliminar de implementação</a:t>
            </a:r>
            <a:r>
              <a:rPr kumimoji="0" lang="pt-BR" sz="1400" b="0" i="0" u="none" strike="noStrike" kern="0" cap="none" spc="0" normalizeH="0" baseline="0" noProof="0">
                <a:ln>
                  <a:noFill/>
                </a:ln>
                <a:solidFill>
                  <a:srgbClr val="071C25"/>
                </a:solidFill>
                <a:effectLst/>
                <a:uLnTx/>
                <a:uFillTx/>
                <a:latin typeface="Arial"/>
                <a:ea typeface="+mn-ea"/>
                <a:cs typeface="+mn-cs"/>
              </a:rPr>
              <a:t> para as primeiras ondas </a:t>
            </a:r>
          </a:p>
        </p:txBody>
      </p:sp>
      <p:sp>
        <p:nvSpPr>
          <p:cNvPr id="13" name="Rectangle 286">
            <a:extLst>
              <a:ext uri="{FF2B5EF4-FFF2-40B4-BE49-F238E27FC236}">
                <a16:creationId xmlns:a16="http://schemas.microsoft.com/office/drawing/2014/main" id="{69E29B93-4D39-F9BE-E27D-A2E147175CA8}"/>
              </a:ext>
            </a:extLst>
          </p:cNvPr>
          <p:cNvSpPr txBox="1">
            <a:spLocks noChangeArrowheads="1"/>
          </p:cNvSpPr>
          <p:nvPr>
            <p:custDataLst>
              <p:tags r:id="rId5"/>
            </p:custDataLst>
          </p:nvPr>
        </p:nvSpPr>
        <p:spPr bwMode="auto">
          <a:xfrm>
            <a:off x="658970" y="4271782"/>
            <a:ext cx="3420000" cy="21852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marL="0" indent="0" algn="l" defTabSz="895350" rtl="0" eaLnBrk="1" fontAlgn="base" hangingPunct="1">
              <a:spcBef>
                <a:spcPct val="0"/>
              </a:spcBef>
              <a:spcAft>
                <a:spcPct val="0"/>
              </a:spcAft>
              <a:buClr>
                <a:schemeClr val="tx2"/>
              </a:buClr>
              <a:defRPr sz="1600">
                <a:solidFill>
                  <a:schemeClr val="tx1"/>
                </a:solidFill>
                <a:latin typeface="+mn-lt"/>
                <a:ea typeface="+mn-ea"/>
                <a:cs typeface="+mn-cs"/>
              </a:defRPr>
            </a:lvl1pPr>
            <a:lvl2pPr marL="193675" indent="-192088" algn="l" defTabSz="895350" rtl="0" eaLnBrk="1" fontAlgn="base" hangingPunct="1">
              <a:spcBef>
                <a:spcPct val="0"/>
              </a:spcBef>
              <a:spcAft>
                <a:spcPct val="0"/>
              </a:spcAft>
              <a:buClr>
                <a:schemeClr val="tx2"/>
              </a:buClr>
              <a:buSzPct val="125000"/>
              <a:buFont typeface="Arial" charset="0"/>
              <a:buChar char="▪"/>
              <a:defRPr sz="1600">
                <a:solidFill>
                  <a:schemeClr val="tx1"/>
                </a:solidFill>
                <a:latin typeface="+mn-lt"/>
              </a:defRPr>
            </a:lvl2pPr>
            <a:lvl3pPr marL="457200" indent="-261938" algn="l" defTabSz="895350" rtl="0" eaLnBrk="1" fontAlgn="base" hangingPunct="1">
              <a:spcBef>
                <a:spcPct val="0"/>
              </a:spcBef>
              <a:spcAft>
                <a:spcPct val="0"/>
              </a:spcAft>
              <a:buClr>
                <a:schemeClr val="tx2"/>
              </a:buClr>
              <a:buSzPct val="120000"/>
              <a:buFont typeface="Arial" charset="0"/>
              <a:buChar char="–"/>
              <a:defRPr sz="1600">
                <a:solidFill>
                  <a:schemeClr val="tx1"/>
                </a:solidFill>
                <a:latin typeface="+mn-lt"/>
              </a:defRPr>
            </a:lvl3pPr>
            <a:lvl4pPr marL="614363" indent="-155575" algn="l" defTabSz="895350" rtl="0" eaLnBrk="1" fontAlgn="base" hangingPunct="1">
              <a:spcBef>
                <a:spcPct val="0"/>
              </a:spcBef>
              <a:spcAft>
                <a:spcPct val="0"/>
              </a:spcAft>
              <a:buClr>
                <a:schemeClr val="tx2"/>
              </a:buClr>
              <a:buSzPct val="120000"/>
              <a:buFont typeface="Arial" charset="0"/>
              <a:buChar char="▫"/>
              <a:defRPr sz="1600">
                <a:solidFill>
                  <a:schemeClr val="tx1"/>
                </a:solidFill>
                <a:latin typeface="+mn-lt"/>
              </a:defRPr>
            </a:lvl4pPr>
            <a:lvl5pPr marL="746125" indent="-130175" algn="l" defTabSz="895350" rtl="0" eaLnBrk="1" fontAlgn="base" hangingPunct="1">
              <a:spcBef>
                <a:spcPct val="0"/>
              </a:spcBef>
              <a:spcAft>
                <a:spcPct val="0"/>
              </a:spcAft>
              <a:buClr>
                <a:schemeClr val="tx2"/>
              </a:buClr>
              <a:buSzPct val="89000"/>
              <a:buFont typeface="Arial" charset="0"/>
              <a:buChar char="-"/>
              <a:defRPr sz="1600">
                <a:solidFill>
                  <a:schemeClr val="tx1"/>
                </a:solidFill>
                <a:latin typeface="+mn-lt"/>
              </a:defRPr>
            </a:lvl5pPr>
            <a:lvl6pPr marL="749808" indent="-130175" algn="l" defTabSz="895350" rtl="0" eaLnBrk="1" fontAlgn="base" hangingPunct="1">
              <a:spcBef>
                <a:spcPct val="0"/>
              </a:spcBef>
              <a:spcAft>
                <a:spcPct val="0"/>
              </a:spcAft>
              <a:buClr>
                <a:schemeClr val="tx2"/>
              </a:buClr>
              <a:buSzPct val="89000"/>
              <a:buFont typeface="Arial" charset="0"/>
              <a:buChar char="-"/>
              <a:defRPr sz="1600">
                <a:solidFill>
                  <a:schemeClr val="tx1"/>
                </a:solidFill>
                <a:latin typeface="+mn-lt"/>
              </a:defRPr>
            </a:lvl6pPr>
            <a:lvl7pPr marL="749808" indent="-130175" algn="l" defTabSz="895350" rtl="0" eaLnBrk="1" fontAlgn="base" hangingPunct="1">
              <a:spcBef>
                <a:spcPct val="0"/>
              </a:spcBef>
              <a:spcAft>
                <a:spcPct val="0"/>
              </a:spcAft>
              <a:buClr>
                <a:schemeClr val="tx2"/>
              </a:buClr>
              <a:buSzPct val="89000"/>
              <a:buFont typeface="Arial" charset="0"/>
              <a:buChar char="-"/>
              <a:defRPr sz="1600">
                <a:solidFill>
                  <a:schemeClr val="tx1"/>
                </a:solidFill>
                <a:latin typeface="+mn-lt"/>
              </a:defRPr>
            </a:lvl7pPr>
            <a:lvl8pPr marL="749808" indent="-130175" algn="l" defTabSz="895350" rtl="0" eaLnBrk="1" fontAlgn="base" hangingPunct="1">
              <a:spcBef>
                <a:spcPct val="0"/>
              </a:spcBef>
              <a:spcAft>
                <a:spcPct val="0"/>
              </a:spcAft>
              <a:buClr>
                <a:schemeClr val="tx2"/>
              </a:buClr>
              <a:buSzPct val="89000"/>
              <a:buFont typeface="Arial" charset="0"/>
              <a:buChar char="-"/>
              <a:defRPr sz="1600">
                <a:solidFill>
                  <a:schemeClr val="tx1"/>
                </a:solidFill>
                <a:latin typeface="+mn-lt"/>
              </a:defRPr>
            </a:lvl8pPr>
            <a:lvl9pPr marL="749808" indent="-130175" algn="l" defTabSz="895350" rtl="0" eaLnBrk="1" fontAlgn="base" hangingPunct="1">
              <a:spcBef>
                <a:spcPct val="0"/>
              </a:spcBef>
              <a:spcAft>
                <a:spcPct val="0"/>
              </a:spcAft>
              <a:buClr>
                <a:schemeClr val="tx2"/>
              </a:buClr>
              <a:buSzPct val="89000"/>
              <a:buFont typeface="Arial" charset="0"/>
              <a:buChar char="-"/>
              <a:defRPr sz="1600">
                <a:solidFill>
                  <a:schemeClr val="tx1"/>
                </a:solidFill>
                <a:latin typeface="+mn-lt"/>
              </a:defRPr>
            </a:lvl9pPr>
          </a:lstStyle>
          <a:p>
            <a:pPr marL="177800" marR="0" lvl="1" indent="-176213" algn="l" defTabSz="895350" rtl="0" eaLnBrk="1" fontAlgn="base" latinLnBrk="0" hangingPunct="1">
              <a:lnSpc>
                <a:spcPct val="100000"/>
              </a:lnSpc>
              <a:spcBef>
                <a:spcPts val="600"/>
              </a:spcBef>
              <a:spcAft>
                <a:spcPts val="0"/>
              </a:spcAft>
              <a:buClrTx/>
              <a:buSzPct val="125000"/>
              <a:buFont typeface="Arial" charset="0"/>
              <a:buChar char="▪"/>
              <a:tabLst/>
              <a:defRPr/>
            </a:pPr>
            <a:r>
              <a:rPr kumimoji="0" lang="pt-BR" sz="1400" b="0" i="0" u="none" strike="noStrike" kern="1200" cap="none" spc="0" normalizeH="0" baseline="0" noProof="0">
                <a:ln>
                  <a:noFill/>
                </a:ln>
                <a:solidFill>
                  <a:srgbClr val="071C25"/>
                </a:solidFill>
                <a:effectLst/>
                <a:uLnTx/>
                <a:uFillTx/>
                <a:latin typeface="Arial"/>
                <a:ea typeface="+mn-ea"/>
                <a:cs typeface="+mn-cs"/>
              </a:rPr>
              <a:t>Síntese/ documentação dos diversos elementos do novo modelo comercial</a:t>
            </a:r>
          </a:p>
          <a:p>
            <a:pPr marL="441325" marR="0" lvl="2" indent="-176213" algn="l" defTabSz="895350" rtl="0" eaLnBrk="1" fontAlgn="base" latinLnBrk="0" hangingPunct="1">
              <a:lnSpc>
                <a:spcPct val="100000"/>
              </a:lnSpc>
              <a:spcBef>
                <a:spcPts val="600"/>
              </a:spcBef>
              <a:spcAft>
                <a:spcPts val="0"/>
              </a:spcAft>
              <a:buClrTx/>
              <a:buSzPct val="125000"/>
              <a:buFont typeface="Arial" charset="0"/>
              <a:buChar char="▪"/>
              <a:tabLst/>
              <a:defRPr/>
            </a:pPr>
            <a:r>
              <a:rPr kumimoji="0" lang="pt-BR" sz="1400" b="1" i="0" u="none" strike="noStrike" kern="1200" cap="none" spc="0" normalizeH="0" baseline="0" noProof="0">
                <a:ln>
                  <a:noFill/>
                </a:ln>
                <a:solidFill>
                  <a:srgbClr val="071C25"/>
                </a:solidFill>
                <a:effectLst/>
                <a:uLnTx/>
                <a:uFillTx/>
                <a:latin typeface="Arial"/>
                <a:ea typeface="+mn-ea"/>
                <a:cs typeface="+mn-cs"/>
              </a:rPr>
              <a:t>Organização/ Governança</a:t>
            </a:r>
          </a:p>
          <a:p>
            <a:pPr marL="441325" marR="0" lvl="2" indent="-176213" algn="l" defTabSz="895350" rtl="0" eaLnBrk="1" fontAlgn="base" latinLnBrk="0" hangingPunct="1">
              <a:lnSpc>
                <a:spcPct val="100000"/>
              </a:lnSpc>
              <a:spcBef>
                <a:spcPts val="600"/>
              </a:spcBef>
              <a:spcAft>
                <a:spcPts val="0"/>
              </a:spcAft>
              <a:buClrTx/>
              <a:buSzPct val="125000"/>
              <a:buFont typeface="Arial" charset="0"/>
              <a:buChar char="▪"/>
              <a:tabLst/>
              <a:defRPr/>
            </a:pPr>
            <a:r>
              <a:rPr kumimoji="0" lang="pt-BR" sz="1400" b="1" i="0" u="none" strike="noStrike" kern="1200" cap="none" spc="0" normalizeH="0" baseline="0" noProof="0">
                <a:ln>
                  <a:noFill/>
                </a:ln>
                <a:solidFill>
                  <a:srgbClr val="071C25"/>
                </a:solidFill>
                <a:effectLst/>
                <a:uLnTx/>
                <a:uFillTx/>
                <a:latin typeface="Arial"/>
                <a:ea typeface="+mn-ea"/>
                <a:cs typeface="+mn-cs"/>
              </a:rPr>
              <a:t>Políticas/ incentivos</a:t>
            </a:r>
          </a:p>
          <a:p>
            <a:pPr marL="441325" marR="0" lvl="2" indent="-176213" algn="l" defTabSz="895350" rtl="0" eaLnBrk="1" fontAlgn="base" latinLnBrk="0" hangingPunct="1">
              <a:lnSpc>
                <a:spcPct val="100000"/>
              </a:lnSpc>
              <a:spcBef>
                <a:spcPts val="600"/>
              </a:spcBef>
              <a:spcAft>
                <a:spcPts val="0"/>
              </a:spcAft>
              <a:buClrTx/>
              <a:buSzPct val="125000"/>
              <a:buFont typeface="Arial" charset="0"/>
              <a:buChar char="▪"/>
              <a:tabLst/>
              <a:defRPr/>
            </a:pPr>
            <a:r>
              <a:rPr kumimoji="0" lang="pt-BR" sz="1400" b="1" i="0" u="none" strike="noStrike" kern="1200" cap="none" spc="0" normalizeH="0" baseline="0" noProof="0">
                <a:ln>
                  <a:noFill/>
                </a:ln>
                <a:solidFill>
                  <a:srgbClr val="071C25"/>
                </a:solidFill>
                <a:effectLst/>
                <a:uLnTx/>
                <a:uFillTx/>
                <a:latin typeface="Arial"/>
                <a:ea typeface="+mn-ea"/>
                <a:cs typeface="+mn-cs"/>
              </a:rPr>
              <a:t>Processos</a:t>
            </a:r>
          </a:p>
          <a:p>
            <a:pPr marL="441325" marR="0" lvl="2" indent="-176213" algn="l" defTabSz="895350" rtl="0" eaLnBrk="1" fontAlgn="base" latinLnBrk="0" hangingPunct="1">
              <a:lnSpc>
                <a:spcPct val="100000"/>
              </a:lnSpc>
              <a:spcBef>
                <a:spcPts val="600"/>
              </a:spcBef>
              <a:spcAft>
                <a:spcPts val="0"/>
              </a:spcAft>
              <a:buClrTx/>
              <a:buSzPct val="125000"/>
              <a:buFont typeface="Arial" charset="0"/>
              <a:buChar char="▪"/>
              <a:tabLst/>
              <a:defRPr/>
            </a:pPr>
            <a:r>
              <a:rPr kumimoji="0" lang="pt-BR" sz="1400" b="1" i="0" u="none" strike="noStrike" kern="1200" cap="none" spc="0" normalizeH="0" baseline="0" noProof="0">
                <a:ln>
                  <a:noFill/>
                </a:ln>
                <a:solidFill>
                  <a:srgbClr val="071C25"/>
                </a:solidFill>
                <a:effectLst/>
                <a:uLnTx/>
                <a:uFillTx/>
                <a:latin typeface="Arial"/>
                <a:ea typeface="+mn-ea"/>
                <a:cs typeface="+mn-cs"/>
              </a:rPr>
              <a:t>Sistemas</a:t>
            </a:r>
          </a:p>
          <a:p>
            <a:pPr marL="441325" marR="0" lvl="2" indent="-176213" algn="l" defTabSz="895350" rtl="0" eaLnBrk="1" fontAlgn="base" latinLnBrk="0" hangingPunct="1">
              <a:lnSpc>
                <a:spcPct val="100000"/>
              </a:lnSpc>
              <a:spcBef>
                <a:spcPts val="600"/>
              </a:spcBef>
              <a:spcAft>
                <a:spcPts val="0"/>
              </a:spcAft>
              <a:buClrTx/>
              <a:buSzPct val="125000"/>
              <a:buFont typeface="Arial" charset="0"/>
              <a:buChar char="▪"/>
              <a:tabLst/>
              <a:defRPr/>
            </a:pPr>
            <a:r>
              <a:rPr kumimoji="0" lang="pt-BR" sz="1400" b="1" i="0" u="none" strike="noStrike" kern="1200" cap="none" spc="0" normalizeH="0" baseline="0" noProof="0">
                <a:ln>
                  <a:noFill/>
                </a:ln>
                <a:solidFill>
                  <a:srgbClr val="071C25"/>
                </a:solidFill>
                <a:effectLst/>
                <a:uLnTx/>
                <a:uFillTx/>
                <a:latin typeface="Arial"/>
                <a:ea typeface="+mn-ea"/>
                <a:cs typeface="+mn-cs"/>
              </a:rPr>
              <a:t>Capacitações</a:t>
            </a:r>
          </a:p>
          <a:p>
            <a:pPr marL="441325" marR="0" lvl="2" indent="-176213" algn="l" defTabSz="895350" rtl="0" eaLnBrk="1" fontAlgn="base" latinLnBrk="0" hangingPunct="1">
              <a:lnSpc>
                <a:spcPct val="100000"/>
              </a:lnSpc>
              <a:spcBef>
                <a:spcPts val="600"/>
              </a:spcBef>
              <a:spcAft>
                <a:spcPts val="0"/>
              </a:spcAft>
              <a:buClrTx/>
              <a:buSzPct val="125000"/>
              <a:buFont typeface="Arial" charset="0"/>
              <a:buChar char="▪"/>
              <a:tabLst/>
              <a:defRPr/>
            </a:pPr>
            <a:r>
              <a:rPr kumimoji="0" lang="pt-BR" sz="1400" b="1" i="0" u="none" strike="noStrike" kern="1200" cap="none" spc="0" normalizeH="0" baseline="0" noProof="0">
                <a:ln>
                  <a:noFill/>
                </a:ln>
                <a:solidFill>
                  <a:srgbClr val="071C25"/>
                </a:solidFill>
                <a:effectLst/>
                <a:uLnTx/>
                <a:uFillTx/>
                <a:latin typeface="Arial"/>
                <a:ea typeface="+mn-ea"/>
                <a:cs typeface="+mn-cs"/>
              </a:rPr>
              <a:t>...</a:t>
            </a:r>
          </a:p>
        </p:txBody>
      </p:sp>
      <p:sp>
        <p:nvSpPr>
          <p:cNvPr id="14" name="Freeform 77">
            <a:extLst>
              <a:ext uri="{FF2B5EF4-FFF2-40B4-BE49-F238E27FC236}">
                <a16:creationId xmlns:a16="http://schemas.microsoft.com/office/drawing/2014/main" id="{B6DDE649-08F2-43C9-833F-049E98B423D3}"/>
              </a:ext>
            </a:extLst>
          </p:cNvPr>
          <p:cNvSpPr/>
          <p:nvPr>
            <p:custDataLst>
              <p:tags r:id="rId6"/>
            </p:custDataLst>
          </p:nvPr>
        </p:nvSpPr>
        <p:spPr bwMode="auto">
          <a:xfrm>
            <a:off x="4331714" y="1261209"/>
            <a:ext cx="3780000" cy="804888"/>
          </a:xfrm>
          <a:prstGeom prst="chevron">
            <a:avLst>
              <a:gd name="adj" fmla="val 16167"/>
            </a:avLst>
          </a:prstGeom>
          <a:solidFill>
            <a:schemeClr val="accent2"/>
          </a:solidFill>
          <a:ln w="9525">
            <a:noFill/>
            <a:round/>
            <a:headEnd/>
            <a:tailEnd/>
          </a:ln>
        </p:spPr>
        <p:txBody>
          <a:bodyPr wrap="square" lIns="108000" rtlCol="0" anchor="ctr" anchorCtr="1"/>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pt-BR" sz="1400" b="1" i="0" u="none" strike="noStrike" kern="0" cap="none" spc="0" normalizeH="0" baseline="0" noProof="0">
                <a:ln>
                  <a:noFill/>
                </a:ln>
                <a:solidFill>
                  <a:prstClr val="white"/>
                </a:solidFill>
                <a:effectLst/>
                <a:uLnTx/>
                <a:uFillTx/>
                <a:latin typeface="Arial"/>
                <a:ea typeface="+mn-ea"/>
                <a:cs typeface="+mn-cs"/>
              </a:rPr>
              <a:t>Priorização e distribuição dos elementos das do novo modelo em  ondas de implementação</a:t>
            </a:r>
          </a:p>
        </p:txBody>
      </p:sp>
      <p:sp>
        <p:nvSpPr>
          <p:cNvPr id="15" name="Freeform 71">
            <a:extLst>
              <a:ext uri="{FF2B5EF4-FFF2-40B4-BE49-F238E27FC236}">
                <a16:creationId xmlns:a16="http://schemas.microsoft.com/office/drawing/2014/main" id="{79B4BB12-4084-A2CD-A873-067C57899702}"/>
              </a:ext>
            </a:extLst>
          </p:cNvPr>
          <p:cNvSpPr/>
          <p:nvPr>
            <p:custDataLst>
              <p:tags r:id="rId7"/>
            </p:custDataLst>
          </p:nvPr>
        </p:nvSpPr>
        <p:spPr bwMode="auto">
          <a:xfrm>
            <a:off x="8184459" y="1261209"/>
            <a:ext cx="3780000" cy="804888"/>
          </a:xfrm>
          <a:prstGeom prst="chevron">
            <a:avLst>
              <a:gd name="adj" fmla="val 16896"/>
            </a:avLst>
          </a:prstGeom>
          <a:solidFill>
            <a:schemeClr val="accent2"/>
          </a:solidFill>
          <a:ln w="9525">
            <a:noFill/>
            <a:round/>
            <a:headEnd/>
            <a:tailEnd/>
          </a:ln>
        </p:spPr>
        <p:txBody>
          <a:bodyPr wrap="square" lIns="108000" rtlCol="0" anchor="ctr" anchorCtr="1"/>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pt-BR" sz="1400" b="1" i="0" u="none" strike="noStrike" kern="0" cap="none" spc="0" normalizeH="0" baseline="0" noProof="0">
                <a:ln>
                  <a:noFill/>
                </a:ln>
                <a:solidFill>
                  <a:prstClr val="white"/>
                </a:solidFill>
                <a:effectLst/>
                <a:uLnTx/>
                <a:uFillTx/>
                <a:latin typeface="Arial"/>
                <a:ea typeface="+mn-ea"/>
                <a:cs typeface="+mn-cs"/>
              </a:rPr>
              <a:t>Detalhamentos dos elementos das ações estruturantes</a:t>
            </a:r>
          </a:p>
        </p:txBody>
      </p:sp>
      <p:sp>
        <p:nvSpPr>
          <p:cNvPr id="16" name="Freeform 75">
            <a:extLst>
              <a:ext uri="{FF2B5EF4-FFF2-40B4-BE49-F238E27FC236}">
                <a16:creationId xmlns:a16="http://schemas.microsoft.com/office/drawing/2014/main" id="{7D847356-525D-62BE-B0FD-B7964F816BC4}"/>
              </a:ext>
            </a:extLst>
          </p:cNvPr>
          <p:cNvSpPr/>
          <p:nvPr>
            <p:custDataLst>
              <p:tags r:id="rId8"/>
            </p:custDataLst>
          </p:nvPr>
        </p:nvSpPr>
        <p:spPr bwMode="auto">
          <a:xfrm>
            <a:off x="478970" y="1261209"/>
            <a:ext cx="3780000" cy="804888"/>
          </a:xfrm>
          <a:prstGeom prst="homePlate">
            <a:avLst>
              <a:gd name="adj" fmla="val 15804"/>
            </a:avLst>
          </a:prstGeom>
          <a:solidFill>
            <a:schemeClr val="accent2"/>
          </a:solidFill>
          <a:ln w="9525">
            <a:noFill/>
            <a:round/>
            <a:headEnd/>
            <a:tailEnd/>
          </a:ln>
        </p:spPr>
        <p:txBody>
          <a:bodyPr wrap="square" lIns="108000" rtlCol="0" anchor="ctr" anchorCtr="1"/>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pt-BR" sz="1400" b="1" i="0" u="none" strike="noStrike" kern="0" cap="none" spc="0" normalizeH="0" baseline="0" noProof="0">
                <a:ln>
                  <a:noFill/>
                </a:ln>
                <a:solidFill>
                  <a:prstClr val="white"/>
                </a:solidFill>
                <a:effectLst/>
                <a:uLnTx/>
                <a:uFillTx/>
                <a:latin typeface="Arial"/>
                <a:ea typeface="+mn-ea"/>
                <a:cs typeface="+mn-cs"/>
              </a:rPr>
              <a:t>Consolidação das ações estruturantes</a:t>
            </a:r>
          </a:p>
        </p:txBody>
      </p:sp>
      <p:cxnSp>
        <p:nvCxnSpPr>
          <p:cNvPr id="17" name="Straight Connector 24">
            <a:extLst>
              <a:ext uri="{FF2B5EF4-FFF2-40B4-BE49-F238E27FC236}">
                <a16:creationId xmlns:a16="http://schemas.microsoft.com/office/drawing/2014/main" id="{EC6D3903-CA6B-DC38-FA94-183A63AAFE55}"/>
              </a:ext>
            </a:extLst>
          </p:cNvPr>
          <p:cNvCxnSpPr>
            <a:cxnSpLocks/>
          </p:cNvCxnSpPr>
          <p:nvPr/>
        </p:nvCxnSpPr>
        <p:spPr>
          <a:xfrm>
            <a:off x="8148087" y="2258651"/>
            <a:ext cx="0" cy="4176000"/>
          </a:xfrm>
          <a:prstGeom prst="line">
            <a:avLst/>
          </a:prstGeom>
          <a:ln w="9525">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8" name="Straight Connector 45">
            <a:extLst>
              <a:ext uri="{FF2B5EF4-FFF2-40B4-BE49-F238E27FC236}">
                <a16:creationId xmlns:a16="http://schemas.microsoft.com/office/drawing/2014/main" id="{FFA2C8AA-D3A2-09F5-7BCB-2C9A0423E192}"/>
              </a:ext>
            </a:extLst>
          </p:cNvPr>
          <p:cNvCxnSpPr>
            <a:cxnSpLocks/>
          </p:cNvCxnSpPr>
          <p:nvPr/>
        </p:nvCxnSpPr>
        <p:spPr>
          <a:xfrm>
            <a:off x="4295342" y="2258651"/>
            <a:ext cx="0" cy="4176000"/>
          </a:xfrm>
          <a:prstGeom prst="line">
            <a:avLst/>
          </a:prstGeom>
          <a:ln w="9525">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pic>
        <p:nvPicPr>
          <p:cNvPr id="19" name="Imagem 18">
            <a:extLst>
              <a:ext uri="{FF2B5EF4-FFF2-40B4-BE49-F238E27FC236}">
                <a16:creationId xmlns:a16="http://schemas.microsoft.com/office/drawing/2014/main" id="{0213B612-FA50-C185-F4B9-09118718CC6F}"/>
              </a:ext>
            </a:extLst>
          </p:cNvPr>
          <p:cNvPicPr>
            <a:picLocks noChangeAspect="1"/>
          </p:cNvPicPr>
          <p:nvPr/>
        </p:nvPicPr>
        <p:blipFill>
          <a:blip r:embed="rId13" cstate="email">
            <a:extLst>
              <a:ext uri="{28A0092B-C50C-407E-A947-70E740481C1C}">
                <a14:useLocalDpi xmlns:a14="http://schemas.microsoft.com/office/drawing/2010/main"/>
              </a:ext>
            </a:extLst>
          </a:blip>
          <a:stretch>
            <a:fillRect/>
          </a:stretch>
        </p:blipFill>
        <p:spPr>
          <a:xfrm>
            <a:off x="658970" y="2166051"/>
            <a:ext cx="2528901" cy="1472567"/>
          </a:xfrm>
          <a:prstGeom prst="rect">
            <a:avLst/>
          </a:prstGeom>
        </p:spPr>
      </p:pic>
      <p:pic>
        <p:nvPicPr>
          <p:cNvPr id="21" name="Imagem 20">
            <a:extLst>
              <a:ext uri="{FF2B5EF4-FFF2-40B4-BE49-F238E27FC236}">
                <a16:creationId xmlns:a16="http://schemas.microsoft.com/office/drawing/2014/main" id="{188C6009-9D67-181E-20C9-F5B7DBBEB158}"/>
              </a:ext>
            </a:extLst>
          </p:cNvPr>
          <p:cNvPicPr>
            <a:picLocks noChangeAspect="1"/>
          </p:cNvPicPr>
          <p:nvPr/>
        </p:nvPicPr>
        <p:blipFill>
          <a:blip r:embed="rId14" cstate="email">
            <a:extLst>
              <a:ext uri="{28A0092B-C50C-407E-A947-70E740481C1C}">
                <a14:useLocalDpi xmlns:a14="http://schemas.microsoft.com/office/drawing/2010/main"/>
              </a:ext>
            </a:extLst>
          </a:blip>
          <a:stretch>
            <a:fillRect/>
          </a:stretch>
        </p:blipFill>
        <p:spPr>
          <a:xfrm>
            <a:off x="948742" y="2412818"/>
            <a:ext cx="2685600" cy="1563811"/>
          </a:xfrm>
          <a:prstGeom prst="rect">
            <a:avLst/>
          </a:prstGeom>
        </p:spPr>
      </p:pic>
      <p:pic>
        <p:nvPicPr>
          <p:cNvPr id="22" name="Imagem 21">
            <a:extLst>
              <a:ext uri="{FF2B5EF4-FFF2-40B4-BE49-F238E27FC236}">
                <a16:creationId xmlns:a16="http://schemas.microsoft.com/office/drawing/2014/main" id="{24964882-B248-34CA-DAF3-9E26CAC7D43E}"/>
              </a:ext>
            </a:extLst>
          </p:cNvPr>
          <p:cNvPicPr>
            <a:picLocks noChangeAspect="1"/>
          </p:cNvPicPr>
          <p:nvPr/>
        </p:nvPicPr>
        <p:blipFill>
          <a:blip r:embed="rId15" cstate="email">
            <a:extLst>
              <a:ext uri="{28A0092B-C50C-407E-A947-70E740481C1C}">
                <a14:useLocalDpi xmlns:a14="http://schemas.microsoft.com/office/drawing/2010/main"/>
              </a:ext>
            </a:extLst>
          </a:blip>
          <a:stretch>
            <a:fillRect/>
          </a:stretch>
        </p:blipFill>
        <p:spPr>
          <a:xfrm>
            <a:off x="1395213" y="2750827"/>
            <a:ext cx="2683757" cy="1408969"/>
          </a:xfrm>
          <a:prstGeom prst="rect">
            <a:avLst/>
          </a:prstGeom>
        </p:spPr>
      </p:pic>
      <p:pic>
        <p:nvPicPr>
          <p:cNvPr id="23" name="Imagem 22">
            <a:extLst>
              <a:ext uri="{FF2B5EF4-FFF2-40B4-BE49-F238E27FC236}">
                <a16:creationId xmlns:a16="http://schemas.microsoft.com/office/drawing/2014/main" id="{2248D830-D8B5-DC8A-CA6B-CF730FA8CB6F}"/>
              </a:ext>
            </a:extLst>
          </p:cNvPr>
          <p:cNvPicPr>
            <a:picLocks noChangeAspect="1"/>
          </p:cNvPicPr>
          <p:nvPr/>
        </p:nvPicPr>
        <p:blipFill>
          <a:blip r:embed="rId16" cstate="email">
            <a:extLst>
              <a:ext uri="{28A0092B-C50C-407E-A947-70E740481C1C}">
                <a14:useLocalDpi xmlns:a14="http://schemas.microsoft.com/office/drawing/2010/main"/>
              </a:ext>
            </a:extLst>
          </a:blip>
          <a:stretch>
            <a:fillRect/>
          </a:stretch>
        </p:blipFill>
        <p:spPr>
          <a:xfrm>
            <a:off x="8364459" y="2166051"/>
            <a:ext cx="2448728" cy="1376737"/>
          </a:xfrm>
          <a:prstGeom prst="rect">
            <a:avLst/>
          </a:prstGeom>
        </p:spPr>
      </p:pic>
      <p:pic>
        <p:nvPicPr>
          <p:cNvPr id="24" name="Imagem 23">
            <a:extLst>
              <a:ext uri="{FF2B5EF4-FFF2-40B4-BE49-F238E27FC236}">
                <a16:creationId xmlns:a16="http://schemas.microsoft.com/office/drawing/2014/main" id="{FCC903CE-7858-4DFF-988E-2E3AD480F298}"/>
              </a:ext>
            </a:extLst>
          </p:cNvPr>
          <p:cNvPicPr>
            <a:picLocks noChangeAspect="1"/>
          </p:cNvPicPr>
          <p:nvPr/>
        </p:nvPicPr>
        <p:blipFill>
          <a:blip r:embed="rId17" cstate="email">
            <a:extLst>
              <a:ext uri="{28A0092B-C50C-407E-A947-70E740481C1C}">
                <a14:useLocalDpi xmlns:a14="http://schemas.microsoft.com/office/drawing/2010/main"/>
              </a:ext>
            </a:extLst>
          </a:blip>
          <a:stretch>
            <a:fillRect/>
          </a:stretch>
        </p:blipFill>
        <p:spPr>
          <a:xfrm>
            <a:off x="8850095" y="2458439"/>
            <a:ext cx="2448729" cy="1376737"/>
          </a:xfrm>
          <a:prstGeom prst="rect">
            <a:avLst/>
          </a:prstGeom>
        </p:spPr>
      </p:pic>
      <p:pic>
        <p:nvPicPr>
          <p:cNvPr id="28" name="Imagem 27">
            <a:extLst>
              <a:ext uri="{FF2B5EF4-FFF2-40B4-BE49-F238E27FC236}">
                <a16:creationId xmlns:a16="http://schemas.microsoft.com/office/drawing/2014/main" id="{0C3ADCE4-92AB-DD17-E705-9AE630EF35B9}"/>
              </a:ext>
            </a:extLst>
          </p:cNvPr>
          <p:cNvPicPr>
            <a:picLocks noChangeAspect="1"/>
          </p:cNvPicPr>
          <p:nvPr/>
        </p:nvPicPr>
        <p:blipFill>
          <a:blip r:embed="rId18" cstate="email">
            <a:extLst>
              <a:ext uri="{28A0092B-C50C-407E-A947-70E740481C1C}">
                <a14:useLocalDpi xmlns:a14="http://schemas.microsoft.com/office/drawing/2010/main"/>
              </a:ext>
            </a:extLst>
          </a:blip>
          <a:stretch>
            <a:fillRect/>
          </a:stretch>
        </p:blipFill>
        <p:spPr>
          <a:xfrm>
            <a:off x="9083318" y="2740771"/>
            <a:ext cx="2448727" cy="1376737"/>
          </a:xfrm>
          <a:prstGeom prst="rect">
            <a:avLst/>
          </a:prstGeom>
        </p:spPr>
      </p:pic>
      <p:pic>
        <p:nvPicPr>
          <p:cNvPr id="29" name="Imagem 28">
            <a:extLst>
              <a:ext uri="{FF2B5EF4-FFF2-40B4-BE49-F238E27FC236}">
                <a16:creationId xmlns:a16="http://schemas.microsoft.com/office/drawing/2014/main" id="{6DC17C4B-AB10-51FD-9F7E-DAC7FAB99371}"/>
              </a:ext>
            </a:extLst>
          </p:cNvPr>
          <p:cNvPicPr>
            <a:picLocks noChangeAspect="1"/>
          </p:cNvPicPr>
          <p:nvPr/>
        </p:nvPicPr>
        <p:blipFill>
          <a:blip r:embed="rId19" cstate="email">
            <a:extLst>
              <a:ext uri="{28A0092B-C50C-407E-A947-70E740481C1C}">
                <a14:useLocalDpi xmlns:a14="http://schemas.microsoft.com/office/drawing/2010/main"/>
              </a:ext>
            </a:extLst>
          </a:blip>
          <a:stretch>
            <a:fillRect/>
          </a:stretch>
        </p:blipFill>
        <p:spPr>
          <a:xfrm>
            <a:off x="9335731" y="2750827"/>
            <a:ext cx="2448728" cy="1376737"/>
          </a:xfrm>
          <a:prstGeom prst="rect">
            <a:avLst/>
          </a:prstGeom>
        </p:spPr>
      </p:pic>
      <p:pic>
        <p:nvPicPr>
          <p:cNvPr id="46" name="Imagem 45">
            <a:extLst>
              <a:ext uri="{FF2B5EF4-FFF2-40B4-BE49-F238E27FC236}">
                <a16:creationId xmlns:a16="http://schemas.microsoft.com/office/drawing/2014/main" id="{7F884222-D19A-7F9B-9CD7-65A8FF1E45DF}"/>
              </a:ext>
            </a:extLst>
          </p:cNvPr>
          <p:cNvPicPr>
            <a:picLocks noChangeAspect="1"/>
          </p:cNvPicPr>
          <p:nvPr/>
        </p:nvPicPr>
        <p:blipFill>
          <a:blip r:embed="rId20" cstate="email">
            <a:extLst>
              <a:ext uri="{28A0092B-C50C-407E-A947-70E740481C1C}">
                <a14:useLocalDpi xmlns:a14="http://schemas.microsoft.com/office/drawing/2010/main"/>
              </a:ext>
            </a:extLst>
          </a:blip>
          <a:stretch>
            <a:fillRect/>
          </a:stretch>
        </p:blipFill>
        <p:spPr>
          <a:xfrm>
            <a:off x="4511714" y="2166051"/>
            <a:ext cx="3420000" cy="1610550"/>
          </a:xfrm>
          <a:prstGeom prst="rect">
            <a:avLst/>
          </a:prstGeom>
        </p:spPr>
      </p:pic>
      <p:sp>
        <p:nvSpPr>
          <p:cNvPr id="25" name="Content Placeholder 2">
            <a:extLst>
              <a:ext uri="{FF2B5EF4-FFF2-40B4-BE49-F238E27FC236}">
                <a16:creationId xmlns:a16="http://schemas.microsoft.com/office/drawing/2014/main" id="{16C7EC2E-C20C-CE6A-3959-865EB9F4BC4F}"/>
              </a:ext>
            </a:extLst>
          </p:cNvPr>
          <p:cNvSpPr txBox="1">
            <a:spLocks/>
          </p:cNvSpPr>
          <p:nvPr/>
        </p:nvSpPr>
        <p:spPr bwMode="auto">
          <a:xfrm>
            <a:off x="478971" y="864001"/>
            <a:ext cx="8794113" cy="246221"/>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marL="195263" indent="-195263" algn="l" rtl="0" eaLnBrk="1" fontAlgn="base" hangingPunct="1">
              <a:spcBef>
                <a:spcPts val="0"/>
              </a:spcBef>
              <a:spcAft>
                <a:spcPts val="600"/>
              </a:spcAft>
              <a:buClr>
                <a:schemeClr val="tx2"/>
              </a:buClr>
              <a:buFont typeface="Wingdings" panose="05000000000000000000" pitchFamily="2" charset="2"/>
              <a:buChar char="§"/>
              <a:defRPr sz="1400">
                <a:solidFill>
                  <a:schemeClr val="tx1"/>
                </a:solidFill>
                <a:latin typeface="+mn-lt"/>
                <a:ea typeface="+mn-ea"/>
                <a:cs typeface="+mn-cs"/>
              </a:defRPr>
            </a:lvl1pPr>
            <a:lvl2pPr marL="404813" indent="-207963" algn="l" rtl="0" eaLnBrk="1" fontAlgn="base" hangingPunct="1">
              <a:spcBef>
                <a:spcPts val="0"/>
              </a:spcBef>
              <a:spcAft>
                <a:spcPts val="600"/>
              </a:spcAft>
              <a:buClr>
                <a:schemeClr val="tx2"/>
              </a:buClr>
              <a:buChar char="–"/>
              <a:defRPr sz="1400">
                <a:solidFill>
                  <a:schemeClr val="tx1"/>
                </a:solidFill>
                <a:latin typeface="+mn-lt"/>
              </a:defRPr>
            </a:lvl2pPr>
            <a:lvl3pPr marL="587375" indent="-180975" algn="l" rtl="0" eaLnBrk="1" fontAlgn="base" hangingPunct="1">
              <a:spcBef>
                <a:spcPct val="20000"/>
              </a:spcBef>
              <a:spcAft>
                <a:spcPct val="0"/>
              </a:spcAft>
              <a:buClr>
                <a:schemeClr val="tx2"/>
              </a:buClr>
              <a:buChar char="•"/>
              <a:defRPr sz="1600">
                <a:solidFill>
                  <a:schemeClr val="tx1"/>
                </a:solidFill>
                <a:latin typeface="+mn-lt"/>
              </a:defRPr>
            </a:lvl3pPr>
            <a:lvl4pPr marL="815975" indent="-227013" algn="l" rtl="0" eaLnBrk="1" fontAlgn="base" hangingPunct="1">
              <a:spcBef>
                <a:spcPct val="20000"/>
              </a:spcBef>
              <a:spcAft>
                <a:spcPct val="0"/>
              </a:spcAft>
              <a:buClr>
                <a:schemeClr val="tx2"/>
              </a:buClr>
              <a:buChar char="–"/>
              <a:defRPr sz="1600">
                <a:solidFill>
                  <a:schemeClr val="tx1"/>
                </a:solidFill>
                <a:latin typeface="+mn-lt"/>
              </a:defRPr>
            </a:lvl4pPr>
            <a:lvl5pPr marL="968375" indent="-150813" algn="l" rtl="0" eaLnBrk="1" fontAlgn="base" hangingPunct="1">
              <a:spcBef>
                <a:spcPct val="20000"/>
              </a:spcBef>
              <a:spcAft>
                <a:spcPct val="0"/>
              </a:spcAft>
              <a:buClr>
                <a:schemeClr val="tx2"/>
              </a:buClr>
              <a:buChar char="»"/>
              <a:defRPr sz="1600">
                <a:solidFill>
                  <a:schemeClr val="tx1"/>
                </a:solidFill>
                <a:latin typeface="+mn-lt"/>
              </a:defRPr>
            </a:lvl5pPr>
            <a:lvl6pPr marL="1425575" indent="-150813" algn="l" rtl="0" eaLnBrk="1" fontAlgn="base" hangingPunct="1">
              <a:spcBef>
                <a:spcPct val="20000"/>
              </a:spcBef>
              <a:spcAft>
                <a:spcPct val="0"/>
              </a:spcAft>
              <a:buChar char="»"/>
              <a:defRPr sz="1000">
                <a:solidFill>
                  <a:schemeClr val="tx1"/>
                </a:solidFill>
                <a:latin typeface="+mn-lt"/>
              </a:defRPr>
            </a:lvl6pPr>
            <a:lvl7pPr marL="1882775" indent="-150813" algn="l" rtl="0" eaLnBrk="1" fontAlgn="base" hangingPunct="1">
              <a:spcBef>
                <a:spcPct val="20000"/>
              </a:spcBef>
              <a:spcAft>
                <a:spcPct val="0"/>
              </a:spcAft>
              <a:buChar char="»"/>
              <a:defRPr sz="1000">
                <a:solidFill>
                  <a:schemeClr val="tx1"/>
                </a:solidFill>
                <a:latin typeface="+mn-lt"/>
              </a:defRPr>
            </a:lvl7pPr>
            <a:lvl8pPr marL="2339975" indent="-150813" algn="l" rtl="0" eaLnBrk="1" fontAlgn="base" hangingPunct="1">
              <a:spcBef>
                <a:spcPct val="20000"/>
              </a:spcBef>
              <a:spcAft>
                <a:spcPct val="0"/>
              </a:spcAft>
              <a:buChar char="»"/>
              <a:defRPr sz="1000">
                <a:solidFill>
                  <a:schemeClr val="tx1"/>
                </a:solidFill>
                <a:latin typeface="+mn-lt"/>
              </a:defRPr>
            </a:lvl8pPr>
            <a:lvl9pPr marL="2797175" indent="-150813" algn="l" rtl="0" eaLnBrk="1" fontAlgn="base" hangingPunct="1">
              <a:spcBef>
                <a:spcPct val="20000"/>
              </a:spcBef>
              <a:spcAft>
                <a:spcPct val="0"/>
              </a:spcAft>
              <a:buChar char="»"/>
              <a:defRPr sz="1000">
                <a:solidFill>
                  <a:schemeClr val="tx1"/>
                </a:solidFill>
                <a:latin typeface="+mn-lt"/>
              </a:defRPr>
            </a:lvl9pPr>
          </a:lstStyle>
          <a:p>
            <a:pPr marL="0" marR="0" lvl="0" indent="0" algn="l" defTabSz="895350" rtl="0" eaLnBrk="1" fontAlgn="auto" latinLnBrk="0" hangingPunct="1">
              <a:lnSpc>
                <a:spcPct val="100000"/>
              </a:lnSpc>
              <a:spcBef>
                <a:spcPts val="0"/>
              </a:spcBef>
              <a:spcAft>
                <a:spcPts val="0"/>
              </a:spcAft>
              <a:buClrTx/>
              <a:buSzTx/>
              <a:buFontTx/>
              <a:buNone/>
              <a:tabLst/>
              <a:defRPr/>
            </a:pPr>
            <a:r>
              <a:rPr kumimoji="0" lang="pt-BR" sz="1600" b="0" i="0" u="none" strike="noStrike" kern="1200" cap="none" spc="0" normalizeH="0" baseline="0" noProof="0">
                <a:ln>
                  <a:noFill/>
                </a:ln>
                <a:solidFill>
                  <a:srgbClr val="808080"/>
                </a:solidFill>
                <a:effectLst/>
                <a:uLnTx/>
                <a:uFillTx/>
                <a:latin typeface="Arial" charset="0"/>
                <a:ea typeface="+mn-ea"/>
                <a:cs typeface="+mn-cs"/>
              </a:rPr>
              <a:t>Abordagem para elaboração do macro plano de implementação</a:t>
            </a:r>
            <a:endParaRPr kumimoji="0" lang="pt-BR" sz="1600" b="0" i="1" u="none" strike="noStrike" kern="1200" cap="none" spc="0" normalizeH="0" baseline="0" noProof="0">
              <a:ln>
                <a:noFill/>
              </a:ln>
              <a:solidFill>
                <a:srgbClr val="808080"/>
              </a:solidFill>
              <a:effectLst/>
              <a:uLnTx/>
              <a:uFillTx/>
              <a:latin typeface="Arial" charset="0"/>
              <a:ea typeface="+mn-ea"/>
              <a:cs typeface="+mn-cs"/>
            </a:endParaRPr>
          </a:p>
        </p:txBody>
      </p:sp>
    </p:spTree>
    <p:extLst>
      <p:ext uri="{BB962C8B-B14F-4D97-AF65-F5344CB8AC3E}">
        <p14:creationId xmlns:p14="http://schemas.microsoft.com/office/powerpoint/2010/main" val="228145111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5" name="Objeto 4" hidden="1">
            <a:extLst>
              <a:ext uri="{FF2B5EF4-FFF2-40B4-BE49-F238E27FC236}">
                <a16:creationId xmlns:a16="http://schemas.microsoft.com/office/drawing/2014/main" id="{D4A188E8-8C11-73CA-C6CA-ADC0BB4CAD29}"/>
              </a:ext>
            </a:extLst>
          </p:cNvPr>
          <p:cNvGraphicFramePr>
            <a:graphicFrameLocks noChangeAspect="1"/>
          </p:cNvGraphicFramePr>
          <p:nvPr>
            <p:custDataLst>
              <p:tags r:id="rId1"/>
            </p:custDataLst>
            <p:extLst>
              <p:ext uri="{D42A27DB-BD31-4B8C-83A1-F6EECF244321}">
                <p14:modId xmlns:p14="http://schemas.microsoft.com/office/powerpoint/2010/main" val="205802384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Slide do think-cell" r:id="rId4" imgW="395" imgH="396" progId="TCLayout.ActiveDocument.1">
                  <p:embed/>
                </p:oleObj>
              </mc:Choice>
              <mc:Fallback>
                <p:oleObj name="Slide do think-cell" r:id="rId4" imgW="395" imgH="396" progId="TCLayout.ActiveDocument.1">
                  <p:embed/>
                  <p:pic>
                    <p:nvPicPr>
                      <p:cNvPr id="5" name="Objeto 4" hidden="1">
                        <a:extLst>
                          <a:ext uri="{FF2B5EF4-FFF2-40B4-BE49-F238E27FC236}">
                            <a16:creationId xmlns:a16="http://schemas.microsoft.com/office/drawing/2014/main" id="{D4A188E8-8C11-73CA-C6CA-ADC0BB4CAD2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cxnSp>
        <p:nvCxnSpPr>
          <p:cNvPr id="31" name="Conector de Seta Reta 39">
            <a:extLst>
              <a:ext uri="{FF2B5EF4-FFF2-40B4-BE49-F238E27FC236}">
                <a16:creationId xmlns:a16="http://schemas.microsoft.com/office/drawing/2014/main" id="{1AA8E5C3-BFE8-695F-DA81-D5007B99B681}"/>
              </a:ext>
            </a:extLst>
          </p:cNvPr>
          <p:cNvCxnSpPr>
            <a:cxnSpLocks/>
          </p:cNvCxnSpPr>
          <p:nvPr/>
        </p:nvCxnSpPr>
        <p:spPr>
          <a:xfrm>
            <a:off x="4672859" y="843731"/>
            <a:ext cx="4932000" cy="0"/>
          </a:xfrm>
          <a:prstGeom prst="straightConnector1">
            <a:avLst/>
          </a:prstGeom>
          <a:ln w="19050">
            <a:solidFill>
              <a:schemeClr val="bg1">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3" name="CaixaDeTexto 40">
            <a:extLst>
              <a:ext uri="{FF2B5EF4-FFF2-40B4-BE49-F238E27FC236}">
                <a16:creationId xmlns:a16="http://schemas.microsoft.com/office/drawing/2014/main" id="{ABB3EA5F-6B0F-C179-C655-B854DBD40D54}"/>
              </a:ext>
            </a:extLst>
          </p:cNvPr>
          <p:cNvSpPr txBox="1"/>
          <p:nvPr/>
        </p:nvSpPr>
        <p:spPr bwMode="auto">
          <a:xfrm>
            <a:off x="6653099" y="755246"/>
            <a:ext cx="971521" cy="176972"/>
          </a:xfrm>
          <a:prstGeom prst="rect">
            <a:avLst/>
          </a:prstGeom>
          <a:solidFill>
            <a:schemeClr val="bg1"/>
          </a:solidFill>
          <a:ln w="9525">
            <a:noFill/>
            <a:miter lim="800000"/>
            <a:headEnd/>
            <a:tailEnd/>
          </a:ln>
        </p:spPr>
        <p:txBody>
          <a:bodyPr vert="horz" wrap="none" lIns="108000" tIns="0" rIns="108000" bIns="0" numCol="1" rtlCol="0" anchor="ctr" anchorCtr="0" compatLnSpc="1">
            <a:prstTxWarp prst="textNoShape">
              <a:avLst/>
            </a:prstTxWarp>
            <a:spAutoFit/>
          </a:bodyPr>
          <a:lstStyle>
            <a:defPPr>
              <a:defRPr lang="pt-BR"/>
            </a:defPPr>
            <a:lvl1pPr algn="ctr">
              <a:spcBef>
                <a:spcPts val="0"/>
              </a:spcBef>
              <a:spcAft>
                <a:spcPts val="600"/>
              </a:spcAft>
              <a:defRPr sz="1200" kern="0"/>
            </a:lvl1p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pt-BR" sz="1150" b="1" i="0" u="none" strike="noStrike" kern="0" cap="none" spc="0" normalizeH="0" baseline="0" noProof="0">
                <a:ln>
                  <a:noFill/>
                </a:ln>
                <a:solidFill>
                  <a:srgbClr val="071C25"/>
                </a:solidFill>
                <a:effectLst/>
                <a:uLnTx/>
                <a:uFillTx/>
                <a:latin typeface="Arial"/>
                <a:ea typeface="+mn-ea"/>
                <a:cs typeface="+mn-cs"/>
              </a:rPr>
              <a:t>4 semanas</a:t>
            </a:r>
          </a:p>
        </p:txBody>
      </p:sp>
      <p:sp>
        <p:nvSpPr>
          <p:cNvPr id="47" name="Rectangle 53">
            <a:extLst>
              <a:ext uri="{FF2B5EF4-FFF2-40B4-BE49-F238E27FC236}">
                <a16:creationId xmlns:a16="http://schemas.microsoft.com/office/drawing/2014/main" id="{C9008702-C141-B8D6-0442-AB67800D6AB4}"/>
              </a:ext>
            </a:extLst>
          </p:cNvPr>
          <p:cNvSpPr txBox="1"/>
          <p:nvPr/>
        </p:nvSpPr>
        <p:spPr>
          <a:xfrm>
            <a:off x="7564935" y="1582541"/>
            <a:ext cx="2080800" cy="707886"/>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marL="0" lvl="0" indent="0" defTabSz="895350" eaLnBrk="1" hangingPunct="1">
              <a:buClr>
                <a:schemeClr val="tx2"/>
              </a:buClr>
              <a:defRPr baseline="0">
                <a:latin typeface="+mn-lt"/>
              </a:defRPr>
            </a:lvl1pPr>
            <a:lvl2pPr marL="193675" lvl="1" indent="-192088" defTabSz="895350" eaLnBrk="1" hangingPunct="1">
              <a:buClr>
                <a:schemeClr val="tx2"/>
              </a:buClr>
              <a:buSzPct val="125000"/>
              <a:buFont typeface="Arial" charset="0"/>
              <a:buChar char="▪"/>
              <a:defRPr baseline="0">
                <a:latin typeface="+mn-lt"/>
              </a:defRPr>
            </a:lvl2pPr>
            <a:lvl3pPr marL="457200" lvl="2" indent="-261938" defTabSz="895350" eaLnBrk="1" hangingPunct="1">
              <a:buClr>
                <a:schemeClr val="tx2"/>
              </a:buClr>
              <a:buSzPct val="120000"/>
              <a:buFont typeface="Arial" charset="0"/>
              <a:buChar char="–"/>
              <a:defRPr baseline="0">
                <a:latin typeface="+mn-lt"/>
              </a:defRPr>
            </a:lvl3pPr>
            <a:lvl4pPr marL="614363" lvl="3" indent="-155575" defTabSz="895350" eaLnBrk="1" hangingPunct="1">
              <a:buClr>
                <a:schemeClr val="tx2"/>
              </a:buClr>
              <a:buSzPct val="120000"/>
              <a:buFont typeface="Arial" charset="0"/>
              <a:buChar char="▫"/>
              <a:defRPr baseline="0">
                <a:latin typeface="+mn-lt"/>
              </a:defRPr>
            </a:lvl4pPr>
            <a:lvl5pPr marL="749808" lvl="4" indent="-130175" defTabSz="895350" eaLnBrk="1" hangingPunct="1">
              <a:buClr>
                <a:schemeClr val="tx2"/>
              </a:buClr>
              <a:buSzPct val="89000"/>
              <a:buFont typeface="Arial" charset="0"/>
              <a:buChar char="-"/>
              <a:defRPr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Construir um macro plano de implementação, incluindo:</a:t>
            </a:r>
          </a:p>
          <a:p>
            <a:pPr marL="358775" marR="0" lvl="2" indent="-163513" algn="l" defTabSz="895350" rtl="0" eaLnBrk="1" fontAlgn="auto" latinLnBrk="0" hangingPunct="1">
              <a:lnSpc>
                <a:spcPct val="100000"/>
              </a:lnSpc>
              <a:spcBef>
                <a:spcPts val="0"/>
              </a:spcBef>
              <a:spcAft>
                <a:spcPts val="0"/>
              </a:spcAft>
              <a:buClrTx/>
              <a:buSzPct val="120000"/>
              <a:buFont typeface="Arial" charset="0"/>
              <a:buChar char="–"/>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Atividades, responsáveis e prazos</a:t>
            </a:r>
          </a:p>
          <a:p>
            <a:pPr marL="358775" marR="0" lvl="2" indent="-163513" algn="l" defTabSz="895350" rtl="0" eaLnBrk="1" fontAlgn="auto" latinLnBrk="0" hangingPunct="1">
              <a:lnSpc>
                <a:spcPct val="100000"/>
              </a:lnSpc>
              <a:spcBef>
                <a:spcPts val="0"/>
              </a:spcBef>
              <a:spcAft>
                <a:spcPts val="0"/>
              </a:spcAft>
              <a:buClrTx/>
              <a:buSzPct val="120000"/>
              <a:buFont typeface="Arial" charset="0"/>
              <a:buChar char="–"/>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Recursos necessários </a:t>
            </a:r>
          </a:p>
        </p:txBody>
      </p:sp>
      <p:sp>
        <p:nvSpPr>
          <p:cNvPr id="68" name="Rectangle 53">
            <a:extLst>
              <a:ext uri="{FF2B5EF4-FFF2-40B4-BE49-F238E27FC236}">
                <a16:creationId xmlns:a16="http://schemas.microsoft.com/office/drawing/2014/main" id="{693103EC-7D2A-3DB8-CBFF-2C3189678E33}"/>
              </a:ext>
            </a:extLst>
          </p:cNvPr>
          <p:cNvSpPr txBox="1"/>
          <p:nvPr/>
        </p:nvSpPr>
        <p:spPr>
          <a:xfrm>
            <a:off x="7888935" y="5381087"/>
            <a:ext cx="1756800" cy="707886"/>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marL="0" lvl="0" indent="0" defTabSz="895350" eaLnBrk="1" hangingPunct="1">
              <a:buClr>
                <a:schemeClr val="tx2"/>
              </a:buClr>
              <a:defRPr baseline="0">
                <a:latin typeface="+mn-lt"/>
              </a:defRPr>
            </a:lvl1pPr>
            <a:lvl2pPr marL="193675" lvl="1" indent="-192088" defTabSz="895350" eaLnBrk="1" hangingPunct="1">
              <a:buClr>
                <a:schemeClr val="tx2"/>
              </a:buClr>
              <a:buSzPct val="125000"/>
              <a:buFont typeface="Arial" charset="0"/>
              <a:buChar char="▪"/>
              <a:defRPr baseline="0">
                <a:latin typeface="+mn-lt"/>
              </a:defRPr>
            </a:lvl2pPr>
            <a:lvl3pPr marL="457200" lvl="2" indent="-261938" defTabSz="895350" eaLnBrk="1" hangingPunct="1">
              <a:buClr>
                <a:schemeClr val="tx2"/>
              </a:buClr>
              <a:buSzPct val="120000"/>
              <a:buFont typeface="Arial" charset="0"/>
              <a:buChar char="–"/>
              <a:defRPr baseline="0">
                <a:latin typeface="+mn-lt"/>
              </a:defRPr>
            </a:lvl3pPr>
            <a:lvl4pPr marL="614363" lvl="3" indent="-155575" defTabSz="895350" eaLnBrk="1" hangingPunct="1">
              <a:buClr>
                <a:schemeClr val="tx2"/>
              </a:buClr>
              <a:buSzPct val="120000"/>
              <a:buFont typeface="Arial" charset="0"/>
              <a:buChar char="▫"/>
              <a:defRPr baseline="0">
                <a:latin typeface="+mn-lt"/>
              </a:defRPr>
            </a:lvl4pPr>
            <a:lvl5pPr marL="749808" lvl="4" indent="-130175" defTabSz="895350" eaLnBrk="1" hangingPunct="1">
              <a:buClr>
                <a:schemeClr val="tx2"/>
              </a:buClr>
              <a:buSzPct val="89000"/>
              <a:buFont typeface="Arial" charset="0"/>
              <a:buChar char="-"/>
              <a:defRPr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marL="0" marR="0" lvl="0" indent="0" algn="l" defTabSz="895350" rtl="0" eaLnBrk="1" fontAlgn="auto" latinLnBrk="0" hangingPunct="1">
              <a:lnSpc>
                <a:spcPct val="100000"/>
              </a:lnSpc>
              <a:spcBef>
                <a:spcPts val="0"/>
              </a:spcBef>
              <a:spcAft>
                <a:spcPts val="0"/>
              </a:spcAft>
              <a:buClrTx/>
              <a:buSzTx/>
              <a:buFontTx/>
              <a:buNone/>
              <a:tabLst/>
              <a:defRPr/>
            </a:pPr>
            <a:r>
              <a:rPr kumimoji="0" lang="pt-BR" sz="1150" b="0" i="0" u="none" strike="noStrike" kern="1200" cap="none" spc="0" normalizeH="0" baseline="0" noProof="0" err="1">
                <a:ln>
                  <a:noFill/>
                </a:ln>
                <a:solidFill>
                  <a:srgbClr val="071C25"/>
                </a:solidFill>
                <a:effectLst/>
                <a:uLnTx/>
                <a:uFillTx/>
                <a:latin typeface="Arial"/>
                <a:ea typeface="+mn-ea"/>
                <a:cs typeface="+mn-cs"/>
              </a:rPr>
              <a:t>Macroplano</a:t>
            </a:r>
            <a:r>
              <a:rPr kumimoji="0" lang="pt-BR" sz="1150" b="0" i="0" u="none" strike="noStrike" kern="1200" cap="none" spc="0" normalizeH="0" baseline="0" noProof="0">
                <a:ln>
                  <a:noFill/>
                </a:ln>
                <a:solidFill>
                  <a:srgbClr val="071C25"/>
                </a:solidFill>
                <a:effectLst/>
                <a:uLnTx/>
                <a:uFillTx/>
                <a:latin typeface="Arial"/>
                <a:ea typeface="+mn-ea"/>
                <a:cs typeface="+mn-cs"/>
              </a:rPr>
              <a:t> de implementação</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Faseamento das iniciativas</a:t>
            </a:r>
          </a:p>
        </p:txBody>
      </p:sp>
      <p:sp>
        <p:nvSpPr>
          <p:cNvPr id="69" name="Oval 43">
            <a:extLst>
              <a:ext uri="{FF2B5EF4-FFF2-40B4-BE49-F238E27FC236}">
                <a16:creationId xmlns:a16="http://schemas.microsoft.com/office/drawing/2014/main" id="{287611C1-24AB-1665-D299-5DC7296C525F}"/>
              </a:ext>
            </a:extLst>
          </p:cNvPr>
          <p:cNvSpPr/>
          <p:nvPr/>
        </p:nvSpPr>
        <p:spPr>
          <a:xfrm>
            <a:off x="7564935" y="5381087"/>
            <a:ext cx="216000" cy="216000"/>
          </a:xfrm>
          <a:prstGeom prst="ellipse">
            <a:avLst/>
          </a:prstGeom>
          <a:solidFill>
            <a:schemeClr val="accent5"/>
          </a:solidFill>
          <a:ln w="9525">
            <a:noFill/>
            <a:round/>
            <a:headEnd/>
            <a:tailEnd/>
          </a:ln>
          <a:effec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150" b="1" i="0" u="none" strike="noStrike" kern="0" cap="none" spc="0" normalizeH="0" baseline="0" noProof="0">
                <a:ln>
                  <a:noFill/>
                </a:ln>
                <a:solidFill>
                  <a:prstClr val="white"/>
                </a:solidFill>
                <a:effectLst/>
                <a:uLnTx/>
                <a:uFillTx/>
                <a:latin typeface="Arial"/>
                <a:ea typeface="+mn-ea"/>
                <a:cs typeface="Calibri" panose="020F0502020204030204" pitchFamily="34" charset="0"/>
              </a:rPr>
              <a:t>6</a:t>
            </a:r>
          </a:p>
        </p:txBody>
      </p:sp>
      <p:sp>
        <p:nvSpPr>
          <p:cNvPr id="9" name="Arrow: Chevron 70">
            <a:extLst>
              <a:ext uri="{FF2B5EF4-FFF2-40B4-BE49-F238E27FC236}">
                <a16:creationId xmlns:a16="http://schemas.microsoft.com/office/drawing/2014/main" id="{F2FE4820-45AD-C6CB-47EB-6500884D1043}"/>
              </a:ext>
            </a:extLst>
          </p:cNvPr>
          <p:cNvSpPr>
            <a:spLocks/>
          </p:cNvSpPr>
          <p:nvPr/>
        </p:nvSpPr>
        <p:spPr>
          <a:xfrm>
            <a:off x="7564935" y="994451"/>
            <a:ext cx="2188314" cy="526787"/>
          </a:xfrm>
          <a:prstGeom prst="chevron">
            <a:avLst>
              <a:gd name="adj" fmla="val 16392"/>
            </a:avLst>
          </a:prstGeom>
          <a:solidFill>
            <a:schemeClr val="accent2"/>
          </a:solidFill>
          <a:ln w="38100">
            <a:noFill/>
          </a:ln>
          <a:effectLst/>
        </p:spPr>
        <p:style>
          <a:lnRef idx="1">
            <a:schemeClr val="accent1"/>
          </a:lnRef>
          <a:fillRef idx="3">
            <a:schemeClr val="accent1"/>
          </a:fillRef>
          <a:effectRef idx="2">
            <a:schemeClr val="accent1"/>
          </a:effectRef>
          <a:fontRef idx="minor">
            <a:schemeClr val="lt1"/>
          </a:fontRef>
        </p:style>
        <p:txBody>
          <a:bodyPr lIns="108000" tIns="0" rIns="108000" bIns="0" rtlCol="0" anchor="ctr" anchorCtr="1"/>
          <a:lstStyle/>
          <a:p>
            <a:pPr marL="0" marR="0" lvl="1" indent="0" algn="l" defTabSz="914400" rtl="0" eaLnBrk="1" fontAlgn="auto" latinLnBrk="0" hangingPunct="1">
              <a:lnSpc>
                <a:spcPct val="100000"/>
              </a:lnSpc>
              <a:spcBef>
                <a:spcPts val="0"/>
              </a:spcBef>
              <a:spcAft>
                <a:spcPts val="0"/>
              </a:spcAft>
              <a:buClrTx/>
              <a:buSzTx/>
              <a:buFontTx/>
              <a:buNone/>
              <a:tabLst/>
              <a:defRPr/>
            </a:pPr>
            <a:r>
              <a:rPr kumimoji="0" lang="pt-BR" sz="1150" b="1" i="0" u="none" strike="noStrike" kern="1200" cap="none" spc="0" normalizeH="0" baseline="0" noProof="0">
                <a:ln>
                  <a:noFill/>
                </a:ln>
                <a:solidFill>
                  <a:prstClr val="white"/>
                </a:solidFill>
                <a:effectLst/>
                <a:uLnTx/>
                <a:uFillTx/>
                <a:latin typeface="Arial"/>
                <a:ea typeface="+mn-ea"/>
                <a:cs typeface="+mn-cs"/>
              </a:rPr>
              <a:t>Planejamento da implementação</a:t>
            </a:r>
          </a:p>
        </p:txBody>
      </p:sp>
      <p:cxnSp>
        <p:nvCxnSpPr>
          <p:cNvPr id="27" name="Conector de Seta Reta 39">
            <a:extLst>
              <a:ext uri="{FF2B5EF4-FFF2-40B4-BE49-F238E27FC236}">
                <a16:creationId xmlns:a16="http://schemas.microsoft.com/office/drawing/2014/main" id="{8719459D-EFB1-9EE7-5B20-CA6C7CE888EC}"/>
              </a:ext>
            </a:extLst>
          </p:cNvPr>
          <p:cNvCxnSpPr>
            <a:cxnSpLocks/>
          </p:cNvCxnSpPr>
          <p:nvPr/>
        </p:nvCxnSpPr>
        <p:spPr>
          <a:xfrm>
            <a:off x="965714" y="843733"/>
            <a:ext cx="3456000" cy="0"/>
          </a:xfrm>
          <a:prstGeom prst="straightConnector1">
            <a:avLst/>
          </a:prstGeom>
          <a:ln w="19050">
            <a:solidFill>
              <a:schemeClr val="bg1">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8" name="CaixaDeTexto 40">
            <a:extLst>
              <a:ext uri="{FF2B5EF4-FFF2-40B4-BE49-F238E27FC236}">
                <a16:creationId xmlns:a16="http://schemas.microsoft.com/office/drawing/2014/main" id="{74D287C3-C04C-A58E-C4AA-9951FDB2CE9A}"/>
              </a:ext>
            </a:extLst>
          </p:cNvPr>
          <p:cNvSpPr txBox="1"/>
          <p:nvPr/>
        </p:nvSpPr>
        <p:spPr bwMode="auto">
          <a:xfrm>
            <a:off x="2207953" y="755248"/>
            <a:ext cx="971521" cy="176972"/>
          </a:xfrm>
          <a:prstGeom prst="rect">
            <a:avLst/>
          </a:prstGeom>
          <a:solidFill>
            <a:schemeClr val="bg1"/>
          </a:solidFill>
          <a:ln w="9525">
            <a:noFill/>
            <a:miter lim="800000"/>
            <a:headEnd/>
            <a:tailEnd/>
          </a:ln>
        </p:spPr>
        <p:txBody>
          <a:bodyPr vert="horz" wrap="none" lIns="108000" tIns="0" rIns="108000" bIns="0" numCol="1" rtlCol="0" anchor="ctr" anchorCtr="0" compatLnSpc="1">
            <a:prstTxWarp prst="textNoShape">
              <a:avLst/>
            </a:prstTxWarp>
            <a:spAutoFit/>
          </a:bodyPr>
          <a:lstStyle>
            <a:defPPr>
              <a:defRPr lang="pt-BR"/>
            </a:defPPr>
            <a:lvl1pPr algn="ctr">
              <a:spcBef>
                <a:spcPts val="0"/>
              </a:spcBef>
              <a:spcAft>
                <a:spcPts val="600"/>
              </a:spcAft>
              <a:defRPr sz="1200" kern="0"/>
            </a:lvl1p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pt-BR" sz="1150" b="1" i="0" u="none" strike="noStrike" kern="0" cap="none" spc="0" normalizeH="0" baseline="0" noProof="0">
                <a:ln>
                  <a:noFill/>
                </a:ln>
                <a:solidFill>
                  <a:srgbClr val="071C25"/>
                </a:solidFill>
                <a:effectLst/>
                <a:uLnTx/>
                <a:uFillTx/>
                <a:latin typeface="Arial"/>
                <a:ea typeface="+mn-ea"/>
                <a:cs typeface="+mn-cs"/>
              </a:rPr>
              <a:t>5 semanas</a:t>
            </a:r>
          </a:p>
        </p:txBody>
      </p:sp>
      <p:sp>
        <p:nvSpPr>
          <p:cNvPr id="14" name="Arrow: Chevron 70">
            <a:extLst>
              <a:ext uri="{FF2B5EF4-FFF2-40B4-BE49-F238E27FC236}">
                <a16:creationId xmlns:a16="http://schemas.microsoft.com/office/drawing/2014/main" id="{95DA9894-740F-0C42-A9D0-69C3C5F865CC}"/>
              </a:ext>
            </a:extLst>
          </p:cNvPr>
          <p:cNvSpPr>
            <a:spLocks/>
          </p:cNvSpPr>
          <p:nvPr/>
        </p:nvSpPr>
        <p:spPr>
          <a:xfrm>
            <a:off x="965713" y="994451"/>
            <a:ext cx="3708000" cy="525600"/>
          </a:xfrm>
          <a:prstGeom prst="homePlate">
            <a:avLst>
              <a:gd name="adj" fmla="val 17254"/>
            </a:avLst>
          </a:prstGeom>
          <a:solidFill>
            <a:schemeClr val="accent2"/>
          </a:solidFill>
          <a:ln w="38100">
            <a:noFill/>
          </a:ln>
          <a:effectLst/>
        </p:spPr>
        <p:style>
          <a:lnRef idx="1">
            <a:schemeClr val="accent1"/>
          </a:lnRef>
          <a:fillRef idx="3">
            <a:schemeClr val="accent1"/>
          </a:fillRef>
          <a:effectRef idx="2">
            <a:schemeClr val="accent1"/>
          </a:effectRef>
          <a:fontRef idx="minor">
            <a:schemeClr val="lt1"/>
          </a:fontRef>
        </p:style>
        <p:txBody>
          <a:bodyPr lIns="108000" tIns="0" rIns="108000" bIns="0" rtlCol="0" anchor="ctr" anchorCtr="1"/>
          <a:lstStyle/>
          <a:p>
            <a:pPr marL="0" marR="0" lvl="1" indent="0" algn="l" defTabSz="914400" rtl="0" eaLnBrk="1" fontAlgn="auto" latinLnBrk="0" hangingPunct="1">
              <a:lnSpc>
                <a:spcPts val="1400"/>
              </a:lnSpc>
              <a:spcBef>
                <a:spcPts val="0"/>
              </a:spcBef>
              <a:spcAft>
                <a:spcPts val="0"/>
              </a:spcAft>
              <a:buClrTx/>
              <a:buSzTx/>
              <a:buFontTx/>
              <a:buNone/>
              <a:tabLst/>
              <a:defRPr/>
            </a:pPr>
            <a:r>
              <a:rPr kumimoji="0" lang="pt-BR" sz="1150" b="1" i="0" u="none" strike="noStrike" kern="1200" cap="none" spc="0" normalizeH="0" baseline="0" noProof="0">
                <a:ln>
                  <a:noFill/>
                </a:ln>
                <a:solidFill>
                  <a:prstClr val="white"/>
                </a:solidFill>
                <a:effectLst/>
                <a:uLnTx/>
                <a:uFillTx/>
                <a:latin typeface="Arial"/>
                <a:ea typeface="+mn-ea"/>
                <a:cs typeface="+mn-cs"/>
              </a:rPr>
              <a:t>Visão do Mercado &amp; Diagnóstico comercial</a:t>
            </a:r>
          </a:p>
        </p:txBody>
      </p:sp>
      <p:sp>
        <p:nvSpPr>
          <p:cNvPr id="45" name="Rectangle 53">
            <a:extLst>
              <a:ext uri="{FF2B5EF4-FFF2-40B4-BE49-F238E27FC236}">
                <a16:creationId xmlns:a16="http://schemas.microsoft.com/office/drawing/2014/main" id="{B3DAC3CF-AB2E-B135-9067-745034BBEF3C}"/>
              </a:ext>
            </a:extLst>
          </p:cNvPr>
          <p:cNvSpPr txBox="1"/>
          <p:nvPr/>
        </p:nvSpPr>
        <p:spPr>
          <a:xfrm>
            <a:off x="965714" y="1582541"/>
            <a:ext cx="3528000" cy="3716402"/>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marL="0" lvl="0" indent="0" defTabSz="895350" eaLnBrk="1" hangingPunct="1">
              <a:buClr>
                <a:schemeClr val="tx2"/>
              </a:buClr>
              <a:defRPr baseline="0">
                <a:latin typeface="+mn-lt"/>
              </a:defRPr>
            </a:lvl1pPr>
            <a:lvl2pPr marL="193675" lvl="1" indent="-192088" defTabSz="895350" eaLnBrk="1" hangingPunct="1">
              <a:buClr>
                <a:schemeClr val="tx2"/>
              </a:buClr>
              <a:buSzPct val="125000"/>
              <a:buFont typeface="Arial" charset="0"/>
              <a:buChar char="▪"/>
              <a:defRPr baseline="0">
                <a:latin typeface="+mn-lt"/>
              </a:defRPr>
            </a:lvl2pPr>
            <a:lvl3pPr marL="457200" lvl="2" indent="-261938" defTabSz="895350" eaLnBrk="1" hangingPunct="1">
              <a:buClr>
                <a:schemeClr val="tx2"/>
              </a:buClr>
              <a:buSzPct val="120000"/>
              <a:buFont typeface="Arial" charset="0"/>
              <a:buChar char="–"/>
              <a:defRPr baseline="0">
                <a:latin typeface="+mn-lt"/>
              </a:defRPr>
            </a:lvl3pPr>
            <a:lvl4pPr marL="614363" lvl="3" indent="-155575" defTabSz="895350" eaLnBrk="1" hangingPunct="1">
              <a:buClr>
                <a:schemeClr val="tx2"/>
              </a:buClr>
              <a:buSzPct val="120000"/>
              <a:buFont typeface="Arial" charset="0"/>
              <a:buChar char="▫"/>
              <a:defRPr baseline="0">
                <a:latin typeface="+mn-lt"/>
              </a:defRPr>
            </a:lvl4pPr>
            <a:lvl5pPr marL="749808" lvl="4" indent="-130175" defTabSz="895350" eaLnBrk="1" hangingPunct="1">
              <a:buClr>
                <a:schemeClr val="tx2"/>
              </a:buClr>
              <a:buSzPct val="89000"/>
              <a:buFont typeface="Arial" charset="0"/>
              <a:buChar char="-"/>
              <a:defRPr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Entrevistar executivos e gestores (incluindo área comercial) para mapear visão, estratégia e ambição para a Morro Verde</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Analisar potencial de demanda por fertilizantes fosfatados em raios de distância das minas atuais (300 ~ 600 km)</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Ajustar proposta de valor e segmentação (ex. culturas, tamanho do cliente e distância da fábrica)</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Mapear e identificar dores, desafios e lacunas atuais na atuação comercial (ex. canais usados, segmentos, preços)</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Realizar diagnóstico abrangente do desempenho comercial da Morro Verde (ex. evolução de vendas e rentabilidade por região/cliente/canal, margens, </a:t>
            </a:r>
            <a:r>
              <a:rPr kumimoji="0" lang="pt-BR" sz="1150" b="0" i="1" u="none" strike="noStrike" kern="1200" cap="none" spc="0" normalizeH="0" baseline="0" noProof="0" err="1">
                <a:ln>
                  <a:noFill/>
                </a:ln>
                <a:solidFill>
                  <a:srgbClr val="071C25"/>
                </a:solidFill>
                <a:effectLst/>
                <a:uLnTx/>
                <a:uFillTx/>
                <a:latin typeface="Arial"/>
                <a:ea typeface="+mn-ea"/>
                <a:cs typeface="+mn-cs"/>
              </a:rPr>
              <a:t>market</a:t>
            </a:r>
            <a:r>
              <a:rPr kumimoji="0" lang="pt-BR" sz="1150" b="0" i="1" u="none" strike="noStrike" kern="1200" cap="none" spc="0" normalizeH="0" baseline="0" noProof="0">
                <a:ln>
                  <a:noFill/>
                </a:ln>
                <a:solidFill>
                  <a:srgbClr val="071C25"/>
                </a:solidFill>
                <a:effectLst/>
                <a:uLnTx/>
                <a:uFillTx/>
                <a:latin typeface="Arial"/>
                <a:ea typeface="+mn-ea"/>
                <a:cs typeface="+mn-cs"/>
              </a:rPr>
              <a:t> </a:t>
            </a:r>
            <a:r>
              <a:rPr kumimoji="0" lang="pt-BR" sz="1150" b="0" i="1" u="none" strike="noStrike" kern="1200" cap="none" spc="0" normalizeH="0" baseline="0" noProof="0" err="1">
                <a:ln>
                  <a:noFill/>
                </a:ln>
                <a:solidFill>
                  <a:srgbClr val="071C25"/>
                </a:solidFill>
                <a:effectLst/>
                <a:uLnTx/>
                <a:uFillTx/>
                <a:latin typeface="Arial"/>
                <a:ea typeface="+mn-ea"/>
                <a:cs typeface="+mn-cs"/>
              </a:rPr>
              <a:t>share</a:t>
            </a:r>
            <a:r>
              <a:rPr kumimoji="0" lang="pt-BR" sz="1150" b="0" i="0" u="none" strike="noStrike" kern="1200" cap="none" spc="0" normalizeH="0" baseline="0" noProof="0">
                <a:ln>
                  <a:noFill/>
                </a:ln>
                <a:solidFill>
                  <a:srgbClr val="071C25"/>
                </a:solidFill>
                <a:effectLst/>
                <a:uLnTx/>
                <a:uFillTx/>
                <a:latin typeface="Arial"/>
                <a:ea typeface="+mn-ea"/>
                <a:cs typeface="+mn-cs"/>
              </a:rPr>
              <a:t>, distribuição da força comercial etc.)</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Conduzir diagnóstico rápido em </a:t>
            </a:r>
            <a:r>
              <a:rPr kumimoji="0" lang="pt-BR" sz="1150" b="0" i="1" u="none" strike="noStrike" kern="1200" cap="none" spc="0" normalizeH="0" baseline="0" noProof="0" err="1">
                <a:ln>
                  <a:noFill/>
                </a:ln>
                <a:solidFill>
                  <a:srgbClr val="071C25"/>
                </a:solidFill>
                <a:effectLst/>
                <a:uLnTx/>
                <a:uFillTx/>
                <a:latin typeface="Arial"/>
                <a:ea typeface="+mn-ea"/>
                <a:cs typeface="+mn-cs"/>
              </a:rPr>
              <a:t>pricing</a:t>
            </a:r>
            <a:r>
              <a:rPr kumimoji="0" lang="pt-BR" sz="1150" b="0" i="1" u="none" strike="noStrike" kern="1200" cap="none" spc="0" normalizeH="0" baseline="0" noProof="0">
                <a:ln>
                  <a:noFill/>
                </a:ln>
                <a:solidFill>
                  <a:srgbClr val="071C25"/>
                </a:solidFill>
                <a:effectLst/>
                <a:uLnTx/>
                <a:uFillTx/>
                <a:latin typeface="Arial"/>
                <a:ea typeface="+mn-ea"/>
                <a:cs typeface="+mn-cs"/>
              </a:rPr>
              <a:t> </a:t>
            </a:r>
            <a:r>
              <a:rPr kumimoji="0" lang="pt-BR" sz="1150" b="0" i="0" u="none" strike="noStrike" kern="1200" cap="none" spc="0" normalizeH="0" baseline="0" noProof="0">
                <a:ln>
                  <a:noFill/>
                </a:ln>
                <a:solidFill>
                  <a:srgbClr val="071C25"/>
                </a:solidFill>
                <a:effectLst/>
                <a:uLnTx/>
                <a:uFillTx/>
                <a:latin typeface="Arial"/>
                <a:ea typeface="+mn-ea"/>
                <a:cs typeface="+mn-cs"/>
              </a:rPr>
              <a:t>para identificar principais dores e desafios do processo de precificação atual, bem como oportunidades de melhoria</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Avaliar perspectiva futura do mercado de fosfato, incluindo estimativa de preços e estoques</a:t>
            </a:r>
          </a:p>
        </p:txBody>
      </p:sp>
      <p:sp>
        <p:nvSpPr>
          <p:cNvPr id="49" name="Rectangle 53">
            <a:extLst>
              <a:ext uri="{FF2B5EF4-FFF2-40B4-BE49-F238E27FC236}">
                <a16:creationId xmlns:a16="http://schemas.microsoft.com/office/drawing/2014/main" id="{055A0BBA-99C0-7FD9-C3FC-698DB37CE77B}"/>
              </a:ext>
            </a:extLst>
          </p:cNvPr>
          <p:cNvSpPr txBox="1"/>
          <p:nvPr/>
        </p:nvSpPr>
        <p:spPr>
          <a:xfrm>
            <a:off x="1289714" y="5644971"/>
            <a:ext cx="3132000" cy="176972"/>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marL="0" lvl="0" indent="0" defTabSz="895350" eaLnBrk="1" hangingPunct="1">
              <a:buClr>
                <a:schemeClr val="tx2"/>
              </a:buClr>
              <a:defRPr baseline="0">
                <a:latin typeface="+mn-lt"/>
              </a:defRPr>
            </a:lvl1pPr>
            <a:lvl2pPr marL="193675" lvl="1" indent="-192088" defTabSz="895350" eaLnBrk="1" hangingPunct="1">
              <a:buClr>
                <a:schemeClr val="tx2"/>
              </a:buClr>
              <a:buSzPct val="125000"/>
              <a:buFont typeface="Arial" charset="0"/>
              <a:buChar char="▪"/>
              <a:defRPr baseline="0">
                <a:latin typeface="+mn-lt"/>
              </a:defRPr>
            </a:lvl2pPr>
            <a:lvl3pPr marL="457200" lvl="2" indent="-261938" defTabSz="895350" eaLnBrk="1" hangingPunct="1">
              <a:buClr>
                <a:schemeClr val="tx2"/>
              </a:buClr>
              <a:buSzPct val="120000"/>
              <a:buFont typeface="Arial" charset="0"/>
              <a:buChar char="–"/>
              <a:defRPr baseline="0">
                <a:latin typeface="+mn-lt"/>
              </a:defRPr>
            </a:lvl3pPr>
            <a:lvl4pPr marL="614363" lvl="3" indent="-155575" defTabSz="895350" eaLnBrk="1" hangingPunct="1">
              <a:buClr>
                <a:schemeClr val="tx2"/>
              </a:buClr>
              <a:buSzPct val="120000"/>
              <a:buFont typeface="Arial" charset="0"/>
              <a:buChar char="▫"/>
              <a:defRPr baseline="0">
                <a:latin typeface="+mn-lt"/>
              </a:defRPr>
            </a:lvl4pPr>
            <a:lvl5pPr marL="749808" lvl="4" indent="-130175" defTabSz="895350" eaLnBrk="1" hangingPunct="1">
              <a:buClr>
                <a:schemeClr val="tx2"/>
              </a:buClr>
              <a:buSzPct val="89000"/>
              <a:buFont typeface="Arial" charset="0"/>
              <a:buChar char="-"/>
              <a:defRPr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marL="0" marR="0" lvl="1" indent="0" algn="l" defTabSz="895350" rtl="0" eaLnBrk="1" fontAlgn="auto" latinLnBrk="0" hangingPunct="1">
              <a:lnSpc>
                <a:spcPct val="100000"/>
              </a:lnSpc>
              <a:spcBef>
                <a:spcPts val="0"/>
              </a:spcBef>
              <a:spcAft>
                <a:spcPts val="0"/>
              </a:spcAft>
              <a:buClr>
                <a:srgbClr val="020E66"/>
              </a:buClr>
              <a:buSzPct val="125000"/>
              <a:buFont typeface="Arial" charset="0"/>
              <a:buNone/>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Diagnóstico do desempenho comercial atual</a:t>
            </a:r>
          </a:p>
        </p:txBody>
      </p:sp>
      <p:sp>
        <p:nvSpPr>
          <p:cNvPr id="56" name="Oval 43">
            <a:extLst>
              <a:ext uri="{FF2B5EF4-FFF2-40B4-BE49-F238E27FC236}">
                <a16:creationId xmlns:a16="http://schemas.microsoft.com/office/drawing/2014/main" id="{8E702B63-91F6-C983-FDB5-05B34CF5FA5D}"/>
              </a:ext>
            </a:extLst>
          </p:cNvPr>
          <p:cNvSpPr/>
          <p:nvPr/>
        </p:nvSpPr>
        <p:spPr>
          <a:xfrm>
            <a:off x="965714" y="5381087"/>
            <a:ext cx="216000" cy="216000"/>
          </a:xfrm>
          <a:prstGeom prst="ellipse">
            <a:avLst/>
          </a:prstGeom>
          <a:solidFill>
            <a:schemeClr val="accent5"/>
          </a:solidFill>
          <a:ln w="9525">
            <a:noFill/>
            <a:round/>
            <a:headEnd/>
            <a:tailEnd/>
          </a:ln>
          <a:effec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150" b="1" i="0" u="none" strike="noStrike" kern="0" cap="none" spc="0" normalizeH="0" baseline="0" noProof="0">
                <a:ln>
                  <a:noFill/>
                </a:ln>
                <a:solidFill>
                  <a:prstClr val="white"/>
                </a:solidFill>
                <a:effectLst/>
                <a:uLnTx/>
                <a:uFillTx/>
                <a:latin typeface="Arial"/>
                <a:ea typeface="+mn-ea"/>
                <a:cs typeface="Calibri" panose="020F0502020204030204" pitchFamily="34" charset="0"/>
              </a:rPr>
              <a:t>1</a:t>
            </a:r>
          </a:p>
        </p:txBody>
      </p:sp>
      <p:sp>
        <p:nvSpPr>
          <p:cNvPr id="110" name="Oval 43">
            <a:extLst>
              <a:ext uri="{FF2B5EF4-FFF2-40B4-BE49-F238E27FC236}">
                <a16:creationId xmlns:a16="http://schemas.microsoft.com/office/drawing/2014/main" id="{BA9A75C6-AA35-0871-715D-A511DC5238BD}"/>
              </a:ext>
            </a:extLst>
          </p:cNvPr>
          <p:cNvSpPr/>
          <p:nvPr/>
        </p:nvSpPr>
        <p:spPr>
          <a:xfrm>
            <a:off x="965714" y="5644971"/>
            <a:ext cx="216000" cy="216000"/>
          </a:xfrm>
          <a:prstGeom prst="ellipse">
            <a:avLst/>
          </a:prstGeom>
          <a:solidFill>
            <a:schemeClr val="accent5"/>
          </a:solidFill>
          <a:ln w="9525">
            <a:noFill/>
            <a:round/>
            <a:headEnd/>
            <a:tailEnd/>
          </a:ln>
          <a:effec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150" b="1" i="0" u="none" strike="noStrike" kern="0" cap="none" spc="0" normalizeH="0" baseline="0" noProof="0">
                <a:ln>
                  <a:noFill/>
                </a:ln>
                <a:solidFill>
                  <a:prstClr val="white"/>
                </a:solidFill>
                <a:effectLst/>
                <a:uLnTx/>
                <a:uFillTx/>
                <a:latin typeface="Arial"/>
                <a:ea typeface="+mn-ea"/>
                <a:cs typeface="Calibri" panose="020F0502020204030204" pitchFamily="34" charset="0"/>
              </a:rPr>
              <a:t>2</a:t>
            </a:r>
          </a:p>
        </p:txBody>
      </p:sp>
      <p:sp>
        <p:nvSpPr>
          <p:cNvPr id="38" name="Rectangle 53">
            <a:extLst>
              <a:ext uri="{FF2B5EF4-FFF2-40B4-BE49-F238E27FC236}">
                <a16:creationId xmlns:a16="http://schemas.microsoft.com/office/drawing/2014/main" id="{71AF2B9D-7952-B2C1-0187-CBC34AADF296}"/>
              </a:ext>
            </a:extLst>
          </p:cNvPr>
          <p:cNvSpPr txBox="1"/>
          <p:nvPr/>
        </p:nvSpPr>
        <p:spPr>
          <a:xfrm>
            <a:off x="1289714" y="5908855"/>
            <a:ext cx="3132000" cy="176972"/>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marL="0" lvl="0" indent="0" defTabSz="895350" eaLnBrk="1" hangingPunct="1">
              <a:buClr>
                <a:schemeClr val="tx2"/>
              </a:buClr>
              <a:defRPr baseline="0">
                <a:latin typeface="+mn-lt"/>
              </a:defRPr>
            </a:lvl1pPr>
            <a:lvl2pPr marL="193675" lvl="1" indent="-192088" defTabSz="895350" eaLnBrk="1" hangingPunct="1">
              <a:buClr>
                <a:schemeClr val="tx2"/>
              </a:buClr>
              <a:buSzPct val="125000"/>
              <a:buFont typeface="Arial" charset="0"/>
              <a:buChar char="▪"/>
              <a:defRPr baseline="0">
                <a:latin typeface="+mn-lt"/>
              </a:defRPr>
            </a:lvl2pPr>
            <a:lvl3pPr marL="457200" lvl="2" indent="-261938" defTabSz="895350" eaLnBrk="1" hangingPunct="1">
              <a:buClr>
                <a:schemeClr val="tx2"/>
              </a:buClr>
              <a:buSzPct val="120000"/>
              <a:buFont typeface="Arial" charset="0"/>
              <a:buChar char="–"/>
              <a:defRPr baseline="0">
                <a:latin typeface="+mn-lt"/>
              </a:defRPr>
            </a:lvl3pPr>
            <a:lvl4pPr marL="614363" lvl="3" indent="-155575" defTabSz="895350" eaLnBrk="1" hangingPunct="1">
              <a:buClr>
                <a:schemeClr val="tx2"/>
              </a:buClr>
              <a:buSzPct val="120000"/>
              <a:buFont typeface="Arial" charset="0"/>
              <a:buChar char="▫"/>
              <a:defRPr baseline="0">
                <a:latin typeface="+mn-lt"/>
              </a:defRPr>
            </a:lvl4pPr>
            <a:lvl5pPr marL="749808" lvl="4" indent="-130175" defTabSz="895350" eaLnBrk="1" hangingPunct="1">
              <a:buClr>
                <a:schemeClr val="tx2"/>
              </a:buClr>
              <a:buSzPct val="89000"/>
              <a:buFont typeface="Arial" charset="0"/>
              <a:buChar char="-"/>
              <a:defRPr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marL="0" marR="0" lvl="0" indent="0" algn="l" defTabSz="895350" rtl="0" eaLnBrk="1" fontAlgn="auto" latinLnBrk="0" hangingPunct="1">
              <a:lnSpc>
                <a:spcPct val="100000"/>
              </a:lnSpc>
              <a:spcBef>
                <a:spcPts val="0"/>
              </a:spcBef>
              <a:spcAft>
                <a:spcPts val="0"/>
              </a:spcAft>
              <a:buClrTx/>
              <a:buSzTx/>
              <a:buFontTx/>
              <a:buNone/>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Diagnóstico focado em </a:t>
            </a:r>
            <a:r>
              <a:rPr kumimoji="0" lang="pt-BR" sz="1150" b="0" i="1" u="none" strike="noStrike" kern="1200" cap="none" spc="0" normalizeH="0" baseline="0" noProof="0" err="1">
                <a:ln>
                  <a:noFill/>
                </a:ln>
                <a:solidFill>
                  <a:srgbClr val="071C25"/>
                </a:solidFill>
                <a:effectLst/>
                <a:uLnTx/>
                <a:uFillTx/>
                <a:latin typeface="Arial"/>
                <a:ea typeface="+mn-ea"/>
                <a:cs typeface="+mn-cs"/>
              </a:rPr>
              <a:t>pricing</a:t>
            </a:r>
            <a:endParaRPr kumimoji="0" lang="pt-BR" sz="1150" b="0" i="0" u="none" strike="noStrike" kern="1200" cap="none" spc="0" normalizeH="0" baseline="0" noProof="0">
              <a:ln>
                <a:noFill/>
              </a:ln>
              <a:solidFill>
                <a:srgbClr val="071C25"/>
              </a:solidFill>
              <a:effectLst/>
              <a:uLnTx/>
              <a:uFillTx/>
              <a:latin typeface="Arial"/>
              <a:ea typeface="+mn-ea"/>
              <a:cs typeface="+mn-cs"/>
            </a:endParaRPr>
          </a:p>
        </p:txBody>
      </p:sp>
      <p:sp>
        <p:nvSpPr>
          <p:cNvPr id="39" name="Oval 43">
            <a:extLst>
              <a:ext uri="{FF2B5EF4-FFF2-40B4-BE49-F238E27FC236}">
                <a16:creationId xmlns:a16="http://schemas.microsoft.com/office/drawing/2014/main" id="{C7E17575-A0E3-3C51-737B-E7C6F2BAB8B5}"/>
              </a:ext>
            </a:extLst>
          </p:cNvPr>
          <p:cNvSpPr/>
          <p:nvPr/>
        </p:nvSpPr>
        <p:spPr>
          <a:xfrm>
            <a:off x="965714" y="5908855"/>
            <a:ext cx="216000" cy="216000"/>
          </a:xfrm>
          <a:prstGeom prst="ellipse">
            <a:avLst/>
          </a:prstGeom>
          <a:solidFill>
            <a:schemeClr val="accent5"/>
          </a:solidFill>
          <a:ln w="9525">
            <a:noFill/>
            <a:round/>
            <a:headEnd/>
            <a:tailEnd/>
          </a:ln>
          <a:effec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150" b="1" i="0" u="none" strike="noStrike" kern="0" cap="none" spc="0" normalizeH="0" baseline="0" noProof="0">
                <a:ln>
                  <a:noFill/>
                </a:ln>
                <a:solidFill>
                  <a:prstClr val="white"/>
                </a:solidFill>
                <a:effectLst/>
                <a:uLnTx/>
                <a:uFillTx/>
                <a:latin typeface="Arial"/>
                <a:ea typeface="+mn-ea"/>
                <a:cs typeface="Calibri" panose="020F0502020204030204" pitchFamily="34" charset="0"/>
              </a:rPr>
              <a:t>3</a:t>
            </a:r>
          </a:p>
        </p:txBody>
      </p:sp>
      <p:sp>
        <p:nvSpPr>
          <p:cNvPr id="10" name="Rectangle 53">
            <a:extLst>
              <a:ext uri="{FF2B5EF4-FFF2-40B4-BE49-F238E27FC236}">
                <a16:creationId xmlns:a16="http://schemas.microsoft.com/office/drawing/2014/main" id="{012B78C5-17EB-EEAC-BBC1-C8888809F539}"/>
              </a:ext>
            </a:extLst>
          </p:cNvPr>
          <p:cNvSpPr txBox="1"/>
          <p:nvPr/>
        </p:nvSpPr>
        <p:spPr>
          <a:xfrm>
            <a:off x="1289714" y="5381087"/>
            <a:ext cx="3132000" cy="176972"/>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marL="0" lvl="0" indent="0" defTabSz="895350" eaLnBrk="1" hangingPunct="1">
              <a:buClr>
                <a:schemeClr val="tx2"/>
              </a:buClr>
              <a:defRPr baseline="0">
                <a:latin typeface="+mn-lt"/>
              </a:defRPr>
            </a:lvl1pPr>
            <a:lvl2pPr marL="193675" lvl="1" indent="-192088" defTabSz="895350" eaLnBrk="1" hangingPunct="1">
              <a:buClr>
                <a:schemeClr val="tx2"/>
              </a:buClr>
              <a:buSzPct val="125000"/>
              <a:buFont typeface="Arial" charset="0"/>
              <a:buChar char="▪"/>
              <a:defRPr baseline="0">
                <a:latin typeface="+mn-lt"/>
              </a:defRPr>
            </a:lvl2pPr>
            <a:lvl3pPr marL="457200" lvl="2" indent="-261938" defTabSz="895350" eaLnBrk="1" hangingPunct="1">
              <a:buClr>
                <a:schemeClr val="tx2"/>
              </a:buClr>
              <a:buSzPct val="120000"/>
              <a:buFont typeface="Arial" charset="0"/>
              <a:buChar char="–"/>
              <a:defRPr baseline="0">
                <a:latin typeface="+mn-lt"/>
              </a:defRPr>
            </a:lvl3pPr>
            <a:lvl4pPr marL="614363" lvl="3" indent="-155575" defTabSz="895350" eaLnBrk="1" hangingPunct="1">
              <a:buClr>
                <a:schemeClr val="tx2"/>
              </a:buClr>
              <a:buSzPct val="120000"/>
              <a:buFont typeface="Arial" charset="0"/>
              <a:buChar char="▫"/>
              <a:defRPr baseline="0">
                <a:latin typeface="+mn-lt"/>
              </a:defRPr>
            </a:lvl4pPr>
            <a:lvl5pPr marL="749808" lvl="4" indent="-130175" defTabSz="895350" eaLnBrk="1" hangingPunct="1">
              <a:buClr>
                <a:schemeClr val="tx2"/>
              </a:buClr>
              <a:buSzPct val="89000"/>
              <a:buFont typeface="Arial" charset="0"/>
              <a:buChar char="-"/>
              <a:defRPr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marL="0" marR="0" lvl="1" indent="0" algn="l" defTabSz="895350" rtl="0" eaLnBrk="1" fontAlgn="auto" latinLnBrk="0" hangingPunct="1">
              <a:lnSpc>
                <a:spcPct val="100000"/>
              </a:lnSpc>
              <a:spcBef>
                <a:spcPts val="0"/>
              </a:spcBef>
              <a:spcAft>
                <a:spcPts val="0"/>
              </a:spcAft>
              <a:buClr>
                <a:srgbClr val="020E66"/>
              </a:buClr>
              <a:buSzPct val="125000"/>
              <a:buFont typeface="Arial" charset="0"/>
              <a:buNone/>
              <a:tabLst/>
              <a:defRPr/>
            </a:pPr>
            <a:r>
              <a:rPr kumimoji="0" lang="pt-BR" sz="1150" b="0" i="0" u="none" strike="noStrike" kern="1200" cap="none" spc="0" normalizeH="0" baseline="0" noProof="0" err="1">
                <a:ln>
                  <a:noFill/>
                </a:ln>
                <a:solidFill>
                  <a:srgbClr val="071C25"/>
                </a:solidFill>
                <a:effectLst/>
                <a:uLnTx/>
                <a:uFillTx/>
                <a:latin typeface="Arial"/>
                <a:ea typeface="+mn-ea"/>
                <a:cs typeface="+mn-cs"/>
              </a:rPr>
              <a:t>Mapeament</a:t>
            </a:r>
            <a:r>
              <a:rPr kumimoji="0" lang="pt-BR" sz="1150" b="0" i="0" u="none" strike="noStrike" kern="1200" cap="none" spc="0" normalizeH="0" baseline="0" noProof="0">
                <a:ln>
                  <a:noFill/>
                </a:ln>
                <a:solidFill>
                  <a:srgbClr val="071C25"/>
                </a:solidFill>
                <a:effectLst/>
                <a:uLnTx/>
                <a:uFillTx/>
                <a:latin typeface="Arial"/>
                <a:ea typeface="+mn-ea"/>
                <a:cs typeface="+mn-cs"/>
              </a:rPr>
              <a:t>o do mercado potencial</a:t>
            </a:r>
          </a:p>
        </p:txBody>
      </p:sp>
      <p:sp>
        <p:nvSpPr>
          <p:cNvPr id="13" name="Rectangle 53">
            <a:extLst>
              <a:ext uri="{FF2B5EF4-FFF2-40B4-BE49-F238E27FC236}">
                <a16:creationId xmlns:a16="http://schemas.microsoft.com/office/drawing/2014/main" id="{EBA43932-02C1-B4DC-A2D9-C1AD67205440}"/>
              </a:ext>
            </a:extLst>
          </p:cNvPr>
          <p:cNvSpPr txBox="1"/>
          <p:nvPr/>
        </p:nvSpPr>
        <p:spPr>
          <a:xfrm>
            <a:off x="1289714" y="6172739"/>
            <a:ext cx="3132000" cy="176972"/>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marL="0" lvl="0" indent="0" defTabSz="895350" eaLnBrk="1" hangingPunct="1">
              <a:buClr>
                <a:schemeClr val="tx2"/>
              </a:buClr>
              <a:defRPr baseline="0">
                <a:latin typeface="+mn-lt"/>
              </a:defRPr>
            </a:lvl1pPr>
            <a:lvl2pPr marL="193675" lvl="1" indent="-192088" defTabSz="895350" eaLnBrk="1" hangingPunct="1">
              <a:buClr>
                <a:schemeClr val="tx2"/>
              </a:buClr>
              <a:buSzPct val="125000"/>
              <a:buFont typeface="Arial" charset="0"/>
              <a:buChar char="▪"/>
              <a:defRPr baseline="0">
                <a:latin typeface="+mn-lt"/>
              </a:defRPr>
            </a:lvl2pPr>
            <a:lvl3pPr marL="457200" lvl="2" indent="-261938" defTabSz="895350" eaLnBrk="1" hangingPunct="1">
              <a:buClr>
                <a:schemeClr val="tx2"/>
              </a:buClr>
              <a:buSzPct val="120000"/>
              <a:buFont typeface="Arial" charset="0"/>
              <a:buChar char="–"/>
              <a:defRPr baseline="0">
                <a:latin typeface="+mn-lt"/>
              </a:defRPr>
            </a:lvl3pPr>
            <a:lvl4pPr marL="614363" lvl="3" indent="-155575" defTabSz="895350" eaLnBrk="1" hangingPunct="1">
              <a:buClr>
                <a:schemeClr val="tx2"/>
              </a:buClr>
              <a:buSzPct val="120000"/>
              <a:buFont typeface="Arial" charset="0"/>
              <a:buChar char="▫"/>
              <a:defRPr baseline="0">
                <a:latin typeface="+mn-lt"/>
              </a:defRPr>
            </a:lvl4pPr>
            <a:lvl5pPr marL="749808" lvl="4" indent="-130175" defTabSz="895350" eaLnBrk="1" hangingPunct="1">
              <a:buClr>
                <a:schemeClr val="tx2"/>
              </a:buClr>
              <a:buSzPct val="89000"/>
              <a:buFont typeface="Arial" charset="0"/>
              <a:buChar char="-"/>
              <a:defRPr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marL="0" marR="0" lvl="0" indent="0" algn="l" defTabSz="895350" rtl="0" eaLnBrk="1" fontAlgn="auto" latinLnBrk="0" hangingPunct="1">
              <a:lnSpc>
                <a:spcPct val="100000"/>
              </a:lnSpc>
              <a:spcBef>
                <a:spcPts val="0"/>
              </a:spcBef>
              <a:spcAft>
                <a:spcPts val="0"/>
              </a:spcAft>
              <a:buClrTx/>
              <a:buSzTx/>
              <a:buFontTx/>
              <a:buNone/>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Perspectiva futura do mercado</a:t>
            </a:r>
          </a:p>
        </p:txBody>
      </p:sp>
      <p:sp>
        <p:nvSpPr>
          <p:cNvPr id="15" name="Oval 43">
            <a:extLst>
              <a:ext uri="{FF2B5EF4-FFF2-40B4-BE49-F238E27FC236}">
                <a16:creationId xmlns:a16="http://schemas.microsoft.com/office/drawing/2014/main" id="{FD38B3C0-17B2-9175-03E4-47C6FD99FE44}"/>
              </a:ext>
            </a:extLst>
          </p:cNvPr>
          <p:cNvSpPr/>
          <p:nvPr/>
        </p:nvSpPr>
        <p:spPr>
          <a:xfrm>
            <a:off x="965714" y="6172739"/>
            <a:ext cx="216000" cy="216000"/>
          </a:xfrm>
          <a:prstGeom prst="ellipse">
            <a:avLst/>
          </a:prstGeom>
          <a:solidFill>
            <a:schemeClr val="accent5"/>
          </a:solidFill>
          <a:ln w="9525">
            <a:noFill/>
            <a:round/>
            <a:headEnd/>
            <a:tailEnd/>
          </a:ln>
          <a:effec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150" b="1" i="0" u="none" strike="noStrike" kern="0" cap="none" spc="0" normalizeH="0" baseline="0" noProof="0">
                <a:ln>
                  <a:noFill/>
                </a:ln>
                <a:solidFill>
                  <a:prstClr val="white"/>
                </a:solidFill>
                <a:effectLst/>
                <a:uLnTx/>
                <a:uFillTx/>
                <a:latin typeface="Arial"/>
                <a:ea typeface="+mn-ea"/>
                <a:cs typeface="Calibri" panose="020F0502020204030204" pitchFamily="34" charset="0"/>
              </a:rPr>
              <a:t>4</a:t>
            </a:r>
          </a:p>
        </p:txBody>
      </p:sp>
      <p:sp>
        <p:nvSpPr>
          <p:cNvPr id="2" name="Espaço Reservado para Texto 1">
            <a:extLst>
              <a:ext uri="{FF2B5EF4-FFF2-40B4-BE49-F238E27FC236}">
                <a16:creationId xmlns:a16="http://schemas.microsoft.com/office/drawing/2014/main" id="{F41A965C-A252-297C-C052-2BC361C8BDA8}"/>
              </a:ext>
            </a:extLst>
          </p:cNvPr>
          <p:cNvSpPr>
            <a:spLocks noGrp="1"/>
          </p:cNvSpPr>
          <p:nvPr>
            <p:ph type="body" sz="quarter" idx="14"/>
          </p:nvPr>
        </p:nvSpPr>
        <p:spPr/>
        <p:txBody>
          <a:bodyPr/>
          <a:lstStyle/>
          <a:p>
            <a:r>
              <a:rPr lang="pt-BR"/>
              <a:t>Fonte: Mirow &amp; Co.</a:t>
            </a:r>
          </a:p>
        </p:txBody>
      </p:sp>
      <p:sp>
        <p:nvSpPr>
          <p:cNvPr id="3" name="Título 2">
            <a:extLst>
              <a:ext uri="{FF2B5EF4-FFF2-40B4-BE49-F238E27FC236}">
                <a16:creationId xmlns:a16="http://schemas.microsoft.com/office/drawing/2014/main" id="{77CBEC07-AC6F-0526-80DB-FC1FE15877B6}"/>
              </a:ext>
            </a:extLst>
          </p:cNvPr>
          <p:cNvSpPr>
            <a:spLocks noGrp="1"/>
          </p:cNvSpPr>
          <p:nvPr>
            <p:ph type="title"/>
          </p:nvPr>
        </p:nvSpPr>
        <p:spPr>
          <a:xfrm>
            <a:off x="478971" y="225177"/>
            <a:ext cx="11485488" cy="307777"/>
          </a:xfrm>
        </p:spPr>
        <p:txBody>
          <a:bodyPr vert="horz"/>
          <a:lstStyle/>
          <a:p>
            <a:r>
              <a:rPr lang="pt-BR"/>
              <a:t>Propomos realizar o trabalho em 9 semanas</a:t>
            </a:r>
          </a:p>
        </p:txBody>
      </p:sp>
      <p:grpSp>
        <p:nvGrpSpPr>
          <p:cNvPr id="19" name="Group 37">
            <a:extLst>
              <a:ext uri="{FF2B5EF4-FFF2-40B4-BE49-F238E27FC236}">
                <a16:creationId xmlns:a16="http://schemas.microsoft.com/office/drawing/2014/main" id="{B57F6217-ADEC-B877-C60D-0AB75ABAE7C0}"/>
              </a:ext>
            </a:extLst>
          </p:cNvPr>
          <p:cNvGrpSpPr/>
          <p:nvPr/>
        </p:nvGrpSpPr>
        <p:grpSpPr>
          <a:xfrm>
            <a:off x="10589274" y="320588"/>
            <a:ext cx="1375185" cy="212366"/>
            <a:chOff x="7365590" y="285750"/>
            <a:chExt cx="1375185" cy="212366"/>
          </a:xfrm>
        </p:grpSpPr>
        <p:sp>
          <p:nvSpPr>
            <p:cNvPr id="20" name="StickerRectangle">
              <a:extLst>
                <a:ext uri="{FF2B5EF4-FFF2-40B4-BE49-F238E27FC236}">
                  <a16:creationId xmlns:a16="http://schemas.microsoft.com/office/drawing/2014/main" id="{3CDCE1CD-D2D3-95BC-0FE6-794994A171A9}"/>
                </a:ext>
              </a:extLst>
            </p:cNvPr>
            <p:cNvSpPr>
              <a:spLocks noChangeArrowheads="1"/>
            </p:cNvSpPr>
            <p:nvPr/>
          </p:nvSpPr>
          <p:spPr bwMode="auto">
            <a:xfrm>
              <a:off x="7365590" y="285750"/>
              <a:ext cx="1375185" cy="212366"/>
            </a:xfrm>
            <a:prstGeom prst="leftRightArrow">
              <a:avLst>
                <a:gd name="adj1" fmla="val 100000"/>
                <a:gd name="adj2"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 tIns="0" rIns="0" bIns="27432">
              <a:spAutoFit/>
            </a:bodyPr>
            <a:lstStyle/>
            <a:p>
              <a:pPr marL="0" marR="0" lvl="0" indent="0" algn="r" defTabSz="895350" rtl="0" eaLnBrk="1" fontAlgn="auto" latinLnBrk="0" hangingPunct="1">
                <a:lnSpc>
                  <a:spcPct val="100000"/>
                </a:lnSpc>
                <a:spcBef>
                  <a:spcPts val="0"/>
                </a:spcBef>
                <a:spcAft>
                  <a:spcPts val="0"/>
                </a:spcAft>
                <a:buClr>
                  <a:srgbClr val="020E66"/>
                </a:buClr>
                <a:buSzTx/>
                <a:buFontTx/>
                <a:buNone/>
                <a:tabLst/>
                <a:defRPr/>
              </a:pPr>
              <a:r>
                <a:rPr kumimoji="0" lang="pt-BR" sz="1200" b="0" i="0" u="none" strike="noStrike" kern="1200" cap="none" spc="0" normalizeH="0" baseline="0" noProof="0">
                  <a:ln>
                    <a:noFill/>
                  </a:ln>
                  <a:solidFill>
                    <a:srgbClr val="7F7F7F"/>
                  </a:solidFill>
                  <a:effectLst/>
                  <a:uLnTx/>
                  <a:uFillTx/>
                  <a:latin typeface="Arial"/>
                  <a:ea typeface="+mn-ea"/>
                  <a:cs typeface="+mn-cs"/>
                </a:rPr>
                <a:t>PARA DISCUSSÃO</a:t>
              </a:r>
            </a:p>
          </p:txBody>
        </p:sp>
        <p:cxnSp>
          <p:nvCxnSpPr>
            <p:cNvPr id="21" name="AutoShape 31">
              <a:extLst>
                <a:ext uri="{FF2B5EF4-FFF2-40B4-BE49-F238E27FC236}">
                  <a16:creationId xmlns:a16="http://schemas.microsoft.com/office/drawing/2014/main" id="{9B2ED8D6-AF8F-68B4-0407-FD727C5C990E}"/>
                </a:ext>
              </a:extLst>
            </p:cNvPr>
            <p:cNvCxnSpPr>
              <a:cxnSpLocks noChangeShapeType="1"/>
              <a:stCxn id="20" idx="2"/>
              <a:endCxn id="20" idx="4"/>
            </p:cNvCxnSpPr>
            <p:nvPr/>
          </p:nvCxnSpPr>
          <p:spPr bwMode="auto">
            <a:xfrm>
              <a:off x="7365590" y="285750"/>
              <a:ext cx="0" cy="212366"/>
            </a:xfrm>
            <a:prstGeom prst="straightConnector1">
              <a:avLst/>
            </a:prstGeom>
            <a:noFill/>
            <a:ln w="9525">
              <a:solidFill>
                <a:srgbClr val="808080"/>
              </a:solidFill>
              <a:round/>
              <a:headEnd/>
              <a:tailEnd/>
            </a:ln>
            <a:extLst>
              <a:ext uri="{909E8E84-426E-40DD-AFC4-6F175D3DCCD1}">
                <a14:hiddenFill xmlns:a14="http://schemas.microsoft.com/office/drawing/2010/main">
                  <a:noFill/>
                </a14:hiddenFill>
              </a:ext>
            </a:extLst>
          </p:spPr>
        </p:cxnSp>
        <p:cxnSp>
          <p:nvCxnSpPr>
            <p:cNvPr id="23" name="AutoShape 32">
              <a:extLst>
                <a:ext uri="{FF2B5EF4-FFF2-40B4-BE49-F238E27FC236}">
                  <a16:creationId xmlns:a16="http://schemas.microsoft.com/office/drawing/2014/main" id="{16D67CAD-8B78-D242-AA74-E8032822AB24}"/>
                </a:ext>
              </a:extLst>
            </p:cNvPr>
            <p:cNvCxnSpPr>
              <a:cxnSpLocks noChangeShapeType="1"/>
              <a:stCxn id="20" idx="4"/>
              <a:endCxn id="20" idx="6"/>
            </p:cNvCxnSpPr>
            <p:nvPr/>
          </p:nvCxnSpPr>
          <p:spPr bwMode="auto">
            <a:xfrm>
              <a:off x="7365590" y="498116"/>
              <a:ext cx="1375185" cy="0"/>
            </a:xfrm>
            <a:prstGeom prst="straightConnector1">
              <a:avLst/>
            </a:prstGeom>
            <a:noFill/>
            <a:ln w="25400">
              <a:solidFill>
                <a:srgbClr val="808080"/>
              </a:solidFill>
              <a:round/>
              <a:headEnd/>
              <a:tailEnd/>
            </a:ln>
            <a:extLst>
              <a:ext uri="{909E8E84-426E-40DD-AFC4-6F175D3DCCD1}">
                <a14:hiddenFill xmlns:a14="http://schemas.microsoft.com/office/drawing/2010/main">
                  <a:noFill/>
                </a14:hiddenFill>
              </a:ext>
            </a:extLst>
          </p:spPr>
        </p:cxnSp>
      </p:grpSp>
      <p:sp>
        <p:nvSpPr>
          <p:cNvPr id="12" name="Arrow: Chevron 70">
            <a:extLst>
              <a:ext uri="{FF2B5EF4-FFF2-40B4-BE49-F238E27FC236}">
                <a16:creationId xmlns:a16="http://schemas.microsoft.com/office/drawing/2014/main" id="{C815964E-00B4-8430-C1EB-4972D8EB0BEC}"/>
              </a:ext>
            </a:extLst>
          </p:cNvPr>
          <p:cNvSpPr>
            <a:spLocks/>
          </p:cNvSpPr>
          <p:nvPr/>
        </p:nvSpPr>
        <p:spPr>
          <a:xfrm>
            <a:off x="4696609" y="994451"/>
            <a:ext cx="2845430" cy="526787"/>
          </a:xfrm>
          <a:prstGeom prst="chevron">
            <a:avLst>
              <a:gd name="adj" fmla="val 16392"/>
            </a:avLst>
          </a:prstGeom>
          <a:solidFill>
            <a:schemeClr val="accent2"/>
          </a:solidFill>
          <a:ln w="38100">
            <a:noFill/>
          </a:ln>
          <a:effectLst/>
        </p:spPr>
        <p:style>
          <a:lnRef idx="1">
            <a:schemeClr val="accent1"/>
          </a:lnRef>
          <a:fillRef idx="3">
            <a:schemeClr val="accent1"/>
          </a:fillRef>
          <a:effectRef idx="2">
            <a:schemeClr val="accent1"/>
          </a:effectRef>
          <a:fontRef idx="minor">
            <a:schemeClr val="lt1"/>
          </a:fontRef>
        </p:style>
        <p:txBody>
          <a:bodyPr lIns="108000" tIns="0" rIns="108000" bIns="0" rtlCol="0" anchor="ctr" anchorCtr="1"/>
          <a:lstStyle/>
          <a:p>
            <a:pPr marL="0" marR="0" lvl="1" indent="0" algn="l" defTabSz="914400" rtl="0" eaLnBrk="1" fontAlgn="auto" latinLnBrk="0" hangingPunct="1">
              <a:lnSpc>
                <a:spcPct val="100000"/>
              </a:lnSpc>
              <a:spcBef>
                <a:spcPts val="0"/>
              </a:spcBef>
              <a:spcAft>
                <a:spcPts val="0"/>
              </a:spcAft>
              <a:buClrTx/>
              <a:buSzTx/>
              <a:buFontTx/>
              <a:buNone/>
              <a:tabLst/>
              <a:defRPr/>
            </a:pPr>
            <a:r>
              <a:rPr kumimoji="0" lang="pt-BR" sz="1150" b="1" i="0" u="none" strike="noStrike" kern="1200" cap="none" spc="0" normalizeH="0" baseline="0" noProof="0">
                <a:ln>
                  <a:noFill/>
                </a:ln>
                <a:solidFill>
                  <a:prstClr val="white"/>
                </a:solidFill>
                <a:effectLst/>
                <a:uLnTx/>
                <a:uFillTx/>
                <a:latin typeface="Arial"/>
                <a:ea typeface="+mn-ea"/>
                <a:cs typeface="+mn-cs"/>
              </a:rPr>
              <a:t>Desenho do novo modelo de acesso à mercado</a:t>
            </a:r>
          </a:p>
        </p:txBody>
      </p:sp>
      <p:sp>
        <p:nvSpPr>
          <p:cNvPr id="65" name="Rectangle 53">
            <a:extLst>
              <a:ext uri="{FF2B5EF4-FFF2-40B4-BE49-F238E27FC236}">
                <a16:creationId xmlns:a16="http://schemas.microsoft.com/office/drawing/2014/main" id="{87068C71-6404-8D77-F3DE-83D3E8334B19}"/>
              </a:ext>
            </a:extLst>
          </p:cNvPr>
          <p:cNvSpPr txBox="1"/>
          <p:nvPr/>
        </p:nvSpPr>
        <p:spPr>
          <a:xfrm>
            <a:off x="4996859" y="5381087"/>
            <a:ext cx="2376000" cy="1061829"/>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marL="0" lvl="0" indent="0" defTabSz="895350" eaLnBrk="1" hangingPunct="1">
              <a:buClr>
                <a:schemeClr val="tx2"/>
              </a:buClr>
              <a:defRPr baseline="0">
                <a:latin typeface="+mn-lt"/>
              </a:defRPr>
            </a:lvl1pPr>
            <a:lvl2pPr marL="193675" lvl="1" indent="-192088" defTabSz="895350" eaLnBrk="1" hangingPunct="1">
              <a:buClr>
                <a:schemeClr val="tx2"/>
              </a:buClr>
              <a:buSzPct val="125000"/>
              <a:buFont typeface="Arial" charset="0"/>
              <a:buChar char="▪"/>
              <a:defRPr baseline="0">
                <a:latin typeface="+mn-lt"/>
              </a:defRPr>
            </a:lvl2pPr>
            <a:lvl3pPr marL="457200" lvl="2" indent="-261938" defTabSz="895350" eaLnBrk="1" hangingPunct="1">
              <a:buClr>
                <a:schemeClr val="tx2"/>
              </a:buClr>
              <a:buSzPct val="120000"/>
              <a:buFont typeface="Arial" charset="0"/>
              <a:buChar char="–"/>
              <a:defRPr baseline="0">
                <a:latin typeface="+mn-lt"/>
              </a:defRPr>
            </a:lvl3pPr>
            <a:lvl4pPr marL="614363" lvl="3" indent="-155575" defTabSz="895350" eaLnBrk="1" hangingPunct="1">
              <a:buClr>
                <a:schemeClr val="tx2"/>
              </a:buClr>
              <a:buSzPct val="120000"/>
              <a:buFont typeface="Arial" charset="0"/>
              <a:buChar char="▫"/>
              <a:defRPr baseline="0">
                <a:latin typeface="+mn-lt"/>
              </a:defRPr>
            </a:lvl4pPr>
            <a:lvl5pPr marL="749808" lvl="4" indent="-130175" defTabSz="895350" eaLnBrk="1" hangingPunct="1">
              <a:buClr>
                <a:schemeClr val="tx2"/>
              </a:buClr>
              <a:buSzPct val="89000"/>
              <a:buFont typeface="Arial" charset="0"/>
              <a:buChar char="-"/>
              <a:defRPr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marL="0" marR="0" lvl="0" indent="0" algn="l" defTabSz="895350" rtl="0" eaLnBrk="1" fontAlgn="auto" latinLnBrk="0" hangingPunct="1">
              <a:lnSpc>
                <a:spcPct val="100000"/>
              </a:lnSpc>
              <a:spcBef>
                <a:spcPts val="0"/>
              </a:spcBef>
              <a:spcAft>
                <a:spcPts val="0"/>
              </a:spcAft>
              <a:buClrTx/>
              <a:buSzTx/>
              <a:buFontTx/>
              <a:buNone/>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Novo modelo comercial</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Proposta de valor </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Novo modelo de acesso à mercado</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Modelo de governança</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I</a:t>
            </a:r>
            <a:r>
              <a:rPr kumimoji="0" lang="pt-BR" sz="1150" b="0" i="0" u="none" strike="noStrike" kern="1200" cap="none" spc="0" normalizeH="0" baseline="0" noProof="0" err="1">
                <a:ln>
                  <a:noFill/>
                </a:ln>
                <a:solidFill>
                  <a:srgbClr val="071C25"/>
                </a:solidFill>
                <a:effectLst/>
                <a:uLnTx/>
                <a:uFillTx/>
                <a:latin typeface="Arial"/>
                <a:ea typeface="+mn-ea"/>
                <a:cs typeface="+mn-cs"/>
              </a:rPr>
              <a:t>mpactos</a:t>
            </a:r>
            <a:r>
              <a:rPr kumimoji="0" lang="pt-BR" sz="1150" b="0" i="0" u="none" strike="noStrike" kern="1200" cap="none" spc="0" normalizeH="0" baseline="0" noProof="0">
                <a:ln>
                  <a:noFill/>
                </a:ln>
                <a:solidFill>
                  <a:srgbClr val="071C25"/>
                </a:solidFill>
                <a:effectLst/>
                <a:uLnTx/>
                <a:uFillTx/>
                <a:latin typeface="Arial"/>
                <a:ea typeface="+mn-ea"/>
                <a:cs typeface="+mn-cs"/>
              </a:rPr>
              <a:t> financeiros</a:t>
            </a:r>
          </a:p>
        </p:txBody>
      </p:sp>
      <p:sp>
        <p:nvSpPr>
          <p:cNvPr id="66" name="Oval 43">
            <a:extLst>
              <a:ext uri="{FF2B5EF4-FFF2-40B4-BE49-F238E27FC236}">
                <a16:creationId xmlns:a16="http://schemas.microsoft.com/office/drawing/2014/main" id="{FDB2096B-D8B7-A923-858F-DF3374A76207}"/>
              </a:ext>
            </a:extLst>
          </p:cNvPr>
          <p:cNvSpPr/>
          <p:nvPr/>
        </p:nvSpPr>
        <p:spPr>
          <a:xfrm>
            <a:off x="4672859" y="5381087"/>
            <a:ext cx="216000" cy="216000"/>
          </a:xfrm>
          <a:prstGeom prst="ellipse">
            <a:avLst/>
          </a:prstGeom>
          <a:solidFill>
            <a:schemeClr val="accent5"/>
          </a:solidFill>
          <a:ln w="9525">
            <a:noFill/>
            <a:round/>
            <a:headEnd/>
            <a:tailEnd/>
          </a:ln>
          <a:effec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150" b="1" i="0" u="none" strike="noStrike" kern="0" cap="none" spc="0" normalizeH="0" baseline="0" noProof="0">
                <a:ln>
                  <a:noFill/>
                </a:ln>
                <a:solidFill>
                  <a:prstClr val="white"/>
                </a:solidFill>
                <a:effectLst/>
                <a:uLnTx/>
                <a:uFillTx/>
                <a:latin typeface="Arial"/>
                <a:ea typeface="+mn-ea"/>
                <a:cs typeface="Calibri" panose="020F0502020204030204" pitchFamily="34" charset="0"/>
              </a:rPr>
              <a:t>5</a:t>
            </a:r>
          </a:p>
        </p:txBody>
      </p:sp>
      <p:sp>
        <p:nvSpPr>
          <p:cNvPr id="6" name="Rectangle 53">
            <a:extLst>
              <a:ext uri="{FF2B5EF4-FFF2-40B4-BE49-F238E27FC236}">
                <a16:creationId xmlns:a16="http://schemas.microsoft.com/office/drawing/2014/main" id="{E1362351-8E3B-348B-F225-8B9EC0F4C020}"/>
              </a:ext>
            </a:extLst>
          </p:cNvPr>
          <p:cNvSpPr txBox="1"/>
          <p:nvPr/>
        </p:nvSpPr>
        <p:spPr>
          <a:xfrm>
            <a:off x="4672859" y="1582541"/>
            <a:ext cx="2700000" cy="1946687"/>
          </a:xfrm>
          <a:prstGeom prst="rect">
            <a:avLst/>
          </a:prstGeom>
          <a:noFill/>
          <a:ln w="9525">
            <a:noFill/>
            <a:miter lim="800000"/>
            <a:headEnd/>
            <a:tailEnd/>
          </a:ln>
          <a:effectLst/>
        </p:spPr>
        <p:txBody>
          <a:bodyPr vert="horz" wrap="square" lIns="0" tIns="0" rIns="0" bIns="0" numCol="1" anchor="t" anchorCtr="0" compatLnSpc="1">
            <a:prstTxWarp prst="textNoShape">
              <a:avLst/>
            </a:prstTxWarp>
            <a:spAutoFit/>
          </a:bodyPr>
          <a:lstStyle>
            <a:lvl1pPr marL="0" lvl="0" indent="0" defTabSz="895350" eaLnBrk="1" hangingPunct="1">
              <a:buClr>
                <a:schemeClr val="tx2"/>
              </a:buClr>
              <a:defRPr baseline="0">
                <a:latin typeface="+mn-lt"/>
              </a:defRPr>
            </a:lvl1pPr>
            <a:lvl2pPr marL="193675" lvl="1" indent="-192088" defTabSz="895350" eaLnBrk="1" hangingPunct="1">
              <a:buClr>
                <a:schemeClr val="tx2"/>
              </a:buClr>
              <a:buSzPct val="125000"/>
              <a:buFont typeface="Arial" charset="0"/>
              <a:buChar char="▪"/>
              <a:defRPr baseline="0">
                <a:latin typeface="+mn-lt"/>
              </a:defRPr>
            </a:lvl2pPr>
            <a:lvl3pPr marL="457200" lvl="2" indent="-261938" defTabSz="895350" eaLnBrk="1" hangingPunct="1">
              <a:buClr>
                <a:schemeClr val="tx2"/>
              </a:buClr>
              <a:buSzPct val="120000"/>
              <a:buFont typeface="Arial" charset="0"/>
              <a:buChar char="–"/>
              <a:defRPr baseline="0">
                <a:latin typeface="+mn-lt"/>
              </a:defRPr>
            </a:lvl3pPr>
            <a:lvl4pPr marL="614363" lvl="3" indent="-155575" defTabSz="895350" eaLnBrk="1" hangingPunct="1">
              <a:buClr>
                <a:schemeClr val="tx2"/>
              </a:buClr>
              <a:buSzPct val="120000"/>
              <a:buFont typeface="Arial" charset="0"/>
              <a:buChar char="▫"/>
              <a:defRPr baseline="0">
                <a:latin typeface="+mn-lt"/>
              </a:defRPr>
            </a:lvl4pPr>
            <a:lvl5pPr marL="749808" lvl="4" indent="-130175" defTabSz="895350" eaLnBrk="1" hangingPunct="1">
              <a:buClr>
                <a:schemeClr val="tx2"/>
              </a:buClr>
              <a:buSzPct val="89000"/>
              <a:buFont typeface="Arial" charset="0"/>
              <a:buChar char="-"/>
              <a:defRPr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Definir canais de vendas (ex. venda direta, grandes revendas, revendas de especialidade, cooperativas etc.) com base na proposta de valor e segmentação </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Desenhar modelo de organização comercial da Morro Verde</a:t>
            </a:r>
          </a:p>
          <a:p>
            <a:pPr marL="358775" marR="0" lvl="2" indent="-163513" algn="l" defTabSz="895350" rtl="0" eaLnBrk="1" fontAlgn="auto" latinLnBrk="0" hangingPunct="1">
              <a:lnSpc>
                <a:spcPct val="100000"/>
              </a:lnSpc>
              <a:spcBef>
                <a:spcPts val="0"/>
              </a:spcBef>
              <a:spcAft>
                <a:spcPts val="0"/>
              </a:spcAft>
              <a:buClrTx/>
              <a:buSzPct val="120000"/>
              <a:buFont typeface="Arial" charset="0"/>
              <a:buChar char="–"/>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Estrutura, reportes, papeis e responsabilidades</a:t>
            </a:r>
          </a:p>
          <a:p>
            <a:pPr marL="358775" marR="0" lvl="2" indent="-163513" algn="l" defTabSz="895350" rtl="0" eaLnBrk="1" fontAlgn="auto" latinLnBrk="0" hangingPunct="1">
              <a:lnSpc>
                <a:spcPct val="100000"/>
              </a:lnSpc>
              <a:spcBef>
                <a:spcPts val="0"/>
              </a:spcBef>
              <a:spcAft>
                <a:spcPts val="0"/>
              </a:spcAft>
              <a:buClrTx/>
              <a:buSzPct val="120000"/>
              <a:buFont typeface="Arial" charset="0"/>
              <a:buChar char="–"/>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Quantitativo de </a:t>
            </a:r>
            <a:r>
              <a:rPr kumimoji="0" lang="pt-BR" sz="1150" b="0" i="0" u="none" strike="noStrike" kern="1200" cap="none" spc="0" normalizeH="0" baseline="0" noProof="0" err="1">
                <a:ln>
                  <a:noFill/>
                </a:ln>
                <a:solidFill>
                  <a:srgbClr val="071C25"/>
                </a:solidFill>
                <a:effectLst/>
                <a:uLnTx/>
                <a:uFillTx/>
                <a:latin typeface="Arial"/>
                <a:ea typeface="+mn-ea"/>
                <a:cs typeface="+mn-cs"/>
              </a:rPr>
              <a:t>FTEs</a:t>
            </a:r>
            <a:endParaRPr kumimoji="0" lang="pt-BR" sz="1150" b="0" i="0" u="none" strike="noStrike" kern="1200" cap="none" spc="0" normalizeH="0" baseline="0" noProof="0">
              <a:ln>
                <a:noFill/>
              </a:ln>
              <a:solidFill>
                <a:srgbClr val="071C25"/>
              </a:solidFill>
              <a:effectLst/>
              <a:uLnTx/>
              <a:uFillTx/>
              <a:latin typeface="Arial"/>
              <a:ea typeface="+mn-ea"/>
              <a:cs typeface="+mn-cs"/>
            </a:endParaRPr>
          </a:p>
          <a:p>
            <a:pPr marL="358775" marR="0" lvl="2" indent="-163513" algn="l" defTabSz="895350" rtl="0" eaLnBrk="1" fontAlgn="auto" latinLnBrk="0" hangingPunct="1">
              <a:lnSpc>
                <a:spcPct val="100000"/>
              </a:lnSpc>
              <a:spcBef>
                <a:spcPts val="0"/>
              </a:spcBef>
              <a:spcAft>
                <a:spcPts val="0"/>
              </a:spcAft>
              <a:buClrTx/>
              <a:buSzPct val="120000"/>
              <a:buFont typeface="Arial" charset="0"/>
              <a:buChar char="–"/>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Competências desejadas</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150" b="0" i="0" u="none" strike="noStrike" kern="1200" cap="none" spc="0" normalizeH="0" baseline="0" noProof="0">
                <a:ln>
                  <a:noFill/>
                </a:ln>
                <a:solidFill>
                  <a:srgbClr val="071C25"/>
                </a:solidFill>
                <a:effectLst/>
                <a:uLnTx/>
                <a:uFillTx/>
                <a:latin typeface="Arial"/>
                <a:ea typeface="+mn-ea"/>
                <a:cs typeface="+mn-cs"/>
              </a:rPr>
              <a:t>Quantificar impacto financeiro esperado do novo modelo de GTM (idealmente por segmento/canal)</a:t>
            </a:r>
          </a:p>
        </p:txBody>
      </p:sp>
      <p:sp>
        <p:nvSpPr>
          <p:cNvPr id="18" name="Retângulo 17">
            <a:extLst>
              <a:ext uri="{FF2B5EF4-FFF2-40B4-BE49-F238E27FC236}">
                <a16:creationId xmlns:a16="http://schemas.microsoft.com/office/drawing/2014/main" id="{D81BBE26-475C-6475-4AA1-4DA2DC5EA268}"/>
              </a:ext>
            </a:extLst>
          </p:cNvPr>
          <p:cNvSpPr/>
          <p:nvPr/>
        </p:nvSpPr>
        <p:spPr>
          <a:xfrm>
            <a:off x="0" y="745994"/>
            <a:ext cx="12192000" cy="5692203"/>
          </a:xfrm>
          <a:prstGeom prst="rect">
            <a:avLst/>
          </a:prstGeom>
          <a:solidFill>
            <a:schemeClr val="bg1">
              <a:alpha val="75000"/>
            </a:schemeClr>
          </a:solidFill>
          <a:ln w="19050">
            <a:noFill/>
            <a:miter lim="400000"/>
          </a:ln>
          <a:effectLst/>
        </p:spPr>
        <p:txBody>
          <a:bodyPr wrap="square" lIns="108000" tIns="72000" rIns="108000" bIns="7200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400" b="0" i="0" u="none" strike="noStrike" kern="1200" cap="none" spc="0" normalizeH="0" baseline="0" noProof="0" err="1">
              <a:ln>
                <a:noFill/>
              </a:ln>
              <a:solidFill>
                <a:prstClr val="white"/>
              </a:solidFill>
              <a:effectLst/>
              <a:uLnTx/>
              <a:uFillTx/>
              <a:latin typeface="Arial"/>
              <a:ea typeface="+mn-ea"/>
              <a:cs typeface="+mn-cs"/>
            </a:endParaRPr>
          </a:p>
        </p:txBody>
      </p:sp>
      <p:sp>
        <p:nvSpPr>
          <p:cNvPr id="7" name="Rectangle 8">
            <a:extLst>
              <a:ext uri="{FF2B5EF4-FFF2-40B4-BE49-F238E27FC236}">
                <a16:creationId xmlns:a16="http://schemas.microsoft.com/office/drawing/2014/main" id="{E2295AF7-9D45-BE11-8B04-45D6E95D8BEE}"/>
              </a:ext>
            </a:extLst>
          </p:cNvPr>
          <p:cNvSpPr>
            <a:spLocks noChangeArrowheads="1"/>
          </p:cNvSpPr>
          <p:nvPr/>
        </p:nvSpPr>
        <p:spPr bwMode="auto">
          <a:xfrm>
            <a:off x="107291" y="1582541"/>
            <a:ext cx="742577" cy="17697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0" tIns="0" rIns="0" bIns="0" anchor="t" anchorCtr="0">
            <a:spAutoFit/>
          </a:bodyPr>
          <a:lstStyle>
            <a:lvl1pPr defTabSz="787400" eaLnBrk="0" hangingPunct="0">
              <a:defRPr sz="1600">
                <a:solidFill>
                  <a:schemeClr val="tx1"/>
                </a:solidFill>
                <a:latin typeface="Arial" charset="0"/>
                <a:ea typeface="-윤고딕130" pitchFamily="18" charset="-127"/>
              </a:defRPr>
            </a:lvl1pPr>
            <a:lvl2pPr marL="742950" indent="-285750" defTabSz="787400" eaLnBrk="0" hangingPunct="0">
              <a:defRPr sz="1600">
                <a:solidFill>
                  <a:schemeClr val="tx1"/>
                </a:solidFill>
                <a:latin typeface="Arial" charset="0"/>
                <a:ea typeface="-윤고딕130" pitchFamily="18" charset="-127"/>
              </a:defRPr>
            </a:lvl2pPr>
            <a:lvl3pPr marL="1143000" indent="-228600" defTabSz="787400" eaLnBrk="0" hangingPunct="0">
              <a:defRPr sz="1600">
                <a:solidFill>
                  <a:schemeClr val="tx1"/>
                </a:solidFill>
                <a:latin typeface="Arial" charset="0"/>
                <a:ea typeface="-윤고딕130" pitchFamily="18" charset="-127"/>
              </a:defRPr>
            </a:lvl3pPr>
            <a:lvl4pPr marL="1600200" indent="-228600" defTabSz="787400" eaLnBrk="0" hangingPunct="0">
              <a:defRPr sz="1600">
                <a:solidFill>
                  <a:schemeClr val="tx1"/>
                </a:solidFill>
                <a:latin typeface="Arial" charset="0"/>
                <a:ea typeface="-윤고딕130" pitchFamily="18" charset="-127"/>
              </a:defRPr>
            </a:lvl4pPr>
            <a:lvl5pPr marL="2057400" indent="-228600" defTabSz="787400" eaLnBrk="0" hangingPunct="0">
              <a:defRPr sz="1600">
                <a:solidFill>
                  <a:schemeClr val="tx1"/>
                </a:solidFill>
                <a:latin typeface="Arial" charset="0"/>
                <a:ea typeface="-윤고딕130" pitchFamily="18" charset="-127"/>
              </a:defRPr>
            </a:lvl5pPr>
            <a:lvl6pPr marL="2514600" indent="-228600" defTabSz="787400" eaLnBrk="0" fontAlgn="base" hangingPunct="0">
              <a:spcBef>
                <a:spcPct val="0"/>
              </a:spcBef>
              <a:spcAft>
                <a:spcPct val="0"/>
              </a:spcAft>
              <a:defRPr sz="1600">
                <a:solidFill>
                  <a:schemeClr val="tx1"/>
                </a:solidFill>
                <a:latin typeface="Arial" charset="0"/>
                <a:ea typeface="-윤고딕130" pitchFamily="18" charset="-127"/>
              </a:defRPr>
            </a:lvl6pPr>
            <a:lvl7pPr marL="2971800" indent="-228600" defTabSz="787400" eaLnBrk="0" fontAlgn="base" hangingPunct="0">
              <a:spcBef>
                <a:spcPct val="0"/>
              </a:spcBef>
              <a:spcAft>
                <a:spcPct val="0"/>
              </a:spcAft>
              <a:defRPr sz="1600">
                <a:solidFill>
                  <a:schemeClr val="tx1"/>
                </a:solidFill>
                <a:latin typeface="Arial" charset="0"/>
                <a:ea typeface="-윤고딕130" pitchFamily="18" charset="-127"/>
              </a:defRPr>
            </a:lvl7pPr>
            <a:lvl8pPr marL="3429000" indent="-228600" defTabSz="787400" eaLnBrk="0" fontAlgn="base" hangingPunct="0">
              <a:spcBef>
                <a:spcPct val="0"/>
              </a:spcBef>
              <a:spcAft>
                <a:spcPct val="0"/>
              </a:spcAft>
              <a:defRPr sz="1600">
                <a:solidFill>
                  <a:schemeClr val="tx1"/>
                </a:solidFill>
                <a:latin typeface="Arial" charset="0"/>
                <a:ea typeface="-윤고딕130" pitchFamily="18" charset="-127"/>
              </a:defRPr>
            </a:lvl8pPr>
            <a:lvl9pPr marL="3886200" indent="-228600" defTabSz="787400" eaLnBrk="0" fontAlgn="base" hangingPunct="0">
              <a:spcBef>
                <a:spcPct val="0"/>
              </a:spcBef>
              <a:spcAft>
                <a:spcPct val="0"/>
              </a:spcAft>
              <a:defRPr sz="1600">
                <a:solidFill>
                  <a:schemeClr val="tx1"/>
                </a:solidFill>
                <a:latin typeface="Arial" charset="0"/>
                <a:ea typeface="-윤고딕130" pitchFamily="18" charset="-127"/>
              </a:defRPr>
            </a:lvl9pPr>
          </a:lstStyle>
          <a:p>
            <a:pPr marL="0" marR="0" lvl="0" indent="0" algn="l" defTabSz="787400" rtl="0" eaLnBrk="1" fontAlgn="auto" latinLnBrk="0" hangingPunct="1">
              <a:lnSpc>
                <a:spcPct val="100000"/>
              </a:lnSpc>
              <a:spcBef>
                <a:spcPts val="0"/>
              </a:spcBef>
              <a:spcAft>
                <a:spcPts val="0"/>
              </a:spcAft>
              <a:buClrTx/>
              <a:buSzPct val="120000"/>
              <a:buFontTx/>
              <a:buNone/>
              <a:tabLst/>
              <a:defRPr/>
            </a:pPr>
            <a:r>
              <a:rPr kumimoji="0" lang="pt-BR" altLang="zh-CN" sz="1150" b="1" i="0" u="none" strike="noStrike" kern="0" cap="none" spc="0" normalizeH="0" baseline="0" noProof="0">
                <a:ln>
                  <a:noFill/>
                </a:ln>
                <a:solidFill>
                  <a:srgbClr val="020E66"/>
                </a:solidFill>
                <a:effectLst/>
                <a:uLnTx/>
                <a:uFillTx/>
                <a:latin typeface="Arial"/>
                <a:ea typeface="-윤고딕130" pitchFamily="18" charset="-127"/>
                <a:cs typeface="+mn-cs"/>
              </a:rPr>
              <a:t>Atividades</a:t>
            </a:r>
          </a:p>
        </p:txBody>
      </p:sp>
      <p:sp>
        <p:nvSpPr>
          <p:cNvPr id="8" name="Rectangle 8">
            <a:extLst>
              <a:ext uri="{FF2B5EF4-FFF2-40B4-BE49-F238E27FC236}">
                <a16:creationId xmlns:a16="http://schemas.microsoft.com/office/drawing/2014/main" id="{1FBE7481-2948-78C8-DDF4-261F077B417D}"/>
              </a:ext>
            </a:extLst>
          </p:cNvPr>
          <p:cNvSpPr>
            <a:spLocks noChangeArrowheads="1"/>
          </p:cNvSpPr>
          <p:nvPr/>
        </p:nvSpPr>
        <p:spPr bwMode="auto">
          <a:xfrm>
            <a:off x="107291" y="5381087"/>
            <a:ext cx="742577" cy="35394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0" tIns="0" rIns="0" bIns="0" anchor="t" anchorCtr="0">
            <a:spAutoFit/>
          </a:bodyPr>
          <a:lstStyle>
            <a:lvl1pPr defTabSz="787400" eaLnBrk="0" hangingPunct="0">
              <a:defRPr sz="1600">
                <a:solidFill>
                  <a:schemeClr val="tx1"/>
                </a:solidFill>
                <a:latin typeface="Arial" charset="0"/>
                <a:ea typeface="-윤고딕130" pitchFamily="18" charset="-127"/>
              </a:defRPr>
            </a:lvl1pPr>
            <a:lvl2pPr marL="742950" indent="-285750" defTabSz="787400" eaLnBrk="0" hangingPunct="0">
              <a:defRPr sz="1600">
                <a:solidFill>
                  <a:schemeClr val="tx1"/>
                </a:solidFill>
                <a:latin typeface="Arial" charset="0"/>
                <a:ea typeface="-윤고딕130" pitchFamily="18" charset="-127"/>
              </a:defRPr>
            </a:lvl2pPr>
            <a:lvl3pPr marL="1143000" indent="-228600" defTabSz="787400" eaLnBrk="0" hangingPunct="0">
              <a:defRPr sz="1600">
                <a:solidFill>
                  <a:schemeClr val="tx1"/>
                </a:solidFill>
                <a:latin typeface="Arial" charset="0"/>
                <a:ea typeface="-윤고딕130" pitchFamily="18" charset="-127"/>
              </a:defRPr>
            </a:lvl3pPr>
            <a:lvl4pPr marL="1600200" indent="-228600" defTabSz="787400" eaLnBrk="0" hangingPunct="0">
              <a:defRPr sz="1600">
                <a:solidFill>
                  <a:schemeClr val="tx1"/>
                </a:solidFill>
                <a:latin typeface="Arial" charset="0"/>
                <a:ea typeface="-윤고딕130" pitchFamily="18" charset="-127"/>
              </a:defRPr>
            </a:lvl4pPr>
            <a:lvl5pPr marL="2057400" indent="-228600" defTabSz="787400" eaLnBrk="0" hangingPunct="0">
              <a:defRPr sz="1600">
                <a:solidFill>
                  <a:schemeClr val="tx1"/>
                </a:solidFill>
                <a:latin typeface="Arial" charset="0"/>
                <a:ea typeface="-윤고딕130" pitchFamily="18" charset="-127"/>
              </a:defRPr>
            </a:lvl5pPr>
            <a:lvl6pPr marL="2514600" indent="-228600" defTabSz="787400" eaLnBrk="0" fontAlgn="base" hangingPunct="0">
              <a:spcBef>
                <a:spcPct val="0"/>
              </a:spcBef>
              <a:spcAft>
                <a:spcPct val="0"/>
              </a:spcAft>
              <a:defRPr sz="1600">
                <a:solidFill>
                  <a:schemeClr val="tx1"/>
                </a:solidFill>
                <a:latin typeface="Arial" charset="0"/>
                <a:ea typeface="-윤고딕130" pitchFamily="18" charset="-127"/>
              </a:defRPr>
            </a:lvl6pPr>
            <a:lvl7pPr marL="2971800" indent="-228600" defTabSz="787400" eaLnBrk="0" fontAlgn="base" hangingPunct="0">
              <a:spcBef>
                <a:spcPct val="0"/>
              </a:spcBef>
              <a:spcAft>
                <a:spcPct val="0"/>
              </a:spcAft>
              <a:defRPr sz="1600">
                <a:solidFill>
                  <a:schemeClr val="tx1"/>
                </a:solidFill>
                <a:latin typeface="Arial" charset="0"/>
                <a:ea typeface="-윤고딕130" pitchFamily="18" charset="-127"/>
              </a:defRPr>
            </a:lvl7pPr>
            <a:lvl8pPr marL="3429000" indent="-228600" defTabSz="787400" eaLnBrk="0" fontAlgn="base" hangingPunct="0">
              <a:spcBef>
                <a:spcPct val="0"/>
              </a:spcBef>
              <a:spcAft>
                <a:spcPct val="0"/>
              </a:spcAft>
              <a:defRPr sz="1600">
                <a:solidFill>
                  <a:schemeClr val="tx1"/>
                </a:solidFill>
                <a:latin typeface="Arial" charset="0"/>
                <a:ea typeface="-윤고딕130" pitchFamily="18" charset="-127"/>
              </a:defRPr>
            </a:lvl8pPr>
            <a:lvl9pPr marL="3886200" indent="-228600" defTabSz="787400" eaLnBrk="0" fontAlgn="base" hangingPunct="0">
              <a:spcBef>
                <a:spcPct val="0"/>
              </a:spcBef>
              <a:spcAft>
                <a:spcPct val="0"/>
              </a:spcAft>
              <a:defRPr sz="1600">
                <a:solidFill>
                  <a:schemeClr val="tx1"/>
                </a:solidFill>
                <a:latin typeface="Arial" charset="0"/>
                <a:ea typeface="-윤고딕130" pitchFamily="18" charset="-127"/>
              </a:defRPr>
            </a:lvl9pPr>
          </a:lstStyle>
          <a:p>
            <a:pPr marL="0" marR="0" lvl="0" indent="0" algn="l" defTabSz="787400" rtl="0" eaLnBrk="1" fontAlgn="auto" latinLnBrk="0" hangingPunct="1">
              <a:lnSpc>
                <a:spcPct val="100000"/>
              </a:lnSpc>
              <a:spcBef>
                <a:spcPts val="0"/>
              </a:spcBef>
              <a:spcAft>
                <a:spcPts val="0"/>
              </a:spcAft>
              <a:buClrTx/>
              <a:buSzPct val="120000"/>
              <a:buFontTx/>
              <a:buNone/>
              <a:tabLst/>
              <a:defRPr/>
            </a:pPr>
            <a:r>
              <a:rPr kumimoji="0" lang="pt-BR" altLang="zh-CN" sz="1150" b="1" i="0" u="none" strike="noStrike" kern="0" cap="none" spc="0" normalizeH="0" baseline="0" noProof="0">
                <a:ln>
                  <a:noFill/>
                </a:ln>
                <a:solidFill>
                  <a:srgbClr val="020E66"/>
                </a:solidFill>
                <a:effectLst/>
                <a:uLnTx/>
                <a:uFillTx/>
                <a:latin typeface="Arial"/>
                <a:ea typeface="-윤고딕130" pitchFamily="18" charset="-127"/>
                <a:cs typeface="+mn-cs"/>
              </a:rPr>
              <a:t>Produtos</a:t>
            </a:r>
            <a:br>
              <a:rPr kumimoji="0" lang="pt-BR" altLang="zh-CN" sz="1150" b="1" i="0" u="none" strike="noStrike" kern="0" cap="none" spc="0" normalizeH="0" baseline="0" noProof="0">
                <a:ln>
                  <a:noFill/>
                </a:ln>
                <a:solidFill>
                  <a:srgbClr val="020E66"/>
                </a:solidFill>
                <a:effectLst/>
                <a:uLnTx/>
                <a:uFillTx/>
                <a:latin typeface="Arial"/>
                <a:ea typeface="-윤고딕130" pitchFamily="18" charset="-127"/>
                <a:cs typeface="+mn-cs"/>
              </a:rPr>
            </a:br>
            <a:r>
              <a:rPr kumimoji="0" lang="pt-BR" altLang="zh-CN" sz="1150" b="1" i="0" u="none" strike="noStrike" kern="0" cap="none" spc="0" normalizeH="0" baseline="0" noProof="0">
                <a:ln>
                  <a:noFill/>
                </a:ln>
                <a:solidFill>
                  <a:srgbClr val="020E66"/>
                </a:solidFill>
                <a:effectLst/>
                <a:uLnTx/>
                <a:uFillTx/>
                <a:latin typeface="Arial"/>
                <a:ea typeface="-윤고딕130" pitchFamily="18" charset="-127"/>
                <a:cs typeface="+mn-cs"/>
              </a:rPr>
              <a:t>finais</a:t>
            </a:r>
          </a:p>
        </p:txBody>
      </p:sp>
      <p:cxnSp>
        <p:nvCxnSpPr>
          <p:cNvPr id="143" name="Straight Connector 142">
            <a:extLst>
              <a:ext uri="{FF2B5EF4-FFF2-40B4-BE49-F238E27FC236}">
                <a16:creationId xmlns:a16="http://schemas.microsoft.com/office/drawing/2014/main" id="{A08CADA1-129F-C2C7-A40C-B93C5519A6D6}"/>
              </a:ext>
            </a:extLst>
          </p:cNvPr>
          <p:cNvCxnSpPr>
            <a:cxnSpLocks/>
          </p:cNvCxnSpPr>
          <p:nvPr/>
        </p:nvCxnSpPr>
        <p:spPr>
          <a:xfrm>
            <a:off x="965714" y="5335814"/>
            <a:ext cx="11016000" cy="0"/>
          </a:xfrm>
          <a:prstGeom prst="line">
            <a:avLst/>
          </a:prstGeom>
          <a:ln w="9525">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sp>
        <p:nvSpPr>
          <p:cNvPr id="16" name="Arrow: Chevron 70">
            <a:extLst>
              <a:ext uri="{FF2B5EF4-FFF2-40B4-BE49-F238E27FC236}">
                <a16:creationId xmlns:a16="http://schemas.microsoft.com/office/drawing/2014/main" id="{A8E8B826-32C9-C7A8-7F8F-4AAEFAB58F2B}"/>
              </a:ext>
            </a:extLst>
          </p:cNvPr>
          <p:cNvSpPr>
            <a:spLocks/>
          </p:cNvSpPr>
          <p:nvPr/>
        </p:nvSpPr>
        <p:spPr>
          <a:xfrm>
            <a:off x="9776145" y="994451"/>
            <a:ext cx="2188314" cy="526787"/>
          </a:xfrm>
          <a:prstGeom prst="chevron">
            <a:avLst>
              <a:gd name="adj" fmla="val 16392"/>
            </a:avLst>
          </a:prstGeom>
          <a:solidFill>
            <a:schemeClr val="accent1"/>
          </a:solidFill>
          <a:ln w="38100">
            <a:noFill/>
          </a:ln>
          <a:effectLst/>
        </p:spPr>
        <p:style>
          <a:lnRef idx="1">
            <a:schemeClr val="accent1"/>
          </a:lnRef>
          <a:fillRef idx="3">
            <a:schemeClr val="accent1"/>
          </a:fillRef>
          <a:effectRef idx="2">
            <a:schemeClr val="accent1"/>
          </a:effectRef>
          <a:fontRef idx="minor">
            <a:schemeClr val="lt1"/>
          </a:fontRef>
        </p:style>
        <p:txBody>
          <a:bodyPr lIns="108000" tIns="0" rIns="108000" bIns="0" rtlCol="0" anchor="ctr" anchorCtr="1"/>
          <a:lstStyle/>
          <a:p>
            <a:pPr marL="0" marR="0" lvl="1" indent="0" algn="l" defTabSz="914400" rtl="0" eaLnBrk="1" fontAlgn="auto" latinLnBrk="0" hangingPunct="1">
              <a:lnSpc>
                <a:spcPct val="100000"/>
              </a:lnSpc>
              <a:spcBef>
                <a:spcPts val="0"/>
              </a:spcBef>
              <a:spcAft>
                <a:spcPts val="0"/>
              </a:spcAft>
              <a:buClrTx/>
              <a:buSzTx/>
              <a:buFontTx/>
              <a:buNone/>
              <a:tabLst/>
              <a:defRPr/>
            </a:pPr>
            <a:r>
              <a:rPr kumimoji="0" lang="pt-BR" sz="1150" b="1" i="0" u="none" strike="noStrike" kern="1200" cap="none" spc="0" normalizeH="0" baseline="0" noProof="0">
                <a:ln>
                  <a:noFill/>
                </a:ln>
                <a:solidFill>
                  <a:prstClr val="white"/>
                </a:solidFill>
                <a:effectLst/>
                <a:uLnTx/>
                <a:uFillTx/>
                <a:latin typeface="Arial"/>
                <a:ea typeface="+mn-ea"/>
                <a:cs typeface="+mn-cs"/>
              </a:rPr>
              <a:t>Detalhamento da implementação</a:t>
            </a:r>
          </a:p>
        </p:txBody>
      </p:sp>
      <p:cxnSp>
        <p:nvCxnSpPr>
          <p:cNvPr id="26" name="Conector de Seta Reta 39">
            <a:extLst>
              <a:ext uri="{FF2B5EF4-FFF2-40B4-BE49-F238E27FC236}">
                <a16:creationId xmlns:a16="http://schemas.microsoft.com/office/drawing/2014/main" id="{2DBA033E-E5A6-F00D-1BA0-D34DFFD67275}"/>
              </a:ext>
            </a:extLst>
          </p:cNvPr>
          <p:cNvCxnSpPr>
            <a:cxnSpLocks/>
          </p:cNvCxnSpPr>
          <p:nvPr/>
        </p:nvCxnSpPr>
        <p:spPr>
          <a:xfrm>
            <a:off x="9776145" y="843731"/>
            <a:ext cx="2080800" cy="0"/>
          </a:xfrm>
          <a:prstGeom prst="straightConnector1">
            <a:avLst/>
          </a:prstGeom>
          <a:ln w="19050">
            <a:solidFill>
              <a:schemeClr val="bg1">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9" name="CaixaDeTexto 40">
            <a:extLst>
              <a:ext uri="{FF2B5EF4-FFF2-40B4-BE49-F238E27FC236}">
                <a16:creationId xmlns:a16="http://schemas.microsoft.com/office/drawing/2014/main" id="{3E3904CB-14D4-3369-16AA-9ECF95A7ABB1}"/>
              </a:ext>
            </a:extLst>
          </p:cNvPr>
          <p:cNvSpPr txBox="1"/>
          <p:nvPr/>
        </p:nvSpPr>
        <p:spPr bwMode="auto">
          <a:xfrm>
            <a:off x="10170488" y="755246"/>
            <a:ext cx="1292121" cy="176972"/>
          </a:xfrm>
          <a:prstGeom prst="rect">
            <a:avLst/>
          </a:prstGeom>
          <a:solidFill>
            <a:schemeClr val="bg1"/>
          </a:solidFill>
          <a:ln w="9525">
            <a:noFill/>
            <a:miter lim="800000"/>
            <a:headEnd/>
            <a:tailEnd/>
          </a:ln>
        </p:spPr>
        <p:txBody>
          <a:bodyPr vert="horz" wrap="none" lIns="108000" tIns="0" rIns="108000" bIns="0" numCol="1" rtlCol="0" anchor="ctr" anchorCtr="0" compatLnSpc="1">
            <a:prstTxWarp prst="textNoShape">
              <a:avLst/>
            </a:prstTxWarp>
            <a:spAutoFit/>
          </a:bodyPr>
          <a:lstStyle>
            <a:defPPr>
              <a:defRPr lang="pt-BR"/>
            </a:defPPr>
            <a:lvl1pPr algn="ctr">
              <a:spcBef>
                <a:spcPts val="0"/>
              </a:spcBef>
              <a:spcAft>
                <a:spcPts val="600"/>
              </a:spcAft>
              <a:defRPr sz="1200" kern="0"/>
            </a:lvl1p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pt-BR" sz="1150" b="1" i="0" u="none" strike="noStrike" kern="0" cap="none" spc="0" normalizeH="0" baseline="0" noProof="0">
                <a:ln>
                  <a:noFill/>
                </a:ln>
                <a:solidFill>
                  <a:srgbClr val="071C25"/>
                </a:solidFill>
                <a:effectLst/>
                <a:uLnTx/>
                <a:uFillTx/>
                <a:latin typeface="Arial"/>
                <a:ea typeface="+mn-ea"/>
                <a:cs typeface="+mn-cs"/>
              </a:rPr>
              <a:t>Opcional (TBD)</a:t>
            </a:r>
          </a:p>
        </p:txBody>
      </p:sp>
      <p:sp>
        <p:nvSpPr>
          <p:cNvPr id="11" name="Rectangle 53">
            <a:extLst>
              <a:ext uri="{FF2B5EF4-FFF2-40B4-BE49-F238E27FC236}">
                <a16:creationId xmlns:a16="http://schemas.microsoft.com/office/drawing/2014/main" id="{BECF45CD-4058-4C55-DE9F-52C787D19BCB}"/>
              </a:ext>
            </a:extLst>
          </p:cNvPr>
          <p:cNvSpPr txBox="1"/>
          <p:nvPr/>
        </p:nvSpPr>
        <p:spPr>
          <a:xfrm>
            <a:off x="9776145" y="1582541"/>
            <a:ext cx="2080800" cy="2300630"/>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marL="0" lvl="0" indent="0" defTabSz="895350" eaLnBrk="1" hangingPunct="1">
              <a:buClr>
                <a:schemeClr val="tx2"/>
              </a:buClr>
              <a:defRPr baseline="0">
                <a:latin typeface="+mn-lt"/>
              </a:defRPr>
            </a:lvl1pPr>
            <a:lvl2pPr marL="193675" lvl="1" indent="-192088" defTabSz="895350" eaLnBrk="1" hangingPunct="1">
              <a:buClr>
                <a:schemeClr val="tx2"/>
              </a:buClr>
              <a:buSzPct val="125000"/>
              <a:buFont typeface="Arial" charset="0"/>
              <a:buChar char="▪"/>
              <a:defRPr baseline="0">
                <a:latin typeface="+mn-lt"/>
              </a:defRPr>
            </a:lvl2pPr>
            <a:lvl3pPr marL="457200" lvl="2" indent="-261938" defTabSz="895350" eaLnBrk="1" hangingPunct="1">
              <a:buClr>
                <a:schemeClr val="tx2"/>
              </a:buClr>
              <a:buSzPct val="120000"/>
              <a:buFont typeface="Arial" charset="0"/>
              <a:buChar char="–"/>
              <a:defRPr baseline="0">
                <a:latin typeface="+mn-lt"/>
              </a:defRPr>
            </a:lvl3pPr>
            <a:lvl4pPr marL="614363" lvl="3" indent="-155575" defTabSz="895350" eaLnBrk="1" hangingPunct="1">
              <a:buClr>
                <a:schemeClr val="tx2"/>
              </a:buClr>
              <a:buSzPct val="120000"/>
              <a:buFont typeface="Arial" charset="0"/>
              <a:buChar char="▫"/>
              <a:defRPr baseline="0">
                <a:latin typeface="+mn-lt"/>
              </a:defRPr>
            </a:lvl4pPr>
            <a:lvl5pPr marL="749808" lvl="4" indent="-130175" defTabSz="895350" eaLnBrk="1" hangingPunct="1">
              <a:buClr>
                <a:schemeClr val="tx2"/>
              </a:buClr>
              <a:buSzPct val="89000"/>
              <a:buFont typeface="Arial" charset="0"/>
              <a:buChar char="-"/>
              <a:defRPr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marL="193675" marR="0" lvl="1" indent="-192088" algn="l" defTabSz="895350" rtl="0" eaLnBrk="1" fontAlgn="auto" latinLnBrk="0" hangingPunct="1">
              <a:lnSpc>
                <a:spcPct val="100000"/>
              </a:lnSpc>
              <a:spcAft>
                <a:spcPts val="0"/>
              </a:spcAft>
              <a:buClrTx/>
              <a:buSzPct val="125000"/>
              <a:buFont typeface="Arial" charset="0"/>
              <a:buChar char="▪"/>
              <a:tabLst/>
              <a:defRPr/>
            </a:pPr>
            <a:r>
              <a:rPr kumimoji="0" lang="pt-BR" sz="1150" b="0" i="0" u="none" strike="noStrike" kern="1200" cap="none" spc="0" normalizeH="0" baseline="0" noProof="0" dirty="0">
                <a:ln>
                  <a:noFill/>
                </a:ln>
                <a:solidFill>
                  <a:srgbClr val="071C25"/>
                </a:solidFill>
                <a:effectLst/>
                <a:uLnTx/>
                <a:uFillTx/>
                <a:latin typeface="Arial"/>
                <a:ea typeface="+mn-ea"/>
                <a:cs typeface="+mn-cs"/>
              </a:rPr>
              <a:t>Mapear riscos potenciais do novo modelo e especificar estratégia de mitigação</a:t>
            </a:r>
          </a:p>
          <a:p>
            <a:pPr marL="193675" marR="0" lvl="1" indent="-192088" algn="l" defTabSz="895350" rtl="0" eaLnBrk="1" fontAlgn="auto" latinLnBrk="0" hangingPunct="1">
              <a:lnSpc>
                <a:spcPct val="100000"/>
              </a:lnSpc>
              <a:spcAft>
                <a:spcPts val="0"/>
              </a:spcAft>
              <a:buClrTx/>
              <a:buSzPct val="125000"/>
              <a:buFont typeface="Arial" charset="0"/>
              <a:buChar char="▪"/>
              <a:tabLst/>
              <a:defRPr/>
            </a:pPr>
            <a:r>
              <a:rPr kumimoji="0" lang="pt-BR" sz="1150" b="0" i="0" u="none" strike="noStrike" kern="1200" cap="none" spc="0" normalizeH="0" baseline="0" noProof="0" dirty="0">
                <a:ln>
                  <a:noFill/>
                </a:ln>
                <a:solidFill>
                  <a:srgbClr val="071C25"/>
                </a:solidFill>
                <a:effectLst/>
                <a:uLnTx/>
                <a:uFillTx/>
                <a:latin typeface="Arial"/>
                <a:ea typeface="+mn-ea"/>
                <a:cs typeface="+mn-cs"/>
              </a:rPr>
              <a:t>Estruturar PMO para apoiar implementação</a:t>
            </a:r>
          </a:p>
          <a:p>
            <a:pPr marL="193675" marR="0" lvl="1" indent="-192088" algn="l" defTabSz="895350" rtl="0" eaLnBrk="1" fontAlgn="auto" latinLnBrk="0" hangingPunct="1">
              <a:lnSpc>
                <a:spcPct val="100000"/>
              </a:lnSpc>
              <a:spcAft>
                <a:spcPts val="0"/>
              </a:spcAft>
              <a:buClrTx/>
              <a:buSzPct val="125000"/>
              <a:buFont typeface="Arial" charset="0"/>
              <a:buChar char="▪"/>
              <a:tabLst/>
              <a:defRPr/>
            </a:pPr>
            <a:r>
              <a:rPr kumimoji="0" lang="pt-BR" sz="1150" b="0" i="0" u="none" strike="noStrike" kern="1200" cap="none" spc="0" normalizeH="0" baseline="0" noProof="0" dirty="0">
                <a:ln>
                  <a:noFill/>
                </a:ln>
                <a:solidFill>
                  <a:srgbClr val="071C25"/>
                </a:solidFill>
                <a:effectLst/>
                <a:uLnTx/>
                <a:uFillTx/>
                <a:latin typeface="Arial"/>
                <a:ea typeface="+mn-ea"/>
                <a:cs typeface="+mn-cs"/>
              </a:rPr>
              <a:t>Definir governança para monitorar progresso da implementação</a:t>
            </a:r>
          </a:p>
          <a:p>
            <a:pPr marL="193675" marR="0" lvl="1" indent="-192088" algn="l" defTabSz="895350" rtl="0" eaLnBrk="1" fontAlgn="auto" latinLnBrk="0" hangingPunct="1">
              <a:lnSpc>
                <a:spcPct val="100000"/>
              </a:lnSpc>
              <a:spcAft>
                <a:spcPts val="0"/>
              </a:spcAft>
              <a:buClrTx/>
              <a:buSzPct val="125000"/>
              <a:buFont typeface="Arial" charset="0"/>
              <a:buChar char="▪"/>
              <a:tabLst/>
              <a:defRPr/>
            </a:pPr>
            <a:r>
              <a:rPr lang="pt-BR" sz="1150" dirty="0">
                <a:solidFill>
                  <a:srgbClr val="071C25"/>
                </a:solidFill>
                <a:latin typeface="Arial"/>
              </a:rPr>
              <a:t>Detalhar precificação por canal/segmento</a:t>
            </a:r>
          </a:p>
          <a:p>
            <a:pPr marL="193675" marR="0" lvl="1" indent="-192088" algn="l" defTabSz="895350" rtl="0" eaLnBrk="1" fontAlgn="auto" latinLnBrk="0" hangingPunct="1">
              <a:lnSpc>
                <a:spcPct val="100000"/>
              </a:lnSpc>
              <a:spcAft>
                <a:spcPts val="0"/>
              </a:spcAft>
              <a:buClrTx/>
              <a:buSzPct val="125000"/>
              <a:buFont typeface="Arial" charset="0"/>
              <a:buChar char="▪"/>
              <a:tabLst/>
              <a:defRPr/>
            </a:pPr>
            <a:r>
              <a:rPr kumimoji="0" lang="pt-BR" sz="1150" b="0" i="0" u="none" strike="noStrike" kern="1200" cap="none" spc="0" normalizeH="0" baseline="0" noProof="0" dirty="0">
                <a:ln>
                  <a:noFill/>
                </a:ln>
                <a:solidFill>
                  <a:srgbClr val="071C25"/>
                </a:solidFill>
                <a:effectLst/>
                <a:uLnTx/>
                <a:uFillTx/>
                <a:latin typeface="Arial"/>
                <a:ea typeface="+mn-ea"/>
                <a:cs typeface="+mn-cs"/>
              </a:rPr>
              <a:t>Detalhar serviços a serem prestados em cada canal/segmento</a:t>
            </a:r>
          </a:p>
        </p:txBody>
      </p:sp>
    </p:spTree>
    <p:extLst>
      <p:ext uri="{BB962C8B-B14F-4D97-AF65-F5344CB8AC3E}">
        <p14:creationId xmlns:p14="http://schemas.microsoft.com/office/powerpoint/2010/main" val="373250333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8" name="Objeto 7" hidden="1">
            <a:extLst>
              <a:ext uri="{FF2B5EF4-FFF2-40B4-BE49-F238E27FC236}">
                <a16:creationId xmlns:a16="http://schemas.microsoft.com/office/drawing/2014/main" id="{33E094A1-BFED-4F07-BC1F-C2AB02C61D0C}"/>
              </a:ext>
            </a:extLst>
          </p:cNvPr>
          <p:cNvGraphicFramePr>
            <a:graphicFrameLocks noChangeAspect="1"/>
          </p:cNvGraphicFramePr>
          <p:nvPr>
            <p:custDataLst>
              <p:tags r:id="rId1"/>
            </p:custDataLst>
            <p:extLst>
              <p:ext uri="{D42A27DB-BD31-4B8C-83A1-F6EECF244321}">
                <p14:modId xmlns:p14="http://schemas.microsoft.com/office/powerpoint/2010/main" val="87097127"/>
              </p:ext>
            </p:extLst>
          </p:nvPr>
        </p:nvGraphicFramePr>
        <p:xfrm>
          <a:off x="1525588" y="1588"/>
          <a:ext cx="1588" cy="1588"/>
        </p:xfrm>
        <a:graphic>
          <a:graphicData uri="http://schemas.openxmlformats.org/presentationml/2006/ole">
            <mc:AlternateContent xmlns:mc="http://schemas.openxmlformats.org/markup-compatibility/2006">
              <mc:Choice xmlns:v="urn:schemas-microsoft-com:vml" Requires="v">
                <p:oleObj name="Slide do think-cell" r:id="rId8" imgW="421" imgH="423" progId="TCLayout.ActiveDocument.1">
                  <p:embed/>
                </p:oleObj>
              </mc:Choice>
              <mc:Fallback>
                <p:oleObj name="Slide do think-cell" r:id="rId8" imgW="421" imgH="423" progId="TCLayout.ActiveDocument.1">
                  <p:embed/>
                  <p:pic>
                    <p:nvPicPr>
                      <p:cNvPr id="8" name="Objeto 7" hidden="1">
                        <a:extLst>
                          <a:ext uri="{FF2B5EF4-FFF2-40B4-BE49-F238E27FC236}">
                            <a16:creationId xmlns:a16="http://schemas.microsoft.com/office/drawing/2014/main" id="{33E094A1-BFED-4F07-BC1F-C2AB02C61D0C}"/>
                          </a:ext>
                        </a:extLst>
                      </p:cNvPr>
                      <p:cNvPicPr/>
                      <p:nvPr/>
                    </p:nvPicPr>
                    <p:blipFill>
                      <a:blip r:embed="rId9"/>
                      <a:stretch>
                        <a:fillRect/>
                      </a:stretch>
                    </p:blipFill>
                    <p:spPr>
                      <a:xfrm>
                        <a:off x="1525588" y="1588"/>
                        <a:ext cx="1588" cy="1588"/>
                      </a:xfrm>
                      <a:prstGeom prst="rect">
                        <a:avLst/>
                      </a:prstGeom>
                    </p:spPr>
                  </p:pic>
                </p:oleObj>
              </mc:Fallback>
            </mc:AlternateContent>
          </a:graphicData>
        </a:graphic>
      </p:graphicFrame>
      <p:sp>
        <p:nvSpPr>
          <p:cNvPr id="9" name="Retângulo 8" hidden="1">
            <a:extLst>
              <a:ext uri="{FF2B5EF4-FFF2-40B4-BE49-F238E27FC236}">
                <a16:creationId xmlns:a16="http://schemas.microsoft.com/office/drawing/2014/main" id="{57C1BD23-E9C3-44BB-ABF2-484F82671695}"/>
              </a:ext>
            </a:extLst>
          </p:cNvPr>
          <p:cNvSpPr/>
          <p:nvPr>
            <p:custDataLst>
              <p:tags r:id="rId2"/>
            </p:custDataLst>
          </p:nvPr>
        </p:nvSpPr>
        <p:spPr>
          <a:xfrm>
            <a:off x="1524000" y="0"/>
            <a:ext cx="158750" cy="158750"/>
          </a:xfrm>
          <a:prstGeom prst="rect">
            <a:avLst/>
          </a:prstGeom>
          <a:solidFill>
            <a:schemeClr val="accent2"/>
          </a:solidFill>
          <a:ln w="19050">
            <a:solidFill>
              <a:schemeClr val="accent2"/>
            </a:solidFill>
            <a:miter lim="400000"/>
          </a:ln>
          <a:effectLst/>
        </p:spPr>
        <p:txBody>
          <a:bodyPr wrap="none" lIns="0" tIns="0" rIns="0" bIns="0" numCol="1" spcCol="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2000" b="1" i="0" u="none" strike="noStrike" kern="1200" cap="none" spc="0" normalizeH="0" baseline="0" noProof="0">
              <a:ln>
                <a:noFill/>
              </a:ln>
              <a:solidFill>
                <a:prstClr val="white"/>
              </a:solidFill>
              <a:effectLst/>
              <a:uLnTx/>
              <a:uFillTx/>
              <a:latin typeface="Arial" panose="020B0604020202020204" pitchFamily="34" charset="0"/>
              <a:ea typeface="+mn-ea"/>
              <a:cs typeface="+mn-cs"/>
              <a:sym typeface="Arial" panose="020B0604020202020204" pitchFamily="34" charset="0"/>
            </a:endParaRPr>
          </a:p>
        </p:txBody>
      </p:sp>
      <p:sp>
        <p:nvSpPr>
          <p:cNvPr id="12" name="Espaço Reservado para Texto 11">
            <a:extLst>
              <a:ext uri="{FF2B5EF4-FFF2-40B4-BE49-F238E27FC236}">
                <a16:creationId xmlns:a16="http://schemas.microsoft.com/office/drawing/2014/main" id="{C038E76F-0B91-4897-8975-ACB331566FF3}"/>
              </a:ext>
            </a:extLst>
          </p:cNvPr>
          <p:cNvSpPr>
            <a:spLocks noGrp="1"/>
          </p:cNvSpPr>
          <p:nvPr>
            <p:ph type="body" sz="quarter" idx="14"/>
          </p:nvPr>
        </p:nvSpPr>
        <p:spPr/>
        <p:txBody>
          <a:bodyPr/>
          <a:lstStyle/>
          <a:p>
            <a:r>
              <a:rPr lang="pt-BR"/>
              <a:t>Fonte: </a:t>
            </a:r>
            <a:r>
              <a:rPr lang="pt-BR" err="1"/>
              <a:t>Mirow</a:t>
            </a:r>
            <a:r>
              <a:rPr lang="pt-BR"/>
              <a:t> &amp; Co.</a:t>
            </a:r>
          </a:p>
        </p:txBody>
      </p:sp>
      <p:sp>
        <p:nvSpPr>
          <p:cNvPr id="2" name="Título 1">
            <a:extLst>
              <a:ext uri="{FF2B5EF4-FFF2-40B4-BE49-F238E27FC236}">
                <a16:creationId xmlns:a16="http://schemas.microsoft.com/office/drawing/2014/main" id="{8D280A33-A423-4868-8AFC-305FC1B00A00}"/>
              </a:ext>
            </a:extLst>
          </p:cNvPr>
          <p:cNvSpPr>
            <a:spLocks noGrp="1"/>
          </p:cNvSpPr>
          <p:nvPr>
            <p:ph type="title"/>
          </p:nvPr>
        </p:nvSpPr>
        <p:spPr>
          <a:xfrm>
            <a:off x="478971" y="225177"/>
            <a:ext cx="11485488" cy="615553"/>
          </a:xfrm>
        </p:spPr>
        <p:txBody>
          <a:bodyPr vert="horz"/>
          <a:lstStyle/>
          <a:p>
            <a:r>
              <a:rPr lang="pt-BR"/>
              <a:t>O estabelecimento de uma governança clara com definição de um PMO na gestão do processo de transformação poderá contribuir com o êxito da implementação</a:t>
            </a:r>
          </a:p>
        </p:txBody>
      </p:sp>
      <p:sp>
        <p:nvSpPr>
          <p:cNvPr id="64" name="CaixaDeTexto 63">
            <a:extLst>
              <a:ext uri="{FF2B5EF4-FFF2-40B4-BE49-F238E27FC236}">
                <a16:creationId xmlns:a16="http://schemas.microsoft.com/office/drawing/2014/main" id="{8FB7EB2C-CF6A-4B8D-8C94-6AC90127C614}"/>
              </a:ext>
            </a:extLst>
          </p:cNvPr>
          <p:cNvSpPr txBox="1"/>
          <p:nvPr/>
        </p:nvSpPr>
        <p:spPr bwMode="auto">
          <a:xfrm>
            <a:off x="478971" y="864000"/>
            <a:ext cx="8640000" cy="246221"/>
          </a:xfrm>
          <a:prstGeom prst="rect">
            <a:avLst/>
          </a:prstGeom>
          <a:noFill/>
          <a:ln w="9525">
            <a:noFill/>
            <a:miter lim="800000"/>
            <a:headEnd/>
            <a:tailEnd/>
          </a:ln>
        </p:spPr>
        <p:txBody>
          <a:bodyPr vert="horz" wrap="square" lIns="0" tIns="0" rIns="0" bIns="0" numCol="1" rtlCol="0" anchor="t"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pt-BR" sz="1600" b="0" i="0" u="none" strike="noStrike" kern="0" cap="none" spc="0" normalizeH="0" baseline="0" noProof="0">
                <a:ln>
                  <a:noFill/>
                </a:ln>
                <a:solidFill>
                  <a:srgbClr val="7F7F7F"/>
                </a:solidFill>
                <a:effectLst/>
                <a:uLnTx/>
                <a:uFillTx/>
                <a:latin typeface="Arial"/>
                <a:ea typeface="+mn-ea"/>
                <a:cs typeface="+mn-cs"/>
              </a:rPr>
              <a:t>Sugestão de modelo de governança</a:t>
            </a:r>
          </a:p>
        </p:txBody>
      </p:sp>
      <p:grpSp>
        <p:nvGrpSpPr>
          <p:cNvPr id="11" name="Group 10">
            <a:extLst>
              <a:ext uri="{FF2B5EF4-FFF2-40B4-BE49-F238E27FC236}">
                <a16:creationId xmlns:a16="http://schemas.microsoft.com/office/drawing/2014/main" id="{892A0149-7BE7-4DA2-B0A1-F32C58C761B8}"/>
              </a:ext>
            </a:extLst>
          </p:cNvPr>
          <p:cNvGrpSpPr/>
          <p:nvPr/>
        </p:nvGrpSpPr>
        <p:grpSpPr>
          <a:xfrm>
            <a:off x="10695645" y="954793"/>
            <a:ext cx="1268814" cy="155428"/>
            <a:chOff x="10769925" y="780566"/>
            <a:chExt cx="1268814" cy="155428"/>
          </a:xfrm>
        </p:grpSpPr>
        <p:sp>
          <p:nvSpPr>
            <p:cNvPr id="70" name="Legend1">
              <a:extLst>
                <a:ext uri="{FF2B5EF4-FFF2-40B4-BE49-F238E27FC236}">
                  <a16:creationId xmlns:a16="http://schemas.microsoft.com/office/drawing/2014/main" id="{5EA745B4-D478-40DE-830A-E0B6A28CCA5C}"/>
                </a:ext>
              </a:extLst>
            </p:cNvPr>
            <p:cNvSpPr>
              <a:spLocks noChangeArrowheads="1"/>
            </p:cNvSpPr>
            <p:nvPr/>
          </p:nvSpPr>
          <p:spPr bwMode="auto">
            <a:xfrm>
              <a:off x="11149072" y="780567"/>
              <a:ext cx="889667" cy="15542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0" tIns="0" rIns="0" bIns="0" anchor="ctr">
              <a:spAutoFit/>
            </a:bodyPr>
            <a:lstStyle/>
            <a:p>
              <a:pPr marL="0" marR="0" lvl="0" indent="0" algn="l" defTabSz="913235" rtl="0" eaLnBrk="1" fontAlgn="auto" latinLnBrk="0" hangingPunct="1">
                <a:lnSpc>
                  <a:spcPct val="90000"/>
                </a:lnSpc>
                <a:spcBef>
                  <a:spcPts val="0"/>
                </a:spcBef>
                <a:spcAft>
                  <a:spcPts val="0"/>
                </a:spcAft>
                <a:buClrTx/>
                <a:buSzPct val="120000"/>
                <a:buFontTx/>
                <a:buNone/>
                <a:tabLst/>
                <a:defRPr/>
              </a:pPr>
              <a:r>
                <a:rPr kumimoji="0" lang="pt-BR" sz="1122" b="0" i="0" u="none" strike="noStrike" kern="1200" cap="none" spc="0" normalizeH="0" baseline="0" noProof="0">
                  <a:ln>
                    <a:noFill/>
                  </a:ln>
                  <a:solidFill>
                    <a:srgbClr val="071C25"/>
                  </a:solidFill>
                  <a:effectLst/>
                  <a:uLnTx/>
                  <a:uFillTx/>
                  <a:latin typeface="Arial"/>
                  <a:ea typeface="+mn-ea"/>
                  <a:cs typeface="+mn-cs"/>
                </a:rPr>
                <a:t>Foco do PMO</a:t>
              </a:r>
            </a:p>
          </p:txBody>
        </p:sp>
        <p:sp>
          <p:nvSpPr>
            <p:cNvPr id="71" name="AutoShape 9">
              <a:extLst>
                <a:ext uri="{FF2B5EF4-FFF2-40B4-BE49-F238E27FC236}">
                  <a16:creationId xmlns:a16="http://schemas.microsoft.com/office/drawing/2014/main" id="{C7772253-553A-43CF-A362-417D345406B8}"/>
                </a:ext>
              </a:extLst>
            </p:cNvPr>
            <p:cNvSpPr>
              <a:spLocks noChangeArrowheads="1"/>
            </p:cNvSpPr>
            <p:nvPr/>
          </p:nvSpPr>
          <p:spPr bwMode="gray">
            <a:xfrm rot="16200000">
              <a:off x="10840025" y="710466"/>
              <a:ext cx="155428" cy="295628"/>
            </a:xfrm>
            <a:prstGeom prst="upDownArrow">
              <a:avLst>
                <a:gd name="adj1" fmla="val 29573"/>
                <a:gd name="adj2" fmla="val 50000"/>
              </a:avLst>
            </a:prstGeom>
            <a:solidFill>
              <a:schemeClr val="accent3"/>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3267" tIns="46633" rIns="93267" bIns="46633"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428" b="0" i="0" u="none" strike="noStrike" kern="1200" cap="none" spc="0" normalizeH="0" baseline="0" noProof="0">
                <a:ln>
                  <a:noFill/>
                </a:ln>
                <a:solidFill>
                  <a:srgbClr val="071C25"/>
                </a:solidFill>
                <a:effectLst/>
                <a:uLnTx/>
                <a:uFillTx/>
                <a:latin typeface="Arial"/>
                <a:ea typeface="+mn-ea"/>
                <a:cs typeface="+mn-cs"/>
              </a:endParaRPr>
            </a:p>
          </p:txBody>
        </p:sp>
      </p:grpSp>
      <p:sp>
        <p:nvSpPr>
          <p:cNvPr id="17" name="Freeform: Shape 16">
            <a:extLst>
              <a:ext uri="{FF2B5EF4-FFF2-40B4-BE49-F238E27FC236}">
                <a16:creationId xmlns:a16="http://schemas.microsoft.com/office/drawing/2014/main" id="{1588921E-0642-B553-06C8-761CF7F49DBB}"/>
              </a:ext>
            </a:extLst>
          </p:cNvPr>
          <p:cNvSpPr/>
          <p:nvPr/>
        </p:nvSpPr>
        <p:spPr>
          <a:xfrm>
            <a:off x="2256185" y="5118445"/>
            <a:ext cx="7498382" cy="576000"/>
          </a:xfrm>
          <a:custGeom>
            <a:avLst/>
            <a:gdLst>
              <a:gd name="connsiteX0" fmla="*/ 7140033 w 7498793"/>
              <a:gd name="connsiteY0" fmla="*/ 0 h 667451"/>
              <a:gd name="connsiteX1" fmla="*/ 7449255 w 7498793"/>
              <a:gd name="connsiteY1" fmla="*/ 233247 h 667451"/>
              <a:gd name="connsiteX2" fmla="*/ 7498793 w 7498793"/>
              <a:gd name="connsiteY2" fmla="*/ 371284 h 667451"/>
              <a:gd name="connsiteX3" fmla="*/ 7146552 w 7498793"/>
              <a:gd name="connsiteY3" fmla="*/ 621297 h 667451"/>
              <a:gd name="connsiteX4" fmla="*/ 7081749 w 7498793"/>
              <a:gd name="connsiteY4" fmla="*/ 529164 h 667451"/>
              <a:gd name="connsiteX5" fmla="*/ 7269581 w 7498793"/>
              <a:gd name="connsiteY5" fmla="*/ 375549 h 667451"/>
              <a:gd name="connsiteX6" fmla="*/ 189636 w 7498793"/>
              <a:gd name="connsiteY6" fmla="*/ 405653 h 667451"/>
              <a:gd name="connsiteX7" fmla="*/ 328633 w 7498793"/>
              <a:gd name="connsiteY7" fmla="*/ 524990 h 667451"/>
              <a:gd name="connsiteX8" fmla="*/ 358759 w 7498793"/>
              <a:gd name="connsiteY8" fmla="*/ 667451 h 667451"/>
              <a:gd name="connsiteX9" fmla="*/ 49537 w 7498793"/>
              <a:gd name="connsiteY9" fmla="*/ 434205 h 667451"/>
              <a:gd name="connsiteX10" fmla="*/ 0 w 7498793"/>
              <a:gd name="connsiteY10" fmla="*/ 296167 h 667451"/>
              <a:gd name="connsiteX11" fmla="*/ 352241 w 7498793"/>
              <a:gd name="connsiteY11" fmla="*/ 46155 h 667451"/>
              <a:gd name="connsiteX12" fmla="*/ 417044 w 7498793"/>
              <a:gd name="connsiteY12" fmla="*/ 138288 h 667451"/>
              <a:gd name="connsiteX13" fmla="*/ 204138 w 7498793"/>
              <a:gd name="connsiteY13" fmla="*/ 312407 h 667451"/>
              <a:gd name="connsiteX14" fmla="*/ 7052736 w 7498793"/>
              <a:gd name="connsiteY14" fmla="*/ 281536 h 667451"/>
              <a:gd name="connsiteX15" fmla="*/ 7317539 w 7498793"/>
              <a:gd name="connsiteY15" fmla="*/ 278289 h 667451"/>
              <a:gd name="connsiteX16" fmla="*/ 7309157 w 7498793"/>
              <a:gd name="connsiteY16" fmla="*/ 261798 h 667451"/>
              <a:gd name="connsiteX17" fmla="*/ 7170158 w 7498793"/>
              <a:gd name="connsiteY17" fmla="*/ 142463 h 667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498793" h="667451">
                <a:moveTo>
                  <a:pt x="7140033" y="0"/>
                </a:moveTo>
                <a:lnTo>
                  <a:pt x="7449255" y="233247"/>
                </a:lnTo>
                <a:lnTo>
                  <a:pt x="7498793" y="371284"/>
                </a:lnTo>
                <a:lnTo>
                  <a:pt x="7146552" y="621297"/>
                </a:lnTo>
                <a:lnTo>
                  <a:pt x="7081749" y="529164"/>
                </a:lnTo>
                <a:lnTo>
                  <a:pt x="7269581" y="375549"/>
                </a:lnTo>
                <a:lnTo>
                  <a:pt x="189636" y="405653"/>
                </a:lnTo>
                <a:lnTo>
                  <a:pt x="328633" y="524990"/>
                </a:lnTo>
                <a:lnTo>
                  <a:pt x="358759" y="667451"/>
                </a:lnTo>
                <a:lnTo>
                  <a:pt x="49537" y="434205"/>
                </a:lnTo>
                <a:lnTo>
                  <a:pt x="0" y="296167"/>
                </a:lnTo>
                <a:lnTo>
                  <a:pt x="352241" y="46155"/>
                </a:lnTo>
                <a:lnTo>
                  <a:pt x="417044" y="138288"/>
                </a:lnTo>
                <a:lnTo>
                  <a:pt x="204138" y="312407"/>
                </a:lnTo>
                <a:cubicBezTo>
                  <a:pt x="275425" y="325868"/>
                  <a:pt x="5352880" y="300030"/>
                  <a:pt x="7052736" y="281536"/>
                </a:cubicBezTo>
                <a:lnTo>
                  <a:pt x="7317539" y="278289"/>
                </a:lnTo>
                <a:lnTo>
                  <a:pt x="7309157" y="261798"/>
                </a:lnTo>
                <a:lnTo>
                  <a:pt x="7170158" y="142463"/>
                </a:lnTo>
                <a:close/>
              </a:path>
            </a:pathLst>
          </a:custGeom>
          <a:solidFill>
            <a:schemeClr val="accent3"/>
          </a:solidFill>
          <a:ln w="19050">
            <a:noFill/>
            <a:miter lim="400000"/>
          </a:ln>
          <a:effectLst/>
        </p:spPr>
        <p:txBody>
          <a:bodyPr wrap="square" lIns="108000" tIns="72000" rIns="108000" bIns="7200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400" b="0" i="0" u="none" strike="noStrike" kern="1200" cap="none" spc="0" normalizeH="0" baseline="0" noProof="0" err="1">
              <a:ln>
                <a:noFill/>
              </a:ln>
              <a:solidFill>
                <a:prstClr val="white"/>
              </a:solidFill>
              <a:effectLst/>
              <a:uLnTx/>
              <a:uFillTx/>
              <a:latin typeface="Arial"/>
              <a:ea typeface="+mn-ea"/>
              <a:cs typeface="+mn-cs"/>
            </a:endParaRPr>
          </a:p>
        </p:txBody>
      </p:sp>
      <p:sp>
        <p:nvSpPr>
          <p:cNvPr id="15" name="Freeform: Shape 14">
            <a:extLst>
              <a:ext uri="{FF2B5EF4-FFF2-40B4-BE49-F238E27FC236}">
                <a16:creationId xmlns:a16="http://schemas.microsoft.com/office/drawing/2014/main" id="{0990D2FE-1EF1-66C7-7D56-CF5A45831F5B}"/>
              </a:ext>
            </a:extLst>
          </p:cNvPr>
          <p:cNvSpPr/>
          <p:nvPr/>
        </p:nvSpPr>
        <p:spPr>
          <a:xfrm>
            <a:off x="1538468" y="1329709"/>
            <a:ext cx="504000" cy="3921178"/>
          </a:xfrm>
          <a:custGeom>
            <a:avLst/>
            <a:gdLst>
              <a:gd name="connsiteX0" fmla="*/ 266339 w 561251"/>
              <a:gd name="connsiteY0" fmla="*/ 0 h 4451968"/>
              <a:gd name="connsiteX1" fmla="*/ 341726 w 561251"/>
              <a:gd name="connsiteY1" fmla="*/ 0 h 4451968"/>
              <a:gd name="connsiteX2" fmla="*/ 341436 w 561251"/>
              <a:gd name="connsiteY2" fmla="*/ 60259 h 4451968"/>
              <a:gd name="connsiteX3" fmla="*/ 323517 w 561251"/>
              <a:gd name="connsiteY3" fmla="*/ 4278232 h 4451968"/>
              <a:gd name="connsiteX4" fmla="*/ 432344 w 561251"/>
              <a:gd name="connsiteY4" fmla="*/ 4150597 h 4451968"/>
              <a:gd name="connsiteX5" fmla="*/ 561251 w 561251"/>
              <a:gd name="connsiteY5" fmla="*/ 4122067 h 4451968"/>
              <a:gd name="connsiteX6" fmla="*/ 348265 w 561251"/>
              <a:gd name="connsiteY6" fmla="*/ 4405770 h 4451968"/>
              <a:gd name="connsiteX7" fmla="*/ 223211 w 561251"/>
              <a:gd name="connsiteY7" fmla="*/ 4451968 h 4451968"/>
              <a:gd name="connsiteX8" fmla="*/ 0 w 561251"/>
              <a:gd name="connsiteY8" fmla="*/ 4132632 h 4451968"/>
              <a:gd name="connsiteX9" fmla="*/ 83704 w 561251"/>
              <a:gd name="connsiteY9" fmla="*/ 4072855 h 4451968"/>
              <a:gd name="connsiteX10" fmla="*/ 239398 w 561251"/>
              <a:gd name="connsiteY10" fmla="*/ 4265701 h 4451968"/>
              <a:gd name="connsiteX11" fmla="*/ 266485 w 561251"/>
              <a:gd name="connsiteY11" fmla="*/ 16127 h 4451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61251" h="4451968">
                <a:moveTo>
                  <a:pt x="266339" y="0"/>
                </a:moveTo>
                <a:lnTo>
                  <a:pt x="341726" y="0"/>
                </a:lnTo>
                <a:lnTo>
                  <a:pt x="341436" y="60259"/>
                </a:lnTo>
                <a:cubicBezTo>
                  <a:pt x="337277" y="1329688"/>
                  <a:pt x="348788" y="4219628"/>
                  <a:pt x="323517" y="4278232"/>
                </a:cubicBezTo>
                <a:lnTo>
                  <a:pt x="432344" y="4150597"/>
                </a:lnTo>
                <a:lnTo>
                  <a:pt x="561251" y="4122067"/>
                </a:lnTo>
                <a:lnTo>
                  <a:pt x="348265" y="4405770"/>
                </a:lnTo>
                <a:lnTo>
                  <a:pt x="223211" y="4451968"/>
                </a:lnTo>
                <a:lnTo>
                  <a:pt x="0" y="4132632"/>
                </a:lnTo>
                <a:lnTo>
                  <a:pt x="83704" y="4072855"/>
                </a:lnTo>
                <a:lnTo>
                  <a:pt x="239398" y="4265701"/>
                </a:lnTo>
                <a:cubicBezTo>
                  <a:pt x="252933" y="4196257"/>
                  <a:pt x="273543" y="1195088"/>
                  <a:pt x="266485" y="16127"/>
                </a:cubicBezTo>
                <a:close/>
              </a:path>
            </a:pathLst>
          </a:custGeom>
          <a:solidFill>
            <a:schemeClr val="accent3"/>
          </a:solidFill>
          <a:ln w="19050">
            <a:noFill/>
            <a:miter lim="400000"/>
          </a:ln>
          <a:effectLst/>
        </p:spPr>
        <p:txBody>
          <a:bodyPr wrap="square" lIns="108000" tIns="72000" rIns="108000" bIns="7200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400" b="0" i="0" u="none" strike="noStrike" kern="1200" cap="none" spc="0" normalizeH="0" baseline="0" noProof="0" err="1">
              <a:ln>
                <a:noFill/>
              </a:ln>
              <a:solidFill>
                <a:prstClr val="white"/>
              </a:solidFill>
              <a:effectLst/>
              <a:uLnTx/>
              <a:uFillTx/>
              <a:latin typeface="Arial"/>
              <a:ea typeface="+mn-ea"/>
              <a:cs typeface="+mn-cs"/>
            </a:endParaRPr>
          </a:p>
        </p:txBody>
      </p:sp>
      <p:sp>
        <p:nvSpPr>
          <p:cNvPr id="13" name="Freeform: Shape 12">
            <a:extLst>
              <a:ext uri="{FF2B5EF4-FFF2-40B4-BE49-F238E27FC236}">
                <a16:creationId xmlns:a16="http://schemas.microsoft.com/office/drawing/2014/main" id="{CA2FE5C9-11B2-C329-042F-BB1B2FE1346A}"/>
              </a:ext>
            </a:extLst>
          </p:cNvPr>
          <p:cNvSpPr/>
          <p:nvPr/>
        </p:nvSpPr>
        <p:spPr>
          <a:xfrm>
            <a:off x="9934780" y="1357281"/>
            <a:ext cx="504000" cy="3893417"/>
          </a:xfrm>
          <a:custGeom>
            <a:avLst/>
            <a:gdLst>
              <a:gd name="connsiteX0" fmla="*/ 346897 w 570106"/>
              <a:gd name="connsiteY0" fmla="*/ 0 h 4420449"/>
              <a:gd name="connsiteX1" fmla="*/ 570106 w 570106"/>
              <a:gd name="connsiteY1" fmla="*/ 319339 h 4420449"/>
              <a:gd name="connsiteX2" fmla="*/ 486401 w 570106"/>
              <a:gd name="connsiteY2" fmla="*/ 379118 h 4420449"/>
              <a:gd name="connsiteX3" fmla="*/ 341123 w 570106"/>
              <a:gd name="connsiteY3" fmla="*/ 199170 h 4420449"/>
              <a:gd name="connsiteX4" fmla="*/ 323518 w 570106"/>
              <a:gd name="connsiteY4" fmla="*/ 4246709 h 4420449"/>
              <a:gd name="connsiteX5" fmla="*/ 432346 w 570106"/>
              <a:gd name="connsiteY5" fmla="*/ 4119071 h 4420449"/>
              <a:gd name="connsiteX6" fmla="*/ 561254 w 570106"/>
              <a:gd name="connsiteY6" fmla="*/ 4090540 h 4420449"/>
              <a:gd name="connsiteX7" fmla="*/ 348264 w 570106"/>
              <a:gd name="connsiteY7" fmla="*/ 4374249 h 4420449"/>
              <a:gd name="connsiteX8" fmla="*/ 223209 w 570106"/>
              <a:gd name="connsiteY8" fmla="*/ 4420449 h 4420449"/>
              <a:gd name="connsiteX9" fmla="*/ 0 w 570106"/>
              <a:gd name="connsiteY9" fmla="*/ 4101110 h 4420449"/>
              <a:gd name="connsiteX10" fmla="*/ 83705 w 570106"/>
              <a:gd name="connsiteY10" fmla="*/ 4041331 h 4420449"/>
              <a:gd name="connsiteX11" fmla="*/ 239398 w 570106"/>
              <a:gd name="connsiteY11" fmla="*/ 4234179 h 4420449"/>
              <a:gd name="connsiteX12" fmla="*/ 255785 w 570106"/>
              <a:gd name="connsiteY12" fmla="*/ 569631 h 4420449"/>
              <a:gd name="connsiteX13" fmla="*/ 254266 w 570106"/>
              <a:gd name="connsiteY13" fmla="*/ 169755 h 4420449"/>
              <a:gd name="connsiteX14" fmla="*/ 246588 w 570106"/>
              <a:gd name="connsiteY14" fmla="*/ 173740 h 4420449"/>
              <a:gd name="connsiteX15" fmla="*/ 137760 w 570106"/>
              <a:gd name="connsiteY15" fmla="*/ 301378 h 4420449"/>
              <a:gd name="connsiteX16" fmla="*/ 8852 w 570106"/>
              <a:gd name="connsiteY16" fmla="*/ 329910 h 4420449"/>
              <a:gd name="connsiteX17" fmla="*/ 221842 w 570106"/>
              <a:gd name="connsiteY17" fmla="*/ 46200 h 442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70106" h="4420449">
                <a:moveTo>
                  <a:pt x="346897" y="0"/>
                </a:moveTo>
                <a:lnTo>
                  <a:pt x="570106" y="319339"/>
                </a:lnTo>
                <a:lnTo>
                  <a:pt x="486401" y="379118"/>
                </a:lnTo>
                <a:lnTo>
                  <a:pt x="341123" y="199170"/>
                </a:lnTo>
                <a:lnTo>
                  <a:pt x="323518" y="4246709"/>
                </a:lnTo>
                <a:lnTo>
                  <a:pt x="432346" y="4119071"/>
                </a:lnTo>
                <a:lnTo>
                  <a:pt x="561254" y="4090540"/>
                </a:lnTo>
                <a:lnTo>
                  <a:pt x="348264" y="4374249"/>
                </a:lnTo>
                <a:lnTo>
                  <a:pt x="223209" y="4420449"/>
                </a:lnTo>
                <a:lnTo>
                  <a:pt x="0" y="4101110"/>
                </a:lnTo>
                <a:lnTo>
                  <a:pt x="83705" y="4041331"/>
                </a:lnTo>
                <a:lnTo>
                  <a:pt x="239398" y="4234179"/>
                </a:lnTo>
                <a:cubicBezTo>
                  <a:pt x="251240" y="4173414"/>
                  <a:pt x="258801" y="1921488"/>
                  <a:pt x="255785" y="569631"/>
                </a:cubicBezTo>
                <a:lnTo>
                  <a:pt x="254266" y="169755"/>
                </a:lnTo>
                <a:lnTo>
                  <a:pt x="246588" y="173740"/>
                </a:lnTo>
                <a:lnTo>
                  <a:pt x="137760" y="301378"/>
                </a:lnTo>
                <a:lnTo>
                  <a:pt x="8852" y="329910"/>
                </a:lnTo>
                <a:lnTo>
                  <a:pt x="221842" y="46200"/>
                </a:lnTo>
                <a:close/>
              </a:path>
            </a:pathLst>
          </a:custGeom>
          <a:solidFill>
            <a:schemeClr val="accent3"/>
          </a:solidFill>
          <a:ln w="19050">
            <a:noFill/>
            <a:miter lim="400000"/>
          </a:ln>
          <a:effectLst/>
        </p:spPr>
        <p:txBody>
          <a:bodyPr wrap="square" lIns="108000" tIns="72000" rIns="108000" bIns="7200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400" b="0" i="0" u="none" strike="noStrike" kern="1200" cap="none" spc="0" normalizeH="0" baseline="0" noProof="0" err="1">
              <a:ln>
                <a:noFill/>
              </a:ln>
              <a:solidFill>
                <a:prstClr val="white"/>
              </a:solidFill>
              <a:effectLst/>
              <a:uLnTx/>
              <a:uFillTx/>
              <a:latin typeface="Arial"/>
              <a:ea typeface="+mn-ea"/>
              <a:cs typeface="+mn-cs"/>
            </a:endParaRPr>
          </a:p>
        </p:txBody>
      </p:sp>
      <p:sp>
        <p:nvSpPr>
          <p:cNvPr id="95" name="Rectangle 94">
            <a:extLst>
              <a:ext uri="{FF2B5EF4-FFF2-40B4-BE49-F238E27FC236}">
                <a16:creationId xmlns:a16="http://schemas.microsoft.com/office/drawing/2014/main" id="{63764BC3-746B-41B8-95A8-823C26BE6C82}"/>
              </a:ext>
            </a:extLst>
          </p:cNvPr>
          <p:cNvSpPr/>
          <p:nvPr/>
        </p:nvSpPr>
        <p:spPr>
          <a:xfrm>
            <a:off x="2239253" y="1231269"/>
            <a:ext cx="7571878" cy="4075710"/>
          </a:xfrm>
          <a:prstGeom prst="rect">
            <a:avLst/>
          </a:prstGeom>
          <a:noFill/>
          <a:ln w="12700"/>
        </p:spPr>
        <p:style>
          <a:lnRef idx="2">
            <a:schemeClr val="accent4"/>
          </a:lnRef>
          <a:fillRef idx="1">
            <a:schemeClr val="lt1"/>
          </a:fillRef>
          <a:effectRef idx="0">
            <a:schemeClr val="accent4"/>
          </a:effectRef>
          <a:fontRef idx="minor">
            <a:schemeClr val="dk1"/>
          </a:fontRef>
        </p:style>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400" b="0" i="0" u="none" strike="noStrike" kern="1200" cap="none" spc="0" normalizeH="0" baseline="0" noProof="0">
              <a:ln>
                <a:noFill/>
              </a:ln>
              <a:solidFill>
                <a:prstClr val="white"/>
              </a:solidFill>
              <a:effectLst/>
              <a:uLnTx/>
              <a:uFillTx/>
              <a:latin typeface="Arial"/>
              <a:ea typeface="+mn-ea"/>
              <a:cs typeface="+mn-cs"/>
            </a:endParaRPr>
          </a:p>
        </p:txBody>
      </p:sp>
      <p:sp>
        <p:nvSpPr>
          <p:cNvPr id="67" name="Rectangle 95">
            <a:extLst>
              <a:ext uri="{FF2B5EF4-FFF2-40B4-BE49-F238E27FC236}">
                <a16:creationId xmlns:a16="http://schemas.microsoft.com/office/drawing/2014/main" id="{CA46B32A-15D4-444E-A9EB-145BBA7824B6}"/>
              </a:ext>
            </a:extLst>
          </p:cNvPr>
          <p:cNvSpPr>
            <a:spLocks noChangeArrowheads="1"/>
          </p:cNvSpPr>
          <p:nvPr/>
        </p:nvSpPr>
        <p:spPr bwMode="gray">
          <a:xfrm>
            <a:off x="4683130" y="5490152"/>
            <a:ext cx="5710173" cy="21544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0" tIns="0" rIns="0" bIns="0" numCol="1" anchor="t" anchorCtr="0" compatLnSpc="1">
            <a:prstTxWarp prst="textNoShape">
              <a:avLst/>
            </a:prstTxWarp>
            <a:spAutoFit/>
          </a:bodyPr>
          <a:lstStyle/>
          <a:p>
            <a:pPr marL="171450" marR="0" lvl="1" indent="-169863" algn="l" defTabSz="912459" rtl="0" eaLnBrk="0" fontAlgn="auto" latinLnBrk="0" hangingPunct="0">
              <a:lnSpc>
                <a:spcPct val="100000"/>
              </a:lnSpc>
              <a:spcBef>
                <a:spcPts val="0"/>
              </a:spcBef>
              <a:spcAft>
                <a:spcPts val="0"/>
              </a:spcAft>
              <a:buClrTx/>
              <a:buSzPct val="125000"/>
              <a:buFont typeface="Arial" charset="0"/>
              <a:buChar char="▪"/>
              <a:tabLst/>
              <a:defRPr/>
            </a:pPr>
            <a:r>
              <a:rPr kumimoji="0" lang="pt-BR" sz="1400" b="1" i="0" u="none" strike="noStrike" kern="1200" cap="none" spc="0" normalizeH="0" baseline="0" noProof="0">
                <a:ln>
                  <a:noFill/>
                </a:ln>
                <a:solidFill>
                  <a:srgbClr val="071C25"/>
                </a:solidFill>
                <a:effectLst/>
                <a:uLnTx/>
                <a:uFillTx/>
                <a:latin typeface="Arial"/>
                <a:ea typeface="+mn-ea"/>
                <a:cs typeface="+mn-cs"/>
              </a:rPr>
              <a:t>Coordenação</a:t>
            </a:r>
            <a:r>
              <a:rPr kumimoji="0" lang="pt-BR" sz="1400" b="0" i="0" u="none" strike="noStrike" kern="1200" cap="none" spc="0" normalizeH="0" baseline="0" noProof="0">
                <a:ln>
                  <a:noFill/>
                </a:ln>
                <a:solidFill>
                  <a:srgbClr val="071C25"/>
                </a:solidFill>
                <a:effectLst/>
                <a:uLnTx/>
                <a:uFillTx/>
                <a:latin typeface="Arial"/>
                <a:ea typeface="+mn-ea"/>
                <a:cs typeface="+mn-cs"/>
              </a:rPr>
              <a:t> entre iniciativas interdependentes</a:t>
            </a:r>
          </a:p>
        </p:txBody>
      </p:sp>
      <p:sp>
        <p:nvSpPr>
          <p:cNvPr id="68" name="Rectangle 230501">
            <a:extLst>
              <a:ext uri="{FF2B5EF4-FFF2-40B4-BE49-F238E27FC236}">
                <a16:creationId xmlns:a16="http://schemas.microsoft.com/office/drawing/2014/main" id="{5FB3B14F-EE17-4604-99F6-2B959955AB55}"/>
              </a:ext>
            </a:extLst>
          </p:cNvPr>
          <p:cNvSpPr txBox="1"/>
          <p:nvPr/>
        </p:nvSpPr>
        <p:spPr>
          <a:xfrm>
            <a:off x="220889" y="2321168"/>
            <a:ext cx="1477201" cy="189757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0" tIns="0" rIns="0" bIns="0" numCol="1" anchor="t" anchorCtr="0" compatLnSpc="1">
            <a:prstTxWarp prst="textNoShape">
              <a:avLst/>
            </a:prstTxWarp>
            <a:spAutoFit/>
          </a:bodyPr>
          <a:lstStyle>
            <a:lvl1pPr marL="342499" lvl="0" indent="-342499" defTabSz="894305" eaLnBrk="0" hangingPunct="0">
              <a:buClr>
                <a:schemeClr val="tx2"/>
              </a:buClr>
              <a:defRPr>
                <a:latin typeface="+mn-lt"/>
                <a:ea typeface="+mn-ea"/>
              </a:defRPr>
            </a:lvl1pPr>
            <a:lvl2pPr marL="193450" lvl="1" indent="-191865" defTabSz="894305" eaLnBrk="0" hangingPunct="0">
              <a:buClr>
                <a:schemeClr val="tx2"/>
              </a:buClr>
              <a:buSzPct val="125000"/>
              <a:buFont typeface="Arial" charset="0"/>
              <a:buChar char="▪"/>
              <a:defRPr>
                <a:latin typeface="+mn-lt"/>
                <a:ea typeface="+mn-ea"/>
              </a:defRPr>
            </a:lvl2pPr>
            <a:lvl3pPr marL="456661" lvl="2" indent="-261633" defTabSz="894305" eaLnBrk="0" hangingPunct="0">
              <a:buClr>
                <a:schemeClr val="tx2"/>
              </a:buClr>
              <a:buSzPct val="120000"/>
              <a:buFont typeface="Arial" charset="0"/>
              <a:buChar char="–"/>
              <a:defRPr>
                <a:latin typeface="+mn-lt"/>
                <a:ea typeface="+mn-ea"/>
              </a:defRPr>
            </a:lvl3pPr>
            <a:lvl4pPr marL="613648" lvl="3" indent="-155395" defTabSz="894305" eaLnBrk="0" hangingPunct="0">
              <a:buClr>
                <a:schemeClr val="tx2"/>
              </a:buClr>
              <a:buSzPct val="120000"/>
              <a:buFont typeface="Arial" charset="0"/>
              <a:buChar char="▫"/>
              <a:defRPr>
                <a:latin typeface="+mn-lt"/>
                <a:ea typeface="+mn-ea"/>
              </a:defRPr>
            </a:lvl4pPr>
            <a:lvl5pPr marL="745256" lvl="4" indent="-130023" defTabSz="894305" eaLnBrk="0" hangingPunct="0">
              <a:buClr>
                <a:schemeClr val="tx2"/>
              </a:buClr>
              <a:buSzPct val="89000"/>
              <a:buFont typeface="Arial" charset="0"/>
              <a:buChar char="-"/>
              <a:defRPr>
                <a:latin typeface="+mn-lt"/>
                <a:ea typeface="+mn-ea"/>
              </a:defRPr>
            </a:lvl5pPr>
            <a:lvl6pPr marL="1201923" indent="-130023" defTabSz="894305" fontAlgn="base">
              <a:spcBef>
                <a:spcPct val="0"/>
              </a:spcBef>
              <a:spcAft>
                <a:spcPct val="0"/>
              </a:spcAft>
              <a:buClr>
                <a:schemeClr val="tx2"/>
              </a:buClr>
              <a:buSzPct val="89000"/>
              <a:buFont typeface="Arial" charset="0"/>
              <a:buChar char="-"/>
              <a:defRPr>
                <a:latin typeface="+mn-lt"/>
                <a:ea typeface="+mn-ea"/>
              </a:defRPr>
            </a:lvl6pPr>
            <a:lvl7pPr marL="1658591" indent="-130023" defTabSz="894305" fontAlgn="base">
              <a:spcBef>
                <a:spcPct val="0"/>
              </a:spcBef>
              <a:spcAft>
                <a:spcPct val="0"/>
              </a:spcAft>
              <a:buClr>
                <a:schemeClr val="tx2"/>
              </a:buClr>
              <a:buSzPct val="89000"/>
              <a:buFont typeface="Arial" charset="0"/>
              <a:buChar char="-"/>
              <a:defRPr>
                <a:latin typeface="+mn-lt"/>
                <a:ea typeface="+mn-ea"/>
              </a:defRPr>
            </a:lvl7pPr>
            <a:lvl8pPr marL="2115257" indent="-130023" defTabSz="894305" fontAlgn="base">
              <a:spcBef>
                <a:spcPct val="0"/>
              </a:spcBef>
              <a:spcAft>
                <a:spcPct val="0"/>
              </a:spcAft>
              <a:buClr>
                <a:schemeClr val="tx2"/>
              </a:buClr>
              <a:buSzPct val="89000"/>
              <a:buFont typeface="Arial" charset="0"/>
              <a:buChar char="-"/>
              <a:defRPr>
                <a:latin typeface="+mn-lt"/>
                <a:ea typeface="+mn-ea"/>
              </a:defRPr>
            </a:lvl8pPr>
            <a:lvl9pPr marL="2571925" indent="-130023" defTabSz="894305" fontAlgn="base">
              <a:spcBef>
                <a:spcPct val="0"/>
              </a:spcBef>
              <a:spcAft>
                <a:spcPct val="0"/>
              </a:spcAft>
              <a:buClr>
                <a:schemeClr val="tx2"/>
              </a:buClr>
              <a:buSzPct val="89000"/>
              <a:buFont typeface="Arial" charset="0"/>
              <a:buChar char="-"/>
              <a:defRPr>
                <a:latin typeface="+mn-lt"/>
                <a:ea typeface="+mn-ea"/>
              </a:defRPr>
            </a:lvl9pPr>
          </a:lstStyle>
          <a:p>
            <a:pPr marL="171450" marR="0" lvl="1" indent="-169863" algn="l" defTabSz="894305" rtl="0" eaLnBrk="0" fontAlgn="auto" latinLnBrk="0" hangingPunct="0">
              <a:lnSpc>
                <a:spcPct val="100000"/>
              </a:lnSpc>
              <a:spcBef>
                <a:spcPts val="0"/>
              </a:spcBef>
              <a:spcAft>
                <a:spcPts val="1224"/>
              </a:spcAft>
              <a:buClrTx/>
              <a:buSzPct val="125000"/>
              <a:buFont typeface="Arial" charset="0"/>
              <a:buChar char="▪"/>
              <a:tabLst/>
              <a:defRPr/>
            </a:pPr>
            <a:r>
              <a:rPr kumimoji="0" lang="pt-BR" sz="1400" b="1" i="0" u="none" strike="noStrike" kern="1200" cap="none" spc="0" normalizeH="0" baseline="0" noProof="0">
                <a:ln>
                  <a:noFill/>
                </a:ln>
                <a:solidFill>
                  <a:srgbClr val="071C25"/>
                </a:solidFill>
                <a:effectLst/>
                <a:uLnTx/>
                <a:uFillTx/>
                <a:latin typeface="Arial"/>
                <a:ea typeface="+mn-ea"/>
                <a:cs typeface="+mn-cs"/>
              </a:rPr>
              <a:t>Atuação como guardião do macroplano de implementação</a:t>
            </a:r>
            <a:r>
              <a:rPr kumimoji="0" lang="pt-BR" sz="1400" b="0" i="0" u="none" strike="noStrike" kern="1200" cap="none" spc="0" normalizeH="0" baseline="0" noProof="0">
                <a:ln>
                  <a:noFill/>
                </a:ln>
                <a:solidFill>
                  <a:srgbClr val="071C25"/>
                </a:solidFill>
                <a:effectLst/>
                <a:uLnTx/>
                <a:uFillTx/>
                <a:latin typeface="Arial"/>
                <a:ea typeface="+mn-ea"/>
                <a:cs typeface="+mn-cs"/>
              </a:rPr>
              <a:t> (aprovação de mudanças, repactuação de prazo, filtragem de novas iniciativas)</a:t>
            </a:r>
            <a:endParaRPr kumimoji="0" lang="pt-BR" sz="1400" b="1" i="0" u="none" strike="noStrike" kern="1200" cap="none" spc="0" normalizeH="0" baseline="0" noProof="0">
              <a:ln>
                <a:noFill/>
              </a:ln>
              <a:solidFill>
                <a:srgbClr val="071C25"/>
              </a:solidFill>
              <a:effectLst/>
              <a:uLnTx/>
              <a:uFillTx/>
              <a:latin typeface="Arial"/>
              <a:ea typeface="+mn-ea"/>
              <a:cs typeface="+mn-cs"/>
            </a:endParaRPr>
          </a:p>
        </p:txBody>
      </p:sp>
      <p:sp>
        <p:nvSpPr>
          <p:cNvPr id="69" name="Rectangle 230501">
            <a:extLst>
              <a:ext uri="{FF2B5EF4-FFF2-40B4-BE49-F238E27FC236}">
                <a16:creationId xmlns:a16="http://schemas.microsoft.com/office/drawing/2014/main" id="{42BDFDD2-2BA9-4C95-859F-DB7CA776CC70}"/>
              </a:ext>
            </a:extLst>
          </p:cNvPr>
          <p:cNvSpPr txBox="1"/>
          <p:nvPr/>
        </p:nvSpPr>
        <p:spPr>
          <a:xfrm>
            <a:off x="10406185" y="2102969"/>
            <a:ext cx="1619911" cy="23584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0" tIns="0" rIns="0" bIns="0" numCol="1" anchor="t" anchorCtr="0" compatLnSpc="1">
            <a:prstTxWarp prst="textNoShape">
              <a:avLst/>
            </a:prstTxWarp>
            <a:spAutoFit/>
          </a:bodyPr>
          <a:lstStyle>
            <a:defPPr>
              <a:defRPr lang="en-US"/>
            </a:defPPr>
            <a:lvl1pPr marL="342499" lvl="0" indent="-342499" defTabSz="894305" eaLnBrk="0" hangingPunct="0">
              <a:buClr>
                <a:schemeClr val="tx2"/>
              </a:buClr>
              <a:defRPr>
                <a:latin typeface="+mn-lt"/>
                <a:ea typeface="+mn-ea"/>
              </a:defRPr>
            </a:lvl1pPr>
            <a:lvl2pPr marL="120650" lvl="1" indent="-119063" defTabSz="894305" eaLnBrk="0" hangingPunct="0">
              <a:buClr>
                <a:schemeClr val="tx2"/>
              </a:buClr>
              <a:buSzPct val="125000"/>
              <a:buFont typeface="Arial" charset="0"/>
              <a:buChar char="▪"/>
              <a:defRPr sz="1100">
                <a:latin typeface="+mn-lt"/>
                <a:ea typeface="+mn-ea"/>
              </a:defRPr>
            </a:lvl2pPr>
            <a:lvl3pPr marL="456661" lvl="2" indent="-261633" defTabSz="894305" eaLnBrk="0" hangingPunct="0">
              <a:buClr>
                <a:schemeClr val="tx2"/>
              </a:buClr>
              <a:buSzPct val="120000"/>
              <a:buFont typeface="Arial" charset="0"/>
              <a:buChar char="–"/>
              <a:defRPr>
                <a:latin typeface="+mn-lt"/>
                <a:ea typeface="+mn-ea"/>
              </a:defRPr>
            </a:lvl3pPr>
            <a:lvl4pPr marL="613648" lvl="3" indent="-155395" defTabSz="894305" eaLnBrk="0" hangingPunct="0">
              <a:buClr>
                <a:schemeClr val="tx2"/>
              </a:buClr>
              <a:buSzPct val="120000"/>
              <a:buFont typeface="Arial" charset="0"/>
              <a:buChar char="▫"/>
              <a:defRPr>
                <a:latin typeface="+mn-lt"/>
                <a:ea typeface="+mn-ea"/>
              </a:defRPr>
            </a:lvl4pPr>
            <a:lvl5pPr marL="745256" lvl="4" indent="-130023" defTabSz="894305" eaLnBrk="0" hangingPunct="0">
              <a:buClr>
                <a:schemeClr val="tx2"/>
              </a:buClr>
              <a:buSzPct val="89000"/>
              <a:buFont typeface="Arial" charset="0"/>
              <a:buChar char="-"/>
              <a:defRPr>
                <a:latin typeface="+mn-lt"/>
                <a:ea typeface="+mn-ea"/>
              </a:defRPr>
            </a:lvl5pPr>
            <a:lvl6pPr marL="1201923" indent="-130023" defTabSz="894305" fontAlgn="base">
              <a:spcBef>
                <a:spcPct val="0"/>
              </a:spcBef>
              <a:spcAft>
                <a:spcPct val="0"/>
              </a:spcAft>
              <a:buClr>
                <a:schemeClr val="tx2"/>
              </a:buClr>
              <a:buSzPct val="89000"/>
              <a:buFont typeface="Arial" charset="0"/>
              <a:buChar char="-"/>
              <a:defRPr>
                <a:latin typeface="+mn-lt"/>
                <a:ea typeface="+mn-ea"/>
              </a:defRPr>
            </a:lvl6pPr>
            <a:lvl7pPr marL="1658591" indent="-130023" defTabSz="894305" fontAlgn="base">
              <a:spcBef>
                <a:spcPct val="0"/>
              </a:spcBef>
              <a:spcAft>
                <a:spcPct val="0"/>
              </a:spcAft>
              <a:buClr>
                <a:schemeClr val="tx2"/>
              </a:buClr>
              <a:buSzPct val="89000"/>
              <a:buFont typeface="Arial" charset="0"/>
              <a:buChar char="-"/>
              <a:defRPr>
                <a:latin typeface="+mn-lt"/>
                <a:ea typeface="+mn-ea"/>
              </a:defRPr>
            </a:lvl7pPr>
            <a:lvl8pPr marL="2115257" indent="-130023" defTabSz="894305" fontAlgn="base">
              <a:spcBef>
                <a:spcPct val="0"/>
              </a:spcBef>
              <a:spcAft>
                <a:spcPct val="0"/>
              </a:spcAft>
              <a:buClr>
                <a:schemeClr val="tx2"/>
              </a:buClr>
              <a:buSzPct val="89000"/>
              <a:buFont typeface="Arial" charset="0"/>
              <a:buChar char="-"/>
              <a:defRPr>
                <a:latin typeface="+mn-lt"/>
                <a:ea typeface="+mn-ea"/>
              </a:defRPr>
            </a:lvl8pPr>
            <a:lvl9pPr marL="2571925" indent="-130023" defTabSz="894305" fontAlgn="base">
              <a:spcBef>
                <a:spcPct val="0"/>
              </a:spcBef>
              <a:spcAft>
                <a:spcPct val="0"/>
              </a:spcAft>
              <a:buClr>
                <a:schemeClr val="tx2"/>
              </a:buClr>
              <a:buSzPct val="89000"/>
              <a:buFont typeface="Arial" charset="0"/>
              <a:buChar char="-"/>
              <a:defRPr>
                <a:latin typeface="+mn-lt"/>
                <a:ea typeface="+mn-ea"/>
              </a:defRPr>
            </a:lvl9pPr>
          </a:lstStyle>
          <a:p>
            <a:pPr marL="171450" marR="0" lvl="1" indent="-169863" algn="l" defTabSz="894305" rtl="0" eaLnBrk="0" fontAlgn="auto" latinLnBrk="0" hangingPunct="0">
              <a:lnSpc>
                <a:spcPct val="100000"/>
              </a:lnSpc>
              <a:spcBef>
                <a:spcPts val="0"/>
              </a:spcBef>
              <a:spcAft>
                <a:spcPts val="1224"/>
              </a:spcAft>
              <a:buClrTx/>
              <a:buSzPct val="125000"/>
              <a:buFont typeface="Arial" charset="0"/>
              <a:buChar char="▪"/>
              <a:tabLst/>
              <a:defRPr/>
            </a:pPr>
            <a:r>
              <a:rPr kumimoji="0" lang="pt-BR" sz="1400" b="0" i="0" u="none" strike="noStrike" kern="1200" cap="none" spc="0" normalizeH="0" baseline="0" noProof="0">
                <a:ln>
                  <a:noFill/>
                </a:ln>
                <a:solidFill>
                  <a:srgbClr val="071C25"/>
                </a:solidFill>
                <a:effectLst/>
                <a:uLnTx/>
                <a:uFillTx/>
                <a:latin typeface="Arial"/>
                <a:ea typeface="+mn-ea"/>
                <a:cs typeface="+mn-cs"/>
              </a:rPr>
              <a:t>Criação de </a:t>
            </a:r>
            <a:r>
              <a:rPr kumimoji="0" lang="pt-BR" sz="1400" b="1" i="0" u="none" strike="noStrike" kern="1200" cap="none" spc="0" normalizeH="0" baseline="0" noProof="0">
                <a:ln>
                  <a:noFill/>
                </a:ln>
                <a:solidFill>
                  <a:srgbClr val="071C25"/>
                </a:solidFill>
                <a:effectLst/>
                <a:uLnTx/>
                <a:uFillTx/>
                <a:latin typeface="Arial"/>
                <a:ea typeface="+mn-ea"/>
                <a:cs typeface="+mn-cs"/>
              </a:rPr>
              <a:t>transparência sobre o status</a:t>
            </a:r>
            <a:r>
              <a:rPr kumimoji="0" lang="pt-BR" sz="1400" b="0" i="0" u="none" strike="noStrike" kern="1200" cap="none" spc="0" normalizeH="0" baseline="0" noProof="0">
                <a:ln>
                  <a:noFill/>
                </a:ln>
                <a:solidFill>
                  <a:srgbClr val="071C25"/>
                </a:solidFill>
                <a:effectLst/>
                <a:uLnTx/>
                <a:uFillTx/>
                <a:latin typeface="Arial"/>
                <a:ea typeface="+mn-ea"/>
                <a:cs typeface="+mn-cs"/>
              </a:rPr>
              <a:t> de implementação</a:t>
            </a:r>
          </a:p>
          <a:p>
            <a:pPr marL="171450" marR="0" lvl="1" indent="-169863" algn="l" defTabSz="894305" rtl="0" eaLnBrk="0" fontAlgn="auto" latinLnBrk="0" hangingPunct="0">
              <a:lnSpc>
                <a:spcPct val="100000"/>
              </a:lnSpc>
              <a:spcBef>
                <a:spcPts val="0"/>
              </a:spcBef>
              <a:spcAft>
                <a:spcPts val="1224"/>
              </a:spcAft>
              <a:buClrTx/>
              <a:buSzPct val="125000"/>
              <a:buFont typeface="Arial" charset="0"/>
              <a:buChar char="▪"/>
              <a:tabLst/>
              <a:defRPr/>
            </a:pPr>
            <a:r>
              <a:rPr kumimoji="0" lang="pt-BR" sz="1400" b="0" i="0" u="none" strike="noStrike" kern="1200" cap="none" spc="0" normalizeH="0" baseline="0" noProof="0">
                <a:ln>
                  <a:noFill/>
                </a:ln>
                <a:solidFill>
                  <a:srgbClr val="071C25"/>
                </a:solidFill>
                <a:effectLst/>
                <a:uLnTx/>
                <a:uFillTx/>
                <a:latin typeface="Arial"/>
                <a:ea typeface="+mn-ea"/>
                <a:cs typeface="+mn-cs"/>
              </a:rPr>
              <a:t>Identificação de </a:t>
            </a:r>
            <a:r>
              <a:rPr kumimoji="0" lang="pt-BR" sz="1400" b="1" i="0" u="none" strike="noStrike" kern="1200" cap="none" spc="0" normalizeH="0" baseline="0" noProof="0">
                <a:ln>
                  <a:noFill/>
                </a:ln>
                <a:solidFill>
                  <a:srgbClr val="071C25"/>
                </a:solidFill>
                <a:effectLst/>
                <a:uLnTx/>
                <a:uFillTx/>
                <a:latin typeface="Arial"/>
                <a:ea typeface="+mn-ea"/>
                <a:cs typeface="+mn-cs"/>
              </a:rPr>
              <a:t>barreiras</a:t>
            </a:r>
            <a:r>
              <a:rPr kumimoji="0" lang="pt-BR" sz="1400" b="0" i="0" u="none" strike="noStrike" kern="1200" cap="none" spc="0" normalizeH="0" baseline="0" noProof="0">
                <a:ln>
                  <a:noFill/>
                </a:ln>
                <a:solidFill>
                  <a:srgbClr val="071C25"/>
                </a:solidFill>
                <a:effectLst/>
                <a:uLnTx/>
                <a:uFillTx/>
                <a:latin typeface="Arial"/>
                <a:ea typeface="+mn-ea"/>
                <a:cs typeface="+mn-cs"/>
              </a:rPr>
              <a:t> nas implementações</a:t>
            </a:r>
            <a:endParaRPr kumimoji="0" lang="pt-BR" sz="1400" b="1" i="0" u="none" strike="noStrike" kern="1200" cap="none" spc="0" normalizeH="0" baseline="0" noProof="0">
              <a:ln>
                <a:noFill/>
              </a:ln>
              <a:solidFill>
                <a:srgbClr val="071C25"/>
              </a:solidFill>
              <a:effectLst/>
              <a:uLnTx/>
              <a:uFillTx/>
              <a:latin typeface="Arial"/>
              <a:ea typeface="+mn-ea"/>
              <a:cs typeface="+mn-cs"/>
            </a:endParaRPr>
          </a:p>
          <a:p>
            <a:pPr marL="171450" marR="0" lvl="1" indent="-169863" algn="l" defTabSz="894305" rtl="0" eaLnBrk="0" fontAlgn="auto" latinLnBrk="0" hangingPunct="0">
              <a:lnSpc>
                <a:spcPct val="100000"/>
              </a:lnSpc>
              <a:spcBef>
                <a:spcPts val="0"/>
              </a:spcBef>
              <a:spcAft>
                <a:spcPts val="1224"/>
              </a:spcAft>
              <a:buClrTx/>
              <a:buSzPct val="125000"/>
              <a:buFont typeface="Arial" charset="0"/>
              <a:buChar char="▪"/>
              <a:tabLst/>
              <a:defRPr/>
            </a:pPr>
            <a:r>
              <a:rPr kumimoji="0" lang="pt-BR" sz="1400" b="0" i="0" u="none" strike="noStrike" kern="1200" cap="none" spc="0" normalizeH="0" baseline="0" noProof="0">
                <a:ln>
                  <a:noFill/>
                </a:ln>
                <a:solidFill>
                  <a:srgbClr val="071C25"/>
                </a:solidFill>
                <a:effectLst/>
                <a:uLnTx/>
                <a:uFillTx/>
                <a:latin typeface="Arial"/>
                <a:ea typeface="+mn-ea"/>
                <a:cs typeface="+mn-cs"/>
              </a:rPr>
              <a:t>Habilitação de </a:t>
            </a:r>
            <a:r>
              <a:rPr kumimoji="0" lang="pt-BR" sz="1400" b="1" i="0" u="none" strike="noStrike" kern="1200" cap="none" spc="0" normalizeH="0" baseline="0" noProof="0">
                <a:ln>
                  <a:noFill/>
                </a:ln>
                <a:solidFill>
                  <a:srgbClr val="071C25"/>
                </a:solidFill>
                <a:effectLst/>
                <a:uLnTx/>
                <a:uFillTx/>
                <a:latin typeface="Arial"/>
                <a:ea typeface="+mn-ea"/>
                <a:cs typeface="+mn-cs"/>
              </a:rPr>
              <a:t>decisões </a:t>
            </a:r>
            <a:r>
              <a:rPr kumimoji="0" lang="pt-BR" sz="1400" b="0" i="0" u="none" strike="noStrike" kern="1200" cap="none" spc="0" normalizeH="0" baseline="0" noProof="0">
                <a:ln>
                  <a:noFill/>
                </a:ln>
                <a:solidFill>
                  <a:srgbClr val="071C25"/>
                </a:solidFill>
                <a:effectLst/>
                <a:uLnTx/>
                <a:uFillTx/>
                <a:latin typeface="Arial"/>
                <a:ea typeface="+mn-ea"/>
                <a:cs typeface="+mn-cs"/>
              </a:rPr>
              <a:t>para remoção de barreiras</a:t>
            </a:r>
          </a:p>
        </p:txBody>
      </p:sp>
      <p:sp>
        <p:nvSpPr>
          <p:cNvPr id="74" name="Rectangle 13">
            <a:extLst>
              <a:ext uri="{FF2B5EF4-FFF2-40B4-BE49-F238E27FC236}">
                <a16:creationId xmlns:a16="http://schemas.microsoft.com/office/drawing/2014/main" id="{38A4F791-7E7B-44CD-A22D-62C02355D0E6}"/>
              </a:ext>
            </a:extLst>
          </p:cNvPr>
          <p:cNvSpPr>
            <a:spLocks noChangeArrowheads="1"/>
          </p:cNvSpPr>
          <p:nvPr/>
        </p:nvSpPr>
        <p:spPr bwMode="auto">
          <a:xfrm>
            <a:off x="5650782" y="1753447"/>
            <a:ext cx="1810776" cy="659421"/>
          </a:xfrm>
          <a:prstGeom prst="rect">
            <a:avLst/>
          </a:prstGeom>
          <a:noFill/>
          <a:ln w="9525" algn="ctr">
            <a:noFill/>
            <a:miter lim="800000"/>
            <a:headEnd type="none" w="lg" len="lg"/>
            <a:tailEnd type="none" w="lg" len="lg"/>
          </a:ln>
          <a:effectLst/>
        </p:spPr>
        <p:txBody>
          <a:bodyPr lIns="55097" tIns="55097" rIns="55097" bIns="55097" anchor="ctr"/>
          <a:lstStyle/>
          <a:p>
            <a:pPr marL="181409" marR="0" lvl="0" indent="-181409" algn="l" defTabSz="914400" rtl="0" eaLnBrk="1" fontAlgn="auto" latinLnBrk="0" hangingPunct="1">
              <a:lnSpc>
                <a:spcPct val="100000"/>
              </a:lnSpc>
              <a:spcBef>
                <a:spcPts val="0"/>
              </a:spcBef>
              <a:spcAft>
                <a:spcPts val="0"/>
              </a:spcAft>
              <a:buClrTx/>
              <a:buSzTx/>
              <a:buFontTx/>
              <a:buChar char="•"/>
              <a:tabLst/>
              <a:defRPr/>
            </a:pPr>
            <a:endParaRPr kumimoji="0" lang="pt-BR" sz="1400" b="0" i="0" u="none" strike="noStrike" kern="1200" cap="none" spc="0" normalizeH="0" baseline="0" noProof="0">
              <a:ln>
                <a:noFill/>
              </a:ln>
              <a:solidFill>
                <a:srgbClr val="071C25"/>
              </a:solidFill>
              <a:effectLst/>
              <a:uLnTx/>
              <a:uFillTx/>
              <a:latin typeface="Arial"/>
              <a:ea typeface="+mn-ea"/>
              <a:cs typeface="+mn-cs"/>
            </a:endParaRPr>
          </a:p>
        </p:txBody>
      </p:sp>
      <p:grpSp>
        <p:nvGrpSpPr>
          <p:cNvPr id="75" name="Group 74">
            <a:extLst>
              <a:ext uri="{FF2B5EF4-FFF2-40B4-BE49-F238E27FC236}">
                <a16:creationId xmlns:a16="http://schemas.microsoft.com/office/drawing/2014/main" id="{4E1DC8AF-F85D-4C0A-B343-3A6837F11ABA}"/>
              </a:ext>
            </a:extLst>
          </p:cNvPr>
          <p:cNvGrpSpPr/>
          <p:nvPr/>
        </p:nvGrpSpPr>
        <p:grpSpPr>
          <a:xfrm>
            <a:off x="4683130" y="1336528"/>
            <a:ext cx="4918530" cy="232555"/>
            <a:chOff x="5604768" y="1290600"/>
            <a:chExt cx="3011513" cy="264036"/>
          </a:xfrm>
        </p:grpSpPr>
        <p:sp>
          <p:nvSpPr>
            <p:cNvPr id="76" name="Rectangle 9">
              <a:extLst>
                <a:ext uri="{FF2B5EF4-FFF2-40B4-BE49-F238E27FC236}">
                  <a16:creationId xmlns:a16="http://schemas.microsoft.com/office/drawing/2014/main" id="{BF34B78A-1FAE-41E8-AE40-1BEB0E2756CD}"/>
                </a:ext>
              </a:extLst>
            </p:cNvPr>
            <p:cNvSpPr>
              <a:spLocks noChangeArrowheads="1"/>
            </p:cNvSpPr>
            <p:nvPr/>
          </p:nvSpPr>
          <p:spPr bwMode="auto">
            <a:xfrm>
              <a:off x="5604768" y="1290600"/>
              <a:ext cx="3011512" cy="21544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lIns="36000" tIns="0" rIns="0" bIns="0" anchor="b">
              <a:spAutoFit/>
            </a:bodyPr>
            <a:lstStyle/>
            <a:p>
              <a:pPr marL="0" marR="0" lvl="0" indent="0" algn="l" defTabSz="913526" rtl="0" eaLnBrk="1" fontAlgn="auto" latinLnBrk="0" hangingPunct="1">
                <a:lnSpc>
                  <a:spcPct val="100000"/>
                </a:lnSpc>
                <a:spcBef>
                  <a:spcPts val="0"/>
                </a:spcBef>
                <a:spcAft>
                  <a:spcPts val="0"/>
                </a:spcAft>
                <a:buClrTx/>
                <a:buSzPct val="120000"/>
                <a:buFontTx/>
                <a:buNone/>
                <a:tabLst/>
                <a:defRPr/>
              </a:pPr>
              <a:r>
                <a:rPr kumimoji="0" lang="pt-BR" sz="1400" b="1" i="0" u="none" strike="noStrike" kern="1200" cap="none" spc="0" normalizeH="0" baseline="0" noProof="0">
                  <a:ln>
                    <a:noFill/>
                  </a:ln>
                  <a:solidFill>
                    <a:srgbClr val="020E66"/>
                  </a:solidFill>
                  <a:effectLst/>
                  <a:uLnTx/>
                  <a:uFillTx/>
                  <a:latin typeface="Arial"/>
                  <a:ea typeface="+mn-ea"/>
                  <a:cs typeface="Arial"/>
                </a:rPr>
                <a:t>Atribuições principais</a:t>
              </a:r>
            </a:p>
          </p:txBody>
        </p:sp>
        <p:sp>
          <p:nvSpPr>
            <p:cNvPr id="77" name="Line 10">
              <a:extLst>
                <a:ext uri="{FF2B5EF4-FFF2-40B4-BE49-F238E27FC236}">
                  <a16:creationId xmlns:a16="http://schemas.microsoft.com/office/drawing/2014/main" id="{6CFBCD92-6EE2-4FC7-AA26-7BF4826CBB28}"/>
                </a:ext>
              </a:extLst>
            </p:cNvPr>
            <p:cNvSpPr>
              <a:spLocks noChangeShapeType="1"/>
            </p:cNvSpPr>
            <p:nvPr/>
          </p:nvSpPr>
          <p:spPr bwMode="auto">
            <a:xfrm>
              <a:off x="5604770" y="1554636"/>
              <a:ext cx="3011511" cy="0"/>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lIns="93296" tIns="46648" rIns="93296" bIns="46648"/>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400" b="0" i="0" u="none" strike="noStrike" kern="1200" cap="none" spc="0" normalizeH="0" baseline="0" noProof="0">
                <a:ln>
                  <a:noFill/>
                </a:ln>
                <a:solidFill>
                  <a:srgbClr val="071C25"/>
                </a:solidFill>
                <a:effectLst/>
                <a:uLnTx/>
                <a:uFillTx/>
                <a:latin typeface="Arial"/>
                <a:ea typeface="+mn-ea"/>
                <a:cs typeface="Arial"/>
              </a:endParaRPr>
            </a:p>
          </p:txBody>
        </p:sp>
      </p:grpSp>
      <p:cxnSp>
        <p:nvCxnSpPr>
          <p:cNvPr id="78" name="Straight Connector 51">
            <a:extLst>
              <a:ext uri="{FF2B5EF4-FFF2-40B4-BE49-F238E27FC236}">
                <a16:creationId xmlns:a16="http://schemas.microsoft.com/office/drawing/2014/main" id="{B6829A84-6CF1-4934-BA2D-C1A04C8C425A}"/>
              </a:ext>
            </a:extLst>
          </p:cNvPr>
          <p:cNvCxnSpPr>
            <a:cxnSpLocks/>
            <a:stCxn id="80" idx="2"/>
            <a:endCxn id="87" idx="0"/>
          </p:cNvCxnSpPr>
          <p:nvPr/>
        </p:nvCxnSpPr>
        <p:spPr bwMode="auto">
          <a:xfrm>
            <a:off x="3489289" y="2314842"/>
            <a:ext cx="1" cy="1206688"/>
          </a:xfrm>
          <a:prstGeom prst="line">
            <a:avLst/>
          </a:prstGeom>
          <a:solidFill>
            <a:schemeClr val="accent1"/>
          </a:solidFill>
          <a:ln w="19050" cap="flat" cmpd="sng" algn="ctr">
            <a:solidFill>
              <a:schemeClr val="accent6"/>
            </a:solidFill>
            <a:prstDash val="solid"/>
            <a:round/>
            <a:headEnd type="none" w="med" len="med"/>
            <a:tailEnd type="none" w="med" len="med"/>
          </a:ln>
          <a:effectLst/>
        </p:spPr>
      </p:cxnSp>
      <p:cxnSp>
        <p:nvCxnSpPr>
          <p:cNvPr id="79" name="Straight Connector 52">
            <a:extLst>
              <a:ext uri="{FF2B5EF4-FFF2-40B4-BE49-F238E27FC236}">
                <a16:creationId xmlns:a16="http://schemas.microsoft.com/office/drawing/2014/main" id="{3C10EC2B-BDCA-4E27-B9C9-E3A061965D7B}"/>
              </a:ext>
            </a:extLst>
          </p:cNvPr>
          <p:cNvCxnSpPr>
            <a:cxnSpLocks/>
            <a:stCxn id="87" idx="2"/>
            <a:endCxn id="91" idx="0"/>
          </p:cNvCxnSpPr>
          <p:nvPr/>
        </p:nvCxnSpPr>
        <p:spPr bwMode="auto">
          <a:xfrm>
            <a:off x="3489290" y="4212794"/>
            <a:ext cx="0" cy="268265"/>
          </a:xfrm>
          <a:prstGeom prst="line">
            <a:avLst/>
          </a:prstGeom>
          <a:solidFill>
            <a:schemeClr val="accent1"/>
          </a:solidFill>
          <a:ln w="19050" cap="flat" cmpd="sng" algn="ctr">
            <a:solidFill>
              <a:schemeClr val="accent6"/>
            </a:solidFill>
            <a:prstDash val="solid"/>
            <a:round/>
            <a:headEnd type="none" w="med" len="med"/>
            <a:tailEnd type="none" w="med" len="med"/>
          </a:ln>
          <a:effectLst/>
        </p:spPr>
      </p:cxnSp>
      <p:sp>
        <p:nvSpPr>
          <p:cNvPr id="81" name="Rectangle 29">
            <a:extLst>
              <a:ext uri="{FF2B5EF4-FFF2-40B4-BE49-F238E27FC236}">
                <a16:creationId xmlns:a16="http://schemas.microsoft.com/office/drawing/2014/main" id="{4FE3EDBC-AAEC-4B3B-AD1E-F1685A315159}"/>
              </a:ext>
            </a:extLst>
          </p:cNvPr>
          <p:cNvSpPr>
            <a:spLocks noChangeArrowheads="1"/>
          </p:cNvSpPr>
          <p:nvPr/>
        </p:nvSpPr>
        <p:spPr bwMode="auto">
          <a:xfrm>
            <a:off x="4584239" y="2987634"/>
            <a:ext cx="737960" cy="296358"/>
          </a:xfrm>
          <a:prstGeom prst="rect">
            <a:avLst/>
          </a:prstGeom>
          <a:solidFill>
            <a:schemeClr val="accent2"/>
          </a:solidFill>
          <a:ln w="9525" algn="ctr">
            <a:noFill/>
            <a:miter lim="800000"/>
            <a:headEnd type="none" w="lg" len="lg"/>
            <a:tailEnd type="none" w="lg" len="lg"/>
          </a:ln>
          <a:effectLst/>
        </p:spPr>
        <p:txBody>
          <a:bodyPr wrap="none" lIns="55097" tIns="55097" rIns="55097" bIns="55097" anchor="ct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pt-BR" sz="1400" b="1" i="0" u="none" strike="noStrike" kern="1200" cap="none" spc="0" normalizeH="0" baseline="0" noProof="0">
                <a:ln>
                  <a:noFill/>
                </a:ln>
                <a:solidFill>
                  <a:prstClr val="white"/>
                </a:solidFill>
                <a:effectLst/>
                <a:uLnTx/>
                <a:uFillTx/>
                <a:latin typeface="Arial"/>
                <a:ea typeface="+mn-ea"/>
                <a:cs typeface="+mn-cs"/>
              </a:rPr>
              <a:t>PMO</a:t>
            </a:r>
          </a:p>
        </p:txBody>
      </p:sp>
      <p:cxnSp>
        <p:nvCxnSpPr>
          <p:cNvPr id="82" name="Elbow Connector 44">
            <a:extLst>
              <a:ext uri="{FF2B5EF4-FFF2-40B4-BE49-F238E27FC236}">
                <a16:creationId xmlns:a16="http://schemas.microsoft.com/office/drawing/2014/main" id="{87044019-0951-495C-88F5-121D1B607DA8}"/>
              </a:ext>
            </a:extLst>
          </p:cNvPr>
          <p:cNvCxnSpPr>
            <a:cxnSpLocks/>
            <a:stCxn id="62" idx="2"/>
            <a:endCxn id="81" idx="1"/>
          </p:cNvCxnSpPr>
          <p:nvPr/>
        </p:nvCxnSpPr>
        <p:spPr bwMode="auto">
          <a:xfrm rot="16200000" flipH="1">
            <a:off x="4372026" y="2923600"/>
            <a:ext cx="245932" cy="178494"/>
          </a:xfrm>
          <a:prstGeom prst="bentConnector2">
            <a:avLst/>
          </a:prstGeom>
          <a:solidFill>
            <a:schemeClr val="accent1"/>
          </a:solidFill>
          <a:ln w="19050" cap="flat" cmpd="sng" algn="ctr">
            <a:solidFill>
              <a:schemeClr val="accent6"/>
            </a:solidFill>
            <a:prstDash val="solid"/>
            <a:round/>
            <a:headEnd type="none" w="med" len="med"/>
            <a:tailEnd type="none" w="med" len="med"/>
          </a:ln>
          <a:effectLst/>
        </p:spPr>
      </p:cxnSp>
      <p:sp>
        <p:nvSpPr>
          <p:cNvPr id="80" name="Rectangle 8">
            <a:extLst>
              <a:ext uri="{FF2B5EF4-FFF2-40B4-BE49-F238E27FC236}">
                <a16:creationId xmlns:a16="http://schemas.microsoft.com/office/drawing/2014/main" id="{4C2514D1-F90E-4AD1-91B9-C7D9A82678F8}"/>
              </a:ext>
            </a:extLst>
          </p:cNvPr>
          <p:cNvSpPr>
            <a:spLocks noChangeArrowheads="1"/>
          </p:cNvSpPr>
          <p:nvPr/>
        </p:nvSpPr>
        <p:spPr bwMode="auto">
          <a:xfrm>
            <a:off x="2550427" y="1666842"/>
            <a:ext cx="1877723" cy="648000"/>
          </a:xfrm>
          <a:prstGeom prst="rect">
            <a:avLst/>
          </a:prstGeom>
          <a:solidFill>
            <a:schemeClr val="accent1"/>
          </a:solidFill>
          <a:ln w="9525" algn="ctr">
            <a:noFill/>
            <a:miter lim="800000"/>
            <a:headEnd type="none" w="lg" len="lg"/>
            <a:tailEnd type="none" w="lg" len="lg"/>
          </a:ln>
          <a:effectLst/>
        </p:spPr>
        <p:txBody>
          <a:bodyPr lIns="72000" tIns="55097" rIns="72000" bIns="55097" anchor="ctr" anchorCtr="1"/>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pt-BR" sz="1400" b="1" i="0" u="none" strike="noStrike" kern="1200" cap="none" spc="0" normalizeH="0" baseline="0" noProof="0">
                <a:ln>
                  <a:noFill/>
                </a:ln>
                <a:solidFill>
                  <a:srgbClr val="071C25"/>
                </a:solidFill>
                <a:effectLst/>
                <a:uLnTx/>
                <a:uFillTx/>
                <a:latin typeface="Arial"/>
                <a:ea typeface="+mn-ea"/>
                <a:cs typeface="+mn-cs"/>
              </a:rPr>
              <a:t>Diretoria Executiva</a:t>
            </a:r>
          </a:p>
        </p:txBody>
      </p:sp>
      <p:sp>
        <p:nvSpPr>
          <p:cNvPr id="92" name="Rectangle 230501">
            <a:extLst>
              <a:ext uri="{FF2B5EF4-FFF2-40B4-BE49-F238E27FC236}">
                <a16:creationId xmlns:a16="http://schemas.microsoft.com/office/drawing/2014/main" id="{ACD8751F-A678-4D2C-BAFF-24EBBB60270C}"/>
              </a:ext>
            </a:extLst>
          </p:cNvPr>
          <p:cNvSpPr txBox="1"/>
          <p:nvPr/>
        </p:nvSpPr>
        <p:spPr>
          <a:xfrm>
            <a:off x="4683130" y="1667677"/>
            <a:ext cx="4918527" cy="64633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0" tIns="0" rIns="0" bIns="0" numCol="1" anchor="t" anchorCtr="0" compatLnSpc="1">
            <a:prstTxWarp prst="textNoShape">
              <a:avLst/>
            </a:prstTxWarp>
            <a:spAutoFit/>
          </a:bodyPr>
          <a:lstStyle>
            <a:lvl1pPr marL="342499" lvl="0" indent="-342499" defTabSz="894305" eaLnBrk="0" hangingPunct="0">
              <a:buClr>
                <a:schemeClr val="tx2"/>
              </a:buClr>
              <a:defRPr>
                <a:latin typeface="+mn-lt"/>
                <a:ea typeface="+mn-ea"/>
              </a:defRPr>
            </a:lvl1pPr>
            <a:lvl2pPr marL="193450" lvl="1" indent="-191865" defTabSz="894305" eaLnBrk="0" hangingPunct="0">
              <a:buClr>
                <a:schemeClr val="tx2"/>
              </a:buClr>
              <a:buSzPct val="125000"/>
              <a:buFont typeface="Arial" charset="0"/>
              <a:buChar char="▪"/>
              <a:defRPr>
                <a:latin typeface="+mn-lt"/>
                <a:ea typeface="+mn-ea"/>
              </a:defRPr>
            </a:lvl2pPr>
            <a:lvl3pPr marL="456661" lvl="2" indent="-261633" defTabSz="894305" eaLnBrk="0" hangingPunct="0">
              <a:buClr>
                <a:schemeClr val="tx2"/>
              </a:buClr>
              <a:buSzPct val="120000"/>
              <a:buFont typeface="Arial" charset="0"/>
              <a:buChar char="–"/>
              <a:defRPr>
                <a:latin typeface="+mn-lt"/>
                <a:ea typeface="+mn-ea"/>
              </a:defRPr>
            </a:lvl3pPr>
            <a:lvl4pPr marL="613648" lvl="3" indent="-155395" defTabSz="894305" eaLnBrk="0" hangingPunct="0">
              <a:buClr>
                <a:schemeClr val="tx2"/>
              </a:buClr>
              <a:buSzPct val="120000"/>
              <a:buFont typeface="Arial" charset="0"/>
              <a:buChar char="▫"/>
              <a:defRPr>
                <a:latin typeface="+mn-lt"/>
                <a:ea typeface="+mn-ea"/>
              </a:defRPr>
            </a:lvl4pPr>
            <a:lvl5pPr marL="745256" lvl="4" indent="-130023" defTabSz="894305" eaLnBrk="0" hangingPunct="0">
              <a:buClr>
                <a:schemeClr val="tx2"/>
              </a:buClr>
              <a:buSzPct val="89000"/>
              <a:buFont typeface="Arial" charset="0"/>
              <a:buChar char="-"/>
              <a:defRPr>
                <a:latin typeface="+mn-lt"/>
                <a:ea typeface="+mn-ea"/>
              </a:defRPr>
            </a:lvl5pPr>
            <a:lvl6pPr marL="1201923" indent="-130023" defTabSz="894305" fontAlgn="base">
              <a:spcBef>
                <a:spcPct val="0"/>
              </a:spcBef>
              <a:spcAft>
                <a:spcPct val="0"/>
              </a:spcAft>
              <a:buClr>
                <a:schemeClr val="tx2"/>
              </a:buClr>
              <a:buSzPct val="89000"/>
              <a:buFont typeface="Arial" charset="0"/>
              <a:buChar char="-"/>
              <a:defRPr>
                <a:latin typeface="+mn-lt"/>
                <a:ea typeface="+mn-ea"/>
              </a:defRPr>
            </a:lvl6pPr>
            <a:lvl7pPr marL="1658591" indent="-130023" defTabSz="894305" fontAlgn="base">
              <a:spcBef>
                <a:spcPct val="0"/>
              </a:spcBef>
              <a:spcAft>
                <a:spcPct val="0"/>
              </a:spcAft>
              <a:buClr>
                <a:schemeClr val="tx2"/>
              </a:buClr>
              <a:buSzPct val="89000"/>
              <a:buFont typeface="Arial" charset="0"/>
              <a:buChar char="-"/>
              <a:defRPr>
                <a:latin typeface="+mn-lt"/>
                <a:ea typeface="+mn-ea"/>
              </a:defRPr>
            </a:lvl7pPr>
            <a:lvl8pPr marL="2115257" indent="-130023" defTabSz="894305" fontAlgn="base">
              <a:spcBef>
                <a:spcPct val="0"/>
              </a:spcBef>
              <a:spcAft>
                <a:spcPct val="0"/>
              </a:spcAft>
              <a:buClr>
                <a:schemeClr val="tx2"/>
              </a:buClr>
              <a:buSzPct val="89000"/>
              <a:buFont typeface="Arial" charset="0"/>
              <a:buChar char="-"/>
              <a:defRPr>
                <a:latin typeface="+mn-lt"/>
                <a:ea typeface="+mn-ea"/>
              </a:defRPr>
            </a:lvl8pPr>
            <a:lvl9pPr marL="2571925" indent="-130023" defTabSz="894305" fontAlgn="base">
              <a:spcBef>
                <a:spcPct val="0"/>
              </a:spcBef>
              <a:spcAft>
                <a:spcPct val="0"/>
              </a:spcAft>
              <a:buClr>
                <a:schemeClr val="tx2"/>
              </a:buClr>
              <a:buSzPct val="89000"/>
              <a:buFont typeface="Arial" charset="0"/>
              <a:buChar char="-"/>
              <a:defRPr>
                <a:latin typeface="+mn-lt"/>
                <a:ea typeface="+mn-ea"/>
              </a:defRPr>
            </a:lvl9pPr>
          </a:lstStyle>
          <a:p>
            <a:pPr marL="171450" marR="0" lvl="1" indent="-169863" algn="l" defTabSz="894305" rtl="0" eaLnBrk="0" fontAlgn="auto" latinLnBrk="0" hangingPunct="0">
              <a:lnSpc>
                <a:spcPct val="100000"/>
              </a:lnSpc>
              <a:spcBef>
                <a:spcPts val="0"/>
              </a:spcBef>
              <a:spcAft>
                <a:spcPts val="0"/>
              </a:spcAft>
              <a:buClrTx/>
              <a:buSzPct val="125000"/>
              <a:buFont typeface="Arial" charset="0"/>
              <a:buChar char="▪"/>
              <a:tabLst/>
              <a:defRPr/>
            </a:pPr>
            <a:r>
              <a:rPr kumimoji="0" lang="pt-BR" sz="1400" b="0" i="0" u="none" strike="noStrike" kern="1200" cap="none" spc="0" normalizeH="0" baseline="0" noProof="0">
                <a:ln>
                  <a:noFill/>
                </a:ln>
                <a:solidFill>
                  <a:srgbClr val="071C25"/>
                </a:solidFill>
                <a:effectLst/>
                <a:uLnTx/>
                <a:uFillTx/>
                <a:latin typeface="Arial"/>
                <a:ea typeface="+mn-ea"/>
                <a:cs typeface="+mn-cs"/>
              </a:rPr>
              <a:t>Acompanhar e validar avanço</a:t>
            </a:r>
          </a:p>
          <a:p>
            <a:pPr marL="171450" marR="0" lvl="1" indent="-169863" algn="l" defTabSz="894305" rtl="0" eaLnBrk="0" fontAlgn="auto" latinLnBrk="0" hangingPunct="0">
              <a:lnSpc>
                <a:spcPct val="100000"/>
              </a:lnSpc>
              <a:spcBef>
                <a:spcPts val="0"/>
              </a:spcBef>
              <a:spcAft>
                <a:spcPts val="0"/>
              </a:spcAft>
              <a:buClrTx/>
              <a:buSzPct val="125000"/>
              <a:buFont typeface="Arial" charset="0"/>
              <a:buChar char="▪"/>
              <a:tabLst/>
              <a:defRPr/>
            </a:pPr>
            <a:r>
              <a:rPr kumimoji="0" lang="pt-BR" sz="1400" b="0" i="0" u="none" strike="noStrike" kern="1200" cap="none" spc="0" normalizeH="0" baseline="0" noProof="0">
                <a:ln>
                  <a:noFill/>
                </a:ln>
                <a:solidFill>
                  <a:srgbClr val="071C25"/>
                </a:solidFill>
                <a:effectLst/>
                <a:uLnTx/>
                <a:uFillTx/>
                <a:latin typeface="Arial"/>
                <a:ea typeface="+mn-ea"/>
                <a:cs typeface="+mn-cs"/>
              </a:rPr>
              <a:t>Gerar soluções</a:t>
            </a:r>
          </a:p>
          <a:p>
            <a:pPr marL="171450" marR="0" lvl="1" indent="-169863" algn="l" defTabSz="894305" rtl="0" eaLnBrk="0" fontAlgn="auto" latinLnBrk="0" hangingPunct="0">
              <a:lnSpc>
                <a:spcPct val="100000"/>
              </a:lnSpc>
              <a:spcBef>
                <a:spcPts val="0"/>
              </a:spcBef>
              <a:spcAft>
                <a:spcPts val="0"/>
              </a:spcAft>
              <a:buClrTx/>
              <a:buSzPct val="125000"/>
              <a:buFont typeface="Arial" charset="0"/>
              <a:buChar char="▪"/>
              <a:tabLst/>
              <a:defRPr/>
            </a:pPr>
            <a:r>
              <a:rPr kumimoji="0" lang="pt-BR" sz="1400" b="0" i="0" u="none" strike="noStrike" kern="1200" cap="none" spc="0" normalizeH="0" baseline="0" noProof="0">
                <a:ln>
                  <a:noFill/>
                </a:ln>
                <a:solidFill>
                  <a:srgbClr val="071C25"/>
                </a:solidFill>
                <a:effectLst/>
                <a:uLnTx/>
                <a:uFillTx/>
                <a:latin typeface="Arial"/>
                <a:ea typeface="+mn-ea"/>
                <a:cs typeface="+mn-cs"/>
              </a:rPr>
              <a:t>Tomar decisões críticas</a:t>
            </a:r>
          </a:p>
        </p:txBody>
      </p:sp>
      <p:grpSp>
        <p:nvGrpSpPr>
          <p:cNvPr id="23" name="Group 22">
            <a:extLst>
              <a:ext uri="{FF2B5EF4-FFF2-40B4-BE49-F238E27FC236}">
                <a16:creationId xmlns:a16="http://schemas.microsoft.com/office/drawing/2014/main" id="{92463E2B-D962-00B3-3774-9128AC689A92}"/>
              </a:ext>
            </a:extLst>
          </p:cNvPr>
          <p:cNvGrpSpPr/>
          <p:nvPr/>
        </p:nvGrpSpPr>
        <p:grpSpPr>
          <a:xfrm>
            <a:off x="2635779" y="3381745"/>
            <a:ext cx="1884361" cy="831049"/>
            <a:chOff x="2635779" y="3359423"/>
            <a:chExt cx="1884361" cy="831049"/>
          </a:xfrm>
        </p:grpSpPr>
        <p:sp>
          <p:nvSpPr>
            <p:cNvPr id="84" name="Rectangle 9">
              <a:extLst>
                <a:ext uri="{FF2B5EF4-FFF2-40B4-BE49-F238E27FC236}">
                  <a16:creationId xmlns:a16="http://schemas.microsoft.com/office/drawing/2014/main" id="{08601D32-8E1E-4CEE-8654-2A1804E217F5}"/>
                </a:ext>
              </a:extLst>
            </p:cNvPr>
            <p:cNvSpPr>
              <a:spLocks noChangeArrowheads="1"/>
            </p:cNvSpPr>
            <p:nvPr/>
          </p:nvSpPr>
          <p:spPr bwMode="auto">
            <a:xfrm>
              <a:off x="2813119" y="3359423"/>
              <a:ext cx="1707021" cy="691264"/>
            </a:xfrm>
            <a:prstGeom prst="rect">
              <a:avLst/>
            </a:prstGeom>
            <a:solidFill>
              <a:schemeClr val="accent1"/>
            </a:solidFill>
            <a:ln w="9525" algn="ctr">
              <a:solidFill>
                <a:schemeClr val="bg1"/>
              </a:solidFill>
              <a:miter lim="800000"/>
              <a:headEnd type="none" w="lg" len="lg"/>
              <a:tailEnd type="none" w="lg" len="lg"/>
            </a:ln>
            <a:effectLst/>
          </p:spPr>
          <p:txBody>
            <a:bodyPr lIns="72000" tIns="55097" rIns="72000" bIns="55097" anchor="ctr" anchorCtr="1"/>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pt-BR" sz="1400" b="1" i="0" u="none" strike="noStrike" kern="1200" cap="none" spc="0" normalizeH="0" baseline="0" noProof="0">
                  <a:ln>
                    <a:noFill/>
                  </a:ln>
                  <a:solidFill>
                    <a:srgbClr val="020E66"/>
                  </a:solidFill>
                  <a:effectLst/>
                  <a:uLnTx/>
                  <a:uFillTx/>
                  <a:latin typeface="Arial"/>
                  <a:ea typeface="+mn-ea"/>
                  <a:cs typeface="+mn-cs"/>
                </a:rPr>
                <a:t>Líder – </a:t>
              </a:r>
              <a:br>
                <a:rPr kumimoji="0" lang="pt-BR" sz="1400" b="1" i="0" u="none" strike="noStrike" kern="1200" cap="none" spc="0" normalizeH="0" baseline="0" noProof="0">
                  <a:ln>
                    <a:noFill/>
                  </a:ln>
                  <a:solidFill>
                    <a:srgbClr val="020E66"/>
                  </a:solidFill>
                  <a:effectLst/>
                  <a:uLnTx/>
                  <a:uFillTx/>
                  <a:latin typeface="Arial"/>
                  <a:ea typeface="+mn-ea"/>
                  <a:cs typeface="+mn-cs"/>
                </a:rPr>
              </a:br>
              <a:r>
                <a:rPr kumimoji="0" lang="pt-BR" sz="1400" b="1" i="0" u="none" strike="noStrike" kern="1200" cap="none" spc="0" normalizeH="0" baseline="0" noProof="0">
                  <a:ln>
                    <a:noFill/>
                  </a:ln>
                  <a:solidFill>
                    <a:srgbClr val="020E66"/>
                  </a:solidFill>
                  <a:effectLst/>
                  <a:uLnTx/>
                  <a:uFillTx/>
                  <a:latin typeface="Arial"/>
                  <a:ea typeface="+mn-ea"/>
                  <a:cs typeface="+mn-cs"/>
                </a:rPr>
                <a:t>Iniciativa 1</a:t>
              </a:r>
            </a:p>
          </p:txBody>
        </p:sp>
        <p:sp>
          <p:nvSpPr>
            <p:cNvPr id="85" name="Rectangle 9">
              <a:extLst>
                <a:ext uri="{FF2B5EF4-FFF2-40B4-BE49-F238E27FC236}">
                  <a16:creationId xmlns:a16="http://schemas.microsoft.com/office/drawing/2014/main" id="{9A444123-7053-4ACD-9D1E-877E29A1299C}"/>
                </a:ext>
              </a:extLst>
            </p:cNvPr>
            <p:cNvSpPr>
              <a:spLocks noChangeArrowheads="1"/>
            </p:cNvSpPr>
            <p:nvPr/>
          </p:nvSpPr>
          <p:spPr bwMode="auto">
            <a:xfrm>
              <a:off x="2754006" y="3406017"/>
              <a:ext cx="1707021" cy="691264"/>
            </a:xfrm>
            <a:prstGeom prst="rect">
              <a:avLst/>
            </a:prstGeom>
            <a:solidFill>
              <a:schemeClr val="accent1"/>
            </a:solidFill>
            <a:ln w="9525" algn="ctr">
              <a:solidFill>
                <a:schemeClr val="bg1"/>
              </a:solidFill>
              <a:miter lim="800000"/>
              <a:headEnd type="none" w="lg" len="lg"/>
              <a:tailEnd type="none" w="lg" len="lg"/>
            </a:ln>
            <a:effectLst/>
          </p:spPr>
          <p:txBody>
            <a:bodyPr lIns="72000" tIns="55097" rIns="72000" bIns="55097" anchor="ctr" anchorCtr="1"/>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pt-BR" sz="1400" b="1" i="0" u="none" strike="noStrike" kern="1200" cap="none" spc="0" normalizeH="0" baseline="0" noProof="0">
                  <a:ln>
                    <a:noFill/>
                  </a:ln>
                  <a:solidFill>
                    <a:srgbClr val="020E66"/>
                  </a:solidFill>
                  <a:effectLst/>
                  <a:uLnTx/>
                  <a:uFillTx/>
                  <a:latin typeface="Arial"/>
                  <a:ea typeface="+mn-ea"/>
                  <a:cs typeface="+mn-cs"/>
                </a:rPr>
                <a:t>Líder – </a:t>
              </a:r>
              <a:br>
                <a:rPr kumimoji="0" lang="pt-BR" sz="1400" b="1" i="0" u="none" strike="noStrike" kern="1200" cap="none" spc="0" normalizeH="0" baseline="0" noProof="0">
                  <a:ln>
                    <a:noFill/>
                  </a:ln>
                  <a:solidFill>
                    <a:srgbClr val="020E66"/>
                  </a:solidFill>
                  <a:effectLst/>
                  <a:uLnTx/>
                  <a:uFillTx/>
                  <a:latin typeface="Arial"/>
                  <a:ea typeface="+mn-ea"/>
                  <a:cs typeface="+mn-cs"/>
                </a:rPr>
              </a:br>
              <a:r>
                <a:rPr kumimoji="0" lang="pt-BR" sz="1400" b="1" i="0" u="none" strike="noStrike" kern="1200" cap="none" spc="0" normalizeH="0" baseline="0" noProof="0">
                  <a:ln>
                    <a:noFill/>
                  </a:ln>
                  <a:solidFill>
                    <a:srgbClr val="020E66"/>
                  </a:solidFill>
                  <a:effectLst/>
                  <a:uLnTx/>
                  <a:uFillTx/>
                  <a:latin typeface="Arial"/>
                  <a:ea typeface="+mn-ea"/>
                  <a:cs typeface="+mn-cs"/>
                </a:rPr>
                <a:t>Iniciativa 1</a:t>
              </a:r>
            </a:p>
          </p:txBody>
        </p:sp>
        <p:sp>
          <p:nvSpPr>
            <p:cNvPr id="86" name="Rectangle 9">
              <a:extLst>
                <a:ext uri="{FF2B5EF4-FFF2-40B4-BE49-F238E27FC236}">
                  <a16:creationId xmlns:a16="http://schemas.microsoft.com/office/drawing/2014/main" id="{C9D31066-05AE-474A-BA46-BD13AAA2FC4F}"/>
                </a:ext>
              </a:extLst>
            </p:cNvPr>
            <p:cNvSpPr>
              <a:spLocks noChangeArrowheads="1"/>
            </p:cNvSpPr>
            <p:nvPr/>
          </p:nvSpPr>
          <p:spPr bwMode="auto">
            <a:xfrm>
              <a:off x="2694892" y="3452612"/>
              <a:ext cx="1707021" cy="691264"/>
            </a:xfrm>
            <a:prstGeom prst="rect">
              <a:avLst/>
            </a:prstGeom>
            <a:solidFill>
              <a:schemeClr val="accent1"/>
            </a:solidFill>
            <a:ln w="9525" algn="ctr">
              <a:solidFill>
                <a:schemeClr val="bg1"/>
              </a:solidFill>
              <a:miter lim="800000"/>
              <a:headEnd type="none" w="lg" len="lg"/>
              <a:tailEnd type="none" w="lg" len="lg"/>
            </a:ln>
            <a:effectLst/>
          </p:spPr>
          <p:txBody>
            <a:bodyPr lIns="72000" tIns="55097" rIns="72000" bIns="55097" anchor="ctr" anchorCtr="1"/>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pt-BR" sz="1400" b="1" i="0" u="none" strike="noStrike" kern="1200" cap="none" spc="0" normalizeH="0" baseline="0" noProof="0">
                  <a:ln>
                    <a:noFill/>
                  </a:ln>
                  <a:solidFill>
                    <a:srgbClr val="020E66"/>
                  </a:solidFill>
                  <a:effectLst/>
                  <a:uLnTx/>
                  <a:uFillTx/>
                  <a:latin typeface="Arial"/>
                  <a:ea typeface="+mn-ea"/>
                  <a:cs typeface="+mn-cs"/>
                </a:rPr>
                <a:t>Líder – </a:t>
              </a:r>
              <a:br>
                <a:rPr kumimoji="0" lang="pt-BR" sz="1400" b="1" i="0" u="none" strike="noStrike" kern="1200" cap="none" spc="0" normalizeH="0" baseline="0" noProof="0">
                  <a:ln>
                    <a:noFill/>
                  </a:ln>
                  <a:solidFill>
                    <a:srgbClr val="020E66"/>
                  </a:solidFill>
                  <a:effectLst/>
                  <a:uLnTx/>
                  <a:uFillTx/>
                  <a:latin typeface="Arial"/>
                  <a:ea typeface="+mn-ea"/>
                  <a:cs typeface="+mn-cs"/>
                </a:rPr>
              </a:br>
              <a:r>
                <a:rPr kumimoji="0" lang="pt-BR" sz="1400" b="1" i="0" u="none" strike="noStrike" kern="1200" cap="none" spc="0" normalizeH="0" baseline="0" noProof="0">
                  <a:ln>
                    <a:noFill/>
                  </a:ln>
                  <a:solidFill>
                    <a:srgbClr val="020E66"/>
                  </a:solidFill>
                  <a:effectLst/>
                  <a:uLnTx/>
                  <a:uFillTx/>
                  <a:latin typeface="Arial"/>
                  <a:ea typeface="+mn-ea"/>
                  <a:cs typeface="+mn-cs"/>
                </a:rPr>
                <a:t>Iniciativa 1</a:t>
              </a:r>
            </a:p>
          </p:txBody>
        </p:sp>
        <p:sp>
          <p:nvSpPr>
            <p:cNvPr id="87" name="Rectangle 9">
              <a:extLst>
                <a:ext uri="{FF2B5EF4-FFF2-40B4-BE49-F238E27FC236}">
                  <a16:creationId xmlns:a16="http://schemas.microsoft.com/office/drawing/2014/main" id="{227AE211-C848-4DF2-9099-FE49F8246A39}"/>
                </a:ext>
              </a:extLst>
            </p:cNvPr>
            <p:cNvSpPr>
              <a:spLocks noChangeArrowheads="1"/>
            </p:cNvSpPr>
            <p:nvPr/>
          </p:nvSpPr>
          <p:spPr bwMode="auto">
            <a:xfrm>
              <a:off x="2635779" y="3499208"/>
              <a:ext cx="1707021" cy="691264"/>
            </a:xfrm>
            <a:prstGeom prst="rect">
              <a:avLst/>
            </a:prstGeom>
            <a:solidFill>
              <a:schemeClr val="accent1"/>
            </a:solidFill>
            <a:ln w="9525" algn="ctr">
              <a:solidFill>
                <a:schemeClr val="bg1"/>
              </a:solidFill>
              <a:miter lim="800000"/>
              <a:headEnd type="none" w="lg" len="lg"/>
              <a:tailEnd type="none" w="lg" len="lg"/>
            </a:ln>
            <a:effectLst/>
          </p:spPr>
          <p:txBody>
            <a:bodyPr lIns="72000" tIns="55097" rIns="72000" bIns="55097" anchor="ctr" anchorCtr="1"/>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pt-BR" sz="1400" b="1" i="0" u="none" strike="noStrike" kern="1200" cap="none" spc="0" normalizeH="0" baseline="0" noProof="0">
                  <a:ln>
                    <a:noFill/>
                  </a:ln>
                  <a:solidFill>
                    <a:srgbClr val="071C25"/>
                  </a:solidFill>
                  <a:effectLst/>
                  <a:uLnTx/>
                  <a:uFillTx/>
                  <a:latin typeface="Arial"/>
                  <a:ea typeface="+mn-ea"/>
                  <a:cs typeface="+mn-cs"/>
                </a:rPr>
                <a:t>Líder – Grupo </a:t>
              </a:r>
              <a:br>
                <a:rPr kumimoji="0" lang="pt-BR" sz="1400" b="1" i="0" u="none" strike="noStrike" kern="1200" cap="none" spc="0" normalizeH="0" baseline="0" noProof="0">
                  <a:ln>
                    <a:noFill/>
                  </a:ln>
                  <a:solidFill>
                    <a:srgbClr val="071C25"/>
                  </a:solidFill>
                  <a:effectLst/>
                  <a:uLnTx/>
                  <a:uFillTx/>
                  <a:latin typeface="Arial"/>
                  <a:ea typeface="+mn-ea"/>
                  <a:cs typeface="+mn-cs"/>
                </a:rPr>
              </a:br>
              <a:r>
                <a:rPr kumimoji="0" lang="pt-BR" sz="1400" b="1" i="0" u="none" strike="noStrike" kern="1200" cap="none" spc="0" normalizeH="0" baseline="0" noProof="0">
                  <a:ln>
                    <a:noFill/>
                  </a:ln>
                  <a:solidFill>
                    <a:srgbClr val="071C25"/>
                  </a:solidFill>
                  <a:effectLst/>
                  <a:uLnTx/>
                  <a:uFillTx/>
                  <a:latin typeface="Arial"/>
                  <a:ea typeface="+mn-ea"/>
                  <a:cs typeface="+mn-cs"/>
                </a:rPr>
                <a:t>de trabalho 1</a:t>
              </a:r>
            </a:p>
          </p:txBody>
        </p:sp>
      </p:grpSp>
      <p:sp>
        <p:nvSpPr>
          <p:cNvPr id="93" name="Rectangle 230501">
            <a:extLst>
              <a:ext uri="{FF2B5EF4-FFF2-40B4-BE49-F238E27FC236}">
                <a16:creationId xmlns:a16="http://schemas.microsoft.com/office/drawing/2014/main" id="{01EDD3A2-44C3-4D2F-BDB5-EA1A097FD8C0}"/>
              </a:ext>
            </a:extLst>
          </p:cNvPr>
          <p:cNvSpPr txBox="1"/>
          <p:nvPr/>
        </p:nvSpPr>
        <p:spPr>
          <a:xfrm>
            <a:off x="4683130" y="3381745"/>
            <a:ext cx="4918527" cy="86177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0" tIns="0" rIns="0" bIns="0" numCol="1" anchor="t" anchorCtr="0" compatLnSpc="1">
            <a:prstTxWarp prst="textNoShape">
              <a:avLst/>
            </a:prstTxWarp>
            <a:spAutoFit/>
          </a:bodyPr>
          <a:lstStyle>
            <a:lvl1pPr marL="342499" lvl="0" indent="-342499" defTabSz="894305" eaLnBrk="0" hangingPunct="0">
              <a:buClr>
                <a:schemeClr val="tx2"/>
              </a:buClr>
              <a:defRPr>
                <a:latin typeface="+mn-lt"/>
                <a:ea typeface="+mn-ea"/>
              </a:defRPr>
            </a:lvl1pPr>
            <a:lvl2pPr marL="193450" lvl="1" indent="-191865" defTabSz="894305" eaLnBrk="0" hangingPunct="0">
              <a:buClr>
                <a:schemeClr val="tx2"/>
              </a:buClr>
              <a:buSzPct val="125000"/>
              <a:buFont typeface="Arial" charset="0"/>
              <a:buChar char="▪"/>
              <a:defRPr>
                <a:latin typeface="+mn-lt"/>
                <a:ea typeface="+mn-ea"/>
              </a:defRPr>
            </a:lvl2pPr>
            <a:lvl3pPr marL="456661" lvl="2" indent="-261633" defTabSz="894305" eaLnBrk="0" hangingPunct="0">
              <a:buClr>
                <a:schemeClr val="tx2"/>
              </a:buClr>
              <a:buSzPct val="120000"/>
              <a:buFont typeface="Arial" charset="0"/>
              <a:buChar char="–"/>
              <a:defRPr>
                <a:latin typeface="+mn-lt"/>
                <a:ea typeface="+mn-ea"/>
              </a:defRPr>
            </a:lvl3pPr>
            <a:lvl4pPr marL="613648" lvl="3" indent="-155395" defTabSz="894305" eaLnBrk="0" hangingPunct="0">
              <a:buClr>
                <a:schemeClr val="tx2"/>
              </a:buClr>
              <a:buSzPct val="120000"/>
              <a:buFont typeface="Arial" charset="0"/>
              <a:buChar char="▫"/>
              <a:defRPr>
                <a:latin typeface="+mn-lt"/>
                <a:ea typeface="+mn-ea"/>
              </a:defRPr>
            </a:lvl4pPr>
            <a:lvl5pPr marL="745256" lvl="4" indent="-130023" defTabSz="894305" eaLnBrk="0" hangingPunct="0">
              <a:buClr>
                <a:schemeClr val="tx2"/>
              </a:buClr>
              <a:buSzPct val="89000"/>
              <a:buFont typeface="Arial" charset="0"/>
              <a:buChar char="-"/>
              <a:defRPr>
                <a:latin typeface="+mn-lt"/>
                <a:ea typeface="+mn-ea"/>
              </a:defRPr>
            </a:lvl5pPr>
            <a:lvl6pPr marL="1201923" indent="-130023" defTabSz="894305" fontAlgn="base">
              <a:spcBef>
                <a:spcPct val="0"/>
              </a:spcBef>
              <a:spcAft>
                <a:spcPct val="0"/>
              </a:spcAft>
              <a:buClr>
                <a:schemeClr val="tx2"/>
              </a:buClr>
              <a:buSzPct val="89000"/>
              <a:buFont typeface="Arial" charset="0"/>
              <a:buChar char="-"/>
              <a:defRPr>
                <a:latin typeface="+mn-lt"/>
                <a:ea typeface="+mn-ea"/>
              </a:defRPr>
            </a:lvl6pPr>
            <a:lvl7pPr marL="1658591" indent="-130023" defTabSz="894305" fontAlgn="base">
              <a:spcBef>
                <a:spcPct val="0"/>
              </a:spcBef>
              <a:spcAft>
                <a:spcPct val="0"/>
              </a:spcAft>
              <a:buClr>
                <a:schemeClr val="tx2"/>
              </a:buClr>
              <a:buSzPct val="89000"/>
              <a:buFont typeface="Arial" charset="0"/>
              <a:buChar char="-"/>
              <a:defRPr>
                <a:latin typeface="+mn-lt"/>
                <a:ea typeface="+mn-ea"/>
              </a:defRPr>
            </a:lvl7pPr>
            <a:lvl8pPr marL="2115257" indent="-130023" defTabSz="894305" fontAlgn="base">
              <a:spcBef>
                <a:spcPct val="0"/>
              </a:spcBef>
              <a:spcAft>
                <a:spcPct val="0"/>
              </a:spcAft>
              <a:buClr>
                <a:schemeClr val="tx2"/>
              </a:buClr>
              <a:buSzPct val="89000"/>
              <a:buFont typeface="Arial" charset="0"/>
              <a:buChar char="-"/>
              <a:defRPr>
                <a:latin typeface="+mn-lt"/>
                <a:ea typeface="+mn-ea"/>
              </a:defRPr>
            </a:lvl8pPr>
            <a:lvl9pPr marL="2571925" indent="-130023" defTabSz="894305" fontAlgn="base">
              <a:spcBef>
                <a:spcPct val="0"/>
              </a:spcBef>
              <a:spcAft>
                <a:spcPct val="0"/>
              </a:spcAft>
              <a:buClr>
                <a:schemeClr val="tx2"/>
              </a:buClr>
              <a:buSzPct val="89000"/>
              <a:buFont typeface="Arial" charset="0"/>
              <a:buChar char="-"/>
              <a:defRPr>
                <a:latin typeface="+mn-lt"/>
                <a:ea typeface="+mn-ea"/>
              </a:defRPr>
            </a:lvl9pPr>
          </a:lstStyle>
          <a:p>
            <a:pPr marL="171450" marR="0" lvl="1" indent="-169863" algn="l" defTabSz="894305" rtl="0" eaLnBrk="0" fontAlgn="auto" latinLnBrk="0" hangingPunct="0">
              <a:lnSpc>
                <a:spcPct val="100000"/>
              </a:lnSpc>
              <a:spcBef>
                <a:spcPts val="0"/>
              </a:spcBef>
              <a:spcAft>
                <a:spcPts val="0"/>
              </a:spcAft>
              <a:buClrTx/>
              <a:buSzPct val="125000"/>
              <a:buFont typeface="Arial" charset="0"/>
              <a:buChar char="▪"/>
              <a:tabLst/>
              <a:defRPr/>
            </a:pPr>
            <a:r>
              <a:rPr kumimoji="0" lang="pt-BR" sz="1400" b="0" i="0" u="none" strike="noStrike" kern="1200" cap="none" spc="0" normalizeH="0" baseline="0" noProof="0">
                <a:ln>
                  <a:noFill/>
                </a:ln>
                <a:solidFill>
                  <a:srgbClr val="071C25"/>
                </a:solidFill>
                <a:effectLst/>
                <a:uLnTx/>
                <a:uFillTx/>
                <a:latin typeface="Arial"/>
                <a:ea typeface="+mn-ea"/>
                <a:cs typeface="+mn-cs"/>
              </a:rPr>
              <a:t>Coordenar atividades do grupo de trabalho</a:t>
            </a:r>
          </a:p>
          <a:p>
            <a:pPr marL="171450" marR="0" lvl="1" indent="-169863" algn="l" defTabSz="894305" rtl="0" eaLnBrk="0" fontAlgn="auto" latinLnBrk="0" hangingPunct="0">
              <a:lnSpc>
                <a:spcPct val="100000"/>
              </a:lnSpc>
              <a:spcBef>
                <a:spcPts val="0"/>
              </a:spcBef>
              <a:spcAft>
                <a:spcPts val="0"/>
              </a:spcAft>
              <a:buClrTx/>
              <a:buSzPct val="125000"/>
              <a:buFont typeface="Arial" charset="0"/>
              <a:buChar char="▪"/>
              <a:tabLst/>
              <a:defRPr/>
            </a:pPr>
            <a:r>
              <a:rPr kumimoji="0" lang="pt-BR" sz="1400" b="0" i="0" u="none" strike="noStrike" kern="1200" cap="none" spc="0" normalizeH="0" baseline="0" noProof="0">
                <a:ln>
                  <a:noFill/>
                </a:ln>
                <a:solidFill>
                  <a:srgbClr val="071C25"/>
                </a:solidFill>
                <a:effectLst/>
                <a:uLnTx/>
                <a:uFillTx/>
                <a:latin typeface="Arial"/>
                <a:ea typeface="+mn-ea"/>
                <a:cs typeface="+mn-cs"/>
              </a:rPr>
              <a:t>Facilitar acesso a dados e pessoas</a:t>
            </a:r>
          </a:p>
          <a:p>
            <a:pPr marL="171450" marR="0" lvl="1" indent="-169863" algn="l" defTabSz="894305" rtl="0" eaLnBrk="0" fontAlgn="auto" latinLnBrk="0" hangingPunct="0">
              <a:lnSpc>
                <a:spcPct val="100000"/>
              </a:lnSpc>
              <a:spcBef>
                <a:spcPts val="0"/>
              </a:spcBef>
              <a:spcAft>
                <a:spcPts val="0"/>
              </a:spcAft>
              <a:buClrTx/>
              <a:buSzPct val="125000"/>
              <a:buFont typeface="Arial" charset="0"/>
              <a:buChar char="▪"/>
              <a:tabLst/>
              <a:defRPr/>
            </a:pPr>
            <a:r>
              <a:rPr kumimoji="0" lang="pt-BR" sz="1400" b="0" i="0" u="none" strike="noStrike" kern="1200" cap="none" spc="0" normalizeH="0" baseline="0" noProof="0">
                <a:ln>
                  <a:noFill/>
                </a:ln>
                <a:solidFill>
                  <a:srgbClr val="071C25"/>
                </a:solidFill>
                <a:effectLst/>
                <a:uLnTx/>
                <a:uFillTx/>
                <a:latin typeface="Arial"/>
                <a:ea typeface="+mn-ea"/>
                <a:cs typeface="+mn-cs"/>
              </a:rPr>
              <a:t>Elaborar material gerencial</a:t>
            </a:r>
          </a:p>
          <a:p>
            <a:pPr marL="171450" marR="0" lvl="1" indent="-169863" algn="l" defTabSz="894305" rtl="0" eaLnBrk="0" fontAlgn="auto" latinLnBrk="0" hangingPunct="0">
              <a:lnSpc>
                <a:spcPct val="100000"/>
              </a:lnSpc>
              <a:spcBef>
                <a:spcPts val="0"/>
              </a:spcBef>
              <a:spcAft>
                <a:spcPts val="0"/>
              </a:spcAft>
              <a:buClrTx/>
              <a:buSzPct val="125000"/>
              <a:buFont typeface="Arial" charset="0"/>
              <a:buChar char="▪"/>
              <a:tabLst/>
              <a:defRPr/>
            </a:pPr>
            <a:r>
              <a:rPr kumimoji="0" lang="pt-BR" sz="1400" b="0" i="0" u="none" strike="noStrike" kern="1200" cap="none" spc="0" normalizeH="0" baseline="0" noProof="0">
                <a:ln>
                  <a:noFill/>
                </a:ln>
                <a:solidFill>
                  <a:srgbClr val="071C25"/>
                </a:solidFill>
                <a:effectLst/>
                <a:uLnTx/>
                <a:uFillTx/>
                <a:latin typeface="Arial"/>
                <a:ea typeface="+mn-ea"/>
                <a:cs typeface="+mn-cs"/>
              </a:rPr>
              <a:t>Fazer interlocução com PMO</a:t>
            </a:r>
          </a:p>
        </p:txBody>
      </p:sp>
      <p:grpSp>
        <p:nvGrpSpPr>
          <p:cNvPr id="25" name="Group 24">
            <a:extLst>
              <a:ext uri="{FF2B5EF4-FFF2-40B4-BE49-F238E27FC236}">
                <a16:creationId xmlns:a16="http://schemas.microsoft.com/office/drawing/2014/main" id="{5AB0932D-DA04-D5A5-CF31-D8420E1BF0D6}"/>
              </a:ext>
            </a:extLst>
          </p:cNvPr>
          <p:cNvGrpSpPr/>
          <p:nvPr/>
        </p:nvGrpSpPr>
        <p:grpSpPr>
          <a:xfrm>
            <a:off x="2635779" y="4341274"/>
            <a:ext cx="1884361" cy="831049"/>
            <a:chOff x="2635779" y="4341274"/>
            <a:chExt cx="1884361" cy="831049"/>
          </a:xfrm>
        </p:grpSpPr>
        <p:sp>
          <p:nvSpPr>
            <p:cNvPr id="88" name="Rectangle 9">
              <a:extLst>
                <a:ext uri="{FF2B5EF4-FFF2-40B4-BE49-F238E27FC236}">
                  <a16:creationId xmlns:a16="http://schemas.microsoft.com/office/drawing/2014/main" id="{2E04A11E-8899-4D67-965F-EF8F2103147A}"/>
                </a:ext>
              </a:extLst>
            </p:cNvPr>
            <p:cNvSpPr>
              <a:spLocks noChangeArrowheads="1"/>
            </p:cNvSpPr>
            <p:nvPr/>
          </p:nvSpPr>
          <p:spPr bwMode="auto">
            <a:xfrm>
              <a:off x="2813119" y="4341274"/>
              <a:ext cx="1707021" cy="691264"/>
            </a:xfrm>
            <a:prstGeom prst="rect">
              <a:avLst/>
            </a:prstGeom>
            <a:solidFill>
              <a:schemeClr val="accent1"/>
            </a:solidFill>
            <a:ln w="9525" algn="ctr">
              <a:solidFill>
                <a:schemeClr val="bg1"/>
              </a:solidFill>
              <a:miter lim="800000"/>
              <a:headEnd type="none" w="lg" len="lg"/>
              <a:tailEnd type="none" w="lg" len="lg"/>
            </a:ln>
            <a:effectLst/>
          </p:spPr>
          <p:txBody>
            <a:bodyPr lIns="72000" tIns="55097" rIns="72000" bIns="55097" anchor="ctr" anchorCtr="1"/>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pt-BR" sz="1400" b="1" i="0" u="none" strike="noStrike" kern="1200" cap="none" spc="0" normalizeH="0" baseline="0" noProof="0">
                  <a:ln>
                    <a:noFill/>
                  </a:ln>
                  <a:solidFill>
                    <a:srgbClr val="020E66"/>
                  </a:solidFill>
                  <a:effectLst/>
                  <a:uLnTx/>
                  <a:uFillTx/>
                  <a:latin typeface="Arial"/>
                  <a:ea typeface="+mn-ea"/>
                  <a:cs typeface="+mn-cs"/>
                </a:rPr>
                <a:t>Líder – </a:t>
              </a:r>
              <a:br>
                <a:rPr kumimoji="0" lang="pt-BR" sz="1400" b="1" i="0" u="none" strike="noStrike" kern="1200" cap="none" spc="0" normalizeH="0" baseline="0" noProof="0">
                  <a:ln>
                    <a:noFill/>
                  </a:ln>
                  <a:solidFill>
                    <a:srgbClr val="020E66"/>
                  </a:solidFill>
                  <a:effectLst/>
                  <a:uLnTx/>
                  <a:uFillTx/>
                  <a:latin typeface="Arial"/>
                  <a:ea typeface="+mn-ea"/>
                  <a:cs typeface="+mn-cs"/>
                </a:rPr>
              </a:br>
              <a:r>
                <a:rPr kumimoji="0" lang="pt-BR" sz="1400" b="1" i="0" u="none" strike="noStrike" kern="1200" cap="none" spc="0" normalizeH="0" baseline="0" noProof="0">
                  <a:ln>
                    <a:noFill/>
                  </a:ln>
                  <a:solidFill>
                    <a:srgbClr val="020E66"/>
                  </a:solidFill>
                  <a:effectLst/>
                  <a:uLnTx/>
                  <a:uFillTx/>
                  <a:latin typeface="Arial"/>
                  <a:ea typeface="+mn-ea"/>
                  <a:cs typeface="+mn-cs"/>
                </a:rPr>
                <a:t>Iniciativa 1</a:t>
              </a:r>
            </a:p>
          </p:txBody>
        </p:sp>
        <p:sp>
          <p:nvSpPr>
            <p:cNvPr id="89" name="Rectangle 9">
              <a:extLst>
                <a:ext uri="{FF2B5EF4-FFF2-40B4-BE49-F238E27FC236}">
                  <a16:creationId xmlns:a16="http://schemas.microsoft.com/office/drawing/2014/main" id="{9A7152E7-5931-4DCC-992C-553B304CA16A}"/>
                </a:ext>
              </a:extLst>
            </p:cNvPr>
            <p:cNvSpPr>
              <a:spLocks noChangeArrowheads="1"/>
            </p:cNvSpPr>
            <p:nvPr/>
          </p:nvSpPr>
          <p:spPr bwMode="auto">
            <a:xfrm>
              <a:off x="2754006" y="4387869"/>
              <a:ext cx="1707021" cy="691264"/>
            </a:xfrm>
            <a:prstGeom prst="rect">
              <a:avLst/>
            </a:prstGeom>
            <a:solidFill>
              <a:schemeClr val="accent1"/>
            </a:solidFill>
            <a:ln w="9525" algn="ctr">
              <a:solidFill>
                <a:schemeClr val="bg1"/>
              </a:solidFill>
              <a:miter lim="800000"/>
              <a:headEnd type="none" w="lg" len="lg"/>
              <a:tailEnd type="none" w="lg" len="lg"/>
            </a:ln>
            <a:effectLst/>
          </p:spPr>
          <p:txBody>
            <a:bodyPr lIns="72000" tIns="55097" rIns="72000" bIns="55097" anchor="ctr" anchorCtr="1"/>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pt-BR" sz="1400" b="1" i="0" u="none" strike="noStrike" kern="1200" cap="none" spc="0" normalizeH="0" baseline="0" noProof="0">
                  <a:ln>
                    <a:noFill/>
                  </a:ln>
                  <a:solidFill>
                    <a:srgbClr val="020E66"/>
                  </a:solidFill>
                  <a:effectLst/>
                  <a:uLnTx/>
                  <a:uFillTx/>
                  <a:latin typeface="Arial"/>
                  <a:ea typeface="+mn-ea"/>
                  <a:cs typeface="+mn-cs"/>
                </a:rPr>
                <a:t>Líder – </a:t>
              </a:r>
              <a:br>
                <a:rPr kumimoji="0" lang="pt-BR" sz="1400" b="1" i="0" u="none" strike="noStrike" kern="1200" cap="none" spc="0" normalizeH="0" baseline="0" noProof="0">
                  <a:ln>
                    <a:noFill/>
                  </a:ln>
                  <a:solidFill>
                    <a:srgbClr val="020E66"/>
                  </a:solidFill>
                  <a:effectLst/>
                  <a:uLnTx/>
                  <a:uFillTx/>
                  <a:latin typeface="Arial"/>
                  <a:ea typeface="+mn-ea"/>
                  <a:cs typeface="+mn-cs"/>
                </a:rPr>
              </a:br>
              <a:r>
                <a:rPr kumimoji="0" lang="pt-BR" sz="1400" b="1" i="0" u="none" strike="noStrike" kern="1200" cap="none" spc="0" normalizeH="0" baseline="0" noProof="0">
                  <a:ln>
                    <a:noFill/>
                  </a:ln>
                  <a:solidFill>
                    <a:srgbClr val="020E66"/>
                  </a:solidFill>
                  <a:effectLst/>
                  <a:uLnTx/>
                  <a:uFillTx/>
                  <a:latin typeface="Arial"/>
                  <a:ea typeface="+mn-ea"/>
                  <a:cs typeface="+mn-cs"/>
                </a:rPr>
                <a:t>Iniciativa 1</a:t>
              </a:r>
            </a:p>
          </p:txBody>
        </p:sp>
        <p:sp>
          <p:nvSpPr>
            <p:cNvPr id="90" name="Rectangle 9">
              <a:extLst>
                <a:ext uri="{FF2B5EF4-FFF2-40B4-BE49-F238E27FC236}">
                  <a16:creationId xmlns:a16="http://schemas.microsoft.com/office/drawing/2014/main" id="{EE64AE8F-272C-4C47-BFE3-866D5E975085}"/>
                </a:ext>
              </a:extLst>
            </p:cNvPr>
            <p:cNvSpPr>
              <a:spLocks noChangeArrowheads="1"/>
            </p:cNvSpPr>
            <p:nvPr/>
          </p:nvSpPr>
          <p:spPr bwMode="auto">
            <a:xfrm>
              <a:off x="2694892" y="4434464"/>
              <a:ext cx="1707021" cy="691264"/>
            </a:xfrm>
            <a:prstGeom prst="rect">
              <a:avLst/>
            </a:prstGeom>
            <a:solidFill>
              <a:schemeClr val="accent1"/>
            </a:solidFill>
            <a:ln w="9525" algn="ctr">
              <a:solidFill>
                <a:schemeClr val="bg1"/>
              </a:solidFill>
              <a:miter lim="800000"/>
              <a:headEnd type="none" w="lg" len="lg"/>
              <a:tailEnd type="none" w="lg" len="lg"/>
            </a:ln>
            <a:effectLst/>
          </p:spPr>
          <p:txBody>
            <a:bodyPr lIns="72000" tIns="55097" rIns="72000" bIns="55097" anchor="ctr" anchorCtr="1"/>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pt-BR" sz="1400" b="1" i="0" u="none" strike="noStrike" kern="1200" cap="none" spc="0" normalizeH="0" baseline="0" noProof="0">
                  <a:ln>
                    <a:noFill/>
                  </a:ln>
                  <a:solidFill>
                    <a:srgbClr val="020E66"/>
                  </a:solidFill>
                  <a:effectLst/>
                  <a:uLnTx/>
                  <a:uFillTx/>
                  <a:latin typeface="Arial"/>
                  <a:ea typeface="+mn-ea"/>
                  <a:cs typeface="+mn-cs"/>
                </a:rPr>
                <a:t>Líder – </a:t>
              </a:r>
              <a:br>
                <a:rPr kumimoji="0" lang="pt-BR" sz="1400" b="1" i="0" u="none" strike="noStrike" kern="1200" cap="none" spc="0" normalizeH="0" baseline="0" noProof="0">
                  <a:ln>
                    <a:noFill/>
                  </a:ln>
                  <a:solidFill>
                    <a:srgbClr val="020E66"/>
                  </a:solidFill>
                  <a:effectLst/>
                  <a:uLnTx/>
                  <a:uFillTx/>
                  <a:latin typeface="Arial"/>
                  <a:ea typeface="+mn-ea"/>
                  <a:cs typeface="+mn-cs"/>
                </a:rPr>
              </a:br>
              <a:r>
                <a:rPr kumimoji="0" lang="pt-BR" sz="1400" b="1" i="0" u="none" strike="noStrike" kern="1200" cap="none" spc="0" normalizeH="0" baseline="0" noProof="0">
                  <a:ln>
                    <a:noFill/>
                  </a:ln>
                  <a:solidFill>
                    <a:srgbClr val="020E66"/>
                  </a:solidFill>
                  <a:effectLst/>
                  <a:uLnTx/>
                  <a:uFillTx/>
                  <a:latin typeface="Arial"/>
                  <a:ea typeface="+mn-ea"/>
                  <a:cs typeface="+mn-cs"/>
                </a:rPr>
                <a:t>Iniciativa 1</a:t>
              </a:r>
            </a:p>
          </p:txBody>
        </p:sp>
        <p:sp>
          <p:nvSpPr>
            <p:cNvPr id="91" name="Rectangle 9">
              <a:extLst>
                <a:ext uri="{FF2B5EF4-FFF2-40B4-BE49-F238E27FC236}">
                  <a16:creationId xmlns:a16="http://schemas.microsoft.com/office/drawing/2014/main" id="{98D67EA7-B643-49EC-B0AD-4D94E51B5037}"/>
                </a:ext>
              </a:extLst>
            </p:cNvPr>
            <p:cNvSpPr>
              <a:spLocks noChangeArrowheads="1"/>
            </p:cNvSpPr>
            <p:nvPr/>
          </p:nvSpPr>
          <p:spPr bwMode="auto">
            <a:xfrm>
              <a:off x="2635779" y="4481059"/>
              <a:ext cx="1707021" cy="691264"/>
            </a:xfrm>
            <a:prstGeom prst="rect">
              <a:avLst/>
            </a:prstGeom>
            <a:solidFill>
              <a:schemeClr val="accent1"/>
            </a:solidFill>
            <a:ln w="9525" algn="ctr">
              <a:solidFill>
                <a:schemeClr val="bg1"/>
              </a:solidFill>
              <a:miter lim="800000"/>
              <a:headEnd type="none" w="lg" len="lg"/>
              <a:tailEnd type="none" w="lg" len="lg"/>
            </a:ln>
            <a:effectLst/>
          </p:spPr>
          <p:txBody>
            <a:bodyPr lIns="72000" tIns="55097" rIns="72000" bIns="55097" anchor="ctr" anchorCtr="1"/>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pt-BR" sz="1400" b="1" i="0" u="none" strike="noStrike" kern="1200" cap="none" spc="0" normalizeH="0" baseline="0" noProof="0">
                  <a:ln>
                    <a:noFill/>
                  </a:ln>
                  <a:solidFill>
                    <a:srgbClr val="071C25"/>
                  </a:solidFill>
                  <a:effectLst/>
                  <a:uLnTx/>
                  <a:uFillTx/>
                  <a:latin typeface="Arial"/>
                  <a:ea typeface="+mn-ea"/>
                  <a:cs typeface="+mn-cs"/>
                </a:rPr>
                <a:t>Equipe do grupo de trabalho 1</a:t>
              </a:r>
            </a:p>
          </p:txBody>
        </p:sp>
      </p:grpSp>
      <p:sp>
        <p:nvSpPr>
          <p:cNvPr id="94" name="Rectangle 230501">
            <a:extLst>
              <a:ext uri="{FF2B5EF4-FFF2-40B4-BE49-F238E27FC236}">
                <a16:creationId xmlns:a16="http://schemas.microsoft.com/office/drawing/2014/main" id="{09D98FA6-147B-4948-8DE5-2E8FFE73AC70}"/>
              </a:ext>
            </a:extLst>
          </p:cNvPr>
          <p:cNvSpPr txBox="1"/>
          <p:nvPr/>
        </p:nvSpPr>
        <p:spPr>
          <a:xfrm>
            <a:off x="4683130" y="4649076"/>
            <a:ext cx="4892355" cy="21544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0" tIns="0" rIns="0" bIns="0" numCol="1" anchor="t" anchorCtr="0" compatLnSpc="1">
            <a:prstTxWarp prst="textNoShape">
              <a:avLst/>
            </a:prstTxWarp>
            <a:spAutoFit/>
          </a:bodyPr>
          <a:lstStyle>
            <a:lvl1pPr marL="342499" lvl="0" indent="-342499" defTabSz="894305" eaLnBrk="0" hangingPunct="0">
              <a:buClr>
                <a:schemeClr val="tx2"/>
              </a:buClr>
              <a:defRPr>
                <a:latin typeface="+mn-lt"/>
                <a:ea typeface="+mn-ea"/>
              </a:defRPr>
            </a:lvl1pPr>
            <a:lvl2pPr marL="193450" lvl="1" indent="-191865" defTabSz="894305" eaLnBrk="0" hangingPunct="0">
              <a:buClr>
                <a:schemeClr val="tx2"/>
              </a:buClr>
              <a:buSzPct val="125000"/>
              <a:buFont typeface="Arial" charset="0"/>
              <a:buChar char="▪"/>
              <a:defRPr>
                <a:latin typeface="+mn-lt"/>
                <a:ea typeface="+mn-ea"/>
              </a:defRPr>
            </a:lvl2pPr>
            <a:lvl3pPr marL="456661" lvl="2" indent="-261633" defTabSz="894305" eaLnBrk="0" hangingPunct="0">
              <a:buClr>
                <a:schemeClr val="tx2"/>
              </a:buClr>
              <a:buSzPct val="120000"/>
              <a:buFont typeface="Arial" charset="0"/>
              <a:buChar char="–"/>
              <a:defRPr>
                <a:latin typeface="+mn-lt"/>
                <a:ea typeface="+mn-ea"/>
              </a:defRPr>
            </a:lvl3pPr>
            <a:lvl4pPr marL="613648" lvl="3" indent="-155395" defTabSz="894305" eaLnBrk="0" hangingPunct="0">
              <a:buClr>
                <a:schemeClr val="tx2"/>
              </a:buClr>
              <a:buSzPct val="120000"/>
              <a:buFont typeface="Arial" charset="0"/>
              <a:buChar char="▫"/>
              <a:defRPr>
                <a:latin typeface="+mn-lt"/>
                <a:ea typeface="+mn-ea"/>
              </a:defRPr>
            </a:lvl4pPr>
            <a:lvl5pPr marL="745256" lvl="4" indent="-130023" defTabSz="894305" eaLnBrk="0" hangingPunct="0">
              <a:buClr>
                <a:schemeClr val="tx2"/>
              </a:buClr>
              <a:buSzPct val="89000"/>
              <a:buFont typeface="Arial" charset="0"/>
              <a:buChar char="-"/>
              <a:defRPr>
                <a:latin typeface="+mn-lt"/>
                <a:ea typeface="+mn-ea"/>
              </a:defRPr>
            </a:lvl5pPr>
            <a:lvl6pPr marL="1201923" indent="-130023" defTabSz="894305" fontAlgn="base">
              <a:spcBef>
                <a:spcPct val="0"/>
              </a:spcBef>
              <a:spcAft>
                <a:spcPct val="0"/>
              </a:spcAft>
              <a:buClr>
                <a:schemeClr val="tx2"/>
              </a:buClr>
              <a:buSzPct val="89000"/>
              <a:buFont typeface="Arial" charset="0"/>
              <a:buChar char="-"/>
              <a:defRPr>
                <a:latin typeface="+mn-lt"/>
                <a:ea typeface="+mn-ea"/>
              </a:defRPr>
            </a:lvl6pPr>
            <a:lvl7pPr marL="1658591" indent="-130023" defTabSz="894305" fontAlgn="base">
              <a:spcBef>
                <a:spcPct val="0"/>
              </a:spcBef>
              <a:spcAft>
                <a:spcPct val="0"/>
              </a:spcAft>
              <a:buClr>
                <a:schemeClr val="tx2"/>
              </a:buClr>
              <a:buSzPct val="89000"/>
              <a:buFont typeface="Arial" charset="0"/>
              <a:buChar char="-"/>
              <a:defRPr>
                <a:latin typeface="+mn-lt"/>
                <a:ea typeface="+mn-ea"/>
              </a:defRPr>
            </a:lvl7pPr>
            <a:lvl8pPr marL="2115257" indent="-130023" defTabSz="894305" fontAlgn="base">
              <a:spcBef>
                <a:spcPct val="0"/>
              </a:spcBef>
              <a:spcAft>
                <a:spcPct val="0"/>
              </a:spcAft>
              <a:buClr>
                <a:schemeClr val="tx2"/>
              </a:buClr>
              <a:buSzPct val="89000"/>
              <a:buFont typeface="Arial" charset="0"/>
              <a:buChar char="-"/>
              <a:defRPr>
                <a:latin typeface="+mn-lt"/>
                <a:ea typeface="+mn-ea"/>
              </a:defRPr>
            </a:lvl8pPr>
            <a:lvl9pPr marL="2571925" indent="-130023" defTabSz="894305" fontAlgn="base">
              <a:spcBef>
                <a:spcPct val="0"/>
              </a:spcBef>
              <a:spcAft>
                <a:spcPct val="0"/>
              </a:spcAft>
              <a:buClr>
                <a:schemeClr val="tx2"/>
              </a:buClr>
              <a:buSzPct val="89000"/>
              <a:buFont typeface="Arial" charset="0"/>
              <a:buChar char="-"/>
              <a:defRPr>
                <a:latin typeface="+mn-lt"/>
                <a:ea typeface="+mn-ea"/>
              </a:defRPr>
            </a:lvl9pPr>
          </a:lstStyle>
          <a:p>
            <a:pPr marL="171450" marR="0" lvl="1" indent="-169863" algn="l" defTabSz="894305" rtl="0" eaLnBrk="0" fontAlgn="auto" latinLnBrk="0" hangingPunct="0">
              <a:lnSpc>
                <a:spcPct val="100000"/>
              </a:lnSpc>
              <a:spcBef>
                <a:spcPts val="0"/>
              </a:spcBef>
              <a:spcAft>
                <a:spcPts val="0"/>
              </a:spcAft>
              <a:buClrTx/>
              <a:buSzPct val="125000"/>
              <a:buFont typeface="Arial" charset="0"/>
              <a:buChar char="▪"/>
              <a:tabLst/>
              <a:defRPr/>
            </a:pPr>
            <a:r>
              <a:rPr kumimoji="0" lang="pt-BR" sz="1400" b="0" i="0" u="none" strike="noStrike" kern="1200" cap="none" spc="0" normalizeH="0" baseline="0" noProof="0">
                <a:ln>
                  <a:noFill/>
                </a:ln>
                <a:solidFill>
                  <a:srgbClr val="071C25"/>
                </a:solidFill>
                <a:effectLst/>
                <a:uLnTx/>
                <a:uFillTx/>
                <a:latin typeface="Arial"/>
                <a:ea typeface="+mn-ea"/>
                <a:cs typeface="+mn-cs"/>
              </a:rPr>
              <a:t>Conduzir a implementação das iniciativas</a:t>
            </a:r>
          </a:p>
        </p:txBody>
      </p:sp>
      <p:sp>
        <p:nvSpPr>
          <p:cNvPr id="98" name="Oval 98">
            <a:extLst>
              <a:ext uri="{FF2B5EF4-FFF2-40B4-BE49-F238E27FC236}">
                <a16:creationId xmlns:a16="http://schemas.microsoft.com/office/drawing/2014/main" id="{3899CC09-81A2-451E-810F-EB76CB24DD77}"/>
              </a:ext>
            </a:extLst>
          </p:cNvPr>
          <p:cNvSpPr>
            <a:spLocks noChangeArrowheads="1"/>
          </p:cNvSpPr>
          <p:nvPr>
            <p:custDataLst>
              <p:tags r:id="rId3"/>
            </p:custDataLst>
          </p:nvPr>
        </p:nvSpPr>
        <p:spPr bwMode="auto">
          <a:xfrm>
            <a:off x="1290929" y="1303602"/>
            <a:ext cx="360000" cy="360000"/>
          </a:xfrm>
          <a:prstGeom prst="ellipse">
            <a:avLst/>
          </a:prstGeom>
          <a:solidFill>
            <a:schemeClr val="tx2"/>
          </a:solidFill>
          <a:ln w="19050" cmpd="sng" algn="ctr">
            <a:noFill/>
            <a:round/>
            <a:headEnd type="none" w="lg" len="lg"/>
            <a:tailEnd type="none" w="lg" len="lg"/>
          </a:ln>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400" b="1" i="0" u="none" strike="noStrike" kern="1200" cap="none" spc="0" normalizeH="0" baseline="0" noProof="0">
                <a:ln>
                  <a:noFill/>
                </a:ln>
                <a:solidFill>
                  <a:prstClr val="white"/>
                </a:solidFill>
                <a:effectLst/>
                <a:uLnTx/>
                <a:uFillTx/>
                <a:latin typeface="Arial"/>
                <a:ea typeface="+mn-ea"/>
                <a:cs typeface="Arial" charset="0"/>
              </a:rPr>
              <a:t>A</a:t>
            </a:r>
          </a:p>
        </p:txBody>
      </p:sp>
      <p:sp>
        <p:nvSpPr>
          <p:cNvPr id="99" name="Oval 98">
            <a:extLst>
              <a:ext uri="{FF2B5EF4-FFF2-40B4-BE49-F238E27FC236}">
                <a16:creationId xmlns:a16="http://schemas.microsoft.com/office/drawing/2014/main" id="{07A69CD5-9610-4386-BB68-2F20CD772E8C}"/>
              </a:ext>
            </a:extLst>
          </p:cNvPr>
          <p:cNvSpPr>
            <a:spLocks noChangeArrowheads="1"/>
          </p:cNvSpPr>
          <p:nvPr>
            <p:custDataLst>
              <p:tags r:id="rId4"/>
            </p:custDataLst>
          </p:nvPr>
        </p:nvSpPr>
        <p:spPr bwMode="auto">
          <a:xfrm>
            <a:off x="4246730" y="5351977"/>
            <a:ext cx="360000" cy="360000"/>
          </a:xfrm>
          <a:prstGeom prst="ellipse">
            <a:avLst/>
          </a:prstGeom>
          <a:solidFill>
            <a:schemeClr val="tx2"/>
          </a:solidFill>
          <a:ln w="19050" cmpd="sng" algn="ctr">
            <a:noFill/>
            <a:round/>
            <a:headEnd type="none" w="lg" len="lg"/>
            <a:tailEnd type="none" w="lg" len="lg"/>
          </a:ln>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400" b="1" i="0" u="none" strike="noStrike" kern="1200" cap="none" spc="0" normalizeH="0" baseline="0" noProof="0">
                <a:ln>
                  <a:noFill/>
                </a:ln>
                <a:solidFill>
                  <a:prstClr val="white"/>
                </a:solidFill>
                <a:effectLst/>
                <a:uLnTx/>
                <a:uFillTx/>
                <a:latin typeface="Arial"/>
                <a:ea typeface="+mn-ea"/>
                <a:cs typeface="Arial" charset="0"/>
              </a:rPr>
              <a:t>C</a:t>
            </a:r>
          </a:p>
        </p:txBody>
      </p:sp>
      <p:sp>
        <p:nvSpPr>
          <p:cNvPr id="100" name="Oval 99">
            <a:extLst>
              <a:ext uri="{FF2B5EF4-FFF2-40B4-BE49-F238E27FC236}">
                <a16:creationId xmlns:a16="http://schemas.microsoft.com/office/drawing/2014/main" id="{C85732FC-A6EC-4191-BECD-59B1F999DFA4}"/>
              </a:ext>
            </a:extLst>
          </p:cNvPr>
          <p:cNvSpPr>
            <a:spLocks noChangeArrowheads="1"/>
          </p:cNvSpPr>
          <p:nvPr>
            <p:custDataLst>
              <p:tags r:id="rId5"/>
            </p:custDataLst>
          </p:nvPr>
        </p:nvSpPr>
        <p:spPr bwMode="auto">
          <a:xfrm>
            <a:off x="10577352" y="1324376"/>
            <a:ext cx="360000" cy="360000"/>
          </a:xfrm>
          <a:prstGeom prst="ellipse">
            <a:avLst/>
          </a:prstGeom>
          <a:solidFill>
            <a:schemeClr val="tx2"/>
          </a:solidFill>
          <a:ln w="19050" cmpd="sng" algn="ctr">
            <a:noFill/>
            <a:round/>
            <a:headEnd type="none" w="lg" len="lg"/>
            <a:tailEnd type="none" w="lg" len="lg"/>
          </a:ln>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400" b="1" i="0" u="none" strike="noStrike" kern="1200" cap="none" spc="0" normalizeH="0" baseline="0" noProof="0">
                <a:ln>
                  <a:noFill/>
                </a:ln>
                <a:solidFill>
                  <a:prstClr val="white"/>
                </a:solidFill>
                <a:effectLst/>
                <a:uLnTx/>
                <a:uFillTx/>
                <a:latin typeface="Arial"/>
                <a:ea typeface="+mn-ea"/>
                <a:cs typeface="Arial" charset="0"/>
              </a:rPr>
              <a:t>B</a:t>
            </a:r>
          </a:p>
        </p:txBody>
      </p:sp>
      <p:cxnSp>
        <p:nvCxnSpPr>
          <p:cNvPr id="63" name="Elbow Connector 44">
            <a:extLst>
              <a:ext uri="{FF2B5EF4-FFF2-40B4-BE49-F238E27FC236}">
                <a16:creationId xmlns:a16="http://schemas.microsoft.com/office/drawing/2014/main" id="{DAE1BC66-C774-4ADE-AA61-85327305609C}"/>
              </a:ext>
            </a:extLst>
          </p:cNvPr>
          <p:cNvCxnSpPr>
            <a:cxnSpLocks/>
            <a:stCxn id="80" idx="2"/>
            <a:endCxn id="62" idx="1"/>
          </p:cNvCxnSpPr>
          <p:nvPr/>
        </p:nvCxnSpPr>
        <p:spPr bwMode="auto">
          <a:xfrm rot="16200000" flipH="1">
            <a:off x="3406295" y="2397836"/>
            <a:ext cx="336396" cy="170408"/>
          </a:xfrm>
          <a:prstGeom prst="bentConnector2">
            <a:avLst/>
          </a:prstGeom>
          <a:solidFill>
            <a:schemeClr val="accent1"/>
          </a:solidFill>
          <a:ln w="19050" cap="flat" cmpd="sng" algn="ctr">
            <a:solidFill>
              <a:schemeClr val="accent6"/>
            </a:solidFill>
            <a:prstDash val="solid"/>
            <a:round/>
            <a:headEnd type="none" w="med" len="med"/>
            <a:tailEnd type="none" w="med" len="med"/>
          </a:ln>
          <a:effectLst/>
        </p:spPr>
      </p:cxnSp>
      <p:sp>
        <p:nvSpPr>
          <p:cNvPr id="62" name="Rectangle 29">
            <a:extLst>
              <a:ext uri="{FF2B5EF4-FFF2-40B4-BE49-F238E27FC236}">
                <a16:creationId xmlns:a16="http://schemas.microsoft.com/office/drawing/2014/main" id="{66AAF413-DD7C-45C6-A1DC-69E0C08FD97F}"/>
              </a:ext>
            </a:extLst>
          </p:cNvPr>
          <p:cNvSpPr>
            <a:spLocks noChangeArrowheads="1"/>
          </p:cNvSpPr>
          <p:nvPr/>
        </p:nvSpPr>
        <p:spPr bwMode="auto">
          <a:xfrm>
            <a:off x="3659697" y="2412595"/>
            <a:ext cx="1492095" cy="477286"/>
          </a:xfrm>
          <a:prstGeom prst="rect">
            <a:avLst/>
          </a:prstGeom>
          <a:solidFill>
            <a:schemeClr val="accent1"/>
          </a:solidFill>
          <a:ln w="9525" algn="ctr">
            <a:noFill/>
            <a:miter lim="800000"/>
            <a:headEnd type="none" w="lg" len="lg"/>
            <a:tailEnd type="none" w="lg" len="lg"/>
          </a:ln>
          <a:effectLst/>
        </p:spPr>
        <p:txBody>
          <a:bodyPr wrap="none" lIns="72000" tIns="55097" rIns="72000" bIns="55097" anchor="ctr" anchorCtr="1"/>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pt-BR" sz="1400" b="1" i="0" u="none" strike="noStrike" kern="1200" cap="none" spc="0" normalizeH="0" baseline="0" noProof="0">
                <a:ln>
                  <a:noFill/>
                </a:ln>
                <a:solidFill>
                  <a:sysClr val="windowText" lastClr="000000"/>
                </a:solidFill>
                <a:effectLst/>
                <a:uLnTx/>
                <a:uFillTx/>
                <a:latin typeface="Arial"/>
                <a:ea typeface="+mn-ea"/>
                <a:cs typeface="+mn-cs"/>
              </a:rPr>
              <a:t>Líder da</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pt-BR" sz="1400" b="1" i="0" u="none" strike="noStrike" kern="1200" cap="none" spc="0" normalizeH="0" baseline="0" noProof="0">
                <a:ln>
                  <a:noFill/>
                </a:ln>
                <a:solidFill>
                  <a:sysClr val="windowText" lastClr="000000"/>
                </a:solidFill>
                <a:effectLst/>
                <a:uLnTx/>
                <a:uFillTx/>
                <a:latin typeface="Arial"/>
                <a:ea typeface="+mn-ea"/>
                <a:cs typeface="+mn-cs"/>
              </a:rPr>
              <a:t> transformação</a:t>
            </a:r>
          </a:p>
        </p:txBody>
      </p:sp>
      <p:sp>
        <p:nvSpPr>
          <p:cNvPr id="72" name="Rectangle 230501">
            <a:extLst>
              <a:ext uri="{FF2B5EF4-FFF2-40B4-BE49-F238E27FC236}">
                <a16:creationId xmlns:a16="http://schemas.microsoft.com/office/drawing/2014/main" id="{19744587-85C9-411B-8E82-D5455E341030}"/>
              </a:ext>
            </a:extLst>
          </p:cNvPr>
          <p:cNvSpPr txBox="1"/>
          <p:nvPr/>
        </p:nvSpPr>
        <p:spPr>
          <a:xfrm>
            <a:off x="5322199" y="2435795"/>
            <a:ext cx="4356000" cy="4308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0" tIns="0" rIns="0" bIns="0" numCol="1" anchor="t" anchorCtr="0" compatLnSpc="1">
            <a:prstTxWarp prst="textNoShape">
              <a:avLst/>
            </a:prstTxWarp>
            <a:spAutoFit/>
          </a:bodyPr>
          <a:lstStyle>
            <a:lvl1pPr marL="342499" lvl="0" indent="-342499" defTabSz="894305" eaLnBrk="0" hangingPunct="0">
              <a:buClr>
                <a:schemeClr val="tx2"/>
              </a:buClr>
              <a:defRPr>
                <a:latin typeface="+mn-lt"/>
                <a:ea typeface="+mn-ea"/>
              </a:defRPr>
            </a:lvl1pPr>
            <a:lvl2pPr marL="193450" lvl="1" indent="-191865" defTabSz="894305" eaLnBrk="0" hangingPunct="0">
              <a:buClr>
                <a:schemeClr val="tx2"/>
              </a:buClr>
              <a:buSzPct val="125000"/>
              <a:buFont typeface="Arial" charset="0"/>
              <a:buChar char="▪"/>
              <a:defRPr>
                <a:latin typeface="+mn-lt"/>
                <a:ea typeface="+mn-ea"/>
              </a:defRPr>
            </a:lvl2pPr>
            <a:lvl3pPr marL="456661" lvl="2" indent="-261633" defTabSz="894305" eaLnBrk="0" hangingPunct="0">
              <a:buClr>
                <a:schemeClr val="tx2"/>
              </a:buClr>
              <a:buSzPct val="120000"/>
              <a:buFont typeface="Arial" charset="0"/>
              <a:buChar char="–"/>
              <a:defRPr>
                <a:latin typeface="+mn-lt"/>
                <a:ea typeface="+mn-ea"/>
              </a:defRPr>
            </a:lvl3pPr>
            <a:lvl4pPr marL="613648" lvl="3" indent="-155395" defTabSz="894305" eaLnBrk="0" hangingPunct="0">
              <a:buClr>
                <a:schemeClr val="tx2"/>
              </a:buClr>
              <a:buSzPct val="120000"/>
              <a:buFont typeface="Arial" charset="0"/>
              <a:buChar char="▫"/>
              <a:defRPr>
                <a:latin typeface="+mn-lt"/>
                <a:ea typeface="+mn-ea"/>
              </a:defRPr>
            </a:lvl4pPr>
            <a:lvl5pPr marL="745256" lvl="4" indent="-130023" defTabSz="894305" eaLnBrk="0" hangingPunct="0">
              <a:buClr>
                <a:schemeClr val="tx2"/>
              </a:buClr>
              <a:buSzPct val="89000"/>
              <a:buFont typeface="Arial" charset="0"/>
              <a:buChar char="-"/>
              <a:defRPr>
                <a:latin typeface="+mn-lt"/>
                <a:ea typeface="+mn-ea"/>
              </a:defRPr>
            </a:lvl5pPr>
            <a:lvl6pPr marL="1201923" indent="-130023" defTabSz="894305" fontAlgn="base">
              <a:spcBef>
                <a:spcPct val="0"/>
              </a:spcBef>
              <a:spcAft>
                <a:spcPct val="0"/>
              </a:spcAft>
              <a:buClr>
                <a:schemeClr val="tx2"/>
              </a:buClr>
              <a:buSzPct val="89000"/>
              <a:buFont typeface="Arial" charset="0"/>
              <a:buChar char="-"/>
              <a:defRPr>
                <a:latin typeface="+mn-lt"/>
                <a:ea typeface="+mn-ea"/>
              </a:defRPr>
            </a:lvl6pPr>
            <a:lvl7pPr marL="1658591" indent="-130023" defTabSz="894305" fontAlgn="base">
              <a:spcBef>
                <a:spcPct val="0"/>
              </a:spcBef>
              <a:spcAft>
                <a:spcPct val="0"/>
              </a:spcAft>
              <a:buClr>
                <a:schemeClr val="tx2"/>
              </a:buClr>
              <a:buSzPct val="89000"/>
              <a:buFont typeface="Arial" charset="0"/>
              <a:buChar char="-"/>
              <a:defRPr>
                <a:latin typeface="+mn-lt"/>
                <a:ea typeface="+mn-ea"/>
              </a:defRPr>
            </a:lvl7pPr>
            <a:lvl8pPr marL="2115257" indent="-130023" defTabSz="894305" fontAlgn="base">
              <a:spcBef>
                <a:spcPct val="0"/>
              </a:spcBef>
              <a:spcAft>
                <a:spcPct val="0"/>
              </a:spcAft>
              <a:buClr>
                <a:schemeClr val="tx2"/>
              </a:buClr>
              <a:buSzPct val="89000"/>
              <a:buFont typeface="Arial" charset="0"/>
              <a:buChar char="-"/>
              <a:defRPr>
                <a:latin typeface="+mn-lt"/>
                <a:ea typeface="+mn-ea"/>
              </a:defRPr>
            </a:lvl8pPr>
            <a:lvl9pPr marL="2571925" indent="-130023" defTabSz="894305" fontAlgn="base">
              <a:spcBef>
                <a:spcPct val="0"/>
              </a:spcBef>
              <a:spcAft>
                <a:spcPct val="0"/>
              </a:spcAft>
              <a:buClr>
                <a:schemeClr val="tx2"/>
              </a:buClr>
              <a:buSzPct val="89000"/>
              <a:buFont typeface="Arial" charset="0"/>
              <a:buChar char="-"/>
              <a:defRPr>
                <a:latin typeface="+mn-lt"/>
                <a:ea typeface="+mn-ea"/>
              </a:defRPr>
            </a:lvl9pPr>
          </a:lstStyle>
          <a:p>
            <a:pPr marL="171450" marR="0" lvl="1" indent="-169863" algn="l" defTabSz="894305" rtl="0" eaLnBrk="0" fontAlgn="auto" latinLnBrk="0" hangingPunct="0">
              <a:lnSpc>
                <a:spcPct val="100000"/>
              </a:lnSpc>
              <a:spcBef>
                <a:spcPts val="0"/>
              </a:spcBef>
              <a:spcAft>
                <a:spcPts val="0"/>
              </a:spcAft>
              <a:buClrTx/>
              <a:buSzPct val="125000"/>
              <a:buFont typeface="Arial" charset="0"/>
              <a:buChar char="▪"/>
              <a:tabLst/>
              <a:defRPr/>
            </a:pPr>
            <a:r>
              <a:rPr kumimoji="0" lang="pt-BR" sz="1400" b="0" i="0" u="none" strike="noStrike" kern="1200" cap="none" spc="0" normalizeH="0" baseline="0" noProof="0">
                <a:ln>
                  <a:noFill/>
                </a:ln>
                <a:solidFill>
                  <a:srgbClr val="071C25"/>
                </a:solidFill>
                <a:effectLst/>
                <a:uLnTx/>
                <a:uFillTx/>
                <a:latin typeface="Arial"/>
                <a:ea typeface="+mn-ea"/>
                <a:cs typeface="+mn-cs"/>
              </a:rPr>
              <a:t>Direcionar/validar o trabalho dos Grupos de Trabalho</a:t>
            </a:r>
          </a:p>
          <a:p>
            <a:pPr marL="171450" marR="0" lvl="1" indent="-169863" algn="l" defTabSz="894305" rtl="0" eaLnBrk="0" fontAlgn="auto" latinLnBrk="0" hangingPunct="0">
              <a:lnSpc>
                <a:spcPct val="100000"/>
              </a:lnSpc>
              <a:spcBef>
                <a:spcPts val="0"/>
              </a:spcBef>
              <a:spcAft>
                <a:spcPts val="0"/>
              </a:spcAft>
              <a:buClrTx/>
              <a:buSzPct val="125000"/>
              <a:buFont typeface="Arial" charset="0"/>
              <a:buChar char="▪"/>
              <a:tabLst/>
              <a:defRPr/>
            </a:pPr>
            <a:r>
              <a:rPr kumimoji="0" lang="pt-BR" sz="1400" b="0" i="0" u="none" strike="noStrike" kern="1200" cap="none" spc="0" normalizeH="0" baseline="0" noProof="0">
                <a:ln>
                  <a:noFill/>
                </a:ln>
                <a:solidFill>
                  <a:srgbClr val="071C25"/>
                </a:solidFill>
                <a:effectLst/>
                <a:uLnTx/>
                <a:uFillTx/>
                <a:latin typeface="Arial"/>
                <a:ea typeface="+mn-ea"/>
                <a:cs typeface="+mn-cs"/>
              </a:rPr>
              <a:t>Monitorar e antecipar riscos e problemas</a:t>
            </a:r>
          </a:p>
        </p:txBody>
      </p:sp>
      <p:grpSp>
        <p:nvGrpSpPr>
          <p:cNvPr id="102" name="Group 8">
            <a:extLst>
              <a:ext uri="{FF2B5EF4-FFF2-40B4-BE49-F238E27FC236}">
                <a16:creationId xmlns:a16="http://schemas.microsoft.com/office/drawing/2014/main" id="{B3973036-B3BE-4718-A240-50B71CABC8C9}"/>
              </a:ext>
            </a:extLst>
          </p:cNvPr>
          <p:cNvGrpSpPr/>
          <p:nvPr/>
        </p:nvGrpSpPr>
        <p:grpSpPr>
          <a:xfrm>
            <a:off x="10589274" y="628364"/>
            <a:ext cx="1375185" cy="212366"/>
            <a:chOff x="7579483" y="859795"/>
            <a:chExt cx="1375185" cy="212366"/>
          </a:xfrm>
        </p:grpSpPr>
        <p:sp>
          <p:nvSpPr>
            <p:cNvPr id="103" name="StickerRectangle">
              <a:extLst>
                <a:ext uri="{FF2B5EF4-FFF2-40B4-BE49-F238E27FC236}">
                  <a16:creationId xmlns:a16="http://schemas.microsoft.com/office/drawing/2014/main" id="{A68ABB4B-6B09-4948-9261-DE5BD4ACA33D}"/>
                </a:ext>
              </a:extLst>
            </p:cNvPr>
            <p:cNvSpPr>
              <a:spLocks noChangeArrowheads="1"/>
            </p:cNvSpPr>
            <p:nvPr/>
          </p:nvSpPr>
          <p:spPr bwMode="auto">
            <a:xfrm>
              <a:off x="7579483" y="859795"/>
              <a:ext cx="1375185" cy="212366"/>
            </a:xfrm>
            <a:prstGeom prst="leftRightArrow">
              <a:avLst>
                <a:gd name="adj1" fmla="val 100000"/>
                <a:gd name="adj2" fmla="val 0"/>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27432" tIns="0" rIns="0" bIns="27432">
              <a:spAutoFit/>
            </a:bodyPr>
            <a:lstStyle/>
            <a:p>
              <a:pPr marL="0" marR="0" lvl="0" indent="0" algn="r" defTabSz="895350" rtl="0" eaLnBrk="1" fontAlgn="auto" latinLnBrk="0" hangingPunct="1">
                <a:lnSpc>
                  <a:spcPct val="100000"/>
                </a:lnSpc>
                <a:spcBef>
                  <a:spcPts val="0"/>
                </a:spcBef>
                <a:spcAft>
                  <a:spcPts val="0"/>
                </a:spcAft>
                <a:buClr>
                  <a:srgbClr val="020E66"/>
                </a:buClr>
                <a:buSzTx/>
                <a:buFontTx/>
                <a:buNone/>
                <a:tabLst/>
                <a:defRPr/>
              </a:pPr>
              <a:r>
                <a:rPr kumimoji="0" lang="pt-BR" sz="1200" b="0" i="0" u="none" strike="noStrike" kern="1200" cap="none" spc="0" normalizeH="0" baseline="0" noProof="0">
                  <a:ln>
                    <a:noFill/>
                  </a:ln>
                  <a:solidFill>
                    <a:srgbClr val="7F7F7F"/>
                  </a:solidFill>
                  <a:effectLst/>
                  <a:uLnTx/>
                  <a:uFillTx/>
                  <a:latin typeface="Arial"/>
                  <a:ea typeface="+mn-ea"/>
                  <a:cs typeface="+mn-cs"/>
                </a:rPr>
                <a:t>PARA DISCUSSÃO</a:t>
              </a:r>
            </a:p>
          </p:txBody>
        </p:sp>
        <p:cxnSp>
          <p:nvCxnSpPr>
            <p:cNvPr id="104" name="AutoShape 31">
              <a:extLst>
                <a:ext uri="{FF2B5EF4-FFF2-40B4-BE49-F238E27FC236}">
                  <a16:creationId xmlns:a16="http://schemas.microsoft.com/office/drawing/2014/main" id="{01299D3F-470B-480F-88A8-88EE4354FE09}"/>
                </a:ext>
              </a:extLst>
            </p:cNvPr>
            <p:cNvCxnSpPr>
              <a:cxnSpLocks noChangeShapeType="1"/>
              <a:stCxn id="103" idx="2"/>
              <a:endCxn id="103" idx="4"/>
            </p:cNvCxnSpPr>
            <p:nvPr/>
          </p:nvCxnSpPr>
          <p:spPr bwMode="auto">
            <a:xfrm>
              <a:off x="7579483" y="859795"/>
              <a:ext cx="0" cy="212366"/>
            </a:xfrm>
            <a:prstGeom prst="straightConnector1">
              <a:avLst/>
            </a:prstGeom>
            <a:noFill/>
            <a:ln w="9525">
              <a:solidFill>
                <a:schemeClr val="accent6">
                  <a:lumMod val="75000"/>
                </a:schemeClr>
              </a:solidFill>
              <a:round/>
              <a:headEnd/>
              <a:tailEnd/>
            </a:ln>
            <a:extLst>
              <a:ext uri="{909E8E84-426E-40dd-AFC4-6F175D3DCCD1}">
                <a14:hiddenFill xmlns:a14="http://schemas.microsoft.com/office/drawing/2010/main" xmlns="">
                  <a:noFill/>
                </a14:hiddenFill>
              </a:ext>
            </a:extLst>
          </p:spPr>
        </p:cxnSp>
        <p:cxnSp>
          <p:nvCxnSpPr>
            <p:cNvPr id="105" name="AutoShape 32">
              <a:extLst>
                <a:ext uri="{FF2B5EF4-FFF2-40B4-BE49-F238E27FC236}">
                  <a16:creationId xmlns:a16="http://schemas.microsoft.com/office/drawing/2014/main" id="{09DEA484-B2ED-479B-AAEE-317ED6386871}"/>
                </a:ext>
              </a:extLst>
            </p:cNvPr>
            <p:cNvCxnSpPr>
              <a:cxnSpLocks noChangeShapeType="1"/>
              <a:stCxn id="103" idx="4"/>
              <a:endCxn id="103" idx="6"/>
            </p:cNvCxnSpPr>
            <p:nvPr/>
          </p:nvCxnSpPr>
          <p:spPr bwMode="auto">
            <a:xfrm>
              <a:off x="7579483" y="1072161"/>
              <a:ext cx="1375185" cy="0"/>
            </a:xfrm>
            <a:prstGeom prst="straightConnector1">
              <a:avLst/>
            </a:prstGeom>
            <a:noFill/>
            <a:ln w="25400">
              <a:solidFill>
                <a:schemeClr val="accent6">
                  <a:lumMod val="75000"/>
                </a:schemeClr>
              </a:solidFill>
              <a:round/>
              <a:headEnd/>
              <a:tailEnd/>
            </a:ln>
            <a:extLst>
              <a:ext uri="{909E8E84-426E-40dd-AFC4-6F175D3DCCD1}">
                <a14:hiddenFill xmlns:a14="http://schemas.microsoft.com/office/drawing/2010/main" xmlns="">
                  <a:noFill/>
                </a14:hiddenFill>
              </a:ext>
            </a:extLst>
          </p:spPr>
        </p:cxnSp>
      </p:grpSp>
      <p:sp>
        <p:nvSpPr>
          <p:cNvPr id="5" name="Retângulo 4">
            <a:extLst>
              <a:ext uri="{FF2B5EF4-FFF2-40B4-BE49-F238E27FC236}">
                <a16:creationId xmlns:a16="http://schemas.microsoft.com/office/drawing/2014/main" id="{362B565B-3181-FDDE-D198-7073610389B1}"/>
              </a:ext>
            </a:extLst>
          </p:cNvPr>
          <p:cNvSpPr/>
          <p:nvPr/>
        </p:nvSpPr>
        <p:spPr>
          <a:xfrm>
            <a:off x="0" y="5833640"/>
            <a:ext cx="12192000" cy="576000"/>
          </a:xfrm>
          <a:prstGeom prst="rect">
            <a:avLst/>
          </a:prstGeom>
          <a:solidFill>
            <a:schemeClr val="tx2"/>
          </a:solidFill>
          <a:ln w="12700">
            <a:noFill/>
            <a:miter lim="400000"/>
          </a:ln>
          <a:effectLst/>
        </p:spPr>
        <p:txBody>
          <a:bodyPr lIns="720000" tIns="108000" rIns="720000" bIns="108000" rtlCol="0"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400" b="1" i="0" u="none" strike="noStrike" kern="1200" cap="none" spc="0" normalizeH="0" baseline="0" noProof="0">
                <a:ln>
                  <a:noFill/>
                </a:ln>
                <a:solidFill>
                  <a:prstClr val="white"/>
                </a:solidFill>
                <a:effectLst/>
                <a:uLnTx/>
                <a:uFillTx/>
                <a:latin typeface="Arial"/>
                <a:ea typeface="+mn-ea"/>
                <a:cs typeface="+mn-cs"/>
              </a:rPr>
              <a:t>Durante o projeto, iremos avaliar se uma nova governança deve ser criada ou se podemos alavancar governança existente na Morro Verde</a:t>
            </a:r>
          </a:p>
        </p:txBody>
      </p:sp>
    </p:spTree>
    <p:extLst>
      <p:ext uri="{BB962C8B-B14F-4D97-AF65-F5344CB8AC3E}">
        <p14:creationId xmlns:p14="http://schemas.microsoft.com/office/powerpoint/2010/main" val="179402471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41" name="Object 40" hidden="1">
            <a:extLst>
              <a:ext uri="{FF2B5EF4-FFF2-40B4-BE49-F238E27FC236}">
                <a16:creationId xmlns:a16="http://schemas.microsoft.com/office/drawing/2014/main" id="{4CDBDB20-DC82-4D5C-904B-0A8A45F8D7BD}"/>
              </a:ext>
            </a:extLst>
          </p:cNvPr>
          <p:cNvGraphicFramePr>
            <a:graphicFrameLocks noChangeAspect="1"/>
          </p:cNvGraphicFramePr>
          <p:nvPr>
            <p:custDataLst>
              <p:tags r:id="rId1"/>
            </p:custDataLst>
          </p:nvPr>
        </p:nvGraphicFramePr>
        <p:xfrm>
          <a:off x="1525588" y="1588"/>
          <a:ext cx="1588" cy="1588"/>
        </p:xfrm>
        <a:graphic>
          <a:graphicData uri="http://schemas.openxmlformats.org/presentationml/2006/ole">
            <mc:AlternateContent xmlns:mc="http://schemas.openxmlformats.org/markup-compatibility/2006">
              <mc:Choice xmlns:v="urn:schemas-microsoft-com:vml" Requires="v">
                <p:oleObj name="Slide do think-cell" r:id="rId5" imgW="421" imgH="423" progId="TCLayout.ActiveDocument.1">
                  <p:embed/>
                </p:oleObj>
              </mc:Choice>
              <mc:Fallback>
                <p:oleObj name="Slide do think-cell" r:id="rId5" imgW="421" imgH="423" progId="TCLayout.ActiveDocument.1">
                  <p:embed/>
                  <p:pic>
                    <p:nvPicPr>
                      <p:cNvPr id="41" name="Object 40" hidden="1">
                        <a:extLst>
                          <a:ext uri="{FF2B5EF4-FFF2-40B4-BE49-F238E27FC236}">
                            <a16:creationId xmlns:a16="http://schemas.microsoft.com/office/drawing/2014/main" id="{4CDBDB20-DC82-4D5C-904B-0A8A45F8D7BD}"/>
                          </a:ext>
                        </a:extLst>
                      </p:cNvPr>
                      <p:cNvPicPr/>
                      <p:nvPr/>
                    </p:nvPicPr>
                    <p:blipFill>
                      <a:blip r:embed="rId6"/>
                      <a:stretch>
                        <a:fillRect/>
                      </a:stretch>
                    </p:blipFill>
                    <p:spPr>
                      <a:xfrm>
                        <a:off x="1525588" y="1588"/>
                        <a:ext cx="1588" cy="1588"/>
                      </a:xfrm>
                      <a:prstGeom prst="rect">
                        <a:avLst/>
                      </a:prstGeom>
                    </p:spPr>
                  </p:pic>
                </p:oleObj>
              </mc:Fallback>
            </mc:AlternateContent>
          </a:graphicData>
        </a:graphic>
      </p:graphicFrame>
      <p:sp>
        <p:nvSpPr>
          <p:cNvPr id="40" name="Rectangle 39" hidden="1">
            <a:extLst>
              <a:ext uri="{FF2B5EF4-FFF2-40B4-BE49-F238E27FC236}">
                <a16:creationId xmlns:a16="http://schemas.microsoft.com/office/drawing/2014/main" id="{1B93AEE3-57FB-4751-BA4B-23B2115FB2D2}"/>
              </a:ext>
            </a:extLst>
          </p:cNvPr>
          <p:cNvSpPr/>
          <p:nvPr>
            <p:custDataLst>
              <p:tags r:id="rId2"/>
            </p:custDataLst>
          </p:nvPr>
        </p:nvSpPr>
        <p:spPr>
          <a:xfrm>
            <a:off x="1524000" y="0"/>
            <a:ext cx="158750" cy="158750"/>
          </a:xfrm>
          <a:prstGeom prst="rect">
            <a:avLst/>
          </a:prstGeom>
          <a:solidFill>
            <a:schemeClr val="accent2"/>
          </a:solidFill>
          <a:ln w="19050">
            <a:solidFill>
              <a:schemeClr val="accent2"/>
            </a:solidFill>
            <a:miter lim="400000"/>
          </a:ln>
          <a:effectLst/>
        </p:spPr>
        <p:txBody>
          <a:bodyPr vert="horz" wrap="none" lIns="0" tIns="0" rIns="0" bIns="0" numCol="1" spcCol="0" rtlCol="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tabLst/>
              <a:defRPr/>
            </a:pPr>
            <a:endParaRPr kumimoji="0" lang="pt-BR" sz="2000" b="1" i="0" u="none" strike="noStrike" kern="1200" cap="none" spc="0" normalizeH="0" baseline="0" noProof="0">
              <a:ln>
                <a:noFill/>
              </a:ln>
              <a:solidFill>
                <a:prstClr val="white"/>
              </a:solidFill>
              <a:effectLst/>
              <a:uLnTx/>
              <a:uFillTx/>
              <a:latin typeface="Arial" panose="020B0604020202020204" pitchFamily="34" charset="0"/>
              <a:ea typeface="+mn-ea"/>
              <a:cs typeface="+mn-cs"/>
              <a:sym typeface="Arial" panose="020B0604020202020204" pitchFamily="34" charset="0"/>
            </a:endParaRPr>
          </a:p>
        </p:txBody>
      </p:sp>
      <p:sp>
        <p:nvSpPr>
          <p:cNvPr id="5" name="Título 4"/>
          <p:cNvSpPr>
            <a:spLocks noGrp="1"/>
          </p:cNvSpPr>
          <p:nvPr>
            <p:ph type="title"/>
          </p:nvPr>
        </p:nvSpPr>
        <p:spPr/>
        <p:txBody>
          <a:bodyPr vert="horz"/>
          <a:lstStyle/>
          <a:p>
            <a:r>
              <a:rPr lang="pt-BR">
                <a:latin typeface="+mj-lt"/>
              </a:rPr>
              <a:t>Para esta implementação ser bem sucedida, a gestão da mudança deverá envolver quatro dimensões</a:t>
            </a:r>
          </a:p>
        </p:txBody>
      </p:sp>
      <p:sp>
        <p:nvSpPr>
          <p:cNvPr id="3" name="Text Placeholder 2"/>
          <p:cNvSpPr>
            <a:spLocks noGrp="1"/>
          </p:cNvSpPr>
          <p:nvPr>
            <p:ph type="body" sz="quarter" idx="15"/>
          </p:nvPr>
        </p:nvSpPr>
        <p:spPr/>
        <p:txBody>
          <a:bodyPr/>
          <a:lstStyle/>
          <a:p>
            <a:r>
              <a:rPr lang="pt-BR">
                <a:latin typeface="+mj-lt"/>
              </a:rPr>
              <a:t>Fonte: Mirow &amp; Co.</a:t>
            </a:r>
          </a:p>
        </p:txBody>
      </p:sp>
      <p:grpSp>
        <p:nvGrpSpPr>
          <p:cNvPr id="2" name="Agrupar 1">
            <a:extLst>
              <a:ext uri="{FF2B5EF4-FFF2-40B4-BE49-F238E27FC236}">
                <a16:creationId xmlns:a16="http://schemas.microsoft.com/office/drawing/2014/main" id="{4D0EA2E1-0F51-795F-4E47-9AFE68D908E6}"/>
              </a:ext>
            </a:extLst>
          </p:cNvPr>
          <p:cNvGrpSpPr/>
          <p:nvPr/>
        </p:nvGrpSpPr>
        <p:grpSpPr>
          <a:xfrm>
            <a:off x="353256" y="1188011"/>
            <a:ext cx="11485488" cy="4981300"/>
            <a:chOff x="353256" y="975778"/>
            <a:chExt cx="11485488" cy="4981300"/>
          </a:xfrm>
        </p:grpSpPr>
        <p:cxnSp>
          <p:nvCxnSpPr>
            <p:cNvPr id="48" name="Elbow Connector 56">
              <a:extLst>
                <a:ext uri="{FF2B5EF4-FFF2-40B4-BE49-F238E27FC236}">
                  <a16:creationId xmlns:a16="http://schemas.microsoft.com/office/drawing/2014/main" id="{B06D1377-C5CA-454C-ADFF-252725419B4D}"/>
                </a:ext>
              </a:extLst>
            </p:cNvPr>
            <p:cNvCxnSpPr>
              <a:cxnSpLocks/>
              <a:stCxn id="38" idx="2"/>
              <a:endCxn id="46" idx="1"/>
            </p:cNvCxnSpPr>
            <p:nvPr/>
          </p:nvCxnSpPr>
          <p:spPr>
            <a:xfrm rot="16200000" flipH="1">
              <a:off x="6830410" y="3686055"/>
              <a:ext cx="1162724" cy="981477"/>
            </a:xfrm>
            <a:prstGeom prst="bentConnector2">
              <a:avLst/>
            </a:prstGeom>
            <a:ln w="19050">
              <a:solidFill>
                <a:schemeClr val="bg1">
                  <a:lumMod val="65000"/>
                </a:schemeClr>
              </a:solidFill>
              <a:prstDash val="dash"/>
              <a:headEnd type="oval"/>
              <a:tailEnd type="oval"/>
            </a:ln>
          </p:spPr>
          <p:style>
            <a:lnRef idx="1">
              <a:schemeClr val="accent1"/>
            </a:lnRef>
            <a:fillRef idx="0">
              <a:schemeClr val="accent1"/>
            </a:fillRef>
            <a:effectRef idx="0">
              <a:schemeClr val="accent1"/>
            </a:effectRef>
            <a:fontRef idx="minor">
              <a:schemeClr val="tx1"/>
            </a:fontRef>
          </p:style>
        </p:cxnSp>
        <p:grpSp>
          <p:nvGrpSpPr>
            <p:cNvPr id="31" name="Group 6">
              <a:extLst>
                <a:ext uri="{FF2B5EF4-FFF2-40B4-BE49-F238E27FC236}">
                  <a16:creationId xmlns:a16="http://schemas.microsoft.com/office/drawing/2014/main" id="{F317A75B-7DF9-4D7B-97E2-B0AE2174BFE9}"/>
                </a:ext>
              </a:extLst>
            </p:cNvPr>
            <p:cNvGrpSpPr/>
            <p:nvPr/>
          </p:nvGrpSpPr>
          <p:grpSpPr>
            <a:xfrm>
              <a:off x="3600653" y="1252846"/>
              <a:ext cx="4165187" cy="4157525"/>
              <a:chOff x="3024758" y="1786975"/>
              <a:chExt cx="3152135" cy="3146335"/>
            </a:xfrm>
          </p:grpSpPr>
          <p:sp>
            <p:nvSpPr>
              <p:cNvPr id="32" name="Rounded Rectangle 1">
                <a:extLst>
                  <a:ext uri="{FF2B5EF4-FFF2-40B4-BE49-F238E27FC236}">
                    <a16:creationId xmlns:a16="http://schemas.microsoft.com/office/drawing/2014/main" id="{A2E8216C-7CAD-4D15-9175-EB2136563D33}"/>
                  </a:ext>
                </a:extLst>
              </p:cNvPr>
              <p:cNvSpPr/>
              <p:nvPr/>
            </p:nvSpPr>
            <p:spPr>
              <a:xfrm rot="18900000">
                <a:off x="3024758" y="2459374"/>
                <a:ext cx="1303526" cy="1772730"/>
              </a:xfrm>
              <a:custGeom>
                <a:avLst/>
                <a:gdLst/>
                <a:ahLst/>
                <a:cxnLst/>
                <a:rect l="l" t="t" r="r" b="b"/>
                <a:pathLst>
                  <a:path w="2232248" h="3035746">
                    <a:moveTo>
                      <a:pt x="1116124" y="0"/>
                    </a:moveTo>
                    <a:cubicBezTo>
                      <a:pt x="1235431" y="0"/>
                      <a:pt x="1332148" y="96717"/>
                      <a:pt x="1332148" y="216024"/>
                    </a:cubicBezTo>
                    <a:cubicBezTo>
                      <a:pt x="1332148" y="302035"/>
                      <a:pt x="1281882" y="376305"/>
                      <a:pt x="1208401" y="409550"/>
                    </a:cubicBezTo>
                    <a:lnTo>
                      <a:pt x="2117377" y="409550"/>
                    </a:lnTo>
                    <a:cubicBezTo>
                      <a:pt x="2180819" y="409550"/>
                      <a:pt x="2232248" y="460979"/>
                      <a:pt x="2232248" y="524421"/>
                    </a:cubicBezTo>
                    <a:lnTo>
                      <a:pt x="2232248" y="1427051"/>
                    </a:lnTo>
                    <a:cubicBezTo>
                      <a:pt x="2198347" y="1358145"/>
                      <a:pt x="2126925" y="1312317"/>
                      <a:pt x="2044799" y="1312317"/>
                    </a:cubicBezTo>
                    <a:cubicBezTo>
                      <a:pt x="1925492" y="1312317"/>
                      <a:pt x="1828775" y="1409034"/>
                      <a:pt x="1828775" y="1528341"/>
                    </a:cubicBezTo>
                    <a:cubicBezTo>
                      <a:pt x="1828775" y="1647648"/>
                      <a:pt x="1925492" y="1744365"/>
                      <a:pt x="2044799" y="1744365"/>
                    </a:cubicBezTo>
                    <a:cubicBezTo>
                      <a:pt x="2126925" y="1744365"/>
                      <a:pt x="2198347" y="1698537"/>
                      <a:pt x="2232248" y="1629631"/>
                    </a:cubicBezTo>
                    <a:lnTo>
                      <a:pt x="2232248" y="2526927"/>
                    </a:lnTo>
                    <a:cubicBezTo>
                      <a:pt x="2232248" y="2590369"/>
                      <a:pt x="2180819" y="2641798"/>
                      <a:pt x="2117377" y="2641798"/>
                    </a:cubicBezTo>
                    <a:lnTo>
                      <a:pt x="1231541" y="2641798"/>
                    </a:lnTo>
                    <a:cubicBezTo>
                      <a:pt x="1292961" y="2676990"/>
                      <a:pt x="1332148" y="2743780"/>
                      <a:pt x="1332148" y="2819722"/>
                    </a:cubicBezTo>
                    <a:cubicBezTo>
                      <a:pt x="1332148" y="2939029"/>
                      <a:pt x="1235431" y="3035746"/>
                      <a:pt x="1116124" y="3035746"/>
                    </a:cubicBezTo>
                    <a:cubicBezTo>
                      <a:pt x="996817" y="3035746"/>
                      <a:pt x="900100" y="2939029"/>
                      <a:pt x="900100" y="2819722"/>
                    </a:cubicBezTo>
                    <a:cubicBezTo>
                      <a:pt x="900100" y="2743780"/>
                      <a:pt x="939287" y="2676990"/>
                      <a:pt x="1000707" y="2641798"/>
                    </a:cubicBezTo>
                    <a:lnTo>
                      <a:pt x="114871" y="2641798"/>
                    </a:lnTo>
                    <a:cubicBezTo>
                      <a:pt x="51429" y="2641798"/>
                      <a:pt x="0" y="2590369"/>
                      <a:pt x="0" y="2526927"/>
                    </a:cubicBezTo>
                    <a:lnTo>
                      <a:pt x="0" y="1632323"/>
                    </a:lnTo>
                    <a:cubicBezTo>
                      <a:pt x="35192" y="1693743"/>
                      <a:pt x="101981" y="1732930"/>
                      <a:pt x="177924" y="1732930"/>
                    </a:cubicBezTo>
                    <a:cubicBezTo>
                      <a:pt x="297231" y="1732930"/>
                      <a:pt x="393948" y="1636213"/>
                      <a:pt x="393948" y="1516906"/>
                    </a:cubicBezTo>
                    <a:cubicBezTo>
                      <a:pt x="393948" y="1397599"/>
                      <a:pt x="297231" y="1300882"/>
                      <a:pt x="177924" y="1300882"/>
                    </a:cubicBezTo>
                    <a:cubicBezTo>
                      <a:pt x="101981" y="1300882"/>
                      <a:pt x="35192" y="1340069"/>
                      <a:pt x="0" y="1401489"/>
                    </a:cubicBezTo>
                    <a:lnTo>
                      <a:pt x="0" y="524421"/>
                    </a:lnTo>
                    <a:cubicBezTo>
                      <a:pt x="0" y="460979"/>
                      <a:pt x="51429" y="409550"/>
                      <a:pt x="114871" y="409550"/>
                    </a:cubicBezTo>
                    <a:lnTo>
                      <a:pt x="1023848" y="409550"/>
                    </a:lnTo>
                    <a:cubicBezTo>
                      <a:pt x="950367" y="376305"/>
                      <a:pt x="900100" y="302035"/>
                      <a:pt x="900100" y="216024"/>
                    </a:cubicBezTo>
                    <a:cubicBezTo>
                      <a:pt x="900100" y="96717"/>
                      <a:pt x="996817" y="0"/>
                      <a:pt x="1116124" y="0"/>
                    </a:cubicBezTo>
                    <a:close/>
                  </a:path>
                </a:pathLst>
              </a:custGeom>
              <a:solidFill>
                <a:schemeClr val="accent2"/>
              </a:solidFill>
              <a:ln w="6350">
                <a:gradFill>
                  <a:gsLst>
                    <a:gs pos="0">
                      <a:schemeClr val="bg1"/>
                    </a:gs>
                    <a:gs pos="100000">
                      <a:schemeClr val="accent1">
                        <a:tint val="23500"/>
                        <a:satMod val="160000"/>
                        <a:alpha val="0"/>
                      </a:schemeClr>
                    </a:gs>
                  </a:gsLst>
                  <a:lin ang="11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altLang="ko-KR" sz="1500" b="0" i="0" u="none" strike="noStrike" kern="1200" cap="none" spc="0" normalizeH="0" baseline="0" noProof="0">
                  <a:ln>
                    <a:noFill/>
                  </a:ln>
                  <a:solidFill>
                    <a:srgbClr val="071C25">
                      <a:lumMod val="65000"/>
                      <a:lumOff val="35000"/>
                    </a:srgbClr>
                  </a:solidFill>
                  <a:effectLst/>
                  <a:uLnTx/>
                  <a:uFillTx/>
                  <a:latin typeface="Arial"/>
                  <a:ea typeface="굴림" panose="020B0600000101010101" pitchFamily="34" charset="-127"/>
                  <a:cs typeface="+mn-cs"/>
                </a:endParaRPr>
              </a:p>
            </p:txBody>
          </p:sp>
          <p:sp>
            <p:nvSpPr>
              <p:cNvPr id="33" name="Rounded Rectangle 1">
                <a:extLst>
                  <a:ext uri="{FF2B5EF4-FFF2-40B4-BE49-F238E27FC236}">
                    <a16:creationId xmlns:a16="http://schemas.microsoft.com/office/drawing/2014/main" id="{A1BADD56-6AC9-435F-B116-B7E4B7023B49}"/>
                  </a:ext>
                </a:extLst>
              </p:cNvPr>
              <p:cNvSpPr/>
              <p:nvPr/>
            </p:nvSpPr>
            <p:spPr>
              <a:xfrm rot="13500000">
                <a:off x="3942596" y="1552373"/>
                <a:ext cx="1303526" cy="1772730"/>
              </a:xfrm>
              <a:custGeom>
                <a:avLst/>
                <a:gdLst/>
                <a:ahLst/>
                <a:cxnLst/>
                <a:rect l="l" t="t" r="r" b="b"/>
                <a:pathLst>
                  <a:path w="2232248" h="3035746">
                    <a:moveTo>
                      <a:pt x="1116124" y="0"/>
                    </a:moveTo>
                    <a:cubicBezTo>
                      <a:pt x="1235431" y="0"/>
                      <a:pt x="1332148" y="96717"/>
                      <a:pt x="1332148" y="216024"/>
                    </a:cubicBezTo>
                    <a:cubicBezTo>
                      <a:pt x="1332148" y="302035"/>
                      <a:pt x="1281882" y="376305"/>
                      <a:pt x="1208401" y="409550"/>
                    </a:cubicBezTo>
                    <a:lnTo>
                      <a:pt x="2117377" y="409550"/>
                    </a:lnTo>
                    <a:cubicBezTo>
                      <a:pt x="2180819" y="409550"/>
                      <a:pt x="2232248" y="460979"/>
                      <a:pt x="2232248" y="524421"/>
                    </a:cubicBezTo>
                    <a:lnTo>
                      <a:pt x="2232248" y="1427051"/>
                    </a:lnTo>
                    <a:cubicBezTo>
                      <a:pt x="2198347" y="1358145"/>
                      <a:pt x="2126925" y="1312317"/>
                      <a:pt x="2044799" y="1312317"/>
                    </a:cubicBezTo>
                    <a:cubicBezTo>
                      <a:pt x="1925492" y="1312317"/>
                      <a:pt x="1828775" y="1409034"/>
                      <a:pt x="1828775" y="1528341"/>
                    </a:cubicBezTo>
                    <a:cubicBezTo>
                      <a:pt x="1828775" y="1647648"/>
                      <a:pt x="1925492" y="1744365"/>
                      <a:pt x="2044799" y="1744365"/>
                    </a:cubicBezTo>
                    <a:cubicBezTo>
                      <a:pt x="2126925" y="1744365"/>
                      <a:pt x="2198347" y="1698537"/>
                      <a:pt x="2232248" y="1629631"/>
                    </a:cubicBezTo>
                    <a:lnTo>
                      <a:pt x="2232248" y="2526927"/>
                    </a:lnTo>
                    <a:cubicBezTo>
                      <a:pt x="2232248" y="2590369"/>
                      <a:pt x="2180819" y="2641798"/>
                      <a:pt x="2117377" y="2641798"/>
                    </a:cubicBezTo>
                    <a:lnTo>
                      <a:pt x="1231541" y="2641798"/>
                    </a:lnTo>
                    <a:cubicBezTo>
                      <a:pt x="1292961" y="2676990"/>
                      <a:pt x="1332148" y="2743780"/>
                      <a:pt x="1332148" y="2819722"/>
                    </a:cubicBezTo>
                    <a:cubicBezTo>
                      <a:pt x="1332148" y="2939029"/>
                      <a:pt x="1235431" y="3035746"/>
                      <a:pt x="1116124" y="3035746"/>
                    </a:cubicBezTo>
                    <a:cubicBezTo>
                      <a:pt x="996817" y="3035746"/>
                      <a:pt x="900100" y="2939029"/>
                      <a:pt x="900100" y="2819722"/>
                    </a:cubicBezTo>
                    <a:cubicBezTo>
                      <a:pt x="900100" y="2743780"/>
                      <a:pt x="939287" y="2676990"/>
                      <a:pt x="1000707" y="2641798"/>
                    </a:cubicBezTo>
                    <a:lnTo>
                      <a:pt x="114871" y="2641798"/>
                    </a:lnTo>
                    <a:cubicBezTo>
                      <a:pt x="51429" y="2641798"/>
                      <a:pt x="0" y="2590369"/>
                      <a:pt x="0" y="2526927"/>
                    </a:cubicBezTo>
                    <a:lnTo>
                      <a:pt x="0" y="1632323"/>
                    </a:lnTo>
                    <a:cubicBezTo>
                      <a:pt x="35192" y="1693743"/>
                      <a:pt x="101981" y="1732930"/>
                      <a:pt x="177924" y="1732930"/>
                    </a:cubicBezTo>
                    <a:cubicBezTo>
                      <a:pt x="297231" y="1732930"/>
                      <a:pt x="393948" y="1636213"/>
                      <a:pt x="393948" y="1516906"/>
                    </a:cubicBezTo>
                    <a:cubicBezTo>
                      <a:pt x="393948" y="1397599"/>
                      <a:pt x="297231" y="1300882"/>
                      <a:pt x="177924" y="1300882"/>
                    </a:cubicBezTo>
                    <a:cubicBezTo>
                      <a:pt x="101981" y="1300882"/>
                      <a:pt x="35192" y="1340069"/>
                      <a:pt x="0" y="1401489"/>
                    </a:cubicBezTo>
                    <a:lnTo>
                      <a:pt x="0" y="524421"/>
                    </a:lnTo>
                    <a:cubicBezTo>
                      <a:pt x="0" y="460979"/>
                      <a:pt x="51429" y="409550"/>
                      <a:pt x="114871" y="409550"/>
                    </a:cubicBezTo>
                    <a:lnTo>
                      <a:pt x="1023848" y="409550"/>
                    </a:lnTo>
                    <a:cubicBezTo>
                      <a:pt x="950367" y="376305"/>
                      <a:pt x="900100" y="302035"/>
                      <a:pt x="900100" y="216024"/>
                    </a:cubicBezTo>
                    <a:cubicBezTo>
                      <a:pt x="900100" y="96717"/>
                      <a:pt x="996817" y="0"/>
                      <a:pt x="1116124" y="0"/>
                    </a:cubicBezTo>
                    <a:close/>
                  </a:path>
                </a:pathLst>
              </a:custGeom>
              <a:solidFill>
                <a:schemeClr val="accent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altLang="ko-KR" sz="1500" b="0" i="0" u="none" strike="noStrike" kern="1200" cap="none" spc="0" normalizeH="0" baseline="0" noProof="0">
                  <a:ln>
                    <a:noFill/>
                  </a:ln>
                  <a:solidFill>
                    <a:srgbClr val="071C25">
                      <a:lumMod val="65000"/>
                      <a:lumOff val="35000"/>
                    </a:srgbClr>
                  </a:solidFill>
                  <a:effectLst/>
                  <a:uLnTx/>
                  <a:uFillTx/>
                  <a:latin typeface="Arial"/>
                  <a:ea typeface="굴림" panose="020B0600000101010101" pitchFamily="34" charset="-127"/>
                  <a:cs typeface="+mn-cs"/>
                </a:endParaRPr>
              </a:p>
            </p:txBody>
          </p:sp>
          <p:sp>
            <p:nvSpPr>
              <p:cNvPr id="34" name="Rounded Rectangle 1">
                <a:extLst>
                  <a:ext uri="{FF2B5EF4-FFF2-40B4-BE49-F238E27FC236}">
                    <a16:creationId xmlns:a16="http://schemas.microsoft.com/office/drawing/2014/main" id="{C85A17D0-AB2A-4ECD-8320-FA9B7715DA5C}"/>
                  </a:ext>
                </a:extLst>
              </p:cNvPr>
              <p:cNvSpPr/>
              <p:nvPr/>
            </p:nvSpPr>
            <p:spPr>
              <a:xfrm rot="13500000">
                <a:off x="3942596" y="3395182"/>
                <a:ext cx="1303526" cy="1772730"/>
              </a:xfrm>
              <a:custGeom>
                <a:avLst/>
                <a:gdLst/>
                <a:ahLst/>
                <a:cxnLst/>
                <a:rect l="l" t="t" r="r" b="b"/>
                <a:pathLst>
                  <a:path w="2232248" h="3035746">
                    <a:moveTo>
                      <a:pt x="1116124" y="0"/>
                    </a:moveTo>
                    <a:cubicBezTo>
                      <a:pt x="1235431" y="0"/>
                      <a:pt x="1332148" y="96717"/>
                      <a:pt x="1332148" y="216024"/>
                    </a:cubicBezTo>
                    <a:cubicBezTo>
                      <a:pt x="1332148" y="302035"/>
                      <a:pt x="1281882" y="376305"/>
                      <a:pt x="1208401" y="409550"/>
                    </a:cubicBezTo>
                    <a:lnTo>
                      <a:pt x="2117377" y="409550"/>
                    </a:lnTo>
                    <a:cubicBezTo>
                      <a:pt x="2180819" y="409550"/>
                      <a:pt x="2232248" y="460979"/>
                      <a:pt x="2232248" y="524421"/>
                    </a:cubicBezTo>
                    <a:lnTo>
                      <a:pt x="2232248" y="1427051"/>
                    </a:lnTo>
                    <a:cubicBezTo>
                      <a:pt x="2198347" y="1358145"/>
                      <a:pt x="2126925" y="1312317"/>
                      <a:pt x="2044799" y="1312317"/>
                    </a:cubicBezTo>
                    <a:cubicBezTo>
                      <a:pt x="1925492" y="1312317"/>
                      <a:pt x="1828775" y="1409034"/>
                      <a:pt x="1828775" y="1528341"/>
                    </a:cubicBezTo>
                    <a:cubicBezTo>
                      <a:pt x="1828775" y="1647648"/>
                      <a:pt x="1925492" y="1744365"/>
                      <a:pt x="2044799" y="1744365"/>
                    </a:cubicBezTo>
                    <a:cubicBezTo>
                      <a:pt x="2126925" y="1744365"/>
                      <a:pt x="2198347" y="1698537"/>
                      <a:pt x="2232248" y="1629631"/>
                    </a:cubicBezTo>
                    <a:lnTo>
                      <a:pt x="2232248" y="2526927"/>
                    </a:lnTo>
                    <a:cubicBezTo>
                      <a:pt x="2232248" y="2590369"/>
                      <a:pt x="2180819" y="2641798"/>
                      <a:pt x="2117377" y="2641798"/>
                    </a:cubicBezTo>
                    <a:lnTo>
                      <a:pt x="1231541" y="2641798"/>
                    </a:lnTo>
                    <a:cubicBezTo>
                      <a:pt x="1292961" y="2676990"/>
                      <a:pt x="1332148" y="2743780"/>
                      <a:pt x="1332148" y="2819722"/>
                    </a:cubicBezTo>
                    <a:cubicBezTo>
                      <a:pt x="1332148" y="2939029"/>
                      <a:pt x="1235431" y="3035746"/>
                      <a:pt x="1116124" y="3035746"/>
                    </a:cubicBezTo>
                    <a:cubicBezTo>
                      <a:pt x="996817" y="3035746"/>
                      <a:pt x="900100" y="2939029"/>
                      <a:pt x="900100" y="2819722"/>
                    </a:cubicBezTo>
                    <a:cubicBezTo>
                      <a:pt x="900100" y="2743780"/>
                      <a:pt x="939287" y="2676990"/>
                      <a:pt x="1000707" y="2641798"/>
                    </a:cubicBezTo>
                    <a:lnTo>
                      <a:pt x="114871" y="2641798"/>
                    </a:lnTo>
                    <a:cubicBezTo>
                      <a:pt x="51429" y="2641798"/>
                      <a:pt x="0" y="2590369"/>
                      <a:pt x="0" y="2526927"/>
                    </a:cubicBezTo>
                    <a:lnTo>
                      <a:pt x="0" y="1632323"/>
                    </a:lnTo>
                    <a:cubicBezTo>
                      <a:pt x="35192" y="1693743"/>
                      <a:pt x="101981" y="1732930"/>
                      <a:pt x="177924" y="1732930"/>
                    </a:cubicBezTo>
                    <a:cubicBezTo>
                      <a:pt x="297231" y="1732930"/>
                      <a:pt x="393948" y="1636213"/>
                      <a:pt x="393948" y="1516906"/>
                    </a:cubicBezTo>
                    <a:cubicBezTo>
                      <a:pt x="393948" y="1397599"/>
                      <a:pt x="297231" y="1300882"/>
                      <a:pt x="177924" y="1300882"/>
                    </a:cubicBezTo>
                    <a:cubicBezTo>
                      <a:pt x="101981" y="1300882"/>
                      <a:pt x="35192" y="1340069"/>
                      <a:pt x="0" y="1401489"/>
                    </a:cubicBezTo>
                    <a:lnTo>
                      <a:pt x="0" y="524421"/>
                    </a:lnTo>
                    <a:cubicBezTo>
                      <a:pt x="0" y="460979"/>
                      <a:pt x="51429" y="409550"/>
                      <a:pt x="114871" y="409550"/>
                    </a:cubicBezTo>
                    <a:lnTo>
                      <a:pt x="1023848" y="409550"/>
                    </a:lnTo>
                    <a:cubicBezTo>
                      <a:pt x="950367" y="376305"/>
                      <a:pt x="900100" y="302035"/>
                      <a:pt x="900100" y="216024"/>
                    </a:cubicBezTo>
                    <a:cubicBezTo>
                      <a:pt x="900100" y="96717"/>
                      <a:pt x="996817" y="0"/>
                      <a:pt x="1116124" y="0"/>
                    </a:cubicBezTo>
                    <a:close/>
                  </a:path>
                </a:pathLst>
              </a:custGeom>
              <a:solidFill>
                <a:schemeClr val="accent3"/>
              </a:solidFill>
              <a:ln w="6350">
                <a:gradFill>
                  <a:gsLst>
                    <a:gs pos="0">
                      <a:schemeClr val="bg1"/>
                    </a:gs>
                    <a:gs pos="100000">
                      <a:schemeClr val="accent1">
                        <a:tint val="23500"/>
                        <a:satMod val="160000"/>
                        <a:alpha val="0"/>
                      </a:schemeClr>
                    </a:gs>
                  </a:gsLst>
                  <a:lin ang="156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altLang="ko-KR" sz="1500" b="0" i="0" u="none" strike="noStrike" kern="1200" cap="none" spc="0" normalizeH="0" baseline="0" noProof="0">
                  <a:ln>
                    <a:noFill/>
                  </a:ln>
                  <a:solidFill>
                    <a:srgbClr val="071C25">
                      <a:lumMod val="65000"/>
                      <a:lumOff val="35000"/>
                    </a:srgbClr>
                  </a:solidFill>
                  <a:effectLst/>
                  <a:uLnTx/>
                  <a:uFillTx/>
                  <a:latin typeface="Arial"/>
                  <a:ea typeface="굴림" panose="020B0600000101010101" pitchFamily="34" charset="-127"/>
                  <a:cs typeface="+mn-cs"/>
                </a:endParaRPr>
              </a:p>
            </p:txBody>
          </p:sp>
          <p:sp>
            <p:nvSpPr>
              <p:cNvPr id="35" name="Rounded Rectangle 1">
                <a:extLst>
                  <a:ext uri="{FF2B5EF4-FFF2-40B4-BE49-F238E27FC236}">
                    <a16:creationId xmlns:a16="http://schemas.microsoft.com/office/drawing/2014/main" id="{8D4E4CD4-3CBE-42AF-896E-8F1CBFC14C83}"/>
                  </a:ext>
                </a:extLst>
              </p:cNvPr>
              <p:cNvSpPr/>
              <p:nvPr/>
            </p:nvSpPr>
            <p:spPr>
              <a:xfrm rot="8100000">
                <a:off x="4873367" y="2476713"/>
                <a:ext cx="1303526" cy="1772730"/>
              </a:xfrm>
              <a:custGeom>
                <a:avLst/>
                <a:gdLst/>
                <a:ahLst/>
                <a:cxnLst/>
                <a:rect l="l" t="t" r="r" b="b"/>
                <a:pathLst>
                  <a:path w="2232248" h="3035746">
                    <a:moveTo>
                      <a:pt x="1116124" y="0"/>
                    </a:moveTo>
                    <a:cubicBezTo>
                      <a:pt x="1235431" y="0"/>
                      <a:pt x="1332148" y="96717"/>
                      <a:pt x="1332148" y="216024"/>
                    </a:cubicBezTo>
                    <a:cubicBezTo>
                      <a:pt x="1332148" y="302035"/>
                      <a:pt x="1281882" y="376305"/>
                      <a:pt x="1208401" y="409550"/>
                    </a:cubicBezTo>
                    <a:lnTo>
                      <a:pt x="2117377" y="409550"/>
                    </a:lnTo>
                    <a:cubicBezTo>
                      <a:pt x="2180819" y="409550"/>
                      <a:pt x="2232248" y="460979"/>
                      <a:pt x="2232248" y="524421"/>
                    </a:cubicBezTo>
                    <a:lnTo>
                      <a:pt x="2232248" y="1427051"/>
                    </a:lnTo>
                    <a:cubicBezTo>
                      <a:pt x="2198347" y="1358145"/>
                      <a:pt x="2126925" y="1312317"/>
                      <a:pt x="2044799" y="1312317"/>
                    </a:cubicBezTo>
                    <a:cubicBezTo>
                      <a:pt x="1925492" y="1312317"/>
                      <a:pt x="1828775" y="1409034"/>
                      <a:pt x="1828775" y="1528341"/>
                    </a:cubicBezTo>
                    <a:cubicBezTo>
                      <a:pt x="1828775" y="1647648"/>
                      <a:pt x="1925492" y="1744365"/>
                      <a:pt x="2044799" y="1744365"/>
                    </a:cubicBezTo>
                    <a:cubicBezTo>
                      <a:pt x="2126925" y="1744365"/>
                      <a:pt x="2198347" y="1698537"/>
                      <a:pt x="2232248" y="1629631"/>
                    </a:cubicBezTo>
                    <a:lnTo>
                      <a:pt x="2232248" y="2526927"/>
                    </a:lnTo>
                    <a:cubicBezTo>
                      <a:pt x="2232248" y="2590369"/>
                      <a:pt x="2180819" y="2641798"/>
                      <a:pt x="2117377" y="2641798"/>
                    </a:cubicBezTo>
                    <a:lnTo>
                      <a:pt x="1231541" y="2641798"/>
                    </a:lnTo>
                    <a:cubicBezTo>
                      <a:pt x="1292961" y="2676990"/>
                      <a:pt x="1332148" y="2743780"/>
                      <a:pt x="1332148" y="2819722"/>
                    </a:cubicBezTo>
                    <a:cubicBezTo>
                      <a:pt x="1332148" y="2939029"/>
                      <a:pt x="1235431" y="3035746"/>
                      <a:pt x="1116124" y="3035746"/>
                    </a:cubicBezTo>
                    <a:cubicBezTo>
                      <a:pt x="996817" y="3035746"/>
                      <a:pt x="900100" y="2939029"/>
                      <a:pt x="900100" y="2819722"/>
                    </a:cubicBezTo>
                    <a:cubicBezTo>
                      <a:pt x="900100" y="2743780"/>
                      <a:pt x="939287" y="2676990"/>
                      <a:pt x="1000707" y="2641798"/>
                    </a:cubicBezTo>
                    <a:lnTo>
                      <a:pt x="114871" y="2641798"/>
                    </a:lnTo>
                    <a:cubicBezTo>
                      <a:pt x="51429" y="2641798"/>
                      <a:pt x="0" y="2590369"/>
                      <a:pt x="0" y="2526927"/>
                    </a:cubicBezTo>
                    <a:lnTo>
                      <a:pt x="0" y="1632323"/>
                    </a:lnTo>
                    <a:cubicBezTo>
                      <a:pt x="35192" y="1693743"/>
                      <a:pt x="101981" y="1732930"/>
                      <a:pt x="177924" y="1732930"/>
                    </a:cubicBezTo>
                    <a:cubicBezTo>
                      <a:pt x="297231" y="1732930"/>
                      <a:pt x="393948" y="1636213"/>
                      <a:pt x="393948" y="1516906"/>
                    </a:cubicBezTo>
                    <a:cubicBezTo>
                      <a:pt x="393948" y="1397599"/>
                      <a:pt x="297231" y="1300882"/>
                      <a:pt x="177924" y="1300882"/>
                    </a:cubicBezTo>
                    <a:cubicBezTo>
                      <a:pt x="101981" y="1300882"/>
                      <a:pt x="35192" y="1340069"/>
                      <a:pt x="0" y="1401489"/>
                    </a:cubicBezTo>
                    <a:lnTo>
                      <a:pt x="0" y="524421"/>
                    </a:lnTo>
                    <a:cubicBezTo>
                      <a:pt x="0" y="460979"/>
                      <a:pt x="51429" y="409550"/>
                      <a:pt x="114871" y="409550"/>
                    </a:cubicBezTo>
                    <a:lnTo>
                      <a:pt x="1023848" y="409550"/>
                    </a:lnTo>
                    <a:cubicBezTo>
                      <a:pt x="950367" y="376305"/>
                      <a:pt x="900100" y="302035"/>
                      <a:pt x="900100" y="216024"/>
                    </a:cubicBezTo>
                    <a:cubicBezTo>
                      <a:pt x="900100" y="96717"/>
                      <a:pt x="996817" y="0"/>
                      <a:pt x="1116124" y="0"/>
                    </a:cubicBezTo>
                    <a:close/>
                  </a:path>
                </a:pathLst>
              </a:custGeom>
              <a:solidFill>
                <a:schemeClr val="accent4"/>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altLang="ko-KR" sz="1500" b="0" i="0" u="none" strike="noStrike" kern="1200" cap="none" spc="0" normalizeH="0" baseline="0" noProof="0">
                  <a:ln>
                    <a:noFill/>
                  </a:ln>
                  <a:solidFill>
                    <a:srgbClr val="071C25">
                      <a:lumMod val="65000"/>
                      <a:lumOff val="35000"/>
                    </a:srgbClr>
                  </a:solidFill>
                  <a:effectLst/>
                  <a:uLnTx/>
                  <a:uFillTx/>
                  <a:latin typeface="Arial"/>
                  <a:ea typeface="굴림" panose="020B0600000101010101" pitchFamily="34" charset="-127"/>
                  <a:cs typeface="+mn-cs"/>
                </a:endParaRPr>
              </a:p>
            </p:txBody>
          </p:sp>
        </p:grpSp>
        <p:sp>
          <p:nvSpPr>
            <p:cNvPr id="36" name="TextBox 48">
              <a:extLst>
                <a:ext uri="{FF2B5EF4-FFF2-40B4-BE49-F238E27FC236}">
                  <a16:creationId xmlns:a16="http://schemas.microsoft.com/office/drawing/2014/main" id="{48557EEC-7E8A-499C-8ACF-D3701AD88713}"/>
                </a:ext>
              </a:extLst>
            </p:cNvPr>
            <p:cNvSpPr txBox="1"/>
            <p:nvPr/>
          </p:nvSpPr>
          <p:spPr>
            <a:xfrm>
              <a:off x="4771563" y="1897935"/>
              <a:ext cx="1823367" cy="553998"/>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500" b="1" i="0" u="none" strike="noStrike" kern="1200" cap="none" spc="0" normalizeH="0" baseline="0" noProof="0">
                  <a:ln>
                    <a:noFill/>
                  </a:ln>
                  <a:solidFill>
                    <a:srgbClr val="7F7F7F">
                      <a:lumMod val="50000"/>
                    </a:srgbClr>
                  </a:solidFill>
                  <a:effectLst/>
                  <a:uLnTx/>
                  <a:uFillTx/>
                  <a:latin typeface="Arial"/>
                  <a:ea typeface="+mn-ea"/>
                  <a:cs typeface="Calibri" pitchFamily="34" charset="0"/>
                </a:rPr>
                <a:t>Liderando pelo exemplo</a:t>
              </a:r>
            </a:p>
          </p:txBody>
        </p:sp>
        <p:sp>
          <p:nvSpPr>
            <p:cNvPr id="37" name="TextBox 49">
              <a:extLst>
                <a:ext uri="{FF2B5EF4-FFF2-40B4-BE49-F238E27FC236}">
                  <a16:creationId xmlns:a16="http://schemas.microsoft.com/office/drawing/2014/main" id="{B391D361-B867-4C2D-9AC2-DAB27EB8CE90}"/>
                </a:ext>
              </a:extLst>
            </p:cNvPr>
            <p:cNvSpPr txBox="1"/>
            <p:nvPr/>
          </p:nvSpPr>
          <p:spPr>
            <a:xfrm>
              <a:off x="3413461" y="3070135"/>
              <a:ext cx="1990510" cy="553998"/>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500" b="1" i="0" u="none" strike="noStrike" kern="1200" cap="none" spc="0" normalizeH="0" baseline="0" noProof="0">
                  <a:ln>
                    <a:noFill/>
                  </a:ln>
                  <a:solidFill>
                    <a:prstClr val="white"/>
                  </a:solidFill>
                  <a:effectLst/>
                  <a:uLnTx/>
                  <a:uFillTx/>
                  <a:latin typeface="Arial"/>
                  <a:ea typeface="+mn-ea"/>
                  <a:cs typeface="Calibri" pitchFamily="34" charset="0"/>
                </a:rPr>
                <a:t>Convicção pessoal e engajamento</a:t>
              </a:r>
            </a:p>
          </p:txBody>
        </p:sp>
        <p:sp>
          <p:nvSpPr>
            <p:cNvPr id="38" name="TextBox 50">
              <a:extLst>
                <a:ext uri="{FF2B5EF4-FFF2-40B4-BE49-F238E27FC236}">
                  <a16:creationId xmlns:a16="http://schemas.microsoft.com/office/drawing/2014/main" id="{C0F536C8-A65F-4B82-A611-9F302BF699B7}"/>
                </a:ext>
              </a:extLst>
            </p:cNvPr>
            <p:cNvSpPr txBox="1"/>
            <p:nvPr/>
          </p:nvSpPr>
          <p:spPr>
            <a:xfrm>
              <a:off x="6009350" y="3041434"/>
              <a:ext cx="1823367" cy="553998"/>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500" b="1" i="0" u="none" strike="noStrike" kern="1200" cap="none" spc="0" normalizeH="0" baseline="0" noProof="0">
                  <a:ln>
                    <a:noFill/>
                  </a:ln>
                  <a:solidFill>
                    <a:srgbClr val="7F7F7F">
                      <a:lumMod val="50000"/>
                    </a:srgbClr>
                  </a:solidFill>
                  <a:effectLst/>
                  <a:uLnTx/>
                  <a:uFillTx/>
                  <a:latin typeface="Arial"/>
                  <a:ea typeface="+mn-ea"/>
                  <a:cs typeface="Calibri" pitchFamily="34" charset="0"/>
                </a:rPr>
                <a:t>Habilidades e capacidades</a:t>
              </a:r>
            </a:p>
          </p:txBody>
        </p:sp>
        <p:sp>
          <p:nvSpPr>
            <p:cNvPr id="39" name="TextBox 51">
              <a:extLst>
                <a:ext uri="{FF2B5EF4-FFF2-40B4-BE49-F238E27FC236}">
                  <a16:creationId xmlns:a16="http://schemas.microsoft.com/office/drawing/2014/main" id="{917B879D-0ECC-429F-9C3C-F86DEB2813CA}"/>
                </a:ext>
              </a:extLst>
            </p:cNvPr>
            <p:cNvSpPr txBox="1"/>
            <p:nvPr/>
          </p:nvSpPr>
          <p:spPr>
            <a:xfrm>
              <a:off x="4771563" y="4277943"/>
              <a:ext cx="1823367" cy="553998"/>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500" b="1" i="0" u="none" strike="noStrike" kern="1200" cap="none" spc="0" normalizeH="0" baseline="0" noProof="0">
                  <a:ln>
                    <a:noFill/>
                  </a:ln>
                  <a:solidFill>
                    <a:prstClr val="white"/>
                  </a:solidFill>
                  <a:effectLst/>
                  <a:uLnTx/>
                  <a:uFillTx/>
                  <a:latin typeface="Arial"/>
                  <a:ea typeface="+mn-ea"/>
                  <a:cs typeface="Calibri" pitchFamily="34" charset="0"/>
                </a:rPr>
                <a:t>Alinhamento de sistemas formais</a:t>
              </a:r>
            </a:p>
          </p:txBody>
        </p:sp>
        <p:grpSp>
          <p:nvGrpSpPr>
            <p:cNvPr id="42" name="그룹 54">
              <a:extLst>
                <a:ext uri="{FF2B5EF4-FFF2-40B4-BE49-F238E27FC236}">
                  <a16:creationId xmlns:a16="http://schemas.microsoft.com/office/drawing/2014/main" id="{21766BD4-F4DD-4759-B043-8AF37238FFF1}"/>
                </a:ext>
              </a:extLst>
            </p:cNvPr>
            <p:cNvGrpSpPr/>
            <p:nvPr/>
          </p:nvGrpSpPr>
          <p:grpSpPr>
            <a:xfrm>
              <a:off x="7903391" y="985875"/>
              <a:ext cx="3935353" cy="1659062"/>
              <a:chOff x="7483202" y="1830010"/>
              <a:chExt cx="4025118" cy="1499520"/>
            </a:xfrm>
          </p:grpSpPr>
          <p:sp>
            <p:nvSpPr>
              <p:cNvPr id="43" name="TextBox 55">
                <a:extLst>
                  <a:ext uri="{FF2B5EF4-FFF2-40B4-BE49-F238E27FC236}">
                    <a16:creationId xmlns:a16="http://schemas.microsoft.com/office/drawing/2014/main" id="{C2FB1752-8F7A-43D2-86B4-A239347626DE}"/>
                  </a:ext>
                </a:extLst>
              </p:cNvPr>
              <p:cNvSpPr txBox="1"/>
              <p:nvPr/>
            </p:nvSpPr>
            <p:spPr>
              <a:xfrm>
                <a:off x="7483202" y="1830010"/>
                <a:ext cx="4025118" cy="417269"/>
              </a:xfrm>
              <a:prstGeom prst="rect">
                <a:avLst/>
              </a:prstGeom>
              <a:noFill/>
            </p:spPr>
            <p:txBody>
              <a:bodyPr wrap="square" lIns="144000" tIns="0" rIns="0" b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500" b="1" i="1" u="none" strike="noStrike" kern="1200" cap="none" spc="0" normalizeH="0" baseline="0" noProof="0">
                    <a:ln>
                      <a:noFill/>
                    </a:ln>
                    <a:solidFill>
                      <a:srgbClr val="071C25"/>
                    </a:solidFill>
                    <a:effectLst/>
                    <a:uLnTx/>
                    <a:uFillTx/>
                    <a:latin typeface="Arial"/>
                    <a:ea typeface="+mn-ea"/>
                    <a:cs typeface="Calibri" pitchFamily="34" charset="0"/>
                  </a:rPr>
                  <a:t>"Percebo que líderes e pares se comportam de forma diferente"</a:t>
                </a:r>
              </a:p>
            </p:txBody>
          </p:sp>
          <p:sp>
            <p:nvSpPr>
              <p:cNvPr id="44" name="TextBox 56">
                <a:extLst>
                  <a:ext uri="{FF2B5EF4-FFF2-40B4-BE49-F238E27FC236}">
                    <a16:creationId xmlns:a16="http://schemas.microsoft.com/office/drawing/2014/main" id="{07715838-079E-48BC-AFBB-5AD5ABA772CF}"/>
                  </a:ext>
                </a:extLst>
              </p:cNvPr>
              <p:cNvSpPr txBox="1"/>
              <p:nvPr/>
            </p:nvSpPr>
            <p:spPr>
              <a:xfrm>
                <a:off x="7483202" y="2286357"/>
                <a:ext cx="4025118" cy="1043173"/>
              </a:xfrm>
              <a:prstGeom prst="rect">
                <a:avLst/>
              </a:prstGeom>
              <a:noFill/>
            </p:spPr>
            <p:txBody>
              <a:bodyPr wrap="square" lIns="14400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500" b="0" i="0" u="none" strike="noStrike" kern="1200" cap="none" spc="0" normalizeH="0" baseline="0" noProof="0">
                    <a:ln>
                      <a:noFill/>
                    </a:ln>
                    <a:solidFill>
                      <a:srgbClr val="071C25"/>
                    </a:solidFill>
                    <a:effectLst/>
                    <a:uLnTx/>
                    <a:uFillTx/>
                    <a:latin typeface="Arial"/>
                    <a:ea typeface="+mn-ea"/>
                    <a:cs typeface="+mn-cs"/>
                  </a:rPr>
                  <a:t>Líderes exibem as novas atitudes desejadas</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pt-BR" sz="1500" b="0" i="0" u="none" strike="noStrike" kern="1200" cap="none" spc="0" normalizeH="0" baseline="0" noProof="0">
                    <a:ln>
                      <a:noFill/>
                    </a:ln>
                    <a:solidFill>
                      <a:srgbClr val="071C25"/>
                    </a:solidFill>
                    <a:effectLst/>
                    <a:uLnTx/>
                    <a:uFillTx/>
                    <a:latin typeface="Arial"/>
                    <a:ea typeface="+mn-ea"/>
                    <a:cs typeface="+mn-cs"/>
                  </a:rPr>
                  <a:t>Foco 
Disciplina
Uso do tempo
Comprometimento</a:t>
                </a:r>
              </a:p>
            </p:txBody>
          </p:sp>
        </p:grpSp>
        <p:grpSp>
          <p:nvGrpSpPr>
            <p:cNvPr id="45" name="그룹 57">
              <a:extLst>
                <a:ext uri="{FF2B5EF4-FFF2-40B4-BE49-F238E27FC236}">
                  <a16:creationId xmlns:a16="http://schemas.microsoft.com/office/drawing/2014/main" id="{26C390B4-9B65-4F3C-9E8D-1389EC917FF6}"/>
                </a:ext>
              </a:extLst>
            </p:cNvPr>
            <p:cNvGrpSpPr/>
            <p:nvPr/>
          </p:nvGrpSpPr>
          <p:grpSpPr>
            <a:xfrm>
              <a:off x="7902511" y="4527323"/>
              <a:ext cx="3936233" cy="1429755"/>
              <a:chOff x="7959859" y="5036864"/>
              <a:chExt cx="4025118" cy="1292264"/>
            </a:xfrm>
          </p:grpSpPr>
          <p:sp>
            <p:nvSpPr>
              <p:cNvPr id="46" name="TextBox 58">
                <a:extLst>
                  <a:ext uri="{FF2B5EF4-FFF2-40B4-BE49-F238E27FC236}">
                    <a16:creationId xmlns:a16="http://schemas.microsoft.com/office/drawing/2014/main" id="{CBFA147C-2E15-4EF4-B03D-A91809A1D83D}"/>
                  </a:ext>
                </a:extLst>
              </p:cNvPr>
              <p:cNvSpPr txBox="1"/>
              <p:nvPr/>
            </p:nvSpPr>
            <p:spPr>
              <a:xfrm>
                <a:off x="7959859" y="5036864"/>
                <a:ext cx="4025118" cy="417269"/>
              </a:xfrm>
              <a:prstGeom prst="rect">
                <a:avLst/>
              </a:prstGeom>
              <a:noFill/>
            </p:spPr>
            <p:txBody>
              <a:bodyPr wrap="square" lIns="144000" tIns="0" rIns="0" b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500" b="1" i="1" u="none" strike="noStrike" kern="1200" cap="none" spc="0" normalizeH="0" baseline="0" noProof="0">
                    <a:ln>
                      <a:noFill/>
                    </a:ln>
                    <a:solidFill>
                      <a:srgbClr val="071C25"/>
                    </a:solidFill>
                    <a:effectLst/>
                    <a:uLnTx/>
                    <a:uFillTx/>
                    <a:latin typeface="Arial"/>
                    <a:ea typeface="+mn-ea"/>
                    <a:cs typeface="Calibri" pitchFamily="34" charset="0"/>
                  </a:rPr>
                  <a:t>"Eu tenho as habilidades e confiança para mudar meu comportamento"</a:t>
                </a:r>
              </a:p>
            </p:txBody>
          </p:sp>
          <p:sp>
            <p:nvSpPr>
              <p:cNvPr id="47" name="TextBox 59">
                <a:extLst>
                  <a:ext uri="{FF2B5EF4-FFF2-40B4-BE49-F238E27FC236}">
                    <a16:creationId xmlns:a16="http://schemas.microsoft.com/office/drawing/2014/main" id="{6D90F0CD-5108-4DF6-9F95-0018B9014BD1}"/>
                  </a:ext>
                </a:extLst>
              </p:cNvPr>
              <p:cNvSpPr txBox="1"/>
              <p:nvPr/>
            </p:nvSpPr>
            <p:spPr>
              <a:xfrm>
                <a:off x="7959859" y="5494589"/>
                <a:ext cx="4025118" cy="834539"/>
              </a:xfrm>
              <a:prstGeom prst="rect">
                <a:avLst/>
              </a:prstGeom>
              <a:noFill/>
            </p:spPr>
            <p:txBody>
              <a:bodyPr wrap="square" lIns="144000" tIns="0" rIns="0" bIns="0" rtlCol="0">
                <a:spAutoFit/>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pt-BR" sz="1500" b="0" i="0" u="none" strike="noStrike" kern="1200" cap="none" spc="0" normalizeH="0" baseline="0" noProof="0">
                    <a:ln>
                      <a:noFill/>
                    </a:ln>
                    <a:solidFill>
                      <a:srgbClr val="071C25"/>
                    </a:solidFill>
                    <a:effectLst/>
                    <a:uLnTx/>
                    <a:uFillTx/>
                    <a:latin typeface="Arial"/>
                    <a:ea typeface="+mn-ea"/>
                    <a:cs typeface="+mn-cs"/>
                  </a:rPr>
                  <a:t>Treinamento e requalificação focados no trabalho
Recrutamento para determinadas posições</a:t>
                </a:r>
              </a:p>
            </p:txBody>
          </p:sp>
        </p:grpSp>
        <p:grpSp>
          <p:nvGrpSpPr>
            <p:cNvPr id="49" name="그룹 61">
              <a:extLst>
                <a:ext uri="{FF2B5EF4-FFF2-40B4-BE49-F238E27FC236}">
                  <a16:creationId xmlns:a16="http://schemas.microsoft.com/office/drawing/2014/main" id="{ED845A72-909F-4FEE-AD04-08334352C76B}"/>
                </a:ext>
              </a:extLst>
            </p:cNvPr>
            <p:cNvGrpSpPr/>
            <p:nvPr/>
          </p:nvGrpSpPr>
          <p:grpSpPr>
            <a:xfrm>
              <a:off x="353256" y="975778"/>
              <a:ext cx="3272072" cy="1693445"/>
              <a:chOff x="753324" y="1579583"/>
              <a:chExt cx="4046534" cy="1530597"/>
            </a:xfrm>
          </p:grpSpPr>
          <p:sp>
            <p:nvSpPr>
              <p:cNvPr id="50" name="TextBox 62">
                <a:extLst>
                  <a:ext uri="{FF2B5EF4-FFF2-40B4-BE49-F238E27FC236}">
                    <a16:creationId xmlns:a16="http://schemas.microsoft.com/office/drawing/2014/main" id="{5DA76BEC-B147-409B-B331-074F4CB2A2EC}"/>
                  </a:ext>
                </a:extLst>
              </p:cNvPr>
              <p:cNvSpPr txBox="1"/>
              <p:nvPr/>
            </p:nvSpPr>
            <p:spPr>
              <a:xfrm>
                <a:off x="753324" y="1579583"/>
                <a:ext cx="4046533" cy="417270"/>
              </a:xfrm>
              <a:prstGeom prst="rect">
                <a:avLst/>
              </a:prstGeom>
              <a:noFill/>
            </p:spPr>
            <p:txBody>
              <a:bodyPr wrap="square" lIns="0" tIns="0" rIns="0" b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500" b="1" i="1" u="none" strike="noStrike" kern="1200" cap="none" spc="0" normalizeH="0" baseline="0" noProof="0">
                    <a:ln>
                      <a:noFill/>
                    </a:ln>
                    <a:solidFill>
                      <a:srgbClr val="071C25"/>
                    </a:solidFill>
                    <a:effectLst/>
                    <a:uLnTx/>
                    <a:uFillTx/>
                    <a:latin typeface="Arial"/>
                    <a:ea typeface="+mn-ea"/>
                    <a:cs typeface="Calibri" pitchFamily="34" charset="0"/>
                  </a:rPr>
                  <a:t>"Eu sei o que precisa mudar e quero fazê-lo"</a:t>
                </a:r>
              </a:p>
            </p:txBody>
          </p:sp>
          <p:sp>
            <p:nvSpPr>
              <p:cNvPr id="51" name="TextBox 63">
                <a:extLst>
                  <a:ext uri="{FF2B5EF4-FFF2-40B4-BE49-F238E27FC236}">
                    <a16:creationId xmlns:a16="http://schemas.microsoft.com/office/drawing/2014/main" id="{81A22806-688F-4899-BB71-9ED4DB758956}"/>
                  </a:ext>
                </a:extLst>
              </p:cNvPr>
              <p:cNvSpPr txBox="1"/>
              <p:nvPr/>
            </p:nvSpPr>
            <p:spPr>
              <a:xfrm>
                <a:off x="753324" y="2067007"/>
                <a:ext cx="4046534" cy="1043173"/>
              </a:xfrm>
              <a:prstGeom prst="rect">
                <a:avLst/>
              </a:prstGeom>
              <a:noFill/>
            </p:spPr>
            <p:txBody>
              <a:bodyPr wrap="square" lIns="0" tIns="0" rIns="0" bIns="0" rtlCol="0">
                <a:spAutoFit/>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pt-BR" sz="1500" b="0" i="0" u="none" strike="noStrike" kern="1200" cap="none" spc="0" normalizeH="0" baseline="0" noProof="0">
                    <a:ln>
                      <a:noFill/>
                    </a:ln>
                    <a:solidFill>
                      <a:srgbClr val="071C25"/>
                    </a:solidFill>
                    <a:effectLst/>
                    <a:uLnTx/>
                    <a:uFillTx/>
                    <a:latin typeface="Arial"/>
                    <a:ea typeface="+mn-ea"/>
                    <a:cs typeface="+mn-cs"/>
                  </a:rPr>
                  <a:t>Visão, estratégia e lógica subjacente comunicados em toda a empresa
Discussões cara a cara com o pessoas chave</a:t>
                </a:r>
              </a:p>
            </p:txBody>
          </p:sp>
        </p:grpSp>
        <p:cxnSp>
          <p:nvCxnSpPr>
            <p:cNvPr id="52" name="Elbow Connector 59">
              <a:extLst>
                <a:ext uri="{FF2B5EF4-FFF2-40B4-BE49-F238E27FC236}">
                  <a16:creationId xmlns:a16="http://schemas.microsoft.com/office/drawing/2014/main" id="{1275BE36-FEE8-4119-BAAC-6DD2604E7D57}"/>
                </a:ext>
              </a:extLst>
            </p:cNvPr>
            <p:cNvCxnSpPr>
              <a:cxnSpLocks/>
              <a:stCxn id="50" idx="3"/>
            </p:cNvCxnSpPr>
            <p:nvPr/>
          </p:nvCxnSpPr>
          <p:spPr>
            <a:xfrm>
              <a:off x="3625327" y="1206611"/>
              <a:ext cx="675839" cy="1624608"/>
            </a:xfrm>
            <a:prstGeom prst="bentConnector2">
              <a:avLst/>
            </a:prstGeom>
            <a:ln w="19050">
              <a:solidFill>
                <a:schemeClr val="accent2"/>
              </a:solidFill>
              <a:prstDash val="dash"/>
              <a:headEnd type="oval"/>
              <a:tailEnd type="oval"/>
            </a:ln>
          </p:spPr>
          <p:style>
            <a:lnRef idx="1">
              <a:schemeClr val="accent1"/>
            </a:lnRef>
            <a:fillRef idx="0">
              <a:schemeClr val="accent1"/>
            </a:fillRef>
            <a:effectRef idx="0">
              <a:schemeClr val="accent1"/>
            </a:effectRef>
            <a:fontRef idx="minor">
              <a:schemeClr val="tx1"/>
            </a:fontRef>
          </p:style>
        </p:cxnSp>
        <p:cxnSp>
          <p:nvCxnSpPr>
            <p:cNvPr id="53" name="Elbow Connector 60">
              <a:extLst>
                <a:ext uri="{FF2B5EF4-FFF2-40B4-BE49-F238E27FC236}">
                  <a16:creationId xmlns:a16="http://schemas.microsoft.com/office/drawing/2014/main" id="{510DE0B3-EBB9-4F67-92D8-E04287AD9D4E}"/>
                </a:ext>
              </a:extLst>
            </p:cNvPr>
            <p:cNvCxnSpPr>
              <a:cxnSpLocks/>
              <a:stCxn id="39" idx="2"/>
              <a:endCxn id="56" idx="3"/>
            </p:cNvCxnSpPr>
            <p:nvPr/>
          </p:nvCxnSpPr>
          <p:spPr>
            <a:xfrm rot="5400000">
              <a:off x="4585111" y="3964145"/>
              <a:ext cx="230340" cy="1965932"/>
            </a:xfrm>
            <a:prstGeom prst="bentConnector2">
              <a:avLst/>
            </a:prstGeom>
            <a:ln w="19050">
              <a:solidFill>
                <a:schemeClr val="accent3"/>
              </a:solidFill>
              <a:prstDash val="dash"/>
              <a:headEnd type="oval"/>
              <a:tailEnd type="oval"/>
            </a:ln>
          </p:spPr>
          <p:style>
            <a:lnRef idx="1">
              <a:schemeClr val="accent1"/>
            </a:lnRef>
            <a:fillRef idx="0">
              <a:schemeClr val="accent1"/>
            </a:fillRef>
            <a:effectRef idx="0">
              <a:schemeClr val="accent1"/>
            </a:effectRef>
            <a:fontRef idx="minor">
              <a:schemeClr val="tx1"/>
            </a:fontRef>
          </p:style>
        </p:cxnSp>
        <p:grpSp>
          <p:nvGrpSpPr>
            <p:cNvPr id="54" name="그룹 66">
              <a:extLst>
                <a:ext uri="{FF2B5EF4-FFF2-40B4-BE49-F238E27FC236}">
                  <a16:creationId xmlns:a16="http://schemas.microsoft.com/office/drawing/2014/main" id="{28D65E97-6A01-4A7D-9F6E-C0E646782E4B}"/>
                </a:ext>
              </a:extLst>
            </p:cNvPr>
            <p:cNvGrpSpPr/>
            <p:nvPr/>
          </p:nvGrpSpPr>
          <p:grpSpPr>
            <a:xfrm>
              <a:off x="353256" y="3841223"/>
              <a:ext cx="3364060" cy="1913555"/>
              <a:chOff x="825328" y="4730817"/>
              <a:chExt cx="4046535" cy="1729540"/>
            </a:xfrm>
          </p:grpSpPr>
          <p:sp>
            <p:nvSpPr>
              <p:cNvPr id="55" name="TextBox 67">
                <a:extLst>
                  <a:ext uri="{FF2B5EF4-FFF2-40B4-BE49-F238E27FC236}">
                    <a16:creationId xmlns:a16="http://schemas.microsoft.com/office/drawing/2014/main" id="{7DE7DA95-0026-44D3-A496-5384276CFD2B}"/>
                  </a:ext>
                </a:extLst>
              </p:cNvPr>
              <p:cNvSpPr txBox="1"/>
              <p:nvPr/>
            </p:nvSpPr>
            <p:spPr>
              <a:xfrm>
                <a:off x="825329" y="4730817"/>
                <a:ext cx="4046534" cy="417270"/>
              </a:xfrm>
              <a:prstGeom prst="rect">
                <a:avLst/>
              </a:prstGeom>
              <a:noFill/>
            </p:spPr>
            <p:txBody>
              <a:bodyPr wrap="square" lIns="0" tIns="0" rIns="0" b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500" b="1" i="1" u="none" strike="noStrike" kern="1200" cap="none" spc="0" normalizeH="0" baseline="0" noProof="0">
                    <a:ln>
                      <a:noFill/>
                    </a:ln>
                    <a:solidFill>
                      <a:srgbClr val="071C25"/>
                    </a:solidFill>
                    <a:effectLst/>
                    <a:uLnTx/>
                    <a:uFillTx/>
                    <a:latin typeface="Arial"/>
                    <a:ea typeface="+mn-ea"/>
                    <a:cs typeface="Calibri" pitchFamily="34" charset="0"/>
                  </a:rPr>
                  <a:t>“Os sistemas promovem a mudança desejada"</a:t>
                </a:r>
              </a:p>
            </p:txBody>
          </p:sp>
          <p:sp>
            <p:nvSpPr>
              <p:cNvPr id="56" name="TextBox 68">
                <a:extLst>
                  <a:ext uri="{FF2B5EF4-FFF2-40B4-BE49-F238E27FC236}">
                    <a16:creationId xmlns:a16="http://schemas.microsoft.com/office/drawing/2014/main" id="{9ABF04AA-4EB9-4746-A1BC-8211C7CA1FE3}"/>
                  </a:ext>
                </a:extLst>
              </p:cNvPr>
              <p:cNvSpPr txBox="1"/>
              <p:nvPr/>
            </p:nvSpPr>
            <p:spPr>
              <a:xfrm>
                <a:off x="825328" y="5208549"/>
                <a:ext cx="4046534" cy="1251808"/>
              </a:xfrm>
              <a:prstGeom prst="rect">
                <a:avLst/>
              </a:prstGeom>
              <a:noFill/>
            </p:spPr>
            <p:txBody>
              <a:bodyPr wrap="square" lIns="0" tIns="0" rIns="0" bIns="0" rtlCol="0">
                <a:spAutoFit/>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pt-BR" sz="1500" b="0" i="0" u="none" strike="noStrike" kern="1200" cap="none" spc="0" normalizeH="0" baseline="0" noProof="0">
                    <a:ln>
                      <a:noFill/>
                    </a:ln>
                    <a:solidFill>
                      <a:srgbClr val="071C25"/>
                    </a:solidFill>
                    <a:effectLst/>
                    <a:uLnTx/>
                    <a:uFillTx/>
                    <a:latin typeface="Arial"/>
                    <a:ea typeface="+mn-ea"/>
                    <a:cs typeface="+mn-cs"/>
                  </a:rPr>
                  <a:t>Sistemas de medição e acompanhamento implantados
Avaliações de desempenho prontas e comunicadas
Sistemas de incentivo financeiro acordados</a:t>
                </a:r>
              </a:p>
            </p:txBody>
          </p:sp>
        </p:grpSp>
        <p:cxnSp>
          <p:nvCxnSpPr>
            <p:cNvPr id="57" name="Elbow Connector 60">
              <a:extLst>
                <a:ext uri="{FF2B5EF4-FFF2-40B4-BE49-F238E27FC236}">
                  <a16:creationId xmlns:a16="http://schemas.microsoft.com/office/drawing/2014/main" id="{8F9730C6-7141-44DA-A5AD-20885BA23E9F}"/>
                </a:ext>
              </a:extLst>
            </p:cNvPr>
            <p:cNvCxnSpPr>
              <a:cxnSpLocks/>
              <a:stCxn id="36" idx="0"/>
              <a:endCxn id="43" idx="1"/>
            </p:cNvCxnSpPr>
            <p:nvPr/>
          </p:nvCxnSpPr>
          <p:spPr>
            <a:xfrm rot="5400000" flipH="1" flipV="1">
              <a:off x="6452705" y="447249"/>
              <a:ext cx="681228" cy="2220144"/>
            </a:xfrm>
            <a:prstGeom prst="bentConnector2">
              <a:avLst/>
            </a:prstGeom>
            <a:ln w="19050">
              <a:solidFill>
                <a:schemeClr val="accent1"/>
              </a:solidFill>
              <a:prstDash val="dash"/>
              <a:headEnd type="oval"/>
              <a:tailEnd type="oval"/>
            </a:ln>
          </p:spPr>
          <p:style>
            <a:lnRef idx="1">
              <a:schemeClr val="accent1"/>
            </a:lnRef>
            <a:fillRef idx="0">
              <a:schemeClr val="accent1"/>
            </a:fillRef>
            <a:effectRef idx="0">
              <a:schemeClr val="accent1"/>
            </a:effectRef>
            <a:fontRef idx="minor">
              <a:schemeClr val="tx1"/>
            </a:fontRef>
          </p:style>
        </p:cxnSp>
      </p:grpSp>
      <p:grpSp>
        <p:nvGrpSpPr>
          <p:cNvPr id="59" name="Group 58">
            <a:extLst>
              <a:ext uri="{FF2B5EF4-FFF2-40B4-BE49-F238E27FC236}">
                <a16:creationId xmlns:a16="http://schemas.microsoft.com/office/drawing/2014/main" id="{B4C9120B-7253-41E4-9D09-048143FB6F4B}"/>
              </a:ext>
            </a:extLst>
          </p:cNvPr>
          <p:cNvGrpSpPr/>
          <p:nvPr/>
        </p:nvGrpSpPr>
        <p:grpSpPr>
          <a:xfrm>
            <a:off x="10946103" y="628364"/>
            <a:ext cx="1018356" cy="212366"/>
            <a:chOff x="7722419" y="285750"/>
            <a:chExt cx="1018356" cy="212366"/>
          </a:xfrm>
        </p:grpSpPr>
        <p:sp>
          <p:nvSpPr>
            <p:cNvPr id="60" name="StickerRectangle">
              <a:extLst>
                <a:ext uri="{FF2B5EF4-FFF2-40B4-BE49-F238E27FC236}">
                  <a16:creationId xmlns:a16="http://schemas.microsoft.com/office/drawing/2014/main" id="{90A70576-895A-4B1A-B285-8BADBD0C8F26}"/>
                </a:ext>
              </a:extLst>
            </p:cNvPr>
            <p:cNvSpPr>
              <a:spLocks noChangeArrowheads="1"/>
            </p:cNvSpPr>
            <p:nvPr/>
          </p:nvSpPr>
          <p:spPr bwMode="auto">
            <a:xfrm>
              <a:off x="7722419" y="285750"/>
              <a:ext cx="1018356" cy="212366"/>
            </a:xfrm>
            <a:prstGeom prst="leftRightArrow">
              <a:avLst>
                <a:gd name="adj1" fmla="val 100000"/>
                <a:gd name="adj2"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 tIns="0" rIns="0" bIns="27432">
              <a:spAutoFit/>
            </a:bodyPr>
            <a:lstStyle/>
            <a:p>
              <a:pPr marL="0" marR="0" lvl="0" indent="0" algn="r" defTabSz="895350" rtl="0" eaLnBrk="1" fontAlgn="auto" latinLnBrk="0" hangingPunct="1">
                <a:lnSpc>
                  <a:spcPct val="100000"/>
                </a:lnSpc>
                <a:spcBef>
                  <a:spcPts val="0"/>
                </a:spcBef>
                <a:spcAft>
                  <a:spcPts val="0"/>
                </a:spcAft>
                <a:buClr>
                  <a:srgbClr val="020E66"/>
                </a:buClr>
                <a:buSzTx/>
                <a:buFontTx/>
                <a:buNone/>
                <a:tabLst/>
                <a:defRPr/>
              </a:pPr>
              <a:r>
                <a:rPr kumimoji="0" lang="pt-BR" sz="1200" b="0" i="0" u="none" strike="noStrike" kern="1200" cap="none" spc="0" normalizeH="0" baseline="0" noProof="0">
                  <a:ln>
                    <a:noFill/>
                  </a:ln>
                  <a:solidFill>
                    <a:srgbClr val="808080"/>
                  </a:solidFill>
                  <a:effectLst/>
                  <a:uLnTx/>
                  <a:uFillTx/>
                  <a:latin typeface="Arial"/>
                  <a:ea typeface="+mn-ea"/>
                  <a:cs typeface="+mn-cs"/>
                </a:rPr>
                <a:t>CONCEITUAL</a:t>
              </a:r>
            </a:p>
          </p:txBody>
        </p:sp>
        <p:cxnSp>
          <p:nvCxnSpPr>
            <p:cNvPr id="61" name="AutoShape 31">
              <a:extLst>
                <a:ext uri="{FF2B5EF4-FFF2-40B4-BE49-F238E27FC236}">
                  <a16:creationId xmlns:a16="http://schemas.microsoft.com/office/drawing/2014/main" id="{657E1585-C31D-427E-8360-621BF2249C96}"/>
                </a:ext>
              </a:extLst>
            </p:cNvPr>
            <p:cNvCxnSpPr>
              <a:cxnSpLocks noChangeShapeType="1"/>
              <a:stCxn id="60" idx="2"/>
              <a:endCxn id="60" idx="4"/>
            </p:cNvCxnSpPr>
            <p:nvPr/>
          </p:nvCxnSpPr>
          <p:spPr bwMode="auto">
            <a:xfrm>
              <a:off x="7722419" y="285750"/>
              <a:ext cx="0" cy="212366"/>
            </a:xfrm>
            <a:prstGeom prst="straightConnector1">
              <a:avLst/>
            </a:prstGeom>
            <a:noFill/>
            <a:ln w="9525">
              <a:solidFill>
                <a:srgbClr val="808080"/>
              </a:solidFill>
              <a:round/>
              <a:headEnd/>
              <a:tailEnd/>
            </a:ln>
            <a:extLst>
              <a:ext uri="{909E8E84-426E-40DD-AFC4-6F175D3DCCD1}">
                <a14:hiddenFill xmlns:a14="http://schemas.microsoft.com/office/drawing/2010/main">
                  <a:noFill/>
                </a14:hiddenFill>
              </a:ext>
            </a:extLst>
          </p:spPr>
        </p:cxnSp>
        <p:cxnSp>
          <p:nvCxnSpPr>
            <p:cNvPr id="62" name="AutoShape 32">
              <a:extLst>
                <a:ext uri="{FF2B5EF4-FFF2-40B4-BE49-F238E27FC236}">
                  <a16:creationId xmlns:a16="http://schemas.microsoft.com/office/drawing/2014/main" id="{5872D048-BCFE-4229-BF33-44A44817AEF4}"/>
                </a:ext>
              </a:extLst>
            </p:cNvPr>
            <p:cNvCxnSpPr>
              <a:cxnSpLocks noChangeShapeType="1"/>
              <a:stCxn id="60" idx="4"/>
              <a:endCxn id="60" idx="6"/>
            </p:cNvCxnSpPr>
            <p:nvPr/>
          </p:nvCxnSpPr>
          <p:spPr bwMode="auto">
            <a:xfrm>
              <a:off x="7722419" y="498116"/>
              <a:ext cx="1018356" cy="0"/>
            </a:xfrm>
            <a:prstGeom prst="straightConnector1">
              <a:avLst/>
            </a:prstGeom>
            <a:noFill/>
            <a:ln w="25400">
              <a:solidFill>
                <a:srgbClr val="808080"/>
              </a:solidFill>
              <a:round/>
              <a:headEnd/>
              <a:tailEn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254911902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3B56177-346F-FB44-80A2-02B5AEAE49B0}"/>
              </a:ext>
            </a:extLst>
          </p:cNvPr>
          <p:cNvGraphicFramePr>
            <a:graphicFrameLocks noChangeAspect="1"/>
          </p:cNvGraphicFramePr>
          <p:nvPr>
            <p:custDataLst>
              <p:tags r:id="rId1"/>
            </p:custDataLst>
            <p:extLst>
              <p:ext uri="{D42A27DB-BD31-4B8C-83A1-F6EECF244321}">
                <p14:modId xmlns:p14="http://schemas.microsoft.com/office/powerpoint/2010/main" val="2480977043"/>
              </p:ext>
            </p:extLst>
          </p:nvPr>
        </p:nvGraphicFramePr>
        <p:xfrm>
          <a:off x="2668192" y="858442"/>
          <a:ext cx="1190" cy="1190"/>
        </p:xfrm>
        <a:graphic>
          <a:graphicData uri="http://schemas.openxmlformats.org/presentationml/2006/ole">
            <mc:AlternateContent xmlns:mc="http://schemas.openxmlformats.org/markup-compatibility/2006">
              <mc:Choice xmlns:v="urn:schemas-microsoft-com:vml" Requires="v">
                <p:oleObj name="Slide do think-cell" r:id="rId10" imgW="7772400" imgH="10058400" progId="TCLayout.ActiveDocument.1">
                  <p:embed/>
                </p:oleObj>
              </mc:Choice>
              <mc:Fallback>
                <p:oleObj name="Slide do think-cell" r:id="rId10" imgW="7772400" imgH="10058400" progId="TCLayout.ActiveDocument.1">
                  <p:embed/>
                  <p:pic>
                    <p:nvPicPr>
                      <p:cNvPr id="6" name="Object 5" hidden="1">
                        <a:extLst>
                          <a:ext uri="{FF2B5EF4-FFF2-40B4-BE49-F238E27FC236}">
                            <a16:creationId xmlns:a16="http://schemas.microsoft.com/office/drawing/2014/main" id="{43B56177-346F-FB44-80A2-02B5AEAE49B0}"/>
                          </a:ext>
                        </a:extLst>
                      </p:cNvPr>
                      <p:cNvPicPr/>
                      <p:nvPr/>
                    </p:nvPicPr>
                    <p:blipFill>
                      <a:blip r:embed="rId11"/>
                      <a:stretch>
                        <a:fillRect/>
                      </a:stretch>
                    </p:blipFill>
                    <p:spPr>
                      <a:xfrm>
                        <a:off x="2668192" y="858442"/>
                        <a:ext cx="1190" cy="1190"/>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9F2EBF85-1C20-284D-BDDE-1A2D6D1524F9}"/>
              </a:ext>
            </a:extLst>
          </p:cNvPr>
          <p:cNvSpPr/>
          <p:nvPr>
            <p:custDataLst>
              <p:tags r:id="rId2"/>
            </p:custDataLst>
          </p:nvPr>
        </p:nvSpPr>
        <p:spPr>
          <a:xfrm>
            <a:off x="2667001" y="857251"/>
            <a:ext cx="119063" cy="119063"/>
          </a:xfrm>
          <a:prstGeom prst="rect">
            <a:avLst/>
          </a:prstGeom>
          <a:solidFill>
            <a:schemeClr val="accent2"/>
          </a:solidFill>
          <a:ln w="19050">
            <a:solidFill>
              <a:schemeClr val="accent2"/>
            </a:solidFill>
            <a:miter lim="400000"/>
          </a:ln>
          <a:effectLst/>
        </p:spPr>
        <p:txBody>
          <a:bodyPr vert="horz" wrap="none" lIns="0" tIns="0" rIns="0" bIns="0" numCol="1" spcCol="0" rtlCol="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tabLst/>
              <a:defRPr/>
            </a:pPr>
            <a:endParaRPr kumimoji="0" lang="pt-BR" sz="1600" b="0" i="0" u="none" strike="noStrike" kern="1200" cap="none" spc="0" normalizeH="0" baseline="0" noProof="0">
              <a:ln>
                <a:noFill/>
              </a:ln>
              <a:solidFill>
                <a:prstClr val="white"/>
              </a:solidFill>
              <a:effectLst/>
              <a:uLnTx/>
              <a:uFillTx/>
              <a:latin typeface="Arial" panose="020B0604020202020204" pitchFamily="34" charset="0"/>
              <a:ea typeface="+mn-ea"/>
              <a:cs typeface="+mn-cs"/>
              <a:sym typeface="Arial" panose="020B0604020202020204" pitchFamily="34" charset="0"/>
            </a:endParaRPr>
          </a:p>
        </p:txBody>
      </p:sp>
      <p:sp>
        <p:nvSpPr>
          <p:cNvPr id="3" name="Text Placeholder 2">
            <a:extLst>
              <a:ext uri="{FF2B5EF4-FFF2-40B4-BE49-F238E27FC236}">
                <a16:creationId xmlns:a16="http://schemas.microsoft.com/office/drawing/2014/main" id="{1C48DBD0-AE9E-41A7-91AB-D46EA3DB4687}"/>
              </a:ext>
            </a:extLst>
          </p:cNvPr>
          <p:cNvSpPr>
            <a:spLocks noGrp="1"/>
          </p:cNvSpPr>
          <p:nvPr>
            <p:ph type="body" sz="quarter" idx="17"/>
          </p:nvPr>
        </p:nvSpPr>
        <p:spPr/>
        <p:txBody>
          <a:bodyPr/>
          <a:lstStyle/>
          <a:p>
            <a:fld id="{562DD639-DDC9-4FFA-80B9-F82DF9179033}" type="datetime'Agenda'">
              <a:rPr lang="en-US" altLang="en-US" smtClean="0"/>
              <a:pPr/>
              <a:t>Agenda</a:t>
            </a:fld>
            <a:endParaRPr lang="pt-BR"/>
          </a:p>
        </p:txBody>
      </p:sp>
      <p:sp>
        <p:nvSpPr>
          <p:cNvPr id="2" name="Espaço Reservado para Texto 2">
            <a:hlinkClick r:id="rId12" action="ppaction://hlinksldjump"/>
            <a:extLst>
              <a:ext uri="{FF2B5EF4-FFF2-40B4-BE49-F238E27FC236}">
                <a16:creationId xmlns:a16="http://schemas.microsoft.com/office/drawing/2014/main" id="{BC0066A4-3C78-9111-FDAA-50B341C108D5}"/>
              </a:ext>
            </a:extLst>
          </p:cNvPr>
          <p:cNvSpPr txBox="1">
            <a:spLocks/>
          </p:cNvSpPr>
          <p:nvPr>
            <p:custDataLst>
              <p:tags r:id="rId3"/>
            </p:custDataLst>
          </p:nvPr>
        </p:nvSpPr>
        <p:spPr bwMode="auto">
          <a:xfrm>
            <a:off x="3062288" y="2573338"/>
            <a:ext cx="9129713" cy="541338"/>
          </a:xfrm>
          <a:prstGeom prst="rect">
            <a:avLst/>
          </a:prstGeom>
          <a:noFill/>
          <a:ln w="6350">
            <a:noFill/>
          </a:ln>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xmlns="" w="6350">
                <a:solidFill>
                  <a:schemeClr val="tx1"/>
                </a:solidFill>
              </a14:hiddenLine>
            </a:ext>
          </a:extLst>
        </p:spPr>
        <p:txBody>
          <a:bodyPr vert="horz" wrap="none" lIns="92075" tIns="133350" rIns="0" bIns="133350" numCol="1" spcCol="0" rtlCol="0" anchor="ctr" anchorCtr="0">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4625"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pt-BR" sz="1800" i="0" u="none" strike="noStrike" kern="1200" cap="none" spc="0" normalizeH="0" baseline="0" noProof="0">
                <a:ln>
                  <a:noFill/>
                </a:ln>
                <a:solidFill>
                  <a:schemeClr val="bg1"/>
                </a:solidFill>
                <a:effectLst/>
                <a:uLnTx/>
                <a:uFillTx/>
                <a:latin typeface="Arial"/>
                <a:ea typeface="+mn-ea"/>
                <a:cs typeface="+mn-cs"/>
              </a:rPr>
              <a:t>Nosso entendimento do contexto</a:t>
            </a:r>
          </a:p>
        </p:txBody>
      </p:sp>
      <p:sp>
        <p:nvSpPr>
          <p:cNvPr id="26" name="Espaço Reservado para Texto 2">
            <a:hlinkClick r:id="rId13" action="ppaction://hlinksldjump"/>
            <a:extLst>
              <a:ext uri="{FF2B5EF4-FFF2-40B4-BE49-F238E27FC236}">
                <a16:creationId xmlns:a16="http://schemas.microsoft.com/office/drawing/2014/main" id="{378403C3-5990-A815-8643-26C14CF71ADE}"/>
              </a:ext>
            </a:extLst>
          </p:cNvPr>
          <p:cNvSpPr txBox="1">
            <a:spLocks/>
          </p:cNvSpPr>
          <p:nvPr>
            <p:custDataLst>
              <p:tags r:id="rId4"/>
            </p:custDataLst>
          </p:nvPr>
        </p:nvSpPr>
        <p:spPr bwMode="auto">
          <a:xfrm>
            <a:off x="3062288" y="3114675"/>
            <a:ext cx="9129713" cy="509588"/>
          </a:xfrm>
          <a:prstGeom prst="rect">
            <a:avLst/>
          </a:prstGeom>
          <a:noFill/>
          <a:ln w="6350">
            <a:noFill/>
          </a:ln>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xmlns="" w="6350">
                <a:solidFill>
                  <a:schemeClr val="tx1"/>
                </a:solidFill>
              </a14:hiddenLine>
            </a:ext>
          </a:extLst>
        </p:spPr>
        <p:txBody>
          <a:bodyPr vert="horz" wrap="none" lIns="92075" tIns="131763" rIns="0" bIns="133350" numCol="1" spcCol="0" rtlCol="0" anchor="ctr" anchorCtr="0">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4625"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pt-BR" sz="1600" i="0" u="none" strike="noStrike" kern="1200" cap="none" spc="0" normalizeH="0" baseline="0" noProof="0">
                <a:ln>
                  <a:noFill/>
                </a:ln>
                <a:solidFill>
                  <a:schemeClr val="bg1"/>
                </a:solidFill>
                <a:effectLst/>
                <a:uLnTx/>
                <a:uFillTx/>
                <a:latin typeface="Arial"/>
                <a:ea typeface="+mn-ea"/>
                <a:cs typeface="+mn-cs"/>
              </a:rPr>
              <a:t>Objetivos e produtos finais</a:t>
            </a:r>
          </a:p>
        </p:txBody>
      </p:sp>
      <p:sp>
        <p:nvSpPr>
          <p:cNvPr id="8" name="Espaço Reservado para Texto 2">
            <a:hlinkClick r:id="rId14" action="ppaction://hlinksldjump"/>
            <a:extLst>
              <a:ext uri="{FF2B5EF4-FFF2-40B4-BE49-F238E27FC236}">
                <a16:creationId xmlns:a16="http://schemas.microsoft.com/office/drawing/2014/main" id="{D11F2974-BD75-F329-F93D-F8EB0845621E}"/>
              </a:ext>
            </a:extLst>
          </p:cNvPr>
          <p:cNvSpPr txBox="1">
            <a:spLocks/>
          </p:cNvSpPr>
          <p:nvPr>
            <p:custDataLst>
              <p:tags r:id="rId5"/>
            </p:custDataLst>
          </p:nvPr>
        </p:nvSpPr>
        <p:spPr bwMode="auto">
          <a:xfrm>
            <a:off x="3062288" y="3624264"/>
            <a:ext cx="9129713" cy="511175"/>
          </a:xfrm>
          <a:prstGeom prst="rect">
            <a:avLst/>
          </a:prstGeom>
          <a:noFill/>
          <a:ln w="6350">
            <a:noFill/>
          </a:ln>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xmlns="" w="6350">
                <a:solidFill>
                  <a:schemeClr val="tx1"/>
                </a:solidFill>
              </a14:hiddenLine>
            </a:ext>
          </a:extLst>
        </p:spPr>
        <p:txBody>
          <a:bodyPr vert="horz" wrap="none" lIns="92075" tIns="133350" rIns="0" bIns="133350" numCol="1" spcCol="0" rtlCol="0" anchor="ctr" anchorCtr="0">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4625"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pt-BR" altLang="en-US" sz="1600" i="0" u="none" strike="noStrike" kern="1200" cap="none" spc="0" normalizeH="0" baseline="0" noProof="0">
                <a:ln>
                  <a:noFill/>
                </a:ln>
                <a:solidFill>
                  <a:schemeClr val="bg1"/>
                </a:solidFill>
                <a:effectLst/>
                <a:uLnTx/>
                <a:uFillTx/>
                <a:latin typeface="Arial"/>
                <a:ea typeface="+mn-ea"/>
                <a:cs typeface="+mn-cs"/>
              </a:rPr>
              <a:t>Abordagem metodológica</a:t>
            </a:r>
            <a:endParaRPr kumimoji="0" lang="pt-BR" sz="1600" i="0" u="none" strike="noStrike" kern="1200" cap="none" spc="0" normalizeH="0" baseline="0" noProof="0">
              <a:ln>
                <a:noFill/>
              </a:ln>
              <a:solidFill>
                <a:schemeClr val="bg1"/>
              </a:solidFill>
              <a:effectLst/>
              <a:uLnTx/>
              <a:uFillTx/>
              <a:latin typeface="Arial"/>
              <a:ea typeface="+mn-ea"/>
              <a:cs typeface="+mn-cs"/>
            </a:endParaRPr>
          </a:p>
        </p:txBody>
      </p:sp>
      <p:sp>
        <p:nvSpPr>
          <p:cNvPr id="11" name="Espaço Reservado para Texto 2">
            <a:extLst>
              <a:ext uri="{FF2B5EF4-FFF2-40B4-BE49-F238E27FC236}">
                <a16:creationId xmlns:a16="http://schemas.microsoft.com/office/drawing/2014/main" id="{5A8D29F8-2D3C-B754-5767-BE5988219BFA}"/>
              </a:ext>
            </a:extLst>
          </p:cNvPr>
          <p:cNvSpPr txBox="1">
            <a:spLocks/>
          </p:cNvSpPr>
          <p:nvPr>
            <p:custDataLst>
              <p:tags r:id="rId6"/>
            </p:custDataLst>
          </p:nvPr>
        </p:nvSpPr>
        <p:spPr bwMode="auto">
          <a:xfrm>
            <a:off x="3062288" y="4135438"/>
            <a:ext cx="9129713" cy="509588"/>
          </a:xfrm>
          <a:prstGeom prst="rect">
            <a:avLst/>
          </a:prstGeom>
          <a:solidFill>
            <a:schemeClr val="accent2"/>
          </a:solidFill>
          <a:ln w="6350">
            <a:noFill/>
          </a:ln>
          <a:extLst>
            <a:ext uri="{91240B29-F687-4f45-9708-019B960494DF}">
              <a14:hiddenLine xmlns:a14="http://schemas.microsoft.com/office/drawing/2010/main" xmlns="" w="6350">
                <a:solidFill>
                  <a:schemeClr val="tx1"/>
                </a:solidFill>
              </a14:hiddenLine>
            </a:ext>
          </a:extLst>
        </p:spPr>
        <p:txBody>
          <a:bodyPr vert="horz" wrap="none" lIns="92075" tIns="131763" rIns="0" bIns="133350" numCol="1" spcCol="0" rtlCol="0" anchor="ctr" anchorCtr="0">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4625"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pt-BR" altLang="en-US" sz="1600" b="1" i="0" u="none" strike="noStrike" kern="1200" cap="none" spc="0" normalizeH="0" baseline="0" noProof="0">
                <a:ln>
                  <a:noFill/>
                </a:ln>
                <a:solidFill>
                  <a:schemeClr val="bg1"/>
                </a:solidFill>
                <a:effectLst/>
                <a:uLnTx/>
                <a:uFillTx/>
                <a:latin typeface="Arial"/>
                <a:ea typeface="+mn-ea"/>
                <a:cs typeface="+mn-cs"/>
              </a:rPr>
              <a:t>Organização do projeto</a:t>
            </a:r>
            <a:endParaRPr kumimoji="0" lang="pt-BR" sz="1600" b="1" i="0" u="none" strike="noStrike" kern="1200" cap="none" spc="0" normalizeH="0" baseline="0" noProof="0">
              <a:ln>
                <a:noFill/>
              </a:ln>
              <a:solidFill>
                <a:schemeClr val="bg1"/>
              </a:solidFill>
              <a:effectLst/>
              <a:uLnTx/>
              <a:uFillTx/>
              <a:latin typeface="Arial"/>
              <a:ea typeface="+mn-ea"/>
              <a:cs typeface="+mn-cs"/>
            </a:endParaRPr>
          </a:p>
        </p:txBody>
      </p:sp>
      <p:sp>
        <p:nvSpPr>
          <p:cNvPr id="24" name="Espaço Reservado para Texto 2">
            <a:hlinkClick r:id="rId15" action="ppaction://hlinksldjump"/>
            <a:extLst>
              <a:ext uri="{FF2B5EF4-FFF2-40B4-BE49-F238E27FC236}">
                <a16:creationId xmlns:a16="http://schemas.microsoft.com/office/drawing/2014/main" id="{C5F324B7-A803-3B8C-828D-C39A950512C3}"/>
              </a:ext>
            </a:extLst>
          </p:cNvPr>
          <p:cNvSpPr txBox="1">
            <a:spLocks/>
          </p:cNvSpPr>
          <p:nvPr>
            <p:custDataLst>
              <p:tags r:id="rId7"/>
            </p:custDataLst>
          </p:nvPr>
        </p:nvSpPr>
        <p:spPr bwMode="auto">
          <a:xfrm>
            <a:off x="3062288" y="4645025"/>
            <a:ext cx="9129713" cy="511175"/>
          </a:xfrm>
          <a:prstGeom prst="rect">
            <a:avLst/>
          </a:prstGeom>
          <a:noFill/>
          <a:ln w="6350">
            <a:noFill/>
          </a:ln>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xmlns="" w="6350">
                <a:solidFill>
                  <a:schemeClr val="tx1"/>
                </a:solidFill>
              </a14:hiddenLine>
            </a:ext>
          </a:extLst>
        </p:spPr>
        <p:txBody>
          <a:bodyPr vert="horz" wrap="none" lIns="92075" tIns="133350" rIns="0" bIns="133350" numCol="1" spcCol="0" rtlCol="0" anchor="ctr" anchorCtr="0">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4625"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pt-BR" altLang="en-US" sz="1600" i="0" u="none" strike="noStrike" kern="1200" cap="none" spc="0" normalizeH="0" baseline="0" noProof="0">
                <a:ln>
                  <a:noFill/>
                </a:ln>
                <a:solidFill>
                  <a:schemeClr val="bg1"/>
                </a:solidFill>
                <a:effectLst/>
                <a:uLnTx/>
                <a:uFillTx/>
                <a:latin typeface="Arial"/>
                <a:ea typeface="+mn-ea"/>
                <a:cs typeface="+mn-cs"/>
              </a:rPr>
              <a:t>Estudos de caso em agronegócio</a:t>
            </a:r>
            <a:endParaRPr kumimoji="0" lang="pt-BR" sz="1600" i="0" u="none" strike="noStrike" kern="1200" cap="none" spc="0" normalizeH="0" baseline="0" noProof="0">
              <a:ln>
                <a:noFill/>
              </a:ln>
              <a:solidFill>
                <a:schemeClr val="bg1"/>
              </a:solidFill>
              <a:effectLst/>
              <a:uLnTx/>
              <a:uFillTx/>
              <a:latin typeface="Arial"/>
              <a:ea typeface="+mn-ea"/>
              <a:cs typeface="+mn-cs"/>
            </a:endParaRPr>
          </a:p>
        </p:txBody>
      </p:sp>
      <p:sp>
        <p:nvSpPr>
          <p:cNvPr id="9" name="Espaço Reservado para Texto 2">
            <a:hlinkClick r:id="rId16" action="ppaction://hlinksldjump"/>
            <a:extLst>
              <a:ext uri="{FF2B5EF4-FFF2-40B4-BE49-F238E27FC236}">
                <a16:creationId xmlns:a16="http://schemas.microsoft.com/office/drawing/2014/main" id="{9D966836-F1A1-9900-DF3A-0D751034B795}"/>
              </a:ext>
            </a:extLst>
          </p:cNvPr>
          <p:cNvSpPr txBox="1">
            <a:spLocks/>
          </p:cNvSpPr>
          <p:nvPr>
            <p:custDataLst>
              <p:tags r:id="rId8"/>
            </p:custDataLst>
          </p:nvPr>
        </p:nvSpPr>
        <p:spPr bwMode="auto">
          <a:xfrm>
            <a:off x="3062288" y="5156200"/>
            <a:ext cx="9129713" cy="509588"/>
          </a:xfrm>
          <a:prstGeom prst="rect">
            <a:avLst/>
          </a:prstGeom>
          <a:noFill/>
          <a:ln w="6350">
            <a:noFill/>
          </a:ln>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xmlns="" w="6350">
                <a:solidFill>
                  <a:schemeClr val="tx1"/>
                </a:solidFill>
              </a14:hiddenLine>
            </a:ext>
          </a:extLst>
        </p:spPr>
        <p:txBody>
          <a:bodyPr vert="horz" wrap="none" lIns="92075" tIns="131763" rIns="0" bIns="133350" numCol="1" spcCol="0" rtlCol="0" anchor="ctr" anchorCtr="0">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4625"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pt-BR" altLang="en-US" sz="1600" i="0" u="none" strike="noStrike" kern="1200" cap="none" spc="0" normalizeH="0" baseline="0" noProof="0">
                <a:ln>
                  <a:noFill/>
                </a:ln>
                <a:solidFill>
                  <a:schemeClr val="bg1"/>
                </a:solidFill>
                <a:effectLst/>
                <a:uLnTx/>
                <a:uFillTx/>
                <a:latin typeface="Arial"/>
                <a:ea typeface="+mn-ea"/>
                <a:cs typeface="+mn-cs"/>
              </a:rPr>
              <a:t>Qualificações Mirow &amp; Co.</a:t>
            </a:r>
            <a:endParaRPr kumimoji="0" lang="pt-BR" sz="1600" i="0" u="none" strike="noStrike" kern="1200" cap="none" spc="0" normalizeH="0" baseline="0" noProof="0">
              <a:ln>
                <a:noFill/>
              </a:ln>
              <a:solidFill>
                <a:schemeClr val="bg1"/>
              </a:solidFill>
              <a:effectLst/>
              <a:uLnTx/>
              <a:uFillTx/>
              <a:latin typeface="Arial"/>
              <a:ea typeface="+mn-ea"/>
              <a:cs typeface="+mn-cs"/>
            </a:endParaRPr>
          </a:p>
        </p:txBody>
      </p:sp>
    </p:spTree>
    <p:extLst>
      <p:ext uri="{BB962C8B-B14F-4D97-AF65-F5344CB8AC3E}">
        <p14:creationId xmlns:p14="http://schemas.microsoft.com/office/powerpoint/2010/main" val="246479558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7" name="Objeto 26" hidden="1">
            <a:extLst>
              <a:ext uri="{FF2B5EF4-FFF2-40B4-BE49-F238E27FC236}">
                <a16:creationId xmlns:a16="http://schemas.microsoft.com/office/drawing/2014/main" id="{6CCAD94B-ACCA-4565-AE76-B3B8745CD8D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Slide do think-cell" r:id="rId5" imgW="395" imgH="394" progId="TCLayout.ActiveDocument.1">
                  <p:embed/>
                </p:oleObj>
              </mc:Choice>
              <mc:Fallback>
                <p:oleObj name="Slide do think-cell" r:id="rId5" imgW="395" imgH="394" progId="TCLayout.ActiveDocument.1">
                  <p:embed/>
                  <p:pic>
                    <p:nvPicPr>
                      <p:cNvPr id="27" name="Objeto 26" hidden="1">
                        <a:extLst>
                          <a:ext uri="{FF2B5EF4-FFF2-40B4-BE49-F238E27FC236}">
                            <a16:creationId xmlns:a16="http://schemas.microsoft.com/office/drawing/2014/main" id="{6CCAD94B-ACCA-4565-AE76-B3B8745CD8D5}"/>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6" name="Retângulo 25" hidden="1">
            <a:extLst>
              <a:ext uri="{FF2B5EF4-FFF2-40B4-BE49-F238E27FC236}">
                <a16:creationId xmlns:a16="http://schemas.microsoft.com/office/drawing/2014/main" id="{FB0CE806-1433-4841-88E1-B958BCE6955C}"/>
              </a:ext>
            </a:extLst>
          </p:cNvPr>
          <p:cNvSpPr/>
          <p:nvPr>
            <p:custDataLst>
              <p:tags r:id="rId2"/>
            </p:custDataLst>
          </p:nvPr>
        </p:nvSpPr>
        <p:spPr>
          <a:xfrm>
            <a:off x="0" y="0"/>
            <a:ext cx="158750" cy="158750"/>
          </a:xfrm>
          <a:prstGeom prst="rect">
            <a:avLst/>
          </a:prstGeom>
          <a:solidFill>
            <a:schemeClr val="accent2"/>
          </a:solidFill>
          <a:ln w="19050">
            <a:solidFill>
              <a:schemeClr val="accent2"/>
            </a:solidFill>
            <a:miter lim="400000"/>
          </a:ln>
          <a:effectLst/>
        </p:spPr>
        <p:txBody>
          <a:bodyPr wrap="none" lIns="0" tIns="0" rIns="0" bIns="0" numCol="1" spcCol="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2000" b="1" i="0" u="none" strike="noStrike" kern="1200" cap="none" spc="0" normalizeH="0" baseline="0" noProof="0">
              <a:ln>
                <a:noFill/>
              </a:ln>
              <a:solidFill>
                <a:prstClr val="white"/>
              </a:solidFill>
              <a:effectLst/>
              <a:uLnTx/>
              <a:uFillTx/>
              <a:latin typeface="Arial" panose="020B0604020202020204" pitchFamily="34" charset="0"/>
              <a:ea typeface="+mn-ea"/>
              <a:cs typeface="+mn-cs"/>
              <a:sym typeface="Arial" panose="020B0604020202020204" pitchFamily="34" charset="0"/>
            </a:endParaRPr>
          </a:p>
        </p:txBody>
      </p:sp>
      <p:sp>
        <p:nvSpPr>
          <p:cNvPr id="2" name="Espaço Reservado para Texto 1">
            <a:extLst>
              <a:ext uri="{FF2B5EF4-FFF2-40B4-BE49-F238E27FC236}">
                <a16:creationId xmlns:a16="http://schemas.microsoft.com/office/drawing/2014/main" id="{FBF48078-E539-40B4-AEF7-E1D54D1C1950}"/>
              </a:ext>
            </a:extLst>
          </p:cNvPr>
          <p:cNvSpPr>
            <a:spLocks noGrp="1"/>
          </p:cNvSpPr>
          <p:nvPr>
            <p:ph type="body" sz="quarter" idx="14"/>
          </p:nvPr>
        </p:nvSpPr>
        <p:spPr/>
        <p:txBody>
          <a:bodyPr/>
          <a:lstStyle/>
          <a:p>
            <a:r>
              <a:rPr lang="pt-BR">
                <a:latin typeface="+mj-lt"/>
              </a:rPr>
              <a:t>1. Em tempo parcial. Fonte: Mirow &amp; Co.</a:t>
            </a:r>
          </a:p>
        </p:txBody>
      </p:sp>
      <p:sp>
        <p:nvSpPr>
          <p:cNvPr id="3" name="Título 2">
            <a:extLst>
              <a:ext uri="{FF2B5EF4-FFF2-40B4-BE49-F238E27FC236}">
                <a16:creationId xmlns:a16="http://schemas.microsoft.com/office/drawing/2014/main" id="{EFE6BDBE-608C-4F4F-80A7-B79BBF98A452}"/>
              </a:ext>
            </a:extLst>
          </p:cNvPr>
          <p:cNvSpPr>
            <a:spLocks noGrp="1"/>
          </p:cNvSpPr>
          <p:nvPr>
            <p:ph type="title"/>
          </p:nvPr>
        </p:nvSpPr>
        <p:spPr>
          <a:xfrm>
            <a:off x="478971" y="225177"/>
            <a:ext cx="11485488" cy="307777"/>
          </a:xfrm>
        </p:spPr>
        <p:txBody>
          <a:bodyPr vert="horz"/>
          <a:lstStyle/>
          <a:p>
            <a:r>
              <a:rPr lang="pt-BR">
                <a:latin typeface="+mj-lt"/>
              </a:rPr>
              <a:t>Propomos a seguinte organização e governança para o projeto</a:t>
            </a:r>
          </a:p>
        </p:txBody>
      </p:sp>
      <p:grpSp>
        <p:nvGrpSpPr>
          <p:cNvPr id="4" name="Group 80">
            <a:extLst>
              <a:ext uri="{FF2B5EF4-FFF2-40B4-BE49-F238E27FC236}">
                <a16:creationId xmlns:a16="http://schemas.microsoft.com/office/drawing/2014/main" id="{07569391-628F-EC64-2FBA-3139E68542E2}"/>
              </a:ext>
            </a:extLst>
          </p:cNvPr>
          <p:cNvGrpSpPr/>
          <p:nvPr/>
        </p:nvGrpSpPr>
        <p:grpSpPr>
          <a:xfrm>
            <a:off x="10589274" y="320229"/>
            <a:ext cx="1375185" cy="212725"/>
            <a:chOff x="7365590" y="285750"/>
            <a:chExt cx="1375185" cy="212366"/>
          </a:xfrm>
        </p:grpSpPr>
        <p:sp>
          <p:nvSpPr>
            <p:cNvPr id="11" name="StickerRectangle">
              <a:extLst>
                <a:ext uri="{FF2B5EF4-FFF2-40B4-BE49-F238E27FC236}">
                  <a16:creationId xmlns:a16="http://schemas.microsoft.com/office/drawing/2014/main" id="{BC1573AD-277D-A4AE-7071-601C050FBC04}"/>
                </a:ext>
              </a:extLst>
            </p:cNvPr>
            <p:cNvSpPr>
              <a:spLocks noChangeArrowheads="1"/>
            </p:cNvSpPr>
            <p:nvPr/>
          </p:nvSpPr>
          <p:spPr bwMode="auto">
            <a:xfrm>
              <a:off x="7365590" y="285750"/>
              <a:ext cx="1375185" cy="212008"/>
            </a:xfrm>
            <a:prstGeom prst="leftRightArrow">
              <a:avLst>
                <a:gd name="adj1" fmla="val 100000"/>
                <a:gd name="adj2"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 tIns="0" rIns="0" bIns="27432">
              <a:spAutoFit/>
            </a:bodyPr>
            <a:lstStyle/>
            <a:p>
              <a:pPr marL="0" marR="0" lvl="0" indent="0" algn="r" defTabSz="895350" rtl="0" eaLnBrk="1" fontAlgn="auto" latinLnBrk="0" hangingPunct="1">
                <a:lnSpc>
                  <a:spcPct val="100000"/>
                </a:lnSpc>
                <a:spcBef>
                  <a:spcPts val="0"/>
                </a:spcBef>
                <a:spcAft>
                  <a:spcPts val="0"/>
                </a:spcAft>
                <a:buClr>
                  <a:srgbClr val="020E66"/>
                </a:buClr>
                <a:buSzTx/>
                <a:buFontTx/>
                <a:buNone/>
                <a:tabLst/>
                <a:defRPr/>
              </a:pPr>
              <a:r>
                <a:rPr kumimoji="0" lang="pt-BR" sz="1200" b="0" i="0" u="none" strike="noStrike" kern="1200" cap="none" spc="0" normalizeH="0" baseline="0" noProof="0">
                  <a:ln>
                    <a:noFill/>
                  </a:ln>
                  <a:solidFill>
                    <a:srgbClr val="808080"/>
                  </a:solidFill>
                  <a:effectLst/>
                  <a:uLnTx/>
                  <a:uFillTx/>
                  <a:latin typeface="Arial"/>
                  <a:ea typeface="+mn-ea"/>
                  <a:cs typeface="+mn-cs"/>
                </a:rPr>
                <a:t>PARA DISCUSSÃO</a:t>
              </a:r>
            </a:p>
          </p:txBody>
        </p:sp>
        <p:cxnSp>
          <p:nvCxnSpPr>
            <p:cNvPr id="12" name="AutoShape 31">
              <a:extLst>
                <a:ext uri="{FF2B5EF4-FFF2-40B4-BE49-F238E27FC236}">
                  <a16:creationId xmlns:a16="http://schemas.microsoft.com/office/drawing/2014/main" id="{FAADC44A-3616-DD28-3DCF-22CA5928F86E}"/>
                </a:ext>
              </a:extLst>
            </p:cNvPr>
            <p:cNvCxnSpPr>
              <a:cxnSpLocks noChangeShapeType="1"/>
              <a:stCxn id="11" idx="2"/>
              <a:endCxn id="11" idx="4"/>
            </p:cNvCxnSpPr>
            <p:nvPr/>
          </p:nvCxnSpPr>
          <p:spPr bwMode="auto">
            <a:xfrm>
              <a:off x="7365590" y="285750"/>
              <a:ext cx="0" cy="212366"/>
            </a:xfrm>
            <a:prstGeom prst="straightConnector1">
              <a:avLst/>
            </a:prstGeom>
            <a:noFill/>
            <a:ln w="9525">
              <a:solidFill>
                <a:srgbClr val="808080"/>
              </a:solidFill>
              <a:round/>
              <a:headEnd/>
              <a:tailEnd/>
            </a:ln>
            <a:extLst>
              <a:ext uri="{909E8E84-426E-40DD-AFC4-6F175D3DCCD1}">
                <a14:hiddenFill xmlns:a14="http://schemas.microsoft.com/office/drawing/2010/main">
                  <a:noFill/>
                </a14:hiddenFill>
              </a:ext>
            </a:extLst>
          </p:spPr>
        </p:cxnSp>
        <p:cxnSp>
          <p:nvCxnSpPr>
            <p:cNvPr id="13" name="AutoShape 32">
              <a:extLst>
                <a:ext uri="{FF2B5EF4-FFF2-40B4-BE49-F238E27FC236}">
                  <a16:creationId xmlns:a16="http://schemas.microsoft.com/office/drawing/2014/main" id="{BE6A9F22-C216-16D2-EBCE-5D4A7FDD58B7}"/>
                </a:ext>
              </a:extLst>
            </p:cNvPr>
            <p:cNvCxnSpPr>
              <a:cxnSpLocks noChangeShapeType="1"/>
              <a:stCxn id="11" idx="4"/>
              <a:endCxn id="11" idx="6"/>
            </p:cNvCxnSpPr>
            <p:nvPr/>
          </p:nvCxnSpPr>
          <p:spPr bwMode="auto">
            <a:xfrm>
              <a:off x="7365590" y="497758"/>
              <a:ext cx="1375185" cy="0"/>
            </a:xfrm>
            <a:prstGeom prst="straightConnector1">
              <a:avLst/>
            </a:prstGeom>
            <a:noFill/>
            <a:ln w="25400">
              <a:solidFill>
                <a:srgbClr val="808080"/>
              </a:solidFill>
              <a:round/>
              <a:headEnd/>
              <a:tailEnd/>
            </a:ln>
            <a:extLst>
              <a:ext uri="{909E8E84-426E-40DD-AFC4-6F175D3DCCD1}">
                <a14:hiddenFill xmlns:a14="http://schemas.microsoft.com/office/drawing/2010/main">
                  <a:noFill/>
                </a14:hiddenFill>
              </a:ext>
            </a:extLst>
          </p:spPr>
        </p:cxnSp>
      </p:grpSp>
      <p:sp>
        <p:nvSpPr>
          <p:cNvPr id="58" name="Rectangle 34">
            <a:extLst>
              <a:ext uri="{FF2B5EF4-FFF2-40B4-BE49-F238E27FC236}">
                <a16:creationId xmlns:a16="http://schemas.microsoft.com/office/drawing/2014/main" id="{99F6E62C-AC77-4B46-85CD-04D4CFCCBF27}"/>
              </a:ext>
            </a:extLst>
          </p:cNvPr>
          <p:cNvSpPr>
            <a:spLocks noChangeArrowheads="1"/>
          </p:cNvSpPr>
          <p:nvPr/>
        </p:nvSpPr>
        <p:spPr bwMode="auto">
          <a:xfrm>
            <a:off x="8104206" y="1301180"/>
            <a:ext cx="3455767" cy="80021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lIns="0" tIns="0" rIns="0" bIns="0">
            <a:spAutoFit/>
          </a:bodyPr>
          <a:lstStyle/>
          <a:p>
            <a:pPr marL="195263" marR="0" lvl="1" indent="-195263" algn="l" defTabSz="913429" rtl="0" eaLnBrk="1" fontAlgn="auto" latinLnBrk="0" hangingPunct="1">
              <a:lnSpc>
                <a:spcPct val="100000"/>
              </a:lnSpc>
              <a:spcBef>
                <a:spcPts val="0"/>
              </a:spcBef>
              <a:spcAft>
                <a:spcPts val="0"/>
              </a:spcAft>
              <a:buClrTx/>
              <a:buSzPct val="100000"/>
              <a:buFont typeface="Wingdings" panose="05000000000000000000" pitchFamily="2" charset="2"/>
              <a:buChar char="§"/>
              <a:tabLst/>
              <a:defRPr/>
            </a:pPr>
            <a:r>
              <a:rPr kumimoji="0" lang="pt-BR" sz="1300" b="0" i="0" u="none" strike="noStrike" kern="1200" cap="none" spc="0" normalizeH="0" baseline="0" noProof="0">
                <a:ln>
                  <a:noFill/>
                </a:ln>
                <a:solidFill>
                  <a:srgbClr val="000000"/>
                </a:solidFill>
                <a:effectLst/>
                <a:uLnTx/>
                <a:uFillTx/>
                <a:latin typeface="Arial"/>
                <a:ea typeface="+mn-ea"/>
                <a:cs typeface="Raavi" panose="020B0502040204020203" pitchFamily="34" charset="0"/>
              </a:rPr>
              <a:t>Garante andamento</a:t>
            </a:r>
          </a:p>
          <a:p>
            <a:pPr marL="195263" marR="0" lvl="1" indent="-195263" algn="l" defTabSz="913429" rtl="0" eaLnBrk="1" fontAlgn="auto" latinLnBrk="0" hangingPunct="1">
              <a:lnSpc>
                <a:spcPct val="100000"/>
              </a:lnSpc>
              <a:spcBef>
                <a:spcPts val="0"/>
              </a:spcBef>
              <a:spcAft>
                <a:spcPts val="0"/>
              </a:spcAft>
              <a:buClrTx/>
              <a:buSzPct val="100000"/>
              <a:buFont typeface="Wingdings" panose="05000000000000000000" pitchFamily="2" charset="2"/>
              <a:buChar char="§"/>
              <a:tabLst/>
              <a:defRPr/>
            </a:pPr>
            <a:r>
              <a:rPr kumimoji="0" lang="pt-BR" sz="1300" b="0" i="0" u="none" strike="noStrike" kern="1200" cap="none" spc="0" normalizeH="0" baseline="0" noProof="0">
                <a:ln>
                  <a:noFill/>
                </a:ln>
                <a:solidFill>
                  <a:srgbClr val="000000"/>
                </a:solidFill>
                <a:effectLst/>
                <a:uLnTx/>
                <a:uFillTx/>
                <a:latin typeface="Arial"/>
                <a:ea typeface="+mn-ea"/>
                <a:cs typeface="Raavi" panose="020B0502040204020203" pitchFamily="34" charset="0"/>
              </a:rPr>
              <a:t>Guia e avalia progresso</a:t>
            </a:r>
          </a:p>
          <a:p>
            <a:pPr marL="195263" marR="0" lvl="1" indent="-195263" algn="l" defTabSz="913429" rtl="0" eaLnBrk="1" fontAlgn="auto" latinLnBrk="0" hangingPunct="1">
              <a:lnSpc>
                <a:spcPct val="100000"/>
              </a:lnSpc>
              <a:spcBef>
                <a:spcPts val="0"/>
              </a:spcBef>
              <a:spcAft>
                <a:spcPts val="0"/>
              </a:spcAft>
              <a:buClrTx/>
              <a:buSzPct val="100000"/>
              <a:buFont typeface="Wingdings" panose="05000000000000000000" pitchFamily="2" charset="2"/>
              <a:buChar char="§"/>
              <a:tabLst/>
              <a:defRPr/>
            </a:pPr>
            <a:r>
              <a:rPr kumimoji="0" lang="pt-BR" sz="1300" b="0" i="0" u="none" strike="noStrike" kern="1200" cap="none" spc="0" normalizeH="0" baseline="0" noProof="0">
                <a:ln>
                  <a:noFill/>
                </a:ln>
                <a:solidFill>
                  <a:srgbClr val="000000"/>
                </a:solidFill>
                <a:effectLst/>
                <a:uLnTx/>
                <a:uFillTx/>
                <a:latin typeface="Arial"/>
                <a:ea typeface="+mn-ea"/>
                <a:cs typeface="Raavi" panose="020B0502040204020203" pitchFamily="34" charset="0"/>
              </a:rPr>
              <a:t>Toma decisões críticas</a:t>
            </a:r>
          </a:p>
          <a:p>
            <a:pPr marL="195263" marR="0" lvl="1" indent="-195263" algn="l" defTabSz="913429" rtl="0" eaLnBrk="1" fontAlgn="auto" latinLnBrk="0" hangingPunct="1">
              <a:lnSpc>
                <a:spcPct val="100000"/>
              </a:lnSpc>
              <a:spcBef>
                <a:spcPts val="0"/>
              </a:spcBef>
              <a:spcAft>
                <a:spcPts val="0"/>
              </a:spcAft>
              <a:buClrTx/>
              <a:buSzPct val="100000"/>
              <a:buFont typeface="Wingdings" panose="05000000000000000000" pitchFamily="2" charset="2"/>
              <a:buChar char="§"/>
              <a:tabLst/>
              <a:defRPr/>
            </a:pPr>
            <a:r>
              <a:rPr kumimoji="0" lang="pt-BR" sz="1300" b="0" i="0" u="none" strike="noStrike" kern="1200" cap="none" spc="0" normalizeH="0" baseline="0" noProof="0">
                <a:ln>
                  <a:noFill/>
                </a:ln>
                <a:solidFill>
                  <a:srgbClr val="000000"/>
                </a:solidFill>
                <a:effectLst/>
                <a:uLnTx/>
                <a:uFillTx/>
                <a:latin typeface="Arial"/>
                <a:ea typeface="+mn-ea"/>
                <a:cs typeface="Raavi" panose="020B0502040204020203" pitchFamily="34" charset="0"/>
              </a:rPr>
              <a:t>Elimina potenciais gargalos</a:t>
            </a:r>
          </a:p>
        </p:txBody>
      </p:sp>
      <p:cxnSp>
        <p:nvCxnSpPr>
          <p:cNvPr id="59" name="Elbow Connector 8">
            <a:extLst>
              <a:ext uri="{FF2B5EF4-FFF2-40B4-BE49-F238E27FC236}">
                <a16:creationId xmlns:a16="http://schemas.microsoft.com/office/drawing/2014/main" id="{101C3A51-D830-4A4F-95F2-4E6B3B1D44F9}"/>
              </a:ext>
            </a:extLst>
          </p:cNvPr>
          <p:cNvCxnSpPr>
            <a:cxnSpLocks/>
            <a:stCxn id="61" idx="2"/>
            <a:endCxn id="65" idx="0"/>
          </p:cNvCxnSpPr>
          <p:nvPr/>
        </p:nvCxnSpPr>
        <p:spPr bwMode="auto">
          <a:xfrm rot="5400000">
            <a:off x="3861021" y="526198"/>
            <a:ext cx="335779" cy="4134180"/>
          </a:xfrm>
          <a:prstGeom prst="bentConnector3">
            <a:avLst>
              <a:gd name="adj1" fmla="val 50000"/>
            </a:avLst>
          </a:prstGeom>
          <a:solidFill>
            <a:schemeClr val="accent1"/>
          </a:solidFill>
          <a:ln w="19050" cap="flat" cmpd="sng" algn="ctr">
            <a:solidFill>
              <a:schemeClr val="accent6"/>
            </a:solidFill>
            <a:prstDash val="solid"/>
            <a:round/>
            <a:headEnd type="none" w="med" len="med"/>
            <a:tailEnd type="none" w="med" len="med"/>
          </a:ln>
          <a:effectLst/>
        </p:spPr>
      </p:cxnSp>
      <p:cxnSp>
        <p:nvCxnSpPr>
          <p:cNvPr id="60" name="Elbow Connector 8">
            <a:extLst>
              <a:ext uri="{FF2B5EF4-FFF2-40B4-BE49-F238E27FC236}">
                <a16:creationId xmlns:a16="http://schemas.microsoft.com/office/drawing/2014/main" id="{FB75F35E-704F-43A9-99EA-AA52E3F5D05C}"/>
              </a:ext>
            </a:extLst>
          </p:cNvPr>
          <p:cNvCxnSpPr>
            <a:cxnSpLocks/>
            <a:stCxn id="61" idx="2"/>
            <a:endCxn id="72" idx="0"/>
          </p:cNvCxnSpPr>
          <p:nvPr/>
        </p:nvCxnSpPr>
        <p:spPr bwMode="auto">
          <a:xfrm rot="16200000" flipH="1">
            <a:off x="7995200" y="526199"/>
            <a:ext cx="335781" cy="4134180"/>
          </a:xfrm>
          <a:prstGeom prst="bentConnector3">
            <a:avLst>
              <a:gd name="adj1" fmla="val 50000"/>
            </a:avLst>
          </a:prstGeom>
          <a:solidFill>
            <a:schemeClr val="accent1"/>
          </a:solidFill>
          <a:ln w="19050" cap="flat" cmpd="sng" algn="ctr">
            <a:solidFill>
              <a:schemeClr val="accent6"/>
            </a:solidFill>
            <a:prstDash val="solid"/>
            <a:round/>
            <a:headEnd type="none" w="med" len="med"/>
            <a:tailEnd type="none" w="med" len="med"/>
          </a:ln>
          <a:effectLst/>
        </p:spPr>
      </p:cxnSp>
      <p:sp>
        <p:nvSpPr>
          <p:cNvPr id="61" name="Rectangle 7">
            <a:extLst>
              <a:ext uri="{FF2B5EF4-FFF2-40B4-BE49-F238E27FC236}">
                <a16:creationId xmlns:a16="http://schemas.microsoft.com/office/drawing/2014/main" id="{82FA9E98-A02B-4E9C-8508-1712B464339C}"/>
              </a:ext>
            </a:extLst>
          </p:cNvPr>
          <p:cNvSpPr>
            <a:spLocks noChangeArrowheads="1"/>
          </p:cNvSpPr>
          <p:nvPr/>
        </p:nvSpPr>
        <p:spPr bwMode="gray">
          <a:xfrm>
            <a:off x="4261834" y="1237399"/>
            <a:ext cx="3668332" cy="1188000"/>
          </a:xfrm>
          <a:prstGeom prst="rect">
            <a:avLst/>
          </a:prstGeom>
          <a:solidFill>
            <a:schemeClr val="bg1"/>
          </a:solidFill>
          <a:ln w="127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300" b="1" i="0" u="none" strike="noStrike" kern="1200" cap="none" spc="0" normalizeH="0" baseline="0" noProof="0">
              <a:ln>
                <a:noFill/>
              </a:ln>
              <a:solidFill>
                <a:srgbClr val="073E87"/>
              </a:solidFill>
              <a:effectLst/>
              <a:uLnTx/>
              <a:uFillTx/>
              <a:latin typeface="Arial"/>
              <a:ea typeface="+mn-ea"/>
              <a:cs typeface="Raavi" panose="020B0502040204020203" pitchFamily="34" charset="0"/>
            </a:endParaRPr>
          </a:p>
        </p:txBody>
      </p:sp>
      <p:sp>
        <p:nvSpPr>
          <p:cNvPr id="62" name="Rectangle 23">
            <a:extLst>
              <a:ext uri="{FF2B5EF4-FFF2-40B4-BE49-F238E27FC236}">
                <a16:creationId xmlns:a16="http://schemas.microsoft.com/office/drawing/2014/main" id="{EDE464E4-08DF-49C8-9DD7-7C617B403F2D}"/>
              </a:ext>
            </a:extLst>
          </p:cNvPr>
          <p:cNvSpPr>
            <a:spLocks noChangeArrowheads="1"/>
          </p:cNvSpPr>
          <p:nvPr/>
        </p:nvSpPr>
        <p:spPr bwMode="gray">
          <a:xfrm>
            <a:off x="4261756" y="867750"/>
            <a:ext cx="3668488" cy="360000"/>
          </a:xfrm>
          <a:prstGeom prst="rect">
            <a:avLst/>
          </a:prstGeom>
          <a:solidFill>
            <a:schemeClr val="accent2"/>
          </a:solidFill>
          <a:ln w="127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36000" rIns="180000" bIns="36000" numCol="1" spcCol="0" rtlCol="0" fromWordArt="0" anchor="ctr" anchorCtr="0" forceAA="0" compatLnSpc="1">
            <a:prstTxWarp prst="textNoShape">
              <a:avLst/>
            </a:prstTxWarp>
            <a:noAutofit/>
          </a:bodyPr>
          <a:lstStyle/>
          <a:p>
            <a:pPr marL="0" marR="0" lvl="0" indent="0" algn="l" defTabSz="913526" rtl="0" eaLnBrk="1" fontAlgn="auto" latinLnBrk="0" hangingPunct="1">
              <a:lnSpc>
                <a:spcPct val="100000"/>
              </a:lnSpc>
              <a:spcBef>
                <a:spcPts val="0"/>
              </a:spcBef>
              <a:spcAft>
                <a:spcPts val="0"/>
              </a:spcAft>
              <a:buClrTx/>
              <a:buSzTx/>
              <a:buFontTx/>
              <a:buNone/>
              <a:tabLst/>
              <a:defRPr/>
            </a:pPr>
            <a:r>
              <a:rPr kumimoji="0" lang="pt-BR" sz="1300" b="1" i="0" u="none" strike="noStrike" kern="1200" cap="none" spc="0" normalizeH="0" baseline="0" noProof="0">
                <a:ln>
                  <a:noFill/>
                </a:ln>
                <a:solidFill>
                  <a:prstClr val="white"/>
                </a:solidFill>
                <a:effectLst/>
                <a:uLnTx/>
                <a:uFillTx/>
                <a:latin typeface="Arial"/>
                <a:ea typeface="+mn-ea"/>
                <a:cs typeface="Raavi" panose="020B0502040204020203" pitchFamily="34" charset="0"/>
              </a:rPr>
              <a:t>Comitê executivo</a:t>
            </a:r>
          </a:p>
        </p:txBody>
      </p:sp>
      <p:sp>
        <p:nvSpPr>
          <p:cNvPr id="63" name="Rectangle 26">
            <a:extLst>
              <a:ext uri="{FF2B5EF4-FFF2-40B4-BE49-F238E27FC236}">
                <a16:creationId xmlns:a16="http://schemas.microsoft.com/office/drawing/2014/main" id="{9FB10D6B-FB4E-4064-8E21-66DB4685B311}"/>
              </a:ext>
            </a:extLst>
          </p:cNvPr>
          <p:cNvSpPr>
            <a:spLocks noChangeArrowheads="1"/>
          </p:cNvSpPr>
          <p:nvPr/>
        </p:nvSpPr>
        <p:spPr bwMode="gray">
          <a:xfrm>
            <a:off x="4461992" y="1301180"/>
            <a:ext cx="3218400" cy="20005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lIns="0" tIns="0" rIns="0" bIns="0" numCol="1">
            <a:spAutoFit/>
          </a:bodyPr>
          <a:lstStyle/>
          <a:p>
            <a:pPr marL="195263" marR="0" lvl="1" indent="-195263" algn="l" defTabSz="913526" rtl="0" eaLnBrk="1" fontAlgn="auto" latinLnBrk="0" hangingPunct="1">
              <a:lnSpc>
                <a:spcPct val="100000"/>
              </a:lnSpc>
              <a:spcBef>
                <a:spcPts val="0"/>
              </a:spcBef>
              <a:spcAft>
                <a:spcPts val="0"/>
              </a:spcAft>
              <a:buClrTx/>
              <a:buSzPct val="100000"/>
              <a:buFont typeface="Wingdings" panose="05000000000000000000" pitchFamily="2" charset="2"/>
              <a:buChar char="§"/>
              <a:tabLst/>
              <a:defRPr/>
            </a:pPr>
            <a:r>
              <a:rPr kumimoji="0" lang="pt-BR" sz="1300" b="0" i="0" u="none" strike="noStrike" kern="1200" cap="none" spc="0" normalizeH="0" baseline="0" noProof="0">
                <a:ln>
                  <a:noFill/>
                </a:ln>
                <a:solidFill>
                  <a:srgbClr val="000000"/>
                </a:solidFill>
                <a:effectLst/>
                <a:uLnTx/>
                <a:uFillTx/>
                <a:latin typeface="Arial"/>
                <a:ea typeface="+mn-ea"/>
                <a:cs typeface="Raavi" panose="020B0502040204020203" pitchFamily="34" charset="0"/>
              </a:rPr>
              <a:t>TBD</a:t>
            </a:r>
          </a:p>
        </p:txBody>
      </p:sp>
      <p:cxnSp>
        <p:nvCxnSpPr>
          <p:cNvPr id="64" name="Elbow Connector 6">
            <a:extLst>
              <a:ext uri="{FF2B5EF4-FFF2-40B4-BE49-F238E27FC236}">
                <a16:creationId xmlns:a16="http://schemas.microsoft.com/office/drawing/2014/main" id="{F9FE8A55-5C1E-440D-BF22-71E25ABB9BF1}"/>
              </a:ext>
            </a:extLst>
          </p:cNvPr>
          <p:cNvCxnSpPr>
            <a:cxnSpLocks/>
            <a:stCxn id="61" idx="2"/>
            <a:endCxn id="69" idx="0"/>
          </p:cNvCxnSpPr>
          <p:nvPr/>
        </p:nvCxnSpPr>
        <p:spPr bwMode="auto">
          <a:xfrm>
            <a:off x="6096000" y="2425399"/>
            <a:ext cx="0" cy="335781"/>
          </a:xfrm>
          <a:prstGeom prst="straightConnector1">
            <a:avLst/>
          </a:prstGeom>
          <a:solidFill>
            <a:schemeClr val="accent1"/>
          </a:solidFill>
          <a:ln w="19050" cap="flat" cmpd="sng" algn="ctr">
            <a:solidFill>
              <a:schemeClr val="accent6"/>
            </a:solidFill>
            <a:prstDash val="solid"/>
            <a:round/>
            <a:headEnd type="none" w="med" len="med"/>
            <a:tailEnd type="none" w="med" len="med"/>
          </a:ln>
          <a:effectLst/>
        </p:spPr>
      </p:cxnSp>
      <p:sp>
        <p:nvSpPr>
          <p:cNvPr id="65" name="Rectangle 10">
            <a:extLst>
              <a:ext uri="{FF2B5EF4-FFF2-40B4-BE49-F238E27FC236}">
                <a16:creationId xmlns:a16="http://schemas.microsoft.com/office/drawing/2014/main" id="{237D5554-85CA-4365-8A4C-066B788EE4E2}"/>
              </a:ext>
            </a:extLst>
          </p:cNvPr>
          <p:cNvSpPr>
            <a:spLocks noChangeArrowheads="1"/>
          </p:cNvSpPr>
          <p:nvPr/>
        </p:nvSpPr>
        <p:spPr bwMode="gray">
          <a:xfrm>
            <a:off x="251820" y="2761178"/>
            <a:ext cx="3420000" cy="2268000"/>
          </a:xfrm>
          <a:prstGeom prst="rect">
            <a:avLst/>
          </a:prstGeom>
          <a:solidFill>
            <a:schemeClr val="bg1"/>
          </a:solidFill>
          <a:ln w="127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300" b="1" i="0" u="none" strike="noStrike" kern="1200" cap="none" spc="0" normalizeH="0" baseline="0" noProof="0">
              <a:ln>
                <a:noFill/>
              </a:ln>
              <a:solidFill>
                <a:srgbClr val="073E87"/>
              </a:solidFill>
              <a:effectLst/>
              <a:uLnTx/>
              <a:uFillTx/>
              <a:latin typeface="Arial"/>
              <a:ea typeface="+mn-ea"/>
              <a:cs typeface="Raavi" panose="020B0502040204020203" pitchFamily="34" charset="0"/>
            </a:endParaRPr>
          </a:p>
        </p:txBody>
      </p:sp>
      <p:sp>
        <p:nvSpPr>
          <p:cNvPr id="66" name="Rectangle 62">
            <a:extLst>
              <a:ext uri="{FF2B5EF4-FFF2-40B4-BE49-F238E27FC236}">
                <a16:creationId xmlns:a16="http://schemas.microsoft.com/office/drawing/2014/main" id="{FBEDDD4E-CCC3-4AA7-8275-E97DEE100655}"/>
              </a:ext>
            </a:extLst>
          </p:cNvPr>
          <p:cNvSpPr>
            <a:spLocks noChangeArrowheads="1"/>
          </p:cNvSpPr>
          <p:nvPr/>
        </p:nvSpPr>
        <p:spPr bwMode="gray">
          <a:xfrm>
            <a:off x="251820" y="2761180"/>
            <a:ext cx="3420000" cy="360000"/>
          </a:xfrm>
          <a:prstGeom prst="rect">
            <a:avLst/>
          </a:prstGeom>
          <a:solidFill>
            <a:schemeClr val="accent2"/>
          </a:solidFill>
          <a:ln w="127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36000" rIns="180000" bIns="36000" numCol="1" spcCol="0" rtlCol="0" fromWordArt="0" anchor="ctr" anchorCtr="0" forceAA="0" compatLnSpc="1">
            <a:prstTxWarp prst="textNoShape">
              <a:avLst/>
            </a:prstTxWarp>
            <a:noAutofit/>
          </a:bodyPr>
          <a:lstStyle/>
          <a:p>
            <a:pPr marL="0" marR="0" lvl="0" indent="0" algn="l" defTabSz="913526" rtl="0" eaLnBrk="1" fontAlgn="auto" latinLnBrk="0" hangingPunct="1">
              <a:lnSpc>
                <a:spcPct val="100000"/>
              </a:lnSpc>
              <a:spcBef>
                <a:spcPts val="0"/>
              </a:spcBef>
              <a:spcAft>
                <a:spcPts val="0"/>
              </a:spcAft>
              <a:buClrTx/>
              <a:buSzTx/>
              <a:buFontTx/>
              <a:buNone/>
              <a:tabLst/>
              <a:defRPr/>
            </a:pPr>
            <a:r>
              <a:rPr kumimoji="0" lang="pt-BR" sz="1300" b="1" i="0" u="none" strike="noStrike" kern="1200" cap="none" spc="0" normalizeH="0" baseline="0" noProof="0">
                <a:ln>
                  <a:noFill/>
                </a:ln>
                <a:solidFill>
                  <a:prstClr val="white"/>
                </a:solidFill>
                <a:effectLst/>
                <a:uLnTx/>
                <a:uFillTx/>
                <a:latin typeface="Arial"/>
                <a:ea typeface="+mn-ea"/>
                <a:cs typeface="Raavi" panose="020B0502040204020203" pitchFamily="34" charset="0"/>
              </a:rPr>
              <a:t>Outras áreas da Morro Verde</a:t>
            </a:r>
          </a:p>
        </p:txBody>
      </p:sp>
      <p:sp>
        <p:nvSpPr>
          <p:cNvPr id="68" name="Rectangle 10">
            <a:extLst>
              <a:ext uri="{FF2B5EF4-FFF2-40B4-BE49-F238E27FC236}">
                <a16:creationId xmlns:a16="http://schemas.microsoft.com/office/drawing/2014/main" id="{F7E0B583-0C3B-4C49-A8DD-D43C5CA3E2F7}"/>
              </a:ext>
            </a:extLst>
          </p:cNvPr>
          <p:cNvSpPr>
            <a:spLocks noChangeArrowheads="1"/>
          </p:cNvSpPr>
          <p:nvPr/>
        </p:nvSpPr>
        <p:spPr bwMode="gray">
          <a:xfrm>
            <a:off x="3864000" y="2761178"/>
            <a:ext cx="4464000" cy="2268000"/>
          </a:xfrm>
          <a:prstGeom prst="rect">
            <a:avLst/>
          </a:prstGeom>
          <a:solidFill>
            <a:schemeClr val="bg1"/>
          </a:solidFill>
          <a:ln w="127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300" b="1" i="0" u="none" strike="noStrike" kern="1200" cap="none" spc="0" normalizeH="0" baseline="0" noProof="0">
              <a:ln>
                <a:noFill/>
              </a:ln>
              <a:solidFill>
                <a:srgbClr val="073E87"/>
              </a:solidFill>
              <a:effectLst/>
              <a:uLnTx/>
              <a:uFillTx/>
              <a:latin typeface="Arial"/>
              <a:ea typeface="+mn-ea"/>
              <a:cs typeface="Raavi" panose="020B0502040204020203" pitchFamily="34" charset="0"/>
            </a:endParaRPr>
          </a:p>
        </p:txBody>
      </p:sp>
      <p:sp>
        <p:nvSpPr>
          <p:cNvPr id="69" name="Rectangle 62">
            <a:extLst>
              <a:ext uri="{FF2B5EF4-FFF2-40B4-BE49-F238E27FC236}">
                <a16:creationId xmlns:a16="http://schemas.microsoft.com/office/drawing/2014/main" id="{AB384ADA-1784-45D5-A584-F70C00701E5B}"/>
              </a:ext>
            </a:extLst>
          </p:cNvPr>
          <p:cNvSpPr>
            <a:spLocks noChangeArrowheads="1"/>
          </p:cNvSpPr>
          <p:nvPr/>
        </p:nvSpPr>
        <p:spPr bwMode="gray">
          <a:xfrm>
            <a:off x="3864000" y="2761180"/>
            <a:ext cx="4464000" cy="360000"/>
          </a:xfrm>
          <a:prstGeom prst="rect">
            <a:avLst/>
          </a:prstGeom>
          <a:solidFill>
            <a:schemeClr val="accent2"/>
          </a:solidFill>
          <a:ln w="127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36000" rIns="180000" bIns="360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300" b="1" i="0" u="none" strike="noStrike" kern="1200" cap="none" spc="0" normalizeH="0" baseline="0" noProof="0">
                <a:ln>
                  <a:noFill/>
                </a:ln>
                <a:solidFill>
                  <a:prstClr val="white"/>
                </a:solidFill>
                <a:effectLst/>
                <a:uLnTx/>
                <a:uFillTx/>
                <a:latin typeface="Arial"/>
                <a:ea typeface="+mn-ea"/>
                <a:cs typeface="Raavi" panose="020B0502040204020203" pitchFamily="34" charset="0"/>
              </a:rPr>
              <a:t>Equipe de projeto</a:t>
            </a:r>
          </a:p>
        </p:txBody>
      </p:sp>
      <p:sp>
        <p:nvSpPr>
          <p:cNvPr id="71" name="Rectangle 10">
            <a:extLst>
              <a:ext uri="{FF2B5EF4-FFF2-40B4-BE49-F238E27FC236}">
                <a16:creationId xmlns:a16="http://schemas.microsoft.com/office/drawing/2014/main" id="{CA7E4014-58CF-483C-BBEA-F773DC9832DC}"/>
              </a:ext>
            </a:extLst>
          </p:cNvPr>
          <p:cNvSpPr>
            <a:spLocks noChangeArrowheads="1"/>
          </p:cNvSpPr>
          <p:nvPr/>
        </p:nvSpPr>
        <p:spPr bwMode="gray">
          <a:xfrm>
            <a:off x="8520180" y="2761178"/>
            <a:ext cx="3420000" cy="2268000"/>
          </a:xfrm>
          <a:prstGeom prst="rect">
            <a:avLst/>
          </a:prstGeom>
          <a:solidFill>
            <a:schemeClr val="bg1"/>
          </a:solidFill>
          <a:ln w="127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300" b="1" i="0" u="none" strike="noStrike" kern="1200" cap="none" spc="0" normalizeH="0" baseline="0" noProof="0">
              <a:ln>
                <a:noFill/>
              </a:ln>
              <a:solidFill>
                <a:srgbClr val="073E87"/>
              </a:solidFill>
              <a:effectLst/>
              <a:uLnTx/>
              <a:uFillTx/>
              <a:latin typeface="Arial"/>
              <a:ea typeface="+mn-ea"/>
              <a:cs typeface="Raavi" panose="020B0502040204020203" pitchFamily="34" charset="0"/>
            </a:endParaRPr>
          </a:p>
        </p:txBody>
      </p:sp>
      <p:sp>
        <p:nvSpPr>
          <p:cNvPr id="72" name="Rectangle 62">
            <a:extLst>
              <a:ext uri="{FF2B5EF4-FFF2-40B4-BE49-F238E27FC236}">
                <a16:creationId xmlns:a16="http://schemas.microsoft.com/office/drawing/2014/main" id="{C48A3D6D-1246-4D00-BE5E-E36F12904CD8}"/>
              </a:ext>
            </a:extLst>
          </p:cNvPr>
          <p:cNvSpPr>
            <a:spLocks noChangeArrowheads="1"/>
          </p:cNvSpPr>
          <p:nvPr/>
        </p:nvSpPr>
        <p:spPr bwMode="gray">
          <a:xfrm>
            <a:off x="8520180" y="2761180"/>
            <a:ext cx="3420000" cy="360000"/>
          </a:xfrm>
          <a:prstGeom prst="rect">
            <a:avLst/>
          </a:prstGeom>
          <a:solidFill>
            <a:schemeClr val="accent2"/>
          </a:solidFill>
          <a:ln w="127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36000" rIns="180000" bIns="360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300" b="1" i="0" u="none" strike="noStrike" kern="1200" cap="none" spc="0" normalizeH="0" baseline="0" noProof="0">
                <a:ln>
                  <a:noFill/>
                </a:ln>
                <a:solidFill>
                  <a:prstClr val="white"/>
                </a:solidFill>
                <a:effectLst/>
                <a:uLnTx/>
                <a:uFillTx/>
                <a:latin typeface="Arial"/>
                <a:ea typeface="+mn-ea"/>
                <a:cs typeface="Raavi" panose="020B0502040204020203" pitchFamily="34" charset="0"/>
              </a:rPr>
              <a:t>Especialistas seniores</a:t>
            </a:r>
          </a:p>
        </p:txBody>
      </p:sp>
      <p:sp>
        <p:nvSpPr>
          <p:cNvPr id="73" name="Rectangle 72">
            <a:extLst>
              <a:ext uri="{FF2B5EF4-FFF2-40B4-BE49-F238E27FC236}">
                <a16:creationId xmlns:a16="http://schemas.microsoft.com/office/drawing/2014/main" id="{DBB05116-BD27-4512-B9AF-49B014566AC9}"/>
              </a:ext>
            </a:extLst>
          </p:cNvPr>
          <p:cNvSpPr>
            <a:spLocks noChangeArrowheads="1"/>
          </p:cNvSpPr>
          <p:nvPr/>
        </p:nvSpPr>
        <p:spPr bwMode="gray">
          <a:xfrm>
            <a:off x="359820" y="3183869"/>
            <a:ext cx="3204000" cy="16004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lIns="0" tIns="0" rIns="0" bIns="0">
            <a:spAutoFit/>
          </a:bodyPr>
          <a:lstStyle/>
          <a:p>
            <a:pPr marL="195263" marR="0" lvl="0" indent="-195263" algn="l" defTabSz="4572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pt-BR" sz="1300" b="0" i="0" u="none" strike="noStrike" kern="1200" cap="none" spc="0" normalizeH="0" baseline="0" noProof="0">
                <a:ln>
                  <a:noFill/>
                </a:ln>
                <a:solidFill>
                  <a:prstClr val="black"/>
                </a:solidFill>
                <a:effectLst/>
                <a:uLnTx/>
                <a:uFillTx/>
                <a:latin typeface="Arial"/>
                <a:ea typeface="+mn-ea"/>
                <a:cs typeface="Raavi" panose="020B0502040204020203" pitchFamily="34" charset="0"/>
              </a:rPr>
              <a:t>Especialistas das áreas</a:t>
            </a:r>
          </a:p>
          <a:p>
            <a:pPr marL="450850" marR="0" lvl="1" indent="-1841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pt-BR" sz="1300" b="0" i="0" u="none" strike="noStrike" kern="1200" cap="none" spc="0" normalizeH="0" baseline="0" noProof="0">
                <a:ln>
                  <a:noFill/>
                </a:ln>
                <a:solidFill>
                  <a:srgbClr val="071C25"/>
                </a:solidFill>
                <a:effectLst/>
                <a:uLnTx/>
                <a:uFillTx/>
                <a:latin typeface="Arial"/>
                <a:ea typeface="+mn-ea"/>
                <a:cs typeface="Raavi" panose="020B0502040204020203" pitchFamily="34" charset="0"/>
              </a:rPr>
              <a:t>Comercial</a:t>
            </a:r>
          </a:p>
          <a:p>
            <a:pPr marL="450850" marR="0" lvl="1" indent="-1841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pt-BR" sz="1300" b="0" i="0" u="none" strike="noStrike" kern="1200" cap="none" spc="0" normalizeH="0" baseline="0" noProof="0">
                <a:ln>
                  <a:noFill/>
                </a:ln>
                <a:solidFill>
                  <a:srgbClr val="071C25"/>
                </a:solidFill>
                <a:effectLst/>
                <a:uLnTx/>
                <a:uFillTx/>
                <a:latin typeface="Arial"/>
                <a:ea typeface="+mn-ea"/>
                <a:cs typeface="Raavi" panose="020B0502040204020203" pitchFamily="34" charset="0"/>
              </a:rPr>
              <a:t>Operações</a:t>
            </a:r>
          </a:p>
          <a:p>
            <a:pPr marL="450850" marR="0" lvl="1" indent="-1841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pt-BR" sz="1300" b="0" i="0" u="none" strike="noStrike" kern="1200" cap="none" spc="0" normalizeH="0" baseline="0" noProof="0">
                <a:ln>
                  <a:noFill/>
                </a:ln>
                <a:solidFill>
                  <a:srgbClr val="071C25"/>
                </a:solidFill>
                <a:effectLst/>
                <a:uLnTx/>
                <a:uFillTx/>
                <a:latin typeface="Arial"/>
                <a:ea typeface="+mn-ea"/>
                <a:cs typeface="Raavi" panose="020B0502040204020203" pitchFamily="34" charset="0"/>
              </a:rPr>
              <a:t>TI</a:t>
            </a:r>
          </a:p>
          <a:p>
            <a:pPr marL="450850" marR="0" lvl="1" indent="-1841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pt-BR" sz="1300" b="0" i="0" u="none" strike="noStrike" kern="1200" cap="none" spc="0" normalizeH="0" baseline="0" noProof="0">
                <a:ln>
                  <a:noFill/>
                </a:ln>
                <a:solidFill>
                  <a:srgbClr val="071C25"/>
                </a:solidFill>
                <a:effectLst/>
                <a:uLnTx/>
                <a:uFillTx/>
                <a:latin typeface="Arial"/>
                <a:ea typeface="+mn-ea"/>
                <a:cs typeface="Raavi" panose="020B0502040204020203" pitchFamily="34" charset="0"/>
              </a:rPr>
              <a:t>Financeiro</a:t>
            </a:r>
          </a:p>
          <a:p>
            <a:pPr marL="195263" marR="0" lvl="0" indent="-195263" algn="l" defTabSz="4572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pt-BR" sz="1300" b="0" i="0" u="none" strike="noStrike" kern="1200" cap="none" spc="0" normalizeH="0" baseline="0" noProof="0">
                <a:ln>
                  <a:noFill/>
                </a:ln>
                <a:solidFill>
                  <a:prstClr val="black"/>
                </a:solidFill>
                <a:effectLst/>
                <a:uLnTx/>
                <a:uFillTx/>
                <a:latin typeface="Arial"/>
                <a:ea typeface="+mn-ea"/>
                <a:cs typeface="Raavi" panose="020B0502040204020203" pitchFamily="34" charset="0"/>
              </a:rPr>
              <a:t>Especialistas de outras áreas sob demanda</a:t>
            </a:r>
          </a:p>
          <a:p>
            <a:pPr marL="450850" marR="0" lvl="1" indent="-1841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pt-BR" sz="1300" b="0" i="0" u="none" strike="noStrike" kern="1200" cap="none" spc="0" normalizeH="0" baseline="0" noProof="0">
              <a:ln>
                <a:noFill/>
              </a:ln>
              <a:solidFill>
                <a:srgbClr val="071C25"/>
              </a:solidFill>
              <a:effectLst/>
              <a:uLnTx/>
              <a:uFillTx/>
              <a:latin typeface="Arial"/>
              <a:ea typeface="+mn-ea"/>
              <a:cs typeface="Raavi" panose="020B0502040204020203" pitchFamily="34" charset="0"/>
            </a:endParaRPr>
          </a:p>
        </p:txBody>
      </p:sp>
      <p:sp>
        <p:nvSpPr>
          <p:cNvPr id="75" name="Rectangle 74">
            <a:extLst>
              <a:ext uri="{FF2B5EF4-FFF2-40B4-BE49-F238E27FC236}">
                <a16:creationId xmlns:a16="http://schemas.microsoft.com/office/drawing/2014/main" id="{AC844FAC-A1E2-4F09-8188-8AB387E8AAC5}"/>
              </a:ext>
            </a:extLst>
          </p:cNvPr>
          <p:cNvSpPr>
            <a:spLocks noChangeArrowheads="1"/>
          </p:cNvSpPr>
          <p:nvPr/>
        </p:nvSpPr>
        <p:spPr bwMode="gray">
          <a:xfrm>
            <a:off x="8628180" y="3183869"/>
            <a:ext cx="3204000" cy="20005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lIns="0" tIns="0" rIns="0" bIns="0">
            <a:spAutoFit/>
          </a:bodyPr>
          <a:lstStyle/>
          <a:p>
            <a:pPr marL="195263" marR="0" lvl="0" indent="-195263" algn="l" defTabSz="4572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pt-BR" sz="1300" b="0" i="0" u="none" strike="noStrike" kern="1200" cap="none" spc="0" normalizeH="0" baseline="0" noProof="0" dirty="0">
                <a:ln>
                  <a:noFill/>
                </a:ln>
                <a:solidFill>
                  <a:srgbClr val="071C25"/>
                </a:solidFill>
                <a:effectLst/>
                <a:uLnTx/>
                <a:uFillTx/>
                <a:latin typeface="Arial"/>
                <a:ea typeface="+mn-ea"/>
                <a:cs typeface="Raavi" panose="020B0502040204020203" pitchFamily="34" charset="0"/>
              </a:rPr>
              <a:t>Outros especialistas sob demanda</a:t>
            </a:r>
          </a:p>
        </p:txBody>
      </p:sp>
      <p:pic>
        <p:nvPicPr>
          <p:cNvPr id="5" name="Picture 40" descr="Image result for atheneum">
            <a:extLst>
              <a:ext uri="{FF2B5EF4-FFF2-40B4-BE49-F238E27FC236}">
                <a16:creationId xmlns:a16="http://schemas.microsoft.com/office/drawing/2014/main" id="{D82AF2A5-D696-066F-CE37-D34E259727CC}"/>
              </a:ext>
            </a:extLst>
          </p:cNvPr>
          <p:cNvPicPr>
            <a:picLocks noChangeAspect="1" noChangeArrowheads="1"/>
          </p:cNvPicPr>
          <p:nvPr/>
        </p:nvPicPr>
        <p:blipFill rotWithShape="1">
          <a:blip r:embed="rId7"/>
          <a:srcRect/>
          <a:stretch/>
        </p:blipFill>
        <p:spPr bwMode="auto">
          <a:xfrm>
            <a:off x="10671315" y="3908127"/>
            <a:ext cx="1102909" cy="211751"/>
          </a:xfrm>
          <a:prstGeom prst="rect">
            <a:avLst/>
          </a:prstGeom>
          <a:noFill/>
          <a:extLst>
            <a:ext uri="{909E8E84-426E-40DD-AFC4-6F175D3DCCD1}">
              <a14:hiddenFill xmlns:a14="http://schemas.microsoft.com/office/drawing/2010/main">
                <a:solidFill>
                  <a:srgbClr val="FFFFFF"/>
                </a:solidFill>
              </a14:hiddenFill>
            </a:ext>
          </a:extLst>
        </p:spPr>
      </p:pic>
      <p:grpSp>
        <p:nvGrpSpPr>
          <p:cNvPr id="14" name="Agrupar 13">
            <a:extLst>
              <a:ext uri="{FF2B5EF4-FFF2-40B4-BE49-F238E27FC236}">
                <a16:creationId xmlns:a16="http://schemas.microsoft.com/office/drawing/2014/main" id="{6DAC4EC7-6389-CB24-2329-A29A4C6ACF55}"/>
              </a:ext>
            </a:extLst>
          </p:cNvPr>
          <p:cNvGrpSpPr/>
          <p:nvPr/>
        </p:nvGrpSpPr>
        <p:grpSpPr>
          <a:xfrm>
            <a:off x="8570330" y="3764697"/>
            <a:ext cx="3261850" cy="987172"/>
            <a:chOff x="8570330" y="3838663"/>
            <a:chExt cx="3261850" cy="987172"/>
          </a:xfrm>
        </p:grpSpPr>
        <p:pic>
          <p:nvPicPr>
            <p:cNvPr id="7" name="Picture 42" descr="Image result for GLG">
              <a:extLst>
                <a:ext uri="{FF2B5EF4-FFF2-40B4-BE49-F238E27FC236}">
                  <a16:creationId xmlns:a16="http://schemas.microsoft.com/office/drawing/2014/main" id="{4BB862F4-71A8-6F73-CDC7-9C1181EC0070}"/>
                </a:ext>
              </a:extLst>
            </p:cNvPr>
            <p:cNvPicPr>
              <a:picLocks noChangeAspect="1" noChangeArrowheads="1"/>
            </p:cNvPicPr>
            <p:nvPr/>
          </p:nvPicPr>
          <p:blipFill>
            <a:blip r:embed="rId8" cstate="email">
              <a:extLst>
                <a:ext uri="{28A0092B-C50C-407E-A947-70E740481C1C}">
                  <a14:useLocalDpi xmlns:a14="http://schemas.microsoft.com/office/drawing/2010/main"/>
                </a:ext>
              </a:extLst>
            </a:blip>
            <a:srcRect/>
            <a:stretch>
              <a:fillRect/>
            </a:stretch>
          </p:blipFill>
          <p:spPr bwMode="auto">
            <a:xfrm>
              <a:off x="8628180" y="3898827"/>
              <a:ext cx="748301" cy="29932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3">
              <a:extLst>
                <a:ext uri="{FF2B5EF4-FFF2-40B4-BE49-F238E27FC236}">
                  <a16:creationId xmlns:a16="http://schemas.microsoft.com/office/drawing/2014/main" id="{828B3C55-9C8C-5CDA-789F-DE04DBA83ED6}"/>
                </a:ext>
              </a:extLst>
            </p:cNvPr>
            <p:cNvPicPr>
              <a:picLocks noChangeAspect="1"/>
            </p:cNvPicPr>
            <p:nvPr/>
          </p:nvPicPr>
          <p:blipFill rotWithShape="1">
            <a:blip r:embed="rId9" cstate="email">
              <a:extLst>
                <a:ext uri="{28A0092B-C50C-407E-A947-70E740481C1C}">
                  <a14:useLocalDpi xmlns:a14="http://schemas.microsoft.com/office/drawing/2010/main"/>
                </a:ext>
              </a:extLst>
            </a:blip>
            <a:srcRect t="41372" b="41372"/>
            <a:stretch/>
          </p:blipFill>
          <p:spPr>
            <a:xfrm>
              <a:off x="10497660" y="4502289"/>
              <a:ext cx="1334520" cy="230289"/>
            </a:xfrm>
            <a:prstGeom prst="rect">
              <a:avLst/>
            </a:prstGeom>
          </p:spPr>
        </p:pic>
        <p:pic>
          <p:nvPicPr>
            <p:cNvPr id="6" name="Picture 41" descr="Image result for accurate insight">
              <a:extLst>
                <a:ext uri="{FF2B5EF4-FFF2-40B4-BE49-F238E27FC236}">
                  <a16:creationId xmlns:a16="http://schemas.microsoft.com/office/drawing/2014/main" id="{4E311A64-1F36-A8F0-FF75-8B15D056FCE5}"/>
                </a:ext>
              </a:extLst>
            </p:cNvPr>
            <p:cNvPicPr>
              <a:picLocks noChangeAspect="1" noChangeArrowheads="1"/>
            </p:cNvPicPr>
            <p:nvPr/>
          </p:nvPicPr>
          <p:blipFill rotWithShape="1">
            <a:blip r:embed="rId10" cstate="email">
              <a:extLst>
                <a:ext uri="{28A0092B-C50C-407E-A947-70E740481C1C}">
                  <a14:useLocalDpi xmlns:a14="http://schemas.microsoft.com/office/drawing/2010/main"/>
                </a:ext>
              </a:extLst>
            </a:blip>
            <a:srcRect/>
            <a:stretch/>
          </p:blipFill>
          <p:spPr bwMode="auto">
            <a:xfrm>
              <a:off x="8570330" y="4409032"/>
              <a:ext cx="1334520" cy="416803"/>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4">
              <a:extLst>
                <a:ext uri="{FF2B5EF4-FFF2-40B4-BE49-F238E27FC236}">
                  <a16:creationId xmlns:a16="http://schemas.microsoft.com/office/drawing/2014/main" id="{0D858682-A628-E416-32B5-E35D831A27BA}"/>
                </a:ext>
              </a:extLst>
            </p:cNvPr>
            <p:cNvPicPr>
              <a:picLocks noChangeAspect="1"/>
            </p:cNvPicPr>
            <p:nvPr/>
          </p:nvPicPr>
          <p:blipFill>
            <a:blip r:embed="rId11" cstate="email">
              <a:extLst>
                <a:ext uri="{28A0092B-C50C-407E-A947-70E740481C1C}">
                  <a14:useLocalDpi xmlns:a14="http://schemas.microsoft.com/office/drawing/2010/main"/>
                </a:ext>
              </a:extLst>
            </a:blip>
            <a:stretch>
              <a:fillRect/>
            </a:stretch>
          </p:blipFill>
          <p:spPr>
            <a:xfrm>
              <a:off x="9680695" y="3909576"/>
              <a:ext cx="1334520" cy="277823"/>
            </a:xfrm>
            <a:prstGeom prst="rect">
              <a:avLst/>
            </a:prstGeom>
          </p:spPr>
        </p:pic>
        <p:pic>
          <p:nvPicPr>
            <p:cNvPr id="10" name="Picture 46">
              <a:extLst>
                <a:ext uri="{FF2B5EF4-FFF2-40B4-BE49-F238E27FC236}">
                  <a16:creationId xmlns:a16="http://schemas.microsoft.com/office/drawing/2014/main" id="{6894FF19-B8BE-1E11-3014-6A71219E1CE1}"/>
                </a:ext>
              </a:extLst>
            </p:cNvPr>
            <p:cNvPicPr>
              <a:picLocks noChangeAspect="1"/>
            </p:cNvPicPr>
            <p:nvPr/>
          </p:nvPicPr>
          <p:blipFill>
            <a:blip r:embed="rId12" cstate="email">
              <a:extLst>
                <a:ext uri="{28A0092B-C50C-407E-A947-70E740481C1C}">
                  <a14:useLocalDpi xmlns:a14="http://schemas.microsoft.com/office/drawing/2010/main"/>
                </a:ext>
              </a:extLst>
            </a:blip>
            <a:stretch>
              <a:fillRect/>
            </a:stretch>
          </p:blipFill>
          <p:spPr>
            <a:xfrm>
              <a:off x="11319428" y="3838663"/>
              <a:ext cx="512752" cy="419649"/>
            </a:xfrm>
            <a:prstGeom prst="rect">
              <a:avLst/>
            </a:prstGeom>
          </p:spPr>
        </p:pic>
      </p:grpSp>
      <p:sp>
        <p:nvSpPr>
          <p:cNvPr id="74" name="Rectangle 73">
            <a:extLst>
              <a:ext uri="{FF2B5EF4-FFF2-40B4-BE49-F238E27FC236}">
                <a16:creationId xmlns:a16="http://schemas.microsoft.com/office/drawing/2014/main" id="{7B1DA928-2E0C-4FF0-B3B8-0A06A1CAF755}"/>
              </a:ext>
            </a:extLst>
          </p:cNvPr>
          <p:cNvSpPr>
            <a:spLocks noChangeArrowheads="1"/>
          </p:cNvSpPr>
          <p:nvPr/>
        </p:nvSpPr>
        <p:spPr bwMode="gray">
          <a:xfrm>
            <a:off x="4005565" y="3764697"/>
            <a:ext cx="2052000" cy="20005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lIns="0" tIns="0" rIns="0" bIns="0">
            <a:spAutoFit/>
          </a:bodyPr>
          <a:lstStyle/>
          <a:p>
            <a:pPr marL="195263" marR="0" lvl="0" indent="-195263" algn="l" defTabSz="4572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pt-BR" sz="1300" b="0" i="0" u="none" strike="noStrike" kern="1200" cap="none" spc="0" normalizeH="0" baseline="0" noProof="0">
                <a:ln>
                  <a:noFill/>
                </a:ln>
                <a:solidFill>
                  <a:prstClr val="black"/>
                </a:solidFill>
                <a:effectLst/>
                <a:uLnTx/>
                <a:uFillTx/>
                <a:latin typeface="Arial"/>
                <a:ea typeface="+mn-ea"/>
                <a:cs typeface="Raavi" panose="020B0502040204020203" pitchFamily="34" charset="0"/>
              </a:rPr>
              <a:t>TBD</a:t>
            </a:r>
            <a:endParaRPr kumimoji="0" lang="pt-BR" sz="1300" b="0" i="0" u="none" strike="noStrike" kern="1200" cap="none" spc="0" normalizeH="0" baseline="0" noProof="0">
              <a:ln>
                <a:noFill/>
              </a:ln>
              <a:solidFill>
                <a:srgbClr val="071C25"/>
              </a:solidFill>
              <a:effectLst/>
              <a:uLnTx/>
              <a:uFillTx/>
              <a:latin typeface="Arial"/>
              <a:ea typeface="+mn-ea"/>
              <a:cs typeface="Raavi" panose="020B0502040204020203" pitchFamily="34" charset="0"/>
            </a:endParaRPr>
          </a:p>
        </p:txBody>
      </p:sp>
      <p:pic>
        <p:nvPicPr>
          <p:cNvPr id="24" name="Imagem 19">
            <a:extLst>
              <a:ext uri="{FF2B5EF4-FFF2-40B4-BE49-F238E27FC236}">
                <a16:creationId xmlns:a16="http://schemas.microsoft.com/office/drawing/2014/main" id="{052D0AD0-DA0E-0CFD-EEB8-72BFC0C451ED}"/>
              </a:ext>
            </a:extLst>
          </p:cNvPr>
          <p:cNvPicPr>
            <a:picLocks noChangeAspect="1"/>
          </p:cNvPicPr>
          <p:nvPr/>
        </p:nvPicPr>
        <p:blipFill rotWithShape="1">
          <a:blip r:embed="rId13" cstate="email">
            <a:extLst>
              <a:ext uri="{28A0092B-C50C-407E-A947-70E740481C1C}">
                <a14:useLocalDpi xmlns:a14="http://schemas.microsoft.com/office/drawing/2010/main"/>
              </a:ext>
            </a:extLst>
          </a:blip>
          <a:srcRect/>
          <a:stretch/>
        </p:blipFill>
        <p:spPr>
          <a:xfrm>
            <a:off x="6440436" y="3302029"/>
            <a:ext cx="1440000" cy="239988"/>
          </a:xfrm>
          <a:prstGeom prst="rect">
            <a:avLst/>
          </a:prstGeom>
        </p:spPr>
      </p:pic>
      <p:sp>
        <p:nvSpPr>
          <p:cNvPr id="30" name="Rectangle 73">
            <a:extLst>
              <a:ext uri="{FF2B5EF4-FFF2-40B4-BE49-F238E27FC236}">
                <a16:creationId xmlns:a16="http://schemas.microsoft.com/office/drawing/2014/main" id="{77B0CFB6-A1C6-7372-4B03-7B0E061C78FE}"/>
              </a:ext>
            </a:extLst>
          </p:cNvPr>
          <p:cNvSpPr>
            <a:spLocks noChangeArrowheads="1"/>
          </p:cNvSpPr>
          <p:nvPr/>
        </p:nvSpPr>
        <p:spPr bwMode="gray">
          <a:xfrm>
            <a:off x="6134436" y="3764697"/>
            <a:ext cx="2052000" cy="120032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lIns="0" tIns="0" rIns="0" bIns="0">
            <a:spAutoFit/>
          </a:bodyPr>
          <a:lstStyle/>
          <a:p>
            <a:pPr marL="195263" marR="0" lvl="0" indent="-195263" algn="l" defTabSz="4572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pt-BR" sz="1300" b="0" i="0" u="none" strike="noStrike" kern="1200" cap="none" spc="0" normalizeH="0" baseline="0" noProof="0" dirty="0">
                <a:ln>
                  <a:noFill/>
                </a:ln>
                <a:solidFill>
                  <a:srgbClr val="071C25"/>
                </a:solidFill>
                <a:effectLst/>
                <a:uLnTx/>
                <a:uFillTx/>
                <a:latin typeface="Arial"/>
                <a:ea typeface="+mn-ea"/>
                <a:cs typeface="Raavi" panose="020B0502040204020203" pitchFamily="34" charset="0"/>
              </a:rPr>
              <a:t>Andreas Mirow</a:t>
            </a:r>
            <a:r>
              <a:rPr kumimoji="0" lang="pt-BR" sz="1300" b="0" i="0" u="none" strike="noStrike" kern="1200" cap="none" spc="0" normalizeH="0" baseline="30000" noProof="0" dirty="0">
                <a:ln>
                  <a:noFill/>
                </a:ln>
                <a:solidFill>
                  <a:srgbClr val="071C25"/>
                </a:solidFill>
                <a:effectLst/>
                <a:uLnTx/>
                <a:uFillTx/>
                <a:latin typeface="Arial"/>
                <a:ea typeface="+mn-ea"/>
                <a:cs typeface="Raavi" panose="020B0502040204020203" pitchFamily="34" charset="0"/>
              </a:rPr>
              <a:t>1</a:t>
            </a:r>
          </a:p>
          <a:p>
            <a:pPr marL="195263" indent="-195263" defTabSz="457200">
              <a:buFont typeface="Wingdings" panose="05000000000000000000" pitchFamily="2" charset="2"/>
              <a:buChar char="§"/>
              <a:defRPr/>
            </a:pPr>
            <a:r>
              <a:rPr kumimoji="0" lang="pt-BR" sz="1300" b="0" i="0" u="none" strike="noStrike" kern="1200" cap="none" spc="0" normalizeH="0" baseline="0" noProof="0" dirty="0">
                <a:ln>
                  <a:noFill/>
                </a:ln>
                <a:solidFill>
                  <a:srgbClr val="071C25"/>
                </a:solidFill>
                <a:effectLst/>
                <a:uLnTx/>
                <a:uFillTx/>
                <a:latin typeface="Arial"/>
                <a:ea typeface="+mn-ea"/>
                <a:cs typeface="Raavi" panose="020B0502040204020203" pitchFamily="34" charset="0"/>
              </a:rPr>
              <a:t>Marcelo Massarente</a:t>
            </a:r>
            <a:r>
              <a:rPr kumimoji="0" lang="pt-BR" sz="1300" b="0" i="0" u="none" strike="noStrike" kern="1200" cap="none" spc="0" normalizeH="0" baseline="30000" noProof="0" dirty="0">
                <a:ln>
                  <a:noFill/>
                </a:ln>
                <a:solidFill>
                  <a:srgbClr val="071C25"/>
                </a:solidFill>
                <a:effectLst/>
                <a:uLnTx/>
                <a:uFillTx/>
                <a:latin typeface="Arial"/>
                <a:ea typeface="+mn-ea"/>
                <a:cs typeface="Raavi" panose="020B0502040204020203" pitchFamily="34" charset="0"/>
              </a:rPr>
              <a:t>1</a:t>
            </a:r>
          </a:p>
          <a:p>
            <a:pPr marL="195263" indent="-195263" defTabSz="457200">
              <a:buFont typeface="Wingdings" panose="05000000000000000000" pitchFamily="2" charset="2"/>
              <a:buChar char="§"/>
              <a:defRPr/>
            </a:pPr>
            <a:r>
              <a:rPr kumimoji="0" lang="pt-BR" sz="1300" b="0" i="0" u="none" strike="noStrike" kern="1200" cap="none" spc="0" normalizeH="0" baseline="0" noProof="0" dirty="0">
                <a:ln>
                  <a:noFill/>
                </a:ln>
                <a:solidFill>
                  <a:srgbClr val="071C25"/>
                </a:solidFill>
                <a:effectLst/>
                <a:uLnTx/>
                <a:uFillTx/>
                <a:latin typeface="Arial"/>
                <a:ea typeface="+mn-ea"/>
                <a:cs typeface="Raavi" panose="020B0502040204020203" pitchFamily="34" charset="0"/>
              </a:rPr>
              <a:t>Lucas Santiago</a:t>
            </a:r>
            <a:r>
              <a:rPr kumimoji="0" lang="pt-BR" sz="1300" b="0" i="0" u="none" strike="noStrike" kern="1200" cap="none" spc="0" normalizeH="0" baseline="30000" noProof="0" dirty="0">
                <a:ln>
                  <a:noFill/>
                </a:ln>
                <a:solidFill>
                  <a:srgbClr val="071C25"/>
                </a:solidFill>
                <a:effectLst/>
                <a:uLnTx/>
                <a:uFillTx/>
                <a:latin typeface="Arial"/>
                <a:ea typeface="+mn-ea"/>
                <a:cs typeface="Raavi" panose="020B0502040204020203" pitchFamily="34" charset="0"/>
              </a:rPr>
              <a:t>1</a:t>
            </a:r>
          </a:p>
          <a:p>
            <a:pPr marL="195263" marR="0" lvl="0" indent="-195263" algn="l" defTabSz="4572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pt-BR" sz="1300" b="0" i="0" u="none" strike="noStrike" kern="1200" cap="none" spc="0" normalizeH="0" baseline="0" noProof="0" dirty="0">
                <a:ln>
                  <a:noFill/>
                </a:ln>
                <a:solidFill>
                  <a:srgbClr val="071C25"/>
                </a:solidFill>
                <a:effectLst/>
                <a:uLnTx/>
                <a:uFillTx/>
                <a:latin typeface="Arial"/>
                <a:ea typeface="+mn-ea"/>
                <a:cs typeface="Raavi" panose="020B0502040204020203" pitchFamily="34" charset="0"/>
              </a:rPr>
              <a:t>Fernando Fabbris</a:t>
            </a:r>
            <a:r>
              <a:rPr kumimoji="0" lang="pt-BR" sz="1300" b="0" i="0" u="none" strike="noStrike" kern="1200" cap="none" spc="0" normalizeH="0" baseline="30000" noProof="0" dirty="0">
                <a:ln>
                  <a:noFill/>
                </a:ln>
                <a:solidFill>
                  <a:srgbClr val="071C25"/>
                </a:solidFill>
                <a:effectLst/>
                <a:uLnTx/>
                <a:uFillTx/>
                <a:latin typeface="Arial"/>
                <a:ea typeface="+mn-ea"/>
                <a:cs typeface="Raavi" panose="020B0502040204020203" pitchFamily="34" charset="0"/>
              </a:rPr>
              <a:t>1</a:t>
            </a:r>
          </a:p>
          <a:p>
            <a:pPr marL="195263" marR="0" lvl="0" indent="-195263" algn="l" defTabSz="4572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pt-BR" sz="1300" b="0" i="0" u="none" strike="noStrike" kern="1200" cap="none" spc="0" normalizeH="0" baseline="0" noProof="0" dirty="0">
                <a:ln>
                  <a:noFill/>
                </a:ln>
                <a:solidFill>
                  <a:srgbClr val="071C25"/>
                </a:solidFill>
                <a:effectLst/>
                <a:uLnTx/>
                <a:uFillTx/>
                <a:latin typeface="Arial"/>
                <a:ea typeface="+mn-ea"/>
                <a:cs typeface="Raavi" panose="020B0502040204020203" pitchFamily="34" charset="0"/>
              </a:rPr>
              <a:t>1 gerente de projetos</a:t>
            </a:r>
          </a:p>
          <a:p>
            <a:pPr marL="195263" marR="0" lvl="0" indent="-195263" algn="l" defTabSz="4572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pt-BR" sz="1300" b="0" i="0" u="none" strike="noStrike" kern="1200" cap="none" spc="0" normalizeH="0" baseline="0" noProof="0" dirty="0">
                <a:ln>
                  <a:noFill/>
                </a:ln>
                <a:solidFill>
                  <a:srgbClr val="071C25"/>
                </a:solidFill>
                <a:effectLst/>
                <a:uLnTx/>
                <a:uFillTx/>
                <a:latin typeface="Arial"/>
                <a:ea typeface="+mn-ea"/>
                <a:cs typeface="Raavi" panose="020B0502040204020203" pitchFamily="34" charset="0"/>
              </a:rPr>
              <a:t>3 consultores</a:t>
            </a:r>
          </a:p>
        </p:txBody>
      </p:sp>
      <p:sp>
        <p:nvSpPr>
          <p:cNvPr id="16" name="Rectangle 33">
            <a:extLst>
              <a:ext uri="{FF2B5EF4-FFF2-40B4-BE49-F238E27FC236}">
                <a16:creationId xmlns:a16="http://schemas.microsoft.com/office/drawing/2014/main" id="{DBF69064-027B-53A7-986D-2FE8A1269181}"/>
              </a:ext>
            </a:extLst>
          </p:cNvPr>
          <p:cNvSpPr>
            <a:spLocks noChangeArrowheads="1"/>
          </p:cNvSpPr>
          <p:nvPr/>
        </p:nvSpPr>
        <p:spPr bwMode="auto">
          <a:xfrm>
            <a:off x="359820" y="5107165"/>
            <a:ext cx="3204000" cy="861774"/>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marL="195263" marR="0" lvl="0" indent="-195263" algn="l" defTabSz="914400" rtl="0" eaLnBrk="1" fontAlgn="auto" latinLnBrk="0" hangingPunct="1">
              <a:lnSpc>
                <a:spcPct val="100000"/>
              </a:lnSpc>
              <a:spcBef>
                <a:spcPts val="0"/>
              </a:spcBef>
              <a:spcAft>
                <a:spcPts val="0"/>
              </a:spcAft>
              <a:buClrTx/>
              <a:buSzPct val="100000"/>
              <a:buFont typeface="Wingdings" panose="05000000000000000000" pitchFamily="2" charset="2"/>
              <a:buChar char="§"/>
              <a:tabLst/>
              <a:defRPr/>
            </a:pPr>
            <a:r>
              <a:rPr kumimoji="0" lang="pt-BR" sz="1400" b="0" i="0" u="none" strike="noStrike" kern="1200" cap="none" spc="0" normalizeH="0" baseline="0" noProof="0">
                <a:ln>
                  <a:noFill/>
                </a:ln>
                <a:solidFill>
                  <a:srgbClr val="000000"/>
                </a:solidFill>
                <a:effectLst/>
                <a:uLnTx/>
                <a:uFillTx/>
                <a:latin typeface="Arial"/>
                <a:ea typeface="+mn-ea"/>
                <a:cs typeface="Raavi" panose="020B0502040204020203" pitchFamily="34" charset="0"/>
              </a:rPr>
              <a:t>Contribuem com informações específicas sob demanda</a:t>
            </a:r>
          </a:p>
          <a:p>
            <a:pPr marL="195263" marR="0" lvl="0" indent="-195263" algn="l" defTabSz="914400" rtl="0" eaLnBrk="1" fontAlgn="auto" latinLnBrk="0" hangingPunct="1">
              <a:lnSpc>
                <a:spcPct val="100000"/>
              </a:lnSpc>
              <a:spcBef>
                <a:spcPts val="0"/>
              </a:spcBef>
              <a:spcAft>
                <a:spcPts val="0"/>
              </a:spcAft>
              <a:buClrTx/>
              <a:buSzPct val="100000"/>
              <a:buFont typeface="Wingdings" panose="05000000000000000000" pitchFamily="2" charset="2"/>
              <a:buChar char="§"/>
              <a:tabLst/>
              <a:defRPr/>
            </a:pPr>
            <a:r>
              <a:rPr kumimoji="0" lang="pt-BR" sz="1400" b="0" i="0" u="none" strike="noStrike" kern="1200" cap="none" spc="0" normalizeH="0" baseline="0" noProof="0">
                <a:ln>
                  <a:noFill/>
                </a:ln>
                <a:solidFill>
                  <a:srgbClr val="000000"/>
                </a:solidFill>
                <a:effectLst/>
                <a:uLnTx/>
                <a:uFillTx/>
                <a:latin typeface="Arial"/>
                <a:ea typeface="+mn-ea"/>
                <a:cs typeface="Raavi" panose="020B0502040204020203" pitchFamily="34" charset="0"/>
              </a:rPr>
              <a:t>Participam em reuniões e </a:t>
            </a:r>
            <a:r>
              <a:rPr kumimoji="0" lang="pt-BR" sz="1400" b="0" i="1" u="none" strike="noStrike" kern="1200" cap="none" spc="0" normalizeH="0" baseline="0" noProof="0">
                <a:ln>
                  <a:noFill/>
                </a:ln>
                <a:solidFill>
                  <a:srgbClr val="000000"/>
                </a:solidFill>
                <a:effectLst/>
                <a:uLnTx/>
                <a:uFillTx/>
                <a:latin typeface="Arial"/>
                <a:ea typeface="+mn-ea"/>
                <a:cs typeface="Raavi" panose="020B0502040204020203" pitchFamily="34" charset="0"/>
              </a:rPr>
              <a:t>workshops </a:t>
            </a:r>
            <a:r>
              <a:rPr kumimoji="0" lang="pt-BR" sz="1400" b="0" i="0" u="none" strike="noStrike" kern="1200" cap="none" spc="0" normalizeH="0" baseline="0" noProof="0">
                <a:ln>
                  <a:noFill/>
                </a:ln>
                <a:solidFill>
                  <a:srgbClr val="000000"/>
                </a:solidFill>
                <a:effectLst/>
                <a:uLnTx/>
                <a:uFillTx/>
                <a:latin typeface="Arial"/>
                <a:ea typeface="+mn-ea"/>
                <a:cs typeface="Raavi" panose="020B0502040204020203" pitchFamily="34" charset="0"/>
              </a:rPr>
              <a:t>conforme necessidade</a:t>
            </a:r>
          </a:p>
        </p:txBody>
      </p:sp>
      <p:sp>
        <p:nvSpPr>
          <p:cNvPr id="17" name="Rectangle 33">
            <a:extLst>
              <a:ext uri="{FF2B5EF4-FFF2-40B4-BE49-F238E27FC236}">
                <a16:creationId xmlns:a16="http://schemas.microsoft.com/office/drawing/2014/main" id="{0AD884AA-E993-E654-C849-23ACB075C9CD}"/>
              </a:ext>
            </a:extLst>
          </p:cNvPr>
          <p:cNvSpPr>
            <a:spLocks noChangeArrowheads="1"/>
          </p:cNvSpPr>
          <p:nvPr/>
        </p:nvSpPr>
        <p:spPr bwMode="auto">
          <a:xfrm>
            <a:off x="4005565" y="5107165"/>
            <a:ext cx="4180871" cy="861774"/>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marL="195263" marR="0" lvl="0" indent="-195263"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pt-BR" sz="1400" b="0" i="0" u="none" strike="noStrike" kern="1200" cap="none" spc="0" normalizeH="0" baseline="0" noProof="0">
                <a:ln>
                  <a:noFill/>
                </a:ln>
                <a:solidFill>
                  <a:srgbClr val="000000"/>
                </a:solidFill>
                <a:effectLst/>
                <a:uLnTx/>
                <a:uFillTx/>
                <a:latin typeface="Arial"/>
                <a:ea typeface="+mn-ea"/>
                <a:cs typeface="Raavi" panose="020B0502040204020203" pitchFamily="34" charset="0"/>
              </a:rPr>
              <a:t>Coordena trabalho do dia-a-dia</a:t>
            </a:r>
          </a:p>
          <a:p>
            <a:pPr marL="195263" marR="0" lvl="0" indent="-195263"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pt-BR" sz="1400" b="0" i="0" u="none" strike="noStrike" kern="1200" cap="none" spc="0" normalizeH="0" baseline="0" noProof="0">
                <a:ln>
                  <a:noFill/>
                </a:ln>
                <a:solidFill>
                  <a:srgbClr val="000000"/>
                </a:solidFill>
                <a:effectLst/>
                <a:uLnTx/>
                <a:uFillTx/>
                <a:latin typeface="Arial"/>
                <a:ea typeface="+mn-ea"/>
                <a:cs typeface="Raavi" panose="020B0502040204020203" pitchFamily="34" charset="0"/>
              </a:rPr>
              <a:t>Conduz todas as atividades e entrega produtos finais</a:t>
            </a:r>
          </a:p>
          <a:p>
            <a:pPr marL="195263" marR="0" lvl="0" indent="-195263"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pt-BR" sz="1400" b="0" i="0" u="none" strike="noStrike" kern="1200" cap="none" spc="0" normalizeH="0" baseline="0" noProof="0">
                <a:ln>
                  <a:noFill/>
                </a:ln>
                <a:solidFill>
                  <a:srgbClr val="000000"/>
                </a:solidFill>
                <a:effectLst/>
                <a:uLnTx/>
                <a:uFillTx/>
                <a:latin typeface="Arial"/>
                <a:ea typeface="+mn-ea"/>
                <a:cs typeface="Raavi" panose="020B0502040204020203" pitchFamily="34" charset="0"/>
              </a:rPr>
              <a:t>Recomenda decisões e planos de ação</a:t>
            </a:r>
          </a:p>
        </p:txBody>
      </p:sp>
      <p:sp>
        <p:nvSpPr>
          <p:cNvPr id="18" name="Rectangle 8">
            <a:extLst>
              <a:ext uri="{FF2B5EF4-FFF2-40B4-BE49-F238E27FC236}">
                <a16:creationId xmlns:a16="http://schemas.microsoft.com/office/drawing/2014/main" id="{BC6A75C3-4E83-B5C5-A64C-1D54B29A74AD}"/>
              </a:ext>
            </a:extLst>
          </p:cNvPr>
          <p:cNvSpPr>
            <a:spLocks noChangeArrowheads="1"/>
          </p:cNvSpPr>
          <p:nvPr/>
        </p:nvSpPr>
        <p:spPr bwMode="auto">
          <a:xfrm>
            <a:off x="8628180" y="5107165"/>
            <a:ext cx="3204000" cy="1077218"/>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marL="195263" marR="0" lvl="0" indent="-195263"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pt-BR" sz="1400" b="0" i="0" u="none" strike="noStrike" kern="1200" cap="none" spc="0" normalizeH="0" baseline="0" noProof="0" dirty="0">
                <a:ln>
                  <a:noFill/>
                </a:ln>
                <a:solidFill>
                  <a:srgbClr val="000000"/>
                </a:solidFill>
                <a:effectLst/>
                <a:uLnTx/>
                <a:uFillTx/>
                <a:latin typeface="Arial"/>
                <a:ea typeface="+mn-ea"/>
                <a:cs typeface="Raavi" panose="020B0502040204020203" pitchFamily="34" charset="0"/>
              </a:rPr>
              <a:t>Contribuem com conhecimento específico em entrevistas e sob demanda</a:t>
            </a:r>
          </a:p>
          <a:p>
            <a:pPr marL="195263" marR="0" lvl="0" indent="-195263"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pt-BR" sz="1400" b="0" i="0" u="none" strike="noStrike" kern="1200" cap="none" spc="0" normalizeH="0" baseline="0" noProof="0" dirty="0">
                <a:ln>
                  <a:noFill/>
                </a:ln>
                <a:solidFill>
                  <a:srgbClr val="000000"/>
                </a:solidFill>
                <a:effectLst/>
                <a:uLnTx/>
                <a:uFillTx/>
                <a:latin typeface="Arial"/>
                <a:ea typeface="+mn-ea"/>
                <a:cs typeface="Raavi" panose="020B0502040204020203" pitchFamily="34" charset="0"/>
              </a:rPr>
              <a:t>Providenciam apoio à equipe</a:t>
            </a:r>
          </a:p>
          <a:p>
            <a:pPr marL="195263" marR="0" lvl="0" indent="-195263"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pt-BR" sz="1400" b="0" i="0" u="none" strike="noStrike" kern="1200" cap="none" spc="0" normalizeH="0" baseline="0" noProof="0" dirty="0">
                <a:ln>
                  <a:noFill/>
                </a:ln>
                <a:solidFill>
                  <a:srgbClr val="000000"/>
                </a:solidFill>
                <a:effectLst/>
                <a:uLnTx/>
                <a:uFillTx/>
                <a:latin typeface="Arial"/>
                <a:ea typeface="+mn-ea"/>
                <a:cs typeface="Raavi" panose="020B0502040204020203" pitchFamily="34" charset="0"/>
              </a:rPr>
              <a:t>Podem participar de </a:t>
            </a:r>
            <a:r>
              <a:rPr kumimoji="0" lang="pt-BR" sz="1400" b="0" i="1" u="none" strike="noStrike" kern="1200" cap="none" spc="0" normalizeH="0" baseline="0" noProof="0" dirty="0">
                <a:ln>
                  <a:noFill/>
                </a:ln>
                <a:solidFill>
                  <a:srgbClr val="000000"/>
                </a:solidFill>
                <a:effectLst/>
                <a:uLnTx/>
                <a:uFillTx/>
                <a:latin typeface="Arial"/>
                <a:ea typeface="+mn-ea"/>
                <a:cs typeface="Raavi" panose="020B0502040204020203" pitchFamily="34" charset="0"/>
              </a:rPr>
              <a:t>workshops</a:t>
            </a:r>
            <a:r>
              <a:rPr kumimoji="0" lang="pt-BR" sz="1400" b="0" i="0" u="none" strike="noStrike" kern="1200" cap="none" spc="0" normalizeH="0" baseline="0" noProof="0" dirty="0">
                <a:ln>
                  <a:noFill/>
                </a:ln>
                <a:solidFill>
                  <a:srgbClr val="000000"/>
                </a:solidFill>
                <a:effectLst/>
                <a:uLnTx/>
                <a:uFillTx/>
                <a:latin typeface="Arial"/>
                <a:ea typeface="+mn-ea"/>
                <a:cs typeface="Raavi" panose="020B0502040204020203" pitchFamily="34" charset="0"/>
              </a:rPr>
              <a:t> </a:t>
            </a:r>
          </a:p>
        </p:txBody>
      </p:sp>
      <p:pic>
        <p:nvPicPr>
          <p:cNvPr id="19" name="Imagem 18">
            <a:extLst>
              <a:ext uri="{FF2B5EF4-FFF2-40B4-BE49-F238E27FC236}">
                <a16:creationId xmlns:a16="http://schemas.microsoft.com/office/drawing/2014/main" id="{F51FB56D-755F-DCEF-FBA1-BC27A84EE92F}"/>
              </a:ext>
            </a:extLst>
          </p:cNvPr>
          <p:cNvPicPr>
            <a:picLocks noChangeAspect="1"/>
          </p:cNvPicPr>
          <p:nvPr/>
        </p:nvPicPr>
        <p:blipFill>
          <a:blip r:embed="rId14" cstate="email">
            <a:extLst>
              <a:ext uri="{28A0092B-C50C-407E-A947-70E740481C1C}">
                <a14:useLocalDpi xmlns:a14="http://schemas.microsoft.com/office/drawing/2010/main"/>
              </a:ext>
            </a:extLst>
          </a:blip>
          <a:stretch>
            <a:fillRect/>
          </a:stretch>
        </p:blipFill>
        <p:spPr>
          <a:xfrm>
            <a:off x="4566696" y="3187700"/>
            <a:ext cx="929739" cy="475200"/>
          </a:xfrm>
          <a:prstGeom prst="rect">
            <a:avLst/>
          </a:prstGeom>
        </p:spPr>
      </p:pic>
    </p:spTree>
    <p:extLst>
      <p:ext uri="{BB962C8B-B14F-4D97-AF65-F5344CB8AC3E}">
        <p14:creationId xmlns:p14="http://schemas.microsoft.com/office/powerpoint/2010/main" val="377750445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to 2" hidden="1"/>
          <p:cNvGraphicFramePr>
            <a:graphicFrameLocks noChangeAspect="1"/>
          </p:cNvGraphicFramePr>
          <p:nvPr>
            <p:custDataLst>
              <p:tags r:id="rId1"/>
            </p:custDataLst>
            <p:extLst>
              <p:ext uri="{D42A27DB-BD31-4B8C-83A1-F6EECF244321}">
                <p14:modId xmlns:p14="http://schemas.microsoft.com/office/powerpoint/2010/main" val="2230915430"/>
              </p:ext>
            </p:extLst>
          </p:nvPr>
        </p:nvGraphicFramePr>
        <p:xfrm>
          <a:off x="1525588" y="1588"/>
          <a:ext cx="1588" cy="1588"/>
        </p:xfrm>
        <a:graphic>
          <a:graphicData uri="http://schemas.openxmlformats.org/presentationml/2006/ole">
            <mc:AlternateContent xmlns:mc="http://schemas.openxmlformats.org/markup-compatibility/2006">
              <mc:Choice xmlns:v="urn:schemas-microsoft-com:vml" Requires="v">
                <p:oleObj name="Slide do think-cell" r:id="rId4" imgW="383" imgH="384" progId="TCLayout.ActiveDocument.1">
                  <p:embed/>
                </p:oleObj>
              </mc:Choice>
              <mc:Fallback>
                <p:oleObj name="Slide do think-cell" r:id="rId4" imgW="383" imgH="384" progId="TCLayout.ActiveDocument.1">
                  <p:embed/>
                  <p:pic>
                    <p:nvPicPr>
                      <p:cNvPr id="3" name="Objeto 2" hidden="1"/>
                      <p:cNvPicPr/>
                      <p:nvPr/>
                    </p:nvPicPr>
                    <p:blipFill>
                      <a:blip r:embed="rId5"/>
                      <a:stretch>
                        <a:fillRect/>
                      </a:stretch>
                    </p:blipFill>
                    <p:spPr>
                      <a:xfrm>
                        <a:off x="1525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C4ACD4A2-1424-427E-A4A4-6F4B9F42A7A4}"/>
              </a:ext>
            </a:extLst>
          </p:cNvPr>
          <p:cNvSpPr/>
          <p:nvPr>
            <p:custDataLst>
              <p:tags r:id="rId2"/>
            </p:custDataLst>
          </p:nvPr>
        </p:nvSpPr>
        <p:spPr>
          <a:xfrm>
            <a:off x="0" y="0"/>
            <a:ext cx="158750" cy="158750"/>
          </a:xfrm>
          <a:prstGeom prst="rect">
            <a:avLst/>
          </a:prstGeom>
          <a:solidFill>
            <a:schemeClr val="accent2"/>
          </a:solidFill>
          <a:ln w="19050">
            <a:solidFill>
              <a:schemeClr val="accent2"/>
            </a:solidFill>
            <a:miter lim="400000"/>
          </a:ln>
          <a:effectLst/>
        </p:spPr>
        <p:txBody>
          <a:bodyPr wrap="none" lIns="0" tIns="0" rIns="0" bIns="0" numCol="1" spcCol="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2000" b="1"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2" name="Title 1">
            <a:extLst>
              <a:ext uri="{FF2B5EF4-FFF2-40B4-BE49-F238E27FC236}">
                <a16:creationId xmlns:a16="http://schemas.microsoft.com/office/drawing/2014/main" id="{AD98954A-C2DA-4469-9EFF-C08016B1CD82}"/>
              </a:ext>
            </a:extLst>
          </p:cNvPr>
          <p:cNvSpPr>
            <a:spLocks noGrp="1"/>
          </p:cNvSpPr>
          <p:nvPr>
            <p:ph type="title"/>
          </p:nvPr>
        </p:nvSpPr>
        <p:spPr/>
        <p:txBody>
          <a:bodyPr vert="horz"/>
          <a:lstStyle/>
          <a:p>
            <a:r>
              <a:rPr lang="pt-BR" dirty="0"/>
              <a:t>Nossa equipe (1/4)</a:t>
            </a:r>
          </a:p>
        </p:txBody>
      </p:sp>
      <p:sp>
        <p:nvSpPr>
          <p:cNvPr id="10" name="Retângulo 24">
            <a:extLst>
              <a:ext uri="{FF2B5EF4-FFF2-40B4-BE49-F238E27FC236}">
                <a16:creationId xmlns:a16="http://schemas.microsoft.com/office/drawing/2014/main" id="{19790716-6A0D-4796-BCE6-9C3D9B6C43F8}"/>
              </a:ext>
            </a:extLst>
          </p:cNvPr>
          <p:cNvSpPr/>
          <p:nvPr/>
        </p:nvSpPr>
        <p:spPr>
          <a:xfrm>
            <a:off x="0" y="1150646"/>
            <a:ext cx="2702257" cy="5707354"/>
          </a:xfrm>
          <a:prstGeom prst="rect">
            <a:avLst/>
          </a:prstGeom>
          <a:solidFill>
            <a:srgbClr val="FFFFFF"/>
          </a:solidFill>
          <a:ln w="12700">
            <a:miter lim="400000"/>
          </a:ln>
          <a:effectLst>
            <a:outerShdw blurRad="190500" dist="190500" dir="2811566" rotWithShape="0">
              <a:srgbClr val="000000">
                <a:alpha val="10000"/>
              </a:srgbClr>
            </a:outerShdw>
          </a:effectLst>
        </p:spPr>
        <p:txBody>
          <a:bodyPr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3200" b="0" i="0" u="none" strike="noStrike" kern="1200" cap="none" spc="0" normalizeH="0" baseline="0" noProof="0">
              <a:ln>
                <a:noFill/>
              </a:ln>
              <a:solidFill>
                <a:srgbClr val="071C25"/>
              </a:solidFill>
              <a:effectLst/>
              <a:uLnTx/>
              <a:uFillTx/>
              <a:latin typeface="Arial"/>
              <a:ea typeface="+mn-ea"/>
              <a:cs typeface="+mn-cs"/>
            </a:endParaRPr>
          </a:p>
        </p:txBody>
      </p:sp>
      <p:pic>
        <p:nvPicPr>
          <p:cNvPr id="16" name="Picture 15">
            <a:extLst>
              <a:ext uri="{FF2B5EF4-FFF2-40B4-BE49-F238E27FC236}">
                <a16:creationId xmlns:a16="http://schemas.microsoft.com/office/drawing/2014/main" id="{3CCEB11F-513E-498D-A3B1-1D041349B521}"/>
              </a:ext>
            </a:extLst>
          </p:cNvPr>
          <p:cNvPicPr>
            <a:picLocks noChangeAspect="1"/>
          </p:cNvPicPr>
          <p:nvPr/>
        </p:nvPicPr>
        <p:blipFill rotWithShape="1">
          <a:blip r:embed="rId6" cstate="email">
            <a:extLst>
              <a:ext uri="{28A0092B-C50C-407E-A947-70E740481C1C}">
                <a14:useLocalDpi xmlns:a14="http://schemas.microsoft.com/office/drawing/2010/main"/>
              </a:ext>
            </a:extLst>
          </a:blip>
          <a:srcRect/>
          <a:stretch/>
        </p:blipFill>
        <p:spPr>
          <a:xfrm>
            <a:off x="0" y="1164294"/>
            <a:ext cx="2702259" cy="5693706"/>
          </a:xfrm>
          <a:prstGeom prst="rect">
            <a:avLst/>
          </a:prstGeom>
        </p:spPr>
      </p:pic>
      <p:sp>
        <p:nvSpPr>
          <p:cNvPr id="12" name="Rectangle 53">
            <a:extLst>
              <a:ext uri="{FF2B5EF4-FFF2-40B4-BE49-F238E27FC236}">
                <a16:creationId xmlns:a16="http://schemas.microsoft.com/office/drawing/2014/main" id="{EDE81FCD-3AEE-496A-9624-B9D58F6A6AC0}"/>
              </a:ext>
            </a:extLst>
          </p:cNvPr>
          <p:cNvSpPr txBox="1"/>
          <p:nvPr/>
        </p:nvSpPr>
        <p:spPr>
          <a:xfrm>
            <a:off x="3018972" y="1156614"/>
            <a:ext cx="8945488" cy="30777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marL="0" lvl="0" indent="0" defTabSz="895350" eaLnBrk="1" hangingPunct="1">
              <a:buClr>
                <a:schemeClr val="tx2"/>
              </a:buClr>
              <a:defRPr baseline="0">
                <a:latin typeface="+mn-lt"/>
              </a:defRPr>
            </a:lvl1pPr>
            <a:lvl2pPr marL="193675" lvl="1" indent="-192088" defTabSz="895350" eaLnBrk="1" hangingPunct="1">
              <a:buClr>
                <a:schemeClr val="tx2"/>
              </a:buClr>
              <a:buSzPct val="125000"/>
              <a:buFont typeface="Arial" charset="0"/>
              <a:buChar char="▪"/>
              <a:defRPr baseline="0">
                <a:latin typeface="+mn-lt"/>
              </a:defRPr>
            </a:lvl2pPr>
            <a:lvl3pPr marL="457200" lvl="2" indent="-261938" defTabSz="895350" eaLnBrk="1" hangingPunct="1">
              <a:buClr>
                <a:schemeClr val="tx2"/>
              </a:buClr>
              <a:buSzPct val="120000"/>
              <a:buFont typeface="Arial" charset="0"/>
              <a:buChar char="–"/>
              <a:defRPr baseline="0">
                <a:latin typeface="+mn-lt"/>
              </a:defRPr>
            </a:lvl3pPr>
            <a:lvl4pPr marL="614363" lvl="3" indent="-155575" defTabSz="895350" eaLnBrk="1" hangingPunct="1">
              <a:buClr>
                <a:schemeClr val="tx2"/>
              </a:buClr>
              <a:buSzPct val="120000"/>
              <a:buFont typeface="Arial" charset="0"/>
              <a:buChar char="▫"/>
              <a:defRPr baseline="0">
                <a:latin typeface="+mn-lt"/>
              </a:defRPr>
            </a:lvl4pPr>
            <a:lvl5pPr marL="749808" lvl="4" indent="-130175" defTabSz="895350" eaLnBrk="1" hangingPunct="1">
              <a:buClr>
                <a:schemeClr val="tx2"/>
              </a:buClr>
              <a:buSzPct val="89000"/>
              <a:buFont typeface="Arial" charset="0"/>
              <a:buChar char="-"/>
              <a:defRPr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marL="0" marR="0" lvl="0" indent="0" algn="l" defTabSz="89535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020E66"/>
                </a:solidFill>
                <a:effectLst/>
                <a:uLnTx/>
                <a:uFillTx/>
                <a:latin typeface="Arial"/>
                <a:ea typeface="+mn-ea"/>
                <a:cs typeface="+mn-cs"/>
              </a:rPr>
              <a:t>Andreas Mirow</a:t>
            </a:r>
          </a:p>
        </p:txBody>
      </p:sp>
      <p:sp>
        <p:nvSpPr>
          <p:cNvPr id="14" name="Rectangle 53">
            <a:extLst>
              <a:ext uri="{FF2B5EF4-FFF2-40B4-BE49-F238E27FC236}">
                <a16:creationId xmlns:a16="http://schemas.microsoft.com/office/drawing/2014/main" id="{402BC0D0-04A0-4A70-AE0B-18A0E95D7643}"/>
              </a:ext>
            </a:extLst>
          </p:cNvPr>
          <p:cNvSpPr txBox="1"/>
          <p:nvPr/>
        </p:nvSpPr>
        <p:spPr>
          <a:xfrm>
            <a:off x="3018972" y="1493419"/>
            <a:ext cx="8945488" cy="30777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marL="0" lvl="0" indent="0" defTabSz="895350" eaLnBrk="1" hangingPunct="1">
              <a:buClr>
                <a:schemeClr val="tx2"/>
              </a:buClr>
              <a:defRPr baseline="0">
                <a:latin typeface="+mn-lt"/>
              </a:defRPr>
            </a:lvl1pPr>
            <a:lvl2pPr marL="193675" lvl="1" indent="-192088" defTabSz="895350" eaLnBrk="1" hangingPunct="1">
              <a:buClr>
                <a:schemeClr val="tx2"/>
              </a:buClr>
              <a:buSzPct val="125000"/>
              <a:buFont typeface="Arial" charset="0"/>
              <a:buChar char="▪"/>
              <a:defRPr baseline="0">
                <a:latin typeface="+mn-lt"/>
              </a:defRPr>
            </a:lvl2pPr>
            <a:lvl3pPr marL="457200" lvl="2" indent="-261938" defTabSz="895350" eaLnBrk="1" hangingPunct="1">
              <a:buClr>
                <a:schemeClr val="tx2"/>
              </a:buClr>
              <a:buSzPct val="120000"/>
              <a:buFont typeface="Arial" charset="0"/>
              <a:buChar char="–"/>
              <a:defRPr baseline="0">
                <a:latin typeface="+mn-lt"/>
              </a:defRPr>
            </a:lvl3pPr>
            <a:lvl4pPr marL="614363" lvl="3" indent="-155575" defTabSz="895350" eaLnBrk="1" hangingPunct="1">
              <a:buClr>
                <a:schemeClr val="tx2"/>
              </a:buClr>
              <a:buSzPct val="120000"/>
              <a:buFont typeface="Arial" charset="0"/>
              <a:buChar char="▫"/>
              <a:defRPr baseline="0">
                <a:latin typeface="+mn-lt"/>
              </a:defRPr>
            </a:lvl4pPr>
            <a:lvl5pPr marL="749808" lvl="4" indent="-130175" defTabSz="895350" eaLnBrk="1" hangingPunct="1">
              <a:buClr>
                <a:schemeClr val="tx2"/>
              </a:buClr>
              <a:buSzPct val="89000"/>
              <a:buFont typeface="Arial" charset="0"/>
              <a:buChar char="-"/>
              <a:defRPr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marL="0" marR="0" lvl="0" indent="0" algn="l" defTabSz="895350" rtl="0" eaLnBrk="1" fontAlgn="auto" latinLnBrk="0" hangingPunct="1">
              <a:lnSpc>
                <a:spcPct val="100000"/>
              </a:lnSpc>
              <a:spcBef>
                <a:spcPts val="0"/>
              </a:spcBef>
              <a:spcAft>
                <a:spcPts val="0"/>
              </a:spcAft>
              <a:buClrTx/>
              <a:buSzTx/>
              <a:buFontTx/>
              <a:buNone/>
              <a:tabLst/>
              <a:defRPr/>
            </a:pPr>
            <a:r>
              <a:rPr kumimoji="0" lang="en-US" sz="2000" b="0" i="1" u="none" strike="noStrike" kern="1200" cap="none" spc="0" normalizeH="0" baseline="0" noProof="0">
                <a:ln>
                  <a:noFill/>
                </a:ln>
                <a:solidFill>
                  <a:srgbClr val="00ADEC"/>
                </a:solidFill>
                <a:effectLst/>
                <a:uLnTx/>
                <a:uFillTx/>
                <a:latin typeface="Arial"/>
                <a:ea typeface="+mn-ea"/>
                <a:cs typeface="+mn-cs"/>
              </a:rPr>
              <a:t>Managing Partner</a:t>
            </a:r>
          </a:p>
        </p:txBody>
      </p:sp>
      <p:sp>
        <p:nvSpPr>
          <p:cNvPr id="19" name="Rectangle 53">
            <a:extLst>
              <a:ext uri="{FF2B5EF4-FFF2-40B4-BE49-F238E27FC236}">
                <a16:creationId xmlns:a16="http://schemas.microsoft.com/office/drawing/2014/main" id="{EF6BA590-00C0-41C2-B4EC-BDE888F29E1A}"/>
              </a:ext>
            </a:extLst>
          </p:cNvPr>
          <p:cNvSpPr txBox="1"/>
          <p:nvPr/>
        </p:nvSpPr>
        <p:spPr>
          <a:xfrm>
            <a:off x="3018972" y="2068644"/>
            <a:ext cx="8945488" cy="4616648"/>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marL="0" lvl="0" indent="0" defTabSz="895350" eaLnBrk="1" hangingPunct="1">
              <a:buClr>
                <a:schemeClr val="tx2"/>
              </a:buClr>
              <a:defRPr baseline="0">
                <a:latin typeface="+mn-lt"/>
              </a:defRPr>
            </a:lvl1pPr>
            <a:lvl2pPr marL="193675" lvl="1" indent="-192088" defTabSz="895350" eaLnBrk="1" hangingPunct="1">
              <a:buClr>
                <a:schemeClr val="tx2"/>
              </a:buClr>
              <a:buSzPct val="125000"/>
              <a:buFont typeface="Arial" charset="0"/>
              <a:buChar char="▪"/>
              <a:defRPr baseline="0">
                <a:latin typeface="+mn-lt"/>
              </a:defRPr>
            </a:lvl2pPr>
            <a:lvl3pPr marL="457200" lvl="2" indent="-261938" defTabSz="895350" eaLnBrk="1" hangingPunct="1">
              <a:buClr>
                <a:schemeClr val="tx2"/>
              </a:buClr>
              <a:buSzPct val="120000"/>
              <a:buFont typeface="Arial" charset="0"/>
              <a:buChar char="–"/>
              <a:defRPr baseline="0">
                <a:latin typeface="+mn-lt"/>
              </a:defRPr>
            </a:lvl3pPr>
            <a:lvl4pPr marL="614363" lvl="3" indent="-155575" defTabSz="895350" eaLnBrk="1" hangingPunct="1">
              <a:buClr>
                <a:schemeClr val="tx2"/>
              </a:buClr>
              <a:buSzPct val="120000"/>
              <a:buFont typeface="Arial" charset="0"/>
              <a:buChar char="▫"/>
              <a:defRPr baseline="0">
                <a:latin typeface="+mn-lt"/>
              </a:defRPr>
            </a:lvl4pPr>
            <a:lvl5pPr marL="749808" lvl="4" indent="-130175" defTabSz="895350" eaLnBrk="1" hangingPunct="1">
              <a:buClr>
                <a:schemeClr val="tx2"/>
              </a:buClr>
              <a:buSzPct val="89000"/>
              <a:buFont typeface="Arial" charset="0"/>
              <a:buChar char="-"/>
              <a:defRPr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marL="0" marR="0" lvl="0" indent="0" algn="l" defTabSz="895350"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a:ln>
                  <a:noFill/>
                </a:ln>
                <a:solidFill>
                  <a:prstClr val="white"/>
                </a:solidFill>
                <a:effectLst/>
                <a:uLnTx/>
                <a:uFillTx/>
                <a:latin typeface="Arial"/>
                <a:ea typeface="+mn-ea"/>
                <a:cs typeface="+mn-cs"/>
              </a:rPr>
              <a:t>Andreas Mirow é sócio-diretor da Mirow &amp; Co. no Rio de Janeiro. Ele serve clientes em setores de bens de produção, tais como florestal, papel e celulose, metalurgia e mineração, petroquímica e petróleo e gás, atuando numa ampla variedade de temas, sobretudo estratégia comercial e corporativa, precificação, redução de custos, gerenciamento pós-aquisição e fusões e aquisições (M&amp;A). Andreas também tem ampla experiência nos segmentos de óleo e gás, químicos, siderurgia e mineração, assim como outras indústrias e serviços industriais</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endParaRPr kumimoji="0" lang="pt-BR" sz="1200" b="0" i="0" u="none" strike="noStrike" kern="1200" cap="none" spc="0" normalizeH="0" baseline="0" noProof="0">
              <a:ln>
                <a:noFill/>
              </a:ln>
              <a:solidFill>
                <a:prstClr val="white"/>
              </a:solidFill>
              <a:effectLst/>
              <a:uLnTx/>
              <a:uFillTx/>
              <a:latin typeface="Arial"/>
              <a:ea typeface="+mn-ea"/>
              <a:cs typeface="+mn-cs"/>
            </a:endParaRPr>
          </a:p>
          <a:p>
            <a:pPr marL="0" marR="0" lvl="0" indent="0" algn="l" defTabSz="895350" rtl="0" eaLnBrk="1" fontAlgn="auto" latinLnBrk="0" hangingPunct="1">
              <a:lnSpc>
                <a:spcPct val="100000"/>
              </a:lnSpc>
              <a:spcBef>
                <a:spcPts val="0"/>
              </a:spcBef>
              <a:spcAft>
                <a:spcPts val="0"/>
              </a:spcAft>
              <a:buClrTx/>
              <a:buSzTx/>
              <a:buFontTx/>
              <a:buNone/>
              <a:tabLst/>
              <a:defRPr/>
            </a:pPr>
            <a:r>
              <a:rPr kumimoji="0" lang="pt-BR" sz="1200" b="1" i="0" u="none" strike="noStrike" kern="1200" cap="none" spc="0" normalizeH="0" baseline="0" noProof="0">
                <a:ln>
                  <a:noFill/>
                </a:ln>
                <a:solidFill>
                  <a:prstClr val="white"/>
                </a:solidFill>
                <a:effectLst/>
                <a:uLnTx/>
                <a:uFillTx/>
                <a:latin typeface="Arial"/>
                <a:ea typeface="+mn-ea"/>
                <a:cs typeface="+mn-cs"/>
              </a:rPr>
              <a:t>Projetos recentes (exemplos)</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200" b="0" i="0" u="none" strike="noStrike" kern="1200" cap="none" spc="0" normalizeH="0" baseline="0" noProof="0">
                <a:ln>
                  <a:noFill/>
                </a:ln>
                <a:solidFill>
                  <a:prstClr val="white"/>
                </a:solidFill>
                <a:effectLst/>
                <a:uLnTx/>
                <a:uFillTx/>
                <a:latin typeface="Arial"/>
                <a:ea typeface="+mn-ea"/>
                <a:cs typeface="+mn-cs"/>
              </a:rPr>
              <a:t>Desenvolveu estratégia de expansão para companhia de metalurgia e mineração</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200" b="0" i="0" u="none" strike="noStrike" kern="1200" cap="none" spc="0" normalizeH="0" baseline="0" noProof="0">
                <a:ln>
                  <a:noFill/>
                </a:ln>
                <a:solidFill>
                  <a:prstClr val="white"/>
                </a:solidFill>
                <a:effectLst/>
                <a:uLnTx/>
                <a:uFillTx/>
                <a:latin typeface="Arial"/>
                <a:ea typeface="+mn-ea"/>
                <a:cs typeface="+mn-cs"/>
              </a:rPr>
              <a:t>Desenvolveu estratégia de </a:t>
            </a:r>
            <a:r>
              <a:rPr kumimoji="0" lang="pt-BR" sz="1200" b="0" i="1" u="none" strike="noStrike" kern="1200" cap="none" spc="0" normalizeH="0" baseline="0" noProof="0">
                <a:ln>
                  <a:noFill/>
                </a:ln>
                <a:solidFill>
                  <a:prstClr val="white"/>
                </a:solidFill>
                <a:effectLst/>
                <a:uLnTx/>
                <a:uFillTx/>
                <a:latin typeface="Arial"/>
                <a:ea typeface="+mn-ea"/>
                <a:cs typeface="+mn-cs"/>
              </a:rPr>
              <a:t>go-</a:t>
            </a:r>
            <a:r>
              <a:rPr kumimoji="0" lang="pt-BR" sz="1200" b="0" i="1" u="none" strike="noStrike" kern="1200" cap="none" spc="0" normalizeH="0" baseline="0" noProof="0" err="1">
                <a:ln>
                  <a:noFill/>
                </a:ln>
                <a:solidFill>
                  <a:prstClr val="white"/>
                </a:solidFill>
                <a:effectLst/>
                <a:uLnTx/>
                <a:uFillTx/>
                <a:latin typeface="Arial"/>
                <a:ea typeface="+mn-ea"/>
                <a:cs typeface="+mn-cs"/>
              </a:rPr>
              <a:t>to</a:t>
            </a:r>
            <a:r>
              <a:rPr kumimoji="0" lang="pt-BR" sz="1200" b="0" i="1" u="none" strike="noStrike" kern="1200" cap="none" spc="0" normalizeH="0" baseline="0" noProof="0">
                <a:ln>
                  <a:noFill/>
                </a:ln>
                <a:solidFill>
                  <a:prstClr val="white"/>
                </a:solidFill>
                <a:effectLst/>
                <a:uLnTx/>
                <a:uFillTx/>
                <a:latin typeface="Arial"/>
                <a:ea typeface="+mn-ea"/>
                <a:cs typeface="+mn-cs"/>
              </a:rPr>
              <a:t>-</a:t>
            </a:r>
            <a:r>
              <a:rPr kumimoji="0" lang="pt-BR" sz="1200" b="0" i="1" u="none" strike="noStrike" kern="1200" cap="none" spc="0" normalizeH="0" baseline="0" noProof="0" err="1">
                <a:ln>
                  <a:noFill/>
                </a:ln>
                <a:solidFill>
                  <a:prstClr val="white"/>
                </a:solidFill>
                <a:effectLst/>
                <a:uLnTx/>
                <a:uFillTx/>
                <a:latin typeface="Arial"/>
                <a:ea typeface="+mn-ea"/>
                <a:cs typeface="+mn-cs"/>
              </a:rPr>
              <a:t>market</a:t>
            </a:r>
            <a:r>
              <a:rPr kumimoji="0" lang="pt-BR" sz="1200" b="0" i="0" u="none" strike="noStrike" kern="1200" cap="none" spc="0" normalizeH="0" baseline="0" noProof="0">
                <a:ln>
                  <a:noFill/>
                </a:ln>
                <a:solidFill>
                  <a:prstClr val="white"/>
                </a:solidFill>
                <a:effectLst/>
                <a:uLnTx/>
                <a:uFillTx/>
                <a:latin typeface="Arial"/>
                <a:ea typeface="+mn-ea"/>
                <a:cs typeface="+mn-cs"/>
              </a:rPr>
              <a:t> para uma das líderes do setor de papel e celulose</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200" b="0" i="0" u="none" strike="noStrike" kern="1200" cap="none" spc="0" normalizeH="0" baseline="0" noProof="0">
                <a:ln>
                  <a:noFill/>
                </a:ln>
                <a:solidFill>
                  <a:prstClr val="white"/>
                </a:solidFill>
                <a:effectLst/>
                <a:uLnTx/>
                <a:uFillTx/>
                <a:latin typeface="Arial"/>
                <a:ea typeface="+mn-ea"/>
                <a:cs typeface="+mn-cs"/>
              </a:rPr>
              <a:t>Liderou programa de transformação em manutenção para uma das principais empresas no setor de aço</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200" b="0" i="0" u="none" strike="noStrike" kern="1200" cap="none" spc="0" normalizeH="0" baseline="0" noProof="0">
                <a:ln>
                  <a:noFill/>
                </a:ln>
                <a:solidFill>
                  <a:prstClr val="white"/>
                </a:solidFill>
                <a:effectLst/>
                <a:uLnTx/>
                <a:uFillTx/>
                <a:latin typeface="Arial"/>
                <a:ea typeface="+mn-ea"/>
                <a:cs typeface="+mn-cs"/>
              </a:rPr>
              <a:t>Auxiliou uma das principais empresas de óleo e gás na definição de sua estratégia de suprimentos</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200" b="0" i="0" u="none" strike="noStrike" kern="1200" cap="none" spc="0" normalizeH="0" baseline="0" noProof="0">
                <a:ln>
                  <a:noFill/>
                </a:ln>
                <a:solidFill>
                  <a:prstClr val="white"/>
                </a:solidFill>
                <a:effectLst/>
                <a:uLnTx/>
                <a:uFillTx/>
                <a:latin typeface="Arial"/>
                <a:ea typeface="+mn-ea"/>
                <a:cs typeface="+mn-cs"/>
              </a:rPr>
              <a:t>Conduziu programas de redução de custos na área de colheita para duas grandes empresas brasileiras na área de papel e celulose</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200" b="0" i="0" u="none" strike="noStrike" kern="1200" cap="none" spc="0" normalizeH="0" baseline="0" noProof="0">
                <a:ln>
                  <a:noFill/>
                </a:ln>
                <a:solidFill>
                  <a:prstClr val="white"/>
                </a:solidFill>
                <a:effectLst/>
                <a:uLnTx/>
                <a:uFillTx/>
                <a:latin typeface="Arial"/>
                <a:ea typeface="+mn-ea"/>
                <a:cs typeface="+mn-cs"/>
              </a:rPr>
              <a:t>Desenvolveu estratégia florestal para uma das líderes em papel e celulose</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200" b="0" i="0" u="none" strike="noStrike" kern="1200" cap="none" spc="0" normalizeH="0" baseline="0" noProof="0">
                <a:ln>
                  <a:noFill/>
                </a:ln>
                <a:solidFill>
                  <a:prstClr val="white"/>
                </a:solidFill>
                <a:effectLst/>
                <a:uLnTx/>
                <a:uFillTx/>
                <a:latin typeface="Arial"/>
                <a:ea typeface="+mn-ea"/>
                <a:cs typeface="+mn-cs"/>
              </a:rPr>
              <a:t>Desenvolveu estratégia de suprimento de madeira para uma das líderes em papel e celulose</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200" b="0" i="0" u="none" strike="noStrike" kern="1200" cap="none" spc="0" normalizeH="0" baseline="0" noProof="0">
                <a:ln>
                  <a:noFill/>
                </a:ln>
                <a:solidFill>
                  <a:prstClr val="white"/>
                </a:solidFill>
                <a:effectLst/>
                <a:uLnTx/>
                <a:uFillTx/>
                <a:latin typeface="Arial"/>
                <a:ea typeface="+mn-ea"/>
                <a:cs typeface="+mn-cs"/>
              </a:rPr>
              <a:t>Conduziu mapeamento de setor para identificação de alvos de aquisição em serviços industriais</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200" b="0" i="0" u="none" strike="noStrike" kern="1200" cap="none" spc="0" normalizeH="0" baseline="0" noProof="0">
                <a:ln>
                  <a:noFill/>
                </a:ln>
                <a:solidFill>
                  <a:prstClr val="white"/>
                </a:solidFill>
                <a:effectLst/>
                <a:uLnTx/>
                <a:uFillTx/>
                <a:latin typeface="Arial"/>
                <a:ea typeface="+mn-ea"/>
                <a:cs typeface="+mn-cs"/>
              </a:rPr>
              <a:t>Desenvolveu uma nova organização de suprimentos para uma companhia de mineração</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200" b="0" i="0" u="none" strike="noStrike" kern="1200" cap="none" spc="0" normalizeH="0" baseline="0" noProof="0">
                <a:ln>
                  <a:noFill/>
                </a:ln>
                <a:solidFill>
                  <a:prstClr val="white"/>
                </a:solidFill>
                <a:effectLst/>
                <a:uLnTx/>
                <a:uFillTx/>
                <a:latin typeface="Arial"/>
                <a:ea typeface="+mn-ea"/>
                <a:cs typeface="+mn-cs"/>
              </a:rPr>
              <a:t>Desenvolveu um plano organizacional, de governança e sucessão para empresa de papel </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endParaRPr kumimoji="0" lang="pt-BR" sz="1200" b="0" i="0" u="none" strike="noStrike" kern="1200" cap="none" spc="0" normalizeH="0" baseline="0" noProof="0">
              <a:ln>
                <a:noFill/>
              </a:ln>
              <a:solidFill>
                <a:prstClr val="white"/>
              </a:solidFill>
              <a:effectLst/>
              <a:uLnTx/>
              <a:uFillTx/>
              <a:latin typeface="Arial"/>
              <a:ea typeface="+mn-ea"/>
              <a:cs typeface="+mn-cs"/>
            </a:endParaRPr>
          </a:p>
          <a:p>
            <a:pPr marL="0" marR="0" lvl="0" indent="0" algn="l" defTabSz="895350" rtl="0" eaLnBrk="1" fontAlgn="auto" latinLnBrk="0" hangingPunct="1">
              <a:lnSpc>
                <a:spcPct val="100000"/>
              </a:lnSpc>
              <a:spcBef>
                <a:spcPts val="0"/>
              </a:spcBef>
              <a:spcAft>
                <a:spcPts val="0"/>
              </a:spcAft>
              <a:buClrTx/>
              <a:buSzTx/>
              <a:buFontTx/>
              <a:buNone/>
              <a:tabLst/>
              <a:defRPr/>
            </a:pPr>
            <a:r>
              <a:rPr kumimoji="0" lang="pt-BR" sz="1200" b="1" i="0" u="none" strike="noStrike" kern="1200" cap="none" spc="0" normalizeH="0" baseline="0" noProof="0">
                <a:ln>
                  <a:noFill/>
                </a:ln>
                <a:solidFill>
                  <a:prstClr val="white"/>
                </a:solidFill>
                <a:effectLst/>
                <a:uLnTx/>
                <a:uFillTx/>
                <a:latin typeface="Arial"/>
                <a:ea typeface="+mn-ea"/>
                <a:cs typeface="+mn-cs"/>
              </a:rPr>
              <a:t>Experiência adicional e qualificações</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200" b="0" i="0" u="none" strike="noStrike" kern="1200" cap="none" spc="0" normalizeH="0" baseline="0" noProof="0">
                <a:ln>
                  <a:noFill/>
                </a:ln>
                <a:solidFill>
                  <a:prstClr val="white"/>
                </a:solidFill>
                <a:effectLst/>
                <a:uLnTx/>
                <a:uFillTx/>
                <a:latin typeface="Arial"/>
                <a:ea typeface="+mn-ea"/>
                <a:cs typeface="+mn-cs"/>
              </a:rPr>
              <a:t>Antes de fundar a Mirow &amp; Co., Andreas trabalhou pela McKinsey &amp; </a:t>
            </a:r>
            <a:r>
              <a:rPr kumimoji="0" lang="pt-BR" sz="1200" b="0" i="0" u="none" strike="noStrike" kern="1200" cap="none" spc="0" normalizeH="0" baseline="0" noProof="0" err="1">
                <a:ln>
                  <a:noFill/>
                </a:ln>
                <a:solidFill>
                  <a:prstClr val="white"/>
                </a:solidFill>
                <a:effectLst/>
                <a:uLnTx/>
                <a:uFillTx/>
                <a:latin typeface="Arial"/>
                <a:ea typeface="+mn-ea"/>
                <a:cs typeface="+mn-cs"/>
              </a:rPr>
              <a:t>Company</a:t>
            </a:r>
            <a:r>
              <a:rPr kumimoji="0" lang="pt-BR" sz="1200" b="0" i="0" u="none" strike="noStrike" kern="1200" cap="none" spc="0" normalizeH="0" baseline="0" noProof="0">
                <a:ln>
                  <a:noFill/>
                </a:ln>
                <a:solidFill>
                  <a:prstClr val="white"/>
                </a:solidFill>
                <a:effectLst/>
                <a:uLnTx/>
                <a:uFillTx/>
                <a:latin typeface="Arial"/>
                <a:ea typeface="+mn-ea"/>
                <a:cs typeface="+mn-cs"/>
              </a:rPr>
              <a:t> como sócio diretor do escritório do Rio de Janeiro e também liderou a área de marketing e vendas para a Aracruz Celulose S.A.</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200" b="0" i="0" u="none" strike="noStrike" kern="1200" cap="none" spc="0" normalizeH="0" baseline="0" noProof="0">
                <a:ln>
                  <a:noFill/>
                </a:ln>
                <a:solidFill>
                  <a:prstClr val="white"/>
                </a:solidFill>
                <a:effectLst/>
                <a:uLnTx/>
                <a:uFillTx/>
                <a:latin typeface="Arial"/>
                <a:ea typeface="+mn-ea"/>
                <a:cs typeface="+mn-cs"/>
              </a:rPr>
              <a:t>Andreas possui mestrado em engenharia industrial pela Universidade de Berlim e mestrado em gerenciamento da tecnologia pelo Stevens </a:t>
            </a:r>
            <a:r>
              <a:rPr kumimoji="0" lang="pt-BR" sz="1200" b="0" i="0" u="none" strike="noStrike" kern="1200" cap="none" spc="0" normalizeH="0" baseline="0" noProof="0" err="1">
                <a:ln>
                  <a:noFill/>
                </a:ln>
                <a:solidFill>
                  <a:prstClr val="white"/>
                </a:solidFill>
                <a:effectLst/>
                <a:uLnTx/>
                <a:uFillTx/>
                <a:latin typeface="Arial"/>
                <a:ea typeface="+mn-ea"/>
                <a:cs typeface="+mn-cs"/>
              </a:rPr>
              <a:t>Institute</a:t>
            </a:r>
            <a:r>
              <a:rPr kumimoji="0" lang="pt-BR" sz="1200" b="0" i="0" u="none" strike="noStrike" kern="1200" cap="none" spc="0" normalizeH="0" baseline="0" noProof="0">
                <a:ln>
                  <a:noFill/>
                </a:ln>
                <a:solidFill>
                  <a:prstClr val="white"/>
                </a:solidFill>
                <a:effectLst/>
                <a:uLnTx/>
                <a:uFillTx/>
                <a:latin typeface="Arial"/>
                <a:ea typeface="+mn-ea"/>
                <a:cs typeface="+mn-cs"/>
              </a:rPr>
              <a:t> </a:t>
            </a:r>
            <a:r>
              <a:rPr kumimoji="0" lang="pt-BR" sz="1200" b="0" i="0" u="none" strike="noStrike" kern="1200" cap="none" spc="0" normalizeH="0" baseline="0" noProof="0" err="1">
                <a:ln>
                  <a:noFill/>
                </a:ln>
                <a:solidFill>
                  <a:prstClr val="white"/>
                </a:solidFill>
                <a:effectLst/>
                <a:uLnTx/>
                <a:uFillTx/>
                <a:latin typeface="Arial"/>
                <a:ea typeface="+mn-ea"/>
                <a:cs typeface="+mn-cs"/>
              </a:rPr>
              <a:t>of</a:t>
            </a:r>
            <a:r>
              <a:rPr kumimoji="0" lang="pt-BR" sz="1200" b="0" i="0" u="none" strike="noStrike" kern="1200" cap="none" spc="0" normalizeH="0" baseline="0" noProof="0">
                <a:ln>
                  <a:noFill/>
                </a:ln>
                <a:solidFill>
                  <a:prstClr val="white"/>
                </a:solidFill>
                <a:effectLst/>
                <a:uLnTx/>
                <a:uFillTx/>
                <a:latin typeface="Arial"/>
                <a:ea typeface="+mn-ea"/>
                <a:cs typeface="+mn-cs"/>
              </a:rPr>
              <a:t> Technology em New Jersey</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200" b="0" i="0" u="none" strike="noStrike" kern="1200" cap="none" spc="0" normalizeH="0" baseline="0" noProof="0">
                <a:ln>
                  <a:noFill/>
                </a:ln>
                <a:solidFill>
                  <a:prstClr val="white"/>
                </a:solidFill>
                <a:effectLst/>
                <a:uLnTx/>
                <a:uFillTx/>
                <a:latin typeface="Arial"/>
                <a:ea typeface="+mn-ea"/>
                <a:cs typeface="+mn-cs"/>
              </a:rPr>
              <a:t>Fluente em português, alemão, inglês e espanhol e tem conhecimentos básicos em francês</a:t>
            </a:r>
          </a:p>
        </p:txBody>
      </p:sp>
    </p:spTree>
    <p:extLst>
      <p:ext uri="{BB962C8B-B14F-4D97-AF65-F5344CB8AC3E}">
        <p14:creationId xmlns:p14="http://schemas.microsoft.com/office/powerpoint/2010/main" val="389336365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AE4D74A6-5BFB-261A-5804-D480139753F9}"/>
              </a:ext>
            </a:extLst>
          </p:cNvPr>
          <p:cNvGraphicFramePr>
            <a:graphicFrameLocks noChangeAspect="1"/>
          </p:cNvGraphicFramePr>
          <p:nvPr>
            <p:custDataLst>
              <p:tags r:id="rId1"/>
            </p:custDataLst>
            <p:extLst>
              <p:ext uri="{D42A27DB-BD31-4B8C-83A1-F6EECF244321}">
                <p14:modId xmlns:p14="http://schemas.microsoft.com/office/powerpoint/2010/main" val="10482939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Slide do think-cell" r:id="rId3" imgW="425" imgH="424" progId="TCLayout.ActiveDocument.1">
                  <p:embed/>
                </p:oleObj>
              </mc:Choice>
              <mc:Fallback>
                <p:oleObj name="Slide do think-cell" r:id="rId3" imgW="425" imgH="424" progId="TCLayout.ActiveDocument.1">
                  <p:embed/>
                  <p:pic>
                    <p:nvPicPr>
                      <p:cNvPr id="10" name="think-cell data - do not delete" hidden="1">
                        <a:extLst>
                          <a:ext uri="{FF2B5EF4-FFF2-40B4-BE49-F238E27FC236}">
                            <a16:creationId xmlns:a16="http://schemas.microsoft.com/office/drawing/2014/main" id="{AE4D74A6-5BFB-261A-5804-D480139753F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1A2EFE6A-40A6-4F7A-AD24-4EF0B3338DFA}"/>
              </a:ext>
            </a:extLst>
          </p:cNvPr>
          <p:cNvSpPr>
            <a:spLocks noGrp="1"/>
          </p:cNvSpPr>
          <p:nvPr>
            <p:ph type="title"/>
          </p:nvPr>
        </p:nvSpPr>
        <p:spPr/>
        <p:txBody>
          <a:bodyPr vert="horz"/>
          <a:lstStyle/>
          <a:p>
            <a:r>
              <a:rPr lang="pt-BR" dirty="0"/>
              <a:t>Nossa equipe (2/4)</a:t>
            </a:r>
            <a:endParaRPr lang="en-US" dirty="0"/>
          </a:p>
        </p:txBody>
      </p:sp>
      <p:sp>
        <p:nvSpPr>
          <p:cNvPr id="13" name="Rectangle 53">
            <a:extLst>
              <a:ext uri="{FF2B5EF4-FFF2-40B4-BE49-F238E27FC236}">
                <a16:creationId xmlns:a16="http://schemas.microsoft.com/office/drawing/2014/main" id="{9BE4E847-8343-D3BB-4003-29E5E298F016}"/>
              </a:ext>
            </a:extLst>
          </p:cNvPr>
          <p:cNvSpPr txBox="1"/>
          <p:nvPr/>
        </p:nvSpPr>
        <p:spPr>
          <a:xfrm>
            <a:off x="3018972" y="1156614"/>
            <a:ext cx="8945488" cy="30777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marL="0" lvl="0" indent="0" defTabSz="895350" eaLnBrk="1" hangingPunct="1">
              <a:buClr>
                <a:schemeClr val="tx2"/>
              </a:buClr>
              <a:defRPr baseline="0">
                <a:latin typeface="+mn-lt"/>
              </a:defRPr>
            </a:lvl1pPr>
            <a:lvl2pPr marL="193675" lvl="1" indent="-192088" defTabSz="895350" eaLnBrk="1" hangingPunct="1">
              <a:buClr>
                <a:schemeClr val="tx2"/>
              </a:buClr>
              <a:buSzPct val="125000"/>
              <a:buFont typeface="Arial" charset="0"/>
              <a:buChar char="▪"/>
              <a:defRPr baseline="0">
                <a:latin typeface="+mn-lt"/>
              </a:defRPr>
            </a:lvl2pPr>
            <a:lvl3pPr marL="457200" lvl="2" indent="-261938" defTabSz="895350" eaLnBrk="1" hangingPunct="1">
              <a:buClr>
                <a:schemeClr val="tx2"/>
              </a:buClr>
              <a:buSzPct val="120000"/>
              <a:buFont typeface="Arial" charset="0"/>
              <a:buChar char="–"/>
              <a:defRPr baseline="0">
                <a:latin typeface="+mn-lt"/>
              </a:defRPr>
            </a:lvl3pPr>
            <a:lvl4pPr marL="614363" lvl="3" indent="-155575" defTabSz="895350" eaLnBrk="1" hangingPunct="1">
              <a:buClr>
                <a:schemeClr val="tx2"/>
              </a:buClr>
              <a:buSzPct val="120000"/>
              <a:buFont typeface="Arial" charset="0"/>
              <a:buChar char="▫"/>
              <a:defRPr baseline="0">
                <a:latin typeface="+mn-lt"/>
              </a:defRPr>
            </a:lvl4pPr>
            <a:lvl5pPr marL="749808" lvl="4" indent="-130175" defTabSz="895350" eaLnBrk="1" hangingPunct="1">
              <a:buClr>
                <a:schemeClr val="tx2"/>
              </a:buClr>
              <a:buSzPct val="89000"/>
              <a:buFont typeface="Arial" charset="0"/>
              <a:buChar char="-"/>
              <a:defRPr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marL="0" marR="0" lvl="0" indent="0" algn="l" defTabSz="89535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020E66"/>
                </a:solidFill>
                <a:effectLst/>
                <a:uLnTx/>
                <a:uFillTx/>
                <a:latin typeface="Arial"/>
                <a:ea typeface="+mn-ea"/>
                <a:cs typeface="+mn-cs"/>
              </a:rPr>
              <a:t>Marcelo </a:t>
            </a:r>
            <a:r>
              <a:rPr kumimoji="0" lang="en-US" sz="2000" b="1" i="0" u="none" strike="noStrike" kern="1200" cap="none" spc="0" normalizeH="0" baseline="0" noProof="0" err="1">
                <a:ln>
                  <a:noFill/>
                </a:ln>
                <a:solidFill>
                  <a:srgbClr val="020E66"/>
                </a:solidFill>
                <a:effectLst/>
                <a:uLnTx/>
                <a:uFillTx/>
                <a:latin typeface="Arial"/>
                <a:ea typeface="+mn-ea"/>
                <a:cs typeface="+mn-cs"/>
              </a:rPr>
              <a:t>Massarente</a:t>
            </a:r>
            <a:endParaRPr kumimoji="0" lang="en-US" sz="2000" b="1" i="0" u="none" strike="noStrike" kern="1200" cap="none" spc="0" normalizeH="0" baseline="0" noProof="0">
              <a:ln>
                <a:noFill/>
              </a:ln>
              <a:solidFill>
                <a:srgbClr val="020E66"/>
              </a:solidFill>
              <a:effectLst/>
              <a:uLnTx/>
              <a:uFillTx/>
              <a:latin typeface="Arial"/>
              <a:ea typeface="+mn-ea"/>
              <a:cs typeface="+mn-cs"/>
            </a:endParaRPr>
          </a:p>
        </p:txBody>
      </p:sp>
      <p:sp>
        <p:nvSpPr>
          <p:cNvPr id="18" name="Rectangle 53">
            <a:extLst>
              <a:ext uri="{FF2B5EF4-FFF2-40B4-BE49-F238E27FC236}">
                <a16:creationId xmlns:a16="http://schemas.microsoft.com/office/drawing/2014/main" id="{46251B3C-005A-6E07-E4DB-C339A570B5DD}"/>
              </a:ext>
            </a:extLst>
          </p:cNvPr>
          <p:cNvSpPr txBox="1"/>
          <p:nvPr/>
        </p:nvSpPr>
        <p:spPr>
          <a:xfrm>
            <a:off x="3018972" y="1493419"/>
            <a:ext cx="8945488" cy="30777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marL="0" lvl="0" indent="0" defTabSz="895350" eaLnBrk="1" hangingPunct="1">
              <a:buClr>
                <a:schemeClr val="tx2"/>
              </a:buClr>
              <a:defRPr baseline="0">
                <a:latin typeface="+mn-lt"/>
              </a:defRPr>
            </a:lvl1pPr>
            <a:lvl2pPr marL="193675" lvl="1" indent="-192088" defTabSz="895350" eaLnBrk="1" hangingPunct="1">
              <a:buClr>
                <a:schemeClr val="tx2"/>
              </a:buClr>
              <a:buSzPct val="125000"/>
              <a:buFont typeface="Arial" charset="0"/>
              <a:buChar char="▪"/>
              <a:defRPr baseline="0">
                <a:latin typeface="+mn-lt"/>
              </a:defRPr>
            </a:lvl2pPr>
            <a:lvl3pPr marL="457200" lvl="2" indent="-261938" defTabSz="895350" eaLnBrk="1" hangingPunct="1">
              <a:buClr>
                <a:schemeClr val="tx2"/>
              </a:buClr>
              <a:buSzPct val="120000"/>
              <a:buFont typeface="Arial" charset="0"/>
              <a:buChar char="–"/>
              <a:defRPr baseline="0">
                <a:latin typeface="+mn-lt"/>
              </a:defRPr>
            </a:lvl3pPr>
            <a:lvl4pPr marL="614363" lvl="3" indent="-155575" defTabSz="895350" eaLnBrk="1" hangingPunct="1">
              <a:buClr>
                <a:schemeClr val="tx2"/>
              </a:buClr>
              <a:buSzPct val="120000"/>
              <a:buFont typeface="Arial" charset="0"/>
              <a:buChar char="▫"/>
              <a:defRPr baseline="0">
                <a:latin typeface="+mn-lt"/>
              </a:defRPr>
            </a:lvl4pPr>
            <a:lvl5pPr marL="749808" lvl="4" indent="-130175" defTabSz="895350" eaLnBrk="1" hangingPunct="1">
              <a:buClr>
                <a:schemeClr val="tx2"/>
              </a:buClr>
              <a:buSzPct val="89000"/>
              <a:buFont typeface="Arial" charset="0"/>
              <a:buChar char="-"/>
              <a:defRPr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marL="0" marR="0" lvl="0" indent="0" algn="l" defTabSz="895350" rtl="0" eaLnBrk="1" fontAlgn="auto" latinLnBrk="0" hangingPunct="1">
              <a:lnSpc>
                <a:spcPct val="100000"/>
              </a:lnSpc>
              <a:spcBef>
                <a:spcPts val="0"/>
              </a:spcBef>
              <a:spcAft>
                <a:spcPts val="0"/>
              </a:spcAft>
              <a:buClr>
                <a:srgbClr val="020E66"/>
              </a:buClr>
              <a:buSzTx/>
              <a:buFontTx/>
              <a:buNone/>
              <a:tabLst/>
              <a:defRPr/>
            </a:pPr>
            <a:r>
              <a:rPr kumimoji="0" lang="en-US" sz="2000" b="0" i="1" u="none" strike="noStrike" kern="1200" cap="none" spc="0" normalizeH="0" baseline="0" noProof="0" dirty="0">
                <a:ln>
                  <a:noFill/>
                </a:ln>
                <a:solidFill>
                  <a:srgbClr val="00ADEC"/>
                </a:solidFill>
                <a:effectLst/>
                <a:uLnTx/>
                <a:uFillTx/>
                <a:latin typeface="Arial"/>
                <a:ea typeface="+mn-ea"/>
                <a:cs typeface="+mn-cs"/>
              </a:rPr>
              <a:t>Partner</a:t>
            </a:r>
            <a:r>
              <a:rPr kumimoji="0" lang="en-US" sz="2000" b="0" i="0" u="none" strike="noStrike" kern="1200" cap="none" spc="0" normalizeH="0" baseline="0" noProof="0" dirty="0">
                <a:ln>
                  <a:noFill/>
                </a:ln>
                <a:solidFill>
                  <a:srgbClr val="00ADEC"/>
                </a:solidFill>
                <a:effectLst/>
                <a:uLnTx/>
                <a:uFillTx/>
                <a:latin typeface="Arial"/>
                <a:ea typeface="+mn-ea"/>
                <a:cs typeface="+mn-cs"/>
              </a:rPr>
              <a:t>, </a:t>
            </a:r>
            <a:r>
              <a:rPr kumimoji="0" lang="en-US" sz="2000" b="0" i="0" u="none" strike="noStrike" kern="1200" cap="none" spc="0" normalizeH="0" baseline="0" noProof="0" dirty="0" err="1">
                <a:ln>
                  <a:noFill/>
                </a:ln>
                <a:solidFill>
                  <a:srgbClr val="00ADEC"/>
                </a:solidFill>
                <a:effectLst/>
                <a:uLnTx/>
                <a:uFillTx/>
                <a:latin typeface="Arial"/>
                <a:ea typeface="+mn-ea"/>
                <a:cs typeface="+mn-cs"/>
              </a:rPr>
              <a:t>Agronegócio</a:t>
            </a:r>
            <a:r>
              <a:rPr kumimoji="0" lang="en-US" sz="2000" b="0" i="0" u="none" strike="noStrike" kern="1200" cap="none" spc="0" normalizeH="0" baseline="0" noProof="0" dirty="0">
                <a:ln>
                  <a:noFill/>
                </a:ln>
                <a:solidFill>
                  <a:srgbClr val="00ADEC"/>
                </a:solidFill>
                <a:effectLst/>
                <a:uLnTx/>
                <a:uFillTx/>
                <a:latin typeface="Arial"/>
                <a:ea typeface="+mn-ea"/>
                <a:cs typeface="+mn-cs"/>
              </a:rPr>
              <a:t>, </a:t>
            </a:r>
            <a:r>
              <a:rPr kumimoji="0" lang="en-US" sz="2000" b="0" i="0" u="none" strike="noStrike" kern="1200" cap="none" spc="0" normalizeH="0" baseline="0" noProof="0" dirty="0" err="1">
                <a:ln>
                  <a:noFill/>
                </a:ln>
                <a:solidFill>
                  <a:srgbClr val="00ADEC"/>
                </a:solidFill>
                <a:effectLst/>
                <a:uLnTx/>
                <a:uFillTx/>
                <a:latin typeface="Arial"/>
                <a:ea typeface="+mn-ea"/>
                <a:cs typeface="+mn-cs"/>
              </a:rPr>
              <a:t>Papel</a:t>
            </a:r>
            <a:r>
              <a:rPr kumimoji="0" lang="en-US" sz="2000" b="0" i="0" u="none" strike="noStrike" kern="1200" cap="none" spc="0" normalizeH="0" baseline="0" noProof="0" dirty="0">
                <a:ln>
                  <a:noFill/>
                </a:ln>
                <a:solidFill>
                  <a:srgbClr val="00ADEC"/>
                </a:solidFill>
                <a:effectLst/>
                <a:uLnTx/>
                <a:uFillTx/>
                <a:latin typeface="Arial"/>
                <a:ea typeface="+mn-ea"/>
                <a:cs typeface="+mn-cs"/>
              </a:rPr>
              <a:t> e </a:t>
            </a:r>
            <a:r>
              <a:rPr kumimoji="0" lang="en-US" sz="2000" b="0" i="0" u="none" strike="noStrike" kern="1200" cap="none" spc="0" normalizeH="0" baseline="0" noProof="0" dirty="0" err="1">
                <a:ln>
                  <a:noFill/>
                </a:ln>
                <a:solidFill>
                  <a:srgbClr val="00ADEC"/>
                </a:solidFill>
                <a:effectLst/>
                <a:uLnTx/>
                <a:uFillTx/>
                <a:latin typeface="Arial"/>
                <a:ea typeface="+mn-ea"/>
                <a:cs typeface="+mn-cs"/>
              </a:rPr>
              <a:t>Celulose</a:t>
            </a:r>
            <a:r>
              <a:rPr kumimoji="0" lang="en-US" sz="2000" b="0" i="0" u="none" strike="noStrike" kern="1200" cap="none" spc="0" normalizeH="0" baseline="0" noProof="0" dirty="0">
                <a:ln>
                  <a:noFill/>
                </a:ln>
                <a:solidFill>
                  <a:srgbClr val="00ADEC"/>
                </a:solidFill>
                <a:effectLst/>
                <a:uLnTx/>
                <a:uFillTx/>
                <a:latin typeface="Arial"/>
                <a:ea typeface="+mn-ea"/>
                <a:cs typeface="+mn-cs"/>
              </a:rPr>
              <a:t> e </a:t>
            </a:r>
            <a:r>
              <a:rPr kumimoji="0" lang="en-US" sz="2000" b="0" i="0" u="none" strike="noStrike" kern="1200" cap="none" spc="0" normalizeH="0" baseline="0" noProof="0" dirty="0" err="1">
                <a:ln>
                  <a:noFill/>
                </a:ln>
                <a:solidFill>
                  <a:srgbClr val="00ADEC"/>
                </a:solidFill>
                <a:effectLst/>
                <a:uLnTx/>
                <a:uFillTx/>
                <a:latin typeface="Arial"/>
                <a:ea typeface="+mn-ea"/>
                <a:cs typeface="+mn-cs"/>
              </a:rPr>
              <a:t>Recursos</a:t>
            </a:r>
            <a:r>
              <a:rPr kumimoji="0" lang="en-US" sz="2000" b="0" i="0" u="none" strike="noStrike" kern="1200" cap="none" spc="0" normalizeH="0" baseline="0" noProof="0" dirty="0">
                <a:ln>
                  <a:noFill/>
                </a:ln>
                <a:solidFill>
                  <a:srgbClr val="00ADEC"/>
                </a:solidFill>
                <a:effectLst/>
                <a:uLnTx/>
                <a:uFillTx/>
                <a:latin typeface="Arial"/>
                <a:ea typeface="+mn-ea"/>
                <a:cs typeface="+mn-cs"/>
              </a:rPr>
              <a:t> </a:t>
            </a:r>
            <a:r>
              <a:rPr kumimoji="0" lang="en-US" sz="2000" b="0" i="0" u="none" strike="noStrike" kern="1200" cap="none" spc="0" normalizeH="0" baseline="0" noProof="0" dirty="0" err="1">
                <a:ln>
                  <a:noFill/>
                </a:ln>
                <a:solidFill>
                  <a:srgbClr val="00ADEC"/>
                </a:solidFill>
                <a:effectLst/>
                <a:uLnTx/>
                <a:uFillTx/>
                <a:latin typeface="Arial"/>
                <a:ea typeface="+mn-ea"/>
                <a:cs typeface="+mn-cs"/>
              </a:rPr>
              <a:t>Naturais</a:t>
            </a:r>
            <a:endParaRPr kumimoji="0" lang="en-US" sz="2000" b="0" i="0" u="none" strike="noStrike" kern="1200" cap="none" spc="0" normalizeH="0" baseline="0" noProof="0" dirty="0">
              <a:ln>
                <a:noFill/>
              </a:ln>
              <a:solidFill>
                <a:srgbClr val="00ADEC"/>
              </a:solidFill>
              <a:effectLst/>
              <a:uLnTx/>
              <a:uFillTx/>
              <a:latin typeface="Arial"/>
              <a:ea typeface="+mn-ea"/>
              <a:cs typeface="+mn-cs"/>
            </a:endParaRPr>
          </a:p>
        </p:txBody>
      </p:sp>
      <p:sp>
        <p:nvSpPr>
          <p:cNvPr id="2" name="Rectangle 53">
            <a:extLst>
              <a:ext uri="{FF2B5EF4-FFF2-40B4-BE49-F238E27FC236}">
                <a16:creationId xmlns:a16="http://schemas.microsoft.com/office/drawing/2014/main" id="{6CAFF8D0-6B36-30BC-EEF9-452D0D978CA9}"/>
              </a:ext>
            </a:extLst>
          </p:cNvPr>
          <p:cNvSpPr txBox="1"/>
          <p:nvPr/>
        </p:nvSpPr>
        <p:spPr>
          <a:xfrm>
            <a:off x="3018972" y="2068644"/>
            <a:ext cx="8945488" cy="3400931"/>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marL="0" lvl="0" indent="0" defTabSz="895350" eaLnBrk="1" hangingPunct="1">
              <a:buClr>
                <a:schemeClr val="tx2"/>
              </a:buClr>
              <a:defRPr baseline="0">
                <a:latin typeface="+mn-lt"/>
              </a:defRPr>
            </a:lvl1pPr>
            <a:lvl2pPr marL="193675" lvl="1" indent="-192088" defTabSz="895350" eaLnBrk="1" hangingPunct="1">
              <a:buClr>
                <a:schemeClr val="tx2"/>
              </a:buClr>
              <a:buSzPct val="125000"/>
              <a:buFont typeface="Arial" charset="0"/>
              <a:buChar char="▪"/>
              <a:defRPr baseline="0">
                <a:latin typeface="+mn-lt"/>
              </a:defRPr>
            </a:lvl2pPr>
            <a:lvl3pPr marL="457200" lvl="2" indent="-261938" defTabSz="895350" eaLnBrk="1" hangingPunct="1">
              <a:buClr>
                <a:schemeClr val="tx2"/>
              </a:buClr>
              <a:buSzPct val="120000"/>
              <a:buFont typeface="Arial" charset="0"/>
              <a:buChar char="–"/>
              <a:defRPr baseline="0">
                <a:latin typeface="+mn-lt"/>
              </a:defRPr>
            </a:lvl3pPr>
            <a:lvl4pPr marL="614363" lvl="3" indent="-155575" defTabSz="895350" eaLnBrk="1" hangingPunct="1">
              <a:buClr>
                <a:schemeClr val="tx2"/>
              </a:buClr>
              <a:buSzPct val="120000"/>
              <a:buFont typeface="Arial" charset="0"/>
              <a:buChar char="▫"/>
              <a:defRPr baseline="0">
                <a:latin typeface="+mn-lt"/>
              </a:defRPr>
            </a:lvl4pPr>
            <a:lvl5pPr marL="749808" lvl="4" indent="-130175" defTabSz="895350" eaLnBrk="1" hangingPunct="1">
              <a:buClr>
                <a:schemeClr val="tx2"/>
              </a:buClr>
              <a:buSzPct val="89000"/>
              <a:buFont typeface="Arial" charset="0"/>
              <a:buChar char="-"/>
              <a:defRPr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defTabSz="914400">
              <a:spcAft>
                <a:spcPts val="300"/>
              </a:spcAft>
              <a:buClrTx/>
              <a:defRPr/>
            </a:pPr>
            <a:r>
              <a:rPr lang="pt-BR" sz="1150" dirty="0">
                <a:solidFill>
                  <a:prstClr val="white"/>
                </a:solidFill>
                <a:latin typeface="Arial"/>
              </a:rPr>
              <a:t>Marcelo </a:t>
            </a:r>
            <a:r>
              <a:rPr lang="pt-BR" sz="1150" dirty="0" err="1">
                <a:solidFill>
                  <a:prstClr val="white"/>
                </a:solidFill>
                <a:latin typeface="Arial"/>
              </a:rPr>
              <a:t>Massarente</a:t>
            </a:r>
            <a:r>
              <a:rPr lang="pt-BR" sz="1150" dirty="0">
                <a:solidFill>
                  <a:prstClr val="white"/>
                </a:solidFill>
                <a:latin typeface="Arial"/>
              </a:rPr>
              <a:t> é um consultor de gestão experiente, especialista em configurações industriais com foco em Papel e Celulose, Mineração e Metais, Cimento, Agronegócio e outros. Liderou dezenas de projetos nesses campos, desde Melhoria de Desempenho até Estratégia e tópicos relacionados a Fusões e Aquisições, na América Latina, EUA e Europa.</a:t>
            </a:r>
          </a:p>
          <a:p>
            <a:pPr marL="0" marR="0" lvl="0" indent="0" algn="l" defTabSz="895350" rtl="0" eaLnBrk="1" fontAlgn="auto" latinLnBrk="0" hangingPunct="1">
              <a:lnSpc>
                <a:spcPct val="100000"/>
              </a:lnSpc>
              <a:spcBef>
                <a:spcPts val="0"/>
              </a:spcBef>
              <a:spcAft>
                <a:spcPts val="0"/>
              </a:spcAft>
              <a:buClrTx/>
              <a:buSzTx/>
              <a:buFontTx/>
              <a:buNone/>
              <a:tabLst/>
              <a:defRPr/>
            </a:pPr>
            <a:endParaRPr kumimoji="0" lang="en-US" sz="1150" b="0" i="0" u="none" strike="noStrike" kern="1200" cap="none" spc="0" normalizeH="0" baseline="0" noProof="0" dirty="0">
              <a:ln>
                <a:noFill/>
              </a:ln>
              <a:solidFill>
                <a:prstClr val="white"/>
              </a:solidFill>
              <a:effectLst/>
              <a:uLnTx/>
              <a:uFillTx/>
              <a:latin typeface="Arial"/>
              <a:ea typeface="+mn-ea"/>
              <a:cs typeface="+mn-cs"/>
            </a:endParaRPr>
          </a:p>
          <a:p>
            <a:pPr>
              <a:buClrTx/>
            </a:pPr>
            <a:r>
              <a:rPr lang="pt-BR" sz="1150" b="1" dirty="0">
                <a:solidFill>
                  <a:prstClr val="white"/>
                </a:solidFill>
                <a:latin typeface="Arial"/>
              </a:rPr>
              <a:t>Exemplos relevantes de projetos:</a:t>
            </a:r>
          </a:p>
          <a:p>
            <a:pPr marL="171450" indent="-171450">
              <a:buClrTx/>
              <a:buFont typeface="Wingdings" panose="05000000000000000000" pitchFamily="2" charset="2"/>
              <a:buChar char="§"/>
            </a:pPr>
            <a:r>
              <a:rPr lang="pt-BR" sz="1150" dirty="0">
                <a:solidFill>
                  <a:prstClr val="white"/>
                </a:solidFill>
                <a:latin typeface="Arial"/>
              </a:rPr>
              <a:t>Programa de otimização de custos de madeira para uma empresa no Uruguai</a:t>
            </a:r>
          </a:p>
          <a:p>
            <a:pPr marL="171450" indent="-171450">
              <a:buClrTx/>
              <a:buFont typeface="Wingdings" panose="05000000000000000000" pitchFamily="2" charset="2"/>
              <a:buChar char="§"/>
            </a:pPr>
            <a:r>
              <a:rPr lang="pt-BR" sz="1150" dirty="0">
                <a:solidFill>
                  <a:prstClr val="white"/>
                </a:solidFill>
                <a:latin typeface="Arial"/>
              </a:rPr>
              <a:t>Integração pós-fusão com foco em sinergias de custos entre os dois maiores produtores de celulose no Brasil</a:t>
            </a:r>
          </a:p>
          <a:p>
            <a:pPr marL="171450" indent="-171450">
              <a:buClrTx/>
              <a:buFont typeface="Wingdings" panose="05000000000000000000" pitchFamily="2" charset="2"/>
              <a:buChar char="§"/>
            </a:pPr>
            <a:r>
              <a:rPr lang="pt-BR" sz="1150" dirty="0">
                <a:solidFill>
                  <a:prstClr val="white"/>
                </a:solidFill>
                <a:latin typeface="Arial"/>
              </a:rPr>
              <a:t>Definição do potencial completo de otimização de custos de caixa para um líder de celulose no Brasil</a:t>
            </a:r>
          </a:p>
          <a:p>
            <a:pPr marL="171450" indent="-171450">
              <a:buClrTx/>
              <a:buFont typeface="Wingdings" panose="05000000000000000000" pitchFamily="2" charset="2"/>
              <a:buChar char="§"/>
            </a:pPr>
            <a:r>
              <a:rPr lang="pt-BR" sz="1150" dirty="0">
                <a:solidFill>
                  <a:prstClr val="white"/>
                </a:solidFill>
                <a:latin typeface="Arial"/>
              </a:rPr>
              <a:t>Desenvolvimento do primeiro orçamento para uma nova empresa de celulose no Brasil durante a fase de </a:t>
            </a:r>
            <a:r>
              <a:rPr lang="pt-BR" sz="1150" dirty="0" err="1">
                <a:solidFill>
                  <a:prstClr val="white"/>
                </a:solidFill>
                <a:latin typeface="Arial"/>
              </a:rPr>
              <a:t>start-up</a:t>
            </a:r>
            <a:r>
              <a:rPr lang="pt-BR" sz="1150" dirty="0">
                <a:solidFill>
                  <a:prstClr val="white"/>
                </a:solidFill>
                <a:latin typeface="Arial"/>
              </a:rPr>
              <a:t> da planta</a:t>
            </a:r>
          </a:p>
          <a:p>
            <a:pPr marL="171450" indent="-171450">
              <a:buClrTx/>
              <a:buFont typeface="Wingdings" panose="05000000000000000000" pitchFamily="2" charset="2"/>
              <a:buChar char="§"/>
            </a:pPr>
            <a:r>
              <a:rPr lang="pt-BR" sz="1150" dirty="0">
                <a:solidFill>
                  <a:prstClr val="white"/>
                </a:solidFill>
                <a:latin typeface="Arial"/>
              </a:rPr>
              <a:t>Programa de transformação completa de custos para a maior mina de carvão a céu aberto do mundo na Colômbia</a:t>
            </a:r>
          </a:p>
          <a:p>
            <a:pPr marL="171450" indent="-171450">
              <a:buClrTx/>
              <a:buFont typeface="Wingdings" panose="05000000000000000000" pitchFamily="2" charset="2"/>
              <a:buChar char="§"/>
            </a:pPr>
            <a:r>
              <a:rPr lang="pt-BR" sz="1150" dirty="0">
                <a:solidFill>
                  <a:prstClr val="white"/>
                </a:solidFill>
                <a:latin typeface="Arial"/>
              </a:rPr>
              <a:t>Programa de transformação completa de custos para um produtor de ouro no Brasil</a:t>
            </a:r>
          </a:p>
          <a:p>
            <a:pPr marL="171450" indent="-171450">
              <a:buClrTx/>
              <a:buFont typeface="Wingdings" panose="05000000000000000000" pitchFamily="2" charset="2"/>
              <a:buChar char="§"/>
            </a:pPr>
            <a:r>
              <a:rPr lang="pt-BR" sz="1150" dirty="0">
                <a:solidFill>
                  <a:prstClr val="white"/>
                </a:solidFill>
                <a:latin typeface="Arial"/>
              </a:rPr>
              <a:t>Programa de agenda de criação de valor para várias empresas de metais da Votorantim</a:t>
            </a:r>
          </a:p>
          <a:p>
            <a:pPr marR="0" lvl="0" algn="l" defTabSz="895350" rtl="0" eaLnBrk="1" fontAlgn="auto" latinLnBrk="0" hangingPunct="1">
              <a:lnSpc>
                <a:spcPct val="100000"/>
              </a:lnSpc>
              <a:spcBef>
                <a:spcPts val="0"/>
              </a:spcBef>
              <a:spcAft>
                <a:spcPts val="0"/>
              </a:spcAft>
              <a:buClrTx/>
              <a:buSzTx/>
              <a:tabLst/>
              <a:defRPr/>
            </a:pPr>
            <a:endParaRPr lang="en-US" sz="1150" dirty="0">
              <a:solidFill>
                <a:prstClr val="white"/>
              </a:solidFill>
              <a:latin typeface="Arial"/>
            </a:endParaRPr>
          </a:p>
          <a:p>
            <a:pPr>
              <a:buClrTx/>
            </a:pPr>
            <a:r>
              <a:rPr lang="pt-BR" sz="1150" b="1" dirty="0">
                <a:solidFill>
                  <a:prstClr val="white"/>
                </a:solidFill>
                <a:latin typeface="Arial"/>
              </a:rPr>
              <a:t>Experiência adicional e qualificações:</a:t>
            </a:r>
          </a:p>
          <a:p>
            <a:pPr marL="171450" indent="-171450">
              <a:buClrTx/>
              <a:buFont typeface="Wingdings" panose="05000000000000000000" pitchFamily="2" charset="2"/>
              <a:buChar char="§"/>
            </a:pPr>
            <a:r>
              <a:rPr lang="pt-BR" sz="1150" dirty="0">
                <a:solidFill>
                  <a:prstClr val="white"/>
                </a:solidFill>
                <a:latin typeface="Arial"/>
              </a:rPr>
              <a:t>Liderou a Prática Industrial da Spencer Stuart no Brasil de 2021 a 2023</a:t>
            </a:r>
          </a:p>
          <a:p>
            <a:pPr marL="171450" indent="-171450">
              <a:buClrTx/>
              <a:buFont typeface="Wingdings" panose="05000000000000000000" pitchFamily="2" charset="2"/>
              <a:buChar char="§"/>
            </a:pPr>
            <a:r>
              <a:rPr lang="pt-BR" sz="1150" dirty="0">
                <a:solidFill>
                  <a:prstClr val="white"/>
                </a:solidFill>
                <a:latin typeface="Arial"/>
              </a:rPr>
              <a:t>Passou 21 anos na Bain &amp; Co, em São Paulo, sendo sócio nos últimos 9 anos</a:t>
            </a:r>
          </a:p>
          <a:p>
            <a:pPr marL="171450" indent="-171450">
              <a:buClrTx/>
              <a:buFont typeface="Wingdings" panose="05000000000000000000" pitchFamily="2" charset="2"/>
              <a:buChar char="§"/>
            </a:pPr>
            <a:r>
              <a:rPr lang="pt-BR" sz="1150" dirty="0">
                <a:solidFill>
                  <a:prstClr val="white"/>
                </a:solidFill>
                <a:latin typeface="Arial"/>
              </a:rPr>
              <a:t>MBA pela Kellogg </a:t>
            </a:r>
            <a:r>
              <a:rPr lang="pt-BR" sz="1150" dirty="0" err="1">
                <a:solidFill>
                  <a:prstClr val="white"/>
                </a:solidFill>
                <a:latin typeface="Arial"/>
              </a:rPr>
              <a:t>School</a:t>
            </a:r>
            <a:r>
              <a:rPr lang="pt-BR" sz="1150" dirty="0">
                <a:solidFill>
                  <a:prstClr val="white"/>
                </a:solidFill>
                <a:latin typeface="Arial"/>
              </a:rPr>
              <a:t> </a:t>
            </a:r>
            <a:r>
              <a:rPr lang="pt-BR" sz="1150" dirty="0" err="1">
                <a:solidFill>
                  <a:prstClr val="white"/>
                </a:solidFill>
                <a:latin typeface="Arial"/>
              </a:rPr>
              <a:t>of</a:t>
            </a:r>
            <a:r>
              <a:rPr lang="pt-BR" sz="1150" dirty="0">
                <a:solidFill>
                  <a:prstClr val="white"/>
                </a:solidFill>
                <a:latin typeface="Arial"/>
              </a:rPr>
              <a:t> Management – turma de 2006</a:t>
            </a:r>
          </a:p>
          <a:p>
            <a:pPr marL="171450" indent="-171450">
              <a:buClrTx/>
              <a:buFont typeface="Wingdings" panose="05000000000000000000" pitchFamily="2" charset="2"/>
              <a:buChar char="§"/>
            </a:pPr>
            <a:r>
              <a:rPr lang="pt-BR" sz="1150" dirty="0">
                <a:solidFill>
                  <a:prstClr val="white"/>
                </a:solidFill>
                <a:latin typeface="Arial"/>
              </a:rPr>
              <a:t>Graduação em Engenharia Eletrônica pelo ITA – turma de 1999</a:t>
            </a:r>
          </a:p>
          <a:p>
            <a:pPr marL="171450" indent="-171450">
              <a:buClrTx/>
              <a:buFont typeface="Wingdings" panose="05000000000000000000" pitchFamily="2" charset="2"/>
              <a:buChar char="§"/>
            </a:pPr>
            <a:r>
              <a:rPr lang="pt-BR" sz="1150" dirty="0">
                <a:solidFill>
                  <a:prstClr val="white"/>
                </a:solidFill>
                <a:latin typeface="Arial"/>
              </a:rPr>
              <a:t>Fluente em Português, Inglês e nível conversacional em Espanhol</a:t>
            </a:r>
            <a:endParaRPr kumimoji="0" lang="en-US" sz="1150" b="0" i="0" u="none" strike="noStrike" kern="1200" cap="none" spc="0" normalizeH="0" baseline="0" noProof="0" dirty="0">
              <a:ln>
                <a:noFill/>
              </a:ln>
              <a:solidFill>
                <a:prstClr val="white"/>
              </a:solidFill>
              <a:effectLst/>
              <a:uLnTx/>
              <a:uFillTx/>
              <a:latin typeface="Arial"/>
              <a:ea typeface="+mn-ea"/>
              <a:cs typeface="+mn-cs"/>
            </a:endParaRPr>
          </a:p>
        </p:txBody>
      </p:sp>
      <p:pic>
        <p:nvPicPr>
          <p:cNvPr id="4" name="Picture 3" descr="A person in a suit&#10;&#10;Description automatically generated">
            <a:extLst>
              <a:ext uri="{FF2B5EF4-FFF2-40B4-BE49-F238E27FC236}">
                <a16:creationId xmlns:a16="http://schemas.microsoft.com/office/drawing/2014/main" id="{4960B1A7-D207-C8AF-4846-17600DA4D4E7}"/>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0" y="1257301"/>
            <a:ext cx="2703601" cy="3243600"/>
          </a:xfrm>
          <a:prstGeom prst="rect">
            <a:avLst/>
          </a:prstGeom>
        </p:spPr>
      </p:pic>
    </p:spTree>
    <p:extLst>
      <p:ext uri="{BB962C8B-B14F-4D97-AF65-F5344CB8AC3E}">
        <p14:creationId xmlns:p14="http://schemas.microsoft.com/office/powerpoint/2010/main" val="391557603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to 2" hidden="1"/>
          <p:cNvGraphicFramePr>
            <a:graphicFrameLocks noChangeAspect="1"/>
          </p:cNvGraphicFramePr>
          <p:nvPr>
            <p:custDataLst>
              <p:tags r:id="rId1"/>
            </p:custDataLst>
            <p:extLst>
              <p:ext uri="{D42A27DB-BD31-4B8C-83A1-F6EECF244321}">
                <p14:modId xmlns:p14="http://schemas.microsoft.com/office/powerpoint/2010/main" val="1444529379"/>
              </p:ext>
            </p:extLst>
          </p:nvPr>
        </p:nvGraphicFramePr>
        <p:xfrm>
          <a:off x="1525588" y="1588"/>
          <a:ext cx="1588" cy="1588"/>
        </p:xfrm>
        <a:graphic>
          <a:graphicData uri="http://schemas.openxmlformats.org/presentationml/2006/ole">
            <mc:AlternateContent xmlns:mc="http://schemas.openxmlformats.org/markup-compatibility/2006">
              <mc:Choice xmlns:v="urn:schemas-microsoft-com:vml" Requires="v">
                <p:oleObj name="Slide do think-cell" r:id="rId4" imgW="383" imgH="384" progId="TCLayout.ActiveDocument.1">
                  <p:embed/>
                </p:oleObj>
              </mc:Choice>
              <mc:Fallback>
                <p:oleObj name="Slide do think-cell" r:id="rId4" imgW="383" imgH="384" progId="TCLayout.ActiveDocument.1">
                  <p:embed/>
                  <p:pic>
                    <p:nvPicPr>
                      <p:cNvPr id="3" name="Objeto 2" hidden="1"/>
                      <p:cNvPicPr/>
                      <p:nvPr/>
                    </p:nvPicPr>
                    <p:blipFill>
                      <a:blip r:embed="rId5"/>
                      <a:stretch>
                        <a:fillRect/>
                      </a:stretch>
                    </p:blipFill>
                    <p:spPr>
                      <a:xfrm>
                        <a:off x="1525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41B7B33D-9A24-4899-A8BD-17040B739C99}"/>
              </a:ext>
            </a:extLst>
          </p:cNvPr>
          <p:cNvSpPr/>
          <p:nvPr>
            <p:custDataLst>
              <p:tags r:id="rId2"/>
            </p:custDataLst>
          </p:nvPr>
        </p:nvSpPr>
        <p:spPr>
          <a:xfrm>
            <a:off x="0" y="0"/>
            <a:ext cx="158750" cy="158750"/>
          </a:xfrm>
          <a:prstGeom prst="rect">
            <a:avLst/>
          </a:prstGeom>
          <a:solidFill>
            <a:schemeClr val="accent2"/>
          </a:solidFill>
          <a:ln w="19050">
            <a:solidFill>
              <a:schemeClr val="accent2"/>
            </a:solidFill>
            <a:miter lim="400000"/>
          </a:ln>
          <a:effectLst/>
        </p:spPr>
        <p:txBody>
          <a:bodyPr wrap="none" lIns="0" tIns="0" rIns="0" bIns="0" numCol="1" spcCol="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2000" b="1"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2" name="Title 1">
            <a:extLst>
              <a:ext uri="{FF2B5EF4-FFF2-40B4-BE49-F238E27FC236}">
                <a16:creationId xmlns:a16="http://schemas.microsoft.com/office/drawing/2014/main" id="{EBA2D179-A039-4864-BE26-5F479221CC0E}"/>
              </a:ext>
            </a:extLst>
          </p:cNvPr>
          <p:cNvSpPr>
            <a:spLocks noGrp="1"/>
          </p:cNvSpPr>
          <p:nvPr>
            <p:ph type="title"/>
          </p:nvPr>
        </p:nvSpPr>
        <p:spPr/>
        <p:txBody>
          <a:bodyPr vert="horz"/>
          <a:lstStyle/>
          <a:p>
            <a:r>
              <a:rPr lang="pt-BR" dirty="0"/>
              <a:t>Nossa equipe (3/4)</a:t>
            </a:r>
          </a:p>
        </p:txBody>
      </p:sp>
      <p:sp>
        <p:nvSpPr>
          <p:cNvPr id="12" name="Retângulo 24">
            <a:extLst>
              <a:ext uri="{FF2B5EF4-FFF2-40B4-BE49-F238E27FC236}">
                <a16:creationId xmlns:a16="http://schemas.microsoft.com/office/drawing/2014/main" id="{CDA74D8F-6E34-497F-BB1D-9AB8DEF5400A}"/>
              </a:ext>
            </a:extLst>
          </p:cNvPr>
          <p:cNvSpPr/>
          <p:nvPr/>
        </p:nvSpPr>
        <p:spPr>
          <a:xfrm>
            <a:off x="0" y="1150646"/>
            <a:ext cx="2702257" cy="5707354"/>
          </a:xfrm>
          <a:prstGeom prst="rect">
            <a:avLst/>
          </a:prstGeom>
          <a:solidFill>
            <a:srgbClr val="FFFFFF"/>
          </a:solidFill>
          <a:ln w="12700">
            <a:miter lim="400000"/>
          </a:ln>
          <a:effectLst>
            <a:outerShdw blurRad="190500" dist="190500" dir="2811566" rotWithShape="0">
              <a:srgbClr val="000000">
                <a:alpha val="10000"/>
              </a:srgbClr>
            </a:outerShdw>
          </a:effectLst>
        </p:spPr>
        <p:txBody>
          <a:bodyPr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3200" b="0" i="0" u="none" strike="noStrike" kern="1200" cap="none" spc="0" normalizeH="0" baseline="0" noProof="0">
              <a:ln>
                <a:noFill/>
              </a:ln>
              <a:solidFill>
                <a:srgbClr val="071C25"/>
              </a:solidFill>
              <a:effectLst/>
              <a:uLnTx/>
              <a:uFillTx/>
              <a:latin typeface="Arial"/>
              <a:ea typeface="+mn-ea"/>
              <a:cs typeface="+mn-cs"/>
            </a:endParaRPr>
          </a:p>
        </p:txBody>
      </p:sp>
      <p:sp>
        <p:nvSpPr>
          <p:cNvPr id="16" name="Rectangle 53">
            <a:extLst>
              <a:ext uri="{FF2B5EF4-FFF2-40B4-BE49-F238E27FC236}">
                <a16:creationId xmlns:a16="http://schemas.microsoft.com/office/drawing/2014/main" id="{97017E44-B234-49CE-B9C4-68B3E4DBB218}"/>
              </a:ext>
            </a:extLst>
          </p:cNvPr>
          <p:cNvSpPr txBox="1"/>
          <p:nvPr/>
        </p:nvSpPr>
        <p:spPr>
          <a:xfrm>
            <a:off x="3018972" y="1156614"/>
            <a:ext cx="8945488" cy="30777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marL="0" lvl="0" indent="0" defTabSz="895350" eaLnBrk="1" hangingPunct="1">
              <a:buClr>
                <a:schemeClr val="tx2"/>
              </a:buClr>
              <a:defRPr baseline="0">
                <a:latin typeface="+mn-lt"/>
              </a:defRPr>
            </a:lvl1pPr>
            <a:lvl2pPr marL="193675" lvl="1" indent="-192088" defTabSz="895350" eaLnBrk="1" hangingPunct="1">
              <a:buClr>
                <a:schemeClr val="tx2"/>
              </a:buClr>
              <a:buSzPct val="125000"/>
              <a:buFont typeface="Arial" charset="0"/>
              <a:buChar char="▪"/>
              <a:defRPr baseline="0">
                <a:latin typeface="+mn-lt"/>
              </a:defRPr>
            </a:lvl2pPr>
            <a:lvl3pPr marL="457200" lvl="2" indent="-261938" defTabSz="895350" eaLnBrk="1" hangingPunct="1">
              <a:buClr>
                <a:schemeClr val="tx2"/>
              </a:buClr>
              <a:buSzPct val="120000"/>
              <a:buFont typeface="Arial" charset="0"/>
              <a:buChar char="–"/>
              <a:defRPr baseline="0">
                <a:latin typeface="+mn-lt"/>
              </a:defRPr>
            </a:lvl3pPr>
            <a:lvl4pPr marL="614363" lvl="3" indent="-155575" defTabSz="895350" eaLnBrk="1" hangingPunct="1">
              <a:buClr>
                <a:schemeClr val="tx2"/>
              </a:buClr>
              <a:buSzPct val="120000"/>
              <a:buFont typeface="Arial" charset="0"/>
              <a:buChar char="▫"/>
              <a:defRPr baseline="0">
                <a:latin typeface="+mn-lt"/>
              </a:defRPr>
            </a:lvl4pPr>
            <a:lvl5pPr marL="749808" lvl="4" indent="-130175" defTabSz="895350" eaLnBrk="1" hangingPunct="1">
              <a:buClr>
                <a:schemeClr val="tx2"/>
              </a:buClr>
              <a:buSzPct val="89000"/>
              <a:buFont typeface="Arial" charset="0"/>
              <a:buChar char="-"/>
              <a:defRPr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marL="0" marR="0" lvl="0" indent="0" algn="l" defTabSz="89535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020E66"/>
                </a:solidFill>
                <a:effectLst/>
                <a:uLnTx/>
                <a:uFillTx/>
                <a:latin typeface="Arial"/>
                <a:ea typeface="+mn-ea"/>
                <a:cs typeface="+mn-cs"/>
              </a:rPr>
              <a:t>Lucas Santiago</a:t>
            </a:r>
          </a:p>
        </p:txBody>
      </p:sp>
      <p:sp>
        <p:nvSpPr>
          <p:cNvPr id="17" name="Rectangle 53">
            <a:extLst>
              <a:ext uri="{FF2B5EF4-FFF2-40B4-BE49-F238E27FC236}">
                <a16:creationId xmlns:a16="http://schemas.microsoft.com/office/drawing/2014/main" id="{C4323578-8F59-4159-A56E-9244A5305714}"/>
              </a:ext>
            </a:extLst>
          </p:cNvPr>
          <p:cNvSpPr txBox="1"/>
          <p:nvPr/>
        </p:nvSpPr>
        <p:spPr>
          <a:xfrm>
            <a:off x="3018972" y="1493419"/>
            <a:ext cx="8945488" cy="30777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marL="0" lvl="0" indent="0" defTabSz="895350" eaLnBrk="1" hangingPunct="1">
              <a:buClr>
                <a:schemeClr val="tx2"/>
              </a:buClr>
              <a:defRPr baseline="0">
                <a:latin typeface="+mn-lt"/>
              </a:defRPr>
            </a:lvl1pPr>
            <a:lvl2pPr marL="193675" lvl="1" indent="-192088" defTabSz="895350" eaLnBrk="1" hangingPunct="1">
              <a:buClr>
                <a:schemeClr val="tx2"/>
              </a:buClr>
              <a:buSzPct val="125000"/>
              <a:buFont typeface="Arial" charset="0"/>
              <a:buChar char="▪"/>
              <a:defRPr baseline="0">
                <a:latin typeface="+mn-lt"/>
              </a:defRPr>
            </a:lvl2pPr>
            <a:lvl3pPr marL="457200" lvl="2" indent="-261938" defTabSz="895350" eaLnBrk="1" hangingPunct="1">
              <a:buClr>
                <a:schemeClr val="tx2"/>
              </a:buClr>
              <a:buSzPct val="120000"/>
              <a:buFont typeface="Arial" charset="0"/>
              <a:buChar char="–"/>
              <a:defRPr baseline="0">
                <a:latin typeface="+mn-lt"/>
              </a:defRPr>
            </a:lvl3pPr>
            <a:lvl4pPr marL="614363" lvl="3" indent="-155575" defTabSz="895350" eaLnBrk="1" hangingPunct="1">
              <a:buClr>
                <a:schemeClr val="tx2"/>
              </a:buClr>
              <a:buSzPct val="120000"/>
              <a:buFont typeface="Arial" charset="0"/>
              <a:buChar char="▫"/>
              <a:defRPr baseline="0">
                <a:latin typeface="+mn-lt"/>
              </a:defRPr>
            </a:lvl4pPr>
            <a:lvl5pPr marL="749808" lvl="4" indent="-130175" defTabSz="895350" eaLnBrk="1" hangingPunct="1">
              <a:buClr>
                <a:schemeClr val="tx2"/>
              </a:buClr>
              <a:buSzPct val="89000"/>
              <a:buFont typeface="Arial" charset="0"/>
              <a:buChar char="-"/>
              <a:defRPr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marL="0" marR="0" lvl="0" indent="0" algn="l" defTabSz="895350" rtl="0" eaLnBrk="1" fontAlgn="auto" latinLnBrk="0" hangingPunct="1">
              <a:lnSpc>
                <a:spcPct val="100000"/>
              </a:lnSpc>
              <a:spcBef>
                <a:spcPts val="0"/>
              </a:spcBef>
              <a:spcAft>
                <a:spcPts val="0"/>
              </a:spcAft>
              <a:buClrTx/>
              <a:buSzTx/>
              <a:buFontTx/>
              <a:buNone/>
              <a:tabLst/>
              <a:defRPr/>
            </a:pPr>
            <a:r>
              <a:rPr kumimoji="0" lang="pt-BR" sz="2000" b="0" i="1" u="none" strike="noStrike" kern="1200" cap="none" spc="0" normalizeH="0" baseline="0" noProof="0" err="1">
                <a:ln>
                  <a:noFill/>
                </a:ln>
                <a:solidFill>
                  <a:srgbClr val="00ADEC"/>
                </a:solidFill>
                <a:effectLst/>
                <a:uLnTx/>
                <a:uFillTx/>
                <a:latin typeface="Arial"/>
                <a:ea typeface="+mn-ea"/>
                <a:cs typeface="+mn-cs"/>
              </a:rPr>
              <a:t>Associate</a:t>
            </a:r>
            <a:r>
              <a:rPr kumimoji="0" lang="pt-BR" sz="2000" b="0" i="1" u="none" strike="noStrike" kern="1200" cap="none" spc="0" normalizeH="0" baseline="0" noProof="0">
                <a:ln>
                  <a:noFill/>
                </a:ln>
                <a:solidFill>
                  <a:srgbClr val="00ADEC"/>
                </a:solidFill>
                <a:effectLst/>
                <a:uLnTx/>
                <a:uFillTx/>
                <a:latin typeface="Arial"/>
                <a:ea typeface="+mn-ea"/>
                <a:cs typeface="+mn-cs"/>
              </a:rPr>
              <a:t> </a:t>
            </a:r>
            <a:r>
              <a:rPr kumimoji="0" lang="pt-BR" sz="2000" b="0" i="1" u="none" strike="noStrike" kern="1200" cap="none" spc="0" normalizeH="0" baseline="0" noProof="0" err="1">
                <a:ln>
                  <a:noFill/>
                </a:ln>
                <a:solidFill>
                  <a:srgbClr val="00ADEC"/>
                </a:solidFill>
                <a:effectLst/>
                <a:uLnTx/>
                <a:uFillTx/>
                <a:latin typeface="Arial"/>
                <a:ea typeface="+mn-ea"/>
                <a:cs typeface="+mn-cs"/>
              </a:rPr>
              <a:t>Partner</a:t>
            </a:r>
            <a:r>
              <a:rPr kumimoji="0" lang="pt-BR" sz="2000" b="0" u="none" strike="noStrike" kern="1200" cap="none" spc="0" normalizeH="0" baseline="0" noProof="0">
                <a:ln>
                  <a:noFill/>
                </a:ln>
                <a:solidFill>
                  <a:srgbClr val="00ADEC"/>
                </a:solidFill>
                <a:effectLst/>
                <a:uLnTx/>
                <a:uFillTx/>
                <a:latin typeface="Arial"/>
                <a:ea typeface="+mn-ea"/>
                <a:cs typeface="+mn-cs"/>
              </a:rPr>
              <a:t>, Agronegócio</a:t>
            </a:r>
          </a:p>
        </p:txBody>
      </p:sp>
      <p:sp>
        <p:nvSpPr>
          <p:cNvPr id="19" name="Rectangle 53">
            <a:extLst>
              <a:ext uri="{FF2B5EF4-FFF2-40B4-BE49-F238E27FC236}">
                <a16:creationId xmlns:a16="http://schemas.microsoft.com/office/drawing/2014/main" id="{D7BE464E-9AC4-4465-88B5-7A56BB7399DF}"/>
              </a:ext>
            </a:extLst>
          </p:cNvPr>
          <p:cNvSpPr txBox="1"/>
          <p:nvPr/>
        </p:nvSpPr>
        <p:spPr>
          <a:xfrm>
            <a:off x="3018972" y="2014446"/>
            <a:ext cx="8945488" cy="4601260"/>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marL="0" lvl="0" indent="0" defTabSz="895350" eaLnBrk="1" hangingPunct="1">
              <a:buClr>
                <a:schemeClr val="tx2"/>
              </a:buClr>
              <a:defRPr baseline="0">
                <a:latin typeface="+mn-lt"/>
              </a:defRPr>
            </a:lvl1pPr>
            <a:lvl2pPr marL="193675" lvl="1" indent="-192088" defTabSz="895350" eaLnBrk="1" hangingPunct="1">
              <a:buClr>
                <a:schemeClr val="tx2"/>
              </a:buClr>
              <a:buSzPct val="125000"/>
              <a:buFont typeface="Arial" charset="0"/>
              <a:buChar char="▪"/>
              <a:defRPr baseline="0">
                <a:latin typeface="+mn-lt"/>
              </a:defRPr>
            </a:lvl2pPr>
            <a:lvl3pPr marL="457200" lvl="2" indent="-261938" defTabSz="895350" eaLnBrk="1" hangingPunct="1">
              <a:buClr>
                <a:schemeClr val="tx2"/>
              </a:buClr>
              <a:buSzPct val="120000"/>
              <a:buFont typeface="Arial" charset="0"/>
              <a:buChar char="–"/>
              <a:defRPr baseline="0">
                <a:latin typeface="+mn-lt"/>
              </a:defRPr>
            </a:lvl3pPr>
            <a:lvl4pPr marL="614363" lvl="3" indent="-155575" defTabSz="895350" eaLnBrk="1" hangingPunct="1">
              <a:buClr>
                <a:schemeClr val="tx2"/>
              </a:buClr>
              <a:buSzPct val="120000"/>
              <a:buFont typeface="Arial" charset="0"/>
              <a:buChar char="▫"/>
              <a:defRPr baseline="0">
                <a:latin typeface="+mn-lt"/>
              </a:defRPr>
            </a:lvl4pPr>
            <a:lvl5pPr marL="749808" lvl="4" indent="-130175" defTabSz="895350" eaLnBrk="1" hangingPunct="1">
              <a:buClr>
                <a:schemeClr val="tx2"/>
              </a:buClr>
              <a:buSzPct val="89000"/>
              <a:buFont typeface="Arial" charset="0"/>
              <a:buChar char="-"/>
              <a:defRPr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marL="0" marR="0" lvl="0" indent="0" algn="l" defTabSz="895350" rtl="0" eaLnBrk="1" fontAlgn="auto" latinLnBrk="0" hangingPunct="1">
              <a:lnSpc>
                <a:spcPct val="100000"/>
              </a:lnSpc>
              <a:spcBef>
                <a:spcPts val="0"/>
              </a:spcBef>
              <a:spcAft>
                <a:spcPts val="0"/>
              </a:spcAft>
              <a:buClrTx/>
              <a:buSzTx/>
              <a:buFontTx/>
              <a:buNone/>
              <a:tabLst/>
              <a:defRPr/>
            </a:pPr>
            <a:r>
              <a:rPr kumimoji="0" lang="pt-BR" sz="1150" b="0" i="0" u="none" strike="noStrike" kern="1200" cap="none" spc="0" normalizeH="0" baseline="0" noProof="0" dirty="0">
                <a:ln>
                  <a:noFill/>
                </a:ln>
                <a:solidFill>
                  <a:prstClr val="white"/>
                </a:solidFill>
                <a:effectLst/>
                <a:uLnTx/>
                <a:uFillTx/>
                <a:latin typeface="Arial"/>
                <a:ea typeface="+mn-ea"/>
                <a:cs typeface="+mn-cs"/>
              </a:rPr>
              <a:t>Lucas Santiago é Sócio Associado e líder da prática de Operações e </a:t>
            </a:r>
            <a:r>
              <a:rPr kumimoji="0" lang="pt-BR" sz="1150" b="0" i="1" u="none" strike="noStrike" kern="1200" cap="none" spc="0" normalizeH="0" baseline="0" noProof="0" dirty="0" err="1">
                <a:ln>
                  <a:noFill/>
                </a:ln>
                <a:solidFill>
                  <a:prstClr val="white"/>
                </a:solidFill>
                <a:effectLst/>
                <a:uLnTx/>
                <a:uFillTx/>
                <a:latin typeface="Arial"/>
                <a:ea typeface="+mn-ea"/>
                <a:cs typeface="+mn-cs"/>
              </a:rPr>
              <a:t>Supply</a:t>
            </a:r>
            <a:r>
              <a:rPr kumimoji="0" lang="pt-BR" sz="1150" b="0" i="1" u="none" strike="noStrike" kern="1200" cap="none" spc="0" normalizeH="0" baseline="0" noProof="0" dirty="0">
                <a:ln>
                  <a:noFill/>
                </a:ln>
                <a:solidFill>
                  <a:prstClr val="white"/>
                </a:solidFill>
                <a:effectLst/>
                <a:uLnTx/>
                <a:uFillTx/>
                <a:latin typeface="Arial"/>
                <a:ea typeface="+mn-ea"/>
                <a:cs typeface="+mn-cs"/>
              </a:rPr>
              <a:t> Chain </a:t>
            </a:r>
            <a:r>
              <a:rPr kumimoji="0" lang="pt-BR" sz="1150" b="0" i="0" u="none" strike="noStrike" kern="1200" cap="none" spc="0" normalizeH="0" baseline="0" noProof="0" dirty="0">
                <a:ln>
                  <a:noFill/>
                </a:ln>
                <a:solidFill>
                  <a:prstClr val="white"/>
                </a:solidFill>
                <a:effectLst/>
                <a:uLnTx/>
                <a:uFillTx/>
                <a:latin typeface="Arial"/>
                <a:ea typeface="+mn-ea"/>
                <a:cs typeface="+mn-cs"/>
              </a:rPr>
              <a:t>da Mirow &amp; Co. baseado no escritório de São Paulo. Ele serve clientes dos setores de bens industriais, agronegócio e </a:t>
            </a:r>
            <a:r>
              <a:rPr kumimoji="0" lang="pt-BR" sz="1150" b="0" i="1" u="none" strike="noStrike" kern="1200" cap="none" spc="0" normalizeH="0" baseline="0" noProof="0" dirty="0" err="1">
                <a:ln>
                  <a:noFill/>
                </a:ln>
                <a:solidFill>
                  <a:prstClr val="white"/>
                </a:solidFill>
                <a:effectLst/>
                <a:uLnTx/>
                <a:uFillTx/>
                <a:latin typeface="Arial"/>
                <a:ea typeface="+mn-ea"/>
                <a:cs typeface="+mn-cs"/>
              </a:rPr>
              <a:t>utilities</a:t>
            </a:r>
            <a:r>
              <a:rPr kumimoji="0" lang="pt-BR" sz="1150" b="0" i="0" u="none" strike="noStrike" kern="1200" cap="none" spc="0" normalizeH="0" baseline="0" noProof="0" dirty="0">
                <a:ln>
                  <a:noFill/>
                </a:ln>
                <a:solidFill>
                  <a:prstClr val="white"/>
                </a:solidFill>
                <a:effectLst/>
                <a:uLnTx/>
                <a:uFillTx/>
                <a:latin typeface="Arial"/>
                <a:ea typeface="+mn-ea"/>
                <a:cs typeface="+mn-cs"/>
              </a:rPr>
              <a:t>. Atua em projetos de estratégia, otimização de custos, operações e </a:t>
            </a:r>
            <a:r>
              <a:rPr kumimoji="0" lang="pt-BR" sz="1150" b="0" i="1" u="none" strike="noStrike" kern="1200" cap="none" spc="0" normalizeH="0" baseline="0" noProof="0" dirty="0" err="1">
                <a:ln>
                  <a:noFill/>
                </a:ln>
                <a:solidFill>
                  <a:prstClr val="white"/>
                </a:solidFill>
                <a:effectLst/>
                <a:uLnTx/>
                <a:uFillTx/>
                <a:latin typeface="Arial"/>
                <a:ea typeface="+mn-ea"/>
                <a:cs typeface="+mn-cs"/>
              </a:rPr>
              <a:t>supply</a:t>
            </a:r>
            <a:r>
              <a:rPr kumimoji="0" lang="pt-BR" sz="1150" b="0" i="1" u="none" strike="noStrike" kern="1200" cap="none" spc="0" normalizeH="0" baseline="0" noProof="0" dirty="0">
                <a:ln>
                  <a:noFill/>
                </a:ln>
                <a:solidFill>
                  <a:prstClr val="white"/>
                </a:solidFill>
                <a:effectLst/>
                <a:uLnTx/>
                <a:uFillTx/>
                <a:latin typeface="Arial"/>
                <a:ea typeface="+mn-ea"/>
                <a:cs typeface="+mn-cs"/>
              </a:rPr>
              <a:t> </a:t>
            </a:r>
            <a:r>
              <a:rPr kumimoji="0" lang="pt-BR" sz="1150" b="0" i="1" u="none" strike="noStrike" kern="1200" cap="none" spc="0" normalizeH="0" baseline="0" noProof="0" dirty="0" err="1">
                <a:ln>
                  <a:noFill/>
                </a:ln>
                <a:solidFill>
                  <a:prstClr val="white"/>
                </a:solidFill>
                <a:effectLst/>
                <a:uLnTx/>
                <a:uFillTx/>
                <a:latin typeface="Arial"/>
                <a:ea typeface="+mn-ea"/>
                <a:cs typeface="+mn-cs"/>
              </a:rPr>
              <a:t>chain</a:t>
            </a:r>
            <a:r>
              <a:rPr kumimoji="0" lang="pt-BR" sz="1150" b="0" i="0" u="none" strike="noStrike" kern="1200" cap="none" spc="0" normalizeH="0" baseline="0" noProof="0" dirty="0">
                <a:ln>
                  <a:noFill/>
                </a:ln>
                <a:solidFill>
                  <a:prstClr val="white"/>
                </a:solidFill>
                <a:effectLst/>
                <a:uLnTx/>
                <a:uFillTx/>
                <a:latin typeface="Arial"/>
                <a:ea typeface="+mn-ea"/>
                <a:cs typeface="+mn-cs"/>
              </a:rPr>
              <a:t>, </a:t>
            </a:r>
            <a:r>
              <a:rPr kumimoji="0" lang="pt-BR" sz="1150" b="0" i="1" u="none" strike="noStrike" kern="1200" cap="none" spc="0" normalizeH="0" baseline="0" noProof="0" dirty="0" err="1">
                <a:ln>
                  <a:noFill/>
                </a:ln>
                <a:solidFill>
                  <a:prstClr val="white"/>
                </a:solidFill>
                <a:effectLst/>
                <a:uLnTx/>
                <a:uFillTx/>
                <a:latin typeface="Arial"/>
                <a:ea typeface="+mn-ea"/>
                <a:cs typeface="+mn-cs"/>
              </a:rPr>
              <a:t>pricing</a:t>
            </a:r>
            <a:r>
              <a:rPr kumimoji="0" lang="pt-BR" sz="1150" b="0" i="0" u="none" strike="noStrike" kern="1200" cap="none" spc="0" normalizeH="0" baseline="0" noProof="0" dirty="0">
                <a:ln>
                  <a:noFill/>
                </a:ln>
                <a:solidFill>
                  <a:prstClr val="white"/>
                </a:solidFill>
                <a:effectLst/>
                <a:uLnTx/>
                <a:uFillTx/>
                <a:latin typeface="Arial"/>
                <a:ea typeface="+mn-ea"/>
                <a:cs typeface="+mn-cs"/>
              </a:rPr>
              <a:t> e </a:t>
            </a:r>
            <a:r>
              <a:rPr kumimoji="0" lang="pt-BR" sz="1150" b="0" i="1" u="none" strike="noStrike" kern="1200" cap="none" spc="0" normalizeH="0" baseline="0" noProof="0" dirty="0">
                <a:ln>
                  <a:noFill/>
                </a:ln>
                <a:solidFill>
                  <a:prstClr val="white"/>
                </a:solidFill>
                <a:effectLst/>
                <a:uLnTx/>
                <a:uFillTx/>
                <a:latin typeface="Arial"/>
                <a:ea typeface="+mn-ea"/>
                <a:cs typeface="+mn-cs"/>
              </a:rPr>
              <a:t>go-</a:t>
            </a:r>
            <a:r>
              <a:rPr kumimoji="0" lang="pt-BR" sz="1150" b="0" i="1" u="none" strike="noStrike" kern="1200" cap="none" spc="0" normalizeH="0" baseline="0" noProof="0" dirty="0" err="1">
                <a:ln>
                  <a:noFill/>
                </a:ln>
                <a:solidFill>
                  <a:prstClr val="white"/>
                </a:solidFill>
                <a:effectLst/>
                <a:uLnTx/>
                <a:uFillTx/>
                <a:latin typeface="Arial"/>
                <a:ea typeface="+mn-ea"/>
                <a:cs typeface="+mn-cs"/>
              </a:rPr>
              <a:t>to</a:t>
            </a:r>
            <a:r>
              <a:rPr kumimoji="0" lang="pt-BR" sz="1150" b="0" i="1" u="none" strike="noStrike" kern="1200" cap="none" spc="0" normalizeH="0" baseline="0" noProof="0" dirty="0">
                <a:ln>
                  <a:noFill/>
                </a:ln>
                <a:solidFill>
                  <a:prstClr val="white"/>
                </a:solidFill>
                <a:effectLst/>
                <a:uLnTx/>
                <a:uFillTx/>
                <a:latin typeface="Arial"/>
                <a:ea typeface="+mn-ea"/>
                <a:cs typeface="+mn-cs"/>
              </a:rPr>
              <a:t>-</a:t>
            </a:r>
            <a:r>
              <a:rPr kumimoji="0" lang="pt-BR" sz="1150" b="0" i="1" u="none" strike="noStrike" kern="1200" cap="none" spc="0" normalizeH="0" baseline="0" noProof="0" dirty="0" err="1">
                <a:ln>
                  <a:noFill/>
                </a:ln>
                <a:solidFill>
                  <a:prstClr val="white"/>
                </a:solidFill>
                <a:effectLst/>
                <a:uLnTx/>
                <a:uFillTx/>
                <a:latin typeface="Arial"/>
                <a:ea typeface="+mn-ea"/>
                <a:cs typeface="+mn-cs"/>
              </a:rPr>
              <a:t>market</a:t>
            </a:r>
            <a:r>
              <a:rPr kumimoji="0" lang="pt-BR" sz="1150" b="0" i="0" u="none" strike="noStrike" kern="1200" cap="none" spc="0" normalizeH="0" baseline="0" noProof="0" dirty="0">
                <a:ln>
                  <a:noFill/>
                </a:ln>
                <a:solidFill>
                  <a:prstClr val="white"/>
                </a:solidFill>
                <a:effectLst/>
                <a:uLnTx/>
                <a:uFillTx/>
                <a:latin typeface="Arial"/>
                <a:ea typeface="+mn-ea"/>
                <a:cs typeface="+mn-cs"/>
              </a:rPr>
              <a:t>, e desenvolvimento de negócios</a:t>
            </a:r>
          </a:p>
          <a:p>
            <a:pPr marL="0" marR="0" lvl="0" indent="0" algn="l" defTabSz="895350" rtl="0" eaLnBrk="1" fontAlgn="auto" latinLnBrk="0" hangingPunct="1">
              <a:lnSpc>
                <a:spcPct val="100000"/>
              </a:lnSpc>
              <a:spcBef>
                <a:spcPts val="0"/>
              </a:spcBef>
              <a:spcAft>
                <a:spcPts val="0"/>
              </a:spcAft>
              <a:buClrTx/>
              <a:buSzTx/>
              <a:buFontTx/>
              <a:buNone/>
              <a:tabLst/>
              <a:defRPr/>
            </a:pPr>
            <a:endParaRPr kumimoji="0" lang="pt-BR" sz="1150" b="0" i="0" u="none" strike="noStrike" kern="1200" cap="none" spc="0" normalizeH="0" baseline="0" noProof="0" dirty="0">
              <a:ln>
                <a:noFill/>
              </a:ln>
              <a:solidFill>
                <a:prstClr val="white"/>
              </a:solidFill>
              <a:effectLst/>
              <a:uLnTx/>
              <a:uFillTx/>
              <a:latin typeface="Arial"/>
              <a:ea typeface="+mn-ea"/>
              <a:cs typeface="+mn-cs"/>
            </a:endParaRPr>
          </a:p>
          <a:p>
            <a:pPr marL="0" marR="0" lvl="0" indent="0" algn="l" defTabSz="895350" rtl="0" eaLnBrk="1" fontAlgn="auto" latinLnBrk="0" hangingPunct="1">
              <a:lnSpc>
                <a:spcPct val="100000"/>
              </a:lnSpc>
              <a:spcBef>
                <a:spcPts val="0"/>
              </a:spcBef>
              <a:spcAft>
                <a:spcPts val="0"/>
              </a:spcAft>
              <a:buClrTx/>
              <a:buSzTx/>
              <a:buFontTx/>
              <a:buNone/>
              <a:tabLst/>
              <a:defRPr/>
            </a:pPr>
            <a:r>
              <a:rPr kumimoji="0" lang="pt-BR" sz="1150" b="1" i="0" u="none" strike="noStrike" kern="1200" cap="none" spc="0" normalizeH="0" baseline="0" noProof="0" dirty="0">
                <a:ln>
                  <a:noFill/>
                </a:ln>
                <a:solidFill>
                  <a:prstClr val="white"/>
                </a:solidFill>
                <a:effectLst/>
                <a:uLnTx/>
                <a:uFillTx/>
                <a:latin typeface="Arial"/>
                <a:ea typeface="+mn-ea"/>
                <a:cs typeface="+mn-cs"/>
              </a:rPr>
              <a:t>Projetos recentes (exemplos)</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150" b="0" i="0" u="none" strike="noStrike" kern="1200" cap="none" spc="0" normalizeH="0" baseline="0" noProof="0" dirty="0">
                <a:ln>
                  <a:noFill/>
                </a:ln>
                <a:solidFill>
                  <a:prstClr val="white"/>
                </a:solidFill>
                <a:effectLst/>
                <a:uLnTx/>
                <a:uFillTx/>
                <a:latin typeface="Arial"/>
                <a:ea typeface="+mn-ea"/>
                <a:cs typeface="+mn-cs"/>
              </a:rPr>
              <a:t>Liderou amplo programa de transformação de </a:t>
            </a:r>
            <a:r>
              <a:rPr kumimoji="0" lang="pt-BR" sz="1150" b="0" i="1" u="none" strike="noStrike" kern="1200" cap="none" spc="0" normalizeH="0" baseline="0" noProof="0" dirty="0" err="1">
                <a:ln>
                  <a:noFill/>
                </a:ln>
                <a:solidFill>
                  <a:prstClr val="white"/>
                </a:solidFill>
                <a:effectLst/>
                <a:uLnTx/>
                <a:uFillTx/>
                <a:latin typeface="Arial"/>
                <a:ea typeface="+mn-ea"/>
                <a:cs typeface="+mn-cs"/>
              </a:rPr>
              <a:t>supply</a:t>
            </a:r>
            <a:r>
              <a:rPr kumimoji="0" lang="pt-BR" sz="1150" b="0" i="1" u="none" strike="noStrike" kern="1200" cap="none" spc="0" normalizeH="0" baseline="0" noProof="0" dirty="0">
                <a:ln>
                  <a:noFill/>
                </a:ln>
                <a:solidFill>
                  <a:prstClr val="white"/>
                </a:solidFill>
                <a:effectLst/>
                <a:uLnTx/>
                <a:uFillTx/>
                <a:latin typeface="Arial"/>
                <a:ea typeface="+mn-ea"/>
                <a:cs typeface="+mn-cs"/>
              </a:rPr>
              <a:t> </a:t>
            </a:r>
            <a:r>
              <a:rPr kumimoji="0" lang="pt-BR" sz="1150" b="0" i="1" u="none" strike="noStrike" kern="1200" cap="none" spc="0" normalizeH="0" baseline="0" noProof="0" dirty="0" err="1">
                <a:ln>
                  <a:noFill/>
                </a:ln>
                <a:solidFill>
                  <a:prstClr val="white"/>
                </a:solidFill>
                <a:effectLst/>
                <a:uLnTx/>
                <a:uFillTx/>
                <a:latin typeface="Arial"/>
                <a:ea typeface="+mn-ea"/>
                <a:cs typeface="+mn-cs"/>
              </a:rPr>
              <a:t>chain</a:t>
            </a:r>
            <a:r>
              <a:rPr kumimoji="0" lang="pt-BR" sz="1150" b="0" i="0" u="none" strike="noStrike" kern="1200" cap="none" spc="0" normalizeH="0" baseline="0" noProof="0" dirty="0">
                <a:ln>
                  <a:noFill/>
                </a:ln>
                <a:solidFill>
                  <a:prstClr val="white"/>
                </a:solidFill>
                <a:effectLst/>
                <a:uLnTx/>
                <a:uFillTx/>
                <a:latin typeface="Arial"/>
                <a:ea typeface="+mn-ea"/>
                <a:cs typeface="+mn-cs"/>
              </a:rPr>
              <a:t> em empresa automotiva, como foco em melhorias de processo de S&amp;OP, redução de estoques, revisão de processos administrativos e seus impactos em organização e decisões de make </a:t>
            </a:r>
            <a:r>
              <a:rPr kumimoji="0" lang="pt-BR" sz="1150" b="0" i="0" u="none" strike="noStrike" kern="1200" cap="none" spc="0" normalizeH="0" baseline="0" noProof="0" dirty="0" err="1">
                <a:ln>
                  <a:noFill/>
                </a:ln>
                <a:solidFill>
                  <a:prstClr val="white"/>
                </a:solidFill>
                <a:effectLst/>
                <a:uLnTx/>
                <a:uFillTx/>
                <a:latin typeface="Arial"/>
                <a:ea typeface="+mn-ea"/>
                <a:cs typeface="+mn-cs"/>
              </a:rPr>
              <a:t>vs</a:t>
            </a:r>
            <a:r>
              <a:rPr kumimoji="0" lang="pt-BR" sz="1150" b="0" i="0" u="none" strike="noStrike" kern="1200" cap="none" spc="0" normalizeH="0" baseline="0" noProof="0" dirty="0">
                <a:ln>
                  <a:noFill/>
                </a:ln>
                <a:solidFill>
                  <a:prstClr val="white"/>
                </a:solidFill>
                <a:effectLst/>
                <a:uLnTx/>
                <a:uFillTx/>
                <a:latin typeface="Arial"/>
                <a:ea typeface="+mn-ea"/>
                <a:cs typeface="+mn-cs"/>
              </a:rPr>
              <a:t> </a:t>
            </a:r>
            <a:r>
              <a:rPr kumimoji="0" lang="pt-BR" sz="1150" b="0" i="0" u="none" strike="noStrike" kern="1200" cap="none" spc="0" normalizeH="0" baseline="0" noProof="0" dirty="0" err="1">
                <a:ln>
                  <a:noFill/>
                </a:ln>
                <a:solidFill>
                  <a:prstClr val="white"/>
                </a:solidFill>
                <a:effectLst/>
                <a:uLnTx/>
                <a:uFillTx/>
                <a:latin typeface="Arial"/>
                <a:ea typeface="+mn-ea"/>
                <a:cs typeface="+mn-cs"/>
              </a:rPr>
              <a:t>buy</a:t>
            </a:r>
            <a:endParaRPr kumimoji="0" lang="pt-BR" sz="1150" b="0" i="0" u="none" strike="noStrike" kern="1200" cap="none" spc="0" normalizeH="0" baseline="0" noProof="0" dirty="0">
              <a:ln>
                <a:noFill/>
              </a:ln>
              <a:solidFill>
                <a:prstClr val="white"/>
              </a:solidFill>
              <a:effectLst/>
              <a:uLnTx/>
              <a:uFillTx/>
              <a:latin typeface="Arial"/>
              <a:ea typeface="+mn-ea"/>
              <a:cs typeface="+mn-cs"/>
            </a:endParaRP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150" b="0" i="0" u="none" strike="noStrike" kern="1200" cap="none" spc="0" normalizeH="0" baseline="0" noProof="0" dirty="0">
                <a:ln>
                  <a:noFill/>
                </a:ln>
                <a:solidFill>
                  <a:prstClr val="white"/>
                </a:solidFill>
                <a:effectLst/>
                <a:uLnTx/>
                <a:uFillTx/>
                <a:latin typeface="Arial"/>
                <a:ea typeface="+mn-ea"/>
                <a:cs typeface="+mn-cs"/>
              </a:rPr>
              <a:t>Implementou melhorias na área de suprimentos de empresa química, reduzindo custos de compras de materiais produtivos, otimizando custos logísticos e internalizando operações </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150" b="0" i="0" u="none" strike="noStrike" kern="1200" cap="none" spc="0" normalizeH="0" baseline="0" noProof="0" dirty="0">
                <a:ln>
                  <a:noFill/>
                </a:ln>
                <a:solidFill>
                  <a:prstClr val="white"/>
                </a:solidFill>
                <a:effectLst/>
                <a:uLnTx/>
                <a:uFillTx/>
                <a:latin typeface="Arial"/>
                <a:ea typeface="+mn-ea"/>
                <a:cs typeface="+mn-cs"/>
              </a:rPr>
              <a:t>Revisou processos comerciais de empresa de gás e desenhou todo </a:t>
            </a:r>
            <a:r>
              <a:rPr kumimoji="0" lang="pt-BR" sz="1150" b="0" i="1" u="none" strike="noStrike" kern="1200" cap="none" spc="0" normalizeH="0" baseline="0" noProof="0" dirty="0" err="1">
                <a:ln>
                  <a:noFill/>
                </a:ln>
                <a:solidFill>
                  <a:prstClr val="white"/>
                </a:solidFill>
                <a:effectLst/>
                <a:uLnTx/>
                <a:uFillTx/>
                <a:latin typeface="Arial"/>
                <a:ea typeface="+mn-ea"/>
                <a:cs typeface="+mn-cs"/>
              </a:rPr>
              <a:t>landscape</a:t>
            </a:r>
            <a:r>
              <a:rPr kumimoji="0" lang="pt-BR" sz="1150" b="0" i="0" u="none" strike="noStrike" kern="1200" cap="none" spc="0" normalizeH="0" baseline="0" noProof="0" dirty="0">
                <a:ln>
                  <a:noFill/>
                </a:ln>
                <a:solidFill>
                  <a:prstClr val="white"/>
                </a:solidFill>
                <a:effectLst/>
                <a:uLnTx/>
                <a:uFillTx/>
                <a:latin typeface="Arial"/>
                <a:ea typeface="+mn-ea"/>
                <a:cs typeface="+mn-cs"/>
              </a:rPr>
              <a:t> de sistemas que suportam jornada de clientes e digitalização da experiencia comercial</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150" b="0" i="0" u="none" strike="noStrike" kern="1200" cap="none" spc="0" normalizeH="0" baseline="0" noProof="0" dirty="0">
                <a:ln>
                  <a:noFill/>
                </a:ln>
                <a:solidFill>
                  <a:prstClr val="white"/>
                </a:solidFill>
                <a:effectLst/>
                <a:uLnTx/>
                <a:uFillTx/>
                <a:latin typeface="Arial"/>
                <a:ea typeface="+mn-ea"/>
                <a:cs typeface="+mn-cs"/>
              </a:rPr>
              <a:t>Estruturou processos de </a:t>
            </a:r>
            <a:r>
              <a:rPr kumimoji="0" lang="pt-BR" sz="1150" b="0" i="1" u="none" strike="noStrike" kern="1200" cap="none" spc="0" normalizeH="0" baseline="0" noProof="0" dirty="0">
                <a:ln>
                  <a:noFill/>
                </a:ln>
                <a:solidFill>
                  <a:prstClr val="white"/>
                </a:solidFill>
                <a:effectLst/>
                <a:uLnTx/>
                <a:uFillTx/>
                <a:latin typeface="Arial"/>
                <a:ea typeface="+mn-ea"/>
                <a:cs typeface="+mn-cs"/>
              </a:rPr>
              <a:t>backoffice</a:t>
            </a:r>
            <a:r>
              <a:rPr kumimoji="0" lang="pt-BR" sz="1150" b="0" i="0" u="none" strike="noStrike" kern="1200" cap="none" spc="0" normalizeH="0" baseline="0" noProof="0" dirty="0">
                <a:ln>
                  <a:noFill/>
                </a:ln>
                <a:solidFill>
                  <a:prstClr val="white"/>
                </a:solidFill>
                <a:effectLst/>
                <a:uLnTx/>
                <a:uFillTx/>
                <a:latin typeface="Arial"/>
                <a:ea typeface="+mn-ea"/>
                <a:cs typeface="+mn-cs"/>
              </a:rPr>
              <a:t> (financeiro, RH, compras etc.) em empresa investida de fundo de investimentos</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150" b="0" i="0" u="none" strike="noStrike" kern="1200" cap="none" spc="0" normalizeH="0" baseline="0" noProof="0" dirty="0">
                <a:ln>
                  <a:noFill/>
                </a:ln>
                <a:solidFill>
                  <a:prstClr val="white"/>
                </a:solidFill>
                <a:effectLst/>
                <a:uLnTx/>
                <a:uFillTx/>
                <a:latin typeface="Arial"/>
                <a:ea typeface="+mn-ea"/>
                <a:cs typeface="+mn-cs"/>
              </a:rPr>
              <a:t>Liderou restruturação organizacional em indústria de máquinas e equipamentos</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150" b="0" i="0" u="none" strike="noStrike" kern="1200" cap="none" spc="0" normalizeH="0" baseline="0" noProof="0" dirty="0">
                <a:ln>
                  <a:noFill/>
                </a:ln>
                <a:solidFill>
                  <a:prstClr val="white"/>
                </a:solidFill>
                <a:effectLst/>
                <a:uLnTx/>
                <a:uFillTx/>
                <a:latin typeface="Arial"/>
                <a:ea typeface="+mn-ea"/>
                <a:cs typeface="+mn-cs"/>
              </a:rPr>
              <a:t>Implementou programa de melhoria de rentabilidade em indústria de máquinas e equipamentos com foco nos pilares de precificação e revisão de portfólio, otimização de custos de compras e revisão de </a:t>
            </a:r>
            <a:r>
              <a:rPr kumimoji="0" lang="pt-BR" sz="1150" b="0" i="0" u="none" strike="noStrike" kern="1200" cap="none" spc="0" normalizeH="0" baseline="0" noProof="0" dirty="0" err="1">
                <a:ln>
                  <a:noFill/>
                </a:ln>
                <a:solidFill>
                  <a:prstClr val="white"/>
                </a:solidFill>
                <a:effectLst/>
                <a:uLnTx/>
                <a:uFillTx/>
                <a:latin typeface="Arial"/>
                <a:ea typeface="+mn-ea"/>
                <a:cs typeface="+mn-cs"/>
              </a:rPr>
              <a:t>footprint</a:t>
            </a:r>
            <a:r>
              <a:rPr kumimoji="0" lang="pt-BR" sz="1150" b="0" i="0" u="none" strike="noStrike" kern="1200" cap="none" spc="0" normalizeH="0" baseline="0" noProof="0" dirty="0">
                <a:ln>
                  <a:noFill/>
                </a:ln>
                <a:solidFill>
                  <a:prstClr val="white"/>
                </a:solidFill>
                <a:effectLst/>
                <a:uLnTx/>
                <a:uFillTx/>
                <a:latin typeface="Arial"/>
                <a:ea typeface="+mn-ea"/>
                <a:cs typeface="+mn-cs"/>
              </a:rPr>
              <a:t> de manufatura</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150" b="0" i="0" u="none" strike="noStrike" kern="1200" cap="none" spc="0" normalizeH="0" baseline="0" noProof="0" dirty="0">
                <a:ln>
                  <a:noFill/>
                </a:ln>
                <a:solidFill>
                  <a:prstClr val="white"/>
                </a:solidFill>
                <a:effectLst/>
                <a:uLnTx/>
                <a:uFillTx/>
                <a:latin typeface="Arial"/>
                <a:ea typeface="+mn-ea"/>
                <a:cs typeface="+mn-cs"/>
              </a:rPr>
              <a:t>Identificou novas oportunidades de financiamento e investimentos alternativos para empresa familiar de Papel e Celulose, incluindo a venda de controle da companhia para financiar expansão</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150" b="0" i="0" u="none" strike="noStrike" kern="1200" cap="none" spc="0" normalizeH="0" baseline="0" noProof="0" dirty="0">
                <a:ln>
                  <a:noFill/>
                </a:ln>
                <a:solidFill>
                  <a:prstClr val="white"/>
                </a:solidFill>
                <a:effectLst/>
                <a:uLnTx/>
                <a:uFillTx/>
                <a:latin typeface="Arial"/>
                <a:ea typeface="+mn-ea"/>
                <a:cs typeface="+mn-cs"/>
              </a:rPr>
              <a:t>Liderou o programa de excelência de </a:t>
            </a:r>
            <a:r>
              <a:rPr kumimoji="0" lang="pt-BR" sz="1150" b="0" i="0" u="none" strike="noStrike" kern="1200" cap="none" spc="0" normalizeH="0" baseline="0" noProof="0" dirty="0" err="1">
                <a:ln>
                  <a:noFill/>
                </a:ln>
                <a:solidFill>
                  <a:prstClr val="white"/>
                </a:solidFill>
                <a:effectLst/>
                <a:uLnTx/>
                <a:uFillTx/>
                <a:latin typeface="Arial"/>
                <a:ea typeface="+mn-ea"/>
                <a:cs typeface="+mn-cs"/>
              </a:rPr>
              <a:t>Supply</a:t>
            </a:r>
            <a:r>
              <a:rPr kumimoji="0" lang="pt-BR" sz="1150" b="0" i="0" u="none" strike="noStrike" kern="1200" cap="none" spc="0" normalizeH="0" baseline="0" noProof="0" dirty="0">
                <a:ln>
                  <a:noFill/>
                </a:ln>
                <a:solidFill>
                  <a:prstClr val="white"/>
                </a:solidFill>
                <a:effectLst/>
                <a:uLnTx/>
                <a:uFillTx/>
                <a:latin typeface="Arial"/>
                <a:ea typeface="+mn-ea"/>
                <a:cs typeface="+mn-cs"/>
              </a:rPr>
              <a:t> Chain para empresa de bens de consumo</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150" b="0" i="0" u="none" strike="noStrike" kern="1200" cap="none" spc="0" normalizeH="0" baseline="0" noProof="0" dirty="0">
                <a:ln>
                  <a:noFill/>
                </a:ln>
                <a:solidFill>
                  <a:prstClr val="white"/>
                </a:solidFill>
                <a:effectLst/>
                <a:uLnTx/>
                <a:uFillTx/>
                <a:latin typeface="Arial"/>
                <a:ea typeface="+mn-ea"/>
                <a:cs typeface="+mn-cs"/>
              </a:rPr>
              <a:t>Estruturou estratégia de acesso a mercado para empresa de defensivos químicos e sementes</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150" b="0" i="0" u="none" strike="noStrike" kern="1200" cap="none" spc="0" normalizeH="0" baseline="0" noProof="0" dirty="0">
                <a:ln>
                  <a:noFill/>
                </a:ln>
                <a:solidFill>
                  <a:prstClr val="white"/>
                </a:solidFill>
                <a:effectLst/>
                <a:uLnTx/>
                <a:uFillTx/>
                <a:latin typeface="Arial"/>
                <a:ea typeface="+mn-ea"/>
                <a:cs typeface="+mn-cs"/>
              </a:rPr>
              <a:t>Desenvolveu plano estratégico de empresa familiar de construção civil, com manutenção da receita e aumento de margem</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endParaRPr kumimoji="0" lang="pt-BR" sz="1150" b="0" i="0" u="none" strike="noStrike" kern="1200" cap="none" spc="0" normalizeH="0" baseline="0" noProof="0" dirty="0">
              <a:ln>
                <a:noFill/>
              </a:ln>
              <a:solidFill>
                <a:prstClr val="white"/>
              </a:solidFill>
              <a:effectLst/>
              <a:uLnTx/>
              <a:uFillTx/>
              <a:latin typeface="Arial"/>
              <a:ea typeface="+mn-ea"/>
              <a:cs typeface="+mn-cs"/>
            </a:endParaRPr>
          </a:p>
          <a:p>
            <a:pPr marL="0" marR="0" lvl="0" indent="0" algn="l" defTabSz="895350" rtl="0" eaLnBrk="1" fontAlgn="auto" latinLnBrk="0" hangingPunct="1">
              <a:lnSpc>
                <a:spcPct val="100000"/>
              </a:lnSpc>
              <a:spcBef>
                <a:spcPts val="0"/>
              </a:spcBef>
              <a:spcAft>
                <a:spcPts val="0"/>
              </a:spcAft>
              <a:buClrTx/>
              <a:buSzTx/>
              <a:buFontTx/>
              <a:buNone/>
              <a:tabLst/>
              <a:defRPr/>
            </a:pPr>
            <a:r>
              <a:rPr kumimoji="0" lang="pt-BR" sz="1150" b="1" i="0" u="none" strike="noStrike" kern="1200" cap="none" spc="0" normalizeH="0" baseline="0" noProof="0" dirty="0">
                <a:ln>
                  <a:noFill/>
                </a:ln>
                <a:solidFill>
                  <a:prstClr val="white"/>
                </a:solidFill>
                <a:effectLst/>
                <a:uLnTx/>
                <a:uFillTx/>
                <a:latin typeface="Arial"/>
                <a:ea typeface="+mn-ea"/>
                <a:cs typeface="+mn-cs"/>
              </a:rPr>
              <a:t>Experiência adicional e qualificações</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150" b="0" i="0" u="none" strike="noStrike" kern="1200" cap="none" spc="0" normalizeH="0" baseline="0" noProof="0" dirty="0">
                <a:ln>
                  <a:noFill/>
                </a:ln>
                <a:solidFill>
                  <a:prstClr val="white"/>
                </a:solidFill>
                <a:effectLst/>
                <a:uLnTx/>
                <a:uFillTx/>
                <a:latin typeface="Arial"/>
                <a:ea typeface="+mn-ea"/>
                <a:cs typeface="+mn-cs"/>
              </a:rPr>
              <a:t>Antes da Mirow &amp; Co., Lucas foi Diretor de Operações e Planejamento Estratégico em empresa investida do fundo de </a:t>
            </a:r>
            <a:r>
              <a:rPr kumimoji="0" lang="pt-BR" sz="1150" b="0" i="0" u="none" strike="noStrike" kern="1200" cap="none" spc="0" normalizeH="0" baseline="0" noProof="0" dirty="0" err="1">
                <a:ln>
                  <a:noFill/>
                </a:ln>
                <a:solidFill>
                  <a:prstClr val="white"/>
                </a:solidFill>
                <a:effectLst/>
                <a:uLnTx/>
                <a:uFillTx/>
                <a:latin typeface="Arial"/>
                <a:ea typeface="+mn-ea"/>
                <a:cs typeface="+mn-cs"/>
              </a:rPr>
              <a:t>private</a:t>
            </a:r>
            <a:r>
              <a:rPr kumimoji="0" lang="pt-BR" sz="1150" b="0" i="0" u="none" strike="noStrike" kern="1200" cap="none" spc="0" normalizeH="0" baseline="0" noProof="0" dirty="0">
                <a:ln>
                  <a:noFill/>
                </a:ln>
                <a:solidFill>
                  <a:prstClr val="white"/>
                </a:solidFill>
                <a:effectLst/>
                <a:uLnTx/>
                <a:uFillTx/>
                <a:latin typeface="Arial"/>
                <a:ea typeface="+mn-ea"/>
                <a:cs typeface="+mn-cs"/>
              </a:rPr>
              <a:t> </a:t>
            </a:r>
            <a:r>
              <a:rPr kumimoji="0" lang="pt-BR" sz="1150" b="0" i="0" u="none" strike="noStrike" kern="1200" cap="none" spc="0" normalizeH="0" baseline="0" noProof="0" dirty="0" err="1">
                <a:ln>
                  <a:noFill/>
                </a:ln>
                <a:solidFill>
                  <a:prstClr val="white"/>
                </a:solidFill>
                <a:effectLst/>
                <a:uLnTx/>
                <a:uFillTx/>
                <a:latin typeface="Arial"/>
                <a:ea typeface="+mn-ea"/>
                <a:cs typeface="+mn-cs"/>
              </a:rPr>
              <a:t>equity</a:t>
            </a:r>
            <a:r>
              <a:rPr kumimoji="0" lang="pt-BR" sz="1150" b="0" i="0" u="none" strike="noStrike" kern="1200" cap="none" spc="0" normalizeH="0" baseline="0" noProof="0" dirty="0">
                <a:ln>
                  <a:noFill/>
                </a:ln>
                <a:solidFill>
                  <a:prstClr val="white"/>
                </a:solidFill>
                <a:effectLst/>
                <a:uLnTx/>
                <a:uFillTx/>
                <a:latin typeface="Arial"/>
                <a:ea typeface="+mn-ea"/>
                <a:cs typeface="+mn-cs"/>
              </a:rPr>
              <a:t> Pátria Investimentos e foi Diretor de Estratégia da AGCO Corporation. Foi também Gerente de Projetos da Booz &amp; Company até 2015</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150" b="0" i="0" u="none" strike="noStrike" kern="1200" cap="none" spc="0" normalizeH="0" baseline="0" noProof="0" dirty="0">
                <a:ln>
                  <a:noFill/>
                </a:ln>
                <a:solidFill>
                  <a:prstClr val="white"/>
                </a:solidFill>
                <a:effectLst/>
                <a:uLnTx/>
                <a:uFillTx/>
                <a:latin typeface="Arial"/>
                <a:ea typeface="+mn-ea"/>
                <a:cs typeface="+mn-cs"/>
              </a:rPr>
              <a:t>Graduado em Engenharia Química pela UNICAMP e MBA pela Universidade de Michigan</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150" b="0" i="0" u="none" strike="noStrike" kern="1200" cap="none" spc="0" normalizeH="0" baseline="0" noProof="0" dirty="0">
                <a:ln>
                  <a:noFill/>
                </a:ln>
                <a:solidFill>
                  <a:prstClr val="white"/>
                </a:solidFill>
                <a:effectLst/>
                <a:uLnTx/>
                <a:uFillTx/>
                <a:latin typeface="Arial"/>
                <a:ea typeface="+mn-ea"/>
                <a:cs typeface="+mn-cs"/>
              </a:rPr>
              <a:t>Fluente em inglês e português</a:t>
            </a:r>
          </a:p>
        </p:txBody>
      </p:sp>
      <p:pic>
        <p:nvPicPr>
          <p:cNvPr id="14" name="Picture 13">
            <a:extLst>
              <a:ext uri="{FF2B5EF4-FFF2-40B4-BE49-F238E27FC236}">
                <a16:creationId xmlns:a16="http://schemas.microsoft.com/office/drawing/2014/main" id="{62047DD4-8CA2-E3B7-370A-C08143373C7C}"/>
              </a:ext>
            </a:extLst>
          </p:cNvPr>
          <p:cNvPicPr>
            <a:picLocks noChangeAspect="1"/>
          </p:cNvPicPr>
          <p:nvPr/>
        </p:nvPicPr>
        <p:blipFill rotWithShape="1">
          <a:blip r:embed="rId6" cstate="email">
            <a:extLst>
              <a:ext uri="{28A0092B-C50C-407E-A947-70E740481C1C}">
                <a14:useLocalDpi xmlns:a14="http://schemas.microsoft.com/office/drawing/2010/main"/>
              </a:ext>
            </a:extLst>
          </a:blip>
          <a:srcRect/>
          <a:stretch/>
        </p:blipFill>
        <p:spPr>
          <a:xfrm>
            <a:off x="0" y="1152000"/>
            <a:ext cx="2702257" cy="5706000"/>
          </a:xfrm>
          <a:custGeom>
            <a:avLst/>
            <a:gdLst>
              <a:gd name="connsiteX0" fmla="*/ 0 w 2702257"/>
              <a:gd name="connsiteY0" fmla="*/ 0 h 5706000"/>
              <a:gd name="connsiteX1" fmla="*/ 2702257 w 2702257"/>
              <a:gd name="connsiteY1" fmla="*/ 0 h 5706000"/>
              <a:gd name="connsiteX2" fmla="*/ 2702257 w 2702257"/>
              <a:gd name="connsiteY2" fmla="*/ 5706000 h 5706000"/>
              <a:gd name="connsiteX3" fmla="*/ 0 w 2702257"/>
              <a:gd name="connsiteY3" fmla="*/ 5706000 h 5706000"/>
            </a:gdLst>
            <a:ahLst/>
            <a:cxnLst>
              <a:cxn ang="0">
                <a:pos x="connsiteX0" y="connsiteY0"/>
              </a:cxn>
              <a:cxn ang="0">
                <a:pos x="connsiteX1" y="connsiteY1"/>
              </a:cxn>
              <a:cxn ang="0">
                <a:pos x="connsiteX2" y="connsiteY2"/>
              </a:cxn>
              <a:cxn ang="0">
                <a:pos x="connsiteX3" y="connsiteY3"/>
              </a:cxn>
            </a:cxnLst>
            <a:rect l="l" t="t" r="r" b="b"/>
            <a:pathLst>
              <a:path w="2702257" h="5706000">
                <a:moveTo>
                  <a:pt x="0" y="0"/>
                </a:moveTo>
                <a:lnTo>
                  <a:pt x="2702257" y="0"/>
                </a:lnTo>
                <a:lnTo>
                  <a:pt x="2702257" y="5706000"/>
                </a:lnTo>
                <a:lnTo>
                  <a:pt x="0" y="5706000"/>
                </a:lnTo>
                <a:close/>
              </a:path>
            </a:pathLst>
          </a:custGeom>
        </p:spPr>
      </p:pic>
    </p:spTree>
    <p:extLst>
      <p:ext uri="{BB962C8B-B14F-4D97-AF65-F5344CB8AC3E}">
        <p14:creationId xmlns:p14="http://schemas.microsoft.com/office/powerpoint/2010/main" val="166726120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to 2" hidden="1"/>
          <p:cNvGraphicFramePr>
            <a:graphicFrameLocks noChangeAspect="1"/>
          </p:cNvGraphicFramePr>
          <p:nvPr>
            <p:custDataLst>
              <p:tags r:id="rId1"/>
            </p:custDataLst>
            <p:extLst>
              <p:ext uri="{D42A27DB-BD31-4B8C-83A1-F6EECF244321}">
                <p14:modId xmlns:p14="http://schemas.microsoft.com/office/powerpoint/2010/main" val="1185490464"/>
              </p:ext>
            </p:extLst>
          </p:nvPr>
        </p:nvGraphicFramePr>
        <p:xfrm>
          <a:off x="1525588" y="1588"/>
          <a:ext cx="1588" cy="1588"/>
        </p:xfrm>
        <a:graphic>
          <a:graphicData uri="http://schemas.openxmlformats.org/presentationml/2006/ole">
            <mc:AlternateContent xmlns:mc="http://schemas.openxmlformats.org/markup-compatibility/2006">
              <mc:Choice xmlns:v="urn:schemas-microsoft-com:vml" Requires="v">
                <p:oleObj name="Slide do think-cell" r:id="rId4" imgW="383" imgH="384" progId="TCLayout.ActiveDocument.1">
                  <p:embed/>
                </p:oleObj>
              </mc:Choice>
              <mc:Fallback>
                <p:oleObj name="Slide do think-cell" r:id="rId4" imgW="383" imgH="384" progId="TCLayout.ActiveDocument.1">
                  <p:embed/>
                  <p:pic>
                    <p:nvPicPr>
                      <p:cNvPr id="3" name="Objeto 2" hidden="1"/>
                      <p:cNvPicPr/>
                      <p:nvPr/>
                    </p:nvPicPr>
                    <p:blipFill>
                      <a:blip r:embed="rId5"/>
                      <a:stretch>
                        <a:fillRect/>
                      </a:stretch>
                    </p:blipFill>
                    <p:spPr>
                      <a:xfrm>
                        <a:off x="1525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D2D131AB-1120-4F50-B382-0E5199C502A9}"/>
              </a:ext>
            </a:extLst>
          </p:cNvPr>
          <p:cNvSpPr/>
          <p:nvPr>
            <p:custDataLst>
              <p:tags r:id="rId2"/>
            </p:custDataLst>
          </p:nvPr>
        </p:nvSpPr>
        <p:spPr>
          <a:xfrm>
            <a:off x="0" y="0"/>
            <a:ext cx="158750" cy="158750"/>
          </a:xfrm>
          <a:prstGeom prst="rect">
            <a:avLst/>
          </a:prstGeom>
          <a:solidFill>
            <a:schemeClr val="accent2"/>
          </a:solidFill>
          <a:ln w="19050">
            <a:solidFill>
              <a:schemeClr val="accent2"/>
            </a:solidFill>
            <a:miter lim="400000"/>
          </a:ln>
          <a:effectLst/>
        </p:spPr>
        <p:txBody>
          <a:bodyPr wrap="none" lIns="0" tIns="0" rIns="0" bIns="0" numCol="1" spcCol="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2000" b="1"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2" name="Title 1">
            <a:extLst>
              <a:ext uri="{FF2B5EF4-FFF2-40B4-BE49-F238E27FC236}">
                <a16:creationId xmlns:a16="http://schemas.microsoft.com/office/drawing/2014/main" id="{31AC4DF2-9CA1-413E-837E-BA22190FCDBC}"/>
              </a:ext>
            </a:extLst>
          </p:cNvPr>
          <p:cNvSpPr>
            <a:spLocks noGrp="1"/>
          </p:cNvSpPr>
          <p:nvPr>
            <p:ph type="title"/>
          </p:nvPr>
        </p:nvSpPr>
        <p:spPr/>
        <p:txBody>
          <a:bodyPr vert="horz"/>
          <a:lstStyle/>
          <a:p>
            <a:r>
              <a:rPr lang="pt-BR" dirty="0"/>
              <a:t>Nossa equipe (4/4)</a:t>
            </a:r>
          </a:p>
        </p:txBody>
      </p:sp>
      <p:sp>
        <p:nvSpPr>
          <p:cNvPr id="10" name="Retângulo 24">
            <a:extLst>
              <a:ext uri="{FF2B5EF4-FFF2-40B4-BE49-F238E27FC236}">
                <a16:creationId xmlns:a16="http://schemas.microsoft.com/office/drawing/2014/main" id="{A8094686-2C2F-4E20-9FD4-AAB794C1D4F0}"/>
              </a:ext>
            </a:extLst>
          </p:cNvPr>
          <p:cNvSpPr/>
          <p:nvPr/>
        </p:nvSpPr>
        <p:spPr>
          <a:xfrm>
            <a:off x="0" y="1150646"/>
            <a:ext cx="2702257" cy="5707354"/>
          </a:xfrm>
          <a:prstGeom prst="rect">
            <a:avLst/>
          </a:prstGeom>
          <a:solidFill>
            <a:srgbClr val="FFFFFF"/>
          </a:solidFill>
          <a:ln w="12700">
            <a:miter lim="400000"/>
          </a:ln>
          <a:effectLst>
            <a:outerShdw blurRad="190500" dist="190500" dir="2811566" rotWithShape="0">
              <a:srgbClr val="000000">
                <a:alpha val="10000"/>
              </a:srgbClr>
            </a:outerShdw>
          </a:effectLst>
        </p:spPr>
        <p:txBody>
          <a:bodyPr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3200" b="0" i="0" u="none" strike="noStrike" kern="1200" cap="none" spc="0" normalizeH="0" baseline="0" noProof="0">
              <a:ln>
                <a:noFill/>
              </a:ln>
              <a:solidFill>
                <a:srgbClr val="071C25"/>
              </a:solidFill>
              <a:effectLst/>
              <a:uLnTx/>
              <a:uFillTx/>
              <a:latin typeface="Arial"/>
              <a:ea typeface="+mn-ea"/>
              <a:cs typeface="+mn-cs"/>
            </a:endParaRPr>
          </a:p>
        </p:txBody>
      </p:sp>
      <p:pic>
        <p:nvPicPr>
          <p:cNvPr id="9" name="Picture 8">
            <a:extLst>
              <a:ext uri="{FF2B5EF4-FFF2-40B4-BE49-F238E27FC236}">
                <a16:creationId xmlns:a16="http://schemas.microsoft.com/office/drawing/2014/main" id="{50A73D8F-DCFA-4240-AF6E-8BBC891D1327}"/>
              </a:ext>
            </a:extLst>
          </p:cNvPr>
          <p:cNvPicPr>
            <a:picLocks noChangeAspect="1"/>
          </p:cNvPicPr>
          <p:nvPr/>
        </p:nvPicPr>
        <p:blipFill rotWithShape="1">
          <a:blip r:embed="rId6" cstate="email">
            <a:extLst>
              <a:ext uri="{28A0092B-C50C-407E-A947-70E740481C1C}">
                <a14:useLocalDpi xmlns:a14="http://schemas.microsoft.com/office/drawing/2010/main"/>
              </a:ext>
            </a:extLst>
          </a:blip>
          <a:srcRect/>
          <a:stretch/>
        </p:blipFill>
        <p:spPr>
          <a:xfrm>
            <a:off x="0" y="1412123"/>
            <a:ext cx="2702257" cy="5445877"/>
          </a:xfrm>
          <a:prstGeom prst="rect">
            <a:avLst/>
          </a:prstGeom>
        </p:spPr>
      </p:pic>
      <p:sp>
        <p:nvSpPr>
          <p:cNvPr id="12" name="Rectangle 53">
            <a:extLst>
              <a:ext uri="{FF2B5EF4-FFF2-40B4-BE49-F238E27FC236}">
                <a16:creationId xmlns:a16="http://schemas.microsoft.com/office/drawing/2014/main" id="{6ED191A6-B2AA-4B79-8F35-643D0CE56F04}"/>
              </a:ext>
            </a:extLst>
          </p:cNvPr>
          <p:cNvSpPr txBox="1"/>
          <p:nvPr/>
        </p:nvSpPr>
        <p:spPr>
          <a:xfrm>
            <a:off x="3018972" y="1156614"/>
            <a:ext cx="8945488" cy="30777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marL="0" lvl="0" indent="0" defTabSz="895350" eaLnBrk="1" hangingPunct="1">
              <a:buClr>
                <a:schemeClr val="tx2"/>
              </a:buClr>
              <a:defRPr baseline="0">
                <a:latin typeface="+mn-lt"/>
              </a:defRPr>
            </a:lvl1pPr>
            <a:lvl2pPr marL="193675" lvl="1" indent="-192088" defTabSz="895350" eaLnBrk="1" hangingPunct="1">
              <a:buClr>
                <a:schemeClr val="tx2"/>
              </a:buClr>
              <a:buSzPct val="125000"/>
              <a:buFont typeface="Arial" charset="0"/>
              <a:buChar char="▪"/>
              <a:defRPr baseline="0">
                <a:latin typeface="+mn-lt"/>
              </a:defRPr>
            </a:lvl2pPr>
            <a:lvl3pPr marL="457200" lvl="2" indent="-261938" defTabSz="895350" eaLnBrk="1" hangingPunct="1">
              <a:buClr>
                <a:schemeClr val="tx2"/>
              </a:buClr>
              <a:buSzPct val="120000"/>
              <a:buFont typeface="Arial" charset="0"/>
              <a:buChar char="–"/>
              <a:defRPr baseline="0">
                <a:latin typeface="+mn-lt"/>
              </a:defRPr>
            </a:lvl3pPr>
            <a:lvl4pPr marL="614363" lvl="3" indent="-155575" defTabSz="895350" eaLnBrk="1" hangingPunct="1">
              <a:buClr>
                <a:schemeClr val="tx2"/>
              </a:buClr>
              <a:buSzPct val="120000"/>
              <a:buFont typeface="Arial" charset="0"/>
              <a:buChar char="▫"/>
              <a:defRPr baseline="0">
                <a:latin typeface="+mn-lt"/>
              </a:defRPr>
            </a:lvl4pPr>
            <a:lvl5pPr marL="749808" lvl="4" indent="-130175" defTabSz="895350" eaLnBrk="1" hangingPunct="1">
              <a:buClr>
                <a:schemeClr val="tx2"/>
              </a:buClr>
              <a:buSzPct val="89000"/>
              <a:buFont typeface="Arial" charset="0"/>
              <a:buChar char="-"/>
              <a:defRPr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marL="0" marR="0" lvl="0" indent="0" algn="l" defTabSz="89535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020E66"/>
                </a:solidFill>
                <a:effectLst/>
                <a:uLnTx/>
                <a:uFillTx/>
                <a:latin typeface="Arial"/>
                <a:ea typeface="+mn-ea"/>
                <a:cs typeface="+mn-cs"/>
              </a:rPr>
              <a:t>Fernando </a:t>
            </a:r>
            <a:r>
              <a:rPr kumimoji="0" lang="en-US" sz="2000" b="1" i="0" u="none" strike="noStrike" kern="1200" cap="none" spc="0" normalizeH="0" baseline="0" noProof="0" err="1">
                <a:ln>
                  <a:noFill/>
                </a:ln>
                <a:solidFill>
                  <a:srgbClr val="020E66"/>
                </a:solidFill>
                <a:effectLst/>
                <a:uLnTx/>
                <a:uFillTx/>
                <a:latin typeface="Arial"/>
                <a:ea typeface="+mn-ea"/>
                <a:cs typeface="+mn-cs"/>
              </a:rPr>
              <a:t>Fabbris</a:t>
            </a:r>
          </a:p>
        </p:txBody>
      </p:sp>
      <p:sp>
        <p:nvSpPr>
          <p:cNvPr id="16" name="Rectangle 53">
            <a:extLst>
              <a:ext uri="{FF2B5EF4-FFF2-40B4-BE49-F238E27FC236}">
                <a16:creationId xmlns:a16="http://schemas.microsoft.com/office/drawing/2014/main" id="{6F2ADCCD-AE5D-4C1F-BF2B-9DD04DFF3842}"/>
              </a:ext>
            </a:extLst>
          </p:cNvPr>
          <p:cNvSpPr txBox="1"/>
          <p:nvPr/>
        </p:nvSpPr>
        <p:spPr>
          <a:xfrm>
            <a:off x="3018972" y="1493419"/>
            <a:ext cx="8945488" cy="30777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marL="0" lvl="0" indent="0" defTabSz="895350" eaLnBrk="1" hangingPunct="1">
              <a:buClr>
                <a:schemeClr val="tx2"/>
              </a:buClr>
              <a:defRPr baseline="0">
                <a:latin typeface="+mn-lt"/>
              </a:defRPr>
            </a:lvl1pPr>
            <a:lvl2pPr marL="193675" lvl="1" indent="-192088" defTabSz="895350" eaLnBrk="1" hangingPunct="1">
              <a:buClr>
                <a:schemeClr val="tx2"/>
              </a:buClr>
              <a:buSzPct val="125000"/>
              <a:buFont typeface="Arial" charset="0"/>
              <a:buChar char="▪"/>
              <a:defRPr baseline="0">
                <a:latin typeface="+mn-lt"/>
              </a:defRPr>
            </a:lvl2pPr>
            <a:lvl3pPr marL="457200" lvl="2" indent="-261938" defTabSz="895350" eaLnBrk="1" hangingPunct="1">
              <a:buClr>
                <a:schemeClr val="tx2"/>
              </a:buClr>
              <a:buSzPct val="120000"/>
              <a:buFont typeface="Arial" charset="0"/>
              <a:buChar char="–"/>
              <a:defRPr baseline="0">
                <a:latin typeface="+mn-lt"/>
              </a:defRPr>
            </a:lvl3pPr>
            <a:lvl4pPr marL="614363" lvl="3" indent="-155575" defTabSz="895350" eaLnBrk="1" hangingPunct="1">
              <a:buClr>
                <a:schemeClr val="tx2"/>
              </a:buClr>
              <a:buSzPct val="120000"/>
              <a:buFont typeface="Arial" charset="0"/>
              <a:buChar char="▫"/>
              <a:defRPr baseline="0">
                <a:latin typeface="+mn-lt"/>
              </a:defRPr>
            </a:lvl4pPr>
            <a:lvl5pPr marL="749808" lvl="4" indent="-130175" defTabSz="895350" eaLnBrk="1" hangingPunct="1">
              <a:buClr>
                <a:schemeClr val="tx2"/>
              </a:buClr>
              <a:buSzPct val="89000"/>
              <a:buFont typeface="Arial" charset="0"/>
              <a:buChar char="-"/>
              <a:defRPr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marL="0" marR="0" lvl="0" indent="0" algn="l" defTabSz="895350" rtl="0" eaLnBrk="1" fontAlgn="auto" latinLnBrk="0" hangingPunct="1">
              <a:lnSpc>
                <a:spcPct val="100000"/>
              </a:lnSpc>
              <a:spcBef>
                <a:spcPts val="0"/>
              </a:spcBef>
              <a:spcAft>
                <a:spcPts val="0"/>
              </a:spcAft>
              <a:buClrTx/>
              <a:buSzTx/>
              <a:buFontTx/>
              <a:buNone/>
              <a:tabLst/>
              <a:defRPr/>
            </a:pPr>
            <a:r>
              <a:rPr kumimoji="0" lang="pt-BR" sz="2000" b="0" i="1" u="none" strike="noStrike" kern="1200" cap="none" spc="0" normalizeH="0" baseline="0" noProof="0" err="1">
                <a:ln>
                  <a:noFill/>
                </a:ln>
                <a:solidFill>
                  <a:srgbClr val="00ADEC"/>
                </a:solidFill>
                <a:effectLst/>
                <a:uLnTx/>
                <a:uFillTx/>
                <a:latin typeface="Arial"/>
                <a:ea typeface="+mn-ea"/>
                <a:cs typeface="+mn-cs"/>
              </a:rPr>
              <a:t>Associate</a:t>
            </a:r>
            <a:r>
              <a:rPr kumimoji="0" lang="pt-BR" sz="2000" b="0" i="1" u="none" strike="noStrike" kern="1200" cap="none" spc="0" normalizeH="0" baseline="0" noProof="0">
                <a:ln>
                  <a:noFill/>
                </a:ln>
                <a:solidFill>
                  <a:srgbClr val="00ADEC"/>
                </a:solidFill>
                <a:effectLst/>
                <a:uLnTx/>
                <a:uFillTx/>
                <a:latin typeface="Arial"/>
                <a:ea typeface="+mn-ea"/>
                <a:cs typeface="+mn-cs"/>
              </a:rPr>
              <a:t> </a:t>
            </a:r>
            <a:r>
              <a:rPr kumimoji="0" lang="pt-BR" sz="2000" b="0" i="1" u="none" strike="noStrike" kern="1200" cap="none" spc="0" normalizeH="0" baseline="0" noProof="0" err="1">
                <a:ln>
                  <a:noFill/>
                </a:ln>
                <a:solidFill>
                  <a:srgbClr val="00ADEC"/>
                </a:solidFill>
                <a:effectLst/>
                <a:uLnTx/>
                <a:uFillTx/>
                <a:latin typeface="Arial"/>
                <a:ea typeface="+mn-ea"/>
                <a:cs typeface="+mn-cs"/>
              </a:rPr>
              <a:t>Partner</a:t>
            </a:r>
            <a:r>
              <a:rPr kumimoji="0" lang="pt-BR" sz="2000" b="0" u="none" strike="noStrike" kern="1200" cap="none" spc="0" normalizeH="0" baseline="0" noProof="0">
                <a:ln>
                  <a:noFill/>
                </a:ln>
                <a:solidFill>
                  <a:srgbClr val="00ADEC"/>
                </a:solidFill>
                <a:effectLst/>
                <a:uLnTx/>
                <a:uFillTx/>
                <a:latin typeface="Arial"/>
                <a:ea typeface="+mn-ea"/>
                <a:cs typeface="+mn-cs"/>
              </a:rPr>
              <a:t>, Estratégia Corporativa</a:t>
            </a:r>
          </a:p>
        </p:txBody>
      </p:sp>
      <p:sp>
        <p:nvSpPr>
          <p:cNvPr id="17" name="Rectangle 53">
            <a:extLst>
              <a:ext uri="{FF2B5EF4-FFF2-40B4-BE49-F238E27FC236}">
                <a16:creationId xmlns:a16="http://schemas.microsoft.com/office/drawing/2014/main" id="{967EA974-3271-41BC-A424-4EEAD6986AF8}"/>
              </a:ext>
            </a:extLst>
          </p:cNvPr>
          <p:cNvSpPr txBox="1"/>
          <p:nvPr/>
        </p:nvSpPr>
        <p:spPr>
          <a:xfrm>
            <a:off x="3018972" y="2080062"/>
            <a:ext cx="8945488" cy="4231928"/>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marL="0" lvl="0" indent="0" defTabSz="895350" eaLnBrk="1" hangingPunct="1">
              <a:buClr>
                <a:schemeClr val="tx2"/>
              </a:buClr>
              <a:defRPr baseline="0">
                <a:latin typeface="+mn-lt"/>
              </a:defRPr>
            </a:lvl1pPr>
            <a:lvl2pPr marL="193675" lvl="1" indent="-192088" defTabSz="895350" eaLnBrk="1" hangingPunct="1">
              <a:buClr>
                <a:schemeClr val="tx2"/>
              </a:buClr>
              <a:buSzPct val="125000"/>
              <a:buFont typeface="Arial" charset="0"/>
              <a:buChar char="▪"/>
              <a:defRPr baseline="0">
                <a:latin typeface="+mn-lt"/>
              </a:defRPr>
            </a:lvl2pPr>
            <a:lvl3pPr marL="457200" lvl="2" indent="-261938" defTabSz="895350" eaLnBrk="1" hangingPunct="1">
              <a:buClr>
                <a:schemeClr val="tx2"/>
              </a:buClr>
              <a:buSzPct val="120000"/>
              <a:buFont typeface="Arial" charset="0"/>
              <a:buChar char="–"/>
              <a:defRPr baseline="0">
                <a:latin typeface="+mn-lt"/>
              </a:defRPr>
            </a:lvl3pPr>
            <a:lvl4pPr marL="614363" lvl="3" indent="-155575" defTabSz="895350" eaLnBrk="1" hangingPunct="1">
              <a:buClr>
                <a:schemeClr val="tx2"/>
              </a:buClr>
              <a:buSzPct val="120000"/>
              <a:buFont typeface="Arial" charset="0"/>
              <a:buChar char="▫"/>
              <a:defRPr baseline="0">
                <a:latin typeface="+mn-lt"/>
              </a:defRPr>
            </a:lvl4pPr>
            <a:lvl5pPr marL="749808" lvl="4" indent="-130175" defTabSz="895350" eaLnBrk="1" hangingPunct="1">
              <a:buClr>
                <a:schemeClr val="tx2"/>
              </a:buClr>
              <a:buSzPct val="89000"/>
              <a:buFont typeface="Arial" charset="0"/>
              <a:buChar char="-"/>
              <a:defRPr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marL="0" marR="0" lvl="0" indent="0" algn="l" defTabSz="895350" rtl="0" eaLnBrk="1" fontAlgn="auto" latinLnBrk="0" hangingPunct="1">
              <a:lnSpc>
                <a:spcPct val="100000"/>
              </a:lnSpc>
              <a:spcBef>
                <a:spcPts val="0"/>
              </a:spcBef>
              <a:spcAft>
                <a:spcPts val="0"/>
              </a:spcAft>
              <a:buClrTx/>
              <a:buSzTx/>
              <a:buFontTx/>
              <a:buNone/>
              <a:tabLst/>
              <a:defRPr/>
            </a:pPr>
            <a:r>
              <a:rPr kumimoji="0" lang="pt-BR" sz="1100" b="0" i="0" u="none" strike="noStrike" kern="1200" cap="none" spc="0" normalizeH="0" baseline="0" noProof="0">
                <a:ln>
                  <a:noFill/>
                </a:ln>
                <a:solidFill>
                  <a:prstClr val="white"/>
                </a:solidFill>
                <a:effectLst/>
                <a:uLnTx/>
                <a:uFillTx/>
                <a:latin typeface="Arial"/>
                <a:ea typeface="+mn-ea"/>
                <a:cs typeface="+mn-cs"/>
              </a:rPr>
              <a:t>Fernando Fabbris é sócio associado na Mirow &amp; Co. baseado no escritório de São Paulo. Ele tem servido clientes nas áreas de energia, cadeia florestal, indústria de materiais, logística, setor automotivo e serviços financeiros, atuando em projetos de estratégia, adaptação climática, novos negócios e Pessoas &amp; Organização, dentre outros temas. Fernando também possui experiência prévia nas multinacionais de bens consumos Unilever e Procter &amp; Gamble (América Latina), nas áreas de </a:t>
            </a:r>
            <a:r>
              <a:rPr kumimoji="0" lang="pt-BR" sz="1100" b="0" i="1" u="none" strike="noStrike" kern="1200" cap="none" spc="0" normalizeH="0" baseline="0" noProof="0">
                <a:ln>
                  <a:noFill/>
                </a:ln>
                <a:solidFill>
                  <a:prstClr val="white"/>
                </a:solidFill>
                <a:effectLst/>
                <a:uLnTx/>
                <a:uFillTx/>
                <a:latin typeface="Arial"/>
                <a:ea typeface="+mn-ea"/>
                <a:cs typeface="+mn-cs"/>
              </a:rPr>
              <a:t>marketing</a:t>
            </a:r>
            <a:r>
              <a:rPr kumimoji="0" lang="pt-BR" sz="1100" b="0" i="0" u="none" strike="noStrike" kern="1200" cap="none" spc="0" normalizeH="0" baseline="0" noProof="0">
                <a:ln>
                  <a:noFill/>
                </a:ln>
                <a:solidFill>
                  <a:prstClr val="white"/>
                </a:solidFill>
                <a:effectLst/>
                <a:uLnTx/>
                <a:uFillTx/>
                <a:latin typeface="Arial"/>
                <a:ea typeface="+mn-ea"/>
                <a:cs typeface="+mn-cs"/>
              </a:rPr>
              <a:t> e finanças</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endParaRPr kumimoji="0" lang="pt-BR" sz="1100" b="0" i="0" u="none" strike="noStrike" kern="1200" cap="none" spc="0" normalizeH="0" baseline="0" noProof="0">
              <a:ln>
                <a:noFill/>
              </a:ln>
              <a:solidFill>
                <a:prstClr val="white"/>
              </a:solidFill>
              <a:effectLst/>
              <a:uLnTx/>
              <a:uFillTx/>
              <a:latin typeface="Arial"/>
              <a:ea typeface="+mn-ea"/>
              <a:cs typeface="+mn-cs"/>
            </a:endParaRPr>
          </a:p>
          <a:p>
            <a:pPr marL="0" marR="0" lvl="0" indent="0" algn="l" defTabSz="895350" rtl="0" eaLnBrk="1" fontAlgn="auto" latinLnBrk="0" hangingPunct="1">
              <a:lnSpc>
                <a:spcPct val="100000"/>
              </a:lnSpc>
              <a:spcBef>
                <a:spcPts val="0"/>
              </a:spcBef>
              <a:spcAft>
                <a:spcPts val="0"/>
              </a:spcAft>
              <a:buClrTx/>
              <a:buSzTx/>
              <a:buFontTx/>
              <a:buNone/>
              <a:tabLst/>
              <a:defRPr/>
            </a:pPr>
            <a:r>
              <a:rPr kumimoji="0" lang="pt-BR" sz="1100" b="1" i="0" u="none" strike="noStrike" kern="1200" cap="none" spc="0" normalizeH="0" baseline="0" noProof="0">
                <a:ln>
                  <a:noFill/>
                </a:ln>
                <a:solidFill>
                  <a:prstClr val="white"/>
                </a:solidFill>
                <a:effectLst/>
                <a:uLnTx/>
                <a:uFillTx/>
                <a:latin typeface="Arial"/>
                <a:ea typeface="+mn-ea"/>
                <a:cs typeface="+mn-cs"/>
              </a:rPr>
              <a:t>Projetos recentes (exemplos)</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100" b="0" i="0" u="none" strike="noStrike" kern="1200" cap="none" spc="0" normalizeH="0" baseline="0" noProof="0">
                <a:ln>
                  <a:noFill/>
                </a:ln>
                <a:solidFill>
                  <a:prstClr val="white"/>
                </a:solidFill>
                <a:effectLst/>
                <a:uLnTx/>
                <a:uFillTx/>
                <a:latin typeface="Arial"/>
                <a:ea typeface="+mn-ea"/>
                <a:cs typeface="+mn-cs"/>
              </a:rPr>
              <a:t>Desenhou estratégia de crescimento para empresa líder em serviços ambientais</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100" b="0" i="0" u="none" strike="noStrike" kern="1200" cap="none" spc="0" normalizeH="0" baseline="0" noProof="0">
                <a:ln>
                  <a:noFill/>
                </a:ln>
                <a:solidFill>
                  <a:prstClr val="white"/>
                </a:solidFill>
                <a:effectLst/>
                <a:uLnTx/>
                <a:uFillTx/>
                <a:latin typeface="Arial"/>
                <a:ea typeface="+mn-ea"/>
                <a:cs typeface="+mn-cs"/>
              </a:rPr>
              <a:t>Desenvolveu </a:t>
            </a:r>
            <a:r>
              <a:rPr kumimoji="0" lang="pt-BR" sz="1100" b="0" i="1" u="none" strike="noStrike" kern="1200" cap="none" spc="0" normalizeH="0" baseline="0" noProof="0">
                <a:ln>
                  <a:noFill/>
                </a:ln>
                <a:solidFill>
                  <a:prstClr val="white"/>
                </a:solidFill>
                <a:effectLst/>
                <a:uLnTx/>
                <a:uFillTx/>
                <a:latin typeface="Arial"/>
                <a:ea typeface="+mn-ea"/>
                <a:cs typeface="+mn-cs"/>
              </a:rPr>
              <a:t>business case</a:t>
            </a:r>
            <a:r>
              <a:rPr kumimoji="0" lang="pt-BR" sz="1100" b="0" i="0" u="none" strike="noStrike" kern="1200" cap="none" spc="0" normalizeH="0" baseline="0" noProof="0">
                <a:ln>
                  <a:noFill/>
                </a:ln>
                <a:solidFill>
                  <a:prstClr val="white"/>
                </a:solidFill>
                <a:effectLst/>
                <a:uLnTx/>
                <a:uFillTx/>
                <a:latin typeface="Arial"/>
                <a:ea typeface="+mn-ea"/>
                <a:cs typeface="+mn-cs"/>
              </a:rPr>
              <a:t> para criação de novo negócio de descarbonização para multinacional de serviços ambientais</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100" b="0" i="0" u="none" strike="noStrike" kern="1200" cap="none" spc="0" normalizeH="0" baseline="0" noProof="0">
                <a:ln>
                  <a:noFill/>
                </a:ln>
                <a:solidFill>
                  <a:prstClr val="white"/>
                </a:solidFill>
                <a:effectLst/>
                <a:uLnTx/>
                <a:uFillTx/>
                <a:latin typeface="Arial"/>
                <a:ea typeface="+mn-ea"/>
                <a:cs typeface="+mn-cs"/>
              </a:rPr>
              <a:t>Desenvolveu estratégia florestal de </a:t>
            </a:r>
            <a:r>
              <a:rPr kumimoji="0" lang="pt-BR" sz="1100" b="0" i="1" u="none" strike="noStrike" kern="1200" cap="none" spc="0" normalizeH="0" baseline="0" noProof="0">
                <a:ln>
                  <a:noFill/>
                </a:ln>
                <a:solidFill>
                  <a:prstClr val="white"/>
                </a:solidFill>
                <a:effectLst/>
                <a:uLnTx/>
                <a:uFillTx/>
                <a:latin typeface="Arial"/>
                <a:ea typeface="+mn-ea"/>
                <a:cs typeface="+mn-cs"/>
              </a:rPr>
              <a:t>player</a:t>
            </a:r>
            <a:r>
              <a:rPr kumimoji="0" lang="pt-BR" sz="1100" b="0" i="0" u="none" strike="noStrike" kern="1200" cap="none" spc="0" normalizeH="0" baseline="0" noProof="0">
                <a:ln>
                  <a:noFill/>
                </a:ln>
                <a:solidFill>
                  <a:prstClr val="white"/>
                </a:solidFill>
                <a:effectLst/>
                <a:uLnTx/>
                <a:uFillTx/>
                <a:latin typeface="Arial"/>
                <a:ea typeface="+mn-ea"/>
                <a:cs typeface="+mn-cs"/>
              </a:rPr>
              <a:t> global integrado para crescimento na América do Sul </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100" b="0" i="0" u="none" strike="noStrike" kern="1200" cap="none" spc="0" normalizeH="0" baseline="0" noProof="0">
                <a:ln>
                  <a:noFill/>
                </a:ln>
                <a:solidFill>
                  <a:prstClr val="white"/>
                </a:solidFill>
                <a:effectLst/>
                <a:uLnTx/>
                <a:uFillTx/>
                <a:latin typeface="Arial"/>
                <a:ea typeface="+mn-ea"/>
                <a:cs typeface="+mn-cs"/>
              </a:rPr>
              <a:t>Elaborou business </a:t>
            </a:r>
            <a:r>
              <a:rPr kumimoji="0" lang="pt-BR" sz="1100" b="0" i="1" u="none" strike="noStrike" kern="1200" cap="none" spc="0" normalizeH="0" baseline="0" noProof="0">
                <a:ln>
                  <a:noFill/>
                </a:ln>
                <a:solidFill>
                  <a:prstClr val="white"/>
                </a:solidFill>
                <a:effectLst/>
                <a:uLnTx/>
                <a:uFillTx/>
                <a:latin typeface="Arial"/>
                <a:ea typeface="+mn-ea"/>
                <a:cs typeface="+mn-cs"/>
              </a:rPr>
              <a:t>case</a:t>
            </a:r>
            <a:r>
              <a:rPr kumimoji="0" lang="pt-BR" sz="1100" b="0" i="0" u="none" strike="noStrike" kern="1200" cap="none" spc="0" normalizeH="0" baseline="0" noProof="0">
                <a:ln>
                  <a:noFill/>
                </a:ln>
                <a:solidFill>
                  <a:prstClr val="white"/>
                </a:solidFill>
                <a:effectLst/>
                <a:uLnTx/>
                <a:uFillTx/>
                <a:latin typeface="Arial"/>
                <a:ea typeface="+mn-ea"/>
                <a:cs typeface="+mn-cs"/>
              </a:rPr>
              <a:t> de novo produto de energia para </a:t>
            </a:r>
            <a:r>
              <a:rPr kumimoji="0" lang="pt-BR" sz="1100" b="0" i="1" u="none" strike="noStrike" kern="1200" cap="none" spc="0" normalizeH="0" baseline="0" noProof="0">
                <a:ln>
                  <a:noFill/>
                </a:ln>
                <a:solidFill>
                  <a:prstClr val="white"/>
                </a:solidFill>
                <a:effectLst/>
                <a:uLnTx/>
                <a:uFillTx/>
                <a:latin typeface="Arial"/>
                <a:ea typeface="+mn-ea"/>
                <a:cs typeface="+mn-cs"/>
              </a:rPr>
              <a:t>player</a:t>
            </a:r>
            <a:r>
              <a:rPr kumimoji="0" lang="pt-BR" sz="1100" b="0" i="0" u="none" strike="noStrike" kern="1200" cap="none" spc="0" normalizeH="0" baseline="0" noProof="0">
                <a:ln>
                  <a:noFill/>
                </a:ln>
                <a:solidFill>
                  <a:prstClr val="white"/>
                </a:solidFill>
                <a:effectLst/>
                <a:uLnTx/>
                <a:uFillTx/>
                <a:latin typeface="Arial"/>
                <a:ea typeface="+mn-ea"/>
                <a:cs typeface="+mn-cs"/>
              </a:rPr>
              <a:t> global de infraestrutura em </a:t>
            </a:r>
            <a:r>
              <a:rPr kumimoji="0" lang="pt-BR" sz="1100" b="0" i="0" u="none" strike="noStrike" kern="1200" cap="none" spc="0" normalizeH="0" baseline="0" noProof="0" err="1">
                <a:ln>
                  <a:noFill/>
                </a:ln>
                <a:solidFill>
                  <a:prstClr val="white"/>
                </a:solidFill>
                <a:effectLst/>
                <a:uLnTx/>
                <a:uFillTx/>
                <a:latin typeface="Arial"/>
                <a:ea typeface="+mn-ea"/>
                <a:cs typeface="+mn-cs"/>
              </a:rPr>
              <a:t>telecom</a:t>
            </a:r>
            <a:endParaRPr kumimoji="0" lang="pt-BR" sz="1100" b="0" i="0" u="none" strike="noStrike" kern="1200" cap="none" spc="0" normalizeH="0" baseline="0" noProof="0">
              <a:ln>
                <a:noFill/>
              </a:ln>
              <a:solidFill>
                <a:prstClr val="white"/>
              </a:solidFill>
              <a:effectLst/>
              <a:uLnTx/>
              <a:uFillTx/>
              <a:latin typeface="Arial"/>
              <a:ea typeface="+mn-ea"/>
              <a:cs typeface="+mn-cs"/>
            </a:endParaRP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100" b="0" i="0" u="none" strike="noStrike" kern="1200" cap="none" spc="0" normalizeH="0" baseline="0" noProof="0">
                <a:ln>
                  <a:noFill/>
                </a:ln>
                <a:solidFill>
                  <a:prstClr val="white"/>
                </a:solidFill>
                <a:effectLst/>
                <a:uLnTx/>
                <a:uFillTx/>
                <a:latin typeface="Arial"/>
                <a:ea typeface="+mn-ea"/>
                <a:cs typeface="+mn-cs"/>
              </a:rPr>
              <a:t>Investigou potencial de geração de receita de potencial alvo de aquisição no setor de entretenimento</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100" b="0" i="0" u="none" strike="noStrike" kern="1200" cap="none" spc="0" normalizeH="0" baseline="0" noProof="0">
                <a:ln>
                  <a:noFill/>
                </a:ln>
                <a:solidFill>
                  <a:prstClr val="white"/>
                </a:solidFill>
                <a:effectLst/>
                <a:uLnTx/>
                <a:uFillTx/>
                <a:latin typeface="Arial"/>
                <a:ea typeface="+mn-ea"/>
                <a:cs typeface="+mn-cs"/>
              </a:rPr>
              <a:t>Preparou dois estudos de mercado para possível entrada de </a:t>
            </a:r>
            <a:r>
              <a:rPr kumimoji="0" lang="pt-BR" sz="1100" b="0" i="1" u="none" strike="noStrike" kern="1200" cap="none" spc="0" normalizeH="0" baseline="0" noProof="0">
                <a:ln>
                  <a:noFill/>
                </a:ln>
                <a:solidFill>
                  <a:prstClr val="white"/>
                </a:solidFill>
                <a:effectLst/>
                <a:uLnTx/>
                <a:uFillTx/>
                <a:latin typeface="Arial"/>
                <a:ea typeface="+mn-ea"/>
                <a:cs typeface="+mn-cs"/>
              </a:rPr>
              <a:t>player</a:t>
            </a:r>
            <a:r>
              <a:rPr kumimoji="0" lang="pt-BR" sz="1100" b="0" i="0" u="none" strike="noStrike" kern="1200" cap="none" spc="0" normalizeH="0" baseline="0" noProof="0">
                <a:ln>
                  <a:noFill/>
                </a:ln>
                <a:solidFill>
                  <a:prstClr val="white"/>
                </a:solidFill>
                <a:effectLst/>
                <a:uLnTx/>
                <a:uFillTx/>
                <a:latin typeface="Arial"/>
                <a:ea typeface="+mn-ea"/>
                <a:cs typeface="+mn-cs"/>
              </a:rPr>
              <a:t> internacional de P&amp;P em duas novas geografias</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100" b="0" i="0" u="none" strike="noStrike" kern="1200" cap="none" spc="0" normalizeH="0" baseline="0" noProof="0">
                <a:ln>
                  <a:noFill/>
                </a:ln>
                <a:solidFill>
                  <a:prstClr val="white"/>
                </a:solidFill>
                <a:effectLst/>
                <a:uLnTx/>
                <a:uFillTx/>
                <a:latin typeface="Arial"/>
                <a:ea typeface="+mn-ea"/>
                <a:cs typeface="+mn-cs"/>
              </a:rPr>
              <a:t>Investigou desempenho e tendências no mercado global de painéis de madeira para </a:t>
            </a:r>
            <a:r>
              <a:rPr kumimoji="0" lang="pt-BR" sz="1100" b="0" i="1" u="none" strike="noStrike" kern="1200" cap="none" spc="0" normalizeH="0" baseline="0" noProof="0">
                <a:ln>
                  <a:noFill/>
                </a:ln>
                <a:solidFill>
                  <a:prstClr val="white"/>
                </a:solidFill>
                <a:effectLst/>
                <a:uLnTx/>
                <a:uFillTx/>
                <a:latin typeface="Arial"/>
                <a:ea typeface="+mn-ea"/>
                <a:cs typeface="+mn-cs"/>
              </a:rPr>
              <a:t>player</a:t>
            </a:r>
            <a:r>
              <a:rPr kumimoji="0" lang="pt-BR" sz="1100" b="0" i="0" u="none" strike="noStrike" kern="1200" cap="none" spc="0" normalizeH="0" baseline="0" noProof="0">
                <a:ln>
                  <a:noFill/>
                </a:ln>
                <a:solidFill>
                  <a:prstClr val="white"/>
                </a:solidFill>
                <a:effectLst/>
                <a:uLnTx/>
                <a:uFillTx/>
                <a:latin typeface="Arial"/>
                <a:ea typeface="+mn-ea"/>
                <a:cs typeface="+mn-cs"/>
              </a:rPr>
              <a:t> nacional</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100" b="0" i="0" u="none" strike="noStrike" kern="1200" cap="none" spc="0" normalizeH="0" baseline="0" noProof="0">
                <a:ln>
                  <a:noFill/>
                </a:ln>
                <a:solidFill>
                  <a:prstClr val="white"/>
                </a:solidFill>
                <a:effectLst/>
                <a:uLnTx/>
                <a:uFillTx/>
                <a:latin typeface="Arial"/>
                <a:ea typeface="+mn-ea"/>
                <a:cs typeface="+mn-cs"/>
              </a:rPr>
              <a:t>Apoiou decisão de investimento em ativos industriais de grande produtora global de P&amp;P</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100" b="0" i="0" u="none" strike="noStrike" kern="1200" cap="none" spc="0" normalizeH="0" baseline="0" noProof="0">
                <a:ln>
                  <a:noFill/>
                </a:ln>
                <a:solidFill>
                  <a:prstClr val="white"/>
                </a:solidFill>
                <a:effectLst/>
                <a:uLnTx/>
                <a:uFillTx/>
                <a:latin typeface="Arial"/>
                <a:ea typeface="+mn-ea"/>
                <a:cs typeface="+mn-cs"/>
              </a:rPr>
              <a:t>Estruturou montagem de equipe para nova fábrica de empresa global de embalagens</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100" b="0" i="0" u="none" strike="noStrike" kern="1200" cap="none" spc="0" normalizeH="0" baseline="0" noProof="0">
                <a:ln>
                  <a:noFill/>
                </a:ln>
                <a:solidFill>
                  <a:prstClr val="white"/>
                </a:solidFill>
                <a:effectLst/>
                <a:uLnTx/>
                <a:uFillTx/>
                <a:latin typeface="Arial"/>
                <a:ea typeface="+mn-ea"/>
                <a:cs typeface="+mn-cs"/>
              </a:rPr>
              <a:t>Desenvolveu panorama de mercado e oportunidades para o desenvolvimento do mercado de hidrogênio verde no Brasil</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100" b="0" i="0" u="none" strike="noStrike" kern="1200" cap="none" spc="0" normalizeH="0" baseline="0" noProof="0">
                <a:ln>
                  <a:noFill/>
                </a:ln>
                <a:solidFill>
                  <a:prstClr val="white"/>
                </a:solidFill>
                <a:effectLst/>
                <a:uLnTx/>
                <a:uFillTx/>
                <a:latin typeface="Arial"/>
                <a:ea typeface="+mn-ea"/>
                <a:cs typeface="+mn-cs"/>
              </a:rPr>
              <a:t>Apoiou dois Estados no planejamento e geração de recursos para expansão do ensino básico integral </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100" b="0" i="0" u="none" strike="noStrike" kern="1200" cap="none" spc="0" normalizeH="0" baseline="0" noProof="0">
                <a:ln>
                  <a:noFill/>
                </a:ln>
                <a:solidFill>
                  <a:prstClr val="white"/>
                </a:solidFill>
                <a:effectLst/>
                <a:uLnTx/>
                <a:uFillTx/>
                <a:latin typeface="Arial"/>
                <a:ea typeface="+mn-ea"/>
                <a:cs typeface="+mn-cs"/>
              </a:rPr>
              <a:t>Desenvolveu </a:t>
            </a:r>
            <a:r>
              <a:rPr kumimoji="0" lang="pt-BR" sz="1100" b="0" i="1" u="none" strike="noStrike" kern="1200" cap="none" spc="0" normalizeH="0" baseline="0" noProof="0" err="1">
                <a:ln>
                  <a:noFill/>
                </a:ln>
                <a:solidFill>
                  <a:prstClr val="white"/>
                </a:solidFill>
                <a:effectLst/>
                <a:uLnTx/>
                <a:uFillTx/>
                <a:latin typeface="Arial"/>
                <a:ea typeface="+mn-ea"/>
                <a:cs typeface="+mn-cs"/>
              </a:rPr>
              <a:t>due</a:t>
            </a:r>
            <a:r>
              <a:rPr kumimoji="0" lang="pt-BR" sz="1100" b="0" i="1" u="none" strike="noStrike" kern="1200" cap="none" spc="0" normalizeH="0" baseline="0" noProof="0">
                <a:ln>
                  <a:noFill/>
                </a:ln>
                <a:solidFill>
                  <a:prstClr val="white"/>
                </a:solidFill>
                <a:effectLst/>
                <a:uLnTx/>
                <a:uFillTx/>
                <a:latin typeface="Arial"/>
                <a:ea typeface="+mn-ea"/>
                <a:cs typeface="+mn-cs"/>
              </a:rPr>
              <a:t> </a:t>
            </a:r>
            <a:r>
              <a:rPr kumimoji="0" lang="pt-BR" sz="1100" b="0" i="1" u="none" strike="noStrike" kern="1200" cap="none" spc="0" normalizeH="0" baseline="0" noProof="0" err="1">
                <a:ln>
                  <a:noFill/>
                </a:ln>
                <a:solidFill>
                  <a:prstClr val="white"/>
                </a:solidFill>
                <a:effectLst/>
                <a:uLnTx/>
                <a:uFillTx/>
                <a:latin typeface="Arial"/>
                <a:ea typeface="+mn-ea"/>
                <a:cs typeface="+mn-cs"/>
              </a:rPr>
              <a:t>dilligence</a:t>
            </a:r>
            <a:r>
              <a:rPr kumimoji="0" lang="pt-BR" sz="1100" b="0" i="0" u="none" strike="noStrike" kern="1200" cap="none" spc="0" normalizeH="0" baseline="0" noProof="0">
                <a:ln>
                  <a:noFill/>
                </a:ln>
                <a:solidFill>
                  <a:prstClr val="white"/>
                </a:solidFill>
                <a:effectLst/>
                <a:uLnTx/>
                <a:uFillTx/>
                <a:latin typeface="Arial"/>
                <a:ea typeface="+mn-ea"/>
                <a:cs typeface="+mn-cs"/>
              </a:rPr>
              <a:t> da compra de ativos florestais para </a:t>
            </a:r>
            <a:r>
              <a:rPr kumimoji="0" lang="pt-BR" sz="1100" b="0" i="1" u="none" strike="noStrike" kern="1200" cap="none" spc="0" normalizeH="0" baseline="0" noProof="0">
                <a:ln>
                  <a:noFill/>
                </a:ln>
                <a:solidFill>
                  <a:prstClr val="white"/>
                </a:solidFill>
                <a:effectLst/>
                <a:uLnTx/>
                <a:uFillTx/>
                <a:latin typeface="Arial"/>
                <a:ea typeface="+mn-ea"/>
                <a:cs typeface="+mn-cs"/>
              </a:rPr>
              <a:t>player</a:t>
            </a:r>
            <a:r>
              <a:rPr kumimoji="0" lang="pt-BR" sz="1100" b="0" i="0" u="none" strike="noStrike" kern="1200" cap="none" spc="0" normalizeH="0" baseline="0" noProof="0">
                <a:ln>
                  <a:noFill/>
                </a:ln>
                <a:solidFill>
                  <a:prstClr val="white"/>
                </a:solidFill>
                <a:effectLst/>
                <a:uLnTx/>
                <a:uFillTx/>
                <a:latin typeface="Arial"/>
                <a:ea typeface="+mn-ea"/>
                <a:cs typeface="+mn-cs"/>
              </a:rPr>
              <a:t> internacional de P&amp;P</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100" b="0" i="0" u="none" strike="noStrike" kern="1200" cap="none" spc="0" normalizeH="0" baseline="0" noProof="0">
                <a:ln>
                  <a:noFill/>
                </a:ln>
                <a:solidFill>
                  <a:prstClr val="white"/>
                </a:solidFill>
                <a:effectLst/>
                <a:uLnTx/>
                <a:uFillTx/>
                <a:latin typeface="Arial"/>
                <a:ea typeface="+mn-ea"/>
                <a:cs typeface="+mn-cs"/>
              </a:rPr>
              <a:t>Conduziu estudo de fusão das áreas de compras de dois players globais do setor de papel e celulose</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endParaRPr kumimoji="0" lang="pt-BR" sz="1100" b="0" i="0" u="none" strike="noStrike" kern="1200" cap="none" spc="0" normalizeH="0" baseline="0" noProof="0">
              <a:ln>
                <a:noFill/>
              </a:ln>
              <a:solidFill>
                <a:prstClr val="white"/>
              </a:solidFill>
              <a:effectLst/>
              <a:uLnTx/>
              <a:uFillTx/>
              <a:latin typeface="Arial"/>
              <a:ea typeface="+mn-ea"/>
              <a:cs typeface="+mn-cs"/>
            </a:endParaRPr>
          </a:p>
          <a:p>
            <a:pPr marL="0" marR="0" lvl="0" indent="0" algn="l" defTabSz="895350" rtl="0" eaLnBrk="1" fontAlgn="auto" latinLnBrk="0" hangingPunct="1">
              <a:lnSpc>
                <a:spcPct val="100000"/>
              </a:lnSpc>
              <a:spcBef>
                <a:spcPts val="0"/>
              </a:spcBef>
              <a:spcAft>
                <a:spcPts val="0"/>
              </a:spcAft>
              <a:buClrTx/>
              <a:buSzTx/>
              <a:buFontTx/>
              <a:buNone/>
              <a:tabLst/>
              <a:defRPr/>
            </a:pPr>
            <a:r>
              <a:rPr kumimoji="0" lang="pt-BR" sz="1100" b="1" i="0" u="none" strike="noStrike" kern="1200" cap="none" spc="0" normalizeH="0" baseline="0" noProof="0">
                <a:ln>
                  <a:noFill/>
                </a:ln>
                <a:solidFill>
                  <a:prstClr val="white"/>
                </a:solidFill>
                <a:effectLst/>
                <a:uLnTx/>
                <a:uFillTx/>
                <a:latin typeface="Arial"/>
                <a:ea typeface="+mn-ea"/>
                <a:cs typeface="+mn-cs"/>
              </a:rPr>
              <a:t>Experiência adicional e qualificações</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100" b="0" i="0" u="none" strike="noStrike" kern="1200" cap="none" spc="0" normalizeH="0" baseline="0" noProof="0">
                <a:ln>
                  <a:noFill/>
                </a:ln>
                <a:solidFill>
                  <a:prstClr val="white"/>
                </a:solidFill>
                <a:effectLst/>
                <a:uLnTx/>
                <a:uFillTx/>
                <a:latin typeface="Arial"/>
                <a:ea typeface="+mn-ea"/>
                <a:cs typeface="+mn-cs"/>
              </a:rPr>
              <a:t>Fernando trabalhou pelas multinacionais de bens de consumo Unilever (Brasil) e Procter &amp; Gamble (Panamá), tendo atuado nos escritórios regionais para a América Latina de ambas as empresas, nas áreas de </a:t>
            </a:r>
            <a:r>
              <a:rPr kumimoji="0" lang="pt-BR" sz="1100" b="0" i="1" u="none" strike="noStrike" kern="1200" cap="none" spc="0" normalizeH="0" baseline="0" noProof="0">
                <a:ln>
                  <a:noFill/>
                </a:ln>
                <a:solidFill>
                  <a:prstClr val="white"/>
                </a:solidFill>
                <a:effectLst/>
                <a:uLnTx/>
                <a:uFillTx/>
                <a:latin typeface="Arial"/>
                <a:ea typeface="+mn-ea"/>
                <a:cs typeface="+mn-cs"/>
              </a:rPr>
              <a:t>marketing</a:t>
            </a:r>
            <a:r>
              <a:rPr kumimoji="0" lang="pt-BR" sz="1100" b="0" i="0" u="none" strike="noStrike" kern="1200" cap="none" spc="0" normalizeH="0" baseline="0" noProof="0">
                <a:ln>
                  <a:noFill/>
                </a:ln>
                <a:solidFill>
                  <a:prstClr val="white"/>
                </a:solidFill>
                <a:effectLst/>
                <a:uLnTx/>
                <a:uFillTx/>
                <a:latin typeface="Arial"/>
                <a:ea typeface="+mn-ea"/>
                <a:cs typeface="+mn-cs"/>
              </a:rPr>
              <a:t> e finanças</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100" b="0" i="0" u="none" strike="noStrike" kern="1200" cap="none" spc="0" normalizeH="0" baseline="0" noProof="0">
                <a:ln>
                  <a:noFill/>
                </a:ln>
                <a:solidFill>
                  <a:prstClr val="white"/>
                </a:solidFill>
                <a:effectLst/>
                <a:uLnTx/>
                <a:uFillTx/>
                <a:latin typeface="Arial"/>
                <a:ea typeface="+mn-ea"/>
                <a:cs typeface="+mn-cs"/>
              </a:rPr>
              <a:t>Fernando é bacharel em Administração de Empresas pela USP, São Paulo</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100" b="0" i="0" u="none" strike="noStrike" kern="1200" cap="none" spc="0" normalizeH="0" baseline="0" noProof="0">
                <a:ln>
                  <a:noFill/>
                </a:ln>
                <a:solidFill>
                  <a:prstClr val="white"/>
                </a:solidFill>
                <a:effectLst/>
                <a:uLnTx/>
                <a:uFillTx/>
                <a:latin typeface="Arial"/>
                <a:ea typeface="+mn-ea"/>
                <a:cs typeface="+mn-cs"/>
              </a:rPr>
              <a:t>Fluente em português, inglês e espanhol e conhecimentos básicos em italiano</a:t>
            </a:r>
          </a:p>
        </p:txBody>
      </p:sp>
    </p:spTree>
    <p:extLst>
      <p:ext uri="{BB962C8B-B14F-4D97-AF65-F5344CB8AC3E}">
        <p14:creationId xmlns:p14="http://schemas.microsoft.com/office/powerpoint/2010/main" val="204580380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3B56177-346F-FB44-80A2-02B5AEAE49B0}"/>
              </a:ext>
            </a:extLst>
          </p:cNvPr>
          <p:cNvGraphicFramePr>
            <a:graphicFrameLocks noChangeAspect="1"/>
          </p:cNvGraphicFramePr>
          <p:nvPr>
            <p:custDataLst>
              <p:tags r:id="rId1"/>
            </p:custDataLst>
            <p:extLst>
              <p:ext uri="{D42A27DB-BD31-4B8C-83A1-F6EECF244321}">
                <p14:modId xmlns:p14="http://schemas.microsoft.com/office/powerpoint/2010/main" val="1293199950"/>
              </p:ext>
            </p:extLst>
          </p:nvPr>
        </p:nvGraphicFramePr>
        <p:xfrm>
          <a:off x="2668192" y="858442"/>
          <a:ext cx="1190" cy="1190"/>
        </p:xfrm>
        <a:graphic>
          <a:graphicData uri="http://schemas.openxmlformats.org/presentationml/2006/ole">
            <mc:AlternateContent xmlns:mc="http://schemas.openxmlformats.org/markup-compatibility/2006">
              <mc:Choice xmlns:v="urn:schemas-microsoft-com:vml" Requires="v">
                <p:oleObj name="Slide do think-cell" r:id="rId10" imgW="7772400" imgH="10058400" progId="TCLayout.ActiveDocument.1">
                  <p:embed/>
                </p:oleObj>
              </mc:Choice>
              <mc:Fallback>
                <p:oleObj name="Slide do think-cell" r:id="rId10" imgW="7772400" imgH="10058400" progId="TCLayout.ActiveDocument.1">
                  <p:embed/>
                  <p:pic>
                    <p:nvPicPr>
                      <p:cNvPr id="6" name="Object 5" hidden="1">
                        <a:extLst>
                          <a:ext uri="{FF2B5EF4-FFF2-40B4-BE49-F238E27FC236}">
                            <a16:creationId xmlns:a16="http://schemas.microsoft.com/office/drawing/2014/main" id="{43B56177-346F-FB44-80A2-02B5AEAE49B0}"/>
                          </a:ext>
                        </a:extLst>
                      </p:cNvPr>
                      <p:cNvPicPr/>
                      <p:nvPr/>
                    </p:nvPicPr>
                    <p:blipFill>
                      <a:blip r:embed="rId11"/>
                      <a:stretch>
                        <a:fillRect/>
                      </a:stretch>
                    </p:blipFill>
                    <p:spPr>
                      <a:xfrm>
                        <a:off x="2668192" y="858442"/>
                        <a:ext cx="1190" cy="1190"/>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9F2EBF85-1C20-284D-BDDE-1A2D6D1524F9}"/>
              </a:ext>
            </a:extLst>
          </p:cNvPr>
          <p:cNvSpPr/>
          <p:nvPr>
            <p:custDataLst>
              <p:tags r:id="rId2"/>
            </p:custDataLst>
          </p:nvPr>
        </p:nvSpPr>
        <p:spPr>
          <a:xfrm>
            <a:off x="2667001" y="857251"/>
            <a:ext cx="119063" cy="119063"/>
          </a:xfrm>
          <a:prstGeom prst="rect">
            <a:avLst/>
          </a:prstGeom>
          <a:solidFill>
            <a:schemeClr val="accent2"/>
          </a:solidFill>
          <a:ln w="19050">
            <a:solidFill>
              <a:schemeClr val="accent2"/>
            </a:solidFill>
            <a:miter lim="400000"/>
          </a:ln>
          <a:effectLst/>
        </p:spPr>
        <p:txBody>
          <a:bodyPr vert="horz" wrap="none" lIns="0" tIns="0" rIns="0" bIns="0" numCol="1" spcCol="0" rtlCol="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tabLst/>
              <a:defRPr/>
            </a:pPr>
            <a:endParaRPr kumimoji="0" lang="pt-BR" sz="1600" b="0" i="0" u="none" strike="noStrike" kern="1200" cap="none" spc="0" normalizeH="0" baseline="0" noProof="0">
              <a:ln>
                <a:noFill/>
              </a:ln>
              <a:solidFill>
                <a:prstClr val="white"/>
              </a:solidFill>
              <a:effectLst/>
              <a:uLnTx/>
              <a:uFillTx/>
              <a:latin typeface="Arial" panose="020B0604020202020204" pitchFamily="34" charset="0"/>
              <a:ea typeface="+mn-ea"/>
              <a:cs typeface="+mn-cs"/>
              <a:sym typeface="Arial" panose="020B0604020202020204" pitchFamily="34" charset="0"/>
            </a:endParaRPr>
          </a:p>
        </p:txBody>
      </p:sp>
      <p:sp>
        <p:nvSpPr>
          <p:cNvPr id="3" name="Text Placeholder 2">
            <a:extLst>
              <a:ext uri="{FF2B5EF4-FFF2-40B4-BE49-F238E27FC236}">
                <a16:creationId xmlns:a16="http://schemas.microsoft.com/office/drawing/2014/main" id="{1C48DBD0-AE9E-41A7-91AB-D46EA3DB4687}"/>
              </a:ext>
            </a:extLst>
          </p:cNvPr>
          <p:cNvSpPr>
            <a:spLocks noGrp="1"/>
          </p:cNvSpPr>
          <p:nvPr>
            <p:ph type="body" sz="quarter" idx="17"/>
          </p:nvPr>
        </p:nvSpPr>
        <p:spPr/>
        <p:txBody>
          <a:bodyPr/>
          <a:lstStyle/>
          <a:p>
            <a:fld id="{562DD639-DDC9-4FFA-80B9-F82DF9179033}" type="datetime'Agenda'">
              <a:rPr lang="en-US" altLang="en-US" smtClean="0"/>
              <a:pPr/>
              <a:t>Agenda</a:t>
            </a:fld>
            <a:endParaRPr lang="pt-BR"/>
          </a:p>
        </p:txBody>
      </p:sp>
      <p:sp>
        <p:nvSpPr>
          <p:cNvPr id="2" name="Espaço Reservado para Texto 2">
            <a:hlinkClick r:id="rId12" action="ppaction://hlinksldjump"/>
            <a:extLst>
              <a:ext uri="{FF2B5EF4-FFF2-40B4-BE49-F238E27FC236}">
                <a16:creationId xmlns:a16="http://schemas.microsoft.com/office/drawing/2014/main" id="{7D54AB88-21B0-D5DE-8844-436C2EF66DF4}"/>
              </a:ext>
            </a:extLst>
          </p:cNvPr>
          <p:cNvSpPr txBox="1">
            <a:spLocks/>
          </p:cNvSpPr>
          <p:nvPr>
            <p:custDataLst>
              <p:tags r:id="rId3"/>
            </p:custDataLst>
          </p:nvPr>
        </p:nvSpPr>
        <p:spPr bwMode="auto">
          <a:xfrm>
            <a:off x="3062288" y="2573338"/>
            <a:ext cx="9129713" cy="541338"/>
          </a:xfrm>
          <a:prstGeom prst="rect">
            <a:avLst/>
          </a:prstGeom>
          <a:noFill/>
          <a:ln w="6350">
            <a:noFill/>
          </a:ln>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xmlns="" w="6350">
                <a:solidFill>
                  <a:schemeClr val="tx1"/>
                </a:solidFill>
              </a14:hiddenLine>
            </a:ext>
          </a:extLst>
        </p:spPr>
        <p:txBody>
          <a:bodyPr vert="horz" wrap="none" lIns="92075" tIns="133350" rIns="0" bIns="133350" numCol="1" spcCol="0" rtlCol="0" anchor="ctr" anchorCtr="0">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4625"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pt-BR" sz="1800" i="0" u="none" strike="noStrike" kern="1200" cap="none" spc="0" normalizeH="0" baseline="0" noProof="0">
                <a:ln>
                  <a:noFill/>
                </a:ln>
                <a:solidFill>
                  <a:schemeClr val="bg1"/>
                </a:solidFill>
                <a:effectLst/>
                <a:uLnTx/>
                <a:uFillTx/>
                <a:latin typeface="Arial"/>
                <a:ea typeface="+mn-ea"/>
                <a:cs typeface="+mn-cs"/>
              </a:rPr>
              <a:t>Nosso entendimento do contexto</a:t>
            </a:r>
          </a:p>
        </p:txBody>
      </p:sp>
      <p:sp>
        <p:nvSpPr>
          <p:cNvPr id="7" name="Espaço Reservado para Texto 2">
            <a:hlinkClick r:id="rId13" action="ppaction://hlinksldjump"/>
            <a:extLst>
              <a:ext uri="{FF2B5EF4-FFF2-40B4-BE49-F238E27FC236}">
                <a16:creationId xmlns:a16="http://schemas.microsoft.com/office/drawing/2014/main" id="{473CA857-EB23-3EDA-9376-302F9F62FCC1}"/>
              </a:ext>
            </a:extLst>
          </p:cNvPr>
          <p:cNvSpPr txBox="1">
            <a:spLocks/>
          </p:cNvSpPr>
          <p:nvPr>
            <p:custDataLst>
              <p:tags r:id="rId4"/>
            </p:custDataLst>
          </p:nvPr>
        </p:nvSpPr>
        <p:spPr bwMode="auto">
          <a:xfrm>
            <a:off x="3062288" y="3114675"/>
            <a:ext cx="9129713" cy="509588"/>
          </a:xfrm>
          <a:prstGeom prst="rect">
            <a:avLst/>
          </a:prstGeom>
          <a:noFill/>
          <a:ln w="6350">
            <a:noFill/>
          </a:ln>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xmlns="" w="6350">
                <a:solidFill>
                  <a:schemeClr val="tx1"/>
                </a:solidFill>
              </a14:hiddenLine>
            </a:ext>
          </a:extLst>
        </p:spPr>
        <p:txBody>
          <a:bodyPr vert="horz" wrap="none" lIns="92075" tIns="131763" rIns="0" bIns="133350" numCol="1" spcCol="0" rtlCol="0" anchor="ctr" anchorCtr="0">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4625"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pt-BR" sz="1600" i="0" u="none" strike="noStrike" kern="1200" cap="none" spc="0" normalizeH="0" baseline="0" noProof="0">
                <a:ln>
                  <a:noFill/>
                </a:ln>
                <a:solidFill>
                  <a:schemeClr val="bg1"/>
                </a:solidFill>
                <a:effectLst/>
                <a:uLnTx/>
                <a:uFillTx/>
                <a:latin typeface="Arial"/>
                <a:ea typeface="+mn-ea"/>
                <a:cs typeface="+mn-cs"/>
              </a:rPr>
              <a:t>Objetivos e produtos finais</a:t>
            </a:r>
          </a:p>
        </p:txBody>
      </p:sp>
      <p:sp>
        <p:nvSpPr>
          <p:cNvPr id="8" name="Espaço Reservado para Texto 2">
            <a:hlinkClick r:id="rId14" action="ppaction://hlinksldjump"/>
            <a:extLst>
              <a:ext uri="{FF2B5EF4-FFF2-40B4-BE49-F238E27FC236}">
                <a16:creationId xmlns:a16="http://schemas.microsoft.com/office/drawing/2014/main" id="{601807CC-2D63-CE03-D371-5C31196CABB8}"/>
              </a:ext>
            </a:extLst>
          </p:cNvPr>
          <p:cNvSpPr txBox="1">
            <a:spLocks/>
          </p:cNvSpPr>
          <p:nvPr>
            <p:custDataLst>
              <p:tags r:id="rId5"/>
            </p:custDataLst>
          </p:nvPr>
        </p:nvSpPr>
        <p:spPr bwMode="auto">
          <a:xfrm>
            <a:off x="3062288" y="3624264"/>
            <a:ext cx="9129713" cy="511175"/>
          </a:xfrm>
          <a:prstGeom prst="rect">
            <a:avLst/>
          </a:prstGeom>
          <a:noFill/>
          <a:ln w="6350">
            <a:noFill/>
          </a:ln>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xmlns="" w="6350">
                <a:solidFill>
                  <a:schemeClr val="tx1"/>
                </a:solidFill>
              </a14:hiddenLine>
            </a:ext>
          </a:extLst>
        </p:spPr>
        <p:txBody>
          <a:bodyPr vert="horz" wrap="none" lIns="92075" tIns="133350" rIns="0" bIns="133350" numCol="1" spcCol="0" rtlCol="0" anchor="ctr" anchorCtr="0">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4625"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pt-BR" altLang="en-US" sz="1600" i="0" u="none" strike="noStrike" kern="1200" cap="none" spc="0" normalizeH="0" baseline="0" noProof="0">
                <a:ln>
                  <a:noFill/>
                </a:ln>
                <a:solidFill>
                  <a:schemeClr val="bg1"/>
                </a:solidFill>
                <a:effectLst/>
                <a:uLnTx/>
                <a:uFillTx/>
                <a:latin typeface="Arial"/>
                <a:ea typeface="+mn-ea"/>
                <a:cs typeface="+mn-cs"/>
              </a:rPr>
              <a:t>Abordagem metodológica</a:t>
            </a:r>
            <a:endParaRPr kumimoji="0" lang="pt-BR" sz="1600" i="0" u="none" strike="noStrike" kern="1200" cap="none" spc="0" normalizeH="0" baseline="0" noProof="0">
              <a:ln>
                <a:noFill/>
              </a:ln>
              <a:solidFill>
                <a:schemeClr val="bg1"/>
              </a:solidFill>
              <a:effectLst/>
              <a:uLnTx/>
              <a:uFillTx/>
              <a:latin typeface="Arial"/>
              <a:ea typeface="+mn-ea"/>
              <a:cs typeface="+mn-cs"/>
            </a:endParaRPr>
          </a:p>
        </p:txBody>
      </p:sp>
      <p:sp>
        <p:nvSpPr>
          <p:cNvPr id="9" name="Espaço Reservado para Texto 2">
            <a:hlinkClick r:id="rId15" action="ppaction://hlinksldjump"/>
            <a:extLst>
              <a:ext uri="{FF2B5EF4-FFF2-40B4-BE49-F238E27FC236}">
                <a16:creationId xmlns:a16="http://schemas.microsoft.com/office/drawing/2014/main" id="{5B866A73-2A69-7DC7-2809-BC7AD327055E}"/>
              </a:ext>
            </a:extLst>
          </p:cNvPr>
          <p:cNvSpPr txBox="1">
            <a:spLocks/>
          </p:cNvSpPr>
          <p:nvPr>
            <p:custDataLst>
              <p:tags r:id="rId6"/>
            </p:custDataLst>
          </p:nvPr>
        </p:nvSpPr>
        <p:spPr bwMode="auto">
          <a:xfrm>
            <a:off x="3062288" y="4135438"/>
            <a:ext cx="9129713" cy="509588"/>
          </a:xfrm>
          <a:prstGeom prst="rect">
            <a:avLst/>
          </a:prstGeom>
          <a:noFill/>
          <a:ln w="6350">
            <a:noFill/>
          </a:ln>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xmlns="" w="6350">
                <a:solidFill>
                  <a:schemeClr val="tx1"/>
                </a:solidFill>
              </a14:hiddenLine>
            </a:ext>
          </a:extLst>
        </p:spPr>
        <p:txBody>
          <a:bodyPr vert="horz" wrap="none" lIns="92075" tIns="131763" rIns="0" bIns="133350" numCol="1" spcCol="0" rtlCol="0" anchor="ctr" anchorCtr="0">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4625"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pt-BR" altLang="en-US" sz="1600" i="0" u="none" strike="noStrike" kern="1200" cap="none" spc="0" normalizeH="0" baseline="0" noProof="0">
                <a:ln>
                  <a:noFill/>
                </a:ln>
                <a:solidFill>
                  <a:schemeClr val="bg1"/>
                </a:solidFill>
                <a:effectLst/>
                <a:uLnTx/>
                <a:uFillTx/>
                <a:latin typeface="Arial"/>
                <a:ea typeface="+mn-ea"/>
                <a:cs typeface="+mn-cs"/>
              </a:rPr>
              <a:t>Organização do projeto</a:t>
            </a:r>
            <a:endParaRPr kumimoji="0" lang="pt-BR" sz="1600" i="0" u="none" strike="noStrike" kern="1200" cap="none" spc="0" normalizeH="0" baseline="0" noProof="0">
              <a:ln>
                <a:noFill/>
              </a:ln>
              <a:solidFill>
                <a:schemeClr val="bg1"/>
              </a:solidFill>
              <a:effectLst/>
              <a:uLnTx/>
              <a:uFillTx/>
              <a:latin typeface="Arial"/>
              <a:ea typeface="+mn-ea"/>
              <a:cs typeface="+mn-cs"/>
            </a:endParaRPr>
          </a:p>
        </p:txBody>
      </p:sp>
      <p:sp>
        <p:nvSpPr>
          <p:cNvPr id="23" name="Espaço Reservado para Texto 2">
            <a:extLst>
              <a:ext uri="{FF2B5EF4-FFF2-40B4-BE49-F238E27FC236}">
                <a16:creationId xmlns:a16="http://schemas.microsoft.com/office/drawing/2014/main" id="{AF42B5E4-8FE3-20F1-CC03-2AF2E5BF8D29}"/>
              </a:ext>
            </a:extLst>
          </p:cNvPr>
          <p:cNvSpPr txBox="1">
            <a:spLocks/>
          </p:cNvSpPr>
          <p:nvPr>
            <p:custDataLst>
              <p:tags r:id="rId7"/>
            </p:custDataLst>
          </p:nvPr>
        </p:nvSpPr>
        <p:spPr bwMode="auto">
          <a:xfrm>
            <a:off x="3062288" y="4645025"/>
            <a:ext cx="9129713" cy="511175"/>
          </a:xfrm>
          <a:prstGeom prst="rect">
            <a:avLst/>
          </a:prstGeom>
          <a:solidFill>
            <a:schemeClr val="accent2"/>
          </a:solidFill>
          <a:ln w="6350">
            <a:noFill/>
          </a:ln>
          <a:extLst>
            <a:ext uri="{91240B29-F687-4f45-9708-019B960494DF}">
              <a14:hiddenLine xmlns:a14="http://schemas.microsoft.com/office/drawing/2010/main" xmlns="" w="6350">
                <a:solidFill>
                  <a:schemeClr val="tx1"/>
                </a:solidFill>
              </a14:hiddenLine>
            </a:ext>
          </a:extLst>
        </p:spPr>
        <p:txBody>
          <a:bodyPr vert="horz" wrap="none" lIns="92075" tIns="133350" rIns="0" bIns="133350" numCol="1" spcCol="0" rtlCol="0" anchor="ctr" anchorCtr="0">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4625"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pt-BR" altLang="en-US" sz="1600" b="1" i="0" u="none" strike="noStrike" kern="1200" cap="none" spc="0" normalizeH="0" baseline="0" noProof="0">
                <a:ln>
                  <a:noFill/>
                </a:ln>
                <a:solidFill>
                  <a:schemeClr val="bg1"/>
                </a:solidFill>
                <a:effectLst/>
                <a:uLnTx/>
                <a:uFillTx/>
                <a:latin typeface="Arial"/>
                <a:ea typeface="+mn-ea"/>
                <a:cs typeface="+mn-cs"/>
              </a:rPr>
              <a:t>Estudos de caso em agronegócio</a:t>
            </a:r>
            <a:endParaRPr kumimoji="0" lang="pt-BR" sz="1600" b="1" i="0" u="none" strike="noStrike" kern="1200" cap="none" spc="0" normalizeH="0" baseline="0" noProof="0">
              <a:ln>
                <a:noFill/>
              </a:ln>
              <a:solidFill>
                <a:schemeClr val="bg1"/>
              </a:solidFill>
              <a:effectLst/>
              <a:uLnTx/>
              <a:uFillTx/>
              <a:latin typeface="Arial"/>
              <a:ea typeface="+mn-ea"/>
              <a:cs typeface="+mn-cs"/>
            </a:endParaRPr>
          </a:p>
        </p:txBody>
      </p:sp>
      <p:sp>
        <p:nvSpPr>
          <p:cNvPr id="10" name="Espaço Reservado para Texto 2">
            <a:hlinkClick r:id="rId16" action="ppaction://hlinksldjump"/>
            <a:extLst>
              <a:ext uri="{FF2B5EF4-FFF2-40B4-BE49-F238E27FC236}">
                <a16:creationId xmlns:a16="http://schemas.microsoft.com/office/drawing/2014/main" id="{A3467760-2470-B983-15CC-26BF8D3ECF0E}"/>
              </a:ext>
            </a:extLst>
          </p:cNvPr>
          <p:cNvSpPr txBox="1">
            <a:spLocks/>
          </p:cNvSpPr>
          <p:nvPr>
            <p:custDataLst>
              <p:tags r:id="rId8"/>
            </p:custDataLst>
          </p:nvPr>
        </p:nvSpPr>
        <p:spPr bwMode="auto">
          <a:xfrm>
            <a:off x="3062288" y="5156200"/>
            <a:ext cx="9129713" cy="509588"/>
          </a:xfrm>
          <a:prstGeom prst="rect">
            <a:avLst/>
          </a:prstGeom>
          <a:noFill/>
          <a:ln w="6350">
            <a:noFill/>
          </a:ln>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xmlns="" w="6350">
                <a:solidFill>
                  <a:schemeClr val="tx1"/>
                </a:solidFill>
              </a14:hiddenLine>
            </a:ext>
          </a:extLst>
        </p:spPr>
        <p:txBody>
          <a:bodyPr vert="horz" wrap="none" lIns="92075" tIns="131763" rIns="0" bIns="133350" numCol="1" spcCol="0" rtlCol="0" anchor="ctr" anchorCtr="0">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4625"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pt-BR" altLang="en-US" sz="1600" i="0" u="none" strike="noStrike" kern="1200" cap="none" spc="0" normalizeH="0" baseline="0" noProof="0">
                <a:ln>
                  <a:noFill/>
                </a:ln>
                <a:solidFill>
                  <a:schemeClr val="bg1"/>
                </a:solidFill>
                <a:effectLst/>
                <a:uLnTx/>
                <a:uFillTx/>
                <a:latin typeface="Arial"/>
                <a:ea typeface="+mn-ea"/>
                <a:cs typeface="+mn-cs"/>
              </a:rPr>
              <a:t>Qualificações Mirow &amp; Co.</a:t>
            </a:r>
            <a:endParaRPr kumimoji="0" lang="pt-BR" sz="1600" i="0" u="none" strike="noStrike" kern="1200" cap="none" spc="0" normalizeH="0" baseline="0" noProof="0">
              <a:ln>
                <a:noFill/>
              </a:ln>
              <a:solidFill>
                <a:schemeClr val="bg1"/>
              </a:solidFill>
              <a:effectLst/>
              <a:uLnTx/>
              <a:uFillTx/>
              <a:latin typeface="Arial"/>
              <a:ea typeface="+mn-ea"/>
              <a:cs typeface="+mn-cs"/>
            </a:endParaRPr>
          </a:p>
        </p:txBody>
      </p:sp>
    </p:spTree>
    <p:extLst>
      <p:ext uri="{BB962C8B-B14F-4D97-AF65-F5344CB8AC3E}">
        <p14:creationId xmlns:p14="http://schemas.microsoft.com/office/powerpoint/2010/main" val="25376449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35C23B-90FB-5E3F-9AA2-21A4BC6F7DD8}"/>
            </a:ext>
          </a:extLst>
        </p:cNvPr>
        <p:cNvGrpSpPr/>
        <p:nvPr/>
      </p:nvGrpSpPr>
      <p:grpSpPr>
        <a:xfrm>
          <a:off x="0" y="0"/>
          <a:ext cx="0" cy="0"/>
          <a:chOff x="0" y="0"/>
          <a:chExt cx="0" cy="0"/>
        </a:xfrm>
      </p:grpSpPr>
      <p:graphicFrame>
        <p:nvGraphicFramePr>
          <p:cNvPr id="8" name="Objeto 7" hidden="1">
            <a:extLst>
              <a:ext uri="{FF2B5EF4-FFF2-40B4-BE49-F238E27FC236}">
                <a16:creationId xmlns:a16="http://schemas.microsoft.com/office/drawing/2014/main" id="{40F91818-6C93-E696-6F3F-FABD53B5C71B}"/>
              </a:ext>
            </a:extLst>
          </p:cNvPr>
          <p:cNvGraphicFramePr>
            <a:graphicFrameLocks noChangeAspect="1"/>
          </p:cNvGraphicFramePr>
          <p:nvPr>
            <p:custDataLst>
              <p:tags r:id="rId1"/>
            </p:custDataLst>
          </p:nvPr>
        </p:nvGraphicFramePr>
        <p:xfrm>
          <a:off x="1525588" y="1588"/>
          <a:ext cx="1588" cy="1588"/>
        </p:xfrm>
        <a:graphic>
          <a:graphicData uri="http://schemas.openxmlformats.org/presentationml/2006/ole">
            <mc:AlternateContent xmlns:mc="http://schemas.openxmlformats.org/markup-compatibility/2006">
              <mc:Choice xmlns:v="urn:schemas-microsoft-com:vml" Requires="v">
                <p:oleObj name="Slide do think-cell" r:id="rId5" imgW="421" imgH="423" progId="TCLayout.ActiveDocument.1">
                  <p:embed/>
                </p:oleObj>
              </mc:Choice>
              <mc:Fallback>
                <p:oleObj name="Slide do think-cell" r:id="rId5" imgW="421" imgH="423" progId="TCLayout.ActiveDocument.1">
                  <p:embed/>
                  <p:pic>
                    <p:nvPicPr>
                      <p:cNvPr id="8" name="Objeto 7" hidden="1">
                        <a:extLst>
                          <a:ext uri="{FF2B5EF4-FFF2-40B4-BE49-F238E27FC236}">
                            <a16:creationId xmlns:a16="http://schemas.microsoft.com/office/drawing/2014/main" id="{40F91818-6C93-E696-6F3F-FABD53B5C71B}"/>
                          </a:ext>
                        </a:extLst>
                      </p:cNvPr>
                      <p:cNvPicPr/>
                      <p:nvPr/>
                    </p:nvPicPr>
                    <p:blipFill>
                      <a:blip r:embed="rId6"/>
                      <a:stretch>
                        <a:fillRect/>
                      </a:stretch>
                    </p:blipFill>
                    <p:spPr>
                      <a:xfrm>
                        <a:off x="1525588" y="1588"/>
                        <a:ext cx="1588"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526B347A-AAE8-30A2-F7E6-17E1449DB159}"/>
              </a:ext>
            </a:extLst>
          </p:cNvPr>
          <p:cNvSpPr/>
          <p:nvPr>
            <p:custDataLst>
              <p:tags r:id="rId2"/>
            </p:custDataLst>
          </p:nvPr>
        </p:nvSpPr>
        <p:spPr>
          <a:xfrm>
            <a:off x="0" y="0"/>
            <a:ext cx="158750" cy="158750"/>
          </a:xfrm>
          <a:prstGeom prst="rect">
            <a:avLst/>
          </a:prstGeom>
          <a:solidFill>
            <a:schemeClr val="accent2"/>
          </a:solidFill>
          <a:ln w="19050">
            <a:solidFill>
              <a:schemeClr val="accent2"/>
            </a:solidFill>
            <a:miter lim="400000"/>
          </a:ln>
          <a:effectLst/>
        </p:spPr>
        <p:txBody>
          <a:bodyPr wrap="none" lIns="0" tIns="0" rIns="0" bIns="0" numCol="1" spcCol="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2000" b="1"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21" name="Shape 3063">
            <a:extLst>
              <a:ext uri="{FF2B5EF4-FFF2-40B4-BE49-F238E27FC236}">
                <a16:creationId xmlns:a16="http://schemas.microsoft.com/office/drawing/2014/main" id="{76043DCA-8704-8581-F5FA-A60931774266}"/>
              </a:ext>
            </a:extLst>
          </p:cNvPr>
          <p:cNvSpPr/>
          <p:nvPr/>
        </p:nvSpPr>
        <p:spPr>
          <a:xfrm>
            <a:off x="3370395" y="1403521"/>
            <a:ext cx="5451475" cy="5454479"/>
          </a:xfrm>
          <a:prstGeom prst="rect">
            <a:avLst/>
          </a:prstGeom>
          <a:solidFill>
            <a:srgbClr val="F2F2F2">
              <a:alpha val="80000"/>
            </a:srgbClr>
          </a:solidFill>
          <a:ln w="12700" cap="flat">
            <a:noFill/>
            <a:miter lim="400000"/>
          </a:ln>
          <a:effectLst/>
        </p:spPr>
        <p:txBody>
          <a:bodyPr wrap="square" lIns="0" tIns="0" rIns="0" bIns="0" numCol="1" anchor="ctr">
            <a:noAutofit/>
          </a:bodyPr>
          <a:lstStyle/>
          <a:p>
            <a:pPr marL="0" marR="0" lvl="0" indent="0" algn="l" defTabSz="219075" rtl="0" eaLnBrk="1" fontAlgn="auto" latinLnBrk="0" hangingPunct="1">
              <a:lnSpc>
                <a:spcPct val="100000"/>
              </a:lnSpc>
              <a:spcBef>
                <a:spcPts val="0"/>
              </a:spcBef>
              <a:spcAft>
                <a:spcPts val="0"/>
              </a:spcAft>
              <a:buClrTx/>
              <a:buSzTx/>
              <a:buFontTx/>
              <a:buNone/>
              <a:tabLst/>
              <a:defRPr/>
            </a:pPr>
            <a:endParaRPr kumimoji="0" lang="pt-BR" sz="13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Gill Sans"/>
              <a:ea typeface="+mn-ea"/>
              <a:cs typeface="+mn-cs"/>
            </a:endParaRPr>
          </a:p>
        </p:txBody>
      </p:sp>
      <p:sp>
        <p:nvSpPr>
          <p:cNvPr id="19" name="Text Placeholder 18">
            <a:extLst>
              <a:ext uri="{FF2B5EF4-FFF2-40B4-BE49-F238E27FC236}">
                <a16:creationId xmlns:a16="http://schemas.microsoft.com/office/drawing/2014/main" id="{69717D3D-2C75-43BF-CCB2-0A69E2274354}"/>
              </a:ext>
            </a:extLst>
          </p:cNvPr>
          <p:cNvSpPr>
            <a:spLocks noGrp="1"/>
          </p:cNvSpPr>
          <p:nvPr>
            <p:ph type="body" sz="quarter" idx="14"/>
          </p:nvPr>
        </p:nvSpPr>
        <p:spPr/>
        <p:txBody>
          <a:bodyPr/>
          <a:lstStyle/>
          <a:p>
            <a:r>
              <a:rPr lang="pt-BR"/>
              <a:t>Fonte: Mirow &amp; Co.</a:t>
            </a:r>
          </a:p>
        </p:txBody>
      </p:sp>
      <p:sp>
        <p:nvSpPr>
          <p:cNvPr id="2" name="Title 1">
            <a:extLst>
              <a:ext uri="{FF2B5EF4-FFF2-40B4-BE49-F238E27FC236}">
                <a16:creationId xmlns:a16="http://schemas.microsoft.com/office/drawing/2014/main" id="{3B6C4EEA-C2DA-E547-48DC-BEEFBAF7754C}"/>
              </a:ext>
            </a:extLst>
          </p:cNvPr>
          <p:cNvSpPr>
            <a:spLocks noGrp="1"/>
          </p:cNvSpPr>
          <p:nvPr>
            <p:ph type="title"/>
          </p:nvPr>
        </p:nvSpPr>
        <p:spPr>
          <a:xfrm>
            <a:off x="478971" y="225177"/>
            <a:ext cx="11485488" cy="615553"/>
          </a:xfrm>
        </p:spPr>
        <p:txBody>
          <a:bodyPr vert="horz"/>
          <a:lstStyle/>
          <a:p>
            <a:r>
              <a:rPr lang="pt-BR"/>
              <a:t>Revisão do modelo de governança para área de comercial </a:t>
            </a:r>
            <a:r>
              <a:rPr lang="pt-BR" sz="2000" kern="0"/>
              <a:t>em empresa norueguesa de fertilizantes fosfatados e à base de potássio</a:t>
            </a:r>
            <a:endParaRPr lang="pt-BR"/>
          </a:p>
        </p:txBody>
      </p:sp>
      <p:sp>
        <p:nvSpPr>
          <p:cNvPr id="31" name="Rectangle 53">
            <a:extLst>
              <a:ext uri="{FF2B5EF4-FFF2-40B4-BE49-F238E27FC236}">
                <a16:creationId xmlns:a16="http://schemas.microsoft.com/office/drawing/2014/main" id="{0FB32C90-5F0E-7F8B-9945-F3D883E25FB3}"/>
              </a:ext>
            </a:extLst>
          </p:cNvPr>
          <p:cNvSpPr txBox="1"/>
          <p:nvPr/>
        </p:nvSpPr>
        <p:spPr>
          <a:xfrm>
            <a:off x="3494204" y="5727326"/>
            <a:ext cx="5040000" cy="400110"/>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marL="0" lvl="0" indent="0" defTabSz="895350" eaLnBrk="1" hangingPunct="1">
              <a:buClr>
                <a:schemeClr val="tx2"/>
              </a:buClr>
              <a:defRPr baseline="0">
                <a:latin typeface="+mn-lt"/>
              </a:defRPr>
            </a:lvl1pPr>
            <a:lvl2pPr marL="193675" lvl="1" indent="-192088" defTabSz="895350" eaLnBrk="1" hangingPunct="1">
              <a:buClr>
                <a:schemeClr val="tx2"/>
              </a:buClr>
              <a:buSzPct val="125000"/>
              <a:buFont typeface="Arial" charset="0"/>
              <a:buChar char="▪"/>
              <a:defRPr baseline="0">
                <a:latin typeface="+mn-lt"/>
              </a:defRPr>
            </a:lvl2pPr>
            <a:lvl3pPr marL="457200" lvl="2" indent="-261938" defTabSz="895350" eaLnBrk="1" hangingPunct="1">
              <a:buClr>
                <a:schemeClr val="tx2"/>
              </a:buClr>
              <a:buSzPct val="120000"/>
              <a:buFont typeface="Arial" charset="0"/>
              <a:buChar char="–"/>
              <a:defRPr baseline="0">
                <a:latin typeface="+mn-lt"/>
              </a:defRPr>
            </a:lvl3pPr>
            <a:lvl4pPr marL="614363" lvl="3" indent="-155575" defTabSz="895350" eaLnBrk="1" hangingPunct="1">
              <a:buClr>
                <a:schemeClr val="tx2"/>
              </a:buClr>
              <a:buSzPct val="120000"/>
              <a:buFont typeface="Arial" charset="0"/>
              <a:buChar char="▫"/>
              <a:defRPr baseline="0">
                <a:latin typeface="+mn-lt"/>
              </a:defRPr>
            </a:lvl4pPr>
            <a:lvl5pPr marL="749808" lvl="4" indent="-130175" defTabSz="895350" eaLnBrk="1" hangingPunct="1">
              <a:buClr>
                <a:schemeClr val="tx2"/>
              </a:buClr>
              <a:buSzPct val="89000"/>
              <a:buFont typeface="Arial" charset="0"/>
              <a:buChar char="-"/>
              <a:defRPr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marL="193675" marR="0" lvl="1" indent="-192088" algn="l" defTabSz="895350" rtl="0" eaLnBrk="1" fontAlgn="auto" latinLnBrk="0" hangingPunct="1">
              <a:lnSpc>
                <a:spcPct val="100000"/>
              </a:lnSpc>
              <a:spcBef>
                <a:spcPts val="600"/>
              </a:spcBef>
              <a:spcAft>
                <a:spcPts val="0"/>
              </a:spcAft>
              <a:buClrTx/>
              <a:buSzPct val="125000"/>
              <a:buFont typeface="Arial" charset="0"/>
              <a:buChar char="▪"/>
              <a:tabLst/>
              <a:defRPr/>
            </a:pPr>
            <a:r>
              <a:rPr kumimoji="0" lang="pt-BR" sz="1300" b="0" i="0" u="none" strike="noStrike" kern="1200" cap="none" spc="0" normalizeH="0" baseline="0" noProof="0">
                <a:ln>
                  <a:noFill/>
                </a:ln>
                <a:solidFill>
                  <a:srgbClr val="071C25"/>
                </a:solidFill>
                <a:effectLst/>
                <a:uLnTx/>
                <a:uFillTx/>
                <a:latin typeface="Arial"/>
                <a:ea typeface="+mn-ea"/>
                <a:cs typeface="+mn-cs"/>
              </a:rPr>
              <a:t>O plano de implementação consistiu em um piloto e 3 fases, cobrindo 18 gerências e 112 coordenações</a:t>
            </a:r>
          </a:p>
        </p:txBody>
      </p:sp>
      <p:pic>
        <p:nvPicPr>
          <p:cNvPr id="6" name="Imagem 5">
            <a:extLst>
              <a:ext uri="{FF2B5EF4-FFF2-40B4-BE49-F238E27FC236}">
                <a16:creationId xmlns:a16="http://schemas.microsoft.com/office/drawing/2014/main" id="{4900ED31-540A-2175-8FC9-F50D6120BC6C}"/>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3621353" y="2748640"/>
            <a:ext cx="4949559" cy="2784126"/>
          </a:xfrm>
          <a:prstGeom prst="rect">
            <a:avLst/>
          </a:prstGeom>
        </p:spPr>
      </p:pic>
      <p:grpSp>
        <p:nvGrpSpPr>
          <p:cNvPr id="4" name="Grupo 3">
            <a:extLst>
              <a:ext uri="{FF2B5EF4-FFF2-40B4-BE49-F238E27FC236}">
                <a16:creationId xmlns:a16="http://schemas.microsoft.com/office/drawing/2014/main" id="{FE46D79B-BD45-0971-AE60-011F01BBE3CE}"/>
              </a:ext>
            </a:extLst>
          </p:cNvPr>
          <p:cNvGrpSpPr/>
          <p:nvPr/>
        </p:nvGrpSpPr>
        <p:grpSpPr>
          <a:xfrm>
            <a:off x="1" y="930619"/>
            <a:ext cx="12192000" cy="567750"/>
            <a:chOff x="1" y="930619"/>
            <a:chExt cx="12192000" cy="468000"/>
          </a:xfrm>
        </p:grpSpPr>
        <p:sp>
          <p:nvSpPr>
            <p:cNvPr id="5" name="Rectangle 53">
              <a:extLst>
                <a:ext uri="{FF2B5EF4-FFF2-40B4-BE49-F238E27FC236}">
                  <a16:creationId xmlns:a16="http://schemas.microsoft.com/office/drawing/2014/main" id="{29BC52FC-029D-06F8-87CE-E2C904B73960}"/>
                </a:ext>
              </a:extLst>
            </p:cNvPr>
            <p:cNvSpPr/>
            <p:nvPr/>
          </p:nvSpPr>
          <p:spPr>
            <a:xfrm>
              <a:off x="1" y="930619"/>
              <a:ext cx="3370394" cy="468000"/>
            </a:xfrm>
            <a:prstGeom prst="rect">
              <a:avLst/>
            </a:prstGeom>
            <a:solidFill>
              <a:schemeClr val="accent2"/>
            </a:solidFill>
            <a:ln w="12700" cap="flat">
              <a:noFill/>
              <a:miter lim="400000"/>
            </a:ln>
            <a:effectLst/>
          </p:spPr>
          <p:txBody>
            <a:bodyPr wrap="square" lIns="0" tIns="0" rIns="0" bIns="0" numCol="1" anchor="ctr">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pt-BR" sz="1400" b="1" i="0" u="none" strike="noStrike" kern="1200" cap="none" spc="0" normalizeH="0" baseline="0" noProof="0">
                  <a:ln>
                    <a:noFill/>
                  </a:ln>
                  <a:solidFill>
                    <a:prstClr val="white"/>
                  </a:solidFill>
                  <a:effectLst/>
                  <a:uLnTx/>
                  <a:uFillTx/>
                  <a:latin typeface="Arial"/>
                  <a:ea typeface="+mn-ea"/>
                  <a:cs typeface="+mn-cs"/>
                </a:rPr>
                <a:t>Situação</a:t>
              </a:r>
              <a:endParaRPr kumimoji="0" lang="pt-BR" sz="1400" b="0" i="0" u="none" strike="noStrike" kern="0" cap="none" spc="0" normalizeH="0" baseline="0" noProof="0">
                <a:ln>
                  <a:noFill/>
                </a:ln>
                <a:solidFill>
                  <a:prstClr val="white"/>
                </a:solidFill>
                <a:effectLst/>
                <a:uLnTx/>
                <a:uFillTx/>
                <a:latin typeface="Arial"/>
                <a:ea typeface="+mn-ea"/>
                <a:cs typeface="+mn-cs"/>
              </a:endParaRPr>
            </a:p>
          </p:txBody>
        </p:sp>
        <p:sp>
          <p:nvSpPr>
            <p:cNvPr id="7" name="Freeform: Shape 32">
              <a:extLst>
                <a:ext uri="{FF2B5EF4-FFF2-40B4-BE49-F238E27FC236}">
                  <a16:creationId xmlns:a16="http://schemas.microsoft.com/office/drawing/2014/main" id="{BE19AA73-A80D-3E96-5CFB-4628B5FFECA8}"/>
                </a:ext>
              </a:extLst>
            </p:cNvPr>
            <p:cNvSpPr/>
            <p:nvPr/>
          </p:nvSpPr>
          <p:spPr>
            <a:xfrm>
              <a:off x="8821224" y="930619"/>
              <a:ext cx="3370777" cy="468000"/>
            </a:xfrm>
            <a:prstGeom prst="rect">
              <a:avLst/>
            </a:prstGeom>
            <a:solidFill>
              <a:schemeClr val="tx2"/>
            </a:solidFill>
            <a:ln w="12700" cap="flat">
              <a:noFill/>
              <a:miter lim="400000"/>
            </a:ln>
            <a:effectLst/>
          </p:spPr>
          <p:txBody>
            <a:bodyPr wrap="square" lIns="0" tIns="0" rIns="0" bIns="0" numCol="1" anchor="ctr">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pt-BR" sz="1400" b="1" i="0" u="none" strike="noStrike" kern="1200" cap="none" spc="0" normalizeH="0" baseline="0" noProof="0">
                  <a:ln>
                    <a:noFill/>
                  </a:ln>
                  <a:solidFill>
                    <a:prstClr val="white"/>
                  </a:solidFill>
                  <a:effectLst/>
                  <a:uLnTx/>
                  <a:uFillTx/>
                  <a:latin typeface="Arial"/>
                  <a:ea typeface="+mn-ea"/>
                  <a:cs typeface="+mn-cs"/>
                </a:rPr>
                <a:t>Conclusões e resultados esperados</a:t>
              </a:r>
            </a:p>
          </p:txBody>
        </p:sp>
        <p:sp>
          <p:nvSpPr>
            <p:cNvPr id="9" name="Freeform: Shape 32">
              <a:extLst>
                <a:ext uri="{FF2B5EF4-FFF2-40B4-BE49-F238E27FC236}">
                  <a16:creationId xmlns:a16="http://schemas.microsoft.com/office/drawing/2014/main" id="{B0E366CC-4C0C-7D29-66F2-7CBFB76506BD}"/>
                </a:ext>
              </a:extLst>
            </p:cNvPr>
            <p:cNvSpPr/>
            <p:nvPr/>
          </p:nvSpPr>
          <p:spPr>
            <a:xfrm>
              <a:off x="3370395" y="930619"/>
              <a:ext cx="5450830" cy="468000"/>
            </a:xfrm>
            <a:prstGeom prst="rect">
              <a:avLst/>
            </a:prstGeom>
            <a:solidFill>
              <a:schemeClr val="accent1"/>
            </a:solidFill>
            <a:ln w="12700" cap="flat">
              <a:noFill/>
              <a:miter lim="400000"/>
            </a:ln>
            <a:effectLst/>
          </p:spPr>
          <p:txBody>
            <a:bodyPr wrap="square" lIns="0" tIns="0" rIns="0" bIns="0"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400" b="1" i="0" u="none" strike="noStrike" kern="1200" cap="none" spc="0" normalizeH="0" baseline="0" noProof="0">
                  <a:ln>
                    <a:noFill/>
                  </a:ln>
                  <a:solidFill>
                    <a:srgbClr val="020E66"/>
                  </a:solidFill>
                  <a:effectLst/>
                  <a:uLnTx/>
                  <a:uFillTx/>
                  <a:latin typeface="Arial"/>
                  <a:ea typeface="+mn-ea"/>
                  <a:cs typeface="+mn-cs"/>
                </a:rPr>
                <a:t>Descrição dos trabalhos e dos produtos finais</a:t>
              </a:r>
              <a:endParaRPr kumimoji="0" lang="pt-BR" sz="1400" b="0" i="0" u="none" strike="noStrike" kern="1200" cap="none" spc="0" normalizeH="0" baseline="0" noProof="0">
                <a:ln>
                  <a:noFill/>
                </a:ln>
                <a:solidFill>
                  <a:srgbClr val="020E66"/>
                </a:solidFill>
                <a:effectLst/>
                <a:uLnTx/>
                <a:uFillTx/>
                <a:latin typeface="Arial"/>
                <a:ea typeface="+mn-ea"/>
                <a:cs typeface="+mn-cs"/>
              </a:endParaRPr>
            </a:p>
          </p:txBody>
        </p:sp>
        <p:sp>
          <p:nvSpPr>
            <p:cNvPr id="10" name="Diamond 56">
              <a:extLst>
                <a:ext uri="{FF2B5EF4-FFF2-40B4-BE49-F238E27FC236}">
                  <a16:creationId xmlns:a16="http://schemas.microsoft.com/office/drawing/2014/main" id="{8042716B-8408-7650-17BD-DFB50CFD739B}"/>
                </a:ext>
              </a:extLst>
            </p:cNvPr>
            <p:cNvSpPr/>
            <p:nvPr/>
          </p:nvSpPr>
          <p:spPr>
            <a:xfrm>
              <a:off x="3210617" y="1054891"/>
              <a:ext cx="269506" cy="219456"/>
            </a:xfrm>
            <a:prstGeom prst="diamond">
              <a:avLst/>
            </a:prstGeom>
            <a:solidFill>
              <a:schemeClr val="accent2"/>
            </a:solidFill>
            <a:ln w="19050">
              <a:noFill/>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400" b="0" i="0" u="none" strike="noStrike" kern="1200" cap="none" spc="0" normalizeH="0" baseline="0" noProof="0">
                <a:ln>
                  <a:noFill/>
                </a:ln>
                <a:solidFill>
                  <a:prstClr val="white"/>
                </a:solidFill>
                <a:effectLst/>
                <a:uLnTx/>
                <a:uFillTx/>
                <a:latin typeface="Arial"/>
                <a:ea typeface="+mn-ea"/>
                <a:cs typeface="+mn-cs"/>
              </a:endParaRPr>
            </a:p>
          </p:txBody>
        </p:sp>
        <p:sp>
          <p:nvSpPr>
            <p:cNvPr id="11" name="Diamond 58">
              <a:extLst>
                <a:ext uri="{FF2B5EF4-FFF2-40B4-BE49-F238E27FC236}">
                  <a16:creationId xmlns:a16="http://schemas.microsoft.com/office/drawing/2014/main" id="{D9B74C03-6053-D596-0EE9-732A17604BBB}"/>
                </a:ext>
              </a:extLst>
            </p:cNvPr>
            <p:cNvSpPr/>
            <p:nvPr/>
          </p:nvSpPr>
          <p:spPr>
            <a:xfrm>
              <a:off x="8661446" y="1054891"/>
              <a:ext cx="269506" cy="219456"/>
            </a:xfrm>
            <a:prstGeom prst="diamond">
              <a:avLst/>
            </a:prstGeom>
            <a:solidFill>
              <a:schemeClr val="accent1"/>
            </a:solidFill>
            <a:ln w="19050">
              <a:noFill/>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400" b="0" i="0" u="none" strike="noStrike" kern="1200" cap="none" spc="0" normalizeH="0" baseline="0" noProof="0">
                <a:ln>
                  <a:noFill/>
                </a:ln>
                <a:solidFill>
                  <a:prstClr val="white"/>
                </a:solidFill>
                <a:effectLst/>
                <a:uLnTx/>
                <a:uFillTx/>
                <a:latin typeface="Arial"/>
                <a:ea typeface="+mn-ea"/>
                <a:cs typeface="+mn-cs"/>
              </a:endParaRPr>
            </a:p>
          </p:txBody>
        </p:sp>
      </p:grpSp>
      <p:sp>
        <p:nvSpPr>
          <p:cNvPr id="12" name="Rectangle 53">
            <a:extLst>
              <a:ext uri="{FF2B5EF4-FFF2-40B4-BE49-F238E27FC236}">
                <a16:creationId xmlns:a16="http://schemas.microsoft.com/office/drawing/2014/main" id="{5E839D8E-8BC4-9978-FA91-C24FD33D43EC}"/>
              </a:ext>
            </a:extLst>
          </p:cNvPr>
          <p:cNvSpPr txBox="1"/>
          <p:nvPr/>
        </p:nvSpPr>
        <p:spPr>
          <a:xfrm>
            <a:off x="107824" y="1583964"/>
            <a:ext cx="3153600" cy="2546851"/>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marL="0" lvl="0" indent="0" defTabSz="895350" eaLnBrk="1" hangingPunct="1">
              <a:buClr>
                <a:schemeClr val="tx2"/>
              </a:buClr>
              <a:defRPr baseline="0">
                <a:latin typeface="+mn-lt"/>
              </a:defRPr>
            </a:lvl1pPr>
            <a:lvl2pPr marL="193675" lvl="1" indent="-192088" defTabSz="895350" eaLnBrk="1" hangingPunct="1">
              <a:buClr>
                <a:schemeClr val="tx2"/>
              </a:buClr>
              <a:buSzPct val="125000"/>
              <a:buFont typeface="Arial" charset="0"/>
              <a:buChar char="▪"/>
              <a:defRPr baseline="0">
                <a:latin typeface="+mn-lt"/>
              </a:defRPr>
            </a:lvl2pPr>
            <a:lvl3pPr marL="457200" lvl="2" indent="-261938" defTabSz="895350" eaLnBrk="1" hangingPunct="1">
              <a:buClr>
                <a:schemeClr val="tx2"/>
              </a:buClr>
              <a:buSzPct val="120000"/>
              <a:buFont typeface="Arial" charset="0"/>
              <a:buChar char="–"/>
              <a:defRPr baseline="0">
                <a:latin typeface="+mn-lt"/>
              </a:defRPr>
            </a:lvl3pPr>
            <a:lvl4pPr marL="614363" lvl="3" indent="-155575" defTabSz="895350" eaLnBrk="1" hangingPunct="1">
              <a:buClr>
                <a:schemeClr val="tx2"/>
              </a:buClr>
              <a:buSzPct val="120000"/>
              <a:buFont typeface="Arial" charset="0"/>
              <a:buChar char="▫"/>
              <a:defRPr baseline="0">
                <a:latin typeface="+mn-lt"/>
              </a:defRPr>
            </a:lvl4pPr>
            <a:lvl5pPr marL="749808" lvl="4" indent="-130175" defTabSz="895350" eaLnBrk="1" hangingPunct="1">
              <a:buClr>
                <a:schemeClr val="tx2"/>
              </a:buClr>
              <a:buSzPct val="89000"/>
              <a:buFont typeface="Arial" charset="0"/>
              <a:buChar char="-"/>
              <a:defRPr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marL="180000" marR="0" lvl="1" indent="-180000" algn="l" defTabSz="895350" rtl="0" eaLnBrk="1" fontAlgn="auto" latinLnBrk="0" hangingPunct="1">
              <a:lnSpc>
                <a:spcPct val="100000"/>
              </a:lnSpc>
              <a:spcBef>
                <a:spcPts val="0"/>
              </a:spcBef>
              <a:spcAft>
                <a:spcPts val="900"/>
              </a:spcAft>
              <a:buClrTx/>
              <a:buSzPct val="100000"/>
              <a:buFont typeface="Wingdings" panose="05000000000000000000" pitchFamily="2" charset="2"/>
              <a:buChar char="§"/>
              <a:tabLst/>
              <a:defRPr/>
            </a:pPr>
            <a:r>
              <a:rPr kumimoji="0" lang="pt-BR" sz="1300" b="0" i="0" u="none" strike="noStrike" kern="1200" cap="none" spc="0" normalizeH="0" baseline="0" noProof="0">
                <a:ln>
                  <a:noFill/>
                </a:ln>
                <a:solidFill>
                  <a:srgbClr val="071C25"/>
                </a:solidFill>
                <a:effectLst/>
                <a:uLnTx/>
                <a:uFillTx/>
                <a:latin typeface="Arial"/>
                <a:ea typeface="+mn-ea"/>
                <a:cs typeface="+mn-cs"/>
              </a:rPr>
              <a:t>Estratégia comercial descentralizada – </a:t>
            </a:r>
            <a:r>
              <a:rPr kumimoji="0" lang="pt-BR" sz="1300" b="0" i="1" u="none" strike="noStrike" kern="1200" cap="none" spc="0" normalizeH="0" baseline="0" noProof="0">
                <a:ln>
                  <a:noFill/>
                </a:ln>
                <a:solidFill>
                  <a:srgbClr val="071C25"/>
                </a:solidFill>
                <a:effectLst/>
                <a:uLnTx/>
                <a:uFillTx/>
                <a:latin typeface="Arial"/>
                <a:ea typeface="+mn-ea"/>
                <a:cs typeface="+mn-cs"/>
              </a:rPr>
              <a:t>mark-up</a:t>
            </a:r>
            <a:r>
              <a:rPr kumimoji="0" lang="pt-BR" sz="1300" b="0" i="0" u="none" strike="noStrike" kern="1200" cap="none" spc="0" normalizeH="0" baseline="0" noProof="0">
                <a:ln>
                  <a:noFill/>
                </a:ln>
                <a:solidFill>
                  <a:srgbClr val="071C25"/>
                </a:solidFill>
                <a:effectLst/>
                <a:uLnTx/>
                <a:uFillTx/>
                <a:latin typeface="Arial"/>
                <a:ea typeface="+mn-ea"/>
                <a:cs typeface="+mn-cs"/>
              </a:rPr>
              <a:t> e níveis de desconto determinados pelo gerente comercial localmente</a:t>
            </a:r>
          </a:p>
          <a:p>
            <a:pPr marL="180000" marR="0" lvl="1" indent="-180000" algn="l" defTabSz="895350" rtl="0" eaLnBrk="1" fontAlgn="auto" latinLnBrk="0" hangingPunct="1">
              <a:lnSpc>
                <a:spcPct val="100000"/>
              </a:lnSpc>
              <a:spcBef>
                <a:spcPts val="0"/>
              </a:spcBef>
              <a:spcAft>
                <a:spcPts val="900"/>
              </a:spcAft>
              <a:buClrTx/>
              <a:buSzPct val="100000"/>
              <a:buFont typeface="Wingdings" panose="05000000000000000000" pitchFamily="2" charset="2"/>
              <a:buChar char="§"/>
              <a:tabLst/>
              <a:defRPr/>
            </a:pPr>
            <a:r>
              <a:rPr kumimoji="0" lang="pt-BR" sz="1300" b="0" i="0" u="none" strike="noStrike" kern="1200" cap="none" spc="0" normalizeH="0" baseline="0" noProof="0">
                <a:ln>
                  <a:noFill/>
                </a:ln>
                <a:solidFill>
                  <a:srgbClr val="071C25"/>
                </a:solidFill>
                <a:effectLst/>
                <a:uLnTx/>
                <a:uFillTx/>
                <a:latin typeface="Arial"/>
                <a:ea typeface="+mn-ea"/>
                <a:cs typeface="+mn-cs"/>
              </a:rPr>
              <a:t>Perdas financeiras significativas devido ao baixo nível de conformidade com política comercial</a:t>
            </a:r>
          </a:p>
          <a:p>
            <a:pPr marL="180000" marR="0" lvl="1" indent="-180000" algn="l" defTabSz="895350" rtl="0" eaLnBrk="1" fontAlgn="auto" latinLnBrk="0" hangingPunct="1">
              <a:lnSpc>
                <a:spcPct val="100000"/>
              </a:lnSpc>
              <a:spcBef>
                <a:spcPts val="0"/>
              </a:spcBef>
              <a:spcAft>
                <a:spcPts val="900"/>
              </a:spcAft>
              <a:buClrTx/>
              <a:buSzPct val="100000"/>
              <a:buFont typeface="Wingdings" panose="05000000000000000000" pitchFamily="2" charset="2"/>
              <a:buChar char="§"/>
              <a:tabLst/>
              <a:defRPr/>
            </a:pPr>
            <a:r>
              <a:rPr kumimoji="0" lang="pt-BR" sz="1300" b="0" i="0" u="none" strike="noStrike" kern="1200" cap="none" spc="0" normalizeH="0" baseline="0" noProof="0">
                <a:ln>
                  <a:noFill/>
                </a:ln>
                <a:solidFill>
                  <a:srgbClr val="071C25"/>
                </a:solidFill>
                <a:effectLst/>
                <a:uLnTx/>
                <a:uFillTx/>
                <a:latin typeface="Arial"/>
                <a:ea typeface="+mn-ea"/>
                <a:cs typeface="+mn-cs"/>
              </a:rPr>
              <a:t>Grande parte dos pedidos com necessidade de aprovação do gerente</a:t>
            </a:r>
          </a:p>
          <a:p>
            <a:pPr marL="180000" marR="0" lvl="1" indent="-180000" algn="l" defTabSz="895350" rtl="0" eaLnBrk="1" fontAlgn="auto" latinLnBrk="0" hangingPunct="1">
              <a:lnSpc>
                <a:spcPct val="100000"/>
              </a:lnSpc>
              <a:spcBef>
                <a:spcPts val="0"/>
              </a:spcBef>
              <a:spcAft>
                <a:spcPts val="900"/>
              </a:spcAft>
              <a:buClrTx/>
              <a:buSzPct val="100000"/>
              <a:buFont typeface="Wingdings" panose="05000000000000000000" pitchFamily="2" charset="2"/>
              <a:buChar char="§"/>
              <a:tabLst/>
              <a:defRPr/>
            </a:pPr>
            <a:r>
              <a:rPr kumimoji="0" lang="pt-BR" sz="1300" b="0" i="0" u="none" strike="noStrike" kern="1200" cap="none" spc="0" normalizeH="0" baseline="0" noProof="0">
                <a:ln>
                  <a:noFill/>
                </a:ln>
                <a:solidFill>
                  <a:srgbClr val="071C25"/>
                </a:solidFill>
                <a:effectLst/>
                <a:uLnTx/>
                <a:uFillTx/>
                <a:latin typeface="Arial"/>
                <a:ea typeface="+mn-ea"/>
                <a:cs typeface="+mn-cs"/>
              </a:rPr>
              <a:t>Definição de preços baseada em margem e captura de </a:t>
            </a:r>
            <a:r>
              <a:rPr kumimoji="0" lang="pt-BR" sz="1300" b="0" i="1" u="none" strike="noStrike" kern="1200" cap="none" spc="0" normalizeH="0" baseline="0" noProof="0" err="1">
                <a:ln>
                  <a:noFill/>
                </a:ln>
                <a:solidFill>
                  <a:srgbClr val="071C25"/>
                </a:solidFill>
                <a:effectLst/>
                <a:uLnTx/>
                <a:uFillTx/>
                <a:latin typeface="Arial"/>
                <a:ea typeface="+mn-ea"/>
                <a:cs typeface="+mn-cs"/>
              </a:rPr>
              <a:t>market</a:t>
            </a:r>
            <a:r>
              <a:rPr kumimoji="0" lang="pt-BR" sz="1300" b="0" i="1" u="none" strike="noStrike" kern="1200" cap="none" spc="0" normalizeH="0" baseline="0" noProof="0">
                <a:ln>
                  <a:noFill/>
                </a:ln>
                <a:solidFill>
                  <a:srgbClr val="071C25"/>
                </a:solidFill>
                <a:effectLst/>
                <a:uLnTx/>
                <a:uFillTx/>
                <a:latin typeface="Arial"/>
                <a:ea typeface="+mn-ea"/>
                <a:cs typeface="+mn-cs"/>
              </a:rPr>
              <a:t> </a:t>
            </a:r>
            <a:r>
              <a:rPr kumimoji="0" lang="pt-BR" sz="1300" b="0" i="1" u="none" strike="noStrike" kern="1200" cap="none" spc="0" normalizeH="0" baseline="0" noProof="0" err="1">
                <a:ln>
                  <a:noFill/>
                </a:ln>
                <a:solidFill>
                  <a:srgbClr val="071C25"/>
                </a:solidFill>
                <a:effectLst/>
                <a:uLnTx/>
                <a:uFillTx/>
                <a:latin typeface="Arial"/>
                <a:ea typeface="+mn-ea"/>
                <a:cs typeface="+mn-cs"/>
              </a:rPr>
              <a:t>share</a:t>
            </a:r>
            <a:endParaRPr kumimoji="0" lang="pt-BR" sz="1300" b="0" i="1" u="none" strike="noStrike" kern="1200" cap="none" spc="0" normalizeH="0" baseline="0" noProof="0">
              <a:ln>
                <a:noFill/>
              </a:ln>
              <a:solidFill>
                <a:srgbClr val="071C25"/>
              </a:solidFill>
              <a:effectLst/>
              <a:uLnTx/>
              <a:uFillTx/>
              <a:latin typeface="Arial"/>
              <a:ea typeface="+mn-ea"/>
              <a:cs typeface="+mn-cs"/>
            </a:endParaRPr>
          </a:p>
        </p:txBody>
      </p:sp>
      <p:sp>
        <p:nvSpPr>
          <p:cNvPr id="13" name="Rectangle 53">
            <a:extLst>
              <a:ext uri="{FF2B5EF4-FFF2-40B4-BE49-F238E27FC236}">
                <a16:creationId xmlns:a16="http://schemas.microsoft.com/office/drawing/2014/main" id="{3DB82B58-0025-6C1E-0791-31D2EA372A18}"/>
              </a:ext>
            </a:extLst>
          </p:cNvPr>
          <p:cNvSpPr txBox="1"/>
          <p:nvPr/>
        </p:nvSpPr>
        <p:spPr>
          <a:xfrm>
            <a:off x="8951230" y="1582150"/>
            <a:ext cx="3026785" cy="2231380"/>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marL="0" lvl="0" indent="0" defTabSz="895350" eaLnBrk="1" hangingPunct="1">
              <a:buClr>
                <a:schemeClr val="tx2"/>
              </a:buClr>
              <a:defRPr baseline="0">
                <a:latin typeface="+mn-lt"/>
              </a:defRPr>
            </a:lvl1pPr>
            <a:lvl2pPr marL="193675" lvl="1" indent="-192088" defTabSz="895350" eaLnBrk="1" hangingPunct="1">
              <a:buClr>
                <a:schemeClr val="tx2"/>
              </a:buClr>
              <a:buSzPct val="125000"/>
              <a:buFont typeface="Arial" charset="0"/>
              <a:buChar char="▪"/>
              <a:defRPr baseline="0">
                <a:latin typeface="+mn-lt"/>
              </a:defRPr>
            </a:lvl2pPr>
            <a:lvl3pPr marL="457200" lvl="2" indent="-261938" defTabSz="895350" eaLnBrk="1" hangingPunct="1">
              <a:buClr>
                <a:schemeClr val="tx2"/>
              </a:buClr>
              <a:buSzPct val="120000"/>
              <a:buFont typeface="Arial" charset="0"/>
              <a:buChar char="–"/>
              <a:defRPr baseline="0">
                <a:latin typeface="+mn-lt"/>
              </a:defRPr>
            </a:lvl3pPr>
            <a:lvl4pPr marL="614363" lvl="3" indent="-155575" defTabSz="895350" eaLnBrk="1" hangingPunct="1">
              <a:buClr>
                <a:schemeClr val="tx2"/>
              </a:buClr>
              <a:buSzPct val="120000"/>
              <a:buFont typeface="Arial" charset="0"/>
              <a:buChar char="▫"/>
              <a:defRPr baseline="0">
                <a:latin typeface="+mn-lt"/>
              </a:defRPr>
            </a:lvl4pPr>
            <a:lvl5pPr marL="749808" lvl="4" indent="-130175" defTabSz="895350" eaLnBrk="1" hangingPunct="1">
              <a:buClr>
                <a:schemeClr val="tx2"/>
              </a:buClr>
              <a:buSzPct val="89000"/>
              <a:buFont typeface="Arial" charset="0"/>
              <a:buChar char="-"/>
              <a:defRPr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marL="180000" marR="0" lvl="1" indent="-180000" algn="l" defTabSz="895350" rtl="0" eaLnBrk="1" fontAlgn="auto" latinLnBrk="0" hangingPunct="1">
              <a:lnSpc>
                <a:spcPct val="100000"/>
              </a:lnSpc>
              <a:spcBef>
                <a:spcPts val="0"/>
              </a:spcBef>
              <a:spcAft>
                <a:spcPts val="900"/>
              </a:spcAft>
              <a:buClrTx/>
              <a:buSzPct val="100000"/>
              <a:buFont typeface="Wingdings" panose="05000000000000000000" pitchFamily="2" charset="2"/>
              <a:buChar char="§"/>
              <a:tabLst/>
              <a:defRPr/>
            </a:pPr>
            <a:r>
              <a:rPr kumimoji="0" lang="pt-BR" sz="1300" b="0" i="0" u="none" strike="noStrike" kern="1200" cap="none" spc="0" normalizeH="0" baseline="0" noProof="0">
                <a:ln>
                  <a:noFill/>
                </a:ln>
                <a:solidFill>
                  <a:srgbClr val="071C25"/>
                </a:solidFill>
                <a:effectLst/>
                <a:uLnTx/>
                <a:uFillTx/>
                <a:latin typeface="Arial"/>
                <a:ea typeface="+mn-ea"/>
                <a:cs typeface="Arial"/>
              </a:rPr>
              <a:t>Processos mais eficientes liberam a força de vendas para dedicarem mais tempo aos clientes</a:t>
            </a:r>
          </a:p>
          <a:p>
            <a:pPr marL="180000" marR="0" lvl="1" indent="-180000" algn="l" defTabSz="895350" rtl="0" eaLnBrk="1" fontAlgn="auto" latinLnBrk="0" hangingPunct="1">
              <a:lnSpc>
                <a:spcPct val="100000"/>
              </a:lnSpc>
              <a:spcBef>
                <a:spcPts val="0"/>
              </a:spcBef>
              <a:spcAft>
                <a:spcPts val="900"/>
              </a:spcAft>
              <a:buClrTx/>
              <a:buSzPct val="100000"/>
              <a:buFont typeface="Wingdings" panose="05000000000000000000" pitchFamily="2" charset="2"/>
              <a:buChar char="§"/>
              <a:tabLst/>
              <a:defRPr/>
            </a:pPr>
            <a:r>
              <a:rPr kumimoji="0" lang="pt-BR" sz="1300" b="0" i="0" u="none" strike="noStrike" kern="1200" cap="none" spc="0" normalizeH="0" baseline="0" noProof="0">
                <a:ln>
                  <a:noFill/>
                </a:ln>
                <a:solidFill>
                  <a:srgbClr val="071C25"/>
                </a:solidFill>
                <a:effectLst/>
                <a:uLnTx/>
                <a:uFillTx/>
                <a:latin typeface="Arial"/>
                <a:ea typeface="+mn-ea"/>
                <a:cs typeface="Arial"/>
              </a:rPr>
              <a:t>Ferramentas e processos claros e padronizados proporcionam mais clareza e segurança aos vendedores nas negociações</a:t>
            </a:r>
          </a:p>
          <a:p>
            <a:pPr marL="180000" marR="0" lvl="1" indent="-180000" algn="l" defTabSz="895350" rtl="0" eaLnBrk="1" fontAlgn="auto" latinLnBrk="0" hangingPunct="1">
              <a:lnSpc>
                <a:spcPct val="100000"/>
              </a:lnSpc>
              <a:spcBef>
                <a:spcPts val="0"/>
              </a:spcBef>
              <a:spcAft>
                <a:spcPts val="900"/>
              </a:spcAft>
              <a:buClrTx/>
              <a:buSzPct val="100000"/>
              <a:buFont typeface="Wingdings" panose="05000000000000000000" pitchFamily="2" charset="2"/>
              <a:buChar char="§"/>
              <a:tabLst/>
              <a:defRPr/>
            </a:pPr>
            <a:r>
              <a:rPr kumimoji="0" lang="pt-BR" sz="1300" b="0" i="0" u="none" strike="noStrike" kern="1200" cap="none" spc="0" normalizeH="0" baseline="0" noProof="0">
                <a:ln>
                  <a:noFill/>
                </a:ln>
                <a:solidFill>
                  <a:srgbClr val="071C25"/>
                </a:solidFill>
                <a:effectLst/>
                <a:uLnTx/>
                <a:uFillTx/>
                <a:latin typeface="Arial"/>
                <a:ea typeface="+mn-ea"/>
                <a:cs typeface="Arial"/>
              </a:rPr>
              <a:t>Ganho financeiro estimado em </a:t>
            </a:r>
            <a:r>
              <a:rPr kumimoji="0" lang="pt-BR" sz="1300" b="0" i="0" u="none" strike="noStrike" kern="1200" cap="none" spc="0" normalizeH="0" baseline="0" noProof="0" err="1">
                <a:ln>
                  <a:noFill/>
                </a:ln>
                <a:solidFill>
                  <a:srgbClr val="071C25"/>
                </a:solidFill>
                <a:effectLst/>
                <a:uLnTx/>
                <a:uFillTx/>
                <a:latin typeface="Arial"/>
                <a:ea typeface="+mn-ea"/>
                <a:cs typeface="Arial"/>
              </a:rPr>
              <a:t>USD</a:t>
            </a:r>
            <a:r>
              <a:rPr kumimoji="0" lang="pt-BR" sz="1300" b="0" i="0" u="none" strike="noStrike" kern="1200" cap="none" spc="0" normalizeH="0" baseline="0" noProof="0">
                <a:ln>
                  <a:noFill/>
                </a:ln>
                <a:solidFill>
                  <a:srgbClr val="071C25"/>
                </a:solidFill>
                <a:effectLst/>
                <a:uLnTx/>
                <a:uFillTx/>
                <a:latin typeface="Arial"/>
                <a:ea typeface="+mn-ea"/>
                <a:cs typeface="Arial"/>
              </a:rPr>
              <a:t> 20 MM por ano de margem (em conjunto com outras iniciativas)</a:t>
            </a:r>
          </a:p>
        </p:txBody>
      </p:sp>
      <p:sp>
        <p:nvSpPr>
          <p:cNvPr id="14" name="Rectangle 53">
            <a:extLst>
              <a:ext uri="{FF2B5EF4-FFF2-40B4-BE49-F238E27FC236}">
                <a16:creationId xmlns:a16="http://schemas.microsoft.com/office/drawing/2014/main" id="{AAA0A85D-33B5-599E-FB12-5CFF743DDF53}"/>
              </a:ext>
            </a:extLst>
          </p:cNvPr>
          <p:cNvSpPr txBox="1"/>
          <p:nvPr/>
        </p:nvSpPr>
        <p:spPr>
          <a:xfrm>
            <a:off x="3494204" y="1583964"/>
            <a:ext cx="5203855" cy="1000274"/>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marL="0" lvl="0" indent="0" defTabSz="895350" eaLnBrk="1" hangingPunct="1">
              <a:buClr>
                <a:schemeClr val="tx2"/>
              </a:buClr>
              <a:defRPr baseline="0">
                <a:latin typeface="+mn-lt"/>
              </a:defRPr>
            </a:lvl1pPr>
            <a:lvl2pPr marL="193675" lvl="1" indent="-192088" defTabSz="895350" eaLnBrk="1" hangingPunct="1">
              <a:buClr>
                <a:schemeClr val="tx2"/>
              </a:buClr>
              <a:buSzPct val="125000"/>
              <a:buFont typeface="Arial" charset="0"/>
              <a:buChar char="▪"/>
              <a:defRPr baseline="0">
                <a:latin typeface="+mn-lt"/>
              </a:defRPr>
            </a:lvl2pPr>
            <a:lvl3pPr marL="457200" lvl="2" indent="-261938" defTabSz="895350" eaLnBrk="1" hangingPunct="1">
              <a:buClr>
                <a:schemeClr val="tx2"/>
              </a:buClr>
              <a:buSzPct val="120000"/>
              <a:buFont typeface="Arial" charset="0"/>
              <a:buChar char="–"/>
              <a:defRPr baseline="0">
                <a:latin typeface="+mn-lt"/>
              </a:defRPr>
            </a:lvl3pPr>
            <a:lvl4pPr marL="614363" lvl="3" indent="-155575" defTabSz="895350" eaLnBrk="1" hangingPunct="1">
              <a:buClr>
                <a:schemeClr val="tx2"/>
              </a:buClr>
              <a:buSzPct val="120000"/>
              <a:buFont typeface="Arial" charset="0"/>
              <a:buChar char="▫"/>
              <a:defRPr baseline="0">
                <a:latin typeface="+mn-lt"/>
              </a:defRPr>
            </a:lvl4pPr>
            <a:lvl5pPr marL="749808" lvl="4" indent="-130175" defTabSz="895350" eaLnBrk="1" hangingPunct="1">
              <a:buClr>
                <a:schemeClr val="tx2"/>
              </a:buClr>
              <a:buSzPct val="89000"/>
              <a:buFont typeface="Arial" charset="0"/>
              <a:buChar char="-"/>
              <a:defRPr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300" b="0" i="0" u="none" strike="noStrike" kern="1200" cap="none" spc="0" normalizeH="0" baseline="0" noProof="0">
                <a:ln>
                  <a:noFill/>
                </a:ln>
                <a:solidFill>
                  <a:srgbClr val="071C25"/>
                </a:solidFill>
                <a:effectLst/>
                <a:uLnTx/>
                <a:uFillTx/>
                <a:latin typeface="Arial"/>
                <a:ea typeface="+mn-ea"/>
                <a:cs typeface="+mn-cs"/>
              </a:rPr>
              <a:t>Realização de diagnóstico da dispersão do preço de venda dos produtos em relação à política comercial aplicada</a:t>
            </a:r>
          </a:p>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300" b="0" i="0" u="none" strike="noStrike" kern="1200" cap="none" spc="0" normalizeH="0" baseline="0" noProof="0">
                <a:ln>
                  <a:noFill/>
                </a:ln>
                <a:solidFill>
                  <a:srgbClr val="071C25"/>
                </a:solidFill>
                <a:effectLst/>
                <a:uLnTx/>
                <a:uFillTx/>
                <a:latin typeface="Arial"/>
                <a:ea typeface="+mn-ea"/>
                <a:cs typeface="+mn-cs"/>
              </a:rPr>
              <a:t>A identificação de uma dispersão errática e uma baixa aderência à política comercial, foram base para o desenvolvimento de um novo modelo de governança para a área comercial em 5 alavancas</a:t>
            </a:r>
          </a:p>
        </p:txBody>
      </p:sp>
    </p:spTree>
    <p:extLst>
      <p:ext uri="{BB962C8B-B14F-4D97-AF65-F5344CB8AC3E}">
        <p14:creationId xmlns:p14="http://schemas.microsoft.com/office/powerpoint/2010/main" val="299442736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9C3B5E-2EE4-7688-01D5-380C1940B3E5}"/>
            </a:ext>
          </a:extLst>
        </p:cNvPr>
        <p:cNvGrpSpPr/>
        <p:nvPr/>
      </p:nvGrpSpPr>
      <p:grpSpPr>
        <a:xfrm>
          <a:off x="0" y="0"/>
          <a:ext cx="0" cy="0"/>
          <a:chOff x="0" y="0"/>
          <a:chExt cx="0" cy="0"/>
        </a:xfrm>
      </p:grpSpPr>
      <p:graphicFrame>
        <p:nvGraphicFramePr>
          <p:cNvPr id="8" name="Objeto 7" hidden="1">
            <a:extLst>
              <a:ext uri="{FF2B5EF4-FFF2-40B4-BE49-F238E27FC236}">
                <a16:creationId xmlns:a16="http://schemas.microsoft.com/office/drawing/2014/main" id="{B2A37406-E295-925E-42F9-2BDBB47E247D}"/>
              </a:ext>
            </a:extLst>
          </p:cNvPr>
          <p:cNvGraphicFramePr>
            <a:graphicFrameLocks noChangeAspect="1"/>
          </p:cNvGraphicFramePr>
          <p:nvPr>
            <p:custDataLst>
              <p:tags r:id="rId1"/>
            </p:custDataLst>
          </p:nvPr>
        </p:nvGraphicFramePr>
        <p:xfrm>
          <a:off x="1525588" y="1588"/>
          <a:ext cx="1588" cy="1588"/>
        </p:xfrm>
        <a:graphic>
          <a:graphicData uri="http://schemas.openxmlformats.org/presentationml/2006/ole">
            <mc:AlternateContent xmlns:mc="http://schemas.openxmlformats.org/markup-compatibility/2006">
              <mc:Choice xmlns:v="urn:schemas-microsoft-com:vml" Requires="v">
                <p:oleObj name="Slide do think-cell" r:id="rId5" imgW="421" imgH="423" progId="TCLayout.ActiveDocument.1">
                  <p:embed/>
                </p:oleObj>
              </mc:Choice>
              <mc:Fallback>
                <p:oleObj name="Slide do think-cell" r:id="rId5" imgW="421" imgH="423" progId="TCLayout.ActiveDocument.1">
                  <p:embed/>
                  <p:pic>
                    <p:nvPicPr>
                      <p:cNvPr id="8" name="Objeto 7" hidden="1">
                        <a:extLst>
                          <a:ext uri="{FF2B5EF4-FFF2-40B4-BE49-F238E27FC236}">
                            <a16:creationId xmlns:a16="http://schemas.microsoft.com/office/drawing/2014/main" id="{B2A37406-E295-925E-42F9-2BDBB47E247D}"/>
                          </a:ext>
                        </a:extLst>
                      </p:cNvPr>
                      <p:cNvPicPr/>
                      <p:nvPr/>
                    </p:nvPicPr>
                    <p:blipFill>
                      <a:blip r:embed="rId6"/>
                      <a:stretch>
                        <a:fillRect/>
                      </a:stretch>
                    </p:blipFill>
                    <p:spPr>
                      <a:xfrm>
                        <a:off x="1525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D2C9C536-5F40-D3CA-78C8-EB7E3DE6A432}"/>
              </a:ext>
            </a:extLst>
          </p:cNvPr>
          <p:cNvSpPr/>
          <p:nvPr>
            <p:custDataLst>
              <p:tags r:id="rId2"/>
            </p:custDataLst>
          </p:nvPr>
        </p:nvSpPr>
        <p:spPr>
          <a:xfrm>
            <a:off x="0" y="0"/>
            <a:ext cx="158750" cy="158750"/>
          </a:xfrm>
          <a:prstGeom prst="rect">
            <a:avLst/>
          </a:prstGeom>
          <a:solidFill>
            <a:schemeClr val="accent2"/>
          </a:solidFill>
          <a:ln w="19050">
            <a:solidFill>
              <a:schemeClr val="accent2"/>
            </a:solidFill>
            <a:miter lim="400000"/>
          </a:ln>
          <a:effectLst/>
        </p:spPr>
        <p:txBody>
          <a:bodyPr wrap="none" lIns="0" tIns="0" rIns="0" bIns="0" numCol="1" spcCol="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2000" b="1"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22" name="Shape 3063">
            <a:extLst>
              <a:ext uri="{FF2B5EF4-FFF2-40B4-BE49-F238E27FC236}">
                <a16:creationId xmlns:a16="http://schemas.microsoft.com/office/drawing/2014/main" id="{F19B11BF-30EA-4884-757B-B953F9901ED9}"/>
              </a:ext>
            </a:extLst>
          </p:cNvPr>
          <p:cNvSpPr/>
          <p:nvPr/>
        </p:nvSpPr>
        <p:spPr>
          <a:xfrm>
            <a:off x="3370395" y="1432560"/>
            <a:ext cx="5451475" cy="5425440"/>
          </a:xfrm>
          <a:prstGeom prst="rect">
            <a:avLst/>
          </a:prstGeom>
          <a:solidFill>
            <a:srgbClr val="F2F2F2">
              <a:alpha val="80000"/>
            </a:srgbClr>
          </a:solidFill>
          <a:ln w="12700" cap="flat">
            <a:noFill/>
            <a:miter lim="400000"/>
          </a:ln>
          <a:effectLst/>
        </p:spPr>
        <p:txBody>
          <a:bodyPr wrap="square" lIns="0" tIns="0" rIns="0" bIns="0" numCol="1" anchor="ctr">
            <a:noAutofit/>
          </a:bodyPr>
          <a:lstStyle/>
          <a:p>
            <a:pPr marL="0" marR="0" lvl="0" indent="0" algn="l" defTabSz="219075" rtl="0" eaLnBrk="1" fontAlgn="auto" latinLnBrk="0" hangingPunct="1">
              <a:lnSpc>
                <a:spcPct val="100000"/>
              </a:lnSpc>
              <a:spcBef>
                <a:spcPts val="0"/>
              </a:spcBef>
              <a:spcAft>
                <a:spcPts val="0"/>
              </a:spcAft>
              <a:buClrTx/>
              <a:buSzTx/>
              <a:buFontTx/>
              <a:buNone/>
              <a:tabLst/>
              <a:defRPr/>
            </a:pPr>
            <a:endParaRPr kumimoji="0" lang="pt-BR" sz="13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Gill Sans"/>
              <a:ea typeface="+mn-ea"/>
              <a:cs typeface="+mn-cs"/>
            </a:endParaRPr>
          </a:p>
        </p:txBody>
      </p:sp>
      <p:sp>
        <p:nvSpPr>
          <p:cNvPr id="19" name="Text Placeholder 18">
            <a:extLst>
              <a:ext uri="{FF2B5EF4-FFF2-40B4-BE49-F238E27FC236}">
                <a16:creationId xmlns:a16="http://schemas.microsoft.com/office/drawing/2014/main" id="{2F489519-C43E-0B8C-CDF1-6B9EF0CD0788}"/>
              </a:ext>
            </a:extLst>
          </p:cNvPr>
          <p:cNvSpPr>
            <a:spLocks noGrp="1"/>
          </p:cNvSpPr>
          <p:nvPr>
            <p:ph type="body" sz="quarter" idx="14"/>
          </p:nvPr>
        </p:nvSpPr>
        <p:spPr/>
        <p:txBody>
          <a:bodyPr/>
          <a:lstStyle/>
          <a:p>
            <a:r>
              <a:rPr lang="pt-BR"/>
              <a:t>Fonte: Mirow &amp; Co.</a:t>
            </a:r>
          </a:p>
        </p:txBody>
      </p:sp>
      <p:sp>
        <p:nvSpPr>
          <p:cNvPr id="2" name="Title 1">
            <a:extLst>
              <a:ext uri="{FF2B5EF4-FFF2-40B4-BE49-F238E27FC236}">
                <a16:creationId xmlns:a16="http://schemas.microsoft.com/office/drawing/2014/main" id="{BA70F919-FB49-E294-B1FA-BFCBA3ED99AC}"/>
              </a:ext>
            </a:extLst>
          </p:cNvPr>
          <p:cNvSpPr>
            <a:spLocks noGrp="1"/>
          </p:cNvSpPr>
          <p:nvPr>
            <p:ph type="title"/>
          </p:nvPr>
        </p:nvSpPr>
        <p:spPr>
          <a:xfrm>
            <a:off x="478971" y="225177"/>
            <a:ext cx="11485488" cy="307777"/>
          </a:xfrm>
        </p:spPr>
        <p:txBody>
          <a:bodyPr vert="horz"/>
          <a:lstStyle/>
          <a:p>
            <a:r>
              <a:rPr lang="pt-BR"/>
              <a:t>Revisão do </a:t>
            </a:r>
            <a:r>
              <a:rPr lang="pt-BR" i="1" err="1"/>
              <a:t>pricing</a:t>
            </a:r>
            <a:r>
              <a:rPr lang="pt-BR" i="1"/>
              <a:t> </a:t>
            </a:r>
            <a:r>
              <a:rPr lang="pt-BR" sz="2000" kern="0"/>
              <a:t>em empresa norueguesa de fertilizantes fosfatados e à base de potássio</a:t>
            </a:r>
            <a:endParaRPr lang="pt-BR"/>
          </a:p>
        </p:txBody>
      </p:sp>
      <p:pic>
        <p:nvPicPr>
          <p:cNvPr id="3" name="Imagem 2">
            <a:extLst>
              <a:ext uri="{FF2B5EF4-FFF2-40B4-BE49-F238E27FC236}">
                <a16:creationId xmlns:a16="http://schemas.microsoft.com/office/drawing/2014/main" id="{08F6E031-A6ED-FA29-E177-8883D31D2499}"/>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3766396" y="2122999"/>
            <a:ext cx="4659472" cy="1994053"/>
          </a:xfrm>
          <a:prstGeom prst="rect">
            <a:avLst/>
          </a:prstGeom>
        </p:spPr>
      </p:pic>
      <p:pic>
        <p:nvPicPr>
          <p:cNvPr id="6" name="Imagem 5">
            <a:extLst>
              <a:ext uri="{FF2B5EF4-FFF2-40B4-BE49-F238E27FC236}">
                <a16:creationId xmlns:a16="http://schemas.microsoft.com/office/drawing/2014/main" id="{DB71E96E-0A20-D848-22EE-AE3126D5FDBE}"/>
              </a:ext>
            </a:extLst>
          </p:cNvPr>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3994163" y="4698262"/>
            <a:ext cx="4203939" cy="1779507"/>
          </a:xfrm>
          <a:prstGeom prst="rect">
            <a:avLst/>
          </a:prstGeom>
          <a:solidFill>
            <a:schemeClr val="bg1"/>
          </a:solidFill>
        </p:spPr>
      </p:pic>
      <p:sp>
        <p:nvSpPr>
          <p:cNvPr id="29" name="Rectangle 53">
            <a:extLst>
              <a:ext uri="{FF2B5EF4-FFF2-40B4-BE49-F238E27FC236}">
                <a16:creationId xmlns:a16="http://schemas.microsoft.com/office/drawing/2014/main" id="{4577B629-4D8D-AEC7-8185-5810A0A8FD5C}"/>
              </a:ext>
            </a:extLst>
          </p:cNvPr>
          <p:cNvSpPr txBox="1"/>
          <p:nvPr/>
        </p:nvSpPr>
        <p:spPr>
          <a:xfrm>
            <a:off x="107824" y="1583964"/>
            <a:ext cx="3153600" cy="2862322"/>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marL="0" lvl="0" indent="0" defTabSz="895350" eaLnBrk="1" hangingPunct="1">
              <a:buClr>
                <a:schemeClr val="tx2"/>
              </a:buClr>
              <a:defRPr baseline="0">
                <a:latin typeface="+mn-lt"/>
              </a:defRPr>
            </a:lvl1pPr>
            <a:lvl2pPr marL="193675" lvl="1" indent="-192088" defTabSz="895350" eaLnBrk="1" hangingPunct="1">
              <a:buClr>
                <a:schemeClr val="tx2"/>
              </a:buClr>
              <a:buSzPct val="125000"/>
              <a:buFont typeface="Arial" charset="0"/>
              <a:buChar char="▪"/>
              <a:defRPr baseline="0">
                <a:latin typeface="+mn-lt"/>
              </a:defRPr>
            </a:lvl2pPr>
            <a:lvl3pPr marL="457200" lvl="2" indent="-261938" defTabSz="895350" eaLnBrk="1" hangingPunct="1">
              <a:buClr>
                <a:schemeClr val="tx2"/>
              </a:buClr>
              <a:buSzPct val="120000"/>
              <a:buFont typeface="Arial" charset="0"/>
              <a:buChar char="–"/>
              <a:defRPr baseline="0">
                <a:latin typeface="+mn-lt"/>
              </a:defRPr>
            </a:lvl3pPr>
            <a:lvl4pPr marL="614363" lvl="3" indent="-155575" defTabSz="895350" eaLnBrk="1" hangingPunct="1">
              <a:buClr>
                <a:schemeClr val="tx2"/>
              </a:buClr>
              <a:buSzPct val="120000"/>
              <a:buFont typeface="Arial" charset="0"/>
              <a:buChar char="▫"/>
              <a:defRPr baseline="0">
                <a:latin typeface="+mn-lt"/>
              </a:defRPr>
            </a:lvl4pPr>
            <a:lvl5pPr marL="749808" lvl="4" indent="-130175" defTabSz="895350" eaLnBrk="1" hangingPunct="1">
              <a:buClr>
                <a:schemeClr val="tx2"/>
              </a:buClr>
              <a:buSzPct val="89000"/>
              <a:buFont typeface="Arial" charset="0"/>
              <a:buChar char="-"/>
              <a:defRPr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marL="180000" marR="0" lvl="1" indent="-180000" algn="l" defTabSz="895350" rtl="0" eaLnBrk="1" fontAlgn="auto" latinLnBrk="0" hangingPunct="1">
              <a:lnSpc>
                <a:spcPct val="100000"/>
              </a:lnSpc>
              <a:spcBef>
                <a:spcPts val="0"/>
              </a:spcBef>
              <a:spcAft>
                <a:spcPts val="900"/>
              </a:spcAft>
              <a:buClrTx/>
              <a:buSzPct val="100000"/>
              <a:buFont typeface="Wingdings" panose="05000000000000000000" pitchFamily="2" charset="2"/>
              <a:buChar char="§"/>
              <a:tabLst/>
              <a:defRPr/>
            </a:pPr>
            <a:r>
              <a:rPr kumimoji="0" lang="pt-BR" sz="1300" b="0" i="0" u="none" strike="noStrike" kern="1200" cap="none" spc="0" normalizeH="0" baseline="0" noProof="0">
                <a:ln>
                  <a:noFill/>
                </a:ln>
                <a:solidFill>
                  <a:srgbClr val="071C25"/>
                </a:solidFill>
                <a:effectLst/>
                <a:uLnTx/>
                <a:uFillTx/>
                <a:latin typeface="Arial"/>
                <a:ea typeface="+mn-ea"/>
                <a:cs typeface="+mn-cs"/>
              </a:rPr>
              <a:t>“Valor perdido” por precificação de grande parte dos produtos premium com lógica de custo</a:t>
            </a:r>
          </a:p>
          <a:p>
            <a:pPr marL="180000" marR="0" lvl="1" indent="-180000" algn="l" defTabSz="895350" rtl="0" eaLnBrk="1" fontAlgn="auto" latinLnBrk="0" hangingPunct="1">
              <a:lnSpc>
                <a:spcPct val="100000"/>
              </a:lnSpc>
              <a:spcBef>
                <a:spcPts val="0"/>
              </a:spcBef>
              <a:spcAft>
                <a:spcPts val="900"/>
              </a:spcAft>
              <a:buClrTx/>
              <a:buSzPct val="100000"/>
              <a:buFont typeface="Wingdings" panose="05000000000000000000" pitchFamily="2" charset="2"/>
              <a:buChar char="§"/>
              <a:tabLst/>
              <a:defRPr/>
            </a:pPr>
            <a:r>
              <a:rPr kumimoji="0" lang="pt-BR" sz="1300" b="0" i="0" u="none" strike="noStrike" kern="1200" cap="none" spc="0" normalizeH="0" baseline="0" noProof="0">
                <a:ln>
                  <a:noFill/>
                </a:ln>
                <a:solidFill>
                  <a:srgbClr val="071C25"/>
                </a:solidFill>
                <a:effectLst/>
                <a:uLnTx/>
                <a:uFillTx/>
                <a:latin typeface="Arial"/>
                <a:ea typeface="+mn-ea"/>
                <a:cs typeface="+mn-cs"/>
              </a:rPr>
              <a:t>Produtos premium precificados com lógica de valor utilizando apenas a alavanca de produtividade</a:t>
            </a:r>
          </a:p>
          <a:p>
            <a:pPr marL="180000" marR="0" lvl="1" indent="-180000" algn="l" defTabSz="895350" rtl="0" eaLnBrk="1" fontAlgn="auto" latinLnBrk="0" hangingPunct="1">
              <a:lnSpc>
                <a:spcPct val="100000"/>
              </a:lnSpc>
              <a:spcBef>
                <a:spcPts val="0"/>
              </a:spcBef>
              <a:spcAft>
                <a:spcPts val="900"/>
              </a:spcAft>
              <a:buClrTx/>
              <a:buSzPct val="100000"/>
              <a:buFont typeface="Wingdings" panose="05000000000000000000" pitchFamily="2" charset="2"/>
              <a:buChar char="§"/>
              <a:tabLst/>
              <a:defRPr/>
            </a:pPr>
            <a:r>
              <a:rPr kumimoji="0" lang="pt-BR" sz="1300" b="0" i="0" u="none" strike="noStrike" kern="1200" cap="none" spc="0" normalizeH="0" baseline="0" noProof="0">
                <a:ln>
                  <a:noFill/>
                </a:ln>
                <a:solidFill>
                  <a:srgbClr val="071C25"/>
                </a:solidFill>
                <a:effectLst/>
                <a:uLnTx/>
                <a:uFillTx/>
                <a:latin typeface="Arial"/>
                <a:ea typeface="+mn-ea"/>
                <a:cs typeface="+mn-cs"/>
              </a:rPr>
              <a:t>Decisões de ajuste de preço baseadas em “percepção”</a:t>
            </a:r>
          </a:p>
          <a:p>
            <a:pPr marL="180000" marR="0" lvl="1" indent="-180000" algn="l" defTabSz="895350" rtl="0" eaLnBrk="1" fontAlgn="auto" latinLnBrk="0" hangingPunct="1">
              <a:lnSpc>
                <a:spcPct val="100000"/>
              </a:lnSpc>
              <a:spcBef>
                <a:spcPts val="0"/>
              </a:spcBef>
              <a:spcAft>
                <a:spcPts val="900"/>
              </a:spcAft>
              <a:buClrTx/>
              <a:buSzPct val="100000"/>
              <a:buFont typeface="Wingdings" panose="05000000000000000000" pitchFamily="2" charset="2"/>
              <a:buChar char="§"/>
              <a:tabLst/>
              <a:defRPr/>
            </a:pPr>
            <a:r>
              <a:rPr kumimoji="0" lang="pt-BR" sz="1300" b="0" i="0" u="none" strike="noStrike" kern="1200" cap="none" spc="0" normalizeH="0" baseline="0" noProof="0">
                <a:ln>
                  <a:noFill/>
                </a:ln>
                <a:solidFill>
                  <a:srgbClr val="071C25"/>
                </a:solidFill>
                <a:effectLst/>
                <a:uLnTx/>
                <a:uFillTx/>
                <a:latin typeface="Arial"/>
                <a:ea typeface="+mn-ea"/>
                <a:cs typeface="+mn-cs"/>
              </a:rPr>
              <a:t>Parâmetros utilizados na precificação não são transparentes</a:t>
            </a:r>
          </a:p>
          <a:p>
            <a:pPr marL="180000" marR="0" lvl="1" indent="-180000" algn="l" defTabSz="895350" rtl="0" eaLnBrk="1" fontAlgn="auto" latinLnBrk="0" hangingPunct="1">
              <a:lnSpc>
                <a:spcPct val="100000"/>
              </a:lnSpc>
              <a:spcBef>
                <a:spcPts val="0"/>
              </a:spcBef>
              <a:spcAft>
                <a:spcPts val="900"/>
              </a:spcAft>
              <a:buClrTx/>
              <a:buSzPct val="100000"/>
              <a:buFont typeface="Wingdings" panose="05000000000000000000" pitchFamily="2" charset="2"/>
              <a:buChar char="§"/>
              <a:tabLst/>
              <a:defRPr/>
            </a:pPr>
            <a:r>
              <a:rPr kumimoji="0" lang="pt-BR" sz="1300" b="0" i="0" u="none" strike="noStrike" kern="1200" cap="none" spc="0" normalizeH="0" baseline="0" noProof="0">
                <a:ln>
                  <a:noFill/>
                </a:ln>
                <a:solidFill>
                  <a:srgbClr val="071C25"/>
                </a:solidFill>
                <a:effectLst/>
                <a:uLnTx/>
                <a:uFillTx/>
                <a:latin typeface="Arial"/>
                <a:ea typeface="+mn-ea"/>
                <a:cs typeface="+mn-cs"/>
              </a:rPr>
              <a:t>Excesso de trabalho dedicado a processos manuais na área de </a:t>
            </a:r>
            <a:r>
              <a:rPr kumimoji="0" lang="pt-BR" sz="1300" b="0" i="1" u="none" strike="noStrike" kern="1200" cap="none" spc="0" normalizeH="0" baseline="0" noProof="0" err="1">
                <a:ln>
                  <a:noFill/>
                </a:ln>
                <a:solidFill>
                  <a:srgbClr val="071C25"/>
                </a:solidFill>
                <a:effectLst/>
                <a:uLnTx/>
                <a:uFillTx/>
                <a:latin typeface="Arial"/>
                <a:ea typeface="+mn-ea"/>
                <a:cs typeface="+mn-cs"/>
              </a:rPr>
              <a:t>pricing</a:t>
            </a:r>
            <a:endParaRPr kumimoji="0" lang="pt-BR" sz="1300" b="0" i="1" u="none" strike="noStrike" kern="1200" cap="none" spc="0" normalizeH="0" baseline="0" noProof="0">
              <a:ln>
                <a:noFill/>
              </a:ln>
              <a:solidFill>
                <a:srgbClr val="071C25"/>
              </a:solidFill>
              <a:effectLst/>
              <a:uLnTx/>
              <a:uFillTx/>
              <a:latin typeface="Arial"/>
              <a:ea typeface="+mn-ea"/>
              <a:cs typeface="+mn-cs"/>
            </a:endParaRPr>
          </a:p>
        </p:txBody>
      </p:sp>
      <p:sp>
        <p:nvSpPr>
          <p:cNvPr id="31" name="Rectangle 53">
            <a:extLst>
              <a:ext uri="{FF2B5EF4-FFF2-40B4-BE49-F238E27FC236}">
                <a16:creationId xmlns:a16="http://schemas.microsoft.com/office/drawing/2014/main" id="{C7575C8C-3418-6240-44F3-4E8DA55CA44D}"/>
              </a:ext>
            </a:extLst>
          </p:cNvPr>
          <p:cNvSpPr txBox="1"/>
          <p:nvPr/>
        </p:nvSpPr>
        <p:spPr>
          <a:xfrm>
            <a:off x="3494204" y="1583964"/>
            <a:ext cx="5203855" cy="400110"/>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marL="0" lvl="0" indent="0" defTabSz="895350" eaLnBrk="1" hangingPunct="1">
              <a:buClr>
                <a:schemeClr val="tx2"/>
              </a:buClr>
              <a:defRPr baseline="0">
                <a:latin typeface="+mn-lt"/>
              </a:defRPr>
            </a:lvl1pPr>
            <a:lvl2pPr marL="193675" lvl="1" indent="-192088" defTabSz="895350" eaLnBrk="1" hangingPunct="1">
              <a:buClr>
                <a:schemeClr val="tx2"/>
              </a:buClr>
              <a:buSzPct val="125000"/>
              <a:buFont typeface="Arial" charset="0"/>
              <a:buChar char="▪"/>
              <a:defRPr baseline="0">
                <a:latin typeface="+mn-lt"/>
              </a:defRPr>
            </a:lvl2pPr>
            <a:lvl3pPr marL="457200" lvl="2" indent="-261938" defTabSz="895350" eaLnBrk="1" hangingPunct="1">
              <a:buClr>
                <a:schemeClr val="tx2"/>
              </a:buClr>
              <a:buSzPct val="120000"/>
              <a:buFont typeface="Arial" charset="0"/>
              <a:buChar char="–"/>
              <a:defRPr baseline="0">
                <a:latin typeface="+mn-lt"/>
              </a:defRPr>
            </a:lvl3pPr>
            <a:lvl4pPr marL="614363" lvl="3" indent="-155575" defTabSz="895350" eaLnBrk="1" hangingPunct="1">
              <a:buClr>
                <a:schemeClr val="tx2"/>
              </a:buClr>
              <a:buSzPct val="120000"/>
              <a:buFont typeface="Arial" charset="0"/>
              <a:buChar char="▫"/>
              <a:defRPr baseline="0">
                <a:latin typeface="+mn-lt"/>
              </a:defRPr>
            </a:lvl4pPr>
            <a:lvl5pPr marL="749808" lvl="4" indent="-130175" defTabSz="895350" eaLnBrk="1" hangingPunct="1">
              <a:buClr>
                <a:schemeClr val="tx2"/>
              </a:buClr>
              <a:buSzPct val="89000"/>
              <a:buFont typeface="Arial" charset="0"/>
              <a:buChar char="-"/>
              <a:defRPr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300" b="0" i="0" u="none" strike="noStrike" kern="1200" cap="none" spc="0" normalizeH="0" baseline="0" noProof="0">
                <a:ln>
                  <a:noFill/>
                </a:ln>
                <a:solidFill>
                  <a:srgbClr val="071C25"/>
                </a:solidFill>
                <a:effectLst/>
                <a:uLnTx/>
                <a:uFillTx/>
                <a:latin typeface="Arial"/>
                <a:ea typeface="+mn-ea"/>
                <a:cs typeface="+mn-cs"/>
              </a:rPr>
              <a:t>O projeto se baseou na entrega de dois produtos</a:t>
            </a:r>
          </a:p>
          <a:p>
            <a:pPr marL="457200" marR="0" lvl="2" indent="-261938" algn="l" defTabSz="895350" rtl="0" eaLnBrk="1" fontAlgn="auto" latinLnBrk="0" hangingPunct="1">
              <a:lnSpc>
                <a:spcPct val="100000"/>
              </a:lnSpc>
              <a:spcBef>
                <a:spcPts val="0"/>
              </a:spcBef>
              <a:spcAft>
                <a:spcPts val="0"/>
              </a:spcAft>
              <a:buClrTx/>
              <a:buSzPct val="120000"/>
              <a:buFont typeface="Arial" charset="0"/>
              <a:buChar char="–"/>
              <a:tabLst/>
              <a:defRPr/>
            </a:pPr>
            <a:r>
              <a:rPr kumimoji="0" lang="pt-BR" sz="1300" b="0" i="0" u="none" strike="noStrike" kern="1200" cap="none" spc="0" normalizeH="0" baseline="0" noProof="0">
                <a:ln>
                  <a:noFill/>
                </a:ln>
                <a:solidFill>
                  <a:srgbClr val="071C25"/>
                </a:solidFill>
                <a:effectLst/>
                <a:uLnTx/>
                <a:uFillTx/>
                <a:latin typeface="Arial"/>
                <a:ea typeface="+mn-ea"/>
                <a:cs typeface="+mn-cs"/>
              </a:rPr>
              <a:t>Definição de uma nova lógica de precificação</a:t>
            </a:r>
          </a:p>
        </p:txBody>
      </p:sp>
      <p:sp>
        <p:nvSpPr>
          <p:cNvPr id="37" name="Rectangle 53">
            <a:extLst>
              <a:ext uri="{FF2B5EF4-FFF2-40B4-BE49-F238E27FC236}">
                <a16:creationId xmlns:a16="http://schemas.microsoft.com/office/drawing/2014/main" id="{87ACCED5-4F1C-25C0-80EB-4C58D53690E1}"/>
              </a:ext>
            </a:extLst>
          </p:cNvPr>
          <p:cNvSpPr txBox="1"/>
          <p:nvPr/>
        </p:nvSpPr>
        <p:spPr>
          <a:xfrm>
            <a:off x="3494204" y="4307629"/>
            <a:ext cx="5040000" cy="200055"/>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marL="0" lvl="0" indent="0" defTabSz="895350" eaLnBrk="1" hangingPunct="1">
              <a:buClr>
                <a:schemeClr val="tx2"/>
              </a:buClr>
              <a:defRPr baseline="0">
                <a:latin typeface="+mn-lt"/>
              </a:defRPr>
            </a:lvl1pPr>
            <a:lvl2pPr marL="193675" lvl="1" indent="-192088" defTabSz="895350" eaLnBrk="1" hangingPunct="1">
              <a:buClr>
                <a:schemeClr val="tx2"/>
              </a:buClr>
              <a:buSzPct val="125000"/>
              <a:buFont typeface="Arial" charset="0"/>
              <a:buChar char="▪"/>
              <a:defRPr baseline="0">
                <a:latin typeface="+mn-lt"/>
              </a:defRPr>
            </a:lvl2pPr>
            <a:lvl3pPr marL="457200" lvl="2" indent="-261938" defTabSz="895350" eaLnBrk="1" hangingPunct="1">
              <a:buClr>
                <a:schemeClr val="tx2"/>
              </a:buClr>
              <a:buSzPct val="120000"/>
              <a:buFont typeface="Arial" charset="0"/>
              <a:buChar char="–"/>
              <a:defRPr baseline="0">
                <a:latin typeface="+mn-lt"/>
              </a:defRPr>
            </a:lvl3pPr>
            <a:lvl4pPr marL="614363" lvl="3" indent="-155575" defTabSz="895350" eaLnBrk="1" hangingPunct="1">
              <a:buClr>
                <a:schemeClr val="tx2"/>
              </a:buClr>
              <a:buSzPct val="120000"/>
              <a:buFont typeface="Arial" charset="0"/>
              <a:buChar char="▫"/>
              <a:defRPr baseline="0">
                <a:latin typeface="+mn-lt"/>
              </a:defRPr>
            </a:lvl4pPr>
            <a:lvl5pPr marL="749808" lvl="4" indent="-130175" defTabSz="895350" eaLnBrk="1" hangingPunct="1">
              <a:buClr>
                <a:schemeClr val="tx2"/>
              </a:buClr>
              <a:buSzPct val="89000"/>
              <a:buFont typeface="Arial" charset="0"/>
              <a:buChar char="-"/>
              <a:defRPr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marL="193675" marR="0" lvl="1" indent="-192088" algn="l" defTabSz="895350" rtl="0" eaLnBrk="1" fontAlgn="auto" latinLnBrk="0" hangingPunct="1">
              <a:lnSpc>
                <a:spcPct val="100000"/>
              </a:lnSpc>
              <a:spcBef>
                <a:spcPts val="0"/>
              </a:spcBef>
              <a:spcAft>
                <a:spcPts val="0"/>
              </a:spcAft>
              <a:buClrTx/>
              <a:buSzPct val="125000"/>
              <a:buFont typeface="Arial" charset="0"/>
              <a:buChar char="▪"/>
              <a:tabLst/>
              <a:defRPr/>
            </a:pPr>
            <a:r>
              <a:rPr kumimoji="0" lang="pt-BR" sz="1300" b="0" i="0" u="none" strike="noStrike" kern="1200" cap="none" spc="0" normalizeH="0" baseline="0" noProof="0">
                <a:ln>
                  <a:noFill/>
                </a:ln>
                <a:solidFill>
                  <a:srgbClr val="071C25"/>
                </a:solidFill>
                <a:effectLst/>
                <a:uLnTx/>
                <a:uFillTx/>
                <a:latin typeface="Arial"/>
                <a:ea typeface="+mn-ea"/>
                <a:cs typeface="+mn-cs"/>
              </a:rPr>
              <a:t>Construção de uma ferramenta para a área de </a:t>
            </a:r>
            <a:r>
              <a:rPr kumimoji="0" lang="pt-BR" sz="1300" b="0" i="1" u="none" strike="noStrike" kern="1200" cap="none" spc="0" normalizeH="0" baseline="0" noProof="0" err="1">
                <a:ln>
                  <a:noFill/>
                </a:ln>
                <a:solidFill>
                  <a:srgbClr val="071C25"/>
                </a:solidFill>
                <a:effectLst/>
                <a:uLnTx/>
                <a:uFillTx/>
                <a:latin typeface="Arial"/>
                <a:ea typeface="+mn-ea"/>
                <a:cs typeface="+mn-cs"/>
              </a:rPr>
              <a:t>pricing</a:t>
            </a:r>
            <a:endParaRPr kumimoji="0" lang="pt-BR" sz="1300" b="0" i="1" u="none" strike="noStrike" kern="1200" cap="none" spc="0" normalizeH="0" baseline="0" noProof="0">
              <a:ln>
                <a:noFill/>
              </a:ln>
              <a:solidFill>
                <a:srgbClr val="071C25"/>
              </a:solidFill>
              <a:effectLst/>
              <a:uLnTx/>
              <a:uFillTx/>
              <a:latin typeface="Arial"/>
              <a:ea typeface="+mn-ea"/>
              <a:cs typeface="+mn-cs"/>
            </a:endParaRPr>
          </a:p>
        </p:txBody>
      </p:sp>
      <p:grpSp>
        <p:nvGrpSpPr>
          <p:cNvPr id="4" name="Grupo 3">
            <a:extLst>
              <a:ext uri="{FF2B5EF4-FFF2-40B4-BE49-F238E27FC236}">
                <a16:creationId xmlns:a16="http://schemas.microsoft.com/office/drawing/2014/main" id="{0AA62DF0-7DEB-EB8A-2BDE-184A6D9E8157}"/>
              </a:ext>
            </a:extLst>
          </p:cNvPr>
          <p:cNvGrpSpPr/>
          <p:nvPr/>
        </p:nvGrpSpPr>
        <p:grpSpPr>
          <a:xfrm>
            <a:off x="1" y="930619"/>
            <a:ext cx="12192000" cy="567750"/>
            <a:chOff x="1" y="930619"/>
            <a:chExt cx="12192000" cy="468000"/>
          </a:xfrm>
        </p:grpSpPr>
        <p:sp>
          <p:nvSpPr>
            <p:cNvPr id="7" name="Rectangle 53">
              <a:extLst>
                <a:ext uri="{FF2B5EF4-FFF2-40B4-BE49-F238E27FC236}">
                  <a16:creationId xmlns:a16="http://schemas.microsoft.com/office/drawing/2014/main" id="{77A9302B-55F8-ADB3-0D01-92D595D9DC9E}"/>
                </a:ext>
              </a:extLst>
            </p:cNvPr>
            <p:cNvSpPr/>
            <p:nvPr/>
          </p:nvSpPr>
          <p:spPr>
            <a:xfrm>
              <a:off x="1" y="930619"/>
              <a:ext cx="3370394" cy="468000"/>
            </a:xfrm>
            <a:prstGeom prst="rect">
              <a:avLst/>
            </a:prstGeom>
            <a:solidFill>
              <a:schemeClr val="accent2"/>
            </a:solidFill>
            <a:ln w="12700" cap="flat">
              <a:noFill/>
              <a:miter lim="400000"/>
            </a:ln>
            <a:effectLst/>
          </p:spPr>
          <p:txBody>
            <a:bodyPr wrap="square" lIns="0" tIns="0" rIns="0" bIns="0" numCol="1" anchor="ctr">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pt-BR" sz="1400" b="1" i="0" u="none" strike="noStrike" kern="1200" cap="none" spc="0" normalizeH="0" baseline="0" noProof="0">
                  <a:ln>
                    <a:noFill/>
                  </a:ln>
                  <a:solidFill>
                    <a:prstClr val="white"/>
                  </a:solidFill>
                  <a:effectLst/>
                  <a:uLnTx/>
                  <a:uFillTx/>
                  <a:latin typeface="Arial"/>
                  <a:ea typeface="+mn-ea"/>
                  <a:cs typeface="+mn-cs"/>
                </a:rPr>
                <a:t>Situação</a:t>
              </a:r>
              <a:endParaRPr kumimoji="0" lang="pt-BR" sz="1400" b="0" i="0" u="none" strike="noStrike" kern="0" cap="none" spc="0" normalizeH="0" baseline="0" noProof="0">
                <a:ln>
                  <a:noFill/>
                </a:ln>
                <a:solidFill>
                  <a:prstClr val="white"/>
                </a:solidFill>
                <a:effectLst/>
                <a:uLnTx/>
                <a:uFillTx/>
                <a:latin typeface="Arial"/>
                <a:ea typeface="+mn-ea"/>
                <a:cs typeface="+mn-cs"/>
              </a:endParaRPr>
            </a:p>
          </p:txBody>
        </p:sp>
        <p:sp>
          <p:nvSpPr>
            <p:cNvPr id="9" name="Freeform: Shape 32">
              <a:extLst>
                <a:ext uri="{FF2B5EF4-FFF2-40B4-BE49-F238E27FC236}">
                  <a16:creationId xmlns:a16="http://schemas.microsoft.com/office/drawing/2014/main" id="{819CB233-2826-46BB-9556-FDCEF229932E}"/>
                </a:ext>
              </a:extLst>
            </p:cNvPr>
            <p:cNvSpPr/>
            <p:nvPr/>
          </p:nvSpPr>
          <p:spPr>
            <a:xfrm>
              <a:off x="8821224" y="930619"/>
              <a:ext cx="3370777" cy="468000"/>
            </a:xfrm>
            <a:prstGeom prst="rect">
              <a:avLst/>
            </a:prstGeom>
            <a:solidFill>
              <a:schemeClr val="tx2"/>
            </a:solidFill>
            <a:ln w="12700" cap="flat">
              <a:noFill/>
              <a:miter lim="400000"/>
            </a:ln>
            <a:effectLst/>
          </p:spPr>
          <p:txBody>
            <a:bodyPr wrap="square" lIns="0" tIns="0" rIns="0" bIns="0" numCol="1" anchor="ctr">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pt-BR" sz="1400" b="1" i="0" u="none" strike="noStrike" kern="1200" cap="none" spc="0" normalizeH="0" baseline="0" noProof="0">
                  <a:ln>
                    <a:noFill/>
                  </a:ln>
                  <a:solidFill>
                    <a:prstClr val="white"/>
                  </a:solidFill>
                  <a:effectLst/>
                  <a:uLnTx/>
                  <a:uFillTx/>
                  <a:latin typeface="Arial"/>
                  <a:ea typeface="+mn-ea"/>
                  <a:cs typeface="+mn-cs"/>
                </a:rPr>
                <a:t>Conclusões e resultados esperados</a:t>
              </a:r>
            </a:p>
          </p:txBody>
        </p:sp>
        <p:sp>
          <p:nvSpPr>
            <p:cNvPr id="10" name="Freeform: Shape 32">
              <a:extLst>
                <a:ext uri="{FF2B5EF4-FFF2-40B4-BE49-F238E27FC236}">
                  <a16:creationId xmlns:a16="http://schemas.microsoft.com/office/drawing/2014/main" id="{3E63E093-C4B7-B765-D5DB-1513C7C929B7}"/>
                </a:ext>
              </a:extLst>
            </p:cNvPr>
            <p:cNvSpPr/>
            <p:nvPr/>
          </p:nvSpPr>
          <p:spPr>
            <a:xfrm>
              <a:off x="3370395" y="930619"/>
              <a:ext cx="5450830" cy="468000"/>
            </a:xfrm>
            <a:prstGeom prst="rect">
              <a:avLst/>
            </a:prstGeom>
            <a:solidFill>
              <a:schemeClr val="accent1"/>
            </a:solidFill>
            <a:ln w="12700" cap="flat">
              <a:noFill/>
              <a:miter lim="400000"/>
            </a:ln>
            <a:effectLst/>
          </p:spPr>
          <p:txBody>
            <a:bodyPr wrap="square" lIns="0" tIns="0" rIns="0" bIns="0"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400" b="1" i="0" u="none" strike="noStrike" kern="1200" cap="none" spc="0" normalizeH="0" baseline="0" noProof="0">
                  <a:ln>
                    <a:noFill/>
                  </a:ln>
                  <a:solidFill>
                    <a:srgbClr val="020E66"/>
                  </a:solidFill>
                  <a:effectLst/>
                  <a:uLnTx/>
                  <a:uFillTx/>
                  <a:latin typeface="Arial"/>
                  <a:ea typeface="+mn-ea"/>
                  <a:cs typeface="+mn-cs"/>
                </a:rPr>
                <a:t>Descrição dos trabalhos e dos produtos finais</a:t>
              </a:r>
              <a:endParaRPr kumimoji="0" lang="pt-BR" sz="1400" b="0" i="0" u="none" strike="noStrike" kern="1200" cap="none" spc="0" normalizeH="0" baseline="0" noProof="0">
                <a:ln>
                  <a:noFill/>
                </a:ln>
                <a:solidFill>
                  <a:srgbClr val="020E66"/>
                </a:solidFill>
                <a:effectLst/>
                <a:uLnTx/>
                <a:uFillTx/>
                <a:latin typeface="Arial"/>
                <a:ea typeface="+mn-ea"/>
                <a:cs typeface="+mn-cs"/>
              </a:endParaRPr>
            </a:p>
          </p:txBody>
        </p:sp>
        <p:sp>
          <p:nvSpPr>
            <p:cNvPr id="11" name="Diamond 56">
              <a:extLst>
                <a:ext uri="{FF2B5EF4-FFF2-40B4-BE49-F238E27FC236}">
                  <a16:creationId xmlns:a16="http://schemas.microsoft.com/office/drawing/2014/main" id="{5AD480CC-D303-3916-8669-4065652C967C}"/>
                </a:ext>
              </a:extLst>
            </p:cNvPr>
            <p:cNvSpPr/>
            <p:nvPr/>
          </p:nvSpPr>
          <p:spPr>
            <a:xfrm>
              <a:off x="3210617" y="1054891"/>
              <a:ext cx="269506" cy="219456"/>
            </a:xfrm>
            <a:prstGeom prst="diamond">
              <a:avLst/>
            </a:prstGeom>
            <a:solidFill>
              <a:schemeClr val="accent2"/>
            </a:solidFill>
            <a:ln w="19050">
              <a:noFill/>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400" b="0" i="0" u="none" strike="noStrike" kern="1200" cap="none" spc="0" normalizeH="0" baseline="0" noProof="0">
                <a:ln>
                  <a:noFill/>
                </a:ln>
                <a:solidFill>
                  <a:prstClr val="white"/>
                </a:solidFill>
                <a:effectLst/>
                <a:uLnTx/>
                <a:uFillTx/>
                <a:latin typeface="Arial"/>
                <a:ea typeface="+mn-ea"/>
                <a:cs typeface="+mn-cs"/>
              </a:endParaRPr>
            </a:p>
          </p:txBody>
        </p:sp>
        <p:sp>
          <p:nvSpPr>
            <p:cNvPr id="12" name="Diamond 58">
              <a:extLst>
                <a:ext uri="{FF2B5EF4-FFF2-40B4-BE49-F238E27FC236}">
                  <a16:creationId xmlns:a16="http://schemas.microsoft.com/office/drawing/2014/main" id="{E3C5EDAF-5665-CB9F-ACA5-061850870CBC}"/>
                </a:ext>
              </a:extLst>
            </p:cNvPr>
            <p:cNvSpPr/>
            <p:nvPr/>
          </p:nvSpPr>
          <p:spPr>
            <a:xfrm>
              <a:off x="8661446" y="1054891"/>
              <a:ext cx="269506" cy="219456"/>
            </a:xfrm>
            <a:prstGeom prst="diamond">
              <a:avLst/>
            </a:prstGeom>
            <a:solidFill>
              <a:schemeClr val="accent1"/>
            </a:solidFill>
            <a:ln w="19050">
              <a:noFill/>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400" b="0" i="0" u="none" strike="noStrike" kern="1200" cap="none" spc="0" normalizeH="0" baseline="0" noProof="0">
                <a:ln>
                  <a:noFill/>
                </a:ln>
                <a:solidFill>
                  <a:prstClr val="white"/>
                </a:solidFill>
                <a:effectLst/>
                <a:uLnTx/>
                <a:uFillTx/>
                <a:latin typeface="Arial"/>
                <a:ea typeface="+mn-ea"/>
                <a:cs typeface="+mn-cs"/>
              </a:endParaRPr>
            </a:p>
          </p:txBody>
        </p:sp>
      </p:grpSp>
      <p:sp>
        <p:nvSpPr>
          <p:cNvPr id="15" name="Rectangle 53">
            <a:extLst>
              <a:ext uri="{FF2B5EF4-FFF2-40B4-BE49-F238E27FC236}">
                <a16:creationId xmlns:a16="http://schemas.microsoft.com/office/drawing/2014/main" id="{E46A67D0-DDB0-5D6C-3C85-25798B0AC271}"/>
              </a:ext>
            </a:extLst>
          </p:cNvPr>
          <p:cNvSpPr txBox="1"/>
          <p:nvPr/>
        </p:nvSpPr>
        <p:spPr>
          <a:xfrm>
            <a:off x="8951230" y="1582150"/>
            <a:ext cx="3026785" cy="2631490"/>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marL="0" lvl="0" indent="0" defTabSz="895350" eaLnBrk="1" hangingPunct="1">
              <a:buClr>
                <a:schemeClr val="tx2"/>
              </a:buClr>
              <a:defRPr baseline="0">
                <a:latin typeface="+mn-lt"/>
              </a:defRPr>
            </a:lvl1pPr>
            <a:lvl2pPr marL="193675" lvl="1" indent="-192088" defTabSz="895350" eaLnBrk="1" hangingPunct="1">
              <a:buClr>
                <a:schemeClr val="tx2"/>
              </a:buClr>
              <a:buSzPct val="125000"/>
              <a:buFont typeface="Arial" charset="0"/>
              <a:buChar char="▪"/>
              <a:defRPr baseline="0">
                <a:latin typeface="+mn-lt"/>
              </a:defRPr>
            </a:lvl2pPr>
            <a:lvl3pPr marL="457200" lvl="2" indent="-261938" defTabSz="895350" eaLnBrk="1" hangingPunct="1">
              <a:buClr>
                <a:schemeClr val="tx2"/>
              </a:buClr>
              <a:buSzPct val="120000"/>
              <a:buFont typeface="Arial" charset="0"/>
              <a:buChar char="–"/>
              <a:defRPr baseline="0">
                <a:latin typeface="+mn-lt"/>
              </a:defRPr>
            </a:lvl3pPr>
            <a:lvl4pPr marL="614363" lvl="3" indent="-155575" defTabSz="895350" eaLnBrk="1" hangingPunct="1">
              <a:buClr>
                <a:schemeClr val="tx2"/>
              </a:buClr>
              <a:buSzPct val="120000"/>
              <a:buFont typeface="Arial" charset="0"/>
              <a:buChar char="▫"/>
              <a:defRPr baseline="0">
                <a:latin typeface="+mn-lt"/>
              </a:defRPr>
            </a:lvl4pPr>
            <a:lvl5pPr marL="749808" lvl="4" indent="-130175" defTabSz="895350" eaLnBrk="1" hangingPunct="1">
              <a:buClr>
                <a:schemeClr val="tx2"/>
              </a:buClr>
              <a:buSzPct val="89000"/>
              <a:buFont typeface="Arial" charset="0"/>
              <a:buChar char="-"/>
              <a:defRPr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marL="180000" marR="0" lvl="1" indent="-180000" algn="l" defTabSz="895350" rtl="0" eaLnBrk="1" fontAlgn="auto" latinLnBrk="0" hangingPunct="1">
              <a:lnSpc>
                <a:spcPct val="100000"/>
              </a:lnSpc>
              <a:spcBef>
                <a:spcPts val="0"/>
              </a:spcBef>
              <a:spcAft>
                <a:spcPts val="900"/>
              </a:spcAft>
              <a:buClrTx/>
              <a:buSzPct val="100000"/>
              <a:buFont typeface="Wingdings" panose="05000000000000000000" pitchFamily="2" charset="2"/>
              <a:buChar char="§"/>
              <a:tabLst/>
              <a:defRPr/>
            </a:pPr>
            <a:r>
              <a:rPr kumimoji="0" lang="pt-BR" sz="1300" b="0" i="0" u="none" strike="noStrike" kern="1200" cap="none" spc="0" normalizeH="0" baseline="0" noProof="0">
                <a:ln>
                  <a:noFill/>
                </a:ln>
                <a:solidFill>
                  <a:srgbClr val="071C25"/>
                </a:solidFill>
                <a:effectLst/>
                <a:uLnTx/>
                <a:uFillTx/>
                <a:latin typeface="Arial"/>
                <a:ea typeface="+mn-ea"/>
                <a:cs typeface="Arial"/>
              </a:rPr>
              <a:t>Nova lógica de construção do preço permite maior captura de valor dos produtos com diferenciação por região e incorporação do valor percebido</a:t>
            </a:r>
          </a:p>
          <a:p>
            <a:pPr marL="180000" marR="0" lvl="1" indent="-180000" algn="l" defTabSz="895350" rtl="0" eaLnBrk="1" fontAlgn="auto" latinLnBrk="0" hangingPunct="1">
              <a:lnSpc>
                <a:spcPct val="100000"/>
              </a:lnSpc>
              <a:spcBef>
                <a:spcPts val="0"/>
              </a:spcBef>
              <a:spcAft>
                <a:spcPts val="900"/>
              </a:spcAft>
              <a:buClrTx/>
              <a:buSzPct val="100000"/>
              <a:buFont typeface="Wingdings" panose="05000000000000000000" pitchFamily="2" charset="2"/>
              <a:buChar char="§"/>
              <a:tabLst/>
              <a:defRPr/>
            </a:pPr>
            <a:r>
              <a:rPr kumimoji="0" lang="pt-BR" sz="1300" b="0" i="0" u="none" strike="noStrike" kern="1200" cap="none" spc="0" normalizeH="0" baseline="0" noProof="0">
                <a:ln>
                  <a:noFill/>
                </a:ln>
                <a:solidFill>
                  <a:srgbClr val="071C25"/>
                </a:solidFill>
                <a:effectLst/>
                <a:uLnTx/>
                <a:uFillTx/>
                <a:latin typeface="Arial"/>
                <a:ea typeface="+mn-ea"/>
                <a:cs typeface="Arial"/>
              </a:rPr>
              <a:t>Ferramenta de </a:t>
            </a:r>
            <a:r>
              <a:rPr kumimoji="0" lang="pt-BR" sz="1300" b="0" i="1" u="none" strike="noStrike" kern="1200" cap="none" spc="0" normalizeH="0" baseline="0" noProof="0" err="1">
                <a:ln>
                  <a:noFill/>
                </a:ln>
                <a:solidFill>
                  <a:srgbClr val="071C25"/>
                </a:solidFill>
                <a:effectLst/>
                <a:uLnTx/>
                <a:uFillTx/>
                <a:latin typeface="Arial"/>
                <a:ea typeface="+mn-ea"/>
                <a:cs typeface="Arial"/>
              </a:rPr>
              <a:t>pricing</a:t>
            </a:r>
            <a:r>
              <a:rPr kumimoji="0" lang="pt-BR" sz="1300" b="0" i="0" u="none" strike="noStrike" kern="1200" cap="none" spc="0" normalizeH="0" baseline="0" noProof="0">
                <a:ln>
                  <a:noFill/>
                </a:ln>
                <a:solidFill>
                  <a:srgbClr val="071C25"/>
                </a:solidFill>
                <a:effectLst/>
                <a:uLnTx/>
                <a:uFillTx/>
                <a:latin typeface="Arial"/>
                <a:ea typeface="+mn-ea"/>
                <a:cs typeface="Arial"/>
              </a:rPr>
              <a:t> agiliza o processo semanal de definição de preços, reduz erros manuais e dá maior transparência de custos para a organização</a:t>
            </a:r>
          </a:p>
          <a:p>
            <a:pPr marL="180000" marR="0" lvl="1" indent="-180000" algn="l" defTabSz="895350" rtl="0" eaLnBrk="1" fontAlgn="auto" latinLnBrk="0" hangingPunct="1">
              <a:lnSpc>
                <a:spcPct val="100000"/>
              </a:lnSpc>
              <a:spcBef>
                <a:spcPts val="0"/>
              </a:spcBef>
              <a:spcAft>
                <a:spcPts val="900"/>
              </a:spcAft>
              <a:buClrTx/>
              <a:buSzPct val="100000"/>
              <a:buFont typeface="Wingdings" panose="05000000000000000000" pitchFamily="2" charset="2"/>
              <a:buChar char="§"/>
              <a:tabLst/>
              <a:defRPr/>
            </a:pPr>
            <a:r>
              <a:rPr kumimoji="0" lang="pt-BR" sz="1300" b="0" i="0" u="none" strike="noStrike" kern="1200" cap="none" spc="0" normalizeH="0" baseline="0" noProof="0">
                <a:ln>
                  <a:noFill/>
                </a:ln>
                <a:solidFill>
                  <a:srgbClr val="071C25"/>
                </a:solidFill>
                <a:effectLst/>
                <a:uLnTx/>
                <a:uFillTx/>
                <a:latin typeface="Arial"/>
                <a:ea typeface="+mn-ea"/>
                <a:cs typeface="Arial"/>
              </a:rPr>
              <a:t>Ganho financeiro estimado em </a:t>
            </a:r>
            <a:r>
              <a:rPr kumimoji="0" lang="pt-BR" sz="1300" b="0" i="0" u="none" strike="noStrike" kern="1200" cap="none" spc="0" normalizeH="0" baseline="0" noProof="0" err="1">
                <a:ln>
                  <a:noFill/>
                </a:ln>
                <a:solidFill>
                  <a:srgbClr val="071C25"/>
                </a:solidFill>
                <a:effectLst/>
                <a:uLnTx/>
                <a:uFillTx/>
                <a:latin typeface="Arial"/>
                <a:ea typeface="+mn-ea"/>
                <a:cs typeface="Arial"/>
              </a:rPr>
              <a:t>USD</a:t>
            </a:r>
            <a:r>
              <a:rPr kumimoji="0" lang="pt-BR" sz="1300" b="0" i="0" u="none" strike="noStrike" kern="1200" cap="none" spc="0" normalizeH="0" baseline="0" noProof="0">
                <a:ln>
                  <a:noFill/>
                </a:ln>
                <a:solidFill>
                  <a:srgbClr val="071C25"/>
                </a:solidFill>
                <a:effectLst/>
                <a:uLnTx/>
                <a:uFillTx/>
                <a:latin typeface="Arial"/>
                <a:ea typeface="+mn-ea"/>
                <a:cs typeface="Arial"/>
              </a:rPr>
              <a:t> 20 MM por ano de margem (em conjunto com outras iniciativas)</a:t>
            </a:r>
          </a:p>
        </p:txBody>
      </p:sp>
    </p:spTree>
    <p:extLst>
      <p:ext uri="{BB962C8B-B14F-4D97-AF65-F5344CB8AC3E}">
        <p14:creationId xmlns:p14="http://schemas.microsoft.com/office/powerpoint/2010/main" val="70507104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to 5" hidden="1">
            <a:extLst>
              <a:ext uri="{FF2B5EF4-FFF2-40B4-BE49-F238E27FC236}">
                <a16:creationId xmlns:a16="http://schemas.microsoft.com/office/drawing/2014/main" id="{4285C690-30A0-40FE-BF25-A0F1E3224EB9}"/>
              </a:ext>
            </a:extLst>
          </p:cNvPr>
          <p:cNvGraphicFramePr>
            <a:graphicFrameLocks noChangeAspect="1"/>
          </p:cNvGraphicFramePr>
          <p:nvPr>
            <p:custDataLst>
              <p:tags r:id="rId1"/>
            </p:custDataLst>
            <p:extLst>
              <p:ext uri="{D42A27DB-BD31-4B8C-83A1-F6EECF244321}">
                <p14:modId xmlns:p14="http://schemas.microsoft.com/office/powerpoint/2010/main" val="75609438"/>
              </p:ext>
            </p:extLst>
          </p:nvPr>
        </p:nvGraphicFramePr>
        <p:xfrm>
          <a:off x="1525588" y="1588"/>
          <a:ext cx="1588" cy="1588"/>
        </p:xfrm>
        <a:graphic>
          <a:graphicData uri="http://schemas.openxmlformats.org/presentationml/2006/ole">
            <mc:AlternateContent xmlns:mc="http://schemas.openxmlformats.org/markup-compatibility/2006">
              <mc:Choice xmlns:v="urn:schemas-microsoft-com:vml" Requires="v">
                <p:oleObj name="Slide do think-cell" r:id="rId5" imgW="421" imgH="423" progId="TCLayout.ActiveDocument.1">
                  <p:embed/>
                </p:oleObj>
              </mc:Choice>
              <mc:Fallback>
                <p:oleObj name="Slide do think-cell" r:id="rId5" imgW="421" imgH="423" progId="TCLayout.ActiveDocument.1">
                  <p:embed/>
                  <p:pic>
                    <p:nvPicPr>
                      <p:cNvPr id="6" name="Objeto 5" hidden="1">
                        <a:extLst>
                          <a:ext uri="{FF2B5EF4-FFF2-40B4-BE49-F238E27FC236}">
                            <a16:creationId xmlns:a16="http://schemas.microsoft.com/office/drawing/2014/main" id="{4285C690-30A0-40FE-BF25-A0F1E3224EB9}"/>
                          </a:ext>
                        </a:extLst>
                      </p:cNvPr>
                      <p:cNvPicPr/>
                      <p:nvPr/>
                    </p:nvPicPr>
                    <p:blipFill>
                      <a:blip r:embed="rId6"/>
                      <a:stretch>
                        <a:fillRect/>
                      </a:stretch>
                    </p:blipFill>
                    <p:spPr>
                      <a:xfrm>
                        <a:off x="1525588" y="1588"/>
                        <a:ext cx="1588" cy="1588"/>
                      </a:xfrm>
                      <a:prstGeom prst="rect">
                        <a:avLst/>
                      </a:prstGeom>
                    </p:spPr>
                  </p:pic>
                </p:oleObj>
              </mc:Fallback>
            </mc:AlternateContent>
          </a:graphicData>
        </a:graphic>
      </p:graphicFrame>
      <p:sp>
        <p:nvSpPr>
          <p:cNvPr id="53" name="Shape 3063">
            <a:extLst>
              <a:ext uri="{FF2B5EF4-FFF2-40B4-BE49-F238E27FC236}">
                <a16:creationId xmlns:a16="http://schemas.microsoft.com/office/drawing/2014/main" id="{87AC0457-70E9-4929-835F-1FBC89733FB6}"/>
              </a:ext>
            </a:extLst>
          </p:cNvPr>
          <p:cNvSpPr/>
          <p:nvPr/>
        </p:nvSpPr>
        <p:spPr>
          <a:xfrm>
            <a:off x="3370395" y="1212875"/>
            <a:ext cx="5451475" cy="5645125"/>
          </a:xfrm>
          <a:prstGeom prst="rect">
            <a:avLst/>
          </a:prstGeom>
          <a:solidFill>
            <a:srgbClr val="F2F2F2">
              <a:alpha val="80000"/>
            </a:srgbClr>
          </a:solidFill>
          <a:ln w="12700" cap="flat">
            <a:noFill/>
            <a:miter lim="400000"/>
          </a:ln>
          <a:effectLst/>
        </p:spPr>
        <p:txBody>
          <a:bodyPr wrap="square" lIns="0" tIns="0" rIns="0" bIns="0" numCol="1" anchor="ctr">
            <a:noAutofit/>
          </a:bodyPr>
          <a:lstStyle/>
          <a:p>
            <a:pPr marL="0" marR="0" lvl="0" indent="0" algn="l" defTabSz="219075" rtl="0" eaLnBrk="1" fontAlgn="auto" latinLnBrk="0" hangingPunct="1">
              <a:lnSpc>
                <a:spcPct val="100000"/>
              </a:lnSpc>
              <a:spcBef>
                <a:spcPts val="0"/>
              </a:spcBef>
              <a:spcAft>
                <a:spcPts val="0"/>
              </a:spcAft>
              <a:buClrTx/>
              <a:buSzTx/>
              <a:buFontTx/>
              <a:buNone/>
              <a:tabLst/>
              <a:defRPr/>
            </a:pPr>
            <a:endParaRPr kumimoji="0" lang="pt-BR" sz="13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Gill Sans"/>
              <a:ea typeface="+mn-ea"/>
              <a:cs typeface="+mn-cs"/>
            </a:endParaRPr>
          </a:p>
        </p:txBody>
      </p:sp>
      <p:sp>
        <p:nvSpPr>
          <p:cNvPr id="2" name="Retângulo 1" hidden="1">
            <a:extLst>
              <a:ext uri="{FF2B5EF4-FFF2-40B4-BE49-F238E27FC236}">
                <a16:creationId xmlns:a16="http://schemas.microsoft.com/office/drawing/2014/main" id="{E9304D42-1DA2-4644-BA23-DC5575BE0F75}"/>
              </a:ext>
            </a:extLst>
          </p:cNvPr>
          <p:cNvSpPr/>
          <p:nvPr>
            <p:custDataLst>
              <p:tags r:id="rId2"/>
            </p:custDataLst>
          </p:nvPr>
        </p:nvSpPr>
        <p:spPr>
          <a:xfrm>
            <a:off x="1524000" y="0"/>
            <a:ext cx="158750" cy="158750"/>
          </a:xfrm>
          <a:prstGeom prst="rect">
            <a:avLst/>
          </a:prstGeom>
          <a:solidFill>
            <a:schemeClr val="accent2"/>
          </a:solidFill>
          <a:ln w="19050">
            <a:solidFill>
              <a:schemeClr val="accent2"/>
            </a:solidFill>
            <a:miter lim="400000"/>
          </a:ln>
          <a:effectLst/>
        </p:spPr>
        <p:txBody>
          <a:bodyPr wrap="none" lIns="0" tIns="0" rIns="0" bIns="0" numCol="1" spcCol="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2000" b="1" i="0" u="none" strike="noStrike" kern="1200" cap="none" spc="0" normalizeH="0" baseline="0" noProof="0">
              <a:ln>
                <a:noFill/>
              </a:ln>
              <a:solidFill>
                <a:prstClr val="white"/>
              </a:solidFill>
              <a:effectLst/>
              <a:uLnTx/>
              <a:uFillTx/>
              <a:latin typeface="Arial" panose="020B0604020202020204" pitchFamily="34" charset="0"/>
              <a:ea typeface="+mn-ea"/>
              <a:cs typeface="+mn-cs"/>
              <a:sym typeface="Arial" panose="020B0604020202020204" pitchFamily="34" charset="0"/>
            </a:endParaRPr>
          </a:p>
        </p:txBody>
      </p:sp>
      <p:sp>
        <p:nvSpPr>
          <p:cNvPr id="5" name="Espaço Reservado para Texto 4">
            <a:extLst>
              <a:ext uri="{FF2B5EF4-FFF2-40B4-BE49-F238E27FC236}">
                <a16:creationId xmlns:a16="http://schemas.microsoft.com/office/drawing/2014/main" id="{85FC3528-C8F7-4DCA-ACA8-6AFED0A06F6B}"/>
              </a:ext>
            </a:extLst>
          </p:cNvPr>
          <p:cNvSpPr>
            <a:spLocks noGrp="1"/>
          </p:cNvSpPr>
          <p:nvPr>
            <p:ph type="body" sz="quarter" idx="14"/>
          </p:nvPr>
        </p:nvSpPr>
        <p:spPr/>
        <p:txBody>
          <a:bodyPr/>
          <a:lstStyle/>
          <a:p>
            <a:r>
              <a:rPr lang="pt-BR"/>
              <a:t>Fonte: Mirow &amp; Co.</a:t>
            </a:r>
          </a:p>
        </p:txBody>
      </p:sp>
      <p:sp>
        <p:nvSpPr>
          <p:cNvPr id="22" name="Title 21">
            <a:extLst>
              <a:ext uri="{FF2B5EF4-FFF2-40B4-BE49-F238E27FC236}">
                <a16:creationId xmlns:a16="http://schemas.microsoft.com/office/drawing/2014/main" id="{04C3CDA4-2A6F-43E4-A19B-04191F88A72A}"/>
              </a:ext>
            </a:extLst>
          </p:cNvPr>
          <p:cNvSpPr>
            <a:spLocks noGrp="1"/>
          </p:cNvSpPr>
          <p:nvPr>
            <p:ph type="title"/>
          </p:nvPr>
        </p:nvSpPr>
        <p:spPr>
          <a:xfrm>
            <a:off x="478971" y="225177"/>
            <a:ext cx="11485488" cy="615553"/>
          </a:xfrm>
        </p:spPr>
        <p:txBody>
          <a:bodyPr vert="horz"/>
          <a:lstStyle/>
          <a:p>
            <a:r>
              <a:rPr lang="pt-BR"/>
              <a:t>Desenvolvimento do planejamento estratégico de empresa brasileira de fertilizantes fosfatados e análise de cenários de expansão</a:t>
            </a:r>
            <a:endParaRPr lang="pt-BR" i="1"/>
          </a:p>
        </p:txBody>
      </p:sp>
      <p:grpSp>
        <p:nvGrpSpPr>
          <p:cNvPr id="3" name="Grupo 2">
            <a:extLst>
              <a:ext uri="{FF2B5EF4-FFF2-40B4-BE49-F238E27FC236}">
                <a16:creationId xmlns:a16="http://schemas.microsoft.com/office/drawing/2014/main" id="{ADA04AFE-4130-20D2-1A34-F93F0843CC1F}"/>
              </a:ext>
            </a:extLst>
          </p:cNvPr>
          <p:cNvGrpSpPr/>
          <p:nvPr/>
        </p:nvGrpSpPr>
        <p:grpSpPr>
          <a:xfrm>
            <a:off x="1" y="930619"/>
            <a:ext cx="12192000" cy="567750"/>
            <a:chOff x="1" y="930619"/>
            <a:chExt cx="12192000" cy="468000"/>
          </a:xfrm>
        </p:grpSpPr>
        <p:sp>
          <p:nvSpPr>
            <p:cNvPr id="54" name="Rectangle 53">
              <a:extLst>
                <a:ext uri="{FF2B5EF4-FFF2-40B4-BE49-F238E27FC236}">
                  <a16:creationId xmlns:a16="http://schemas.microsoft.com/office/drawing/2014/main" id="{3E9F4763-7372-44AF-B85E-FCEF2BC1D55E}"/>
                </a:ext>
              </a:extLst>
            </p:cNvPr>
            <p:cNvSpPr/>
            <p:nvPr/>
          </p:nvSpPr>
          <p:spPr>
            <a:xfrm>
              <a:off x="1" y="930619"/>
              <a:ext cx="3370394" cy="468000"/>
            </a:xfrm>
            <a:prstGeom prst="rect">
              <a:avLst/>
            </a:prstGeom>
            <a:solidFill>
              <a:schemeClr val="accent2"/>
            </a:solidFill>
            <a:ln w="12700" cap="flat">
              <a:noFill/>
              <a:miter lim="400000"/>
            </a:ln>
            <a:effectLst/>
          </p:spPr>
          <p:txBody>
            <a:bodyPr wrap="square" lIns="0" tIns="0" rIns="0" bIns="0" numCol="1" anchor="ctr">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pt-BR" sz="1400" b="1" i="0" u="none" strike="noStrike" kern="1200" cap="none" spc="0" normalizeH="0" baseline="0" noProof="0">
                  <a:ln>
                    <a:noFill/>
                  </a:ln>
                  <a:solidFill>
                    <a:prstClr val="white"/>
                  </a:solidFill>
                  <a:effectLst/>
                  <a:uLnTx/>
                  <a:uFillTx/>
                  <a:latin typeface="Arial"/>
                  <a:ea typeface="+mn-ea"/>
                  <a:cs typeface="+mn-cs"/>
                </a:rPr>
                <a:t>Situação</a:t>
              </a:r>
              <a:endParaRPr kumimoji="0" lang="pt-BR" sz="1400" b="0" i="0" u="none" strike="noStrike" kern="0" cap="none" spc="0" normalizeH="0" baseline="0" noProof="0">
                <a:ln>
                  <a:noFill/>
                </a:ln>
                <a:solidFill>
                  <a:prstClr val="white"/>
                </a:solidFill>
                <a:effectLst/>
                <a:uLnTx/>
                <a:uFillTx/>
                <a:latin typeface="Arial"/>
                <a:ea typeface="+mn-ea"/>
                <a:cs typeface="+mn-cs"/>
              </a:endParaRPr>
            </a:p>
          </p:txBody>
        </p:sp>
        <p:sp>
          <p:nvSpPr>
            <p:cNvPr id="55" name="Freeform: Shape 32">
              <a:extLst>
                <a:ext uri="{FF2B5EF4-FFF2-40B4-BE49-F238E27FC236}">
                  <a16:creationId xmlns:a16="http://schemas.microsoft.com/office/drawing/2014/main" id="{17A9A694-3B89-407E-982B-6BCAF78E17D1}"/>
                </a:ext>
              </a:extLst>
            </p:cNvPr>
            <p:cNvSpPr/>
            <p:nvPr/>
          </p:nvSpPr>
          <p:spPr>
            <a:xfrm>
              <a:off x="8821224" y="930619"/>
              <a:ext cx="3370777" cy="468000"/>
            </a:xfrm>
            <a:prstGeom prst="rect">
              <a:avLst/>
            </a:prstGeom>
            <a:solidFill>
              <a:schemeClr val="tx2"/>
            </a:solidFill>
            <a:ln w="12700" cap="flat">
              <a:noFill/>
              <a:miter lim="400000"/>
            </a:ln>
            <a:effectLst/>
          </p:spPr>
          <p:txBody>
            <a:bodyPr wrap="square" lIns="0" tIns="0" rIns="0" bIns="0" numCol="1" anchor="ctr">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pt-BR" sz="1400" b="1" i="0" u="none" strike="noStrike" kern="1200" cap="none" spc="0" normalizeH="0" baseline="0" noProof="0">
                  <a:ln>
                    <a:noFill/>
                  </a:ln>
                  <a:solidFill>
                    <a:prstClr val="white"/>
                  </a:solidFill>
                  <a:effectLst/>
                  <a:uLnTx/>
                  <a:uFillTx/>
                  <a:latin typeface="Arial"/>
                  <a:ea typeface="+mn-ea"/>
                  <a:cs typeface="+mn-cs"/>
                </a:rPr>
                <a:t>Conclusões e resultados esperados</a:t>
              </a:r>
            </a:p>
          </p:txBody>
        </p:sp>
        <p:sp>
          <p:nvSpPr>
            <p:cNvPr id="56" name="Freeform: Shape 32">
              <a:extLst>
                <a:ext uri="{FF2B5EF4-FFF2-40B4-BE49-F238E27FC236}">
                  <a16:creationId xmlns:a16="http://schemas.microsoft.com/office/drawing/2014/main" id="{BB01F712-05A3-46F9-92DE-92AE9059E45D}"/>
                </a:ext>
              </a:extLst>
            </p:cNvPr>
            <p:cNvSpPr/>
            <p:nvPr/>
          </p:nvSpPr>
          <p:spPr>
            <a:xfrm>
              <a:off x="3370395" y="930619"/>
              <a:ext cx="5450830" cy="468000"/>
            </a:xfrm>
            <a:prstGeom prst="rect">
              <a:avLst/>
            </a:prstGeom>
            <a:solidFill>
              <a:schemeClr val="accent1"/>
            </a:solidFill>
            <a:ln w="12700" cap="flat">
              <a:noFill/>
              <a:miter lim="400000"/>
            </a:ln>
            <a:effectLst/>
          </p:spPr>
          <p:txBody>
            <a:bodyPr wrap="square" lIns="0" tIns="0" rIns="0" bIns="0"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400" b="1" i="0" u="none" strike="noStrike" kern="1200" cap="none" spc="0" normalizeH="0" baseline="0" noProof="0">
                  <a:ln>
                    <a:noFill/>
                  </a:ln>
                  <a:solidFill>
                    <a:srgbClr val="020E66"/>
                  </a:solidFill>
                  <a:effectLst/>
                  <a:uLnTx/>
                  <a:uFillTx/>
                  <a:latin typeface="Arial"/>
                  <a:ea typeface="+mn-ea"/>
                  <a:cs typeface="+mn-cs"/>
                </a:rPr>
                <a:t>Descrição dos trabalhos e dos produtos finais</a:t>
              </a:r>
              <a:endParaRPr kumimoji="0" lang="pt-BR" sz="1400" b="0" i="0" u="none" strike="noStrike" kern="1200" cap="none" spc="0" normalizeH="0" baseline="0" noProof="0">
                <a:ln>
                  <a:noFill/>
                </a:ln>
                <a:solidFill>
                  <a:srgbClr val="020E66"/>
                </a:solidFill>
                <a:effectLst/>
                <a:uLnTx/>
                <a:uFillTx/>
                <a:latin typeface="Arial"/>
                <a:ea typeface="+mn-ea"/>
                <a:cs typeface="+mn-cs"/>
              </a:endParaRPr>
            </a:p>
          </p:txBody>
        </p:sp>
        <p:sp>
          <p:nvSpPr>
            <p:cNvPr id="57" name="Diamond 56">
              <a:extLst>
                <a:ext uri="{FF2B5EF4-FFF2-40B4-BE49-F238E27FC236}">
                  <a16:creationId xmlns:a16="http://schemas.microsoft.com/office/drawing/2014/main" id="{73507ECF-CCEB-4E94-836A-43668945A4E5}"/>
                </a:ext>
              </a:extLst>
            </p:cNvPr>
            <p:cNvSpPr/>
            <p:nvPr/>
          </p:nvSpPr>
          <p:spPr>
            <a:xfrm>
              <a:off x="3210617" y="1054891"/>
              <a:ext cx="269506" cy="219456"/>
            </a:xfrm>
            <a:prstGeom prst="diamond">
              <a:avLst/>
            </a:prstGeom>
            <a:solidFill>
              <a:schemeClr val="accent2"/>
            </a:solidFill>
            <a:ln w="19050">
              <a:noFill/>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400" b="0" i="0" u="none" strike="noStrike" kern="1200" cap="none" spc="0" normalizeH="0" baseline="0" noProof="0">
                <a:ln>
                  <a:noFill/>
                </a:ln>
                <a:solidFill>
                  <a:prstClr val="white"/>
                </a:solidFill>
                <a:effectLst/>
                <a:uLnTx/>
                <a:uFillTx/>
                <a:latin typeface="Arial"/>
                <a:ea typeface="+mn-ea"/>
                <a:cs typeface="+mn-cs"/>
              </a:endParaRPr>
            </a:p>
          </p:txBody>
        </p:sp>
        <p:sp>
          <p:nvSpPr>
            <p:cNvPr id="59" name="Diamond 58">
              <a:extLst>
                <a:ext uri="{FF2B5EF4-FFF2-40B4-BE49-F238E27FC236}">
                  <a16:creationId xmlns:a16="http://schemas.microsoft.com/office/drawing/2014/main" id="{9B01E411-4303-486E-A9D5-74F36429FAD5}"/>
                </a:ext>
              </a:extLst>
            </p:cNvPr>
            <p:cNvSpPr/>
            <p:nvPr/>
          </p:nvSpPr>
          <p:spPr>
            <a:xfrm>
              <a:off x="8661446" y="1054891"/>
              <a:ext cx="269506" cy="219456"/>
            </a:xfrm>
            <a:prstGeom prst="diamond">
              <a:avLst/>
            </a:prstGeom>
            <a:solidFill>
              <a:schemeClr val="accent1"/>
            </a:solidFill>
            <a:ln w="19050">
              <a:noFill/>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400" b="0" i="0" u="none" strike="noStrike" kern="1200" cap="none" spc="0" normalizeH="0" baseline="0" noProof="0">
                <a:ln>
                  <a:noFill/>
                </a:ln>
                <a:solidFill>
                  <a:prstClr val="white"/>
                </a:solidFill>
                <a:effectLst/>
                <a:uLnTx/>
                <a:uFillTx/>
                <a:latin typeface="Arial"/>
                <a:ea typeface="+mn-ea"/>
                <a:cs typeface="+mn-cs"/>
              </a:endParaRPr>
            </a:p>
          </p:txBody>
        </p:sp>
      </p:grpSp>
      <p:sp>
        <p:nvSpPr>
          <p:cNvPr id="61" name="Rectangle 53">
            <a:extLst>
              <a:ext uri="{FF2B5EF4-FFF2-40B4-BE49-F238E27FC236}">
                <a16:creationId xmlns:a16="http://schemas.microsoft.com/office/drawing/2014/main" id="{F9AD877D-7650-4E71-8360-F0631F5C616F}"/>
              </a:ext>
            </a:extLst>
          </p:cNvPr>
          <p:cNvSpPr txBox="1"/>
          <p:nvPr/>
        </p:nvSpPr>
        <p:spPr>
          <a:xfrm>
            <a:off x="8951230" y="1582150"/>
            <a:ext cx="3026785" cy="3747180"/>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marL="0" lvl="0" indent="0" defTabSz="895350" eaLnBrk="1" hangingPunct="1">
              <a:buClr>
                <a:schemeClr val="tx2"/>
              </a:buClr>
              <a:defRPr baseline="0">
                <a:latin typeface="+mn-lt"/>
              </a:defRPr>
            </a:lvl1pPr>
            <a:lvl2pPr marL="193675" lvl="1" indent="-192088" defTabSz="895350" eaLnBrk="1" hangingPunct="1">
              <a:buClr>
                <a:schemeClr val="tx2"/>
              </a:buClr>
              <a:buSzPct val="125000"/>
              <a:buFont typeface="Arial" charset="0"/>
              <a:buChar char="▪"/>
              <a:defRPr baseline="0">
                <a:latin typeface="+mn-lt"/>
              </a:defRPr>
            </a:lvl2pPr>
            <a:lvl3pPr marL="457200" lvl="2" indent="-261938" defTabSz="895350" eaLnBrk="1" hangingPunct="1">
              <a:buClr>
                <a:schemeClr val="tx2"/>
              </a:buClr>
              <a:buSzPct val="120000"/>
              <a:buFont typeface="Arial" charset="0"/>
              <a:buChar char="–"/>
              <a:defRPr baseline="0">
                <a:latin typeface="+mn-lt"/>
              </a:defRPr>
            </a:lvl3pPr>
            <a:lvl4pPr marL="614363" lvl="3" indent="-155575" defTabSz="895350" eaLnBrk="1" hangingPunct="1">
              <a:buClr>
                <a:schemeClr val="tx2"/>
              </a:buClr>
              <a:buSzPct val="120000"/>
              <a:buFont typeface="Arial" charset="0"/>
              <a:buChar char="▫"/>
              <a:defRPr baseline="0">
                <a:latin typeface="+mn-lt"/>
              </a:defRPr>
            </a:lvl4pPr>
            <a:lvl5pPr marL="749808" lvl="4" indent="-130175" defTabSz="895350" eaLnBrk="1" hangingPunct="1">
              <a:buClr>
                <a:schemeClr val="tx2"/>
              </a:buClr>
              <a:buSzPct val="89000"/>
              <a:buFont typeface="Arial" charset="0"/>
              <a:buChar char="-"/>
              <a:defRPr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marL="180000" marR="0" lvl="1" indent="-180000" algn="l" defTabSz="895350" rtl="0" eaLnBrk="1" fontAlgn="auto" latinLnBrk="0" hangingPunct="1">
              <a:lnSpc>
                <a:spcPct val="100000"/>
              </a:lnSpc>
              <a:spcBef>
                <a:spcPts val="0"/>
              </a:spcBef>
              <a:spcAft>
                <a:spcPts val="900"/>
              </a:spcAft>
              <a:buClrTx/>
              <a:buSzPct val="100000"/>
              <a:buFont typeface="Wingdings" panose="05000000000000000000" pitchFamily="2" charset="2"/>
              <a:buChar char="§"/>
              <a:tabLst/>
              <a:defRPr/>
            </a:pPr>
            <a:r>
              <a:rPr kumimoji="0" lang="pt-BR" sz="1300" b="0" i="0" u="none" strike="noStrike" kern="1200" cap="none" spc="0" normalizeH="0" baseline="0" noProof="0">
                <a:ln>
                  <a:noFill/>
                </a:ln>
                <a:solidFill>
                  <a:srgbClr val="071C25"/>
                </a:solidFill>
                <a:effectLst/>
                <a:uLnTx/>
                <a:uFillTx/>
                <a:latin typeface="Arial"/>
                <a:ea typeface="+mn-ea"/>
                <a:cs typeface="Arial"/>
              </a:rPr>
              <a:t>Projeto </a:t>
            </a:r>
            <a:r>
              <a:rPr kumimoji="0" lang="pt-BR" sz="1300" b="0" i="1" u="none" strike="noStrike" kern="1200" cap="none" spc="0" normalizeH="0" baseline="0" noProof="0" err="1">
                <a:ln>
                  <a:noFill/>
                </a:ln>
                <a:solidFill>
                  <a:srgbClr val="071C25"/>
                </a:solidFill>
                <a:effectLst/>
                <a:uLnTx/>
                <a:uFillTx/>
                <a:latin typeface="Arial"/>
                <a:ea typeface="+mn-ea"/>
                <a:cs typeface="Arial"/>
              </a:rPr>
              <a:t>greenfield</a:t>
            </a:r>
            <a:r>
              <a:rPr kumimoji="0" lang="pt-BR" sz="1300" b="0" i="0" u="none" strike="noStrike" kern="1200" cap="none" spc="0" normalizeH="0" baseline="0" noProof="0">
                <a:ln>
                  <a:noFill/>
                </a:ln>
                <a:solidFill>
                  <a:srgbClr val="071C25"/>
                </a:solidFill>
                <a:effectLst/>
                <a:uLnTx/>
                <a:uFillTx/>
                <a:latin typeface="Arial"/>
                <a:ea typeface="+mn-ea"/>
                <a:cs typeface="Arial"/>
              </a:rPr>
              <a:t> tem potencial para </a:t>
            </a:r>
            <a:r>
              <a:rPr kumimoji="0" lang="pt-BR" sz="1300" b="1" i="0" u="none" strike="noStrike" kern="1200" cap="none" spc="0" normalizeH="0" baseline="0" noProof="0">
                <a:ln>
                  <a:noFill/>
                </a:ln>
                <a:solidFill>
                  <a:srgbClr val="071C25"/>
                </a:solidFill>
                <a:effectLst/>
                <a:uLnTx/>
                <a:uFillTx/>
                <a:latin typeface="Arial"/>
                <a:ea typeface="+mn-ea"/>
                <a:cs typeface="Arial"/>
              </a:rPr>
              <a:t>ampliar a produção de fosfatados em 5 anos e atender outros mercados e regiões ainda não exploradas</a:t>
            </a:r>
          </a:p>
          <a:p>
            <a:pPr marL="180000" marR="0" lvl="1" indent="-180000" algn="l" defTabSz="895350" rtl="0" eaLnBrk="1" fontAlgn="auto" latinLnBrk="0" hangingPunct="1">
              <a:lnSpc>
                <a:spcPct val="100000"/>
              </a:lnSpc>
              <a:spcBef>
                <a:spcPts val="0"/>
              </a:spcBef>
              <a:spcAft>
                <a:spcPts val="900"/>
              </a:spcAft>
              <a:buClrTx/>
              <a:buSzPct val="100000"/>
              <a:buFont typeface="Wingdings" panose="05000000000000000000" pitchFamily="2" charset="2"/>
              <a:buChar char="§"/>
              <a:tabLst/>
              <a:defRPr/>
            </a:pPr>
            <a:r>
              <a:rPr kumimoji="0" lang="pt-BR" sz="1300" b="1" i="0" u="none" strike="noStrike" kern="1200" cap="none" spc="0" normalizeH="0" baseline="0" noProof="0">
                <a:ln>
                  <a:noFill/>
                </a:ln>
                <a:solidFill>
                  <a:srgbClr val="071C25"/>
                </a:solidFill>
                <a:effectLst/>
                <a:uLnTx/>
                <a:uFillTx/>
                <a:latin typeface="Arial"/>
                <a:ea typeface="+mn-ea"/>
                <a:cs typeface="Arial"/>
              </a:rPr>
              <a:t>Ações devem ser tomadas ainda em 2022 </a:t>
            </a:r>
            <a:r>
              <a:rPr kumimoji="0" lang="pt-BR" sz="1300" b="0" i="0" u="none" strike="noStrike" kern="1200" cap="none" spc="0" normalizeH="0" baseline="0" noProof="0">
                <a:ln>
                  <a:noFill/>
                </a:ln>
                <a:solidFill>
                  <a:srgbClr val="071C25"/>
                </a:solidFill>
                <a:effectLst/>
                <a:uLnTx/>
                <a:uFillTx/>
                <a:latin typeface="Arial"/>
                <a:ea typeface="+mn-ea"/>
                <a:cs typeface="Arial"/>
              </a:rPr>
              <a:t>para que a empresa decida qual caminho deverá seguir</a:t>
            </a:r>
          </a:p>
          <a:p>
            <a:pPr marL="180000" marR="0" lvl="1" indent="-180000" algn="l" defTabSz="895350" rtl="0" eaLnBrk="1" fontAlgn="auto" latinLnBrk="0" hangingPunct="1">
              <a:lnSpc>
                <a:spcPct val="100000"/>
              </a:lnSpc>
              <a:spcBef>
                <a:spcPts val="0"/>
              </a:spcBef>
              <a:spcAft>
                <a:spcPts val="900"/>
              </a:spcAft>
              <a:buClrTx/>
              <a:buSzPct val="100000"/>
              <a:buFont typeface="Wingdings" panose="05000000000000000000" pitchFamily="2" charset="2"/>
              <a:buChar char="§"/>
              <a:tabLst/>
              <a:defRPr/>
            </a:pPr>
            <a:r>
              <a:rPr kumimoji="0" lang="pt-BR" sz="1300" b="0" i="0" u="none" strike="noStrike" kern="1200" cap="none" spc="0" normalizeH="0" baseline="0" noProof="0">
                <a:ln>
                  <a:noFill/>
                </a:ln>
                <a:solidFill>
                  <a:srgbClr val="071C25"/>
                </a:solidFill>
                <a:effectLst/>
                <a:uLnTx/>
                <a:uFillTx/>
                <a:latin typeface="Arial"/>
                <a:ea typeface="+mn-ea"/>
                <a:cs typeface="+mn-cs"/>
              </a:rPr>
              <a:t>Entre as ações, </a:t>
            </a:r>
            <a:r>
              <a:rPr kumimoji="0" lang="pt-BR" sz="1300" b="1" i="0" u="none" strike="noStrike" kern="1200" cap="none" spc="0" normalizeH="0" baseline="0" noProof="0" err="1">
                <a:ln>
                  <a:noFill/>
                </a:ln>
                <a:solidFill>
                  <a:srgbClr val="071C25"/>
                </a:solidFill>
                <a:effectLst/>
                <a:uLnTx/>
                <a:uFillTx/>
                <a:latin typeface="Arial"/>
                <a:ea typeface="+mn-ea"/>
                <a:cs typeface="+mn-cs"/>
              </a:rPr>
              <a:t>CAPEX</a:t>
            </a:r>
            <a:r>
              <a:rPr kumimoji="0" lang="pt-BR" sz="1300" b="0" i="0" u="none" strike="noStrike" kern="1200" cap="none" spc="0" normalizeH="0" baseline="0" noProof="0">
                <a:ln>
                  <a:noFill/>
                </a:ln>
                <a:solidFill>
                  <a:srgbClr val="071C25"/>
                </a:solidFill>
                <a:effectLst/>
                <a:uLnTx/>
                <a:uFillTx/>
                <a:latin typeface="Arial"/>
                <a:ea typeface="+mn-ea"/>
                <a:cs typeface="+mn-cs"/>
              </a:rPr>
              <a:t> estimado pela diretoria </a:t>
            </a:r>
            <a:r>
              <a:rPr kumimoji="0" lang="pt-BR" sz="1300" b="1" i="0" u="none" strike="noStrike" kern="1200" cap="none" spc="0" normalizeH="0" baseline="0" noProof="0">
                <a:ln>
                  <a:noFill/>
                </a:ln>
                <a:solidFill>
                  <a:srgbClr val="071C25"/>
                </a:solidFill>
                <a:effectLst/>
                <a:uLnTx/>
                <a:uFillTx/>
                <a:latin typeface="Arial"/>
                <a:ea typeface="+mn-ea"/>
                <a:cs typeface="+mn-cs"/>
              </a:rPr>
              <a:t>e tecnologias</a:t>
            </a:r>
            <a:r>
              <a:rPr kumimoji="0" lang="pt-BR" sz="1300" b="0" i="0" u="none" strike="noStrike" kern="1200" cap="none" spc="0" normalizeH="0" baseline="0" noProof="0">
                <a:ln>
                  <a:noFill/>
                </a:ln>
                <a:solidFill>
                  <a:srgbClr val="071C25"/>
                </a:solidFill>
                <a:effectLst/>
                <a:uLnTx/>
                <a:uFillTx/>
                <a:latin typeface="Arial"/>
                <a:ea typeface="+mn-ea"/>
                <a:cs typeface="+mn-cs"/>
              </a:rPr>
              <a:t> recomendadas pela engenharia deverão ser </a:t>
            </a:r>
            <a:r>
              <a:rPr kumimoji="0" lang="pt-BR" sz="1300" b="1" i="0" u="none" strike="noStrike" kern="1200" cap="none" spc="0" normalizeH="0" baseline="0" noProof="0">
                <a:ln>
                  <a:noFill/>
                </a:ln>
                <a:solidFill>
                  <a:srgbClr val="071C25"/>
                </a:solidFill>
                <a:effectLst/>
                <a:uLnTx/>
                <a:uFillTx/>
                <a:latin typeface="Arial"/>
                <a:ea typeface="+mn-ea"/>
                <a:cs typeface="+mn-cs"/>
              </a:rPr>
              <a:t>validadas por equipes independentes</a:t>
            </a:r>
          </a:p>
          <a:p>
            <a:pPr marL="180000" marR="0" lvl="1" indent="-180000" algn="l" defTabSz="895350" rtl="0" eaLnBrk="1" fontAlgn="auto" latinLnBrk="0" hangingPunct="1">
              <a:lnSpc>
                <a:spcPct val="100000"/>
              </a:lnSpc>
              <a:spcBef>
                <a:spcPts val="0"/>
              </a:spcBef>
              <a:spcAft>
                <a:spcPts val="900"/>
              </a:spcAft>
              <a:buClrTx/>
              <a:buSzPct val="100000"/>
              <a:buFont typeface="Wingdings" panose="05000000000000000000" pitchFamily="2" charset="2"/>
              <a:buChar char="§"/>
              <a:tabLst/>
              <a:defRPr/>
            </a:pPr>
            <a:r>
              <a:rPr kumimoji="0" lang="pt-BR" sz="1300" b="0" i="0" u="none" strike="noStrike" kern="1200" cap="none" spc="0" normalizeH="0" baseline="0" noProof="0">
                <a:ln>
                  <a:noFill/>
                </a:ln>
                <a:solidFill>
                  <a:srgbClr val="071C25"/>
                </a:solidFill>
                <a:effectLst/>
                <a:uLnTx/>
                <a:uFillTx/>
                <a:latin typeface="Arial"/>
                <a:ea typeface="+mn-ea"/>
                <a:cs typeface="Arial"/>
              </a:rPr>
              <a:t>Estima-se que o cenário </a:t>
            </a:r>
            <a:r>
              <a:rPr kumimoji="0" lang="pt-BR" sz="1300" b="1" i="0" u="none" strike="noStrike" kern="1200" cap="none" spc="0" normalizeH="0" baseline="0" noProof="0" err="1">
                <a:ln>
                  <a:noFill/>
                </a:ln>
                <a:solidFill>
                  <a:srgbClr val="071C25"/>
                </a:solidFill>
                <a:effectLst/>
                <a:uLnTx/>
                <a:uFillTx/>
                <a:latin typeface="Arial"/>
                <a:ea typeface="+mn-ea"/>
                <a:cs typeface="Arial"/>
              </a:rPr>
              <a:t>greenfield</a:t>
            </a:r>
            <a:r>
              <a:rPr kumimoji="0" lang="pt-BR" sz="1300" b="1" i="0" u="none" strike="noStrike" kern="1200" cap="none" spc="0" normalizeH="0" baseline="0" noProof="0">
                <a:ln>
                  <a:noFill/>
                </a:ln>
                <a:solidFill>
                  <a:srgbClr val="071C25"/>
                </a:solidFill>
                <a:effectLst/>
                <a:uLnTx/>
                <a:uFillTx/>
                <a:latin typeface="Arial"/>
                <a:ea typeface="+mn-ea"/>
                <a:cs typeface="Arial"/>
              </a:rPr>
              <a:t> traga ganhos 3x superiores ao cenário </a:t>
            </a:r>
            <a:r>
              <a:rPr kumimoji="0" lang="pt-BR" sz="1300" b="1" i="0" u="none" strike="noStrike" kern="1200" cap="none" spc="0" normalizeH="0" baseline="0" noProof="0" err="1">
                <a:ln>
                  <a:noFill/>
                </a:ln>
                <a:solidFill>
                  <a:srgbClr val="071C25"/>
                </a:solidFill>
                <a:effectLst/>
                <a:uLnTx/>
                <a:uFillTx/>
                <a:latin typeface="Arial"/>
                <a:ea typeface="+mn-ea"/>
                <a:cs typeface="Arial"/>
              </a:rPr>
              <a:t>brownfield</a:t>
            </a:r>
            <a:r>
              <a:rPr kumimoji="0" lang="pt-BR" sz="1300" b="1" i="0" u="none" strike="noStrike" kern="1200" cap="none" spc="0" normalizeH="0" baseline="0" noProof="0">
                <a:ln>
                  <a:noFill/>
                </a:ln>
                <a:solidFill>
                  <a:srgbClr val="071C25"/>
                </a:solidFill>
                <a:effectLst/>
                <a:uLnTx/>
                <a:uFillTx/>
                <a:latin typeface="Arial"/>
                <a:ea typeface="+mn-ea"/>
                <a:cs typeface="Arial"/>
              </a:rPr>
              <a:t>, </a:t>
            </a:r>
            <a:r>
              <a:rPr kumimoji="0" lang="pt-BR" sz="1300" b="0" i="0" u="none" strike="noStrike" kern="1200" cap="none" spc="0" normalizeH="0" baseline="0" noProof="0">
                <a:ln>
                  <a:noFill/>
                </a:ln>
                <a:solidFill>
                  <a:srgbClr val="071C25"/>
                </a:solidFill>
                <a:effectLst/>
                <a:uLnTx/>
                <a:uFillTx/>
                <a:latin typeface="Arial"/>
                <a:ea typeface="+mn-ea"/>
                <a:cs typeface="Arial"/>
              </a:rPr>
              <a:t>porém, exigirá investimentos mais altos</a:t>
            </a:r>
            <a:endParaRPr kumimoji="0" lang="pt-BR" sz="1300" b="1" i="0" u="none" strike="noStrike" kern="1200" cap="none" spc="0" normalizeH="0" baseline="0" noProof="0">
              <a:ln>
                <a:noFill/>
              </a:ln>
              <a:solidFill>
                <a:srgbClr val="071C25"/>
              </a:solidFill>
              <a:effectLst/>
              <a:uLnTx/>
              <a:uFillTx/>
              <a:latin typeface="Arial"/>
              <a:ea typeface="+mn-ea"/>
              <a:cs typeface="Arial"/>
            </a:endParaRPr>
          </a:p>
        </p:txBody>
      </p:sp>
      <p:sp>
        <p:nvSpPr>
          <p:cNvPr id="18" name="Retângulo 13">
            <a:extLst>
              <a:ext uri="{FF2B5EF4-FFF2-40B4-BE49-F238E27FC236}">
                <a16:creationId xmlns:a16="http://schemas.microsoft.com/office/drawing/2014/main" id="{E600BBFB-ACA6-458A-AB51-DCFBCEA9BD08}"/>
              </a:ext>
            </a:extLst>
          </p:cNvPr>
          <p:cNvSpPr/>
          <p:nvPr/>
        </p:nvSpPr>
        <p:spPr>
          <a:xfrm>
            <a:off x="107824" y="1582150"/>
            <a:ext cx="3152844" cy="4031873"/>
          </a:xfrm>
          <a:prstGeom prst="rect">
            <a:avLst/>
          </a:prstGeom>
        </p:spPr>
        <p:txBody>
          <a:bodyPr wrap="square" lIns="0" tIns="0" rIns="0" bIns="0">
            <a:spAutoFit/>
          </a:bodyPr>
          <a:lstStyle/>
          <a:p>
            <a:pPr marL="180000" marR="0" lvl="0" indent="-180000" algn="l" defTabSz="457200" rtl="0" eaLnBrk="1" fontAlgn="auto" latinLnBrk="0" hangingPunct="1">
              <a:lnSpc>
                <a:spcPct val="100000"/>
              </a:lnSpc>
              <a:spcBef>
                <a:spcPts val="0"/>
              </a:spcBef>
              <a:spcAft>
                <a:spcPts val="900"/>
              </a:spcAft>
              <a:buClrTx/>
              <a:buSzTx/>
              <a:buFont typeface="Wingdings" panose="05000000000000000000" pitchFamily="2" charset="2"/>
              <a:buChar char="§"/>
              <a:tabLst/>
              <a:defRPr/>
            </a:pPr>
            <a:r>
              <a:rPr kumimoji="0" lang="pt-BR" sz="1300" b="1" i="0" u="none" strike="noStrike" kern="1200" cap="none" spc="0" normalizeH="0" baseline="0" noProof="0">
                <a:ln>
                  <a:noFill/>
                </a:ln>
                <a:solidFill>
                  <a:srgbClr val="000000"/>
                </a:solidFill>
                <a:effectLst/>
                <a:uLnTx/>
                <a:uFillTx/>
                <a:latin typeface="Arial"/>
                <a:ea typeface="+mn-ea"/>
                <a:cs typeface="+mn-cs"/>
              </a:rPr>
              <a:t>Empresa de mineração de rocha e produção de fertilizantes fosfatados, líder regional</a:t>
            </a:r>
            <a:r>
              <a:rPr kumimoji="0" lang="pt-BR" sz="1300" b="0" i="0" u="none" strike="noStrike" kern="1200" cap="none" spc="0" normalizeH="0" baseline="0" noProof="0">
                <a:ln>
                  <a:noFill/>
                </a:ln>
                <a:solidFill>
                  <a:srgbClr val="000000"/>
                </a:solidFill>
                <a:effectLst/>
                <a:uLnTx/>
                <a:uFillTx/>
                <a:latin typeface="Arial"/>
                <a:ea typeface="+mn-ea"/>
                <a:cs typeface="+mn-cs"/>
              </a:rPr>
              <a:t>, em um ambiente de forte alta nos preços dos fertilizantes, está buscando </a:t>
            </a:r>
            <a:r>
              <a:rPr kumimoji="0" lang="pt-BR" sz="1300" b="1" i="0" u="none" strike="noStrike" kern="1200" cap="none" spc="0" normalizeH="0" baseline="0" noProof="0">
                <a:ln>
                  <a:noFill/>
                </a:ln>
                <a:solidFill>
                  <a:srgbClr val="000000"/>
                </a:solidFill>
                <a:effectLst/>
                <a:uLnTx/>
                <a:uFillTx/>
                <a:latin typeface="Arial"/>
                <a:ea typeface="+mn-ea"/>
                <a:cs typeface="+mn-cs"/>
              </a:rPr>
              <a:t>desenvolver o planejamento estratégico </a:t>
            </a:r>
            <a:r>
              <a:rPr kumimoji="0" lang="pt-BR" sz="1300" b="0" i="0" u="none" strike="noStrike" kern="1200" cap="none" spc="0" normalizeH="0" baseline="0" noProof="0">
                <a:ln>
                  <a:noFill/>
                </a:ln>
                <a:solidFill>
                  <a:srgbClr val="000000"/>
                </a:solidFill>
                <a:effectLst/>
                <a:uLnTx/>
                <a:uFillTx/>
                <a:latin typeface="Arial"/>
                <a:ea typeface="+mn-ea"/>
                <a:cs typeface="+mn-cs"/>
              </a:rPr>
              <a:t>para seguir crescendo</a:t>
            </a:r>
          </a:p>
          <a:p>
            <a:pPr marL="180000" marR="0" lvl="0" indent="-180000" algn="l" defTabSz="457200" rtl="0" eaLnBrk="1" fontAlgn="auto" latinLnBrk="0" hangingPunct="1">
              <a:lnSpc>
                <a:spcPct val="100000"/>
              </a:lnSpc>
              <a:spcBef>
                <a:spcPts val="0"/>
              </a:spcBef>
              <a:spcAft>
                <a:spcPts val="900"/>
              </a:spcAft>
              <a:buClrTx/>
              <a:buSzTx/>
              <a:buFont typeface="Wingdings" panose="05000000000000000000" pitchFamily="2" charset="2"/>
              <a:buChar char="§"/>
              <a:tabLst/>
              <a:defRPr/>
            </a:pPr>
            <a:r>
              <a:rPr kumimoji="0" lang="pt-BR" sz="1300" b="0" i="0" u="none" strike="noStrike" kern="1200" cap="none" spc="0" normalizeH="0" baseline="0" noProof="0">
                <a:ln>
                  <a:noFill/>
                </a:ln>
                <a:solidFill>
                  <a:srgbClr val="000000"/>
                </a:solidFill>
                <a:effectLst/>
                <a:uLnTx/>
                <a:uFillTx/>
                <a:latin typeface="Arial"/>
                <a:ea typeface="+mn-ea"/>
                <a:cs typeface="+mn-cs"/>
              </a:rPr>
              <a:t>Entre as possibilidades de crescimento, cogita 1)</a:t>
            </a:r>
            <a:r>
              <a:rPr kumimoji="0" lang="pt-BR" sz="1300" b="1" i="0" u="none" strike="noStrike" kern="1200" cap="none" spc="0" normalizeH="0" baseline="0" noProof="0">
                <a:ln>
                  <a:noFill/>
                </a:ln>
                <a:solidFill>
                  <a:srgbClr val="000000"/>
                </a:solidFill>
                <a:effectLst/>
                <a:uLnTx/>
                <a:uFillTx/>
                <a:latin typeface="Arial"/>
                <a:ea typeface="+mn-ea"/>
                <a:cs typeface="+mn-cs"/>
              </a:rPr>
              <a:t> expandir suas instalações </a:t>
            </a:r>
            <a:r>
              <a:rPr kumimoji="0" lang="pt-BR" sz="1300" b="0" i="0" u="none" strike="noStrike" kern="1200" cap="none" spc="0" normalizeH="0" baseline="0" noProof="0">
                <a:ln>
                  <a:noFill/>
                </a:ln>
                <a:solidFill>
                  <a:srgbClr val="000000"/>
                </a:solidFill>
                <a:effectLst/>
                <a:uLnTx/>
                <a:uFillTx/>
                <a:latin typeface="Arial"/>
                <a:ea typeface="+mn-ea"/>
                <a:cs typeface="+mn-cs"/>
              </a:rPr>
              <a:t>para aumentar a capacidade atual (</a:t>
            </a:r>
            <a:r>
              <a:rPr kumimoji="0" lang="pt-BR" sz="1300" b="0" i="1" u="none" strike="noStrike" kern="1200" cap="none" spc="0" normalizeH="0" baseline="0" noProof="0" err="1">
                <a:ln>
                  <a:noFill/>
                </a:ln>
                <a:solidFill>
                  <a:srgbClr val="000000"/>
                </a:solidFill>
                <a:effectLst/>
                <a:uLnTx/>
                <a:uFillTx/>
                <a:latin typeface="Arial"/>
                <a:ea typeface="+mn-ea"/>
                <a:cs typeface="+mn-cs"/>
              </a:rPr>
              <a:t>brownfield</a:t>
            </a:r>
            <a:r>
              <a:rPr kumimoji="0" lang="pt-BR" sz="1300" b="0" i="0" u="none" strike="noStrike" kern="1200" cap="none" spc="0" normalizeH="0" baseline="0" noProof="0">
                <a:ln>
                  <a:noFill/>
                </a:ln>
                <a:solidFill>
                  <a:srgbClr val="000000"/>
                </a:solidFill>
                <a:effectLst/>
                <a:uLnTx/>
                <a:uFillTx/>
                <a:latin typeface="Arial"/>
                <a:ea typeface="+mn-ea"/>
                <a:cs typeface="+mn-cs"/>
              </a:rPr>
              <a:t>), ou 2) </a:t>
            </a:r>
            <a:r>
              <a:rPr kumimoji="0" lang="pt-BR" sz="1300" b="1" i="0" u="none" strike="noStrike" kern="1200" cap="none" spc="0" normalizeH="0" baseline="0" noProof="0">
                <a:ln>
                  <a:noFill/>
                </a:ln>
                <a:solidFill>
                  <a:srgbClr val="000000"/>
                </a:solidFill>
                <a:effectLst/>
                <a:uLnTx/>
                <a:uFillTx/>
                <a:latin typeface="Arial"/>
                <a:ea typeface="+mn-ea"/>
                <a:cs typeface="+mn-cs"/>
              </a:rPr>
              <a:t>abrir uma nova mina e fábrica</a:t>
            </a:r>
            <a:r>
              <a:rPr kumimoji="0" lang="pt-BR" sz="1300" b="1" i="1" u="none" strike="noStrike" kern="1200" cap="none" spc="0" normalizeH="0" baseline="0" noProof="0">
                <a:ln>
                  <a:noFill/>
                </a:ln>
                <a:solidFill>
                  <a:srgbClr val="000000"/>
                </a:solidFill>
                <a:effectLst/>
                <a:uLnTx/>
                <a:uFillTx/>
                <a:latin typeface="Arial"/>
                <a:ea typeface="+mn-ea"/>
                <a:cs typeface="+mn-cs"/>
              </a:rPr>
              <a:t> </a:t>
            </a:r>
            <a:r>
              <a:rPr kumimoji="0" lang="pt-BR" sz="1300" b="0" i="0" u="none" strike="noStrike" kern="1200" cap="none" spc="0" normalizeH="0" baseline="0" noProof="0">
                <a:ln>
                  <a:noFill/>
                </a:ln>
                <a:solidFill>
                  <a:srgbClr val="000000"/>
                </a:solidFill>
                <a:effectLst/>
                <a:uLnTx/>
                <a:uFillTx/>
                <a:latin typeface="Arial"/>
                <a:ea typeface="+mn-ea"/>
                <a:cs typeface="+mn-cs"/>
              </a:rPr>
              <a:t>com potencial para triplicar a produção de P2O5 em relação à opção anterior (</a:t>
            </a:r>
            <a:r>
              <a:rPr kumimoji="0" lang="pt-BR" sz="1300" b="0" i="1" u="none" strike="noStrike" kern="1200" cap="none" spc="0" normalizeH="0" baseline="0" noProof="0" err="1">
                <a:ln>
                  <a:noFill/>
                </a:ln>
                <a:solidFill>
                  <a:srgbClr val="000000"/>
                </a:solidFill>
                <a:effectLst/>
                <a:uLnTx/>
                <a:uFillTx/>
                <a:latin typeface="Arial"/>
                <a:ea typeface="+mn-ea"/>
                <a:cs typeface="+mn-cs"/>
              </a:rPr>
              <a:t>greenfield</a:t>
            </a:r>
            <a:r>
              <a:rPr kumimoji="0" lang="pt-BR" sz="1300" b="0" i="0" u="none" strike="noStrike" kern="1200" cap="none" spc="0" normalizeH="0" baseline="0" noProof="0">
                <a:ln>
                  <a:noFill/>
                </a:ln>
                <a:solidFill>
                  <a:srgbClr val="000000"/>
                </a:solidFill>
                <a:effectLst/>
                <a:uLnTx/>
                <a:uFillTx/>
                <a:latin typeface="Arial"/>
                <a:ea typeface="+mn-ea"/>
                <a:cs typeface="+mn-cs"/>
              </a:rPr>
              <a:t>)</a:t>
            </a:r>
          </a:p>
          <a:p>
            <a:pPr marL="180000" marR="0" lvl="0" indent="-180000" algn="l" defTabSz="457200" rtl="0" eaLnBrk="1" fontAlgn="auto" latinLnBrk="0" hangingPunct="1">
              <a:lnSpc>
                <a:spcPct val="100000"/>
              </a:lnSpc>
              <a:spcBef>
                <a:spcPts val="0"/>
              </a:spcBef>
              <a:spcAft>
                <a:spcPts val="900"/>
              </a:spcAft>
              <a:buClrTx/>
              <a:buSzTx/>
              <a:buFont typeface="Wingdings" panose="05000000000000000000" pitchFamily="2" charset="2"/>
              <a:buChar char="§"/>
              <a:tabLst/>
              <a:defRPr/>
            </a:pPr>
            <a:r>
              <a:rPr kumimoji="0" lang="pt-BR" sz="1300" b="0" i="0" u="none" strike="noStrike" kern="1200" cap="none" spc="0" normalizeH="0" baseline="0" noProof="0">
                <a:ln>
                  <a:noFill/>
                </a:ln>
                <a:solidFill>
                  <a:srgbClr val="000000"/>
                </a:solidFill>
                <a:effectLst/>
                <a:uLnTx/>
                <a:uFillTx/>
                <a:latin typeface="Arial"/>
                <a:ea typeface="+mn-ea"/>
                <a:cs typeface="+mn-cs"/>
              </a:rPr>
              <a:t>A </a:t>
            </a:r>
            <a:r>
              <a:rPr kumimoji="0" lang="pt-BR" sz="1300" b="0" i="0" u="none" strike="noStrike" kern="1200" cap="none" spc="0" normalizeH="0" baseline="0" noProof="0" err="1">
                <a:ln>
                  <a:noFill/>
                </a:ln>
                <a:solidFill>
                  <a:srgbClr val="000000"/>
                </a:solidFill>
                <a:effectLst/>
                <a:uLnTx/>
                <a:uFillTx/>
                <a:latin typeface="Arial"/>
                <a:ea typeface="+mn-ea"/>
                <a:cs typeface="+mn-cs"/>
              </a:rPr>
              <a:t>Mirow</a:t>
            </a:r>
            <a:r>
              <a:rPr kumimoji="0" lang="pt-BR" sz="1300" b="0" i="0" u="none" strike="noStrike" kern="1200" cap="none" spc="0" normalizeH="0" baseline="0" noProof="0">
                <a:ln>
                  <a:noFill/>
                </a:ln>
                <a:solidFill>
                  <a:srgbClr val="000000"/>
                </a:solidFill>
                <a:effectLst/>
                <a:uLnTx/>
                <a:uFillTx/>
                <a:latin typeface="Arial"/>
                <a:ea typeface="+mn-ea"/>
                <a:cs typeface="+mn-cs"/>
              </a:rPr>
              <a:t> foi chamada para </a:t>
            </a:r>
            <a:r>
              <a:rPr kumimoji="0" lang="pt-BR" sz="1300" b="1" i="0" u="none" strike="noStrike" kern="1200" cap="none" spc="0" normalizeH="0" baseline="0" noProof="0">
                <a:ln>
                  <a:noFill/>
                </a:ln>
                <a:solidFill>
                  <a:srgbClr val="000000"/>
                </a:solidFill>
                <a:effectLst/>
                <a:uLnTx/>
                <a:uFillTx/>
                <a:latin typeface="Arial"/>
                <a:ea typeface="+mn-ea"/>
                <a:cs typeface="+mn-cs"/>
              </a:rPr>
              <a:t>desenvolver </a:t>
            </a:r>
            <a:br>
              <a:rPr kumimoji="0" lang="pt-BR" sz="1300" b="1" i="0" u="none" strike="noStrike" kern="1200" cap="none" spc="0" normalizeH="0" baseline="0" noProof="0">
                <a:ln>
                  <a:noFill/>
                </a:ln>
                <a:solidFill>
                  <a:srgbClr val="000000"/>
                </a:solidFill>
                <a:effectLst/>
                <a:uLnTx/>
                <a:uFillTx/>
                <a:latin typeface="Arial"/>
                <a:ea typeface="+mn-ea"/>
                <a:cs typeface="+mn-cs"/>
              </a:rPr>
            </a:br>
            <a:r>
              <a:rPr kumimoji="0" lang="pt-BR" sz="1300" b="1" i="0" u="none" strike="noStrike" kern="1200" cap="none" spc="0" normalizeH="0" baseline="0" noProof="0">
                <a:ln>
                  <a:noFill/>
                </a:ln>
                <a:solidFill>
                  <a:srgbClr val="000000"/>
                </a:solidFill>
                <a:effectLst/>
                <a:uLnTx/>
                <a:uFillTx/>
                <a:latin typeface="Arial"/>
                <a:ea typeface="+mn-ea"/>
                <a:cs typeface="+mn-cs"/>
              </a:rPr>
              <a:t>o planejamento estratégico da companhia, compreendendo </a:t>
            </a:r>
            <a:r>
              <a:rPr kumimoji="0" lang="pt-BR" sz="1300" b="1" i="1" u="none" strike="noStrike" kern="1200" cap="none" spc="0" normalizeH="0" baseline="0" noProof="0" err="1">
                <a:ln>
                  <a:noFill/>
                </a:ln>
                <a:solidFill>
                  <a:srgbClr val="000000"/>
                </a:solidFill>
                <a:effectLst/>
                <a:uLnTx/>
                <a:uFillTx/>
                <a:latin typeface="Arial"/>
                <a:ea typeface="+mn-ea"/>
                <a:cs typeface="+mn-cs"/>
              </a:rPr>
              <a:t>brownfield</a:t>
            </a:r>
            <a:r>
              <a:rPr kumimoji="0" lang="pt-BR" sz="1300" b="1" i="0" u="none" strike="noStrike" kern="1200" cap="none" spc="0" normalizeH="0" baseline="0" noProof="0">
                <a:ln>
                  <a:noFill/>
                </a:ln>
                <a:solidFill>
                  <a:srgbClr val="000000"/>
                </a:solidFill>
                <a:effectLst/>
                <a:uLnTx/>
                <a:uFillTx/>
                <a:latin typeface="Arial"/>
                <a:ea typeface="+mn-ea"/>
                <a:cs typeface="+mn-cs"/>
              </a:rPr>
              <a:t>, </a:t>
            </a:r>
            <a:r>
              <a:rPr kumimoji="0" lang="pt-BR" sz="1300" b="1" i="1" u="none" strike="noStrike" kern="1200" cap="none" spc="0" normalizeH="0" baseline="0" noProof="0" err="1">
                <a:ln>
                  <a:noFill/>
                </a:ln>
                <a:solidFill>
                  <a:srgbClr val="000000"/>
                </a:solidFill>
                <a:effectLst/>
                <a:uLnTx/>
                <a:uFillTx/>
                <a:latin typeface="Arial"/>
                <a:ea typeface="+mn-ea"/>
                <a:cs typeface="+mn-cs"/>
              </a:rPr>
              <a:t>greenfield</a:t>
            </a:r>
            <a:r>
              <a:rPr kumimoji="0" lang="pt-BR" sz="1300" b="1" i="0" u="none" strike="noStrike" kern="1200" cap="none" spc="0" normalizeH="0" baseline="0" noProof="0">
                <a:ln>
                  <a:noFill/>
                </a:ln>
                <a:solidFill>
                  <a:srgbClr val="000000"/>
                </a:solidFill>
                <a:effectLst/>
                <a:uLnTx/>
                <a:uFillTx/>
                <a:latin typeface="Arial"/>
                <a:ea typeface="+mn-ea"/>
                <a:cs typeface="+mn-cs"/>
              </a:rPr>
              <a:t> e outros possíveis cenários de expansão</a:t>
            </a:r>
            <a:endParaRPr kumimoji="0" lang="pt-BR" sz="1300" b="0" i="0" u="none" strike="noStrike" kern="1200" cap="none" spc="0" normalizeH="0" baseline="0" noProof="0">
              <a:ln>
                <a:noFill/>
              </a:ln>
              <a:solidFill>
                <a:srgbClr val="000000"/>
              </a:solidFill>
              <a:effectLst/>
              <a:uLnTx/>
              <a:uFillTx/>
              <a:latin typeface="Arial"/>
              <a:ea typeface="+mn-ea"/>
              <a:cs typeface="+mn-cs"/>
            </a:endParaRPr>
          </a:p>
        </p:txBody>
      </p:sp>
      <p:sp>
        <p:nvSpPr>
          <p:cNvPr id="20" name="Rectangle 43">
            <a:extLst>
              <a:ext uri="{FF2B5EF4-FFF2-40B4-BE49-F238E27FC236}">
                <a16:creationId xmlns:a16="http://schemas.microsoft.com/office/drawing/2014/main" id="{C195A830-C8AA-4EA0-B653-9B7F69908008}"/>
              </a:ext>
            </a:extLst>
          </p:cNvPr>
          <p:cNvSpPr>
            <a:spLocks/>
          </p:cNvSpPr>
          <p:nvPr/>
        </p:nvSpPr>
        <p:spPr>
          <a:xfrm>
            <a:off x="3494205" y="1582150"/>
            <a:ext cx="5203855" cy="3457357"/>
          </a:xfrm>
          <a:prstGeom prst="rect">
            <a:avLst/>
          </a:prstGeom>
        </p:spPr>
        <p:txBody>
          <a:bodyPr wrap="square" lIns="0" tIns="0" rIns="0" bIns="0" anchor="t">
            <a:spAutoFit/>
          </a:bodyPr>
          <a:lstStyle/>
          <a:p>
            <a:pPr marL="180000" marR="0" lvl="0" indent="-180000" algn="l" defTabSz="457200" rtl="0" eaLnBrk="1" fontAlgn="auto" latinLnBrk="0" hangingPunct="1">
              <a:lnSpc>
                <a:spcPct val="100000"/>
              </a:lnSpc>
              <a:spcBef>
                <a:spcPts val="0"/>
              </a:spcBef>
              <a:spcAft>
                <a:spcPts val="400"/>
              </a:spcAft>
              <a:buClrTx/>
              <a:buSzTx/>
              <a:buFont typeface="Wingdings" panose="05000000000000000000" pitchFamily="2" charset="2"/>
              <a:buChar char="§"/>
              <a:tabLst/>
              <a:defRPr/>
            </a:pPr>
            <a:r>
              <a:rPr kumimoji="0" lang="pt-BR" sz="1300" b="1" i="0" u="none" strike="noStrike" kern="1200" cap="none" spc="0" normalizeH="0" baseline="0" noProof="0">
                <a:ln>
                  <a:noFill/>
                </a:ln>
                <a:solidFill>
                  <a:srgbClr val="000000"/>
                </a:solidFill>
                <a:effectLst/>
                <a:uLnTx/>
                <a:uFillTx/>
                <a:latin typeface="Arial"/>
                <a:ea typeface="+mn-ea"/>
                <a:cs typeface="+mn-cs"/>
              </a:rPr>
              <a:t>Análise de mercado: </a:t>
            </a:r>
            <a:r>
              <a:rPr kumimoji="0" lang="pt-BR" sz="1300" b="0" i="0" u="none" strike="noStrike" kern="1200" cap="none" spc="0" normalizeH="0" baseline="0" noProof="0">
                <a:ln>
                  <a:noFill/>
                </a:ln>
                <a:solidFill>
                  <a:srgbClr val="000000"/>
                </a:solidFill>
                <a:effectLst/>
                <a:uLnTx/>
                <a:uFillTx/>
                <a:latin typeface="Arial"/>
                <a:ea typeface="+mn-ea"/>
                <a:cs typeface="+mn-cs"/>
              </a:rPr>
              <a:t>evolução da demanda, preços e capacidade produtiva do mercado de fosfatados, assim como a previsão para os próximos anos</a:t>
            </a:r>
          </a:p>
          <a:p>
            <a:pPr marL="180000" marR="0" lvl="0" indent="-180000" algn="l" defTabSz="457200" rtl="0" eaLnBrk="1" fontAlgn="auto" latinLnBrk="0" hangingPunct="1">
              <a:lnSpc>
                <a:spcPct val="100000"/>
              </a:lnSpc>
              <a:spcBef>
                <a:spcPts val="0"/>
              </a:spcBef>
              <a:spcAft>
                <a:spcPts val="400"/>
              </a:spcAft>
              <a:buClrTx/>
              <a:buSzTx/>
              <a:buFont typeface="Wingdings" panose="05000000000000000000" pitchFamily="2" charset="2"/>
              <a:buChar char="§"/>
              <a:tabLst/>
              <a:defRPr/>
            </a:pPr>
            <a:r>
              <a:rPr kumimoji="0" lang="pt-BR" sz="1300" b="1" i="0" u="none" strike="noStrike" kern="1200" cap="none" spc="0" normalizeH="0" baseline="0" noProof="0">
                <a:ln>
                  <a:noFill/>
                </a:ln>
                <a:solidFill>
                  <a:srgbClr val="000000"/>
                </a:solidFill>
                <a:effectLst/>
                <a:uLnTx/>
                <a:uFillTx/>
                <a:latin typeface="Arial"/>
                <a:ea typeface="+mn-ea"/>
                <a:cs typeface="+mn-cs"/>
              </a:rPr>
              <a:t>Panorama competitivo do mercado: </a:t>
            </a:r>
            <a:r>
              <a:rPr kumimoji="0" lang="pt-BR" sz="1300" b="0" i="0" u="none" strike="noStrike" kern="1200" cap="none" spc="0" normalizeH="0" baseline="0" noProof="0">
                <a:ln>
                  <a:noFill/>
                </a:ln>
                <a:solidFill>
                  <a:srgbClr val="000000"/>
                </a:solidFill>
                <a:effectLst/>
                <a:uLnTx/>
                <a:uFillTx/>
                <a:latin typeface="Arial"/>
                <a:ea typeface="+mn-ea"/>
                <a:cs typeface="+mn-cs"/>
              </a:rPr>
              <a:t>análise do mercado nacional de fosfatados, assim como os principais players, suas capacidades produtivas e áreas de atuação</a:t>
            </a:r>
          </a:p>
          <a:p>
            <a:pPr marL="180000" marR="0" lvl="0" indent="-180000" algn="l" defTabSz="457200" rtl="0" eaLnBrk="1" fontAlgn="auto" latinLnBrk="0" hangingPunct="1">
              <a:lnSpc>
                <a:spcPct val="100000"/>
              </a:lnSpc>
              <a:spcBef>
                <a:spcPts val="0"/>
              </a:spcBef>
              <a:spcAft>
                <a:spcPts val="400"/>
              </a:spcAft>
              <a:buClrTx/>
              <a:buSzTx/>
              <a:buFont typeface="Wingdings" panose="05000000000000000000" pitchFamily="2" charset="2"/>
              <a:buChar char="§"/>
              <a:tabLst/>
              <a:defRPr/>
            </a:pPr>
            <a:r>
              <a:rPr kumimoji="0" lang="pt-BR" sz="1300" b="1" i="0" u="none" strike="noStrike" kern="1200" cap="none" spc="0" normalizeH="0" baseline="0" noProof="0">
                <a:ln>
                  <a:noFill/>
                </a:ln>
                <a:solidFill>
                  <a:srgbClr val="000000"/>
                </a:solidFill>
                <a:effectLst/>
                <a:uLnTx/>
                <a:uFillTx/>
                <a:latin typeface="Arial"/>
                <a:ea typeface="+mn-ea"/>
                <a:cs typeface="+mn-cs"/>
              </a:rPr>
              <a:t>Plano estratégico: </a:t>
            </a:r>
            <a:r>
              <a:rPr kumimoji="0" lang="pt-BR" sz="1300" b="0" i="0" u="none" strike="noStrike" kern="1200" cap="none" spc="0" normalizeH="0" baseline="0" noProof="0">
                <a:ln>
                  <a:noFill/>
                </a:ln>
                <a:solidFill>
                  <a:srgbClr val="000000"/>
                </a:solidFill>
                <a:effectLst/>
                <a:uLnTx/>
                <a:uFillTx/>
                <a:latin typeface="Arial"/>
                <a:ea typeface="+mn-ea"/>
                <a:cs typeface="+mn-cs"/>
              </a:rPr>
              <a:t>estudo de 5 cenários para a empresa: </a:t>
            </a:r>
            <a:r>
              <a:rPr kumimoji="0" lang="pt-BR" sz="1300" b="0" i="1" u="none" strike="noStrike" kern="1200" cap="none" spc="0" normalizeH="0" baseline="0" noProof="0">
                <a:ln>
                  <a:noFill/>
                </a:ln>
                <a:solidFill>
                  <a:srgbClr val="000000"/>
                </a:solidFill>
                <a:effectLst/>
                <a:uLnTx/>
                <a:uFillTx/>
                <a:latin typeface="Arial"/>
                <a:ea typeface="+mn-ea"/>
                <a:cs typeface="+mn-cs"/>
              </a:rPr>
              <a:t>as </a:t>
            </a:r>
            <a:r>
              <a:rPr kumimoji="0" lang="pt-BR" sz="1300" b="0" i="1" u="none" strike="noStrike" kern="1200" cap="none" spc="0" normalizeH="0" baseline="0" noProof="0" err="1">
                <a:ln>
                  <a:noFill/>
                </a:ln>
                <a:solidFill>
                  <a:srgbClr val="000000"/>
                </a:solidFill>
                <a:effectLst/>
                <a:uLnTx/>
                <a:uFillTx/>
                <a:latin typeface="Arial"/>
                <a:ea typeface="+mn-ea"/>
                <a:cs typeface="+mn-cs"/>
              </a:rPr>
              <a:t>is</a:t>
            </a:r>
            <a:r>
              <a:rPr kumimoji="0" lang="pt-BR" sz="1300" b="0" i="0" u="none" strike="noStrike" kern="1200" cap="none" spc="0" normalizeH="0" baseline="0" noProof="0">
                <a:ln>
                  <a:noFill/>
                </a:ln>
                <a:solidFill>
                  <a:srgbClr val="000000"/>
                </a:solidFill>
                <a:effectLst/>
                <a:uLnTx/>
                <a:uFillTx/>
                <a:latin typeface="Arial"/>
                <a:ea typeface="+mn-ea"/>
                <a:cs typeface="+mn-cs"/>
              </a:rPr>
              <a:t>, sem expansões; 1A e 1B, considerados </a:t>
            </a:r>
            <a:r>
              <a:rPr kumimoji="0" lang="pt-BR" sz="1300" b="0" i="1" u="none" strike="noStrike" kern="1200" cap="none" spc="0" normalizeH="0" baseline="0" noProof="0" err="1">
                <a:ln>
                  <a:noFill/>
                </a:ln>
                <a:solidFill>
                  <a:srgbClr val="000000"/>
                </a:solidFill>
                <a:effectLst/>
                <a:uLnTx/>
                <a:uFillTx/>
                <a:latin typeface="Arial"/>
                <a:ea typeface="+mn-ea"/>
                <a:cs typeface="+mn-cs"/>
              </a:rPr>
              <a:t>brownfield</a:t>
            </a:r>
            <a:r>
              <a:rPr kumimoji="0" lang="pt-BR" sz="1300" b="0" i="1" u="none" strike="noStrike" kern="1200" cap="none" spc="0" normalizeH="0" baseline="0" noProof="0">
                <a:ln>
                  <a:noFill/>
                </a:ln>
                <a:solidFill>
                  <a:srgbClr val="000000"/>
                </a:solidFill>
                <a:effectLst/>
                <a:uLnTx/>
                <a:uFillTx/>
                <a:latin typeface="Arial"/>
                <a:ea typeface="+mn-ea"/>
                <a:cs typeface="+mn-cs"/>
              </a:rPr>
              <a:t>;</a:t>
            </a:r>
            <a:r>
              <a:rPr kumimoji="0" lang="pt-BR" sz="1300" b="0" i="0" u="none" strike="noStrike" kern="1200" cap="none" spc="0" normalizeH="0" baseline="0" noProof="0">
                <a:ln>
                  <a:noFill/>
                </a:ln>
                <a:solidFill>
                  <a:srgbClr val="000000"/>
                </a:solidFill>
                <a:effectLst/>
                <a:uLnTx/>
                <a:uFillTx/>
                <a:latin typeface="Arial"/>
                <a:ea typeface="+mn-ea"/>
                <a:cs typeface="+mn-cs"/>
              </a:rPr>
              <a:t> e 2A e 2B, considerados </a:t>
            </a:r>
            <a:r>
              <a:rPr kumimoji="0" lang="pt-BR" sz="1300" b="0" i="1" u="none" strike="noStrike" kern="1200" cap="none" spc="0" normalizeH="0" baseline="0" noProof="0" err="1">
                <a:ln>
                  <a:noFill/>
                </a:ln>
                <a:solidFill>
                  <a:srgbClr val="000000"/>
                </a:solidFill>
                <a:effectLst/>
                <a:uLnTx/>
                <a:uFillTx/>
                <a:latin typeface="Arial"/>
                <a:ea typeface="+mn-ea"/>
                <a:cs typeface="+mn-cs"/>
              </a:rPr>
              <a:t>greenfield</a:t>
            </a:r>
            <a:r>
              <a:rPr kumimoji="0" lang="pt-BR" sz="1300" b="0" i="1" u="none" strike="noStrike" kern="1200" cap="none" spc="0" normalizeH="0" baseline="0" noProof="0">
                <a:ln>
                  <a:noFill/>
                </a:ln>
                <a:solidFill>
                  <a:srgbClr val="000000"/>
                </a:solidFill>
                <a:effectLst/>
                <a:uLnTx/>
                <a:uFillTx/>
                <a:latin typeface="Arial"/>
                <a:ea typeface="+mn-ea"/>
                <a:cs typeface="+mn-cs"/>
              </a:rPr>
              <a:t>. </a:t>
            </a:r>
          </a:p>
          <a:p>
            <a:pPr marL="180000" marR="0" lvl="0" indent="-180000" algn="l" defTabSz="457200" rtl="0" eaLnBrk="1" fontAlgn="auto" latinLnBrk="0" hangingPunct="1">
              <a:lnSpc>
                <a:spcPct val="100000"/>
              </a:lnSpc>
              <a:spcBef>
                <a:spcPts val="0"/>
              </a:spcBef>
              <a:spcAft>
                <a:spcPts val="400"/>
              </a:spcAft>
              <a:buClrTx/>
              <a:buSzTx/>
              <a:buFont typeface="Wingdings" panose="05000000000000000000" pitchFamily="2" charset="2"/>
              <a:buChar char="§"/>
              <a:tabLst/>
              <a:defRPr/>
            </a:pPr>
            <a:r>
              <a:rPr kumimoji="0" lang="pt-BR" sz="1300" b="1" i="0" u="none" strike="noStrike" kern="1200" cap="none" spc="0" normalizeH="0" baseline="0" noProof="0">
                <a:ln>
                  <a:noFill/>
                </a:ln>
                <a:solidFill>
                  <a:srgbClr val="000000"/>
                </a:solidFill>
                <a:effectLst/>
                <a:uLnTx/>
                <a:uFillTx/>
                <a:latin typeface="Arial"/>
                <a:ea typeface="+mn-ea"/>
                <a:cs typeface="+mn-cs"/>
              </a:rPr>
              <a:t>Recomendações estratégicas: </a:t>
            </a:r>
            <a:r>
              <a:rPr kumimoji="0" lang="pt-BR" sz="1300" b="0" i="0" u="none" strike="noStrike" kern="1200" cap="none" spc="0" normalizeH="0" baseline="0" noProof="0">
                <a:ln>
                  <a:noFill/>
                </a:ln>
                <a:solidFill>
                  <a:srgbClr val="000000"/>
                </a:solidFill>
                <a:effectLst/>
                <a:uLnTx/>
                <a:uFillTx/>
                <a:latin typeface="Arial"/>
                <a:ea typeface="+mn-ea"/>
                <a:cs typeface="+mn-cs"/>
              </a:rPr>
              <a:t>comparação dos 5 cenários, assim como quais questionamentos devem ser respondidos e o cronograma adequado para a decisão sobre qual opção a empresa deverá seguir</a:t>
            </a:r>
          </a:p>
          <a:p>
            <a:pPr marL="180000" marR="0" lvl="0" indent="-180000" algn="l" defTabSz="457200" rtl="0" eaLnBrk="1" fontAlgn="auto" latinLnBrk="0" hangingPunct="1">
              <a:lnSpc>
                <a:spcPct val="100000"/>
              </a:lnSpc>
              <a:spcBef>
                <a:spcPts val="0"/>
              </a:spcBef>
              <a:spcAft>
                <a:spcPts val="400"/>
              </a:spcAft>
              <a:buClrTx/>
              <a:buSzTx/>
              <a:buFont typeface="Wingdings" panose="05000000000000000000" pitchFamily="2" charset="2"/>
              <a:buChar char="§"/>
              <a:tabLst/>
              <a:defRPr/>
            </a:pPr>
            <a:r>
              <a:rPr kumimoji="0" lang="pt-BR" sz="1300" b="1" i="0" u="none" strike="noStrike" kern="1200" cap="none" spc="0" normalizeH="0" baseline="0" noProof="0">
                <a:ln>
                  <a:noFill/>
                </a:ln>
                <a:solidFill>
                  <a:srgbClr val="000000"/>
                </a:solidFill>
                <a:effectLst/>
                <a:uLnTx/>
                <a:uFillTx/>
                <a:latin typeface="Arial"/>
                <a:ea typeface="+mn-ea"/>
                <a:cs typeface="+mn-cs"/>
              </a:rPr>
              <a:t>Plano de Implementação: </a:t>
            </a:r>
            <a:r>
              <a:rPr kumimoji="0" lang="pt-BR" sz="1300" b="0" i="0" u="none" strike="noStrike" kern="1200" cap="none" spc="0" normalizeH="0" baseline="0" noProof="0">
                <a:ln>
                  <a:noFill/>
                </a:ln>
                <a:solidFill>
                  <a:srgbClr val="000000"/>
                </a:solidFill>
                <a:effectLst/>
                <a:uLnTx/>
                <a:uFillTx/>
                <a:latin typeface="Arial"/>
                <a:ea typeface="+mn-ea"/>
                <a:cs typeface="+mn-cs"/>
              </a:rPr>
              <a:t>Cronograma englobando </a:t>
            </a:r>
            <a:r>
              <a:rPr kumimoji="0" lang="pt-BR" sz="1300" b="0" i="1" u="none" strike="noStrike" kern="1200" cap="none" spc="0" normalizeH="0" baseline="0" noProof="0" err="1">
                <a:ln>
                  <a:noFill/>
                </a:ln>
                <a:solidFill>
                  <a:srgbClr val="000000"/>
                </a:solidFill>
                <a:effectLst/>
                <a:uLnTx/>
                <a:uFillTx/>
                <a:latin typeface="Arial"/>
                <a:ea typeface="+mn-ea"/>
                <a:cs typeface="+mn-cs"/>
              </a:rPr>
              <a:t>funding</a:t>
            </a:r>
            <a:r>
              <a:rPr kumimoji="0" lang="pt-BR" sz="1300" b="0" i="0" u="none" strike="noStrike" kern="1200" cap="none" spc="0" normalizeH="0" baseline="0" noProof="0">
                <a:ln>
                  <a:noFill/>
                </a:ln>
                <a:solidFill>
                  <a:srgbClr val="000000"/>
                </a:solidFill>
                <a:effectLst/>
                <a:uLnTx/>
                <a:uFillTx/>
                <a:latin typeface="Arial"/>
                <a:ea typeface="+mn-ea"/>
                <a:cs typeface="+mn-cs"/>
              </a:rPr>
              <a:t>, licenciamentos, projetos e obras para os cenários 1A, 1B e 2A, considerados os mais alinhados com os objetivos da companhia </a:t>
            </a:r>
          </a:p>
        </p:txBody>
      </p:sp>
      <p:grpSp>
        <p:nvGrpSpPr>
          <p:cNvPr id="7" name="Grupo 6">
            <a:extLst>
              <a:ext uri="{FF2B5EF4-FFF2-40B4-BE49-F238E27FC236}">
                <a16:creationId xmlns:a16="http://schemas.microsoft.com/office/drawing/2014/main" id="{53E7BA1C-F639-38C9-8CA7-785047ECBC63}"/>
              </a:ext>
            </a:extLst>
          </p:cNvPr>
          <p:cNvGrpSpPr/>
          <p:nvPr/>
        </p:nvGrpSpPr>
        <p:grpSpPr>
          <a:xfrm>
            <a:off x="3719618" y="5006918"/>
            <a:ext cx="4753029" cy="1636392"/>
            <a:chOff x="3431741" y="4770817"/>
            <a:chExt cx="5328138" cy="1834393"/>
          </a:xfrm>
        </p:grpSpPr>
        <p:pic>
          <p:nvPicPr>
            <p:cNvPr id="26" name="Picture 25">
              <a:extLst>
                <a:ext uri="{FF2B5EF4-FFF2-40B4-BE49-F238E27FC236}">
                  <a16:creationId xmlns:a16="http://schemas.microsoft.com/office/drawing/2014/main" id="{FCCDC033-9090-4377-90B4-9D9AAF80A443}"/>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4539378" y="4770817"/>
              <a:ext cx="1872393" cy="1056331"/>
            </a:xfrm>
            <a:prstGeom prst="rect">
              <a:avLst/>
            </a:prstGeom>
          </p:spPr>
        </p:pic>
        <p:pic>
          <p:nvPicPr>
            <p:cNvPr id="27" name="Picture 26">
              <a:extLst>
                <a:ext uri="{FF2B5EF4-FFF2-40B4-BE49-F238E27FC236}">
                  <a16:creationId xmlns:a16="http://schemas.microsoft.com/office/drawing/2014/main" id="{3E7BFAC8-AB2A-4137-973E-A41246F204C5}"/>
                </a:ext>
              </a:extLst>
            </p:cNvPr>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3431741" y="5581999"/>
              <a:ext cx="1808177" cy="1011539"/>
            </a:xfrm>
            <a:prstGeom prst="rect">
              <a:avLst/>
            </a:prstGeom>
          </p:spPr>
        </p:pic>
        <p:pic>
          <p:nvPicPr>
            <p:cNvPr id="28" name="Picture 27">
              <a:extLst>
                <a:ext uri="{FF2B5EF4-FFF2-40B4-BE49-F238E27FC236}">
                  <a16:creationId xmlns:a16="http://schemas.microsoft.com/office/drawing/2014/main" id="{818CE489-DA29-41D8-9D98-36DE81183643}"/>
                </a:ext>
              </a:extLst>
            </p:cNvPr>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5711231" y="5581999"/>
              <a:ext cx="1808177" cy="1023211"/>
            </a:xfrm>
            <a:prstGeom prst="rect">
              <a:avLst/>
            </a:prstGeom>
          </p:spPr>
        </p:pic>
        <p:pic>
          <p:nvPicPr>
            <p:cNvPr id="29" name="Picture 28">
              <a:extLst>
                <a:ext uri="{FF2B5EF4-FFF2-40B4-BE49-F238E27FC236}">
                  <a16:creationId xmlns:a16="http://schemas.microsoft.com/office/drawing/2014/main" id="{71310F66-2360-4358-8584-B9BB1CB5BF7A}"/>
                </a:ext>
              </a:extLst>
            </p:cNvPr>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6818869" y="4770817"/>
              <a:ext cx="1941010" cy="1089872"/>
            </a:xfrm>
            <a:prstGeom prst="rect">
              <a:avLst/>
            </a:prstGeom>
          </p:spPr>
        </p:pic>
      </p:grpSp>
    </p:spTree>
    <p:extLst>
      <p:ext uri="{BB962C8B-B14F-4D97-AF65-F5344CB8AC3E}">
        <p14:creationId xmlns:p14="http://schemas.microsoft.com/office/powerpoint/2010/main" val="143636783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4" name="think-cell data - do not delete" hidden="1">
            <a:extLst>
              <a:ext uri="{FF2B5EF4-FFF2-40B4-BE49-F238E27FC236}">
                <a16:creationId xmlns:a16="http://schemas.microsoft.com/office/drawing/2014/main" id="{E5EFEB94-D1A2-AADE-A967-4CA675621D97}"/>
              </a:ext>
            </a:extLst>
          </p:cNvPr>
          <p:cNvGraphicFramePr>
            <a:graphicFrameLocks noChangeAspect="1"/>
          </p:cNvGraphicFramePr>
          <p:nvPr>
            <p:custDataLst>
              <p:tags r:id="rId1"/>
            </p:custDataLst>
            <p:extLst>
              <p:ext uri="{D42A27DB-BD31-4B8C-83A1-F6EECF244321}">
                <p14:modId xmlns:p14="http://schemas.microsoft.com/office/powerpoint/2010/main" val="8476669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Slide do think-cell" r:id="rId3" imgW="395" imgH="394" progId="TCLayout.ActiveDocument.1">
                  <p:embed/>
                </p:oleObj>
              </mc:Choice>
              <mc:Fallback>
                <p:oleObj name="Slide do think-cell" r:id="rId3" imgW="395" imgH="394" progId="TCLayout.ActiveDocument.1">
                  <p:embed/>
                  <p:pic>
                    <p:nvPicPr>
                      <p:cNvPr id="24" name="think-cell data - do not delete" hidden="1">
                        <a:extLst>
                          <a:ext uri="{FF2B5EF4-FFF2-40B4-BE49-F238E27FC236}">
                            <a16:creationId xmlns:a16="http://schemas.microsoft.com/office/drawing/2014/main" id="{E5EFEB94-D1A2-AADE-A967-4CA675621D9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Espaço Reservado para Texto 3">
            <a:extLst>
              <a:ext uri="{FF2B5EF4-FFF2-40B4-BE49-F238E27FC236}">
                <a16:creationId xmlns:a16="http://schemas.microsoft.com/office/drawing/2014/main" id="{9AA5921A-F4A1-8D7F-7A67-424A75F993BD}"/>
              </a:ext>
            </a:extLst>
          </p:cNvPr>
          <p:cNvSpPr>
            <a:spLocks noGrp="1"/>
          </p:cNvSpPr>
          <p:nvPr>
            <p:ph type="body" sz="quarter" idx="14"/>
          </p:nvPr>
        </p:nvSpPr>
        <p:spPr>
          <a:xfrm>
            <a:off x="233257" y="6528855"/>
            <a:ext cx="9696000" cy="138499"/>
          </a:xfrm>
        </p:spPr>
        <p:txBody>
          <a:bodyPr/>
          <a:lstStyle/>
          <a:p>
            <a:r>
              <a:rPr lang="pt-BR"/>
              <a:t>Fonte: Mirow &amp; Co.</a:t>
            </a:r>
          </a:p>
        </p:txBody>
      </p:sp>
      <p:sp>
        <p:nvSpPr>
          <p:cNvPr id="3" name="Título 2">
            <a:extLst>
              <a:ext uri="{FF2B5EF4-FFF2-40B4-BE49-F238E27FC236}">
                <a16:creationId xmlns:a16="http://schemas.microsoft.com/office/drawing/2014/main" id="{1F98C19E-5CE5-1C4E-D240-A2599A9F19C5}"/>
              </a:ext>
            </a:extLst>
          </p:cNvPr>
          <p:cNvSpPr>
            <a:spLocks noGrp="1"/>
          </p:cNvSpPr>
          <p:nvPr>
            <p:ph type="title"/>
          </p:nvPr>
        </p:nvSpPr>
        <p:spPr/>
        <p:txBody>
          <a:bodyPr vert="horz"/>
          <a:lstStyle/>
          <a:p>
            <a:r>
              <a:rPr lang="pt-BR"/>
              <a:t>Demais experiências em agronegócio (1/2)</a:t>
            </a:r>
          </a:p>
        </p:txBody>
      </p:sp>
      <p:sp>
        <p:nvSpPr>
          <p:cNvPr id="11" name="Rectangle: Rounded Corners 10">
            <a:extLst>
              <a:ext uri="{FF2B5EF4-FFF2-40B4-BE49-F238E27FC236}">
                <a16:creationId xmlns:a16="http://schemas.microsoft.com/office/drawing/2014/main" id="{88943008-E80D-A11B-D5A3-61C6621C331B}"/>
              </a:ext>
            </a:extLst>
          </p:cNvPr>
          <p:cNvSpPr/>
          <p:nvPr/>
        </p:nvSpPr>
        <p:spPr>
          <a:xfrm rot="5400000">
            <a:off x="11028621" y="4415813"/>
            <a:ext cx="637695" cy="1396094"/>
          </a:xfrm>
          <a:prstGeom prst="roundRect">
            <a:avLst>
              <a:gd name="adj" fmla="val 50000"/>
            </a:avLst>
          </a:prstGeom>
          <a:solidFill>
            <a:schemeClr val="accent1"/>
          </a:solidFill>
          <a:ln w="12700">
            <a:noFill/>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500" b="0" i="0" u="none" strike="noStrike" kern="1200" cap="none" spc="0" normalizeH="0" baseline="0" noProof="0" err="1">
              <a:ln>
                <a:noFill/>
              </a:ln>
              <a:solidFill>
                <a:prstClr val="white"/>
              </a:solidFill>
              <a:effectLst/>
              <a:uLnTx/>
              <a:uFillTx/>
              <a:latin typeface="Arial"/>
              <a:ea typeface="+mn-ea"/>
              <a:cs typeface="+mn-cs"/>
            </a:endParaRPr>
          </a:p>
        </p:txBody>
      </p:sp>
      <p:sp>
        <p:nvSpPr>
          <p:cNvPr id="25" name="Rectangle: Rounded Corners 24">
            <a:extLst>
              <a:ext uri="{FF2B5EF4-FFF2-40B4-BE49-F238E27FC236}">
                <a16:creationId xmlns:a16="http://schemas.microsoft.com/office/drawing/2014/main" id="{CE2C5443-EFE1-B4C7-887F-CBB1A71E7923}"/>
              </a:ext>
            </a:extLst>
          </p:cNvPr>
          <p:cNvSpPr/>
          <p:nvPr/>
        </p:nvSpPr>
        <p:spPr>
          <a:xfrm rot="5400000">
            <a:off x="11028621" y="811853"/>
            <a:ext cx="637695" cy="1396094"/>
          </a:xfrm>
          <a:prstGeom prst="roundRect">
            <a:avLst>
              <a:gd name="adj" fmla="val 50000"/>
            </a:avLst>
          </a:prstGeom>
          <a:solidFill>
            <a:schemeClr val="accent1"/>
          </a:solidFill>
          <a:ln w="12700">
            <a:noFill/>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500" b="0" i="0" u="none" strike="noStrike" kern="1200" cap="none" spc="0" normalizeH="0" baseline="0" noProof="0" err="1">
              <a:ln>
                <a:noFill/>
              </a:ln>
              <a:solidFill>
                <a:prstClr val="white"/>
              </a:solidFill>
              <a:effectLst/>
              <a:uLnTx/>
              <a:uFillTx/>
              <a:latin typeface="Arial"/>
              <a:ea typeface="+mn-ea"/>
              <a:cs typeface="+mn-cs"/>
            </a:endParaRPr>
          </a:p>
        </p:txBody>
      </p:sp>
      <p:sp>
        <p:nvSpPr>
          <p:cNvPr id="26" name="Rectangle: Rounded Corners 25">
            <a:extLst>
              <a:ext uri="{FF2B5EF4-FFF2-40B4-BE49-F238E27FC236}">
                <a16:creationId xmlns:a16="http://schemas.microsoft.com/office/drawing/2014/main" id="{DBEDA159-1E78-6757-45C4-3F1979473918}"/>
              </a:ext>
            </a:extLst>
          </p:cNvPr>
          <p:cNvSpPr/>
          <p:nvPr/>
        </p:nvSpPr>
        <p:spPr>
          <a:xfrm rot="5400000">
            <a:off x="11028621" y="1712843"/>
            <a:ext cx="637695" cy="1396094"/>
          </a:xfrm>
          <a:prstGeom prst="roundRect">
            <a:avLst>
              <a:gd name="adj" fmla="val 50000"/>
            </a:avLst>
          </a:prstGeom>
          <a:solidFill>
            <a:schemeClr val="accent1"/>
          </a:solidFill>
          <a:ln w="12700">
            <a:noFill/>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500" b="0" i="0" u="none" strike="noStrike" kern="1200" cap="none" spc="0" normalizeH="0" baseline="0" noProof="0" err="1">
              <a:ln>
                <a:noFill/>
              </a:ln>
              <a:solidFill>
                <a:prstClr val="white"/>
              </a:solidFill>
              <a:effectLst/>
              <a:uLnTx/>
              <a:uFillTx/>
              <a:latin typeface="Arial"/>
              <a:ea typeface="+mn-ea"/>
              <a:cs typeface="+mn-cs"/>
            </a:endParaRPr>
          </a:p>
        </p:txBody>
      </p:sp>
      <p:sp>
        <p:nvSpPr>
          <p:cNvPr id="27" name="Rectangle: Rounded Corners 26">
            <a:extLst>
              <a:ext uri="{FF2B5EF4-FFF2-40B4-BE49-F238E27FC236}">
                <a16:creationId xmlns:a16="http://schemas.microsoft.com/office/drawing/2014/main" id="{CF81B00E-6351-E061-BF09-E5905655F80D}"/>
              </a:ext>
            </a:extLst>
          </p:cNvPr>
          <p:cNvSpPr/>
          <p:nvPr/>
        </p:nvSpPr>
        <p:spPr>
          <a:xfrm rot="5400000">
            <a:off x="11028621" y="2613833"/>
            <a:ext cx="637695" cy="1396094"/>
          </a:xfrm>
          <a:prstGeom prst="roundRect">
            <a:avLst>
              <a:gd name="adj" fmla="val 50000"/>
            </a:avLst>
          </a:prstGeom>
          <a:solidFill>
            <a:schemeClr val="accent1"/>
          </a:solidFill>
          <a:ln w="12700">
            <a:noFill/>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500" b="0" i="0" u="none" strike="noStrike" kern="1200" cap="none" spc="0" normalizeH="0" baseline="0" noProof="0" err="1">
              <a:ln>
                <a:noFill/>
              </a:ln>
              <a:solidFill>
                <a:prstClr val="white"/>
              </a:solidFill>
              <a:effectLst/>
              <a:uLnTx/>
              <a:uFillTx/>
              <a:latin typeface="Arial"/>
              <a:ea typeface="+mn-ea"/>
              <a:cs typeface="+mn-cs"/>
            </a:endParaRPr>
          </a:p>
        </p:txBody>
      </p:sp>
      <p:sp>
        <p:nvSpPr>
          <p:cNvPr id="28" name="Rectangle: Rounded Corners 27">
            <a:extLst>
              <a:ext uri="{FF2B5EF4-FFF2-40B4-BE49-F238E27FC236}">
                <a16:creationId xmlns:a16="http://schemas.microsoft.com/office/drawing/2014/main" id="{571F6583-49B5-473A-1824-52C77515B2CF}"/>
              </a:ext>
            </a:extLst>
          </p:cNvPr>
          <p:cNvSpPr/>
          <p:nvPr/>
        </p:nvSpPr>
        <p:spPr>
          <a:xfrm rot="5400000">
            <a:off x="11028621" y="3514823"/>
            <a:ext cx="637695" cy="1396094"/>
          </a:xfrm>
          <a:prstGeom prst="roundRect">
            <a:avLst>
              <a:gd name="adj" fmla="val 50000"/>
            </a:avLst>
          </a:prstGeom>
          <a:solidFill>
            <a:schemeClr val="accent1"/>
          </a:solidFill>
          <a:ln w="12700">
            <a:noFill/>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500" b="0" i="0" u="none" strike="noStrike" kern="1200" cap="none" spc="0" normalizeH="0" baseline="0" noProof="0" err="1">
              <a:ln>
                <a:noFill/>
              </a:ln>
              <a:solidFill>
                <a:prstClr val="white"/>
              </a:solidFill>
              <a:effectLst/>
              <a:uLnTx/>
              <a:uFillTx/>
              <a:latin typeface="Arial"/>
              <a:ea typeface="+mn-ea"/>
              <a:cs typeface="+mn-cs"/>
            </a:endParaRPr>
          </a:p>
        </p:txBody>
      </p:sp>
      <p:sp>
        <p:nvSpPr>
          <p:cNvPr id="29" name="Rectangle: Rounded Corners 28">
            <a:extLst>
              <a:ext uri="{FF2B5EF4-FFF2-40B4-BE49-F238E27FC236}">
                <a16:creationId xmlns:a16="http://schemas.microsoft.com/office/drawing/2014/main" id="{1FC0FAA1-D5EB-AE5C-29FD-0A3637F7AA5E}"/>
              </a:ext>
            </a:extLst>
          </p:cNvPr>
          <p:cNvSpPr/>
          <p:nvPr/>
        </p:nvSpPr>
        <p:spPr>
          <a:xfrm rot="5400000">
            <a:off x="11028621" y="5316802"/>
            <a:ext cx="637695" cy="1396094"/>
          </a:xfrm>
          <a:prstGeom prst="roundRect">
            <a:avLst>
              <a:gd name="adj" fmla="val 50000"/>
            </a:avLst>
          </a:prstGeom>
          <a:solidFill>
            <a:schemeClr val="accent1"/>
          </a:solidFill>
          <a:ln w="12700">
            <a:noFill/>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500" b="0" i="0" u="none" strike="noStrike" kern="1200" cap="none" spc="0" normalizeH="0" baseline="0" noProof="0" err="1">
              <a:ln>
                <a:noFill/>
              </a:ln>
              <a:solidFill>
                <a:prstClr val="white"/>
              </a:solidFill>
              <a:effectLst/>
              <a:uLnTx/>
              <a:uFillTx/>
              <a:latin typeface="Arial"/>
              <a:ea typeface="+mn-ea"/>
              <a:cs typeface="+mn-cs"/>
            </a:endParaRPr>
          </a:p>
        </p:txBody>
      </p:sp>
      <p:sp>
        <p:nvSpPr>
          <p:cNvPr id="38" name="Retângulo 3">
            <a:extLst>
              <a:ext uri="{FF2B5EF4-FFF2-40B4-BE49-F238E27FC236}">
                <a16:creationId xmlns:a16="http://schemas.microsoft.com/office/drawing/2014/main" id="{DD6165AE-868B-DCE8-6297-037896DB9BAD}"/>
              </a:ext>
            </a:extLst>
          </p:cNvPr>
          <p:cNvSpPr/>
          <p:nvPr/>
        </p:nvSpPr>
        <p:spPr>
          <a:xfrm>
            <a:off x="0" y="2005815"/>
            <a:ext cx="4064447" cy="810376"/>
          </a:xfrm>
          <a:prstGeom prst="rect">
            <a:avLst/>
          </a:prstGeom>
          <a:solidFill>
            <a:schemeClr val="tx2"/>
          </a:solidFill>
          <a:ln w="12700">
            <a:noFill/>
            <a:miter lim="400000"/>
          </a:ln>
          <a:effectLst/>
        </p:spPr>
        <p:txBody>
          <a:bodyPr lIns="144000" tIns="72000" rIns="252000" bIns="72000" rtlCol="0" anchor="ctr"/>
          <a:lstStyle/>
          <a:p>
            <a:pPr marL="895350" marR="0" lvl="0" indent="0" algn="l" defTabSz="914400" rtl="0" eaLnBrk="1" fontAlgn="auto" latinLnBrk="0" hangingPunct="1">
              <a:lnSpc>
                <a:spcPct val="100000"/>
              </a:lnSpc>
              <a:spcBef>
                <a:spcPts val="0"/>
              </a:spcBef>
              <a:spcAft>
                <a:spcPts val="0"/>
              </a:spcAft>
              <a:buClrTx/>
              <a:buSzTx/>
              <a:buFontTx/>
              <a:buNone/>
              <a:tabLst/>
              <a:defRPr/>
            </a:pPr>
            <a:r>
              <a:rPr kumimoji="0" lang="pt-BR" sz="1500" b="1" i="0" u="none" strike="noStrike" kern="1200" cap="none" spc="0" normalizeH="0" baseline="0" noProof="0">
                <a:ln>
                  <a:noFill/>
                </a:ln>
                <a:solidFill>
                  <a:prstClr val="white"/>
                </a:solidFill>
                <a:effectLst/>
                <a:uLnTx/>
                <a:uFillTx/>
                <a:latin typeface="Arial"/>
                <a:ea typeface="+mn-ea"/>
                <a:cs typeface="+mn-cs"/>
              </a:rPr>
              <a:t>Fabricante de pneus</a:t>
            </a:r>
          </a:p>
        </p:txBody>
      </p:sp>
      <p:sp>
        <p:nvSpPr>
          <p:cNvPr id="39" name="Retângulo 3">
            <a:extLst>
              <a:ext uri="{FF2B5EF4-FFF2-40B4-BE49-F238E27FC236}">
                <a16:creationId xmlns:a16="http://schemas.microsoft.com/office/drawing/2014/main" id="{DB4FD19A-3681-0853-A16D-220FAEBB8ABF}"/>
              </a:ext>
            </a:extLst>
          </p:cNvPr>
          <p:cNvSpPr/>
          <p:nvPr/>
        </p:nvSpPr>
        <p:spPr>
          <a:xfrm>
            <a:off x="4136570" y="2005890"/>
            <a:ext cx="7141029" cy="810000"/>
          </a:xfrm>
          <a:prstGeom prst="rect">
            <a:avLst/>
          </a:prstGeom>
          <a:solidFill>
            <a:schemeClr val="bg1">
              <a:lumMod val="95000"/>
            </a:schemeClr>
          </a:solidFill>
          <a:ln w="12700">
            <a:noFill/>
            <a:miter lim="400000"/>
          </a:ln>
          <a:effectLst/>
        </p:spPr>
        <p:txBody>
          <a:bodyPr lIns="144000" tIns="108000" rIns="144000" bIns="108000" rtlCol="0" anchor="ctr">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pt-BR" sz="1500" b="0" i="0" u="none" strike="noStrike" kern="0" cap="none" spc="0" normalizeH="0" baseline="0" noProof="0">
                <a:ln>
                  <a:noFill/>
                </a:ln>
                <a:solidFill>
                  <a:srgbClr val="071C25"/>
                </a:solidFill>
                <a:effectLst/>
                <a:uLnTx/>
                <a:uFillTx/>
                <a:latin typeface="Arial"/>
                <a:ea typeface="+mn-ea"/>
                <a:cs typeface="+mn-cs"/>
              </a:rPr>
              <a:t>Estratégia de </a:t>
            </a:r>
            <a:r>
              <a:rPr kumimoji="0" lang="pt-BR" sz="1500" b="0" i="1" u="none" strike="noStrike" kern="0" cap="none" spc="0" normalizeH="0" baseline="0" noProof="0">
                <a:ln>
                  <a:noFill/>
                </a:ln>
                <a:solidFill>
                  <a:srgbClr val="071C25"/>
                </a:solidFill>
                <a:effectLst/>
                <a:uLnTx/>
                <a:uFillTx/>
                <a:latin typeface="Arial"/>
                <a:ea typeface="+mn-ea"/>
                <a:cs typeface="+mn-cs"/>
              </a:rPr>
              <a:t>go </a:t>
            </a:r>
            <a:r>
              <a:rPr kumimoji="0" lang="pt-BR" sz="1500" b="0" i="1" u="none" strike="noStrike" kern="0" cap="none" spc="0" normalizeH="0" baseline="0" noProof="0" err="1">
                <a:ln>
                  <a:noFill/>
                </a:ln>
                <a:solidFill>
                  <a:srgbClr val="071C25"/>
                </a:solidFill>
                <a:effectLst/>
                <a:uLnTx/>
                <a:uFillTx/>
                <a:latin typeface="Arial"/>
                <a:ea typeface="+mn-ea"/>
                <a:cs typeface="+mn-cs"/>
              </a:rPr>
              <a:t>to</a:t>
            </a:r>
            <a:r>
              <a:rPr kumimoji="0" lang="pt-BR" sz="1500" b="0" i="1" u="none" strike="noStrike" kern="0" cap="none" spc="0" normalizeH="0" baseline="0" noProof="0">
                <a:ln>
                  <a:noFill/>
                </a:ln>
                <a:solidFill>
                  <a:srgbClr val="071C25"/>
                </a:solidFill>
                <a:effectLst/>
                <a:uLnTx/>
                <a:uFillTx/>
                <a:latin typeface="Arial"/>
                <a:ea typeface="+mn-ea"/>
                <a:cs typeface="+mn-cs"/>
              </a:rPr>
              <a:t> </a:t>
            </a:r>
            <a:r>
              <a:rPr kumimoji="0" lang="pt-BR" sz="1500" b="0" i="1" u="none" strike="noStrike" kern="0" cap="none" spc="0" normalizeH="0" baseline="0" noProof="0" err="1">
                <a:ln>
                  <a:noFill/>
                </a:ln>
                <a:solidFill>
                  <a:srgbClr val="071C25"/>
                </a:solidFill>
                <a:effectLst/>
                <a:uLnTx/>
                <a:uFillTx/>
                <a:latin typeface="Arial"/>
                <a:ea typeface="+mn-ea"/>
                <a:cs typeface="+mn-cs"/>
              </a:rPr>
              <a:t>market</a:t>
            </a:r>
            <a:r>
              <a:rPr kumimoji="0" lang="pt-BR" sz="1500" b="0" i="1" u="none" strike="noStrike" kern="0" cap="none" spc="0" normalizeH="0" baseline="0" noProof="0">
                <a:ln>
                  <a:noFill/>
                </a:ln>
                <a:solidFill>
                  <a:srgbClr val="071C25"/>
                </a:solidFill>
                <a:effectLst/>
                <a:uLnTx/>
                <a:uFillTx/>
                <a:latin typeface="Arial"/>
                <a:ea typeface="+mn-ea"/>
                <a:cs typeface="+mn-cs"/>
              </a:rPr>
              <a:t> </a:t>
            </a:r>
            <a:r>
              <a:rPr kumimoji="0" lang="pt-BR" sz="1500" b="0" i="0" u="none" strike="noStrike" kern="0" cap="none" spc="0" normalizeH="0" baseline="0" noProof="0">
                <a:ln>
                  <a:noFill/>
                </a:ln>
                <a:solidFill>
                  <a:srgbClr val="071C25"/>
                </a:solidFill>
                <a:effectLst/>
                <a:uLnTx/>
                <a:uFillTx/>
                <a:latin typeface="Arial"/>
                <a:ea typeface="+mn-ea"/>
                <a:cs typeface="+mn-cs"/>
              </a:rPr>
              <a:t>para o segmento de pneus agrícolas, incluindo precificação e termos comerciais, organização da força de vendas e localização das lojas</a:t>
            </a:r>
          </a:p>
        </p:txBody>
      </p:sp>
      <p:sp>
        <p:nvSpPr>
          <p:cNvPr id="40" name="Retângulo 3">
            <a:extLst>
              <a:ext uri="{FF2B5EF4-FFF2-40B4-BE49-F238E27FC236}">
                <a16:creationId xmlns:a16="http://schemas.microsoft.com/office/drawing/2014/main" id="{9084939B-019E-B836-B08B-24149A4900A7}"/>
              </a:ext>
            </a:extLst>
          </p:cNvPr>
          <p:cNvSpPr/>
          <p:nvPr/>
        </p:nvSpPr>
        <p:spPr>
          <a:xfrm>
            <a:off x="4136570" y="2906880"/>
            <a:ext cx="7141029" cy="810000"/>
          </a:xfrm>
          <a:prstGeom prst="rect">
            <a:avLst/>
          </a:prstGeom>
          <a:solidFill>
            <a:schemeClr val="bg1">
              <a:lumMod val="95000"/>
            </a:schemeClr>
          </a:solidFill>
          <a:ln w="12700">
            <a:noFill/>
            <a:miter lim="400000"/>
          </a:ln>
          <a:effectLst/>
        </p:spPr>
        <p:txBody>
          <a:bodyPr lIns="144000" tIns="108000" rIns="144000" bIns="108000" rtlCol="0" anchor="ctr">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pt-BR" sz="1500" b="0" i="0" u="none" strike="noStrike" kern="0" cap="none" spc="0" normalizeH="0" baseline="0" noProof="0">
                <a:ln>
                  <a:noFill/>
                </a:ln>
                <a:solidFill>
                  <a:srgbClr val="071C25"/>
                </a:solidFill>
                <a:effectLst/>
                <a:uLnTx/>
                <a:uFillTx/>
                <a:latin typeface="Arial"/>
                <a:ea typeface="+mn-ea"/>
                <a:cs typeface="+mn-cs"/>
              </a:rPr>
              <a:t>Apoio ao planejamento estratégico de associação de empresas de máquinas agrícolas, telecomunicações e tecnologia para aumentar conectividade do produtor agrícola</a:t>
            </a:r>
          </a:p>
        </p:txBody>
      </p:sp>
      <p:sp>
        <p:nvSpPr>
          <p:cNvPr id="41" name="Retângulo 3">
            <a:extLst>
              <a:ext uri="{FF2B5EF4-FFF2-40B4-BE49-F238E27FC236}">
                <a16:creationId xmlns:a16="http://schemas.microsoft.com/office/drawing/2014/main" id="{560E3EDC-9209-7FA3-1ED7-445DC1AE359A}"/>
              </a:ext>
            </a:extLst>
          </p:cNvPr>
          <p:cNvSpPr/>
          <p:nvPr/>
        </p:nvSpPr>
        <p:spPr>
          <a:xfrm>
            <a:off x="4136570" y="3807870"/>
            <a:ext cx="7141029" cy="810000"/>
          </a:xfrm>
          <a:prstGeom prst="rect">
            <a:avLst/>
          </a:prstGeom>
          <a:solidFill>
            <a:schemeClr val="bg1">
              <a:lumMod val="95000"/>
            </a:schemeClr>
          </a:solidFill>
          <a:ln w="12700">
            <a:noFill/>
            <a:miter lim="400000"/>
          </a:ln>
          <a:effectLst/>
        </p:spPr>
        <p:txBody>
          <a:bodyPr lIns="144000" tIns="108000" rIns="144000" bIns="108000" rtlCol="0" anchor="ctr">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pt-BR" sz="1500" b="0" i="0" u="none" strike="noStrike" kern="0" cap="none" spc="0" normalizeH="0" baseline="0" noProof="0">
                <a:ln>
                  <a:noFill/>
                </a:ln>
                <a:solidFill>
                  <a:srgbClr val="071C25"/>
                </a:solidFill>
                <a:effectLst/>
                <a:uLnTx/>
                <a:uFillTx/>
                <a:latin typeface="Arial"/>
                <a:ea typeface="+mn-ea"/>
                <a:cs typeface="+mn-cs"/>
              </a:rPr>
              <a:t>Condução de </a:t>
            </a:r>
            <a:r>
              <a:rPr kumimoji="0" lang="pt-BR" sz="1500" b="0" i="1" u="none" strike="noStrike" kern="0" cap="none" spc="0" normalizeH="0" baseline="0" noProof="0">
                <a:ln>
                  <a:noFill/>
                </a:ln>
                <a:solidFill>
                  <a:srgbClr val="071C25"/>
                </a:solidFill>
                <a:effectLst/>
                <a:uLnTx/>
                <a:uFillTx/>
                <a:latin typeface="Arial"/>
                <a:ea typeface="+mn-ea"/>
                <a:cs typeface="+mn-cs"/>
              </a:rPr>
              <a:t>workshop</a:t>
            </a:r>
            <a:r>
              <a:rPr kumimoji="0" lang="pt-BR" sz="1500" b="0" i="0" u="none" strike="noStrike" kern="0" cap="none" spc="0" normalizeH="0" baseline="0" noProof="0">
                <a:ln>
                  <a:noFill/>
                </a:ln>
                <a:solidFill>
                  <a:srgbClr val="071C25"/>
                </a:solidFill>
                <a:effectLst/>
                <a:uLnTx/>
                <a:uFillTx/>
                <a:latin typeface="Arial"/>
                <a:ea typeface="+mn-ea"/>
                <a:cs typeface="+mn-cs"/>
              </a:rPr>
              <a:t> de inovação para criação de novo modelo de negócio com foco em eficiência operacional, baseado em tecnologias digitais</a:t>
            </a:r>
          </a:p>
        </p:txBody>
      </p:sp>
      <p:sp>
        <p:nvSpPr>
          <p:cNvPr id="42" name="Retângulo 3">
            <a:extLst>
              <a:ext uri="{FF2B5EF4-FFF2-40B4-BE49-F238E27FC236}">
                <a16:creationId xmlns:a16="http://schemas.microsoft.com/office/drawing/2014/main" id="{43759A8B-8C9E-2487-1B34-3E0994E018EF}"/>
              </a:ext>
            </a:extLst>
          </p:cNvPr>
          <p:cNvSpPr/>
          <p:nvPr/>
        </p:nvSpPr>
        <p:spPr>
          <a:xfrm>
            <a:off x="4136570" y="4708860"/>
            <a:ext cx="7141029" cy="810000"/>
          </a:xfrm>
          <a:prstGeom prst="rect">
            <a:avLst/>
          </a:prstGeom>
          <a:solidFill>
            <a:schemeClr val="bg1">
              <a:lumMod val="95000"/>
            </a:schemeClr>
          </a:solidFill>
          <a:ln w="12700">
            <a:noFill/>
            <a:miter lim="400000"/>
          </a:ln>
          <a:effectLst/>
        </p:spPr>
        <p:txBody>
          <a:bodyPr lIns="144000" tIns="108000" rIns="144000" bIns="108000" rtlCol="0" anchor="ctr">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pt-BR" sz="1500" b="0" i="0" u="none" strike="noStrike" kern="0" cap="none" spc="0" normalizeH="0" baseline="0" noProof="0">
                <a:ln>
                  <a:noFill/>
                </a:ln>
                <a:solidFill>
                  <a:srgbClr val="071C25"/>
                </a:solidFill>
                <a:effectLst/>
                <a:uLnTx/>
                <a:uFillTx/>
                <a:latin typeface="Arial"/>
                <a:ea typeface="+mn-ea"/>
                <a:cs typeface="+mn-cs"/>
              </a:rPr>
              <a:t>Implementação de amplo programa de transformação, incluindo precificação, redução de custos de compras e manufatura, redução de SG&amp;A através de redesenho organizacional e eliminação de produtos não-rentáveis do portfolio</a:t>
            </a:r>
          </a:p>
        </p:txBody>
      </p:sp>
      <p:sp>
        <p:nvSpPr>
          <p:cNvPr id="43" name="Retângulo 3">
            <a:extLst>
              <a:ext uri="{FF2B5EF4-FFF2-40B4-BE49-F238E27FC236}">
                <a16:creationId xmlns:a16="http://schemas.microsoft.com/office/drawing/2014/main" id="{AB3832DA-3176-900D-9C60-4EFA85491E7E}"/>
              </a:ext>
            </a:extLst>
          </p:cNvPr>
          <p:cNvSpPr/>
          <p:nvPr/>
        </p:nvSpPr>
        <p:spPr>
          <a:xfrm>
            <a:off x="4136570" y="5609849"/>
            <a:ext cx="7141029" cy="810000"/>
          </a:xfrm>
          <a:prstGeom prst="rect">
            <a:avLst/>
          </a:prstGeom>
          <a:solidFill>
            <a:schemeClr val="bg1">
              <a:lumMod val="95000"/>
            </a:schemeClr>
          </a:solidFill>
          <a:ln w="12700">
            <a:noFill/>
            <a:miter lim="400000"/>
          </a:ln>
          <a:effectLst/>
        </p:spPr>
        <p:txBody>
          <a:bodyPr lIns="144000" tIns="108000" rIns="144000" bIns="108000" rtlCol="0" anchor="ctr">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pt-BR" sz="1500" b="0" i="0" u="none" strike="noStrike" kern="0" cap="none" spc="0" normalizeH="0" baseline="0" noProof="0">
                <a:ln>
                  <a:noFill/>
                </a:ln>
                <a:solidFill>
                  <a:srgbClr val="071C25"/>
                </a:solidFill>
                <a:effectLst/>
                <a:uLnTx/>
                <a:uFillTx/>
                <a:latin typeface="Arial"/>
                <a:ea typeface="+mn-ea"/>
                <a:cs typeface="+mn-cs"/>
              </a:rPr>
              <a:t>Estruturação de PMI para apoiar integração de duas empresas recém adquiridas pela </a:t>
            </a:r>
            <a:r>
              <a:rPr kumimoji="0" lang="pt-BR" sz="1500" b="0" i="1" u="none" strike="noStrike" kern="0" cap="none" spc="0" normalizeH="0" baseline="0" noProof="0">
                <a:ln>
                  <a:noFill/>
                </a:ln>
                <a:solidFill>
                  <a:srgbClr val="071C25"/>
                </a:solidFill>
                <a:effectLst/>
                <a:uLnTx/>
                <a:uFillTx/>
                <a:latin typeface="Arial"/>
                <a:ea typeface="+mn-ea"/>
                <a:cs typeface="+mn-cs"/>
              </a:rPr>
              <a:t>holding</a:t>
            </a:r>
          </a:p>
        </p:txBody>
      </p:sp>
      <p:pic>
        <p:nvPicPr>
          <p:cNvPr id="46" name="Picture 45">
            <a:extLst>
              <a:ext uri="{FF2B5EF4-FFF2-40B4-BE49-F238E27FC236}">
                <a16:creationId xmlns:a16="http://schemas.microsoft.com/office/drawing/2014/main" id="{D1913E99-3868-BBBC-9B3F-65EB7F736275}"/>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1384946" y="5744849"/>
            <a:ext cx="538650" cy="540000"/>
          </a:xfrm>
          <a:prstGeom prst="rect">
            <a:avLst/>
          </a:prstGeom>
        </p:spPr>
      </p:pic>
      <p:pic>
        <p:nvPicPr>
          <p:cNvPr id="48" name="Picture 47">
            <a:extLst>
              <a:ext uri="{FF2B5EF4-FFF2-40B4-BE49-F238E27FC236}">
                <a16:creationId xmlns:a16="http://schemas.microsoft.com/office/drawing/2014/main" id="{F3A66064-B38C-3E7C-FD04-ACB599DD43D7}"/>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1384946" y="4843860"/>
            <a:ext cx="538650" cy="540000"/>
          </a:xfrm>
          <a:prstGeom prst="rect">
            <a:avLst/>
          </a:prstGeom>
        </p:spPr>
      </p:pic>
      <p:sp>
        <p:nvSpPr>
          <p:cNvPr id="50" name="Retângulo 3">
            <a:extLst>
              <a:ext uri="{FF2B5EF4-FFF2-40B4-BE49-F238E27FC236}">
                <a16:creationId xmlns:a16="http://schemas.microsoft.com/office/drawing/2014/main" id="{28A2E51A-59B5-DAD6-3584-C1380B644FFA}"/>
              </a:ext>
            </a:extLst>
          </p:cNvPr>
          <p:cNvSpPr/>
          <p:nvPr/>
        </p:nvSpPr>
        <p:spPr>
          <a:xfrm>
            <a:off x="0" y="1104900"/>
            <a:ext cx="4064447" cy="810376"/>
          </a:xfrm>
          <a:prstGeom prst="rect">
            <a:avLst/>
          </a:prstGeom>
          <a:solidFill>
            <a:schemeClr val="tx2"/>
          </a:solidFill>
          <a:ln w="12700">
            <a:noFill/>
            <a:miter lim="400000"/>
          </a:ln>
          <a:effectLst/>
        </p:spPr>
        <p:txBody>
          <a:bodyPr lIns="144000" tIns="72000" rIns="252000" bIns="72000" rtlCol="0" anchor="ctr"/>
          <a:lstStyle/>
          <a:p>
            <a:pPr marL="895350" marR="0" lvl="0" indent="0" algn="l" defTabSz="914400" rtl="0" eaLnBrk="1" fontAlgn="auto" latinLnBrk="0" hangingPunct="1">
              <a:lnSpc>
                <a:spcPct val="100000"/>
              </a:lnSpc>
              <a:spcBef>
                <a:spcPts val="0"/>
              </a:spcBef>
              <a:spcAft>
                <a:spcPts val="0"/>
              </a:spcAft>
              <a:buClrTx/>
              <a:buSzTx/>
              <a:buFontTx/>
              <a:buNone/>
              <a:tabLst/>
              <a:defRPr/>
            </a:pPr>
            <a:r>
              <a:rPr kumimoji="0" lang="pt-BR" sz="1500" b="1" i="0" u="none" strike="noStrike" kern="1200" cap="none" spc="0" normalizeH="0" baseline="0" noProof="0">
                <a:ln>
                  <a:noFill/>
                </a:ln>
                <a:solidFill>
                  <a:prstClr val="white"/>
                </a:solidFill>
                <a:effectLst/>
                <a:uLnTx/>
                <a:uFillTx/>
                <a:latin typeface="Arial"/>
                <a:ea typeface="+mn-ea"/>
                <a:cs typeface="+mn-cs"/>
              </a:rPr>
              <a:t>Empresa de sementes e defensivos químicos </a:t>
            </a:r>
          </a:p>
        </p:txBody>
      </p:sp>
      <p:sp>
        <p:nvSpPr>
          <p:cNvPr id="51" name="Retângulo 3">
            <a:extLst>
              <a:ext uri="{FF2B5EF4-FFF2-40B4-BE49-F238E27FC236}">
                <a16:creationId xmlns:a16="http://schemas.microsoft.com/office/drawing/2014/main" id="{7843C2FA-FD4E-0353-AE8B-219A1CBE09B8}"/>
              </a:ext>
            </a:extLst>
          </p:cNvPr>
          <p:cNvSpPr/>
          <p:nvPr/>
        </p:nvSpPr>
        <p:spPr>
          <a:xfrm>
            <a:off x="0" y="2906729"/>
            <a:ext cx="4064447" cy="810376"/>
          </a:xfrm>
          <a:prstGeom prst="rect">
            <a:avLst/>
          </a:prstGeom>
          <a:solidFill>
            <a:schemeClr val="tx2"/>
          </a:solidFill>
          <a:ln w="12700">
            <a:noFill/>
            <a:miter lim="400000"/>
          </a:ln>
          <a:effectLst/>
        </p:spPr>
        <p:txBody>
          <a:bodyPr lIns="144000" tIns="72000" rIns="252000" bIns="72000" rtlCol="0" anchor="ctr"/>
          <a:lstStyle/>
          <a:p>
            <a:pPr marL="895350" marR="0" lvl="0" indent="0" algn="l" defTabSz="914400" rtl="0" eaLnBrk="1" fontAlgn="auto" latinLnBrk="0" hangingPunct="1">
              <a:lnSpc>
                <a:spcPct val="100000"/>
              </a:lnSpc>
              <a:spcBef>
                <a:spcPts val="0"/>
              </a:spcBef>
              <a:spcAft>
                <a:spcPts val="0"/>
              </a:spcAft>
              <a:buClrTx/>
              <a:buSzTx/>
              <a:buFontTx/>
              <a:buNone/>
              <a:tabLst/>
              <a:defRPr/>
            </a:pPr>
            <a:r>
              <a:rPr kumimoji="0" lang="pt-BR" sz="1500" b="1" i="0" u="none" strike="noStrike" kern="1200" cap="none" spc="0" normalizeH="0" baseline="0" noProof="0">
                <a:ln>
                  <a:noFill/>
                </a:ln>
                <a:solidFill>
                  <a:prstClr val="white"/>
                </a:solidFill>
                <a:effectLst/>
                <a:uLnTx/>
                <a:uFillTx/>
                <a:latin typeface="Arial"/>
                <a:ea typeface="+mn-ea"/>
                <a:cs typeface="+mn-cs"/>
              </a:rPr>
              <a:t>Associação de empresas</a:t>
            </a:r>
          </a:p>
        </p:txBody>
      </p:sp>
      <p:sp>
        <p:nvSpPr>
          <p:cNvPr id="52" name="Retângulo 3">
            <a:extLst>
              <a:ext uri="{FF2B5EF4-FFF2-40B4-BE49-F238E27FC236}">
                <a16:creationId xmlns:a16="http://schemas.microsoft.com/office/drawing/2014/main" id="{1E82B00F-09CB-932A-A44F-1C542B95541A}"/>
              </a:ext>
            </a:extLst>
          </p:cNvPr>
          <p:cNvSpPr/>
          <p:nvPr/>
        </p:nvSpPr>
        <p:spPr>
          <a:xfrm>
            <a:off x="0" y="3807644"/>
            <a:ext cx="4064447" cy="810376"/>
          </a:xfrm>
          <a:prstGeom prst="rect">
            <a:avLst/>
          </a:prstGeom>
          <a:solidFill>
            <a:schemeClr val="tx2"/>
          </a:solidFill>
          <a:ln w="12700">
            <a:noFill/>
            <a:miter lim="400000"/>
          </a:ln>
          <a:effectLst/>
        </p:spPr>
        <p:txBody>
          <a:bodyPr lIns="144000" tIns="72000" rIns="252000" bIns="72000" rtlCol="0" anchor="ctr"/>
          <a:lstStyle/>
          <a:p>
            <a:pPr marL="895350" marR="0" lvl="0" indent="0" algn="l" defTabSz="914400" rtl="0" eaLnBrk="1" fontAlgn="auto" latinLnBrk="0" hangingPunct="1">
              <a:lnSpc>
                <a:spcPct val="100000"/>
              </a:lnSpc>
              <a:spcBef>
                <a:spcPts val="0"/>
              </a:spcBef>
              <a:spcAft>
                <a:spcPts val="0"/>
              </a:spcAft>
              <a:buClrTx/>
              <a:buSzTx/>
              <a:buFontTx/>
              <a:buNone/>
              <a:tabLst/>
              <a:defRPr/>
            </a:pPr>
            <a:r>
              <a:rPr kumimoji="0" lang="pt-BR" sz="1500" b="1" i="0" u="none" strike="noStrike" kern="1200" cap="none" spc="0" normalizeH="0" baseline="0" noProof="0">
                <a:ln>
                  <a:noFill/>
                </a:ln>
                <a:solidFill>
                  <a:prstClr val="white"/>
                </a:solidFill>
                <a:effectLst/>
                <a:uLnTx/>
                <a:uFillTx/>
                <a:latin typeface="Arial"/>
                <a:ea typeface="+mn-ea"/>
                <a:cs typeface="+mn-cs"/>
              </a:rPr>
              <a:t>Plantio de cana-de-açúcar e produção de açúcar e etanol </a:t>
            </a:r>
          </a:p>
        </p:txBody>
      </p:sp>
      <p:sp>
        <p:nvSpPr>
          <p:cNvPr id="53" name="Retângulo 3">
            <a:extLst>
              <a:ext uri="{FF2B5EF4-FFF2-40B4-BE49-F238E27FC236}">
                <a16:creationId xmlns:a16="http://schemas.microsoft.com/office/drawing/2014/main" id="{D4CB774F-BBAD-2D95-53C0-AAF8E995FBCB}"/>
              </a:ext>
            </a:extLst>
          </p:cNvPr>
          <p:cNvSpPr/>
          <p:nvPr/>
        </p:nvSpPr>
        <p:spPr>
          <a:xfrm>
            <a:off x="0" y="4708558"/>
            <a:ext cx="4064447" cy="810376"/>
          </a:xfrm>
          <a:prstGeom prst="rect">
            <a:avLst/>
          </a:prstGeom>
          <a:solidFill>
            <a:schemeClr val="tx2"/>
          </a:solidFill>
          <a:ln w="12700">
            <a:noFill/>
            <a:miter lim="400000"/>
          </a:ln>
          <a:effectLst/>
        </p:spPr>
        <p:txBody>
          <a:bodyPr lIns="144000" tIns="72000" rIns="252000" bIns="72000" rtlCol="0" anchor="ctr"/>
          <a:lstStyle/>
          <a:p>
            <a:pPr marL="895350" marR="0" lvl="0" indent="0" algn="l" defTabSz="914400" rtl="0" eaLnBrk="1" fontAlgn="auto" latinLnBrk="0" hangingPunct="1">
              <a:lnSpc>
                <a:spcPct val="100000"/>
              </a:lnSpc>
              <a:spcBef>
                <a:spcPts val="0"/>
              </a:spcBef>
              <a:spcAft>
                <a:spcPts val="0"/>
              </a:spcAft>
              <a:buClrTx/>
              <a:buSzTx/>
              <a:buFontTx/>
              <a:buNone/>
              <a:tabLst/>
              <a:defRPr/>
            </a:pPr>
            <a:r>
              <a:rPr kumimoji="0" lang="pt-BR" sz="1500" b="1" i="0" u="none" strike="noStrike" kern="1200" cap="none" spc="0" normalizeH="0" baseline="0" noProof="0">
                <a:ln>
                  <a:noFill/>
                </a:ln>
                <a:solidFill>
                  <a:prstClr val="white"/>
                </a:solidFill>
                <a:effectLst/>
                <a:uLnTx/>
                <a:uFillTx/>
                <a:latin typeface="Arial"/>
                <a:ea typeface="+mn-ea"/>
                <a:cs typeface="+mn-cs"/>
              </a:rPr>
              <a:t>Empresa de máquinas agrícolas</a:t>
            </a:r>
          </a:p>
        </p:txBody>
      </p:sp>
      <p:sp>
        <p:nvSpPr>
          <p:cNvPr id="54" name="Retângulo 3">
            <a:extLst>
              <a:ext uri="{FF2B5EF4-FFF2-40B4-BE49-F238E27FC236}">
                <a16:creationId xmlns:a16="http://schemas.microsoft.com/office/drawing/2014/main" id="{1DCAEFA5-C191-B0BF-BB39-7EFDBA945655}"/>
              </a:ext>
            </a:extLst>
          </p:cNvPr>
          <p:cNvSpPr/>
          <p:nvPr/>
        </p:nvSpPr>
        <p:spPr>
          <a:xfrm>
            <a:off x="0" y="5609473"/>
            <a:ext cx="4064447" cy="810376"/>
          </a:xfrm>
          <a:prstGeom prst="rect">
            <a:avLst/>
          </a:prstGeom>
          <a:solidFill>
            <a:schemeClr val="tx2"/>
          </a:solidFill>
          <a:ln w="12700">
            <a:noFill/>
            <a:miter lim="400000"/>
          </a:ln>
          <a:effectLst/>
        </p:spPr>
        <p:txBody>
          <a:bodyPr lIns="144000" tIns="72000" rIns="252000" bIns="72000" rtlCol="0" anchor="ctr"/>
          <a:lstStyle/>
          <a:p>
            <a:pPr marL="895350" marR="0" lvl="0" indent="0" algn="l" defTabSz="914400" rtl="0" eaLnBrk="1" fontAlgn="auto" latinLnBrk="0" hangingPunct="1">
              <a:lnSpc>
                <a:spcPct val="100000"/>
              </a:lnSpc>
              <a:spcBef>
                <a:spcPts val="0"/>
              </a:spcBef>
              <a:spcAft>
                <a:spcPts val="0"/>
              </a:spcAft>
              <a:buClrTx/>
              <a:buSzTx/>
              <a:buFontTx/>
              <a:buNone/>
              <a:tabLst/>
              <a:defRPr/>
            </a:pPr>
            <a:r>
              <a:rPr kumimoji="0" lang="pt-BR" sz="1500" b="1" i="0" u="none" strike="noStrike" kern="1200" cap="none" spc="0" normalizeH="0" baseline="0" noProof="0">
                <a:ln>
                  <a:noFill/>
                </a:ln>
                <a:solidFill>
                  <a:prstClr val="white"/>
                </a:solidFill>
                <a:effectLst/>
                <a:uLnTx/>
                <a:uFillTx/>
                <a:latin typeface="Arial"/>
                <a:ea typeface="+mn-ea"/>
                <a:cs typeface="+mn-cs"/>
              </a:rPr>
              <a:t>Empresa de máquinas agrícolas</a:t>
            </a:r>
          </a:p>
        </p:txBody>
      </p:sp>
      <p:pic>
        <p:nvPicPr>
          <p:cNvPr id="57" name="Picture 56">
            <a:extLst>
              <a:ext uri="{FF2B5EF4-FFF2-40B4-BE49-F238E27FC236}">
                <a16:creationId xmlns:a16="http://schemas.microsoft.com/office/drawing/2014/main" id="{C3FC5D49-7D27-6455-69D6-943BC24EDF1A}"/>
              </a:ext>
            </a:extLst>
          </p:cNvPr>
          <p:cNvPicPr>
            <a:picLocks noChangeAspect="1"/>
          </p:cNvPicPr>
          <p:nvPr/>
        </p:nvPicPr>
        <p:blipFill>
          <a:blip r:embed="rId6" cstate="email">
            <a:lum bright="70000" contrast="-70000"/>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a:ext>
            </a:extLst>
          </a:blip>
          <a:stretch>
            <a:fillRect/>
          </a:stretch>
        </p:blipFill>
        <p:spPr>
          <a:xfrm>
            <a:off x="186161" y="3005918"/>
            <a:ext cx="612000" cy="612000"/>
          </a:xfrm>
          <a:prstGeom prst="rect">
            <a:avLst/>
          </a:prstGeom>
        </p:spPr>
      </p:pic>
      <p:pic>
        <p:nvPicPr>
          <p:cNvPr id="58" name="Picture 57">
            <a:extLst>
              <a:ext uri="{FF2B5EF4-FFF2-40B4-BE49-F238E27FC236}">
                <a16:creationId xmlns:a16="http://schemas.microsoft.com/office/drawing/2014/main" id="{239AD2D5-1294-D77C-F028-83E424F1BB67}"/>
              </a:ext>
            </a:extLst>
          </p:cNvPr>
          <p:cNvPicPr>
            <a:picLocks noChangeAspect="1"/>
          </p:cNvPicPr>
          <p:nvPr/>
        </p:nvPicPr>
        <p:blipFill>
          <a:blip r:embed="rId8" cstate="email">
            <a:lum bright="70000" contrast="-70000"/>
            <a:extLst>
              <a:ext uri="{BEBA8EAE-BF5A-486C-A8C5-ECC9F3942E4B}">
                <a14:imgProps xmlns:a14="http://schemas.microsoft.com/office/drawing/2010/main">
                  <a14:imgLayer r:embed="rId9">
                    <a14:imgEffect>
                      <a14:artisticPhotocopy/>
                    </a14:imgEffect>
                  </a14:imgLayer>
                </a14:imgProps>
              </a:ext>
              <a:ext uri="{28A0092B-C50C-407E-A947-70E740481C1C}">
                <a14:useLocalDpi xmlns:a14="http://schemas.microsoft.com/office/drawing/2010/main"/>
              </a:ext>
            </a:extLst>
          </a:blip>
          <a:stretch>
            <a:fillRect/>
          </a:stretch>
        </p:blipFill>
        <p:spPr>
          <a:xfrm>
            <a:off x="186161" y="1204088"/>
            <a:ext cx="612000" cy="612000"/>
          </a:xfrm>
          <a:prstGeom prst="rect">
            <a:avLst/>
          </a:prstGeom>
        </p:spPr>
      </p:pic>
      <p:sp>
        <p:nvSpPr>
          <p:cNvPr id="61" name="Retângulo 3">
            <a:extLst>
              <a:ext uri="{FF2B5EF4-FFF2-40B4-BE49-F238E27FC236}">
                <a16:creationId xmlns:a16="http://schemas.microsoft.com/office/drawing/2014/main" id="{2CC5C66D-FF06-62A7-0132-E0B15CE56C89}"/>
              </a:ext>
            </a:extLst>
          </p:cNvPr>
          <p:cNvSpPr/>
          <p:nvPr/>
        </p:nvSpPr>
        <p:spPr>
          <a:xfrm>
            <a:off x="4136570" y="1104900"/>
            <a:ext cx="7141029" cy="810000"/>
          </a:xfrm>
          <a:prstGeom prst="rect">
            <a:avLst/>
          </a:prstGeom>
          <a:solidFill>
            <a:schemeClr val="bg1">
              <a:lumMod val="95000"/>
            </a:schemeClr>
          </a:solidFill>
          <a:ln w="12700">
            <a:noFill/>
            <a:miter lim="400000"/>
          </a:ln>
          <a:effectLst/>
        </p:spPr>
        <p:txBody>
          <a:bodyPr lIns="144000" tIns="108000" rIns="144000" bIns="108000" rtlCol="0" anchor="ctr">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pt-BR" sz="1500" b="0" i="0" u="none" strike="noStrike" kern="0" cap="none" spc="0" normalizeH="0" baseline="0" noProof="0">
                <a:ln>
                  <a:noFill/>
                </a:ln>
                <a:solidFill>
                  <a:srgbClr val="071C25"/>
                </a:solidFill>
                <a:effectLst/>
                <a:uLnTx/>
                <a:uFillTx/>
                <a:latin typeface="Arial"/>
                <a:ea typeface="+mn-ea"/>
                <a:cs typeface="+mn-cs"/>
              </a:rPr>
              <a:t>Estratégia de </a:t>
            </a:r>
            <a:r>
              <a:rPr kumimoji="0" lang="pt-BR" sz="1500" b="0" i="1" u="none" strike="noStrike" kern="0" cap="none" spc="0" normalizeH="0" baseline="0" noProof="0">
                <a:ln>
                  <a:noFill/>
                </a:ln>
                <a:solidFill>
                  <a:srgbClr val="071C25"/>
                </a:solidFill>
                <a:effectLst/>
                <a:uLnTx/>
                <a:uFillTx/>
                <a:latin typeface="Arial"/>
                <a:ea typeface="+mn-ea"/>
                <a:cs typeface="+mn-cs"/>
              </a:rPr>
              <a:t>go </a:t>
            </a:r>
            <a:r>
              <a:rPr kumimoji="0" lang="pt-BR" sz="1500" b="0" i="1" u="none" strike="noStrike" kern="0" cap="none" spc="0" normalizeH="0" baseline="0" noProof="0" err="1">
                <a:ln>
                  <a:noFill/>
                </a:ln>
                <a:solidFill>
                  <a:srgbClr val="071C25"/>
                </a:solidFill>
                <a:effectLst/>
                <a:uLnTx/>
                <a:uFillTx/>
                <a:latin typeface="Arial"/>
                <a:ea typeface="+mn-ea"/>
                <a:cs typeface="+mn-cs"/>
              </a:rPr>
              <a:t>to</a:t>
            </a:r>
            <a:r>
              <a:rPr kumimoji="0" lang="pt-BR" sz="1500" b="0" i="1" u="none" strike="noStrike" kern="0" cap="none" spc="0" normalizeH="0" baseline="0" noProof="0">
                <a:ln>
                  <a:noFill/>
                </a:ln>
                <a:solidFill>
                  <a:srgbClr val="071C25"/>
                </a:solidFill>
                <a:effectLst/>
                <a:uLnTx/>
                <a:uFillTx/>
                <a:latin typeface="Arial"/>
                <a:ea typeface="+mn-ea"/>
                <a:cs typeface="+mn-cs"/>
              </a:rPr>
              <a:t> </a:t>
            </a:r>
            <a:r>
              <a:rPr kumimoji="0" lang="pt-BR" sz="1500" b="0" i="1" u="none" strike="noStrike" kern="0" cap="none" spc="0" normalizeH="0" baseline="0" noProof="0" err="1">
                <a:ln>
                  <a:noFill/>
                </a:ln>
                <a:solidFill>
                  <a:srgbClr val="071C25"/>
                </a:solidFill>
                <a:effectLst/>
                <a:uLnTx/>
                <a:uFillTx/>
                <a:latin typeface="Arial"/>
                <a:ea typeface="+mn-ea"/>
                <a:cs typeface="+mn-cs"/>
              </a:rPr>
              <a:t>market</a:t>
            </a:r>
            <a:r>
              <a:rPr kumimoji="0" lang="pt-BR" sz="1500" b="0" i="1" u="none" strike="noStrike" kern="0" cap="none" spc="0" normalizeH="0" baseline="0" noProof="0">
                <a:ln>
                  <a:noFill/>
                </a:ln>
                <a:solidFill>
                  <a:srgbClr val="071C25"/>
                </a:solidFill>
                <a:effectLst/>
                <a:uLnTx/>
                <a:uFillTx/>
                <a:latin typeface="Arial"/>
                <a:ea typeface="+mn-ea"/>
                <a:cs typeface="+mn-cs"/>
              </a:rPr>
              <a:t> </a:t>
            </a:r>
            <a:r>
              <a:rPr kumimoji="0" lang="pt-BR" sz="1500" b="0" i="0" u="none" strike="noStrike" kern="0" cap="none" spc="0" normalizeH="0" baseline="0" noProof="0">
                <a:ln>
                  <a:noFill/>
                </a:ln>
                <a:solidFill>
                  <a:srgbClr val="071C25"/>
                </a:solidFill>
                <a:effectLst/>
                <a:uLnTx/>
                <a:uFillTx/>
                <a:latin typeface="Arial"/>
                <a:ea typeface="+mn-ea"/>
                <a:cs typeface="+mn-cs"/>
              </a:rPr>
              <a:t>para as culturas de soja, milho e algodão para mercado brasileiro</a:t>
            </a:r>
          </a:p>
        </p:txBody>
      </p:sp>
      <p:sp>
        <p:nvSpPr>
          <p:cNvPr id="62" name="CaixaDeTexto 22">
            <a:extLst>
              <a:ext uri="{FF2B5EF4-FFF2-40B4-BE49-F238E27FC236}">
                <a16:creationId xmlns:a16="http://schemas.microsoft.com/office/drawing/2014/main" id="{FA7F5F4E-EDDA-F43E-543E-5B065FA91D04}"/>
              </a:ext>
            </a:extLst>
          </p:cNvPr>
          <p:cNvSpPr txBox="1"/>
          <p:nvPr/>
        </p:nvSpPr>
        <p:spPr bwMode="auto">
          <a:xfrm>
            <a:off x="4282161" y="796879"/>
            <a:ext cx="2479846" cy="230832"/>
          </a:xfrm>
          <a:prstGeom prst="rect">
            <a:avLst/>
          </a:prstGeom>
          <a:noFill/>
          <a:ln w="9525">
            <a:noFill/>
            <a:miter lim="800000"/>
            <a:headEnd/>
            <a:tailEnd/>
          </a:ln>
        </p:spPr>
        <p:txBody>
          <a:bodyPr vert="horz" wrap="none" lIns="0" tIns="0" rIns="0" bIns="0" numCol="1" rtlCol="0" anchor="t"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pt-BR" sz="1500" b="1" i="0" u="none" strike="noStrike" kern="0" cap="none" spc="0" normalizeH="0" baseline="0" noProof="0">
                <a:ln>
                  <a:noFill/>
                </a:ln>
                <a:solidFill>
                  <a:srgbClr val="020E66"/>
                </a:solidFill>
                <a:effectLst/>
                <a:uLnTx/>
                <a:uFillTx/>
                <a:latin typeface="Arial"/>
                <a:ea typeface="+mn-ea"/>
                <a:cs typeface="+mn-cs"/>
              </a:rPr>
              <a:t>Breve descrição do projeto</a:t>
            </a:r>
          </a:p>
        </p:txBody>
      </p:sp>
      <p:sp>
        <p:nvSpPr>
          <p:cNvPr id="63" name="CaixaDeTexto 22">
            <a:extLst>
              <a:ext uri="{FF2B5EF4-FFF2-40B4-BE49-F238E27FC236}">
                <a16:creationId xmlns:a16="http://schemas.microsoft.com/office/drawing/2014/main" id="{51BA0810-47E2-D6BE-A11F-9A7827594416}"/>
              </a:ext>
            </a:extLst>
          </p:cNvPr>
          <p:cNvSpPr txBox="1"/>
          <p:nvPr/>
        </p:nvSpPr>
        <p:spPr bwMode="auto">
          <a:xfrm>
            <a:off x="1040832" y="796879"/>
            <a:ext cx="694101" cy="230832"/>
          </a:xfrm>
          <a:prstGeom prst="rect">
            <a:avLst/>
          </a:prstGeom>
          <a:noFill/>
          <a:ln w="9525">
            <a:noFill/>
            <a:miter lim="800000"/>
            <a:headEnd/>
            <a:tailEnd/>
          </a:ln>
        </p:spPr>
        <p:txBody>
          <a:bodyPr vert="horz" wrap="none" lIns="0" tIns="0" rIns="0" bIns="0" numCol="1" rtlCol="0" anchor="t"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pt-BR" sz="1500" b="1" i="0" u="none" strike="noStrike" kern="0" cap="none" spc="0" normalizeH="0" baseline="0" noProof="0">
                <a:ln>
                  <a:noFill/>
                </a:ln>
                <a:solidFill>
                  <a:srgbClr val="020E66"/>
                </a:solidFill>
                <a:effectLst/>
                <a:uLnTx/>
                <a:uFillTx/>
                <a:latin typeface="Arial"/>
                <a:ea typeface="+mn-ea"/>
                <a:cs typeface="+mn-cs"/>
              </a:rPr>
              <a:t>Cliente </a:t>
            </a:r>
          </a:p>
        </p:txBody>
      </p:sp>
      <p:pic>
        <p:nvPicPr>
          <p:cNvPr id="65" name="Picture 64">
            <a:extLst>
              <a:ext uri="{FF2B5EF4-FFF2-40B4-BE49-F238E27FC236}">
                <a16:creationId xmlns:a16="http://schemas.microsoft.com/office/drawing/2014/main" id="{65FB09CA-D902-8C54-80F6-F22BEA9D863B}"/>
              </a:ext>
            </a:extLst>
          </p:cNvPr>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11383596" y="1239900"/>
            <a:ext cx="540000" cy="540000"/>
          </a:xfrm>
          <a:prstGeom prst="rect">
            <a:avLst/>
          </a:prstGeom>
        </p:spPr>
      </p:pic>
      <p:pic>
        <p:nvPicPr>
          <p:cNvPr id="66" name="Picture 65">
            <a:extLst>
              <a:ext uri="{FF2B5EF4-FFF2-40B4-BE49-F238E27FC236}">
                <a16:creationId xmlns:a16="http://schemas.microsoft.com/office/drawing/2014/main" id="{41B86FEB-19E4-F9E4-D2FF-9E2FACE9BFB7}"/>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1384946" y="2140890"/>
            <a:ext cx="538650" cy="540000"/>
          </a:xfrm>
          <a:prstGeom prst="rect">
            <a:avLst/>
          </a:prstGeom>
        </p:spPr>
      </p:pic>
      <p:pic>
        <p:nvPicPr>
          <p:cNvPr id="68" name="Picture 67">
            <a:extLst>
              <a:ext uri="{FF2B5EF4-FFF2-40B4-BE49-F238E27FC236}">
                <a16:creationId xmlns:a16="http://schemas.microsoft.com/office/drawing/2014/main" id="{D270FF3D-72EF-16AC-FD32-AF63ADC5766A}"/>
              </a:ext>
            </a:extLst>
          </p:cNvPr>
          <p:cNvPicPr>
            <a:picLocks noChangeAspect="1"/>
          </p:cNvPicPr>
          <p:nvPr/>
        </p:nvPicPr>
        <p:blipFill>
          <a:blip r:embed="rId11" cstate="email">
            <a:extLst>
              <a:ext uri="{28A0092B-C50C-407E-A947-70E740481C1C}">
                <a14:useLocalDpi xmlns:a14="http://schemas.microsoft.com/office/drawing/2010/main"/>
              </a:ext>
            </a:extLst>
          </a:blip>
          <a:stretch>
            <a:fillRect/>
          </a:stretch>
        </p:blipFill>
        <p:spPr>
          <a:xfrm>
            <a:off x="11384946" y="3041880"/>
            <a:ext cx="540000" cy="540000"/>
          </a:xfrm>
          <a:prstGeom prst="rect">
            <a:avLst/>
          </a:prstGeom>
        </p:spPr>
      </p:pic>
      <p:pic>
        <p:nvPicPr>
          <p:cNvPr id="69" name="Picture 68">
            <a:extLst>
              <a:ext uri="{FF2B5EF4-FFF2-40B4-BE49-F238E27FC236}">
                <a16:creationId xmlns:a16="http://schemas.microsoft.com/office/drawing/2014/main" id="{D5EAB151-57BB-14D5-FB72-1AD0F7D080EA}"/>
              </a:ext>
            </a:extLst>
          </p:cNvPr>
          <p:cNvPicPr>
            <a:picLocks noChangeAspect="1"/>
          </p:cNvPicPr>
          <p:nvPr/>
        </p:nvPicPr>
        <p:blipFill>
          <a:blip r:embed="rId11" cstate="email">
            <a:extLst>
              <a:ext uri="{28A0092B-C50C-407E-A947-70E740481C1C}">
                <a14:useLocalDpi xmlns:a14="http://schemas.microsoft.com/office/drawing/2010/main"/>
              </a:ext>
            </a:extLst>
          </a:blip>
          <a:stretch>
            <a:fillRect/>
          </a:stretch>
        </p:blipFill>
        <p:spPr>
          <a:xfrm>
            <a:off x="11384946" y="3942870"/>
            <a:ext cx="540000" cy="540000"/>
          </a:xfrm>
          <a:prstGeom prst="rect">
            <a:avLst/>
          </a:prstGeom>
        </p:spPr>
      </p:pic>
      <p:pic>
        <p:nvPicPr>
          <p:cNvPr id="70" name="Picture 69">
            <a:extLst>
              <a:ext uri="{FF2B5EF4-FFF2-40B4-BE49-F238E27FC236}">
                <a16:creationId xmlns:a16="http://schemas.microsoft.com/office/drawing/2014/main" id="{C2352F53-1E99-46DB-CF85-7FE10FBA3D74}"/>
              </a:ext>
            </a:extLst>
          </p:cNvPr>
          <p:cNvPicPr>
            <a:picLocks noChangeAspect="1"/>
          </p:cNvPicPr>
          <p:nvPr/>
        </p:nvPicPr>
        <p:blipFill>
          <a:blip r:embed="rId12" cstate="email">
            <a:lum bright="70000" contrast="-70000"/>
            <a:extLst>
              <a:ext uri="{BEBA8EAE-BF5A-486C-A8C5-ECC9F3942E4B}">
                <a14:imgProps xmlns:a14="http://schemas.microsoft.com/office/drawing/2010/main">
                  <a14:imgLayer r:embed="rId13">
                    <a14:imgEffect>
                      <a14:artisticPhotocopy/>
                    </a14:imgEffect>
                  </a14:imgLayer>
                </a14:imgProps>
              </a:ext>
              <a:ext uri="{28A0092B-C50C-407E-A947-70E740481C1C}">
                <a14:useLocalDpi xmlns:a14="http://schemas.microsoft.com/office/drawing/2010/main"/>
              </a:ext>
            </a:extLst>
          </a:blip>
          <a:stretch>
            <a:fillRect/>
          </a:stretch>
        </p:blipFill>
        <p:spPr>
          <a:xfrm>
            <a:off x="186161" y="2105003"/>
            <a:ext cx="612000" cy="612000"/>
          </a:xfrm>
          <a:prstGeom prst="rect">
            <a:avLst/>
          </a:prstGeom>
        </p:spPr>
      </p:pic>
      <p:pic>
        <p:nvPicPr>
          <p:cNvPr id="71" name="Picture 70">
            <a:extLst>
              <a:ext uri="{FF2B5EF4-FFF2-40B4-BE49-F238E27FC236}">
                <a16:creationId xmlns:a16="http://schemas.microsoft.com/office/drawing/2014/main" id="{4DC15183-8BC0-C6CB-6184-1F7B6B6E4A3B}"/>
              </a:ext>
            </a:extLst>
          </p:cNvPr>
          <p:cNvPicPr>
            <a:picLocks noChangeAspect="1"/>
          </p:cNvPicPr>
          <p:nvPr/>
        </p:nvPicPr>
        <p:blipFill>
          <a:blip r:embed="rId14" cstate="email">
            <a:lum bright="70000" contrast="-70000"/>
            <a:extLst>
              <a:ext uri="{BEBA8EAE-BF5A-486C-A8C5-ECC9F3942E4B}">
                <a14:imgProps xmlns:a14="http://schemas.microsoft.com/office/drawing/2010/main">
                  <a14:imgLayer r:embed="rId15">
                    <a14:imgEffect>
                      <a14:artisticPhotocopy/>
                    </a14:imgEffect>
                  </a14:imgLayer>
                </a14:imgProps>
              </a:ext>
              <a:ext uri="{28A0092B-C50C-407E-A947-70E740481C1C}">
                <a14:useLocalDpi xmlns:a14="http://schemas.microsoft.com/office/drawing/2010/main"/>
              </a:ext>
            </a:extLst>
          </a:blip>
          <a:stretch>
            <a:fillRect/>
          </a:stretch>
        </p:blipFill>
        <p:spPr>
          <a:xfrm>
            <a:off x="186161" y="3906832"/>
            <a:ext cx="612000" cy="612000"/>
          </a:xfrm>
          <a:prstGeom prst="rect">
            <a:avLst/>
          </a:prstGeom>
        </p:spPr>
      </p:pic>
      <p:pic>
        <p:nvPicPr>
          <p:cNvPr id="72" name="Picture 71">
            <a:extLst>
              <a:ext uri="{FF2B5EF4-FFF2-40B4-BE49-F238E27FC236}">
                <a16:creationId xmlns:a16="http://schemas.microsoft.com/office/drawing/2014/main" id="{D7912DB1-93F6-54A2-A401-54154DA22E53}"/>
              </a:ext>
            </a:extLst>
          </p:cNvPr>
          <p:cNvPicPr>
            <a:picLocks noChangeAspect="1"/>
          </p:cNvPicPr>
          <p:nvPr/>
        </p:nvPicPr>
        <p:blipFill>
          <a:blip r:embed="rId16" cstate="email">
            <a:lum bright="70000" contrast="-70000"/>
            <a:extLst>
              <a:ext uri="{BEBA8EAE-BF5A-486C-A8C5-ECC9F3942E4B}">
                <a14:imgProps xmlns:a14="http://schemas.microsoft.com/office/drawing/2010/main">
                  <a14:imgLayer r:embed="rId17">
                    <a14:imgEffect>
                      <a14:artisticPhotocopy/>
                    </a14:imgEffect>
                  </a14:imgLayer>
                </a14:imgProps>
              </a:ext>
              <a:ext uri="{28A0092B-C50C-407E-A947-70E740481C1C}">
                <a14:useLocalDpi xmlns:a14="http://schemas.microsoft.com/office/drawing/2010/main"/>
              </a:ext>
            </a:extLst>
          </a:blip>
          <a:stretch>
            <a:fillRect/>
          </a:stretch>
        </p:blipFill>
        <p:spPr>
          <a:xfrm>
            <a:off x="186161" y="4879748"/>
            <a:ext cx="540000" cy="540000"/>
          </a:xfrm>
          <a:prstGeom prst="rect">
            <a:avLst/>
          </a:prstGeom>
        </p:spPr>
      </p:pic>
      <p:pic>
        <p:nvPicPr>
          <p:cNvPr id="73" name="Picture 72">
            <a:extLst>
              <a:ext uri="{FF2B5EF4-FFF2-40B4-BE49-F238E27FC236}">
                <a16:creationId xmlns:a16="http://schemas.microsoft.com/office/drawing/2014/main" id="{512318E3-B5AB-98A1-F4BD-B94714A8D3A8}"/>
              </a:ext>
            </a:extLst>
          </p:cNvPr>
          <p:cNvPicPr>
            <a:picLocks noChangeAspect="1"/>
          </p:cNvPicPr>
          <p:nvPr/>
        </p:nvPicPr>
        <p:blipFill>
          <a:blip r:embed="rId16" cstate="email">
            <a:lum bright="70000" contrast="-70000"/>
            <a:extLst>
              <a:ext uri="{BEBA8EAE-BF5A-486C-A8C5-ECC9F3942E4B}">
                <a14:imgProps xmlns:a14="http://schemas.microsoft.com/office/drawing/2010/main">
                  <a14:imgLayer r:embed="rId17">
                    <a14:imgEffect>
                      <a14:artisticPhotocopy/>
                    </a14:imgEffect>
                  </a14:imgLayer>
                </a14:imgProps>
              </a:ext>
              <a:ext uri="{28A0092B-C50C-407E-A947-70E740481C1C}">
                <a14:useLocalDpi xmlns:a14="http://schemas.microsoft.com/office/drawing/2010/main"/>
              </a:ext>
            </a:extLst>
          </a:blip>
          <a:stretch>
            <a:fillRect/>
          </a:stretch>
        </p:blipFill>
        <p:spPr>
          <a:xfrm>
            <a:off x="186161" y="5744661"/>
            <a:ext cx="540000" cy="540000"/>
          </a:xfrm>
          <a:prstGeom prst="rect">
            <a:avLst/>
          </a:prstGeom>
        </p:spPr>
      </p:pic>
    </p:spTree>
    <p:extLst>
      <p:ext uri="{BB962C8B-B14F-4D97-AF65-F5344CB8AC3E}">
        <p14:creationId xmlns:p14="http://schemas.microsoft.com/office/powerpoint/2010/main" val="25998793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 name="think-cell data - do not delete" hidden="1">
            <a:extLst>
              <a:ext uri="{FF2B5EF4-FFF2-40B4-BE49-F238E27FC236}">
                <a16:creationId xmlns:a16="http://schemas.microsoft.com/office/drawing/2014/main" id="{B4C41623-2F57-12BE-D69B-37010401FA7E}"/>
              </a:ext>
            </a:extLst>
          </p:cNvPr>
          <p:cNvGraphicFramePr>
            <a:graphicFrameLocks noChangeAspect="1"/>
          </p:cNvGraphicFramePr>
          <p:nvPr>
            <p:custDataLst>
              <p:tags r:id="rId1"/>
            </p:custDataLst>
            <p:extLst>
              <p:ext uri="{D42A27DB-BD31-4B8C-83A1-F6EECF244321}">
                <p14:modId xmlns:p14="http://schemas.microsoft.com/office/powerpoint/2010/main" val="371252077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Slide do think-cell" r:id="rId3" imgW="395" imgH="394" progId="TCLayout.ActiveDocument.1">
                  <p:embed/>
                </p:oleObj>
              </mc:Choice>
              <mc:Fallback>
                <p:oleObj name="Slide do think-cell" r:id="rId3" imgW="395" imgH="394" progId="TCLayout.ActiveDocument.1">
                  <p:embed/>
                  <p:pic>
                    <p:nvPicPr>
                      <p:cNvPr id="25" name="think-cell data - do not delete" hidden="1">
                        <a:extLst>
                          <a:ext uri="{FF2B5EF4-FFF2-40B4-BE49-F238E27FC236}">
                            <a16:creationId xmlns:a16="http://schemas.microsoft.com/office/drawing/2014/main" id="{B4C41623-2F57-12BE-D69B-37010401FA7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Espaço Reservado para Texto 9">
            <a:extLst>
              <a:ext uri="{FF2B5EF4-FFF2-40B4-BE49-F238E27FC236}">
                <a16:creationId xmlns:a16="http://schemas.microsoft.com/office/drawing/2014/main" id="{48878284-F672-9F23-B6FF-DBC6B5D590DE}"/>
              </a:ext>
            </a:extLst>
          </p:cNvPr>
          <p:cNvSpPr>
            <a:spLocks noGrp="1"/>
          </p:cNvSpPr>
          <p:nvPr>
            <p:ph type="body" sz="quarter" idx="14"/>
          </p:nvPr>
        </p:nvSpPr>
        <p:spPr>
          <a:xfrm>
            <a:off x="233257" y="6528855"/>
            <a:ext cx="9696000" cy="138499"/>
          </a:xfrm>
        </p:spPr>
        <p:txBody>
          <a:bodyPr/>
          <a:lstStyle/>
          <a:p>
            <a:r>
              <a:rPr lang="pt-BR"/>
              <a:t>Fonte: Mirow &amp; Co.</a:t>
            </a:r>
          </a:p>
        </p:txBody>
      </p:sp>
      <p:sp>
        <p:nvSpPr>
          <p:cNvPr id="11" name="Título 10">
            <a:extLst>
              <a:ext uri="{FF2B5EF4-FFF2-40B4-BE49-F238E27FC236}">
                <a16:creationId xmlns:a16="http://schemas.microsoft.com/office/drawing/2014/main" id="{94B7397F-A937-FA00-D6DB-25BE651A1774}"/>
              </a:ext>
            </a:extLst>
          </p:cNvPr>
          <p:cNvSpPr>
            <a:spLocks noGrp="1"/>
          </p:cNvSpPr>
          <p:nvPr>
            <p:ph type="title"/>
          </p:nvPr>
        </p:nvSpPr>
        <p:spPr/>
        <p:txBody>
          <a:bodyPr vert="horz"/>
          <a:lstStyle/>
          <a:p>
            <a:r>
              <a:rPr lang="pt-BR"/>
              <a:t>Demais experiências em agronegócio (2/2)</a:t>
            </a:r>
          </a:p>
        </p:txBody>
      </p:sp>
      <p:sp>
        <p:nvSpPr>
          <p:cNvPr id="7" name="Rectangle: Rounded Corners 6">
            <a:extLst>
              <a:ext uri="{FF2B5EF4-FFF2-40B4-BE49-F238E27FC236}">
                <a16:creationId xmlns:a16="http://schemas.microsoft.com/office/drawing/2014/main" id="{42AED245-FAFA-2C3F-D0BB-F5C6C5B30683}"/>
              </a:ext>
            </a:extLst>
          </p:cNvPr>
          <p:cNvSpPr/>
          <p:nvPr/>
        </p:nvSpPr>
        <p:spPr>
          <a:xfrm rot="5400000">
            <a:off x="11028621" y="1712843"/>
            <a:ext cx="637695" cy="1396094"/>
          </a:xfrm>
          <a:prstGeom prst="roundRect">
            <a:avLst>
              <a:gd name="adj" fmla="val 50000"/>
            </a:avLst>
          </a:prstGeom>
          <a:solidFill>
            <a:schemeClr val="accent1"/>
          </a:solidFill>
          <a:ln w="12700">
            <a:noFill/>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500" b="0" i="0" u="none" strike="noStrike" kern="1200" cap="none" spc="0" normalizeH="0" baseline="0" noProof="0" err="1">
              <a:ln>
                <a:noFill/>
              </a:ln>
              <a:solidFill>
                <a:prstClr val="white"/>
              </a:solidFill>
              <a:effectLst/>
              <a:uLnTx/>
              <a:uFillTx/>
              <a:latin typeface="Arial"/>
              <a:ea typeface="+mn-ea"/>
              <a:cs typeface="+mn-cs"/>
            </a:endParaRPr>
          </a:p>
        </p:txBody>
      </p:sp>
      <p:sp>
        <p:nvSpPr>
          <p:cNvPr id="8" name="Rectangle: Rounded Corners 7">
            <a:extLst>
              <a:ext uri="{FF2B5EF4-FFF2-40B4-BE49-F238E27FC236}">
                <a16:creationId xmlns:a16="http://schemas.microsoft.com/office/drawing/2014/main" id="{1C028BB9-CFAB-BDE5-BC78-C2C2B11C79F8}"/>
              </a:ext>
            </a:extLst>
          </p:cNvPr>
          <p:cNvSpPr/>
          <p:nvPr/>
        </p:nvSpPr>
        <p:spPr>
          <a:xfrm rot="5400000">
            <a:off x="11028621" y="2613833"/>
            <a:ext cx="637695" cy="1396094"/>
          </a:xfrm>
          <a:prstGeom prst="roundRect">
            <a:avLst>
              <a:gd name="adj" fmla="val 50000"/>
            </a:avLst>
          </a:prstGeom>
          <a:solidFill>
            <a:schemeClr val="accent1"/>
          </a:solidFill>
          <a:ln w="12700">
            <a:noFill/>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500" b="0" i="0" u="none" strike="noStrike" kern="1200" cap="none" spc="0" normalizeH="0" baseline="0" noProof="0" err="1">
              <a:ln>
                <a:noFill/>
              </a:ln>
              <a:solidFill>
                <a:prstClr val="white"/>
              </a:solidFill>
              <a:effectLst/>
              <a:uLnTx/>
              <a:uFillTx/>
              <a:latin typeface="Arial"/>
              <a:ea typeface="+mn-ea"/>
              <a:cs typeface="+mn-cs"/>
            </a:endParaRPr>
          </a:p>
        </p:txBody>
      </p:sp>
      <p:sp>
        <p:nvSpPr>
          <p:cNvPr id="14" name="Retângulo 3">
            <a:extLst>
              <a:ext uri="{FF2B5EF4-FFF2-40B4-BE49-F238E27FC236}">
                <a16:creationId xmlns:a16="http://schemas.microsoft.com/office/drawing/2014/main" id="{4B4233DE-6C6E-3BE2-102B-8916213527C0}"/>
              </a:ext>
            </a:extLst>
          </p:cNvPr>
          <p:cNvSpPr/>
          <p:nvPr/>
        </p:nvSpPr>
        <p:spPr>
          <a:xfrm>
            <a:off x="0" y="2005815"/>
            <a:ext cx="4064447" cy="810376"/>
          </a:xfrm>
          <a:prstGeom prst="rect">
            <a:avLst/>
          </a:prstGeom>
          <a:solidFill>
            <a:schemeClr val="tx2"/>
          </a:solidFill>
          <a:ln w="12700">
            <a:noFill/>
            <a:miter lim="400000"/>
          </a:ln>
          <a:effectLst/>
        </p:spPr>
        <p:txBody>
          <a:bodyPr lIns="144000" tIns="72000" rIns="252000" bIns="72000" rtlCol="0" anchor="ctr"/>
          <a:lstStyle/>
          <a:p>
            <a:pPr marL="895350" marR="0" lvl="0" indent="0" algn="l" defTabSz="914400" rtl="0" eaLnBrk="1" fontAlgn="auto" latinLnBrk="0" hangingPunct="1">
              <a:lnSpc>
                <a:spcPct val="100000"/>
              </a:lnSpc>
              <a:spcBef>
                <a:spcPts val="0"/>
              </a:spcBef>
              <a:spcAft>
                <a:spcPts val="0"/>
              </a:spcAft>
              <a:buClrTx/>
              <a:buSzTx/>
              <a:buFontTx/>
              <a:buNone/>
              <a:tabLst/>
              <a:defRPr/>
            </a:pPr>
            <a:r>
              <a:rPr kumimoji="0" lang="pt-BR" sz="1500" b="1" i="0" u="none" strike="noStrike" kern="1200" cap="none" spc="0" normalizeH="0" baseline="0" noProof="0">
                <a:ln>
                  <a:noFill/>
                </a:ln>
                <a:solidFill>
                  <a:prstClr val="white"/>
                </a:solidFill>
                <a:effectLst/>
                <a:uLnTx/>
                <a:uFillTx/>
                <a:latin typeface="Arial"/>
                <a:ea typeface="+mn-ea"/>
                <a:cs typeface="+mn-cs"/>
              </a:rPr>
              <a:t>Empresa de defensivos biológicos</a:t>
            </a:r>
          </a:p>
        </p:txBody>
      </p:sp>
      <p:sp>
        <p:nvSpPr>
          <p:cNvPr id="15" name="Retângulo 3">
            <a:extLst>
              <a:ext uri="{FF2B5EF4-FFF2-40B4-BE49-F238E27FC236}">
                <a16:creationId xmlns:a16="http://schemas.microsoft.com/office/drawing/2014/main" id="{02B20475-C1A7-7CBA-C3AB-0C0862A8DF99}"/>
              </a:ext>
            </a:extLst>
          </p:cNvPr>
          <p:cNvSpPr/>
          <p:nvPr/>
        </p:nvSpPr>
        <p:spPr>
          <a:xfrm>
            <a:off x="4136570" y="2005890"/>
            <a:ext cx="7141029" cy="810000"/>
          </a:xfrm>
          <a:prstGeom prst="rect">
            <a:avLst/>
          </a:prstGeom>
          <a:solidFill>
            <a:schemeClr val="bg1">
              <a:lumMod val="95000"/>
            </a:schemeClr>
          </a:solidFill>
          <a:ln w="12700">
            <a:noFill/>
            <a:miter lim="400000"/>
          </a:ln>
          <a:effectLst/>
        </p:spPr>
        <p:txBody>
          <a:bodyPr lIns="144000" tIns="108000" rIns="144000" bIns="108000" rtlCol="0" anchor="ctr">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pt-BR" sz="1500" b="0" i="0" u="none" strike="noStrike" kern="0" cap="none" spc="0" normalizeH="0" baseline="0" noProof="0" err="1">
                <a:ln>
                  <a:noFill/>
                </a:ln>
                <a:solidFill>
                  <a:srgbClr val="071C25"/>
                </a:solidFill>
                <a:effectLst/>
                <a:uLnTx/>
                <a:uFillTx/>
                <a:latin typeface="Arial"/>
                <a:ea typeface="+mn-ea"/>
                <a:cs typeface="+mn-cs"/>
              </a:rPr>
              <a:t>Due</a:t>
            </a:r>
            <a:r>
              <a:rPr kumimoji="0" lang="pt-BR" sz="1500" b="0" i="0" u="none" strike="noStrike" kern="0" cap="none" spc="0" normalizeH="0" baseline="0" noProof="0">
                <a:ln>
                  <a:noFill/>
                </a:ln>
                <a:solidFill>
                  <a:srgbClr val="071C25"/>
                </a:solidFill>
                <a:effectLst/>
                <a:uLnTx/>
                <a:uFillTx/>
                <a:latin typeface="Arial"/>
                <a:ea typeface="+mn-ea"/>
                <a:cs typeface="+mn-cs"/>
              </a:rPr>
              <a:t> </a:t>
            </a:r>
            <a:r>
              <a:rPr kumimoji="0" lang="pt-BR" sz="1500" b="0" i="0" u="none" strike="noStrike" kern="0" cap="none" spc="0" normalizeH="0" baseline="0" noProof="0" err="1">
                <a:ln>
                  <a:noFill/>
                </a:ln>
                <a:solidFill>
                  <a:srgbClr val="071C25"/>
                </a:solidFill>
                <a:effectLst/>
                <a:uLnTx/>
                <a:uFillTx/>
                <a:latin typeface="Arial"/>
                <a:ea typeface="+mn-ea"/>
                <a:cs typeface="+mn-cs"/>
              </a:rPr>
              <a:t>diligence</a:t>
            </a:r>
            <a:r>
              <a:rPr kumimoji="0" lang="pt-BR" sz="1500" b="0" i="0" u="none" strike="noStrike" kern="0" cap="none" spc="0" normalizeH="0" baseline="0" noProof="0">
                <a:ln>
                  <a:noFill/>
                </a:ln>
                <a:solidFill>
                  <a:srgbClr val="071C25"/>
                </a:solidFill>
                <a:effectLst/>
                <a:uLnTx/>
                <a:uFillTx/>
                <a:latin typeface="Arial"/>
                <a:ea typeface="+mn-ea"/>
                <a:cs typeface="+mn-cs"/>
              </a:rPr>
              <a:t> comercial para aquisição de ativo</a:t>
            </a:r>
          </a:p>
        </p:txBody>
      </p:sp>
      <p:sp>
        <p:nvSpPr>
          <p:cNvPr id="19" name="Retângulo 3">
            <a:extLst>
              <a:ext uri="{FF2B5EF4-FFF2-40B4-BE49-F238E27FC236}">
                <a16:creationId xmlns:a16="http://schemas.microsoft.com/office/drawing/2014/main" id="{B12B86E9-B98E-638B-B5DF-5FFEA8A6EB9D}"/>
              </a:ext>
            </a:extLst>
          </p:cNvPr>
          <p:cNvSpPr/>
          <p:nvPr/>
        </p:nvSpPr>
        <p:spPr>
          <a:xfrm>
            <a:off x="4136570" y="2906880"/>
            <a:ext cx="7141029" cy="810000"/>
          </a:xfrm>
          <a:prstGeom prst="rect">
            <a:avLst/>
          </a:prstGeom>
          <a:solidFill>
            <a:schemeClr val="bg1">
              <a:lumMod val="95000"/>
            </a:schemeClr>
          </a:solidFill>
          <a:ln w="12700">
            <a:noFill/>
            <a:miter lim="400000"/>
          </a:ln>
          <a:effectLst/>
        </p:spPr>
        <p:txBody>
          <a:bodyPr lIns="144000" tIns="108000" rIns="144000" bIns="108000" rtlCol="0" anchor="ctr">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pt-BR" sz="1500" b="0" i="0" u="none" strike="noStrike" kern="0" cap="none" spc="0" normalizeH="0" baseline="0" noProof="0">
                <a:ln>
                  <a:noFill/>
                </a:ln>
                <a:solidFill>
                  <a:srgbClr val="071C25"/>
                </a:solidFill>
                <a:effectLst/>
                <a:uLnTx/>
                <a:uFillTx/>
                <a:latin typeface="Arial"/>
                <a:ea typeface="+mn-ea"/>
                <a:cs typeface="+mn-cs"/>
              </a:rPr>
              <a:t>Estruturação de tese de investimentos em insumos agrícolas</a:t>
            </a:r>
            <a:endParaRPr kumimoji="0" lang="pt-BR" sz="1500" b="0" i="0" u="none" strike="noStrike" kern="0" cap="none" spc="0" normalizeH="0" baseline="0" noProof="0" err="1">
              <a:ln>
                <a:noFill/>
              </a:ln>
              <a:solidFill>
                <a:srgbClr val="071C25"/>
              </a:solidFill>
              <a:effectLst/>
              <a:uLnTx/>
              <a:uFillTx/>
              <a:latin typeface="Arial"/>
              <a:ea typeface="+mn-ea"/>
              <a:cs typeface="+mn-cs"/>
            </a:endParaRPr>
          </a:p>
        </p:txBody>
      </p:sp>
      <p:pic>
        <p:nvPicPr>
          <p:cNvPr id="33" name="Picture 32">
            <a:extLst>
              <a:ext uri="{FF2B5EF4-FFF2-40B4-BE49-F238E27FC236}">
                <a16:creationId xmlns:a16="http://schemas.microsoft.com/office/drawing/2014/main" id="{552D456E-392F-37E2-092A-13868778B2B3}"/>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1383596" y="2140890"/>
            <a:ext cx="540000" cy="540000"/>
          </a:xfrm>
          <a:prstGeom prst="rect">
            <a:avLst/>
          </a:prstGeom>
        </p:spPr>
      </p:pic>
      <p:sp>
        <p:nvSpPr>
          <p:cNvPr id="39" name="Retângulo 3">
            <a:extLst>
              <a:ext uri="{FF2B5EF4-FFF2-40B4-BE49-F238E27FC236}">
                <a16:creationId xmlns:a16="http://schemas.microsoft.com/office/drawing/2014/main" id="{B1C4FFC0-8E8B-4986-8657-1199546EF29E}"/>
              </a:ext>
            </a:extLst>
          </p:cNvPr>
          <p:cNvSpPr/>
          <p:nvPr/>
        </p:nvSpPr>
        <p:spPr>
          <a:xfrm>
            <a:off x="0" y="2906729"/>
            <a:ext cx="4064447" cy="810376"/>
          </a:xfrm>
          <a:prstGeom prst="rect">
            <a:avLst/>
          </a:prstGeom>
          <a:solidFill>
            <a:schemeClr val="tx2"/>
          </a:solidFill>
          <a:ln w="12700">
            <a:noFill/>
            <a:miter lim="400000"/>
          </a:ln>
          <a:effectLst/>
        </p:spPr>
        <p:txBody>
          <a:bodyPr lIns="144000" tIns="72000" rIns="252000" bIns="72000" rtlCol="0" anchor="ctr"/>
          <a:lstStyle/>
          <a:p>
            <a:pPr marL="895350" marR="0" lvl="0" indent="0" algn="l" defTabSz="914400" rtl="0" eaLnBrk="1" fontAlgn="auto" latinLnBrk="0" hangingPunct="1">
              <a:lnSpc>
                <a:spcPct val="100000"/>
              </a:lnSpc>
              <a:spcBef>
                <a:spcPts val="0"/>
              </a:spcBef>
              <a:spcAft>
                <a:spcPts val="0"/>
              </a:spcAft>
              <a:buClrTx/>
              <a:buSzTx/>
              <a:buFontTx/>
              <a:buNone/>
              <a:tabLst/>
              <a:defRPr/>
            </a:pPr>
            <a:r>
              <a:rPr kumimoji="0" lang="pt-BR" sz="1500" b="1" i="0" u="none" strike="noStrike" kern="1200" cap="none" spc="0" normalizeH="0" baseline="0" noProof="0">
                <a:ln>
                  <a:noFill/>
                </a:ln>
                <a:solidFill>
                  <a:prstClr val="white"/>
                </a:solidFill>
                <a:effectLst/>
                <a:uLnTx/>
                <a:uFillTx/>
                <a:latin typeface="Arial"/>
                <a:ea typeface="+mn-ea"/>
                <a:cs typeface="+mn-cs"/>
              </a:rPr>
              <a:t>Fundo de </a:t>
            </a:r>
            <a:r>
              <a:rPr kumimoji="0" lang="pt-BR" sz="1500" b="1" i="1" u="none" strike="noStrike" kern="1200" cap="none" spc="0" normalizeH="0" baseline="0" noProof="0" err="1">
                <a:ln>
                  <a:noFill/>
                </a:ln>
                <a:solidFill>
                  <a:prstClr val="white"/>
                </a:solidFill>
                <a:effectLst/>
                <a:uLnTx/>
                <a:uFillTx/>
                <a:latin typeface="Arial"/>
                <a:ea typeface="+mn-ea"/>
                <a:cs typeface="+mn-cs"/>
              </a:rPr>
              <a:t>private</a:t>
            </a:r>
            <a:r>
              <a:rPr kumimoji="0" lang="pt-BR" sz="1500" b="1" i="1" u="none" strike="noStrike" kern="1200" cap="none" spc="0" normalizeH="0" baseline="0" noProof="0">
                <a:ln>
                  <a:noFill/>
                </a:ln>
                <a:solidFill>
                  <a:prstClr val="white"/>
                </a:solidFill>
                <a:effectLst/>
                <a:uLnTx/>
                <a:uFillTx/>
                <a:latin typeface="Arial"/>
                <a:ea typeface="+mn-ea"/>
                <a:cs typeface="+mn-cs"/>
              </a:rPr>
              <a:t> </a:t>
            </a:r>
            <a:r>
              <a:rPr kumimoji="0" lang="pt-BR" sz="1500" b="1" i="1" u="none" strike="noStrike" kern="1200" cap="none" spc="0" normalizeH="0" baseline="0" noProof="0" err="1">
                <a:ln>
                  <a:noFill/>
                </a:ln>
                <a:solidFill>
                  <a:prstClr val="white"/>
                </a:solidFill>
                <a:effectLst/>
                <a:uLnTx/>
                <a:uFillTx/>
                <a:latin typeface="Arial"/>
                <a:ea typeface="+mn-ea"/>
                <a:cs typeface="+mn-cs"/>
              </a:rPr>
              <a:t>equity</a:t>
            </a:r>
            <a:endParaRPr kumimoji="0" lang="pt-BR" sz="1500" b="1" i="1" u="none" strike="noStrike" kern="1200" cap="none" spc="0" normalizeH="0" baseline="0" noProof="0">
              <a:ln>
                <a:noFill/>
              </a:ln>
              <a:solidFill>
                <a:prstClr val="white"/>
              </a:solidFill>
              <a:effectLst/>
              <a:uLnTx/>
              <a:uFillTx/>
              <a:latin typeface="Arial"/>
              <a:ea typeface="+mn-ea"/>
              <a:cs typeface="+mn-cs"/>
            </a:endParaRPr>
          </a:p>
        </p:txBody>
      </p:sp>
      <p:pic>
        <p:nvPicPr>
          <p:cNvPr id="44" name="Picture 43">
            <a:extLst>
              <a:ext uri="{FF2B5EF4-FFF2-40B4-BE49-F238E27FC236}">
                <a16:creationId xmlns:a16="http://schemas.microsoft.com/office/drawing/2014/main" id="{560DA86D-388D-D107-F9AA-A941DD973261}"/>
              </a:ext>
            </a:extLst>
          </p:cNvPr>
          <p:cNvPicPr>
            <a:picLocks noChangeAspect="1"/>
          </p:cNvPicPr>
          <p:nvPr/>
        </p:nvPicPr>
        <p:blipFill>
          <a:blip r:embed="rId6" cstate="email">
            <a:lum bright="70000" contrast="-70000"/>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a:ext>
            </a:extLst>
          </a:blip>
          <a:stretch>
            <a:fillRect/>
          </a:stretch>
        </p:blipFill>
        <p:spPr>
          <a:xfrm>
            <a:off x="186161" y="3005917"/>
            <a:ext cx="612000" cy="612000"/>
          </a:xfrm>
          <a:prstGeom prst="rect">
            <a:avLst/>
          </a:prstGeom>
        </p:spPr>
      </p:pic>
      <p:sp>
        <p:nvSpPr>
          <p:cNvPr id="50" name="CaixaDeTexto 22">
            <a:extLst>
              <a:ext uri="{FF2B5EF4-FFF2-40B4-BE49-F238E27FC236}">
                <a16:creationId xmlns:a16="http://schemas.microsoft.com/office/drawing/2014/main" id="{AD703C2F-CF6E-6E70-EB4F-F63D144ED407}"/>
              </a:ext>
            </a:extLst>
          </p:cNvPr>
          <p:cNvSpPr txBox="1"/>
          <p:nvPr/>
        </p:nvSpPr>
        <p:spPr bwMode="auto">
          <a:xfrm>
            <a:off x="4282161" y="796879"/>
            <a:ext cx="2479846" cy="230832"/>
          </a:xfrm>
          <a:prstGeom prst="rect">
            <a:avLst/>
          </a:prstGeom>
          <a:noFill/>
          <a:ln w="9525">
            <a:noFill/>
            <a:miter lim="800000"/>
            <a:headEnd/>
            <a:tailEnd/>
          </a:ln>
        </p:spPr>
        <p:txBody>
          <a:bodyPr vert="horz" wrap="none" lIns="0" tIns="0" rIns="0" bIns="0" numCol="1" rtlCol="0" anchor="t"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pt-BR" sz="1500" b="1" i="0" u="none" strike="noStrike" kern="0" cap="none" spc="0" normalizeH="0" baseline="0" noProof="0">
                <a:ln>
                  <a:noFill/>
                </a:ln>
                <a:solidFill>
                  <a:srgbClr val="020E66"/>
                </a:solidFill>
                <a:effectLst/>
                <a:uLnTx/>
                <a:uFillTx/>
                <a:latin typeface="Arial"/>
                <a:ea typeface="+mn-ea"/>
                <a:cs typeface="+mn-cs"/>
              </a:rPr>
              <a:t>Breve descrição do projeto</a:t>
            </a:r>
          </a:p>
        </p:txBody>
      </p:sp>
      <p:sp>
        <p:nvSpPr>
          <p:cNvPr id="51" name="CaixaDeTexto 22">
            <a:extLst>
              <a:ext uri="{FF2B5EF4-FFF2-40B4-BE49-F238E27FC236}">
                <a16:creationId xmlns:a16="http://schemas.microsoft.com/office/drawing/2014/main" id="{3FB30557-ABDD-8914-B526-A9B22D6ED36F}"/>
              </a:ext>
            </a:extLst>
          </p:cNvPr>
          <p:cNvSpPr txBox="1"/>
          <p:nvPr/>
        </p:nvSpPr>
        <p:spPr bwMode="auto">
          <a:xfrm>
            <a:off x="1040832" y="796879"/>
            <a:ext cx="694101" cy="230832"/>
          </a:xfrm>
          <a:prstGeom prst="rect">
            <a:avLst/>
          </a:prstGeom>
          <a:noFill/>
          <a:ln w="9525">
            <a:noFill/>
            <a:miter lim="800000"/>
            <a:headEnd/>
            <a:tailEnd/>
          </a:ln>
        </p:spPr>
        <p:txBody>
          <a:bodyPr vert="horz" wrap="none" lIns="0" tIns="0" rIns="0" bIns="0" numCol="1" rtlCol="0" anchor="t"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pt-BR" sz="1500" b="1" i="0" u="none" strike="noStrike" kern="0" cap="none" spc="0" normalizeH="0" baseline="0" noProof="0">
                <a:ln>
                  <a:noFill/>
                </a:ln>
                <a:solidFill>
                  <a:srgbClr val="020E66"/>
                </a:solidFill>
                <a:effectLst/>
                <a:uLnTx/>
                <a:uFillTx/>
                <a:latin typeface="Arial"/>
                <a:ea typeface="+mn-ea"/>
                <a:cs typeface="+mn-cs"/>
              </a:rPr>
              <a:t>Cliente </a:t>
            </a:r>
          </a:p>
        </p:txBody>
      </p:sp>
      <p:pic>
        <p:nvPicPr>
          <p:cNvPr id="53" name="Picture 52">
            <a:extLst>
              <a:ext uri="{FF2B5EF4-FFF2-40B4-BE49-F238E27FC236}">
                <a16:creationId xmlns:a16="http://schemas.microsoft.com/office/drawing/2014/main" id="{FEE7DE3C-2699-25EA-12FE-4F6A8DA98502}"/>
              </a:ext>
            </a:extLst>
          </p:cNvPr>
          <p:cNvPicPr>
            <a:picLocks noChangeAspect="1"/>
          </p:cNvPicPr>
          <p:nvPr/>
        </p:nvPicPr>
        <p:blipFill>
          <a:blip r:embed="rId8" cstate="email">
            <a:lum bright="70000" contrast="-70000"/>
            <a:extLst>
              <a:ext uri="{BEBA8EAE-BF5A-486C-A8C5-ECC9F3942E4B}">
                <a14:imgProps xmlns:a14="http://schemas.microsoft.com/office/drawing/2010/main">
                  <a14:imgLayer r:embed="rId9">
                    <a14:imgEffect>
                      <a14:artisticPhotocopy/>
                    </a14:imgEffect>
                  </a14:imgLayer>
                </a14:imgProps>
              </a:ext>
              <a:ext uri="{28A0092B-C50C-407E-A947-70E740481C1C}">
                <a14:useLocalDpi xmlns:a14="http://schemas.microsoft.com/office/drawing/2010/main"/>
              </a:ext>
            </a:extLst>
          </a:blip>
          <a:stretch>
            <a:fillRect/>
          </a:stretch>
        </p:blipFill>
        <p:spPr>
          <a:xfrm>
            <a:off x="186161" y="2105003"/>
            <a:ext cx="612000" cy="612000"/>
          </a:xfrm>
          <a:prstGeom prst="rect">
            <a:avLst/>
          </a:prstGeom>
        </p:spPr>
      </p:pic>
      <p:pic>
        <p:nvPicPr>
          <p:cNvPr id="54" name="Picture 53">
            <a:extLst>
              <a:ext uri="{FF2B5EF4-FFF2-40B4-BE49-F238E27FC236}">
                <a16:creationId xmlns:a16="http://schemas.microsoft.com/office/drawing/2014/main" id="{01282784-11C6-40B1-CA49-07DC92478AB7}"/>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1383596" y="3041880"/>
            <a:ext cx="540000" cy="540000"/>
          </a:xfrm>
          <a:prstGeom prst="rect">
            <a:avLst/>
          </a:prstGeom>
        </p:spPr>
      </p:pic>
      <p:grpSp>
        <p:nvGrpSpPr>
          <p:cNvPr id="9" name="Agrupar 8">
            <a:extLst>
              <a:ext uri="{FF2B5EF4-FFF2-40B4-BE49-F238E27FC236}">
                <a16:creationId xmlns:a16="http://schemas.microsoft.com/office/drawing/2014/main" id="{D608E3DB-5D66-FC54-4102-DD7CDBAD99F8}"/>
              </a:ext>
            </a:extLst>
          </p:cNvPr>
          <p:cNvGrpSpPr/>
          <p:nvPr/>
        </p:nvGrpSpPr>
        <p:grpSpPr>
          <a:xfrm>
            <a:off x="0" y="3810000"/>
            <a:ext cx="12045516" cy="810376"/>
            <a:chOff x="0" y="4006187"/>
            <a:chExt cx="12045516" cy="810376"/>
          </a:xfrm>
        </p:grpSpPr>
        <p:sp>
          <p:nvSpPr>
            <p:cNvPr id="76" name="Rectangle: Rounded Corners 75">
              <a:extLst>
                <a:ext uri="{FF2B5EF4-FFF2-40B4-BE49-F238E27FC236}">
                  <a16:creationId xmlns:a16="http://schemas.microsoft.com/office/drawing/2014/main" id="{EF7330B0-AC0C-7607-CD38-9D7971288111}"/>
                </a:ext>
              </a:extLst>
            </p:cNvPr>
            <p:cNvSpPr/>
            <p:nvPr/>
          </p:nvSpPr>
          <p:spPr>
            <a:xfrm rot="5400000">
              <a:off x="11028621" y="3713291"/>
              <a:ext cx="637695" cy="1396094"/>
            </a:xfrm>
            <a:prstGeom prst="roundRect">
              <a:avLst>
                <a:gd name="adj" fmla="val 50000"/>
              </a:avLst>
            </a:prstGeom>
            <a:solidFill>
              <a:schemeClr val="accent1"/>
            </a:solidFill>
            <a:ln w="12700">
              <a:noFill/>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500" b="0" i="0" u="none" strike="noStrike" kern="1200" cap="none" spc="0" normalizeH="0" baseline="0" noProof="0" err="1">
                <a:ln>
                  <a:noFill/>
                </a:ln>
                <a:solidFill>
                  <a:prstClr val="white"/>
                </a:solidFill>
                <a:effectLst/>
                <a:uLnTx/>
                <a:uFillTx/>
                <a:latin typeface="Arial"/>
                <a:ea typeface="+mn-ea"/>
                <a:cs typeface="+mn-cs"/>
              </a:endParaRPr>
            </a:p>
          </p:txBody>
        </p:sp>
        <p:sp>
          <p:nvSpPr>
            <p:cNvPr id="4" name="Retângulo 3">
              <a:extLst>
                <a:ext uri="{FF2B5EF4-FFF2-40B4-BE49-F238E27FC236}">
                  <a16:creationId xmlns:a16="http://schemas.microsoft.com/office/drawing/2014/main" id="{FA6BDD4A-CA77-6D34-5F0B-D4CDCB50E684}"/>
                </a:ext>
              </a:extLst>
            </p:cNvPr>
            <p:cNvSpPr/>
            <p:nvPr/>
          </p:nvSpPr>
          <p:spPr>
            <a:xfrm>
              <a:off x="4136570" y="4006338"/>
              <a:ext cx="7141029" cy="810000"/>
            </a:xfrm>
            <a:prstGeom prst="rect">
              <a:avLst/>
            </a:prstGeom>
            <a:solidFill>
              <a:schemeClr val="bg1">
                <a:lumMod val="95000"/>
              </a:schemeClr>
            </a:solidFill>
            <a:ln w="12700">
              <a:noFill/>
              <a:miter lim="400000"/>
            </a:ln>
            <a:effectLst/>
          </p:spPr>
          <p:txBody>
            <a:bodyPr lIns="144000" tIns="108000" rIns="144000" bIns="108000" rtlCol="0" anchor="ctr">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pt-BR" sz="1500" b="0" i="0" u="none" strike="noStrike" kern="0" cap="none" spc="0" normalizeH="0" baseline="0" noProof="0" err="1">
                  <a:ln>
                    <a:noFill/>
                  </a:ln>
                  <a:solidFill>
                    <a:srgbClr val="071C25"/>
                  </a:solidFill>
                  <a:effectLst/>
                  <a:uLnTx/>
                  <a:uFillTx/>
                  <a:latin typeface="Arial"/>
                  <a:ea typeface="+mn-ea"/>
                  <a:cs typeface="+mn-cs"/>
                </a:rPr>
                <a:t>Due</a:t>
              </a:r>
              <a:r>
                <a:rPr kumimoji="0" lang="pt-BR" sz="1500" b="0" i="0" u="none" strike="noStrike" kern="0" cap="none" spc="0" normalizeH="0" baseline="0" noProof="0">
                  <a:ln>
                    <a:noFill/>
                  </a:ln>
                  <a:solidFill>
                    <a:srgbClr val="071C25"/>
                  </a:solidFill>
                  <a:effectLst/>
                  <a:uLnTx/>
                  <a:uFillTx/>
                  <a:latin typeface="Arial"/>
                  <a:ea typeface="+mn-ea"/>
                  <a:cs typeface="+mn-cs"/>
                </a:rPr>
                <a:t> </a:t>
              </a:r>
              <a:r>
                <a:rPr kumimoji="0" lang="pt-BR" sz="1500" b="0" i="0" u="none" strike="noStrike" kern="0" cap="none" spc="0" normalizeH="0" baseline="0" noProof="0" err="1">
                  <a:ln>
                    <a:noFill/>
                  </a:ln>
                  <a:solidFill>
                    <a:srgbClr val="071C25"/>
                  </a:solidFill>
                  <a:effectLst/>
                  <a:uLnTx/>
                  <a:uFillTx/>
                  <a:latin typeface="Arial"/>
                  <a:ea typeface="+mn-ea"/>
                  <a:cs typeface="+mn-cs"/>
                </a:rPr>
                <a:t>diligence</a:t>
              </a:r>
              <a:r>
                <a:rPr kumimoji="0" lang="pt-BR" sz="1500" b="0" i="0" u="none" strike="noStrike" kern="0" cap="none" spc="0" normalizeH="0" baseline="0" noProof="0">
                  <a:ln>
                    <a:noFill/>
                  </a:ln>
                  <a:solidFill>
                    <a:srgbClr val="071C25"/>
                  </a:solidFill>
                  <a:effectLst/>
                  <a:uLnTx/>
                  <a:uFillTx/>
                  <a:latin typeface="Arial"/>
                  <a:ea typeface="+mn-ea"/>
                  <a:cs typeface="+mn-cs"/>
                </a:rPr>
                <a:t> comercial para aquisição de ativo</a:t>
              </a:r>
            </a:p>
          </p:txBody>
        </p:sp>
        <p:pic>
          <p:nvPicPr>
            <p:cNvPr id="5" name="Picture 50">
              <a:extLst>
                <a:ext uri="{FF2B5EF4-FFF2-40B4-BE49-F238E27FC236}">
                  <a16:creationId xmlns:a16="http://schemas.microsoft.com/office/drawing/2014/main" id="{01B8CD98-B484-DD27-791F-5D2BE86C9043}"/>
                </a:ext>
              </a:extLst>
            </p:cNvPr>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11384946" y="4141338"/>
              <a:ext cx="538650" cy="540000"/>
            </a:xfrm>
            <a:prstGeom prst="rect">
              <a:avLst/>
            </a:prstGeom>
          </p:spPr>
        </p:pic>
        <p:sp>
          <p:nvSpPr>
            <p:cNvPr id="66" name="Retângulo 3">
              <a:extLst>
                <a:ext uri="{FF2B5EF4-FFF2-40B4-BE49-F238E27FC236}">
                  <a16:creationId xmlns:a16="http://schemas.microsoft.com/office/drawing/2014/main" id="{A5C4C605-7B0E-F73B-9107-51DCBE6F9619}"/>
                </a:ext>
              </a:extLst>
            </p:cNvPr>
            <p:cNvSpPr/>
            <p:nvPr/>
          </p:nvSpPr>
          <p:spPr>
            <a:xfrm>
              <a:off x="0" y="4006187"/>
              <a:ext cx="4064447" cy="810376"/>
            </a:xfrm>
            <a:prstGeom prst="rect">
              <a:avLst/>
            </a:prstGeom>
            <a:solidFill>
              <a:schemeClr val="tx2"/>
            </a:solidFill>
            <a:ln w="12700">
              <a:noFill/>
              <a:miter lim="400000"/>
            </a:ln>
            <a:effectLst/>
          </p:spPr>
          <p:txBody>
            <a:bodyPr lIns="144000" tIns="72000" rIns="252000" bIns="72000" rtlCol="0" anchor="ctr"/>
            <a:lstStyle/>
            <a:p>
              <a:pPr marL="895350" marR="0" lvl="0" indent="0" algn="l" defTabSz="914400" rtl="0" eaLnBrk="1" fontAlgn="auto" latinLnBrk="0" hangingPunct="1">
                <a:lnSpc>
                  <a:spcPct val="100000"/>
                </a:lnSpc>
                <a:spcBef>
                  <a:spcPts val="0"/>
                </a:spcBef>
                <a:spcAft>
                  <a:spcPts val="0"/>
                </a:spcAft>
                <a:buClrTx/>
                <a:buSzTx/>
                <a:buFontTx/>
                <a:buNone/>
                <a:tabLst/>
                <a:defRPr/>
              </a:pPr>
              <a:r>
                <a:rPr kumimoji="0" lang="pt-BR" sz="1500" b="1" i="0" u="none" strike="noStrike" kern="1200" cap="none" spc="0" normalizeH="0" baseline="0" noProof="0">
                  <a:ln>
                    <a:noFill/>
                  </a:ln>
                  <a:solidFill>
                    <a:prstClr val="white"/>
                  </a:solidFill>
                  <a:effectLst/>
                  <a:uLnTx/>
                  <a:uFillTx/>
                  <a:latin typeface="Arial"/>
                  <a:ea typeface="+mn-ea"/>
                  <a:cs typeface="+mn-cs"/>
                </a:rPr>
                <a:t>Empresa de trading </a:t>
              </a:r>
            </a:p>
          </p:txBody>
        </p:sp>
        <p:pic>
          <p:nvPicPr>
            <p:cNvPr id="58" name="Picture 57">
              <a:extLst>
                <a:ext uri="{FF2B5EF4-FFF2-40B4-BE49-F238E27FC236}">
                  <a16:creationId xmlns:a16="http://schemas.microsoft.com/office/drawing/2014/main" id="{03787BC3-4023-90E0-2661-A26A2BAC1064}"/>
                </a:ext>
              </a:extLst>
            </p:cNvPr>
            <p:cNvPicPr>
              <a:picLocks noChangeAspect="1"/>
            </p:cNvPicPr>
            <p:nvPr/>
          </p:nvPicPr>
          <p:blipFill>
            <a:blip r:embed="rId11" cstate="email">
              <a:lum bright="70000" contrast="-70000"/>
              <a:extLst>
                <a:ext uri="{BEBA8EAE-BF5A-486C-A8C5-ECC9F3942E4B}">
                  <a14:imgProps xmlns:a14="http://schemas.microsoft.com/office/drawing/2010/main">
                    <a14:imgLayer r:embed="rId12">
                      <a14:imgEffect>
                        <a14:artisticPhotocopy/>
                      </a14:imgEffect>
                    </a14:imgLayer>
                  </a14:imgProps>
                </a:ext>
                <a:ext uri="{28A0092B-C50C-407E-A947-70E740481C1C}">
                  <a14:useLocalDpi xmlns:a14="http://schemas.microsoft.com/office/drawing/2010/main"/>
                </a:ext>
              </a:extLst>
            </a:blip>
            <a:stretch>
              <a:fillRect/>
            </a:stretch>
          </p:blipFill>
          <p:spPr>
            <a:xfrm>
              <a:off x="186161" y="4105376"/>
              <a:ext cx="612000" cy="612000"/>
            </a:xfrm>
            <a:prstGeom prst="rect">
              <a:avLst/>
            </a:prstGeom>
          </p:spPr>
        </p:pic>
      </p:grpSp>
      <p:grpSp>
        <p:nvGrpSpPr>
          <p:cNvPr id="18" name="Agrupar 17">
            <a:extLst>
              <a:ext uri="{FF2B5EF4-FFF2-40B4-BE49-F238E27FC236}">
                <a16:creationId xmlns:a16="http://schemas.microsoft.com/office/drawing/2014/main" id="{68B2F96A-4128-5243-6925-747B8AF803AA}"/>
              </a:ext>
            </a:extLst>
          </p:cNvPr>
          <p:cNvGrpSpPr/>
          <p:nvPr/>
        </p:nvGrpSpPr>
        <p:grpSpPr>
          <a:xfrm>
            <a:off x="0" y="1104900"/>
            <a:ext cx="12045516" cy="810376"/>
            <a:chOff x="0" y="5808016"/>
            <a:chExt cx="12045516" cy="810376"/>
          </a:xfrm>
        </p:grpSpPr>
        <p:sp>
          <p:nvSpPr>
            <p:cNvPr id="63" name="Rectangle: Rounded Corners 62">
              <a:extLst>
                <a:ext uri="{FF2B5EF4-FFF2-40B4-BE49-F238E27FC236}">
                  <a16:creationId xmlns:a16="http://schemas.microsoft.com/office/drawing/2014/main" id="{6A504217-B217-9059-5290-DDF59103184E}"/>
                </a:ext>
              </a:extLst>
            </p:cNvPr>
            <p:cNvSpPr/>
            <p:nvPr/>
          </p:nvSpPr>
          <p:spPr>
            <a:xfrm rot="5400000">
              <a:off x="11028621" y="5515271"/>
              <a:ext cx="637695" cy="1396094"/>
            </a:xfrm>
            <a:prstGeom prst="roundRect">
              <a:avLst>
                <a:gd name="adj" fmla="val 50000"/>
              </a:avLst>
            </a:prstGeom>
            <a:solidFill>
              <a:schemeClr val="accent1"/>
            </a:solidFill>
            <a:ln w="12700">
              <a:noFill/>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500" b="0" i="0" u="none" strike="noStrike" kern="1200" cap="none" spc="0" normalizeH="0" baseline="0" noProof="0" err="1">
                <a:ln>
                  <a:noFill/>
                </a:ln>
                <a:solidFill>
                  <a:prstClr val="white"/>
                </a:solidFill>
                <a:effectLst/>
                <a:uLnTx/>
                <a:uFillTx/>
                <a:latin typeface="Arial"/>
                <a:ea typeface="+mn-ea"/>
                <a:cs typeface="+mn-cs"/>
              </a:endParaRPr>
            </a:p>
          </p:txBody>
        </p:sp>
        <p:sp>
          <p:nvSpPr>
            <p:cNvPr id="46" name="Retângulo 3">
              <a:extLst>
                <a:ext uri="{FF2B5EF4-FFF2-40B4-BE49-F238E27FC236}">
                  <a16:creationId xmlns:a16="http://schemas.microsoft.com/office/drawing/2014/main" id="{ED0636D5-82CF-7B6F-0DB6-1C35EE5DBC5E}"/>
                </a:ext>
              </a:extLst>
            </p:cNvPr>
            <p:cNvSpPr/>
            <p:nvPr/>
          </p:nvSpPr>
          <p:spPr>
            <a:xfrm>
              <a:off x="4136570" y="5808318"/>
              <a:ext cx="7141029" cy="810000"/>
            </a:xfrm>
            <a:prstGeom prst="rect">
              <a:avLst/>
            </a:prstGeom>
            <a:solidFill>
              <a:schemeClr val="bg1">
                <a:lumMod val="95000"/>
              </a:schemeClr>
            </a:solidFill>
            <a:ln w="12700">
              <a:noFill/>
              <a:miter lim="400000"/>
            </a:ln>
            <a:effectLst/>
          </p:spPr>
          <p:txBody>
            <a:bodyPr lIns="144000" tIns="108000" rIns="144000" bIns="108000" rtlCol="0" anchor="ctr">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pt-BR" sz="1500" b="0" i="0" u="none" strike="noStrike" kern="0" cap="none" spc="0" normalizeH="0" baseline="0" noProof="0">
                  <a:ln>
                    <a:noFill/>
                  </a:ln>
                  <a:solidFill>
                    <a:srgbClr val="071C25"/>
                  </a:solidFill>
                  <a:effectLst/>
                  <a:uLnTx/>
                  <a:uFillTx/>
                  <a:latin typeface="Arial"/>
                  <a:ea typeface="+mn-ea"/>
                  <a:cs typeface="+mn-cs"/>
                </a:rPr>
                <a:t>Redesenho de modelo organizacional</a:t>
              </a:r>
            </a:p>
          </p:txBody>
        </p:sp>
        <p:pic>
          <p:nvPicPr>
            <p:cNvPr id="6" name="Picture 53">
              <a:extLst>
                <a:ext uri="{FF2B5EF4-FFF2-40B4-BE49-F238E27FC236}">
                  <a16:creationId xmlns:a16="http://schemas.microsoft.com/office/drawing/2014/main" id="{EB916053-9FEA-01D5-2728-05CBC8C712D5}"/>
                </a:ext>
              </a:extLst>
            </p:cNvPr>
            <p:cNvPicPr>
              <a:picLocks noChangeAspect="1"/>
            </p:cNvPicPr>
            <p:nvPr/>
          </p:nvPicPr>
          <p:blipFill>
            <a:blip r:embed="rId13" cstate="email">
              <a:extLst>
                <a:ext uri="{28A0092B-C50C-407E-A947-70E740481C1C}">
                  <a14:useLocalDpi xmlns:a14="http://schemas.microsoft.com/office/drawing/2010/main"/>
                </a:ext>
              </a:extLst>
            </a:blip>
            <a:stretch>
              <a:fillRect/>
            </a:stretch>
          </p:blipFill>
          <p:spPr>
            <a:xfrm>
              <a:off x="11384946" y="5943318"/>
              <a:ext cx="538650" cy="540000"/>
            </a:xfrm>
            <a:prstGeom prst="rect">
              <a:avLst/>
            </a:prstGeom>
          </p:spPr>
        </p:pic>
        <p:sp>
          <p:nvSpPr>
            <p:cNvPr id="68" name="Retângulo 3">
              <a:extLst>
                <a:ext uri="{FF2B5EF4-FFF2-40B4-BE49-F238E27FC236}">
                  <a16:creationId xmlns:a16="http://schemas.microsoft.com/office/drawing/2014/main" id="{2170894A-381B-0FC0-E485-78AE0A534BCE}"/>
                </a:ext>
              </a:extLst>
            </p:cNvPr>
            <p:cNvSpPr/>
            <p:nvPr/>
          </p:nvSpPr>
          <p:spPr>
            <a:xfrm>
              <a:off x="0" y="5808016"/>
              <a:ext cx="4064447" cy="810376"/>
            </a:xfrm>
            <a:prstGeom prst="rect">
              <a:avLst/>
            </a:prstGeom>
            <a:solidFill>
              <a:schemeClr val="tx2"/>
            </a:solidFill>
            <a:ln w="12700">
              <a:noFill/>
              <a:miter lim="400000"/>
            </a:ln>
            <a:effectLst/>
          </p:spPr>
          <p:txBody>
            <a:bodyPr lIns="144000" tIns="72000" rIns="252000" bIns="72000" rtlCol="0" anchor="ctr"/>
            <a:lstStyle/>
            <a:p>
              <a:pPr marL="895350" marR="0" lvl="0" indent="0" algn="l" defTabSz="914400" rtl="0" eaLnBrk="1" fontAlgn="auto" latinLnBrk="0" hangingPunct="1">
                <a:lnSpc>
                  <a:spcPct val="100000"/>
                </a:lnSpc>
                <a:spcBef>
                  <a:spcPts val="0"/>
                </a:spcBef>
                <a:spcAft>
                  <a:spcPts val="0"/>
                </a:spcAft>
                <a:buClrTx/>
                <a:buSzTx/>
                <a:buFontTx/>
                <a:buNone/>
                <a:tabLst/>
                <a:defRPr/>
              </a:pPr>
              <a:r>
                <a:rPr kumimoji="0" lang="pt-BR" sz="1500" b="1" i="0" u="none" strike="noStrike" kern="1200" cap="none" spc="0" normalizeH="0" baseline="0" noProof="0">
                  <a:ln>
                    <a:noFill/>
                  </a:ln>
                  <a:solidFill>
                    <a:prstClr val="white"/>
                  </a:solidFill>
                  <a:effectLst/>
                  <a:uLnTx/>
                  <a:uFillTx/>
                  <a:latin typeface="Arial"/>
                  <a:ea typeface="+mn-ea"/>
                  <a:cs typeface="+mn-cs"/>
                </a:rPr>
                <a:t>Empresa de defensivos biológicos</a:t>
              </a:r>
            </a:p>
          </p:txBody>
        </p:sp>
        <p:pic>
          <p:nvPicPr>
            <p:cNvPr id="60" name="Picture 59">
              <a:extLst>
                <a:ext uri="{FF2B5EF4-FFF2-40B4-BE49-F238E27FC236}">
                  <a16:creationId xmlns:a16="http://schemas.microsoft.com/office/drawing/2014/main" id="{90A89549-3C8F-4692-8184-5D8AE296A254}"/>
                </a:ext>
              </a:extLst>
            </p:cNvPr>
            <p:cNvPicPr>
              <a:picLocks noChangeAspect="1"/>
            </p:cNvPicPr>
            <p:nvPr/>
          </p:nvPicPr>
          <p:blipFill>
            <a:blip r:embed="rId8" cstate="email">
              <a:lum bright="70000" contrast="-70000"/>
              <a:extLst>
                <a:ext uri="{BEBA8EAE-BF5A-486C-A8C5-ECC9F3942E4B}">
                  <a14:imgProps xmlns:a14="http://schemas.microsoft.com/office/drawing/2010/main">
                    <a14:imgLayer r:embed="rId9">
                      <a14:imgEffect>
                        <a14:artisticPhotocopy/>
                      </a14:imgEffect>
                    </a14:imgLayer>
                  </a14:imgProps>
                </a:ext>
                <a:ext uri="{28A0092B-C50C-407E-A947-70E740481C1C}">
                  <a14:useLocalDpi xmlns:a14="http://schemas.microsoft.com/office/drawing/2010/main"/>
                </a:ext>
              </a:extLst>
            </a:blip>
            <a:stretch>
              <a:fillRect/>
            </a:stretch>
          </p:blipFill>
          <p:spPr>
            <a:xfrm>
              <a:off x="186161" y="5907206"/>
              <a:ext cx="612000" cy="612000"/>
            </a:xfrm>
            <a:prstGeom prst="rect">
              <a:avLst/>
            </a:prstGeom>
          </p:spPr>
        </p:pic>
      </p:grpSp>
    </p:spTree>
    <p:extLst>
      <p:ext uri="{BB962C8B-B14F-4D97-AF65-F5344CB8AC3E}">
        <p14:creationId xmlns:p14="http://schemas.microsoft.com/office/powerpoint/2010/main" val="342350153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to 4" hidden="1">
            <a:extLst>
              <a:ext uri="{FF2B5EF4-FFF2-40B4-BE49-F238E27FC236}">
                <a16:creationId xmlns:a16="http://schemas.microsoft.com/office/drawing/2014/main" id="{6C5B34D5-249E-4E5E-8E03-55E8B5FF419F}"/>
              </a:ext>
            </a:extLst>
          </p:cNvPr>
          <p:cNvGraphicFramePr>
            <a:graphicFrameLocks noChangeAspect="1"/>
          </p:cNvGraphicFramePr>
          <p:nvPr>
            <p:custDataLst>
              <p:tags r:id="rId1"/>
            </p:custDataLst>
            <p:extLst>
              <p:ext uri="{D42A27DB-BD31-4B8C-83A1-F6EECF244321}">
                <p14:modId xmlns:p14="http://schemas.microsoft.com/office/powerpoint/2010/main" val="117061291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Slide do think-cell" r:id="rId5" imgW="395" imgH="394" progId="TCLayout.ActiveDocument.1">
                  <p:embed/>
                </p:oleObj>
              </mc:Choice>
              <mc:Fallback>
                <p:oleObj name="Slide do think-cell" r:id="rId5" imgW="395" imgH="394" progId="TCLayout.ActiveDocument.1">
                  <p:embed/>
                  <p:pic>
                    <p:nvPicPr>
                      <p:cNvPr id="5" name="Objeto 4" hidden="1">
                        <a:extLst>
                          <a:ext uri="{FF2B5EF4-FFF2-40B4-BE49-F238E27FC236}">
                            <a16:creationId xmlns:a16="http://schemas.microsoft.com/office/drawing/2014/main" id="{6C5B34D5-249E-4E5E-8E03-55E8B5FF419F}"/>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pic>
        <p:nvPicPr>
          <p:cNvPr id="1026" name="Picture 2" descr="Veja números do agronegócio, motor do desenvolvimento do Brasil - Diário  Agrícola | AgroPlanning">
            <a:extLst>
              <a:ext uri="{FF2B5EF4-FFF2-40B4-BE49-F238E27FC236}">
                <a16:creationId xmlns:a16="http://schemas.microsoft.com/office/drawing/2014/main" id="{6DA3F5FE-B7EF-9559-2D6D-627A04BF63A2}"/>
              </a:ext>
            </a:extLst>
          </p:cNvPr>
          <p:cNvPicPr>
            <a:picLocks noChangeAspect="1" noChangeArrowheads="1"/>
          </p:cNvPicPr>
          <p:nvPr/>
        </p:nvPicPr>
        <p:blipFill rotWithShape="1">
          <a:blip r:embed="rId7" cstate="email">
            <a:extLst>
              <a:ext uri="{28A0092B-C50C-407E-A947-70E740481C1C}">
                <a14:useLocalDpi xmlns:a14="http://schemas.microsoft.com/office/drawing/2010/main"/>
              </a:ext>
            </a:extLst>
          </a:blip>
          <a:srcRect/>
          <a:stretch/>
        </p:blipFill>
        <p:spPr bwMode="auto">
          <a:xfrm>
            <a:off x="0" y="1163151"/>
            <a:ext cx="3990308" cy="5290936"/>
          </a:xfrm>
          <a:prstGeom prst="rect">
            <a:avLst/>
          </a:prstGeom>
          <a:noFill/>
          <a:extLst>
            <a:ext uri="{909E8E84-426E-40DD-AFC4-6F175D3DCCD1}">
              <a14:hiddenFill xmlns:a14="http://schemas.microsoft.com/office/drawing/2010/main">
                <a:solidFill>
                  <a:srgbClr val="FFFFFF"/>
                </a:solidFill>
              </a14:hiddenFill>
            </a:ext>
          </a:extLst>
        </p:spPr>
      </p:pic>
      <p:sp>
        <p:nvSpPr>
          <p:cNvPr id="13" name="Rectángulo 12">
            <a:extLst>
              <a:ext uri="{FF2B5EF4-FFF2-40B4-BE49-F238E27FC236}">
                <a16:creationId xmlns:a16="http://schemas.microsoft.com/office/drawing/2014/main" id="{0A45BBBB-9F93-EFA4-E6B1-95B50EE668DF}"/>
              </a:ext>
            </a:extLst>
          </p:cNvPr>
          <p:cNvSpPr/>
          <p:nvPr/>
        </p:nvSpPr>
        <p:spPr>
          <a:xfrm>
            <a:off x="0" y="1172723"/>
            <a:ext cx="3990308" cy="5281364"/>
          </a:xfrm>
          <a:prstGeom prst="rect">
            <a:avLst/>
          </a:prstGeom>
          <a:solidFill>
            <a:srgbClr val="020E66">
              <a:alpha val="60000"/>
            </a:srgbClr>
          </a:solidFill>
          <a:ln w="12700">
            <a:noFill/>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400" b="0" i="0" u="none" strike="noStrike" kern="1200" cap="none" spc="0" normalizeH="0" baseline="0" noProof="0" err="1">
              <a:ln>
                <a:noFill/>
              </a:ln>
              <a:solidFill>
                <a:prstClr val="white"/>
              </a:solidFill>
              <a:effectLst/>
              <a:uLnTx/>
              <a:uFillTx/>
              <a:latin typeface="Arial"/>
              <a:ea typeface="+mn-ea"/>
              <a:cs typeface="+mn-cs"/>
            </a:endParaRPr>
          </a:p>
        </p:txBody>
      </p:sp>
      <p:sp>
        <p:nvSpPr>
          <p:cNvPr id="15" name="Freeform: Shape 77">
            <a:extLst>
              <a:ext uri="{FF2B5EF4-FFF2-40B4-BE49-F238E27FC236}">
                <a16:creationId xmlns:a16="http://schemas.microsoft.com/office/drawing/2014/main" id="{7E199663-4AC4-64DE-A86C-C5E8C0F95E64}"/>
              </a:ext>
            </a:extLst>
          </p:cNvPr>
          <p:cNvSpPr/>
          <p:nvPr/>
        </p:nvSpPr>
        <p:spPr>
          <a:xfrm>
            <a:off x="2956204" y="2857861"/>
            <a:ext cx="2124000" cy="2124000"/>
          </a:xfrm>
          <a:custGeom>
            <a:avLst/>
            <a:gdLst>
              <a:gd name="connsiteX0" fmla="*/ 0 w 2054886"/>
              <a:gd name="connsiteY0" fmla="*/ 1027443 h 2054886"/>
              <a:gd name="connsiteX1" fmla="*/ 1027443 w 2054886"/>
              <a:gd name="connsiteY1" fmla="*/ 0 h 2054886"/>
              <a:gd name="connsiteX2" fmla="*/ 2054886 w 2054886"/>
              <a:gd name="connsiteY2" fmla="*/ 1027443 h 2054886"/>
              <a:gd name="connsiteX3" fmla="*/ 1027443 w 2054886"/>
              <a:gd name="connsiteY3" fmla="*/ 2054886 h 2054886"/>
              <a:gd name="connsiteX4" fmla="*/ 0 w 2054886"/>
              <a:gd name="connsiteY4" fmla="*/ 1027443 h 20548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54886" h="2054886">
                <a:moveTo>
                  <a:pt x="0" y="1027443"/>
                </a:moveTo>
                <a:cubicBezTo>
                  <a:pt x="0" y="460002"/>
                  <a:pt x="460002" y="0"/>
                  <a:pt x="1027443" y="0"/>
                </a:cubicBezTo>
                <a:cubicBezTo>
                  <a:pt x="1594884" y="0"/>
                  <a:pt x="2054886" y="460002"/>
                  <a:pt x="2054886" y="1027443"/>
                </a:cubicBezTo>
                <a:cubicBezTo>
                  <a:pt x="2054886" y="1594884"/>
                  <a:pt x="1594884" y="2054886"/>
                  <a:pt x="1027443" y="2054886"/>
                </a:cubicBezTo>
                <a:cubicBezTo>
                  <a:pt x="460002" y="2054886"/>
                  <a:pt x="0" y="1594884"/>
                  <a:pt x="0" y="1027443"/>
                </a:cubicBezTo>
                <a:close/>
              </a:path>
            </a:pathLst>
          </a:custGeom>
          <a:solidFill>
            <a:schemeClr val="bg1"/>
          </a:solidFill>
          <a:ln w="60325">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317441" tIns="317441" rIns="317441" bIns="317441" numCol="1" spcCol="1270" anchor="ctr" anchorCtr="0">
            <a:noAutofit/>
          </a:bodyPr>
          <a:lstStyle/>
          <a:p>
            <a:pPr marL="0" marR="0" lvl="0" indent="0" algn="ctr" defTabSz="577850" rtl="0" eaLnBrk="1" fontAlgn="auto" latinLnBrk="0" hangingPunct="1">
              <a:lnSpc>
                <a:spcPct val="90000"/>
              </a:lnSpc>
              <a:spcBef>
                <a:spcPct val="0"/>
              </a:spcBef>
              <a:spcAft>
                <a:spcPct val="35000"/>
              </a:spcAft>
              <a:buClrTx/>
              <a:buSzTx/>
              <a:buFontTx/>
              <a:buNone/>
              <a:tabLst/>
              <a:defRPr/>
            </a:pPr>
            <a:endParaRPr kumimoji="0" lang="pt-BR" sz="1300" b="0" i="0" u="none" strike="noStrike" kern="1200" cap="none" spc="0" normalizeH="0" baseline="0" noProof="0">
              <a:ln>
                <a:noFill/>
              </a:ln>
              <a:solidFill>
                <a:srgbClr val="FFFFFF"/>
              </a:solidFill>
              <a:effectLst/>
              <a:uLnTx/>
              <a:uFillTx/>
              <a:latin typeface="Arial"/>
              <a:ea typeface="+mn-ea"/>
              <a:cs typeface="+mn-cs"/>
            </a:endParaRPr>
          </a:p>
        </p:txBody>
      </p:sp>
      <p:sp>
        <p:nvSpPr>
          <p:cNvPr id="3" name="Rectángulo: esquinas diagonales redondeadas 2">
            <a:extLst>
              <a:ext uri="{FF2B5EF4-FFF2-40B4-BE49-F238E27FC236}">
                <a16:creationId xmlns:a16="http://schemas.microsoft.com/office/drawing/2014/main" id="{866E1FEA-CF64-85AD-EEDE-575BBA8D2A2A}"/>
              </a:ext>
            </a:extLst>
          </p:cNvPr>
          <p:cNvSpPr/>
          <p:nvPr/>
        </p:nvSpPr>
        <p:spPr>
          <a:xfrm>
            <a:off x="7135316" y="1135624"/>
            <a:ext cx="5056685" cy="5267669"/>
          </a:xfrm>
          <a:prstGeom prst="round2DiagRect">
            <a:avLst>
              <a:gd name="adj1" fmla="val 6556"/>
              <a:gd name="adj2" fmla="val 0"/>
            </a:avLst>
          </a:prstGeom>
          <a:solidFill>
            <a:schemeClr val="bg1">
              <a:lumMod val="95000"/>
            </a:schemeClr>
          </a:solidFill>
          <a:ln w="12700">
            <a:noFill/>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400" b="0" i="0" u="none" strike="noStrike" kern="1200" cap="none" spc="0" normalizeH="0" baseline="0" noProof="0" err="1">
              <a:ln>
                <a:noFill/>
              </a:ln>
              <a:solidFill>
                <a:prstClr val="white"/>
              </a:solidFill>
              <a:effectLst/>
              <a:uLnTx/>
              <a:uFillTx/>
              <a:latin typeface="Arial"/>
              <a:ea typeface="+mn-ea"/>
              <a:cs typeface="+mn-cs"/>
            </a:endParaRPr>
          </a:p>
        </p:txBody>
      </p:sp>
      <p:sp>
        <p:nvSpPr>
          <p:cNvPr id="4" name="Retângulo 3" hidden="1">
            <a:extLst>
              <a:ext uri="{FF2B5EF4-FFF2-40B4-BE49-F238E27FC236}">
                <a16:creationId xmlns:a16="http://schemas.microsoft.com/office/drawing/2014/main" id="{44D400E4-D658-4E5E-AE1F-345F0A389CB9}"/>
              </a:ext>
            </a:extLst>
          </p:cNvPr>
          <p:cNvSpPr/>
          <p:nvPr>
            <p:custDataLst>
              <p:tags r:id="rId2"/>
            </p:custDataLst>
          </p:nvPr>
        </p:nvSpPr>
        <p:spPr>
          <a:xfrm>
            <a:off x="0" y="0"/>
            <a:ext cx="158750" cy="158750"/>
          </a:xfrm>
          <a:prstGeom prst="rect">
            <a:avLst/>
          </a:prstGeom>
          <a:solidFill>
            <a:schemeClr val="accent2"/>
          </a:solidFill>
          <a:ln w="19050">
            <a:solidFill>
              <a:schemeClr val="accent2"/>
            </a:solidFill>
            <a:miter lim="400000"/>
          </a:ln>
          <a:effectLst/>
        </p:spPr>
        <p:txBody>
          <a:bodyPr wrap="none" lIns="0" tIns="0" rIns="0" bIns="0" numCol="1" spcCol="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2000" b="1" i="0" u="none" strike="noStrike" kern="1200" cap="none" spc="0" normalizeH="0" baseline="0" noProof="0">
              <a:ln>
                <a:noFill/>
              </a:ln>
              <a:solidFill>
                <a:prstClr val="white"/>
              </a:solidFill>
              <a:effectLst/>
              <a:uLnTx/>
              <a:uFillTx/>
              <a:latin typeface="Arial" panose="020B0604020202020204" pitchFamily="34" charset="0"/>
              <a:ea typeface="+mn-ea"/>
              <a:cs typeface="+mn-cs"/>
              <a:sym typeface="Arial" panose="020B0604020202020204" pitchFamily="34" charset="0"/>
            </a:endParaRPr>
          </a:p>
        </p:txBody>
      </p:sp>
      <p:sp>
        <p:nvSpPr>
          <p:cNvPr id="8" name="Text Placeholder 7">
            <a:extLst>
              <a:ext uri="{FF2B5EF4-FFF2-40B4-BE49-F238E27FC236}">
                <a16:creationId xmlns:a16="http://schemas.microsoft.com/office/drawing/2014/main" id="{B8DE6D14-0975-4948-AE61-F54B4222F80B}"/>
              </a:ext>
            </a:extLst>
          </p:cNvPr>
          <p:cNvSpPr>
            <a:spLocks noGrp="1"/>
          </p:cNvSpPr>
          <p:nvPr>
            <p:ph type="body" sz="quarter" idx="14"/>
          </p:nvPr>
        </p:nvSpPr>
        <p:spPr/>
        <p:txBody>
          <a:bodyPr/>
          <a:lstStyle/>
          <a:p>
            <a:r>
              <a:rPr lang="pt-BR"/>
              <a:t>Fonte: Mirow &amp; Co.</a:t>
            </a:r>
          </a:p>
        </p:txBody>
      </p:sp>
      <p:sp>
        <p:nvSpPr>
          <p:cNvPr id="25" name="Title 24">
            <a:extLst>
              <a:ext uri="{FF2B5EF4-FFF2-40B4-BE49-F238E27FC236}">
                <a16:creationId xmlns:a16="http://schemas.microsoft.com/office/drawing/2014/main" id="{18A39B81-91F8-4560-9964-F37F89D0D2D4}"/>
              </a:ext>
            </a:extLst>
          </p:cNvPr>
          <p:cNvSpPr>
            <a:spLocks noGrp="1"/>
          </p:cNvSpPr>
          <p:nvPr>
            <p:ph type="title"/>
          </p:nvPr>
        </p:nvSpPr>
        <p:spPr>
          <a:xfrm>
            <a:off x="478971" y="225177"/>
            <a:ext cx="11485488" cy="615553"/>
          </a:xfrm>
        </p:spPr>
        <p:txBody>
          <a:bodyPr vert="horz"/>
          <a:lstStyle/>
          <a:p>
            <a:r>
              <a:rPr lang="pt-BR"/>
              <a:t>Contamos com diversos parceiros que aportam conhecimento especifico e agronômico aos nossos projetos na indústria </a:t>
            </a:r>
          </a:p>
        </p:txBody>
      </p:sp>
      <p:sp>
        <p:nvSpPr>
          <p:cNvPr id="71" name="Block Arc 71">
            <a:extLst>
              <a:ext uri="{FF2B5EF4-FFF2-40B4-BE49-F238E27FC236}">
                <a16:creationId xmlns:a16="http://schemas.microsoft.com/office/drawing/2014/main" id="{2CF4960F-4EC1-4D45-9B66-03A7BC58C23D}"/>
              </a:ext>
            </a:extLst>
          </p:cNvPr>
          <p:cNvSpPr/>
          <p:nvPr/>
        </p:nvSpPr>
        <p:spPr>
          <a:xfrm>
            <a:off x="4538407" y="1910378"/>
            <a:ext cx="4032057" cy="4219851"/>
          </a:xfrm>
          <a:prstGeom prst="blockArc">
            <a:avLst>
              <a:gd name="adj1" fmla="val 10028571"/>
              <a:gd name="adj2" fmla="val 13114286"/>
              <a:gd name="adj3" fmla="val 3901"/>
            </a:avLst>
          </a:prstGeom>
          <a:no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srgbClr val="FFFFFF"/>
              </a:solidFill>
              <a:effectLst/>
              <a:uLnTx/>
              <a:uFillTx/>
              <a:latin typeface="Arial"/>
              <a:ea typeface="+mn-ea"/>
              <a:cs typeface="+mn-cs"/>
            </a:endParaRPr>
          </a:p>
        </p:txBody>
      </p:sp>
      <p:sp>
        <p:nvSpPr>
          <p:cNvPr id="77" name="Block Arc 72">
            <a:extLst>
              <a:ext uri="{FF2B5EF4-FFF2-40B4-BE49-F238E27FC236}">
                <a16:creationId xmlns:a16="http://schemas.microsoft.com/office/drawing/2014/main" id="{65C5B6D8-99C8-4DC6-989C-0517340810EC}"/>
              </a:ext>
            </a:extLst>
          </p:cNvPr>
          <p:cNvSpPr/>
          <p:nvPr/>
        </p:nvSpPr>
        <p:spPr>
          <a:xfrm>
            <a:off x="4538407" y="1910378"/>
            <a:ext cx="4032057" cy="4219851"/>
          </a:xfrm>
          <a:prstGeom prst="blockArc">
            <a:avLst>
              <a:gd name="adj1" fmla="val 6942857"/>
              <a:gd name="adj2" fmla="val 10028571"/>
              <a:gd name="adj3" fmla="val 3901"/>
            </a:avLst>
          </a:prstGeom>
          <a:no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srgbClr val="FFFFFF"/>
              </a:solidFill>
              <a:effectLst/>
              <a:uLnTx/>
              <a:uFillTx/>
              <a:latin typeface="Arial"/>
              <a:ea typeface="+mn-ea"/>
              <a:cs typeface="+mn-cs"/>
            </a:endParaRPr>
          </a:p>
        </p:txBody>
      </p:sp>
      <p:sp>
        <p:nvSpPr>
          <p:cNvPr id="78" name="Block Arc 74">
            <a:extLst>
              <a:ext uri="{FF2B5EF4-FFF2-40B4-BE49-F238E27FC236}">
                <a16:creationId xmlns:a16="http://schemas.microsoft.com/office/drawing/2014/main" id="{32E0A441-C436-49BC-87E6-3BEB01F9B65C}"/>
              </a:ext>
            </a:extLst>
          </p:cNvPr>
          <p:cNvSpPr/>
          <p:nvPr/>
        </p:nvSpPr>
        <p:spPr>
          <a:xfrm>
            <a:off x="4538407" y="1910378"/>
            <a:ext cx="4032057" cy="4219851"/>
          </a:xfrm>
          <a:prstGeom prst="blockArc">
            <a:avLst>
              <a:gd name="adj1" fmla="val 771429"/>
              <a:gd name="adj2" fmla="val 3857143"/>
              <a:gd name="adj3" fmla="val 3901"/>
            </a:avLst>
          </a:prstGeom>
          <a:no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noProof="0">
              <a:ln>
                <a:noFill/>
              </a:ln>
              <a:solidFill>
                <a:srgbClr val="FFFFFF"/>
              </a:solidFill>
              <a:effectLst/>
              <a:uLnTx/>
              <a:uFillTx/>
              <a:latin typeface="Arial"/>
              <a:ea typeface="+mn-ea"/>
              <a:cs typeface="+mn-cs"/>
            </a:endParaRPr>
          </a:p>
        </p:txBody>
      </p:sp>
      <p:cxnSp>
        <p:nvCxnSpPr>
          <p:cNvPr id="81" name="Conector reto 80">
            <a:extLst>
              <a:ext uri="{FF2B5EF4-FFF2-40B4-BE49-F238E27FC236}">
                <a16:creationId xmlns:a16="http://schemas.microsoft.com/office/drawing/2014/main" id="{8B361275-5029-43D0-95DF-CD8103B43C1D}"/>
              </a:ext>
            </a:extLst>
          </p:cNvPr>
          <p:cNvCxnSpPr>
            <a:stCxn id="100" idx="2"/>
          </p:cNvCxnSpPr>
          <p:nvPr/>
        </p:nvCxnSpPr>
        <p:spPr>
          <a:xfrm>
            <a:off x="4969240" y="3919862"/>
            <a:ext cx="278020" cy="0"/>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grpSp>
        <p:nvGrpSpPr>
          <p:cNvPr id="82" name="Agrupar 81">
            <a:extLst>
              <a:ext uri="{FF2B5EF4-FFF2-40B4-BE49-F238E27FC236}">
                <a16:creationId xmlns:a16="http://schemas.microsoft.com/office/drawing/2014/main" id="{B0A14F36-B188-445F-8A8E-3B09D3891C75}"/>
              </a:ext>
            </a:extLst>
          </p:cNvPr>
          <p:cNvGrpSpPr/>
          <p:nvPr/>
        </p:nvGrpSpPr>
        <p:grpSpPr>
          <a:xfrm>
            <a:off x="5878364" y="2108034"/>
            <a:ext cx="825123" cy="825123"/>
            <a:chOff x="2384185" y="2037231"/>
            <a:chExt cx="825123" cy="825123"/>
          </a:xfrm>
        </p:grpSpPr>
        <p:pic>
          <p:nvPicPr>
            <p:cNvPr id="98" name="Imagem 97">
              <a:extLst>
                <a:ext uri="{FF2B5EF4-FFF2-40B4-BE49-F238E27FC236}">
                  <a16:creationId xmlns:a16="http://schemas.microsoft.com/office/drawing/2014/main" id="{51F29301-E23E-4E85-9F5D-D3B956C33B4A}"/>
                </a:ext>
              </a:extLst>
            </p:cNvPr>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2484349" y="2137395"/>
              <a:ext cx="624794" cy="624794"/>
            </a:xfrm>
            <a:prstGeom prst="rect">
              <a:avLst/>
            </a:prstGeom>
            <a:ln w="38100">
              <a:noFill/>
            </a:ln>
          </p:spPr>
        </p:pic>
        <p:sp>
          <p:nvSpPr>
            <p:cNvPr id="99" name="Freeform: Shape 78">
              <a:extLst>
                <a:ext uri="{FF2B5EF4-FFF2-40B4-BE49-F238E27FC236}">
                  <a16:creationId xmlns:a16="http://schemas.microsoft.com/office/drawing/2014/main" id="{8A826FB0-3A09-466C-A832-D6B925361888}"/>
                </a:ext>
              </a:extLst>
            </p:cNvPr>
            <p:cNvSpPr/>
            <p:nvPr/>
          </p:nvSpPr>
          <p:spPr>
            <a:xfrm>
              <a:off x="2384185" y="2037231"/>
              <a:ext cx="825123" cy="825123"/>
            </a:xfrm>
            <a:custGeom>
              <a:avLst/>
              <a:gdLst>
                <a:gd name="connsiteX0" fmla="*/ 0 w 1401065"/>
                <a:gd name="connsiteY0" fmla="*/ 700533 h 1401065"/>
                <a:gd name="connsiteX1" fmla="*/ 700533 w 1401065"/>
                <a:gd name="connsiteY1" fmla="*/ 0 h 1401065"/>
                <a:gd name="connsiteX2" fmla="*/ 1401066 w 1401065"/>
                <a:gd name="connsiteY2" fmla="*/ 700533 h 1401065"/>
                <a:gd name="connsiteX3" fmla="*/ 700533 w 1401065"/>
                <a:gd name="connsiteY3" fmla="*/ 1401066 h 1401065"/>
                <a:gd name="connsiteX4" fmla="*/ 0 w 1401065"/>
                <a:gd name="connsiteY4" fmla="*/ 700533 h 140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1065" h="1401065">
                  <a:moveTo>
                    <a:pt x="0" y="700533"/>
                  </a:moveTo>
                  <a:cubicBezTo>
                    <a:pt x="0" y="313639"/>
                    <a:pt x="313639" y="0"/>
                    <a:pt x="700533" y="0"/>
                  </a:cubicBezTo>
                  <a:cubicBezTo>
                    <a:pt x="1087427" y="0"/>
                    <a:pt x="1401066" y="313639"/>
                    <a:pt x="1401066" y="700533"/>
                  </a:cubicBezTo>
                  <a:cubicBezTo>
                    <a:pt x="1401066" y="1087427"/>
                    <a:pt x="1087427" y="1401066"/>
                    <a:pt x="700533" y="1401066"/>
                  </a:cubicBezTo>
                  <a:cubicBezTo>
                    <a:pt x="313639" y="1401066"/>
                    <a:pt x="0" y="1087427"/>
                    <a:pt x="0" y="700533"/>
                  </a:cubicBezTo>
                  <a:close/>
                </a:path>
              </a:pathLst>
            </a:custGeom>
            <a:noFill/>
            <a:ln w="38100">
              <a:solidFill>
                <a:schemeClr val="accent3"/>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221691" tIns="221691" rIns="221691" bIns="221691" numCol="1" spcCol="1270" anchor="ctr" anchorCtr="0">
              <a:noAutofit/>
            </a:bodyPr>
            <a:lstStyle/>
            <a:p>
              <a:pPr marL="0" marR="0" lvl="0" indent="0" algn="ctr" defTabSz="577850" rtl="0" eaLnBrk="1" fontAlgn="auto" latinLnBrk="0" hangingPunct="1">
                <a:lnSpc>
                  <a:spcPct val="90000"/>
                </a:lnSpc>
                <a:spcBef>
                  <a:spcPct val="0"/>
                </a:spcBef>
                <a:spcAft>
                  <a:spcPct val="35000"/>
                </a:spcAft>
                <a:buClrTx/>
                <a:buSzTx/>
                <a:buFontTx/>
                <a:buNone/>
                <a:tabLst/>
                <a:defRPr/>
              </a:pPr>
              <a:endParaRPr kumimoji="0" lang="pt-BR" sz="1300" b="0" i="0" u="none" strike="noStrike" kern="1200" cap="none" spc="0" normalizeH="0" baseline="0" noProof="0">
                <a:ln>
                  <a:noFill/>
                </a:ln>
                <a:solidFill>
                  <a:srgbClr val="000000"/>
                </a:solidFill>
                <a:effectLst/>
                <a:uLnTx/>
                <a:uFillTx/>
                <a:latin typeface="Arial"/>
                <a:ea typeface="+mn-ea"/>
                <a:cs typeface="+mn-cs"/>
              </a:endParaRPr>
            </a:p>
          </p:txBody>
        </p:sp>
      </p:grpSp>
      <p:pic>
        <p:nvPicPr>
          <p:cNvPr id="83" name="Imagem 82">
            <a:extLst>
              <a:ext uri="{FF2B5EF4-FFF2-40B4-BE49-F238E27FC236}">
                <a16:creationId xmlns:a16="http://schemas.microsoft.com/office/drawing/2014/main" id="{FED92006-3F1B-4F3F-9C49-450B3810C5E3}"/>
              </a:ext>
            </a:extLst>
          </p:cNvPr>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5981787" y="5803900"/>
            <a:ext cx="624794" cy="624794"/>
          </a:xfrm>
          <a:prstGeom prst="rect">
            <a:avLst/>
          </a:prstGeom>
        </p:spPr>
      </p:pic>
      <p:grpSp>
        <p:nvGrpSpPr>
          <p:cNvPr id="84" name="Agrupar 83">
            <a:extLst>
              <a:ext uri="{FF2B5EF4-FFF2-40B4-BE49-F238E27FC236}">
                <a16:creationId xmlns:a16="http://schemas.microsoft.com/office/drawing/2014/main" id="{9392F9BA-6420-4537-AA68-CBFD62171780}"/>
              </a:ext>
            </a:extLst>
          </p:cNvPr>
          <p:cNvGrpSpPr/>
          <p:nvPr/>
        </p:nvGrpSpPr>
        <p:grpSpPr>
          <a:xfrm>
            <a:off x="5878364" y="3005797"/>
            <a:ext cx="825123" cy="825123"/>
            <a:chOff x="2384185" y="2914991"/>
            <a:chExt cx="825123" cy="825123"/>
          </a:xfrm>
        </p:grpSpPr>
        <p:pic>
          <p:nvPicPr>
            <p:cNvPr id="96" name="Imagem 95">
              <a:extLst>
                <a:ext uri="{FF2B5EF4-FFF2-40B4-BE49-F238E27FC236}">
                  <a16:creationId xmlns:a16="http://schemas.microsoft.com/office/drawing/2014/main" id="{2F57E2E6-9E61-4D96-991E-F405F88ABF56}"/>
                </a:ext>
              </a:extLst>
            </p:cNvPr>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2453110" y="3221492"/>
              <a:ext cx="687273" cy="212121"/>
            </a:xfrm>
            <a:prstGeom prst="rect">
              <a:avLst/>
            </a:prstGeom>
            <a:ln w="38100">
              <a:noFill/>
            </a:ln>
          </p:spPr>
        </p:pic>
        <p:sp>
          <p:nvSpPr>
            <p:cNvPr id="97" name="Freeform: Shape 78">
              <a:extLst>
                <a:ext uri="{FF2B5EF4-FFF2-40B4-BE49-F238E27FC236}">
                  <a16:creationId xmlns:a16="http://schemas.microsoft.com/office/drawing/2014/main" id="{8165A31B-5DC4-410E-A840-FEEB49BDA64E}"/>
                </a:ext>
              </a:extLst>
            </p:cNvPr>
            <p:cNvSpPr/>
            <p:nvPr/>
          </p:nvSpPr>
          <p:spPr>
            <a:xfrm>
              <a:off x="2384185" y="2914991"/>
              <a:ext cx="825123" cy="825123"/>
            </a:xfrm>
            <a:custGeom>
              <a:avLst/>
              <a:gdLst>
                <a:gd name="connsiteX0" fmla="*/ 0 w 1401065"/>
                <a:gd name="connsiteY0" fmla="*/ 700533 h 1401065"/>
                <a:gd name="connsiteX1" fmla="*/ 700533 w 1401065"/>
                <a:gd name="connsiteY1" fmla="*/ 0 h 1401065"/>
                <a:gd name="connsiteX2" fmla="*/ 1401066 w 1401065"/>
                <a:gd name="connsiteY2" fmla="*/ 700533 h 1401065"/>
                <a:gd name="connsiteX3" fmla="*/ 700533 w 1401065"/>
                <a:gd name="connsiteY3" fmla="*/ 1401066 h 1401065"/>
                <a:gd name="connsiteX4" fmla="*/ 0 w 1401065"/>
                <a:gd name="connsiteY4" fmla="*/ 700533 h 140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1065" h="1401065">
                  <a:moveTo>
                    <a:pt x="0" y="700533"/>
                  </a:moveTo>
                  <a:cubicBezTo>
                    <a:pt x="0" y="313639"/>
                    <a:pt x="313639" y="0"/>
                    <a:pt x="700533" y="0"/>
                  </a:cubicBezTo>
                  <a:cubicBezTo>
                    <a:pt x="1087427" y="0"/>
                    <a:pt x="1401066" y="313639"/>
                    <a:pt x="1401066" y="700533"/>
                  </a:cubicBezTo>
                  <a:cubicBezTo>
                    <a:pt x="1401066" y="1087427"/>
                    <a:pt x="1087427" y="1401066"/>
                    <a:pt x="700533" y="1401066"/>
                  </a:cubicBezTo>
                  <a:cubicBezTo>
                    <a:pt x="313639" y="1401066"/>
                    <a:pt x="0" y="1087427"/>
                    <a:pt x="0" y="700533"/>
                  </a:cubicBezTo>
                  <a:close/>
                </a:path>
              </a:pathLst>
            </a:custGeom>
            <a:noFill/>
            <a:ln w="38100">
              <a:solidFill>
                <a:schemeClr val="accent3"/>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221691" tIns="221691" rIns="221691" bIns="221691" numCol="1" spcCol="1270" anchor="ctr" anchorCtr="0">
              <a:noAutofit/>
            </a:bodyPr>
            <a:lstStyle/>
            <a:p>
              <a:pPr marL="0" marR="0" lvl="0" indent="0" algn="ctr" defTabSz="577850" rtl="0" eaLnBrk="1" fontAlgn="auto" latinLnBrk="0" hangingPunct="1">
                <a:lnSpc>
                  <a:spcPct val="90000"/>
                </a:lnSpc>
                <a:spcBef>
                  <a:spcPct val="0"/>
                </a:spcBef>
                <a:spcAft>
                  <a:spcPct val="35000"/>
                </a:spcAft>
                <a:buClrTx/>
                <a:buSzTx/>
                <a:buFontTx/>
                <a:buNone/>
                <a:tabLst/>
                <a:defRPr/>
              </a:pPr>
              <a:endParaRPr kumimoji="0" lang="pt-BR" sz="1300" b="0" i="0" u="none" strike="noStrike" kern="1200" cap="none" spc="0" normalizeH="0" baseline="0" noProof="0">
                <a:ln>
                  <a:noFill/>
                </a:ln>
                <a:solidFill>
                  <a:srgbClr val="000000"/>
                </a:solidFill>
                <a:effectLst/>
                <a:uLnTx/>
                <a:uFillTx/>
                <a:latin typeface="Arial"/>
                <a:ea typeface="+mn-ea"/>
                <a:cs typeface="+mn-cs"/>
              </a:endParaRPr>
            </a:p>
          </p:txBody>
        </p:sp>
      </p:grpSp>
      <p:pic>
        <p:nvPicPr>
          <p:cNvPr id="85" name="Imagem 84">
            <a:extLst>
              <a:ext uri="{FF2B5EF4-FFF2-40B4-BE49-F238E27FC236}">
                <a16:creationId xmlns:a16="http://schemas.microsoft.com/office/drawing/2014/main" id="{134E2C35-0E35-47ED-968C-D158DAFE564F}"/>
              </a:ext>
            </a:extLst>
          </p:cNvPr>
          <p:cNvPicPr>
            <a:picLocks noChangeAspect="1"/>
          </p:cNvPicPr>
          <p:nvPr/>
        </p:nvPicPr>
        <p:blipFill>
          <a:blip r:embed="rId11" cstate="email">
            <a:extLst>
              <a:ext uri="{28A0092B-C50C-407E-A947-70E740481C1C}">
                <a14:useLocalDpi xmlns:a14="http://schemas.microsoft.com/office/drawing/2010/main"/>
              </a:ext>
            </a:extLst>
          </a:blip>
          <a:stretch>
            <a:fillRect/>
          </a:stretch>
        </p:blipFill>
        <p:spPr>
          <a:xfrm>
            <a:off x="6032746" y="4916176"/>
            <a:ext cx="516359" cy="595417"/>
          </a:xfrm>
          <a:prstGeom prst="rect">
            <a:avLst/>
          </a:prstGeom>
        </p:spPr>
      </p:pic>
      <p:sp>
        <p:nvSpPr>
          <p:cNvPr id="86" name="Freeform: Shape 78">
            <a:extLst>
              <a:ext uri="{FF2B5EF4-FFF2-40B4-BE49-F238E27FC236}">
                <a16:creationId xmlns:a16="http://schemas.microsoft.com/office/drawing/2014/main" id="{B07FC1D8-AEE9-42F5-9D19-B84BBB3C73DE}"/>
              </a:ext>
            </a:extLst>
          </p:cNvPr>
          <p:cNvSpPr/>
          <p:nvPr/>
        </p:nvSpPr>
        <p:spPr>
          <a:xfrm>
            <a:off x="5878364" y="4801323"/>
            <a:ext cx="825123" cy="825123"/>
          </a:xfrm>
          <a:custGeom>
            <a:avLst/>
            <a:gdLst>
              <a:gd name="connsiteX0" fmla="*/ 0 w 1401065"/>
              <a:gd name="connsiteY0" fmla="*/ 700533 h 1401065"/>
              <a:gd name="connsiteX1" fmla="*/ 700533 w 1401065"/>
              <a:gd name="connsiteY1" fmla="*/ 0 h 1401065"/>
              <a:gd name="connsiteX2" fmla="*/ 1401066 w 1401065"/>
              <a:gd name="connsiteY2" fmla="*/ 700533 h 1401065"/>
              <a:gd name="connsiteX3" fmla="*/ 700533 w 1401065"/>
              <a:gd name="connsiteY3" fmla="*/ 1401066 h 1401065"/>
              <a:gd name="connsiteX4" fmla="*/ 0 w 1401065"/>
              <a:gd name="connsiteY4" fmla="*/ 700533 h 140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1065" h="1401065">
                <a:moveTo>
                  <a:pt x="0" y="700533"/>
                </a:moveTo>
                <a:cubicBezTo>
                  <a:pt x="0" y="313639"/>
                  <a:pt x="313639" y="0"/>
                  <a:pt x="700533" y="0"/>
                </a:cubicBezTo>
                <a:cubicBezTo>
                  <a:pt x="1087427" y="0"/>
                  <a:pt x="1401066" y="313639"/>
                  <a:pt x="1401066" y="700533"/>
                </a:cubicBezTo>
                <a:cubicBezTo>
                  <a:pt x="1401066" y="1087427"/>
                  <a:pt x="1087427" y="1401066"/>
                  <a:pt x="700533" y="1401066"/>
                </a:cubicBezTo>
                <a:cubicBezTo>
                  <a:pt x="313639" y="1401066"/>
                  <a:pt x="0" y="1087427"/>
                  <a:pt x="0" y="700533"/>
                </a:cubicBezTo>
                <a:close/>
              </a:path>
            </a:pathLst>
          </a:custGeom>
          <a:noFill/>
          <a:ln w="38100">
            <a:solidFill>
              <a:schemeClr val="accent3"/>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221691" tIns="221691" rIns="221691" bIns="221691" numCol="1" spcCol="1270" anchor="ctr" anchorCtr="0">
            <a:noAutofit/>
          </a:bodyPr>
          <a:lstStyle/>
          <a:p>
            <a:pPr marL="0" marR="0" lvl="0" indent="0" algn="ctr" defTabSz="577850" rtl="0" eaLnBrk="1" fontAlgn="auto" latinLnBrk="0" hangingPunct="1">
              <a:lnSpc>
                <a:spcPct val="90000"/>
              </a:lnSpc>
              <a:spcBef>
                <a:spcPct val="0"/>
              </a:spcBef>
              <a:spcAft>
                <a:spcPct val="35000"/>
              </a:spcAft>
              <a:buClrTx/>
              <a:buSzTx/>
              <a:buFontTx/>
              <a:buNone/>
              <a:tabLst/>
              <a:defRPr/>
            </a:pPr>
            <a:endParaRPr kumimoji="0" lang="pt-BR" sz="1300" b="0" i="0" u="none" strike="noStrike" kern="1200" cap="none" spc="0" normalizeH="0" baseline="0" noProof="0">
              <a:ln>
                <a:noFill/>
              </a:ln>
              <a:solidFill>
                <a:srgbClr val="000000"/>
              </a:solidFill>
              <a:effectLst/>
              <a:uLnTx/>
              <a:uFillTx/>
              <a:latin typeface="Arial"/>
              <a:ea typeface="+mn-ea"/>
              <a:cs typeface="+mn-cs"/>
            </a:endParaRPr>
          </a:p>
        </p:txBody>
      </p:sp>
      <p:pic>
        <p:nvPicPr>
          <p:cNvPr id="94" name="Imagem 93">
            <a:extLst>
              <a:ext uri="{FF2B5EF4-FFF2-40B4-BE49-F238E27FC236}">
                <a16:creationId xmlns:a16="http://schemas.microsoft.com/office/drawing/2014/main" id="{83560FDA-FD6C-4D77-AE0D-243EEF4ACA5C}"/>
              </a:ext>
            </a:extLst>
          </p:cNvPr>
          <p:cNvPicPr>
            <a:picLocks noChangeAspect="1"/>
          </p:cNvPicPr>
          <p:nvPr/>
        </p:nvPicPr>
        <p:blipFill rotWithShape="1">
          <a:blip r:embed="rId12" cstate="email">
            <a:extLst>
              <a:ext uri="{28A0092B-C50C-407E-A947-70E740481C1C}">
                <a14:useLocalDpi xmlns:a14="http://schemas.microsoft.com/office/drawing/2010/main"/>
              </a:ext>
            </a:extLst>
          </a:blip>
          <a:srcRect/>
          <a:stretch/>
        </p:blipFill>
        <p:spPr>
          <a:xfrm>
            <a:off x="5912925" y="1408344"/>
            <a:ext cx="756000" cy="428976"/>
          </a:xfrm>
          <a:prstGeom prst="rect">
            <a:avLst/>
          </a:prstGeom>
        </p:spPr>
      </p:pic>
      <p:sp>
        <p:nvSpPr>
          <p:cNvPr id="95" name="Freeform: Shape 78">
            <a:extLst>
              <a:ext uri="{FF2B5EF4-FFF2-40B4-BE49-F238E27FC236}">
                <a16:creationId xmlns:a16="http://schemas.microsoft.com/office/drawing/2014/main" id="{C6D6E95C-A8B2-472D-B1BB-BDE6DB4CACC1}"/>
              </a:ext>
            </a:extLst>
          </p:cNvPr>
          <p:cNvSpPr/>
          <p:nvPr/>
        </p:nvSpPr>
        <p:spPr>
          <a:xfrm>
            <a:off x="5878364" y="1210271"/>
            <a:ext cx="825123" cy="825123"/>
          </a:xfrm>
          <a:custGeom>
            <a:avLst/>
            <a:gdLst>
              <a:gd name="connsiteX0" fmla="*/ 0 w 1401065"/>
              <a:gd name="connsiteY0" fmla="*/ 700533 h 1401065"/>
              <a:gd name="connsiteX1" fmla="*/ 700533 w 1401065"/>
              <a:gd name="connsiteY1" fmla="*/ 0 h 1401065"/>
              <a:gd name="connsiteX2" fmla="*/ 1401066 w 1401065"/>
              <a:gd name="connsiteY2" fmla="*/ 700533 h 1401065"/>
              <a:gd name="connsiteX3" fmla="*/ 700533 w 1401065"/>
              <a:gd name="connsiteY3" fmla="*/ 1401066 h 1401065"/>
              <a:gd name="connsiteX4" fmla="*/ 0 w 1401065"/>
              <a:gd name="connsiteY4" fmla="*/ 700533 h 140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1065" h="1401065">
                <a:moveTo>
                  <a:pt x="0" y="700533"/>
                </a:moveTo>
                <a:cubicBezTo>
                  <a:pt x="0" y="313639"/>
                  <a:pt x="313639" y="0"/>
                  <a:pt x="700533" y="0"/>
                </a:cubicBezTo>
                <a:cubicBezTo>
                  <a:pt x="1087427" y="0"/>
                  <a:pt x="1401066" y="313639"/>
                  <a:pt x="1401066" y="700533"/>
                </a:cubicBezTo>
                <a:cubicBezTo>
                  <a:pt x="1401066" y="1087427"/>
                  <a:pt x="1087427" y="1401066"/>
                  <a:pt x="700533" y="1401066"/>
                </a:cubicBezTo>
                <a:cubicBezTo>
                  <a:pt x="313639" y="1401066"/>
                  <a:pt x="0" y="1087427"/>
                  <a:pt x="0" y="700533"/>
                </a:cubicBezTo>
                <a:close/>
              </a:path>
            </a:pathLst>
          </a:custGeom>
          <a:noFill/>
          <a:ln w="38100">
            <a:solidFill>
              <a:schemeClr val="accent3"/>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221691" tIns="221691" rIns="221691" bIns="221691" numCol="1" spcCol="1270" anchor="ctr" anchorCtr="0">
            <a:noAutofit/>
          </a:bodyPr>
          <a:lstStyle/>
          <a:p>
            <a:pPr marL="0" marR="0" lvl="0" indent="0" algn="ctr" defTabSz="577850" rtl="0" eaLnBrk="1" fontAlgn="auto" latinLnBrk="0" hangingPunct="1">
              <a:lnSpc>
                <a:spcPct val="90000"/>
              </a:lnSpc>
              <a:spcBef>
                <a:spcPct val="0"/>
              </a:spcBef>
              <a:spcAft>
                <a:spcPct val="35000"/>
              </a:spcAft>
              <a:buClrTx/>
              <a:buSzTx/>
              <a:buFontTx/>
              <a:buNone/>
              <a:tabLst/>
              <a:defRPr/>
            </a:pPr>
            <a:endParaRPr kumimoji="0" lang="pt-BR" sz="1300" b="0" i="0" u="none" strike="noStrike" kern="1200" cap="none" spc="0" normalizeH="0" baseline="0" noProof="0">
              <a:ln>
                <a:noFill/>
              </a:ln>
              <a:solidFill>
                <a:srgbClr val="000000"/>
              </a:solidFill>
              <a:effectLst/>
              <a:uLnTx/>
              <a:uFillTx/>
              <a:latin typeface="Arial"/>
              <a:ea typeface="+mn-ea"/>
              <a:cs typeface="+mn-cs"/>
            </a:endParaRPr>
          </a:p>
        </p:txBody>
      </p:sp>
      <p:pic>
        <p:nvPicPr>
          <p:cNvPr id="88" name="Imagem 87">
            <a:extLst>
              <a:ext uri="{FF2B5EF4-FFF2-40B4-BE49-F238E27FC236}">
                <a16:creationId xmlns:a16="http://schemas.microsoft.com/office/drawing/2014/main" id="{E327F763-7D8E-4FE0-9C3B-6D0A5B90CF6D}"/>
              </a:ext>
            </a:extLst>
          </p:cNvPr>
          <p:cNvPicPr>
            <a:picLocks noChangeAspect="1"/>
          </p:cNvPicPr>
          <p:nvPr/>
        </p:nvPicPr>
        <p:blipFill>
          <a:blip r:embed="rId13" cstate="email">
            <a:extLst>
              <a:ext uri="{28A0092B-C50C-407E-A947-70E740481C1C}">
                <a14:useLocalDpi xmlns:a14="http://schemas.microsoft.com/office/drawing/2010/main"/>
              </a:ext>
            </a:extLst>
          </a:blip>
          <a:stretch>
            <a:fillRect/>
          </a:stretch>
        </p:blipFill>
        <p:spPr>
          <a:xfrm>
            <a:off x="5981787" y="4000500"/>
            <a:ext cx="624794" cy="624794"/>
          </a:xfrm>
          <a:prstGeom prst="rect">
            <a:avLst/>
          </a:prstGeom>
        </p:spPr>
      </p:pic>
      <p:sp>
        <p:nvSpPr>
          <p:cNvPr id="89" name="Freeform: Shape 78">
            <a:extLst>
              <a:ext uri="{FF2B5EF4-FFF2-40B4-BE49-F238E27FC236}">
                <a16:creationId xmlns:a16="http://schemas.microsoft.com/office/drawing/2014/main" id="{E344CE25-174E-46C7-85C4-64FB007B5C29}"/>
              </a:ext>
            </a:extLst>
          </p:cNvPr>
          <p:cNvSpPr/>
          <p:nvPr/>
        </p:nvSpPr>
        <p:spPr>
          <a:xfrm>
            <a:off x="5878364" y="5699086"/>
            <a:ext cx="825123" cy="825123"/>
          </a:xfrm>
          <a:custGeom>
            <a:avLst/>
            <a:gdLst>
              <a:gd name="connsiteX0" fmla="*/ 0 w 1401065"/>
              <a:gd name="connsiteY0" fmla="*/ 700533 h 1401065"/>
              <a:gd name="connsiteX1" fmla="*/ 700533 w 1401065"/>
              <a:gd name="connsiteY1" fmla="*/ 0 h 1401065"/>
              <a:gd name="connsiteX2" fmla="*/ 1401066 w 1401065"/>
              <a:gd name="connsiteY2" fmla="*/ 700533 h 1401065"/>
              <a:gd name="connsiteX3" fmla="*/ 700533 w 1401065"/>
              <a:gd name="connsiteY3" fmla="*/ 1401066 h 1401065"/>
              <a:gd name="connsiteX4" fmla="*/ 0 w 1401065"/>
              <a:gd name="connsiteY4" fmla="*/ 700533 h 140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1065" h="1401065">
                <a:moveTo>
                  <a:pt x="0" y="700533"/>
                </a:moveTo>
                <a:cubicBezTo>
                  <a:pt x="0" y="313639"/>
                  <a:pt x="313639" y="0"/>
                  <a:pt x="700533" y="0"/>
                </a:cubicBezTo>
                <a:cubicBezTo>
                  <a:pt x="1087427" y="0"/>
                  <a:pt x="1401066" y="313639"/>
                  <a:pt x="1401066" y="700533"/>
                </a:cubicBezTo>
                <a:cubicBezTo>
                  <a:pt x="1401066" y="1087427"/>
                  <a:pt x="1087427" y="1401066"/>
                  <a:pt x="700533" y="1401066"/>
                </a:cubicBezTo>
                <a:cubicBezTo>
                  <a:pt x="313639" y="1401066"/>
                  <a:pt x="0" y="1087427"/>
                  <a:pt x="0" y="700533"/>
                </a:cubicBezTo>
                <a:close/>
              </a:path>
            </a:pathLst>
          </a:custGeom>
          <a:noFill/>
          <a:ln w="38100">
            <a:solidFill>
              <a:schemeClr val="accent3"/>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221691" tIns="221691" rIns="221691" bIns="221691" numCol="1" spcCol="1270" anchor="ctr" anchorCtr="0">
            <a:noAutofit/>
          </a:bodyPr>
          <a:lstStyle/>
          <a:p>
            <a:pPr marL="0" marR="0" lvl="0" indent="0" algn="ctr" defTabSz="577850" rtl="0" eaLnBrk="1" fontAlgn="auto" latinLnBrk="0" hangingPunct="1">
              <a:lnSpc>
                <a:spcPct val="90000"/>
              </a:lnSpc>
              <a:spcBef>
                <a:spcPct val="0"/>
              </a:spcBef>
              <a:spcAft>
                <a:spcPct val="35000"/>
              </a:spcAft>
              <a:buClrTx/>
              <a:buSzTx/>
              <a:buFontTx/>
              <a:buNone/>
              <a:tabLst/>
              <a:defRPr/>
            </a:pPr>
            <a:endParaRPr kumimoji="0" lang="pt-BR" sz="1300" b="0" i="0" u="none" strike="noStrike" kern="1200" cap="none" spc="0" normalizeH="0" baseline="0" noProof="0">
              <a:ln>
                <a:noFill/>
              </a:ln>
              <a:solidFill>
                <a:srgbClr val="000000"/>
              </a:solidFill>
              <a:effectLst/>
              <a:uLnTx/>
              <a:uFillTx/>
              <a:latin typeface="Arial"/>
              <a:ea typeface="+mn-ea"/>
              <a:cs typeface="+mn-cs"/>
            </a:endParaRPr>
          </a:p>
        </p:txBody>
      </p:sp>
      <p:cxnSp>
        <p:nvCxnSpPr>
          <p:cNvPr id="90" name="Conector: Angulado 89">
            <a:extLst>
              <a:ext uri="{FF2B5EF4-FFF2-40B4-BE49-F238E27FC236}">
                <a16:creationId xmlns:a16="http://schemas.microsoft.com/office/drawing/2014/main" id="{C4ACFDCB-D141-481B-83B4-28D8E7B8B56B}"/>
              </a:ext>
            </a:extLst>
          </p:cNvPr>
          <p:cNvCxnSpPr>
            <a:cxnSpLocks/>
            <a:stCxn id="95" idx="0"/>
            <a:endCxn id="89" idx="0"/>
          </p:cNvCxnSpPr>
          <p:nvPr/>
        </p:nvCxnSpPr>
        <p:spPr>
          <a:xfrm>
            <a:off x="5878364" y="1622833"/>
            <a:ext cx="12700" cy="4488815"/>
          </a:xfrm>
          <a:prstGeom prst="bentConnector3">
            <a:avLst>
              <a:gd name="adj1" fmla="val -4917087"/>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91" name="Conector: Angulado 90">
            <a:extLst>
              <a:ext uri="{FF2B5EF4-FFF2-40B4-BE49-F238E27FC236}">
                <a16:creationId xmlns:a16="http://schemas.microsoft.com/office/drawing/2014/main" id="{E38F6420-5462-48F8-A340-6B690404C504}"/>
              </a:ext>
            </a:extLst>
          </p:cNvPr>
          <p:cNvCxnSpPr>
            <a:cxnSpLocks/>
            <a:stCxn id="86" idx="0"/>
            <a:endCxn id="99" idx="0"/>
          </p:cNvCxnSpPr>
          <p:nvPr/>
        </p:nvCxnSpPr>
        <p:spPr>
          <a:xfrm flipV="1">
            <a:off x="5878364" y="2520596"/>
            <a:ext cx="12700" cy="2693289"/>
          </a:xfrm>
          <a:prstGeom prst="bentConnector3">
            <a:avLst>
              <a:gd name="adj1" fmla="val -4917087"/>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92" name="Conector: Angulado 91">
            <a:extLst>
              <a:ext uri="{FF2B5EF4-FFF2-40B4-BE49-F238E27FC236}">
                <a16:creationId xmlns:a16="http://schemas.microsoft.com/office/drawing/2014/main" id="{ED533EFF-CE39-4C67-B9CC-3089F6CC1505}"/>
              </a:ext>
            </a:extLst>
          </p:cNvPr>
          <p:cNvCxnSpPr>
            <a:stCxn id="93" idx="0"/>
            <a:endCxn id="97" idx="0"/>
          </p:cNvCxnSpPr>
          <p:nvPr/>
        </p:nvCxnSpPr>
        <p:spPr>
          <a:xfrm flipH="1" flipV="1">
            <a:off x="5878364" y="3418359"/>
            <a:ext cx="4872" cy="897763"/>
          </a:xfrm>
          <a:prstGeom prst="bentConnector3">
            <a:avLst>
              <a:gd name="adj1" fmla="val 12862562"/>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sp>
        <p:nvSpPr>
          <p:cNvPr id="93" name="Freeform: Shape 78">
            <a:extLst>
              <a:ext uri="{FF2B5EF4-FFF2-40B4-BE49-F238E27FC236}">
                <a16:creationId xmlns:a16="http://schemas.microsoft.com/office/drawing/2014/main" id="{CB2C50E2-1180-4F6E-91C1-2C3A3078AD57}"/>
              </a:ext>
            </a:extLst>
          </p:cNvPr>
          <p:cNvSpPr/>
          <p:nvPr/>
        </p:nvSpPr>
        <p:spPr>
          <a:xfrm>
            <a:off x="5883236" y="3903560"/>
            <a:ext cx="825123" cy="825123"/>
          </a:xfrm>
          <a:custGeom>
            <a:avLst/>
            <a:gdLst>
              <a:gd name="connsiteX0" fmla="*/ 0 w 1401065"/>
              <a:gd name="connsiteY0" fmla="*/ 700533 h 1401065"/>
              <a:gd name="connsiteX1" fmla="*/ 700533 w 1401065"/>
              <a:gd name="connsiteY1" fmla="*/ 0 h 1401065"/>
              <a:gd name="connsiteX2" fmla="*/ 1401066 w 1401065"/>
              <a:gd name="connsiteY2" fmla="*/ 700533 h 1401065"/>
              <a:gd name="connsiteX3" fmla="*/ 700533 w 1401065"/>
              <a:gd name="connsiteY3" fmla="*/ 1401066 h 1401065"/>
              <a:gd name="connsiteX4" fmla="*/ 0 w 1401065"/>
              <a:gd name="connsiteY4" fmla="*/ 700533 h 140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1065" h="1401065">
                <a:moveTo>
                  <a:pt x="0" y="700533"/>
                </a:moveTo>
                <a:cubicBezTo>
                  <a:pt x="0" y="313639"/>
                  <a:pt x="313639" y="0"/>
                  <a:pt x="700533" y="0"/>
                </a:cubicBezTo>
                <a:cubicBezTo>
                  <a:pt x="1087427" y="0"/>
                  <a:pt x="1401066" y="313639"/>
                  <a:pt x="1401066" y="700533"/>
                </a:cubicBezTo>
                <a:cubicBezTo>
                  <a:pt x="1401066" y="1087427"/>
                  <a:pt x="1087427" y="1401066"/>
                  <a:pt x="700533" y="1401066"/>
                </a:cubicBezTo>
                <a:cubicBezTo>
                  <a:pt x="313639" y="1401066"/>
                  <a:pt x="0" y="1087427"/>
                  <a:pt x="0" y="700533"/>
                </a:cubicBezTo>
                <a:close/>
              </a:path>
            </a:pathLst>
          </a:custGeom>
          <a:noFill/>
          <a:ln w="38100">
            <a:solidFill>
              <a:schemeClr val="accent3"/>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221691" tIns="221691" rIns="221691" bIns="221691" numCol="1" spcCol="1270" anchor="ctr" anchorCtr="0">
            <a:noAutofit/>
          </a:bodyPr>
          <a:lstStyle/>
          <a:p>
            <a:pPr marL="0" marR="0" lvl="0" indent="0" algn="ctr" defTabSz="577850" rtl="0" eaLnBrk="1" fontAlgn="auto" latinLnBrk="0" hangingPunct="1">
              <a:lnSpc>
                <a:spcPct val="90000"/>
              </a:lnSpc>
              <a:spcBef>
                <a:spcPct val="0"/>
              </a:spcBef>
              <a:spcAft>
                <a:spcPct val="35000"/>
              </a:spcAft>
              <a:buClrTx/>
              <a:buSzTx/>
              <a:buFontTx/>
              <a:buNone/>
              <a:tabLst/>
              <a:defRPr/>
            </a:pPr>
            <a:endParaRPr kumimoji="0" lang="pt-BR" sz="1300" b="0" i="0" u="none" strike="noStrike" kern="1200" cap="none" spc="0" normalizeH="0" baseline="0" noProof="0">
              <a:ln>
                <a:noFill/>
              </a:ln>
              <a:solidFill>
                <a:srgbClr val="000000"/>
              </a:solidFill>
              <a:effectLst/>
              <a:uLnTx/>
              <a:uFillTx/>
              <a:latin typeface="Arial"/>
              <a:ea typeface="+mn-ea"/>
              <a:cs typeface="+mn-cs"/>
            </a:endParaRPr>
          </a:p>
        </p:txBody>
      </p:sp>
      <p:grpSp>
        <p:nvGrpSpPr>
          <p:cNvPr id="7" name="Grupo 6">
            <a:extLst>
              <a:ext uri="{FF2B5EF4-FFF2-40B4-BE49-F238E27FC236}">
                <a16:creationId xmlns:a16="http://schemas.microsoft.com/office/drawing/2014/main" id="{D3E92EF0-69E6-B21D-4919-5FFFAED95A7F}"/>
              </a:ext>
            </a:extLst>
          </p:cNvPr>
          <p:cNvGrpSpPr/>
          <p:nvPr/>
        </p:nvGrpSpPr>
        <p:grpSpPr>
          <a:xfrm>
            <a:off x="7463547" y="1491533"/>
            <a:ext cx="4434238" cy="4582987"/>
            <a:chOff x="7664961" y="1558592"/>
            <a:chExt cx="4270923" cy="4582987"/>
          </a:xfrm>
        </p:grpSpPr>
        <p:sp>
          <p:nvSpPr>
            <p:cNvPr id="103" name="CaixaDeTexto 102">
              <a:extLst>
                <a:ext uri="{FF2B5EF4-FFF2-40B4-BE49-F238E27FC236}">
                  <a16:creationId xmlns:a16="http://schemas.microsoft.com/office/drawing/2014/main" id="{6E06ACEE-03DB-48F0-BAB7-1F770C30E723}"/>
                </a:ext>
              </a:extLst>
            </p:cNvPr>
            <p:cNvSpPr txBox="1"/>
            <p:nvPr/>
          </p:nvSpPr>
          <p:spPr bwMode="auto">
            <a:xfrm>
              <a:off x="7664961" y="1930170"/>
              <a:ext cx="4270923" cy="4211409"/>
            </a:xfrm>
            <a:prstGeom prst="rect">
              <a:avLst/>
            </a:prstGeom>
            <a:noFill/>
            <a:ln w="9525">
              <a:noFill/>
              <a:miter lim="800000"/>
              <a:headEnd/>
              <a:tailEnd/>
            </a:ln>
          </p:spPr>
          <p:txBody>
            <a:bodyPr vert="horz" wrap="square" lIns="0" tIns="0" rIns="0" bIns="0" numCol="1" rtlCol="0" anchor="t" anchorCtr="0" compatLnSpc="1">
              <a:prstTxWarp prst="textNoShape">
                <a:avLst/>
              </a:prstTxWarp>
              <a:spAutoFit/>
            </a:bodyPr>
            <a:lstStyle/>
            <a:p>
              <a:pPr marL="285750" marR="0" lvl="0" indent="-285750" algn="l" defTabSz="914400" rtl="0" eaLnBrk="1" fontAlgn="auto" latinLnBrk="0" hangingPunct="1">
                <a:lnSpc>
                  <a:spcPct val="100000"/>
                </a:lnSpc>
                <a:spcBef>
                  <a:spcPts val="0"/>
                </a:spcBef>
                <a:spcAft>
                  <a:spcPts val="1400"/>
                </a:spcAft>
                <a:buClrTx/>
                <a:buSzTx/>
                <a:buFont typeface="Wingdings" panose="05000000000000000000" pitchFamily="2" charset="2"/>
                <a:buChar char="§"/>
                <a:tabLst/>
                <a:defRPr/>
              </a:pPr>
              <a:r>
                <a:rPr kumimoji="0" lang="pt-BR" sz="1600" b="0" i="0" u="none" strike="noStrike" kern="0" cap="none" spc="0" normalizeH="0" baseline="0" noProof="0">
                  <a:ln>
                    <a:noFill/>
                  </a:ln>
                  <a:solidFill>
                    <a:srgbClr val="071C25"/>
                  </a:solidFill>
                  <a:effectLst/>
                  <a:uLnTx/>
                  <a:uFillTx/>
                  <a:latin typeface="Arial"/>
                  <a:ea typeface="+mn-ea"/>
                  <a:cs typeface="+mn-cs"/>
                </a:rPr>
                <a:t>Pesquisas com </a:t>
              </a:r>
              <a:r>
                <a:rPr kumimoji="0" lang="pt-BR" sz="1600" b="1" i="0" u="none" strike="noStrike" kern="0" cap="none" spc="0" normalizeH="0" baseline="0" noProof="0">
                  <a:ln>
                    <a:noFill/>
                  </a:ln>
                  <a:solidFill>
                    <a:srgbClr val="071C25"/>
                  </a:solidFill>
                  <a:effectLst/>
                  <a:uLnTx/>
                  <a:uFillTx/>
                  <a:latin typeface="Arial"/>
                  <a:ea typeface="+mn-ea"/>
                  <a:cs typeface="+mn-cs"/>
                </a:rPr>
                <a:t>produtores agrícolas</a:t>
              </a:r>
            </a:p>
            <a:p>
              <a:pPr marL="285750" marR="0" lvl="0" indent="-285750" algn="l" defTabSz="914400" rtl="0" eaLnBrk="1" fontAlgn="auto" latinLnBrk="0" hangingPunct="1">
                <a:lnSpc>
                  <a:spcPct val="100000"/>
                </a:lnSpc>
                <a:spcBef>
                  <a:spcPts val="0"/>
                </a:spcBef>
                <a:spcAft>
                  <a:spcPts val="1400"/>
                </a:spcAft>
                <a:buClrTx/>
                <a:buSzTx/>
                <a:buFont typeface="Wingdings" panose="05000000000000000000" pitchFamily="2" charset="2"/>
                <a:buChar char="§"/>
                <a:tabLst/>
                <a:defRPr/>
              </a:pPr>
              <a:r>
                <a:rPr kumimoji="0" lang="pt-BR" sz="1600" b="0" i="0" u="none" strike="noStrike" kern="0" cap="none" spc="0" normalizeH="0" baseline="0" noProof="0">
                  <a:ln>
                    <a:noFill/>
                  </a:ln>
                  <a:solidFill>
                    <a:srgbClr val="071C25"/>
                  </a:solidFill>
                  <a:effectLst/>
                  <a:uLnTx/>
                  <a:uFillTx/>
                  <a:latin typeface="Arial"/>
                  <a:ea typeface="+mn-ea"/>
                  <a:cs typeface="+mn-cs"/>
                </a:rPr>
                <a:t>Pesquisa </a:t>
              </a:r>
              <a:r>
                <a:rPr kumimoji="0" lang="pt-BR" sz="1600" b="1" i="0" u="none" strike="noStrike" kern="0" cap="none" spc="0" normalizeH="0" baseline="0" noProof="0">
                  <a:ln>
                    <a:noFill/>
                  </a:ln>
                  <a:solidFill>
                    <a:srgbClr val="071C25"/>
                  </a:solidFill>
                  <a:effectLst/>
                  <a:uLnTx/>
                  <a:uFillTx/>
                  <a:latin typeface="Arial"/>
                  <a:ea typeface="+mn-ea"/>
                  <a:cs typeface="+mn-cs"/>
                </a:rPr>
                <a:t>agronômica</a:t>
              </a:r>
            </a:p>
            <a:p>
              <a:pPr marL="285750" marR="0" lvl="0" indent="-285750" algn="l" defTabSz="914400" rtl="0" eaLnBrk="1" fontAlgn="auto" latinLnBrk="0" hangingPunct="1">
                <a:lnSpc>
                  <a:spcPct val="100000"/>
                </a:lnSpc>
                <a:spcBef>
                  <a:spcPts val="0"/>
                </a:spcBef>
                <a:spcAft>
                  <a:spcPts val="1400"/>
                </a:spcAft>
                <a:buClrTx/>
                <a:buSzTx/>
                <a:buFont typeface="Wingdings" panose="05000000000000000000" pitchFamily="2" charset="2"/>
                <a:buChar char="§"/>
                <a:tabLst/>
                <a:defRPr/>
              </a:pPr>
              <a:r>
                <a:rPr kumimoji="0" lang="pt-BR" sz="1600" b="0" i="0" u="none" strike="noStrike" kern="0" cap="none" spc="0" normalizeH="0" baseline="0" noProof="0">
                  <a:ln>
                    <a:noFill/>
                  </a:ln>
                  <a:solidFill>
                    <a:srgbClr val="071C25"/>
                  </a:solidFill>
                  <a:effectLst/>
                  <a:uLnTx/>
                  <a:uFillTx/>
                  <a:latin typeface="Arial"/>
                  <a:ea typeface="+mn-ea"/>
                  <a:cs typeface="+mn-cs"/>
                </a:rPr>
                <a:t>Tamanho de </a:t>
              </a:r>
              <a:r>
                <a:rPr kumimoji="0" lang="pt-BR" sz="1600" b="1" i="0" u="none" strike="noStrike" kern="0" cap="none" spc="0" normalizeH="0" baseline="0" noProof="0">
                  <a:ln>
                    <a:noFill/>
                  </a:ln>
                  <a:solidFill>
                    <a:srgbClr val="071C25"/>
                  </a:solidFill>
                  <a:effectLst/>
                  <a:uLnTx/>
                  <a:uFillTx/>
                  <a:latin typeface="Arial"/>
                  <a:ea typeface="+mn-ea"/>
                  <a:cs typeface="+mn-cs"/>
                </a:rPr>
                <a:t>mercado de insumos </a:t>
              </a:r>
              <a:r>
                <a:rPr kumimoji="0" lang="pt-BR" sz="1600" b="0" i="0" u="none" strike="noStrike" kern="0" cap="none" spc="0" normalizeH="0" baseline="0" noProof="0">
                  <a:ln>
                    <a:noFill/>
                  </a:ln>
                  <a:solidFill>
                    <a:srgbClr val="071C25"/>
                  </a:solidFill>
                  <a:effectLst/>
                  <a:uLnTx/>
                  <a:uFillTx/>
                  <a:latin typeface="Arial"/>
                  <a:ea typeface="+mn-ea"/>
                  <a:cs typeface="+mn-cs"/>
                </a:rPr>
                <a:t>(sementes, proteção de cultivos, fertilizantes e biológicos)</a:t>
              </a:r>
            </a:p>
            <a:p>
              <a:pPr marL="285750" marR="0" lvl="0" indent="-285750" algn="l" defTabSz="914400" rtl="0" eaLnBrk="1" fontAlgn="auto" latinLnBrk="0" hangingPunct="1">
                <a:lnSpc>
                  <a:spcPct val="100000"/>
                </a:lnSpc>
                <a:spcBef>
                  <a:spcPts val="0"/>
                </a:spcBef>
                <a:spcAft>
                  <a:spcPts val="1400"/>
                </a:spcAft>
                <a:buClrTx/>
                <a:buSzTx/>
                <a:buFont typeface="Wingdings" panose="05000000000000000000" pitchFamily="2" charset="2"/>
                <a:buChar char="§"/>
                <a:tabLst/>
                <a:defRPr/>
              </a:pPr>
              <a:r>
                <a:rPr kumimoji="0" lang="pt-BR" sz="1600" b="0" i="0" u="none" strike="noStrike" kern="0" cap="none" spc="0" normalizeH="0" baseline="0" noProof="0">
                  <a:ln>
                    <a:noFill/>
                  </a:ln>
                  <a:solidFill>
                    <a:srgbClr val="071C25"/>
                  </a:solidFill>
                  <a:effectLst/>
                  <a:uLnTx/>
                  <a:uFillTx/>
                  <a:latin typeface="Arial"/>
                  <a:ea typeface="+mn-ea"/>
                  <a:cs typeface="+mn-cs"/>
                </a:rPr>
                <a:t>Tamanho de </a:t>
              </a:r>
              <a:r>
                <a:rPr kumimoji="0" lang="pt-BR" sz="1600" b="1" i="0" u="none" strike="noStrike" kern="0" cap="none" spc="0" normalizeH="0" baseline="0" noProof="0">
                  <a:ln>
                    <a:noFill/>
                  </a:ln>
                  <a:solidFill>
                    <a:srgbClr val="071C25"/>
                  </a:solidFill>
                  <a:effectLst/>
                  <a:uLnTx/>
                  <a:uFillTx/>
                  <a:latin typeface="Arial"/>
                  <a:ea typeface="+mn-ea"/>
                  <a:cs typeface="+mn-cs"/>
                </a:rPr>
                <a:t>mercado de pragas e doenças</a:t>
              </a:r>
            </a:p>
            <a:p>
              <a:pPr marL="285750" marR="0" lvl="0" indent="-285750" algn="l" defTabSz="914400" rtl="0" eaLnBrk="1" fontAlgn="auto" latinLnBrk="0" hangingPunct="1">
                <a:lnSpc>
                  <a:spcPct val="100000"/>
                </a:lnSpc>
                <a:spcBef>
                  <a:spcPts val="0"/>
                </a:spcBef>
                <a:spcAft>
                  <a:spcPts val="1400"/>
                </a:spcAft>
                <a:buClrTx/>
                <a:buSzTx/>
                <a:buFont typeface="Wingdings" panose="05000000000000000000" pitchFamily="2" charset="2"/>
                <a:buChar char="§"/>
                <a:tabLst/>
                <a:defRPr/>
              </a:pPr>
              <a:r>
                <a:rPr kumimoji="0" lang="pt-BR" sz="1600" b="0" i="0" u="none" strike="noStrike" kern="0" cap="none" spc="0" normalizeH="0" baseline="0" noProof="0">
                  <a:ln>
                    <a:noFill/>
                  </a:ln>
                  <a:solidFill>
                    <a:srgbClr val="071C25"/>
                  </a:solidFill>
                  <a:effectLst/>
                  <a:uLnTx/>
                  <a:uFillTx/>
                  <a:latin typeface="Arial"/>
                  <a:ea typeface="+mn-ea"/>
                  <a:cs typeface="+mn-cs"/>
                </a:rPr>
                <a:t>Tamanho de </a:t>
              </a:r>
              <a:r>
                <a:rPr kumimoji="0" lang="pt-BR" sz="1600" b="1" i="0" u="none" strike="noStrike" kern="0" cap="none" spc="0" normalizeH="0" baseline="0" noProof="0">
                  <a:ln>
                    <a:noFill/>
                  </a:ln>
                  <a:solidFill>
                    <a:srgbClr val="071C25"/>
                  </a:solidFill>
                  <a:effectLst/>
                  <a:uLnTx/>
                  <a:uFillTx/>
                  <a:latin typeface="Arial"/>
                  <a:ea typeface="+mn-ea"/>
                  <a:cs typeface="+mn-cs"/>
                </a:rPr>
                <a:t>mercado de culturas</a:t>
              </a:r>
            </a:p>
            <a:p>
              <a:pPr marL="285750" marR="0" lvl="0" indent="-285750" algn="l" defTabSz="914400" rtl="0" eaLnBrk="1" fontAlgn="auto" latinLnBrk="0" hangingPunct="1">
                <a:lnSpc>
                  <a:spcPct val="100000"/>
                </a:lnSpc>
                <a:spcBef>
                  <a:spcPts val="0"/>
                </a:spcBef>
                <a:spcAft>
                  <a:spcPts val="1400"/>
                </a:spcAft>
                <a:buClrTx/>
                <a:buSzTx/>
                <a:buFont typeface="Wingdings" panose="05000000000000000000" pitchFamily="2" charset="2"/>
                <a:buChar char="§"/>
                <a:tabLst/>
                <a:defRPr/>
              </a:pPr>
              <a:r>
                <a:rPr kumimoji="0" lang="pt-BR" sz="1600" b="0" i="0" u="none" strike="noStrike" kern="0" cap="none" spc="0" normalizeH="0" baseline="0" noProof="0">
                  <a:ln>
                    <a:noFill/>
                  </a:ln>
                  <a:solidFill>
                    <a:srgbClr val="071C25"/>
                  </a:solidFill>
                  <a:effectLst/>
                  <a:uLnTx/>
                  <a:uFillTx/>
                  <a:latin typeface="Arial"/>
                  <a:ea typeface="+mn-ea"/>
                  <a:cs typeface="+mn-cs"/>
                </a:rPr>
                <a:t>Pesquisas de preços e estratégias de marcas e comunicação</a:t>
              </a:r>
            </a:p>
            <a:p>
              <a:pPr marL="285750" marR="0" lvl="0" indent="-285750" algn="l" defTabSz="914400" rtl="0" eaLnBrk="1" fontAlgn="auto" latinLnBrk="0" hangingPunct="1">
                <a:lnSpc>
                  <a:spcPct val="100000"/>
                </a:lnSpc>
                <a:spcBef>
                  <a:spcPts val="0"/>
                </a:spcBef>
                <a:spcAft>
                  <a:spcPts val="1400"/>
                </a:spcAft>
                <a:buClrTx/>
                <a:buSzTx/>
                <a:buFont typeface="Wingdings" panose="05000000000000000000" pitchFamily="2" charset="2"/>
                <a:buChar char="§"/>
                <a:tabLst/>
                <a:defRPr/>
              </a:pPr>
              <a:r>
                <a:rPr kumimoji="0" lang="pt-BR" sz="1600" b="0" i="0" u="none" strike="noStrike" kern="0" cap="none" spc="0" normalizeH="0" baseline="0" noProof="0">
                  <a:ln>
                    <a:noFill/>
                  </a:ln>
                  <a:solidFill>
                    <a:srgbClr val="071C25"/>
                  </a:solidFill>
                  <a:effectLst/>
                  <a:uLnTx/>
                  <a:uFillTx/>
                  <a:latin typeface="Arial"/>
                  <a:ea typeface="+mn-ea"/>
                  <a:cs typeface="+mn-cs"/>
                </a:rPr>
                <a:t>Serviços de </a:t>
              </a:r>
              <a:r>
                <a:rPr kumimoji="0" lang="pt-BR" sz="1600" b="1" i="0" u="none" strike="noStrike" kern="0" cap="none" spc="0" normalizeH="0" baseline="0" noProof="0">
                  <a:ln>
                    <a:noFill/>
                  </a:ln>
                  <a:solidFill>
                    <a:srgbClr val="071C25"/>
                  </a:solidFill>
                  <a:effectLst/>
                  <a:uLnTx/>
                  <a:uFillTx/>
                  <a:latin typeface="Arial"/>
                  <a:ea typeface="+mn-ea"/>
                  <a:cs typeface="+mn-cs"/>
                </a:rPr>
                <a:t>planejamento rural</a:t>
              </a:r>
            </a:p>
            <a:p>
              <a:pPr marL="285750" marR="0" lvl="0" indent="-285750" algn="l" defTabSz="914400" rtl="0" eaLnBrk="1" fontAlgn="auto" latinLnBrk="0" hangingPunct="1">
                <a:lnSpc>
                  <a:spcPct val="100000"/>
                </a:lnSpc>
                <a:spcBef>
                  <a:spcPts val="0"/>
                </a:spcBef>
                <a:spcAft>
                  <a:spcPts val="1400"/>
                </a:spcAft>
                <a:buClrTx/>
                <a:buSzTx/>
                <a:buFont typeface="Wingdings" panose="05000000000000000000" pitchFamily="2" charset="2"/>
                <a:buChar char="§"/>
                <a:tabLst/>
                <a:defRPr/>
              </a:pPr>
              <a:r>
                <a:rPr kumimoji="0" lang="pt-BR" sz="1600" b="0" i="0" u="none" strike="noStrike" kern="0" cap="none" spc="0" normalizeH="0" baseline="0" noProof="0">
                  <a:ln>
                    <a:noFill/>
                  </a:ln>
                  <a:solidFill>
                    <a:srgbClr val="071C25"/>
                  </a:solidFill>
                  <a:effectLst/>
                  <a:uLnTx/>
                  <a:uFillTx/>
                  <a:latin typeface="Arial"/>
                  <a:ea typeface="+mn-ea"/>
                  <a:cs typeface="+mn-cs"/>
                </a:rPr>
                <a:t>Analise conjuntural de </a:t>
              </a:r>
              <a:r>
                <a:rPr kumimoji="0" lang="pt-BR" sz="1600" b="1" i="0" u="none" strike="noStrike" kern="0" cap="none" spc="0" normalizeH="0" baseline="0" noProof="0">
                  <a:ln>
                    <a:noFill/>
                  </a:ln>
                  <a:solidFill>
                    <a:srgbClr val="071C25"/>
                  </a:solidFill>
                  <a:effectLst/>
                  <a:uLnTx/>
                  <a:uFillTx/>
                  <a:latin typeface="Arial"/>
                  <a:ea typeface="+mn-ea"/>
                  <a:cs typeface="+mn-cs"/>
                </a:rPr>
                <a:t>commodities e futuros</a:t>
              </a:r>
            </a:p>
          </p:txBody>
        </p:sp>
        <p:grpSp>
          <p:nvGrpSpPr>
            <p:cNvPr id="104" name="Group 31">
              <a:extLst>
                <a:ext uri="{FF2B5EF4-FFF2-40B4-BE49-F238E27FC236}">
                  <a16:creationId xmlns:a16="http://schemas.microsoft.com/office/drawing/2014/main" id="{035B824C-CB13-49D2-B88E-4FBFD341407A}"/>
                </a:ext>
              </a:extLst>
            </p:cNvPr>
            <p:cNvGrpSpPr/>
            <p:nvPr/>
          </p:nvGrpSpPr>
          <p:grpSpPr>
            <a:xfrm>
              <a:off x="7664961" y="1558592"/>
              <a:ext cx="4270923" cy="273485"/>
              <a:chOff x="2106297" y="1599992"/>
              <a:chExt cx="6631302" cy="263108"/>
            </a:xfrm>
          </p:grpSpPr>
          <p:cxnSp>
            <p:nvCxnSpPr>
              <p:cNvPr id="105" name="AutoShape 249">
                <a:extLst>
                  <a:ext uri="{FF2B5EF4-FFF2-40B4-BE49-F238E27FC236}">
                    <a16:creationId xmlns:a16="http://schemas.microsoft.com/office/drawing/2014/main" id="{69D2CFE5-EE0B-4DD5-AD9C-92DDA8063D3C}"/>
                  </a:ext>
                </a:extLst>
              </p:cNvPr>
              <p:cNvCxnSpPr>
                <a:cxnSpLocks noChangeShapeType="1"/>
                <a:stCxn id="106" idx="4"/>
                <a:endCxn id="106" idx="6"/>
              </p:cNvCxnSpPr>
              <p:nvPr/>
            </p:nvCxnSpPr>
            <p:spPr bwMode="auto">
              <a:xfrm>
                <a:off x="2106297" y="1863100"/>
                <a:ext cx="6631302" cy="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6" name="AutoShape 250">
                <a:extLst>
                  <a:ext uri="{FF2B5EF4-FFF2-40B4-BE49-F238E27FC236}">
                    <a16:creationId xmlns:a16="http://schemas.microsoft.com/office/drawing/2014/main" id="{77FB968D-7B65-4C12-82FB-D09DD361E6B4}"/>
                  </a:ext>
                </a:extLst>
              </p:cNvPr>
              <p:cNvSpPr>
                <a:spLocks noChangeArrowheads="1"/>
              </p:cNvSpPr>
              <p:nvPr/>
            </p:nvSpPr>
            <p:spPr bwMode="auto">
              <a:xfrm>
                <a:off x="2106297" y="1599992"/>
                <a:ext cx="6631302" cy="263108"/>
              </a:xfrm>
              <a:prstGeom prst="leftRightArrow">
                <a:avLst>
                  <a:gd name="adj1" fmla="val 100000"/>
                  <a:gd name="adj2"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2700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err="1">
                    <a:ln>
                      <a:noFill/>
                    </a:ln>
                    <a:solidFill>
                      <a:srgbClr val="020E66"/>
                    </a:solidFill>
                    <a:effectLst/>
                    <a:uLnTx/>
                    <a:uFillTx/>
                    <a:latin typeface="Arial" pitchFamily="34" charset="0"/>
                    <a:ea typeface="+mn-ea"/>
                    <a:cs typeface="Arial" pitchFamily="34" charset="0"/>
                  </a:rPr>
                  <a:t>Especialidades</a:t>
                </a:r>
                <a:r>
                  <a:rPr kumimoji="0" lang="en-US" sz="1600" b="1" i="0" u="none" strike="noStrike" kern="1200" cap="none" spc="0" normalizeH="0" baseline="0" noProof="0">
                    <a:ln>
                      <a:noFill/>
                    </a:ln>
                    <a:solidFill>
                      <a:srgbClr val="020E66"/>
                    </a:solidFill>
                    <a:effectLst/>
                    <a:uLnTx/>
                    <a:uFillTx/>
                    <a:latin typeface="Arial" pitchFamily="34" charset="0"/>
                    <a:ea typeface="+mn-ea"/>
                    <a:cs typeface="Arial" pitchFamily="34" charset="0"/>
                  </a:rPr>
                  <a:t> </a:t>
                </a:r>
              </a:p>
            </p:txBody>
          </p:sp>
        </p:grpSp>
      </p:grpSp>
      <p:sp>
        <p:nvSpPr>
          <p:cNvPr id="107" name="Arrow: Pentagon 45">
            <a:extLst>
              <a:ext uri="{FF2B5EF4-FFF2-40B4-BE49-F238E27FC236}">
                <a16:creationId xmlns:a16="http://schemas.microsoft.com/office/drawing/2014/main" id="{030FB21C-BFDA-4EA2-A284-1FEFE208B3A0}"/>
              </a:ext>
            </a:extLst>
          </p:cNvPr>
          <p:cNvSpPr/>
          <p:nvPr/>
        </p:nvSpPr>
        <p:spPr>
          <a:xfrm>
            <a:off x="478971" y="864003"/>
            <a:ext cx="8799513" cy="246221"/>
          </a:xfrm>
          <a:prstGeom prst="homePlate">
            <a:avLst>
              <a:gd name="adj" fmla="val 0"/>
            </a:avLst>
          </a:prstGeom>
          <a:noFill/>
          <a:ln w="19050">
            <a:noFill/>
            <a:miter lim="400000"/>
          </a:ln>
          <a:effectLst/>
        </p:spPr>
        <p:txBody>
          <a:bodyPr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600" b="0" i="0" u="none" strike="noStrike" kern="1200" cap="none" spc="0" normalizeH="0" baseline="0" noProof="0">
                <a:ln>
                  <a:noFill/>
                </a:ln>
                <a:solidFill>
                  <a:srgbClr val="7F7F7F"/>
                </a:solidFill>
                <a:effectLst/>
                <a:uLnTx/>
                <a:uFillTx/>
                <a:latin typeface="Arial"/>
                <a:ea typeface="+mn-ea"/>
                <a:cs typeface="+mn-cs"/>
              </a:rPr>
              <a:t>Exemplos de parceiros</a:t>
            </a:r>
          </a:p>
        </p:txBody>
      </p:sp>
      <p:grpSp>
        <p:nvGrpSpPr>
          <p:cNvPr id="9" name="Group 21">
            <a:extLst>
              <a:ext uri="{FF2B5EF4-FFF2-40B4-BE49-F238E27FC236}">
                <a16:creationId xmlns:a16="http://schemas.microsoft.com/office/drawing/2014/main" id="{0930BE8E-301A-A27F-48D3-97BB8F32CE4A}"/>
              </a:ext>
            </a:extLst>
          </p:cNvPr>
          <p:cNvGrpSpPr/>
          <p:nvPr/>
        </p:nvGrpSpPr>
        <p:grpSpPr>
          <a:xfrm>
            <a:off x="11305176" y="628364"/>
            <a:ext cx="659283" cy="212366"/>
            <a:chOff x="8961764" y="556202"/>
            <a:chExt cx="659283" cy="212366"/>
          </a:xfrm>
        </p:grpSpPr>
        <p:sp>
          <p:nvSpPr>
            <p:cNvPr id="10" name="StickerRectangle">
              <a:extLst>
                <a:ext uri="{FF2B5EF4-FFF2-40B4-BE49-F238E27FC236}">
                  <a16:creationId xmlns:a16="http://schemas.microsoft.com/office/drawing/2014/main" id="{DBC80989-CE6F-835D-4BB2-C25C8937703F}"/>
                </a:ext>
              </a:extLst>
            </p:cNvPr>
            <p:cNvSpPr>
              <a:spLocks noChangeArrowheads="1"/>
            </p:cNvSpPr>
            <p:nvPr/>
          </p:nvSpPr>
          <p:spPr bwMode="auto">
            <a:xfrm>
              <a:off x="8961764" y="556202"/>
              <a:ext cx="659283" cy="212366"/>
            </a:xfrm>
            <a:prstGeom prst="leftRightArrow">
              <a:avLst>
                <a:gd name="adj1" fmla="val 100000"/>
                <a:gd name="adj2" fmla="val 0"/>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27432" tIns="0" rIns="0" bIns="27432">
              <a:spAutoFit/>
            </a:bodyPr>
            <a:lstStyle/>
            <a:p>
              <a:pPr marL="0" marR="0" lvl="0" indent="0" algn="l" defTabSz="895350" rtl="0" eaLnBrk="1" fontAlgn="auto" latinLnBrk="0" hangingPunct="1">
                <a:lnSpc>
                  <a:spcPct val="100000"/>
                </a:lnSpc>
                <a:spcBef>
                  <a:spcPts val="0"/>
                </a:spcBef>
                <a:spcAft>
                  <a:spcPts val="0"/>
                </a:spcAft>
                <a:buClr>
                  <a:srgbClr val="020E66"/>
                </a:buClr>
                <a:buSzTx/>
                <a:buFontTx/>
                <a:buNone/>
                <a:tabLst/>
                <a:defRPr/>
              </a:pPr>
              <a:r>
                <a:rPr kumimoji="0" lang="pt-BR" sz="1200" b="0" i="1" u="none" strike="noStrike" kern="1200" cap="none" spc="0" normalizeH="0" baseline="0" noProof="0">
                  <a:ln>
                    <a:noFill/>
                  </a:ln>
                  <a:solidFill>
                    <a:srgbClr val="808080"/>
                  </a:solidFill>
                  <a:effectLst/>
                  <a:uLnTx/>
                  <a:uFillTx/>
                  <a:latin typeface="Arial"/>
                  <a:ea typeface="+mn-ea"/>
                  <a:cs typeface="+mn-cs"/>
                </a:rPr>
                <a:t>BACKUP</a:t>
              </a:r>
            </a:p>
          </p:txBody>
        </p:sp>
        <p:cxnSp>
          <p:nvCxnSpPr>
            <p:cNvPr id="11" name="AutoShape 31">
              <a:extLst>
                <a:ext uri="{FF2B5EF4-FFF2-40B4-BE49-F238E27FC236}">
                  <a16:creationId xmlns:a16="http://schemas.microsoft.com/office/drawing/2014/main" id="{5B1C0F4E-AE8E-DF74-683A-BA2681A5A842}"/>
                </a:ext>
              </a:extLst>
            </p:cNvPr>
            <p:cNvCxnSpPr>
              <a:cxnSpLocks noChangeShapeType="1"/>
              <a:stCxn id="10" idx="2"/>
              <a:endCxn id="10" idx="4"/>
            </p:cNvCxnSpPr>
            <p:nvPr/>
          </p:nvCxnSpPr>
          <p:spPr bwMode="auto">
            <a:xfrm>
              <a:off x="8961764" y="556202"/>
              <a:ext cx="0" cy="212366"/>
            </a:xfrm>
            <a:prstGeom prst="straightConnector1">
              <a:avLst/>
            </a:prstGeom>
            <a:noFill/>
            <a:ln w="9525">
              <a:solidFill>
                <a:srgbClr val="808080"/>
              </a:solidFill>
              <a:round/>
              <a:headEnd/>
              <a:tailEnd/>
            </a:ln>
            <a:extLst>
              <a:ext uri="{909E8E84-426E-40dd-AFC4-6F175D3DCCD1}">
                <a14:hiddenFill xmlns:a14="http://schemas.microsoft.com/office/drawing/2010/main" xmlns="">
                  <a:noFill/>
                </a14:hiddenFill>
              </a:ext>
            </a:extLst>
          </p:spPr>
        </p:cxnSp>
        <p:cxnSp>
          <p:nvCxnSpPr>
            <p:cNvPr id="12" name="AutoShape 32">
              <a:extLst>
                <a:ext uri="{FF2B5EF4-FFF2-40B4-BE49-F238E27FC236}">
                  <a16:creationId xmlns:a16="http://schemas.microsoft.com/office/drawing/2014/main" id="{8D535CD5-CD69-A886-EED1-A03945DC2A3B}"/>
                </a:ext>
              </a:extLst>
            </p:cNvPr>
            <p:cNvCxnSpPr>
              <a:cxnSpLocks noChangeShapeType="1"/>
              <a:stCxn id="10" idx="4"/>
              <a:endCxn id="10" idx="6"/>
            </p:cNvCxnSpPr>
            <p:nvPr/>
          </p:nvCxnSpPr>
          <p:spPr bwMode="auto">
            <a:xfrm>
              <a:off x="8961764" y="768568"/>
              <a:ext cx="659283" cy="0"/>
            </a:xfrm>
            <a:prstGeom prst="straightConnector1">
              <a:avLst/>
            </a:prstGeom>
            <a:noFill/>
            <a:ln w="25400">
              <a:solidFill>
                <a:srgbClr val="808080"/>
              </a:solidFill>
              <a:round/>
              <a:headEnd/>
              <a:tailEnd/>
            </a:ln>
            <a:extLst>
              <a:ext uri="{909E8E84-426E-40dd-AFC4-6F175D3DCCD1}">
                <a14:hiddenFill xmlns:a14="http://schemas.microsoft.com/office/drawing/2010/main" xmlns="">
                  <a:noFill/>
                </a14:hiddenFill>
              </a:ext>
            </a:extLst>
          </p:spPr>
        </p:cxnSp>
      </p:grpSp>
      <p:sp>
        <p:nvSpPr>
          <p:cNvPr id="100" name="Freeform: Shape 77">
            <a:extLst>
              <a:ext uri="{FF2B5EF4-FFF2-40B4-BE49-F238E27FC236}">
                <a16:creationId xmlns:a16="http://schemas.microsoft.com/office/drawing/2014/main" id="{FCB3F376-C370-466C-90B4-A590757BE6DE}"/>
              </a:ext>
            </a:extLst>
          </p:cNvPr>
          <p:cNvSpPr/>
          <p:nvPr/>
        </p:nvSpPr>
        <p:spPr>
          <a:xfrm>
            <a:off x="3067169" y="2968826"/>
            <a:ext cx="1902071" cy="1902071"/>
          </a:xfrm>
          <a:custGeom>
            <a:avLst/>
            <a:gdLst>
              <a:gd name="connsiteX0" fmla="*/ 0 w 2054886"/>
              <a:gd name="connsiteY0" fmla="*/ 1027443 h 2054886"/>
              <a:gd name="connsiteX1" fmla="*/ 1027443 w 2054886"/>
              <a:gd name="connsiteY1" fmla="*/ 0 h 2054886"/>
              <a:gd name="connsiteX2" fmla="*/ 2054886 w 2054886"/>
              <a:gd name="connsiteY2" fmla="*/ 1027443 h 2054886"/>
              <a:gd name="connsiteX3" fmla="*/ 1027443 w 2054886"/>
              <a:gd name="connsiteY3" fmla="*/ 2054886 h 2054886"/>
              <a:gd name="connsiteX4" fmla="*/ 0 w 2054886"/>
              <a:gd name="connsiteY4" fmla="*/ 1027443 h 20548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54886" h="2054886">
                <a:moveTo>
                  <a:pt x="0" y="1027443"/>
                </a:moveTo>
                <a:cubicBezTo>
                  <a:pt x="0" y="460002"/>
                  <a:pt x="460002" y="0"/>
                  <a:pt x="1027443" y="0"/>
                </a:cubicBezTo>
                <a:cubicBezTo>
                  <a:pt x="1594884" y="0"/>
                  <a:pt x="2054886" y="460002"/>
                  <a:pt x="2054886" y="1027443"/>
                </a:cubicBezTo>
                <a:cubicBezTo>
                  <a:pt x="2054886" y="1594884"/>
                  <a:pt x="1594884" y="2054886"/>
                  <a:pt x="1027443" y="2054886"/>
                </a:cubicBezTo>
                <a:cubicBezTo>
                  <a:pt x="460002" y="2054886"/>
                  <a:pt x="0" y="1594884"/>
                  <a:pt x="0" y="1027443"/>
                </a:cubicBezTo>
                <a:close/>
              </a:path>
            </a:pathLst>
          </a:custGeom>
          <a:solidFill>
            <a:schemeClr val="accent5">
              <a:lumMod val="75000"/>
            </a:schemeClr>
          </a:solidFill>
          <a:ln w="60325">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317441" tIns="317441" rIns="317441" bIns="317441" numCol="1" spcCol="1270" anchor="ctr" anchorCtr="0">
            <a:noAutofit/>
          </a:bodyPr>
          <a:lstStyle/>
          <a:p>
            <a:pPr marL="0" marR="0" lvl="0" indent="0" algn="ctr" defTabSz="577850" rtl="0" eaLnBrk="1" fontAlgn="auto" latinLnBrk="0" hangingPunct="1">
              <a:lnSpc>
                <a:spcPct val="90000"/>
              </a:lnSpc>
              <a:spcBef>
                <a:spcPct val="0"/>
              </a:spcBef>
              <a:spcAft>
                <a:spcPct val="35000"/>
              </a:spcAft>
              <a:buClrTx/>
              <a:buSzTx/>
              <a:buFontTx/>
              <a:buNone/>
              <a:tabLst/>
              <a:defRPr/>
            </a:pPr>
            <a:endParaRPr kumimoji="0" lang="pt-BR" sz="1300" b="0" i="0" u="none" strike="noStrike" kern="1200" cap="none" spc="0" normalizeH="0" baseline="0" noProof="0">
              <a:ln>
                <a:noFill/>
              </a:ln>
              <a:solidFill>
                <a:srgbClr val="FFFFFF"/>
              </a:solidFill>
              <a:effectLst/>
              <a:uLnTx/>
              <a:uFillTx/>
              <a:latin typeface="Arial"/>
              <a:ea typeface="+mn-ea"/>
              <a:cs typeface="+mn-cs"/>
            </a:endParaRPr>
          </a:p>
        </p:txBody>
      </p:sp>
      <p:pic>
        <p:nvPicPr>
          <p:cNvPr id="6" name="Imagen 5" descr="Logotipo&#10;&#10;Descripción generada automáticamente con confianza media">
            <a:extLst>
              <a:ext uri="{FF2B5EF4-FFF2-40B4-BE49-F238E27FC236}">
                <a16:creationId xmlns:a16="http://schemas.microsoft.com/office/drawing/2014/main" id="{977C17C8-9DA2-E1F6-21B7-BDA7EB6AB6E1}"/>
              </a:ext>
            </a:extLst>
          </p:cNvPr>
          <p:cNvPicPr>
            <a:picLocks noChangeAspect="1"/>
          </p:cNvPicPr>
          <p:nvPr/>
        </p:nvPicPr>
        <p:blipFill rotWithShape="1">
          <a:blip r:embed="rId14" cstate="email">
            <a:extLst>
              <a:ext uri="{28A0092B-C50C-407E-A947-70E740481C1C}">
                <a14:useLocalDpi xmlns:a14="http://schemas.microsoft.com/office/drawing/2010/main"/>
              </a:ext>
            </a:extLst>
          </a:blip>
          <a:srcRect/>
          <a:stretch/>
        </p:blipFill>
        <p:spPr>
          <a:xfrm>
            <a:off x="3110503" y="3630741"/>
            <a:ext cx="1789812" cy="579958"/>
          </a:xfrm>
          <a:prstGeom prst="rect">
            <a:avLst/>
          </a:prstGeom>
        </p:spPr>
      </p:pic>
    </p:spTree>
    <p:extLst>
      <p:ext uri="{BB962C8B-B14F-4D97-AF65-F5344CB8AC3E}">
        <p14:creationId xmlns:p14="http://schemas.microsoft.com/office/powerpoint/2010/main" val="276674895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3B56177-346F-FB44-80A2-02B5AEAE49B0}"/>
              </a:ext>
            </a:extLst>
          </p:cNvPr>
          <p:cNvGraphicFramePr>
            <a:graphicFrameLocks noChangeAspect="1"/>
          </p:cNvGraphicFramePr>
          <p:nvPr>
            <p:custDataLst>
              <p:tags r:id="rId1"/>
            </p:custDataLst>
            <p:extLst>
              <p:ext uri="{D42A27DB-BD31-4B8C-83A1-F6EECF244321}">
                <p14:modId xmlns:p14="http://schemas.microsoft.com/office/powerpoint/2010/main" val="4217406423"/>
              </p:ext>
            </p:extLst>
          </p:nvPr>
        </p:nvGraphicFramePr>
        <p:xfrm>
          <a:off x="2668192" y="858442"/>
          <a:ext cx="1190" cy="1190"/>
        </p:xfrm>
        <a:graphic>
          <a:graphicData uri="http://schemas.openxmlformats.org/presentationml/2006/ole">
            <mc:AlternateContent xmlns:mc="http://schemas.openxmlformats.org/markup-compatibility/2006">
              <mc:Choice xmlns:v="urn:schemas-microsoft-com:vml" Requires="v">
                <p:oleObj name="Slide do think-cell" r:id="rId10" imgW="7772400" imgH="10058400" progId="TCLayout.ActiveDocument.1">
                  <p:embed/>
                </p:oleObj>
              </mc:Choice>
              <mc:Fallback>
                <p:oleObj name="Slide do think-cell" r:id="rId10" imgW="7772400" imgH="10058400" progId="TCLayout.ActiveDocument.1">
                  <p:embed/>
                  <p:pic>
                    <p:nvPicPr>
                      <p:cNvPr id="6" name="Object 5" hidden="1">
                        <a:extLst>
                          <a:ext uri="{FF2B5EF4-FFF2-40B4-BE49-F238E27FC236}">
                            <a16:creationId xmlns:a16="http://schemas.microsoft.com/office/drawing/2014/main" id="{43B56177-346F-FB44-80A2-02B5AEAE49B0}"/>
                          </a:ext>
                        </a:extLst>
                      </p:cNvPr>
                      <p:cNvPicPr/>
                      <p:nvPr/>
                    </p:nvPicPr>
                    <p:blipFill>
                      <a:blip r:embed="rId11"/>
                      <a:stretch>
                        <a:fillRect/>
                      </a:stretch>
                    </p:blipFill>
                    <p:spPr>
                      <a:xfrm>
                        <a:off x="2668192" y="858442"/>
                        <a:ext cx="1190" cy="1190"/>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9F2EBF85-1C20-284D-BDDE-1A2D6D1524F9}"/>
              </a:ext>
            </a:extLst>
          </p:cNvPr>
          <p:cNvSpPr/>
          <p:nvPr>
            <p:custDataLst>
              <p:tags r:id="rId2"/>
            </p:custDataLst>
          </p:nvPr>
        </p:nvSpPr>
        <p:spPr>
          <a:xfrm>
            <a:off x="2667001" y="857251"/>
            <a:ext cx="119063" cy="119063"/>
          </a:xfrm>
          <a:prstGeom prst="rect">
            <a:avLst/>
          </a:prstGeom>
          <a:solidFill>
            <a:schemeClr val="accent2"/>
          </a:solidFill>
          <a:ln w="19050">
            <a:solidFill>
              <a:schemeClr val="accent2"/>
            </a:solidFill>
            <a:miter lim="400000"/>
          </a:ln>
          <a:effectLst/>
        </p:spPr>
        <p:txBody>
          <a:bodyPr vert="horz" wrap="none" lIns="0" tIns="0" rIns="0" bIns="0" numCol="1" spcCol="0" rtlCol="0"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tabLst/>
              <a:defRPr/>
            </a:pPr>
            <a:endParaRPr kumimoji="0" lang="pt-BR" sz="1600" b="0" i="0" u="none" strike="noStrike" kern="1200" cap="none" spc="0" normalizeH="0" baseline="0" noProof="0">
              <a:ln>
                <a:noFill/>
              </a:ln>
              <a:solidFill>
                <a:prstClr val="white"/>
              </a:solidFill>
              <a:effectLst/>
              <a:uLnTx/>
              <a:uFillTx/>
              <a:latin typeface="Arial" panose="020B0604020202020204" pitchFamily="34" charset="0"/>
              <a:ea typeface="+mn-ea"/>
              <a:cs typeface="+mn-cs"/>
              <a:sym typeface="Arial" panose="020B0604020202020204" pitchFamily="34" charset="0"/>
            </a:endParaRPr>
          </a:p>
        </p:txBody>
      </p:sp>
      <p:sp>
        <p:nvSpPr>
          <p:cNvPr id="3" name="Text Placeholder 2">
            <a:extLst>
              <a:ext uri="{FF2B5EF4-FFF2-40B4-BE49-F238E27FC236}">
                <a16:creationId xmlns:a16="http://schemas.microsoft.com/office/drawing/2014/main" id="{1C48DBD0-AE9E-41A7-91AB-D46EA3DB4687}"/>
              </a:ext>
            </a:extLst>
          </p:cNvPr>
          <p:cNvSpPr>
            <a:spLocks noGrp="1"/>
          </p:cNvSpPr>
          <p:nvPr>
            <p:ph type="body" sz="quarter" idx="17"/>
          </p:nvPr>
        </p:nvSpPr>
        <p:spPr/>
        <p:txBody>
          <a:bodyPr/>
          <a:lstStyle/>
          <a:p>
            <a:fld id="{562DD639-DDC9-4FFA-80B9-F82DF9179033}" type="datetime'Agenda'">
              <a:rPr lang="en-US" altLang="en-US" smtClean="0"/>
              <a:pPr/>
              <a:t>Agenda</a:t>
            </a:fld>
            <a:endParaRPr lang="pt-BR"/>
          </a:p>
        </p:txBody>
      </p:sp>
      <p:sp>
        <p:nvSpPr>
          <p:cNvPr id="56" name="Espaço Reservado para Texto 2">
            <a:hlinkClick r:id="rId12" action="ppaction://hlinksldjump"/>
            <a:extLst>
              <a:ext uri="{FF2B5EF4-FFF2-40B4-BE49-F238E27FC236}">
                <a16:creationId xmlns:a16="http://schemas.microsoft.com/office/drawing/2014/main" id="{4AF2862C-52F2-1DCD-4F15-ABF093F18F3C}"/>
              </a:ext>
            </a:extLst>
          </p:cNvPr>
          <p:cNvSpPr txBox="1">
            <a:spLocks/>
          </p:cNvSpPr>
          <p:nvPr>
            <p:custDataLst>
              <p:tags r:id="rId3"/>
            </p:custDataLst>
          </p:nvPr>
        </p:nvSpPr>
        <p:spPr bwMode="auto">
          <a:xfrm>
            <a:off x="3062288" y="2573338"/>
            <a:ext cx="9129713" cy="541338"/>
          </a:xfrm>
          <a:prstGeom prst="rect">
            <a:avLst/>
          </a:prstGeom>
          <a:noFill/>
          <a:ln w="6350">
            <a:noFill/>
          </a:ln>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xmlns="" w="6350">
                <a:solidFill>
                  <a:schemeClr val="tx1"/>
                </a:solidFill>
              </a14:hiddenLine>
            </a:ext>
          </a:extLst>
        </p:spPr>
        <p:txBody>
          <a:bodyPr vert="horz" wrap="none" lIns="92075" tIns="133350" rIns="0" bIns="133350" numCol="1" spcCol="0" rtlCol="0" anchor="ctr" anchorCtr="0">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4625"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pt-BR" sz="1800" i="0" u="none" strike="noStrike" kern="1200" cap="none" spc="0" normalizeH="0" baseline="0" noProof="0">
                <a:ln>
                  <a:noFill/>
                </a:ln>
                <a:solidFill>
                  <a:schemeClr val="bg1"/>
                </a:solidFill>
                <a:effectLst/>
                <a:uLnTx/>
                <a:uFillTx/>
                <a:latin typeface="Arial"/>
                <a:ea typeface="+mn-ea"/>
                <a:cs typeface="+mn-cs"/>
              </a:rPr>
              <a:t>Nosso entendimento do contexto</a:t>
            </a:r>
          </a:p>
        </p:txBody>
      </p:sp>
      <p:sp>
        <p:nvSpPr>
          <p:cNvPr id="14" name="Espaço Reservado para Texto 2">
            <a:hlinkClick r:id="rId13" action="ppaction://hlinksldjump"/>
            <a:extLst>
              <a:ext uri="{FF2B5EF4-FFF2-40B4-BE49-F238E27FC236}">
                <a16:creationId xmlns:a16="http://schemas.microsoft.com/office/drawing/2014/main" id="{0D555475-8B88-1A63-82A4-E87F3DBAE83A}"/>
              </a:ext>
            </a:extLst>
          </p:cNvPr>
          <p:cNvSpPr txBox="1">
            <a:spLocks/>
          </p:cNvSpPr>
          <p:nvPr>
            <p:custDataLst>
              <p:tags r:id="rId4"/>
            </p:custDataLst>
          </p:nvPr>
        </p:nvSpPr>
        <p:spPr bwMode="auto">
          <a:xfrm>
            <a:off x="3062288" y="3114675"/>
            <a:ext cx="9129713" cy="509588"/>
          </a:xfrm>
          <a:prstGeom prst="rect">
            <a:avLst/>
          </a:prstGeom>
          <a:noFill/>
          <a:ln w="6350">
            <a:noFill/>
          </a:ln>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xmlns="" w="6350">
                <a:solidFill>
                  <a:schemeClr val="tx1"/>
                </a:solidFill>
              </a14:hiddenLine>
            </a:ext>
          </a:extLst>
        </p:spPr>
        <p:txBody>
          <a:bodyPr vert="horz" wrap="none" lIns="92075" tIns="131763" rIns="0" bIns="133350" numCol="1" spcCol="0" rtlCol="0" anchor="ctr" anchorCtr="0">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4625"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pt-BR" sz="1600" i="0" u="none" strike="noStrike" kern="1200" cap="none" spc="0" normalizeH="0" baseline="0" noProof="0">
                <a:ln>
                  <a:noFill/>
                </a:ln>
                <a:solidFill>
                  <a:schemeClr val="bg1"/>
                </a:solidFill>
                <a:effectLst/>
                <a:uLnTx/>
                <a:uFillTx/>
                <a:latin typeface="Arial"/>
                <a:ea typeface="+mn-ea"/>
                <a:cs typeface="+mn-cs"/>
              </a:rPr>
              <a:t>Objetivos e produtos finais</a:t>
            </a:r>
          </a:p>
        </p:txBody>
      </p:sp>
      <p:sp>
        <p:nvSpPr>
          <p:cNvPr id="34" name="Espaço Reservado para Texto 2">
            <a:hlinkClick r:id="rId14" action="ppaction://hlinksldjump"/>
            <a:extLst>
              <a:ext uri="{FF2B5EF4-FFF2-40B4-BE49-F238E27FC236}">
                <a16:creationId xmlns:a16="http://schemas.microsoft.com/office/drawing/2014/main" id="{626882E9-25A5-B8C0-880B-275864083E0F}"/>
              </a:ext>
            </a:extLst>
          </p:cNvPr>
          <p:cNvSpPr txBox="1">
            <a:spLocks/>
          </p:cNvSpPr>
          <p:nvPr>
            <p:custDataLst>
              <p:tags r:id="rId5"/>
            </p:custDataLst>
          </p:nvPr>
        </p:nvSpPr>
        <p:spPr bwMode="auto">
          <a:xfrm>
            <a:off x="3062288" y="3624264"/>
            <a:ext cx="9129713" cy="511175"/>
          </a:xfrm>
          <a:prstGeom prst="rect">
            <a:avLst/>
          </a:prstGeom>
          <a:noFill/>
          <a:ln w="6350">
            <a:noFill/>
          </a:ln>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xmlns="" w="6350">
                <a:solidFill>
                  <a:schemeClr val="tx1"/>
                </a:solidFill>
              </a14:hiddenLine>
            </a:ext>
          </a:extLst>
        </p:spPr>
        <p:txBody>
          <a:bodyPr vert="horz" wrap="none" lIns="92075" tIns="133350" rIns="0" bIns="133350" numCol="1" spcCol="0" rtlCol="0" anchor="ctr" anchorCtr="0">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4625"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pt-BR" altLang="en-US" sz="1600" i="0" u="none" strike="noStrike" kern="1200" cap="none" spc="0" normalizeH="0" baseline="0" noProof="0">
                <a:ln>
                  <a:noFill/>
                </a:ln>
                <a:solidFill>
                  <a:schemeClr val="bg1"/>
                </a:solidFill>
                <a:effectLst/>
                <a:uLnTx/>
                <a:uFillTx/>
                <a:latin typeface="Arial"/>
                <a:ea typeface="+mn-ea"/>
                <a:cs typeface="+mn-cs"/>
              </a:rPr>
              <a:t>Abordagem metodológica</a:t>
            </a:r>
            <a:endParaRPr kumimoji="0" lang="pt-BR" sz="1600" i="0" u="none" strike="noStrike" kern="1200" cap="none" spc="0" normalizeH="0" baseline="0" noProof="0">
              <a:ln>
                <a:noFill/>
              </a:ln>
              <a:solidFill>
                <a:schemeClr val="bg1"/>
              </a:solidFill>
              <a:effectLst/>
              <a:uLnTx/>
              <a:uFillTx/>
              <a:latin typeface="Arial"/>
              <a:ea typeface="+mn-ea"/>
              <a:cs typeface="+mn-cs"/>
            </a:endParaRPr>
          </a:p>
        </p:txBody>
      </p:sp>
      <p:sp>
        <p:nvSpPr>
          <p:cNvPr id="54" name="Espaço Reservado para Texto 2">
            <a:hlinkClick r:id="rId15" action="ppaction://hlinksldjump"/>
            <a:extLst>
              <a:ext uri="{FF2B5EF4-FFF2-40B4-BE49-F238E27FC236}">
                <a16:creationId xmlns:a16="http://schemas.microsoft.com/office/drawing/2014/main" id="{DDBCE768-2F30-2B65-ED4F-DA35CB7A39F2}"/>
              </a:ext>
            </a:extLst>
          </p:cNvPr>
          <p:cNvSpPr txBox="1">
            <a:spLocks/>
          </p:cNvSpPr>
          <p:nvPr>
            <p:custDataLst>
              <p:tags r:id="rId6"/>
            </p:custDataLst>
          </p:nvPr>
        </p:nvSpPr>
        <p:spPr bwMode="auto">
          <a:xfrm>
            <a:off x="3062288" y="4135438"/>
            <a:ext cx="9129713" cy="509588"/>
          </a:xfrm>
          <a:prstGeom prst="rect">
            <a:avLst/>
          </a:prstGeom>
          <a:noFill/>
          <a:ln w="6350">
            <a:noFill/>
          </a:ln>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xmlns="" w="6350">
                <a:solidFill>
                  <a:schemeClr val="tx1"/>
                </a:solidFill>
              </a14:hiddenLine>
            </a:ext>
          </a:extLst>
        </p:spPr>
        <p:txBody>
          <a:bodyPr vert="horz" wrap="none" lIns="92075" tIns="131763" rIns="0" bIns="133350" numCol="1" spcCol="0" rtlCol="0" anchor="ctr" anchorCtr="0">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4625"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pt-BR" altLang="en-US" sz="1600" i="0" u="none" strike="noStrike" kern="1200" cap="none" spc="0" normalizeH="0" baseline="0" noProof="0">
                <a:ln>
                  <a:noFill/>
                </a:ln>
                <a:solidFill>
                  <a:schemeClr val="bg1"/>
                </a:solidFill>
                <a:effectLst/>
                <a:uLnTx/>
                <a:uFillTx/>
                <a:latin typeface="Arial"/>
                <a:ea typeface="+mn-ea"/>
                <a:cs typeface="+mn-cs"/>
              </a:rPr>
              <a:t>Organização do projeto</a:t>
            </a:r>
            <a:endParaRPr kumimoji="0" lang="pt-BR" sz="1600" i="0" u="none" strike="noStrike" kern="1200" cap="none" spc="0" normalizeH="0" baseline="0" noProof="0">
              <a:ln>
                <a:noFill/>
              </a:ln>
              <a:solidFill>
                <a:schemeClr val="bg1"/>
              </a:solidFill>
              <a:effectLst/>
              <a:uLnTx/>
              <a:uFillTx/>
              <a:latin typeface="Arial"/>
              <a:ea typeface="+mn-ea"/>
              <a:cs typeface="+mn-cs"/>
            </a:endParaRPr>
          </a:p>
        </p:txBody>
      </p:sp>
      <p:sp>
        <p:nvSpPr>
          <p:cNvPr id="4" name="Espaço Reservado para Texto 2">
            <a:hlinkClick r:id="rId16" action="ppaction://hlinksldjump"/>
            <a:extLst>
              <a:ext uri="{FF2B5EF4-FFF2-40B4-BE49-F238E27FC236}">
                <a16:creationId xmlns:a16="http://schemas.microsoft.com/office/drawing/2014/main" id="{7CD2C79D-85AB-9EE7-94E7-9F90A2A7024A}"/>
              </a:ext>
            </a:extLst>
          </p:cNvPr>
          <p:cNvSpPr txBox="1">
            <a:spLocks/>
          </p:cNvSpPr>
          <p:nvPr>
            <p:custDataLst>
              <p:tags r:id="rId7"/>
            </p:custDataLst>
          </p:nvPr>
        </p:nvSpPr>
        <p:spPr bwMode="auto">
          <a:xfrm>
            <a:off x="3062288" y="4645025"/>
            <a:ext cx="9129713" cy="511175"/>
          </a:xfrm>
          <a:prstGeom prst="rect">
            <a:avLst/>
          </a:prstGeom>
          <a:noFill/>
          <a:ln w="6350">
            <a:noFill/>
          </a:ln>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xmlns="" w="6350">
                <a:solidFill>
                  <a:schemeClr val="tx1"/>
                </a:solidFill>
              </a14:hiddenLine>
            </a:ext>
          </a:extLst>
        </p:spPr>
        <p:txBody>
          <a:bodyPr vert="horz" wrap="none" lIns="92075" tIns="133350" rIns="0" bIns="133350" numCol="1" spcCol="0" rtlCol="0" anchor="ctr" anchorCtr="0">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4625"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pt-BR" altLang="en-US" sz="1600" i="0" u="none" strike="noStrike" kern="1200" cap="none" spc="0" normalizeH="0" baseline="0" noProof="0">
                <a:ln>
                  <a:noFill/>
                </a:ln>
                <a:solidFill>
                  <a:schemeClr val="bg1"/>
                </a:solidFill>
                <a:effectLst/>
                <a:uLnTx/>
                <a:uFillTx/>
                <a:latin typeface="Arial"/>
                <a:ea typeface="+mn-ea"/>
                <a:cs typeface="+mn-cs"/>
              </a:rPr>
              <a:t>Estudos de caso em agronegócio</a:t>
            </a:r>
            <a:endParaRPr kumimoji="0" lang="pt-BR" sz="1600" i="0" u="none" strike="noStrike" kern="1200" cap="none" spc="0" normalizeH="0" baseline="0" noProof="0">
              <a:ln>
                <a:noFill/>
              </a:ln>
              <a:solidFill>
                <a:schemeClr val="bg1"/>
              </a:solidFill>
              <a:effectLst/>
              <a:uLnTx/>
              <a:uFillTx/>
              <a:latin typeface="Arial"/>
              <a:ea typeface="+mn-ea"/>
              <a:cs typeface="+mn-cs"/>
            </a:endParaRPr>
          </a:p>
        </p:txBody>
      </p:sp>
      <p:sp>
        <p:nvSpPr>
          <p:cNvPr id="50" name="Espaço Reservado para Texto 2">
            <a:extLst>
              <a:ext uri="{FF2B5EF4-FFF2-40B4-BE49-F238E27FC236}">
                <a16:creationId xmlns:a16="http://schemas.microsoft.com/office/drawing/2014/main" id="{50455BA6-D637-26FB-8383-06F9302B429F}"/>
              </a:ext>
            </a:extLst>
          </p:cNvPr>
          <p:cNvSpPr txBox="1">
            <a:spLocks/>
          </p:cNvSpPr>
          <p:nvPr>
            <p:custDataLst>
              <p:tags r:id="rId8"/>
            </p:custDataLst>
          </p:nvPr>
        </p:nvSpPr>
        <p:spPr bwMode="auto">
          <a:xfrm>
            <a:off x="3062288" y="5156200"/>
            <a:ext cx="9129713" cy="509588"/>
          </a:xfrm>
          <a:prstGeom prst="rect">
            <a:avLst/>
          </a:prstGeom>
          <a:solidFill>
            <a:schemeClr val="accent2"/>
          </a:solidFill>
          <a:ln w="6350">
            <a:noFill/>
          </a:ln>
          <a:extLst>
            <a:ext uri="{91240B29-F687-4f45-9708-019B960494DF}">
              <a14:hiddenLine xmlns:a14="http://schemas.microsoft.com/office/drawing/2010/main" xmlns="" w="6350">
                <a:solidFill>
                  <a:schemeClr val="tx1"/>
                </a:solidFill>
              </a14:hiddenLine>
            </a:ext>
          </a:extLst>
        </p:spPr>
        <p:txBody>
          <a:bodyPr vert="horz" wrap="none" lIns="92075" tIns="131763" rIns="0" bIns="133350" numCol="1" spcCol="0" rtlCol="0" anchor="ctr" anchorCtr="0">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4625"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pt-BR" altLang="en-US" sz="1600" b="1" i="0" u="none" strike="noStrike" kern="1200" cap="none" spc="0" normalizeH="0" baseline="0" noProof="0">
                <a:ln>
                  <a:noFill/>
                </a:ln>
                <a:solidFill>
                  <a:schemeClr val="bg1"/>
                </a:solidFill>
                <a:effectLst/>
                <a:uLnTx/>
                <a:uFillTx/>
                <a:latin typeface="Arial"/>
                <a:ea typeface="+mn-ea"/>
                <a:cs typeface="+mn-cs"/>
              </a:rPr>
              <a:t>Qualificações Mirow &amp; Co.</a:t>
            </a:r>
            <a:endParaRPr kumimoji="0" lang="pt-BR" sz="1600" b="1" i="0" u="none" strike="noStrike" kern="1200" cap="none" spc="0" normalizeH="0" baseline="0" noProof="0">
              <a:ln>
                <a:noFill/>
              </a:ln>
              <a:solidFill>
                <a:schemeClr val="bg1"/>
              </a:solidFill>
              <a:effectLst/>
              <a:uLnTx/>
              <a:uFillTx/>
              <a:latin typeface="Arial"/>
              <a:ea typeface="+mn-ea"/>
              <a:cs typeface="+mn-cs"/>
            </a:endParaRPr>
          </a:p>
        </p:txBody>
      </p:sp>
    </p:spTree>
    <p:extLst>
      <p:ext uri="{BB962C8B-B14F-4D97-AF65-F5344CB8AC3E}">
        <p14:creationId xmlns:p14="http://schemas.microsoft.com/office/powerpoint/2010/main" val="128205334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to 4" hidden="1">
            <a:extLst>
              <a:ext uri="{FF2B5EF4-FFF2-40B4-BE49-F238E27FC236}">
                <a16:creationId xmlns:a16="http://schemas.microsoft.com/office/drawing/2014/main" id="{A677A37F-12D8-4D93-9E97-C4381886DB4D}"/>
              </a:ext>
            </a:extLst>
          </p:cNvPr>
          <p:cNvGraphicFramePr>
            <a:graphicFrameLocks noChangeAspect="1"/>
          </p:cNvGraphicFramePr>
          <p:nvPr>
            <p:custDataLst>
              <p:tags r:id="rId1"/>
            </p:custDataLst>
            <p:extLst>
              <p:ext uri="{D42A27DB-BD31-4B8C-83A1-F6EECF244321}">
                <p14:modId xmlns:p14="http://schemas.microsoft.com/office/powerpoint/2010/main" val="29268464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Slide do think-cell" r:id="rId5" imgW="395" imgH="394" progId="TCLayout.ActiveDocument.1">
                  <p:embed/>
                </p:oleObj>
              </mc:Choice>
              <mc:Fallback>
                <p:oleObj name="Slide do think-cell" r:id="rId5" imgW="395" imgH="394" progId="TCLayout.ActiveDocument.1">
                  <p:embed/>
                  <p:pic>
                    <p:nvPicPr>
                      <p:cNvPr id="5" name="Objeto 4" hidden="1">
                        <a:extLst>
                          <a:ext uri="{FF2B5EF4-FFF2-40B4-BE49-F238E27FC236}">
                            <a16:creationId xmlns:a16="http://schemas.microsoft.com/office/drawing/2014/main" id="{A677A37F-12D8-4D93-9E97-C4381886DB4D}"/>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 name="Retângulo 3" hidden="1">
            <a:extLst>
              <a:ext uri="{FF2B5EF4-FFF2-40B4-BE49-F238E27FC236}">
                <a16:creationId xmlns:a16="http://schemas.microsoft.com/office/drawing/2014/main" id="{7894076F-8C6B-402D-AEB8-5EB308F46D42}"/>
              </a:ext>
            </a:extLst>
          </p:cNvPr>
          <p:cNvSpPr/>
          <p:nvPr>
            <p:custDataLst>
              <p:tags r:id="rId2"/>
            </p:custDataLst>
          </p:nvPr>
        </p:nvSpPr>
        <p:spPr>
          <a:xfrm>
            <a:off x="0" y="0"/>
            <a:ext cx="158750" cy="158750"/>
          </a:xfrm>
          <a:prstGeom prst="rect">
            <a:avLst/>
          </a:prstGeom>
          <a:solidFill>
            <a:schemeClr val="accent2"/>
          </a:solidFill>
          <a:ln w="19050">
            <a:solidFill>
              <a:schemeClr val="accent2"/>
            </a:solidFill>
            <a:miter lim="400000"/>
          </a:ln>
          <a:effectLst/>
        </p:spPr>
        <p:txBody>
          <a:bodyPr wrap="none" lIns="0" tIns="0" rIns="0" bIns="0" numCol="1" spcCol="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2000" b="1" i="0" u="none" strike="noStrike" kern="1200" cap="none" spc="0" normalizeH="0" baseline="0" noProof="0">
              <a:ln>
                <a:noFill/>
              </a:ln>
              <a:solidFill>
                <a:prstClr val="white"/>
              </a:solidFill>
              <a:effectLst/>
              <a:uLnTx/>
              <a:uFillTx/>
              <a:latin typeface="Arial" panose="020B0604020202020204" pitchFamily="34" charset="0"/>
              <a:ea typeface="+mn-ea"/>
              <a:cs typeface="+mn-cs"/>
              <a:sym typeface="Arial" panose="020B0604020202020204" pitchFamily="34" charset="0"/>
            </a:endParaRPr>
          </a:p>
        </p:txBody>
      </p:sp>
      <p:sp>
        <p:nvSpPr>
          <p:cNvPr id="2" name="Espaço Reservado para Texto 1">
            <a:extLst>
              <a:ext uri="{FF2B5EF4-FFF2-40B4-BE49-F238E27FC236}">
                <a16:creationId xmlns:a16="http://schemas.microsoft.com/office/drawing/2014/main" id="{8AE9C9D6-8C1E-4FFD-BDA3-2FB4BE8AC360}"/>
              </a:ext>
            </a:extLst>
          </p:cNvPr>
          <p:cNvSpPr>
            <a:spLocks noGrp="1"/>
          </p:cNvSpPr>
          <p:nvPr>
            <p:ph type="body" sz="quarter" idx="14"/>
          </p:nvPr>
        </p:nvSpPr>
        <p:spPr/>
        <p:txBody>
          <a:bodyPr/>
          <a:lstStyle/>
          <a:p>
            <a:r>
              <a:rPr lang="pt-BR"/>
              <a:t>Fonte: Mirow &amp; Co.</a:t>
            </a:r>
          </a:p>
        </p:txBody>
      </p:sp>
      <p:sp>
        <p:nvSpPr>
          <p:cNvPr id="3" name="Título 2">
            <a:extLst>
              <a:ext uri="{FF2B5EF4-FFF2-40B4-BE49-F238E27FC236}">
                <a16:creationId xmlns:a16="http://schemas.microsoft.com/office/drawing/2014/main" id="{75DDC4FC-0157-45FC-84A9-7663EDF709ED}"/>
              </a:ext>
            </a:extLst>
          </p:cNvPr>
          <p:cNvSpPr>
            <a:spLocks noGrp="1"/>
          </p:cNvSpPr>
          <p:nvPr>
            <p:ph type="title"/>
          </p:nvPr>
        </p:nvSpPr>
        <p:spPr/>
        <p:txBody>
          <a:bodyPr vert="horz"/>
          <a:lstStyle/>
          <a:p>
            <a:r>
              <a:rPr lang="pt-BR"/>
              <a:t>Quem somos</a:t>
            </a:r>
          </a:p>
        </p:txBody>
      </p:sp>
      <p:sp>
        <p:nvSpPr>
          <p:cNvPr id="6" name="Retângulo 5">
            <a:extLst>
              <a:ext uri="{FF2B5EF4-FFF2-40B4-BE49-F238E27FC236}">
                <a16:creationId xmlns:a16="http://schemas.microsoft.com/office/drawing/2014/main" id="{FA0C6C63-6CF5-49EC-B1BC-AE0EFDFDF634}"/>
              </a:ext>
            </a:extLst>
          </p:cNvPr>
          <p:cNvSpPr/>
          <p:nvPr/>
        </p:nvSpPr>
        <p:spPr>
          <a:xfrm>
            <a:off x="-7526" y="770635"/>
            <a:ext cx="804112" cy="5563904"/>
          </a:xfrm>
          <a:prstGeom prst="rect">
            <a:avLst/>
          </a:prstGeom>
          <a:solidFill>
            <a:schemeClr val="tx2"/>
          </a:solidFill>
          <a:ln w="19050">
            <a:noFill/>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200" b="0" i="0" u="none" strike="noStrike" kern="1200" cap="none" spc="0" normalizeH="0" baseline="0" noProof="0">
              <a:ln>
                <a:noFill/>
              </a:ln>
              <a:solidFill>
                <a:srgbClr val="FFFFFF"/>
              </a:solidFill>
              <a:effectLst/>
              <a:uLnTx/>
              <a:uFillTx/>
              <a:latin typeface="Arial"/>
              <a:ea typeface="+mn-ea"/>
              <a:cs typeface="+mn-cs"/>
            </a:endParaRPr>
          </a:p>
        </p:txBody>
      </p:sp>
      <p:grpSp>
        <p:nvGrpSpPr>
          <p:cNvPr id="58" name="Group 57">
            <a:extLst>
              <a:ext uri="{FF2B5EF4-FFF2-40B4-BE49-F238E27FC236}">
                <a16:creationId xmlns:a16="http://schemas.microsoft.com/office/drawing/2014/main" id="{D5FD8F64-ABA0-4368-AA54-F1124E0D6102}"/>
              </a:ext>
            </a:extLst>
          </p:cNvPr>
          <p:cNvGrpSpPr/>
          <p:nvPr/>
        </p:nvGrpSpPr>
        <p:grpSpPr>
          <a:xfrm>
            <a:off x="313546" y="1100887"/>
            <a:ext cx="4330171" cy="1077218"/>
            <a:chOff x="313546" y="994223"/>
            <a:chExt cx="4330171" cy="1077218"/>
          </a:xfrm>
        </p:grpSpPr>
        <p:grpSp>
          <p:nvGrpSpPr>
            <p:cNvPr id="17" name="Agrupar 16">
              <a:extLst>
                <a:ext uri="{FF2B5EF4-FFF2-40B4-BE49-F238E27FC236}">
                  <a16:creationId xmlns:a16="http://schemas.microsoft.com/office/drawing/2014/main" id="{D0A45C31-BE93-49B1-91E6-EBDC2D871A42}"/>
                </a:ext>
              </a:extLst>
            </p:cNvPr>
            <p:cNvGrpSpPr/>
            <p:nvPr/>
          </p:nvGrpSpPr>
          <p:grpSpPr>
            <a:xfrm>
              <a:off x="313546" y="994223"/>
              <a:ext cx="966080" cy="966080"/>
              <a:chOff x="672906" y="1144695"/>
              <a:chExt cx="1260000" cy="1260000"/>
            </a:xfrm>
          </p:grpSpPr>
          <p:sp>
            <p:nvSpPr>
              <p:cNvPr id="9" name="Elipse 8">
                <a:extLst>
                  <a:ext uri="{FF2B5EF4-FFF2-40B4-BE49-F238E27FC236}">
                    <a16:creationId xmlns:a16="http://schemas.microsoft.com/office/drawing/2014/main" id="{1F02975B-A938-45E8-A420-F734A3847C1A}"/>
                  </a:ext>
                </a:extLst>
              </p:cNvPr>
              <p:cNvSpPr/>
              <p:nvPr/>
            </p:nvSpPr>
            <p:spPr>
              <a:xfrm>
                <a:off x="672906" y="1144695"/>
                <a:ext cx="1260000" cy="1260000"/>
              </a:xfrm>
              <a:prstGeom prst="ellipse">
                <a:avLst/>
              </a:prstGeom>
              <a:solidFill>
                <a:schemeClr val="tx2"/>
              </a:solidFill>
              <a:ln w="38100">
                <a:solidFill>
                  <a:schemeClr val="bg2"/>
                </a:solidFill>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200" b="0" i="0" u="none" strike="noStrike" kern="1200" cap="none" spc="0" normalizeH="0" baseline="0" noProof="0">
                  <a:ln>
                    <a:noFill/>
                  </a:ln>
                  <a:solidFill>
                    <a:srgbClr val="FFFFFF"/>
                  </a:solidFill>
                  <a:effectLst/>
                  <a:uLnTx/>
                  <a:uFillTx/>
                  <a:latin typeface="Arial"/>
                  <a:ea typeface="+mn-ea"/>
                  <a:cs typeface="+mn-cs"/>
                </a:endParaRPr>
              </a:p>
            </p:txBody>
          </p:sp>
          <p:pic>
            <p:nvPicPr>
              <p:cNvPr id="10" name="Imagem 9">
                <a:extLst>
                  <a:ext uri="{FF2B5EF4-FFF2-40B4-BE49-F238E27FC236}">
                    <a16:creationId xmlns:a16="http://schemas.microsoft.com/office/drawing/2014/main" id="{298FFD09-403B-4974-ACF1-BE82756CC7E0}"/>
                  </a:ext>
                </a:extLst>
              </p:cNvPr>
              <p:cNvPicPr>
                <a:picLocks noChangeAspect="1"/>
              </p:cNvPicPr>
              <p:nvPr/>
            </p:nvPicPr>
            <p:blipFill>
              <a:blip r:embed="rId7" cstate="email">
                <a:lum bright="70000" contrast="-70000"/>
                <a:extLst>
                  <a:ext uri="{28A0092B-C50C-407E-A947-70E740481C1C}">
                    <a14:useLocalDpi xmlns:a14="http://schemas.microsoft.com/office/drawing/2010/main"/>
                  </a:ext>
                </a:extLst>
              </a:blip>
              <a:stretch>
                <a:fillRect/>
              </a:stretch>
            </p:blipFill>
            <p:spPr>
              <a:xfrm>
                <a:off x="816906" y="1288695"/>
                <a:ext cx="972000" cy="972000"/>
              </a:xfrm>
              <a:prstGeom prst="rect">
                <a:avLst/>
              </a:prstGeom>
            </p:spPr>
          </p:pic>
        </p:grpSp>
        <p:sp>
          <p:nvSpPr>
            <p:cNvPr id="13" name="Retângulo 41">
              <a:extLst>
                <a:ext uri="{FF2B5EF4-FFF2-40B4-BE49-F238E27FC236}">
                  <a16:creationId xmlns:a16="http://schemas.microsoft.com/office/drawing/2014/main" id="{B75576C5-5922-4D2A-A4E1-CECA73453714}"/>
                </a:ext>
              </a:extLst>
            </p:cNvPr>
            <p:cNvSpPr>
              <a:spLocks/>
            </p:cNvSpPr>
            <p:nvPr/>
          </p:nvSpPr>
          <p:spPr>
            <a:xfrm>
              <a:off x="1390036" y="994223"/>
              <a:ext cx="3253681" cy="1077218"/>
            </a:xfrm>
            <a:prstGeom prst="rect">
              <a:avLst/>
            </a:prstGeom>
          </p:spPr>
          <p:txBody>
            <a:bodyPr wrap="square" lIns="0" tIns="0" rIns="0" bIns="0" anchor="t" anchorCtr="0">
              <a:spAutoFit/>
            </a:bodyPr>
            <a:lstStyle/>
            <a:p>
              <a:pPr marL="0" marR="0" lvl="0" indent="0" algn="l" defTabSz="914400" rtl="0" eaLnBrk="1" fontAlgn="auto" latinLnBrk="0" hangingPunct="1">
                <a:lnSpc>
                  <a:spcPct val="100000"/>
                </a:lnSpc>
                <a:spcBef>
                  <a:spcPts val="0"/>
                </a:spcBef>
                <a:spcAft>
                  <a:spcPts val="1200"/>
                </a:spcAft>
                <a:buClr>
                  <a:srgbClr val="7AB5D3"/>
                </a:buClr>
                <a:buSzTx/>
                <a:buFontTx/>
                <a:buNone/>
                <a:tabLst/>
                <a:defRPr/>
              </a:pPr>
              <a:r>
                <a:rPr kumimoji="0" lang="pt-BR" sz="1200" b="0" i="0" u="none" strike="noStrike" kern="1200" cap="none" spc="0" normalizeH="0" baseline="0" noProof="0">
                  <a:ln>
                    <a:noFill/>
                  </a:ln>
                  <a:solidFill>
                    <a:srgbClr val="071C25"/>
                  </a:solidFill>
                  <a:effectLst/>
                  <a:uLnTx/>
                  <a:uFillTx/>
                  <a:latin typeface="Arial"/>
                  <a:ea typeface="+mn-ea"/>
                  <a:cs typeface="+mn-cs"/>
                </a:rPr>
                <a:t>Somos uma </a:t>
              </a:r>
              <a:r>
                <a:rPr kumimoji="0" lang="pt-BR" sz="1200" b="1" i="0" u="none" strike="noStrike" kern="1200" cap="none" spc="0" normalizeH="0" baseline="0" noProof="0">
                  <a:ln>
                    <a:noFill/>
                  </a:ln>
                  <a:solidFill>
                    <a:srgbClr val="071C25"/>
                  </a:solidFill>
                  <a:effectLst/>
                  <a:uLnTx/>
                  <a:uFillTx/>
                  <a:latin typeface="Arial"/>
                  <a:ea typeface="+mn-ea"/>
                  <a:cs typeface="+mn-cs"/>
                </a:rPr>
                <a:t>consultoria estratégica que apoia seus clientes na resolução dos principais desafios da alta gestão</a:t>
              </a:r>
              <a:endParaRPr kumimoji="0" lang="pt-BR" sz="1200" b="0" i="0" u="none" strike="noStrike" kern="1200" cap="none" spc="0" normalizeH="0" baseline="0" noProof="0">
                <a:ln>
                  <a:noFill/>
                </a:ln>
                <a:solidFill>
                  <a:srgbClr val="071C25"/>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1200"/>
                </a:spcAft>
                <a:buClr>
                  <a:srgbClr val="7AB5D3"/>
                </a:buClr>
                <a:buSzTx/>
                <a:buFontTx/>
                <a:buNone/>
                <a:tabLst/>
                <a:defRPr/>
              </a:pPr>
              <a:r>
                <a:rPr kumimoji="0" lang="pt-BR" sz="1200" b="0" i="0" u="none" strike="noStrike" kern="1200" cap="none" spc="0" normalizeH="0" baseline="0" noProof="0">
                  <a:ln>
                    <a:noFill/>
                  </a:ln>
                  <a:solidFill>
                    <a:srgbClr val="071C25"/>
                  </a:solidFill>
                  <a:effectLst/>
                  <a:uLnTx/>
                  <a:uFillTx/>
                  <a:latin typeface="Arial"/>
                  <a:ea typeface="+mn-ea"/>
                  <a:cs typeface="+mn-cs"/>
                </a:rPr>
                <a:t>Nossos clientes são grandes empresas líderes dos seus segmentos, na maioria multinacionais</a:t>
              </a:r>
            </a:p>
          </p:txBody>
        </p:sp>
      </p:grpSp>
      <p:grpSp>
        <p:nvGrpSpPr>
          <p:cNvPr id="57" name="Group 56">
            <a:extLst>
              <a:ext uri="{FF2B5EF4-FFF2-40B4-BE49-F238E27FC236}">
                <a16:creationId xmlns:a16="http://schemas.microsoft.com/office/drawing/2014/main" id="{1E080B48-B8AB-4864-BC6C-1260C78E9235}"/>
              </a:ext>
            </a:extLst>
          </p:cNvPr>
          <p:cNvGrpSpPr/>
          <p:nvPr/>
        </p:nvGrpSpPr>
        <p:grpSpPr>
          <a:xfrm>
            <a:off x="313546" y="2644646"/>
            <a:ext cx="4330171" cy="1446550"/>
            <a:chOff x="313546" y="2614927"/>
            <a:chExt cx="4330171" cy="1446550"/>
          </a:xfrm>
        </p:grpSpPr>
        <p:grpSp>
          <p:nvGrpSpPr>
            <p:cNvPr id="18" name="Agrupar 17">
              <a:extLst>
                <a:ext uri="{FF2B5EF4-FFF2-40B4-BE49-F238E27FC236}">
                  <a16:creationId xmlns:a16="http://schemas.microsoft.com/office/drawing/2014/main" id="{448E5B35-5E58-49F8-B67A-3754175E3DC8}"/>
                </a:ext>
              </a:extLst>
            </p:cNvPr>
            <p:cNvGrpSpPr/>
            <p:nvPr/>
          </p:nvGrpSpPr>
          <p:grpSpPr>
            <a:xfrm>
              <a:off x="313546" y="2614927"/>
              <a:ext cx="966080" cy="966080"/>
              <a:chOff x="719031" y="2885516"/>
              <a:chExt cx="1260000" cy="1260000"/>
            </a:xfrm>
          </p:grpSpPr>
          <p:sp>
            <p:nvSpPr>
              <p:cNvPr id="7" name="Elipse 6">
                <a:extLst>
                  <a:ext uri="{FF2B5EF4-FFF2-40B4-BE49-F238E27FC236}">
                    <a16:creationId xmlns:a16="http://schemas.microsoft.com/office/drawing/2014/main" id="{CD7A66BD-E74C-486C-84A8-230FDC56F435}"/>
                  </a:ext>
                </a:extLst>
              </p:cNvPr>
              <p:cNvSpPr/>
              <p:nvPr/>
            </p:nvSpPr>
            <p:spPr>
              <a:xfrm>
                <a:off x="719031" y="2885516"/>
                <a:ext cx="1260000" cy="1260000"/>
              </a:xfrm>
              <a:prstGeom prst="ellipse">
                <a:avLst/>
              </a:prstGeom>
              <a:solidFill>
                <a:schemeClr val="tx2"/>
              </a:solidFill>
              <a:ln w="38100">
                <a:solidFill>
                  <a:schemeClr val="bg2"/>
                </a:solidFill>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200" b="0" i="0" u="none" strike="noStrike" kern="1200" cap="none" spc="0" normalizeH="0" baseline="0" noProof="0">
                  <a:ln>
                    <a:noFill/>
                  </a:ln>
                  <a:solidFill>
                    <a:srgbClr val="FFFFFF"/>
                  </a:solidFill>
                  <a:effectLst/>
                  <a:uLnTx/>
                  <a:uFillTx/>
                  <a:latin typeface="Arial"/>
                  <a:ea typeface="+mn-ea"/>
                  <a:cs typeface="+mn-cs"/>
                </a:endParaRPr>
              </a:p>
            </p:txBody>
          </p:sp>
          <p:pic>
            <p:nvPicPr>
              <p:cNvPr id="8" name="Imagem 7">
                <a:extLst>
                  <a:ext uri="{FF2B5EF4-FFF2-40B4-BE49-F238E27FC236}">
                    <a16:creationId xmlns:a16="http://schemas.microsoft.com/office/drawing/2014/main" id="{EBD0308C-FA9F-4AE1-9599-FCBE3C34B5E1}"/>
                  </a:ext>
                </a:extLst>
              </p:cNvPr>
              <p:cNvPicPr>
                <a:picLocks noChangeAspect="1"/>
              </p:cNvPicPr>
              <p:nvPr/>
            </p:nvPicPr>
            <p:blipFill>
              <a:blip r:embed="rId8" cstate="email">
                <a:lum bright="70000" contrast="-70000"/>
                <a:extLst>
                  <a:ext uri="{28A0092B-C50C-407E-A947-70E740481C1C}">
                    <a14:useLocalDpi xmlns:a14="http://schemas.microsoft.com/office/drawing/2010/main"/>
                  </a:ext>
                </a:extLst>
              </a:blip>
              <a:stretch>
                <a:fillRect/>
              </a:stretch>
            </p:blipFill>
            <p:spPr>
              <a:xfrm>
                <a:off x="931590" y="3098075"/>
                <a:ext cx="834882" cy="834882"/>
              </a:xfrm>
              <a:prstGeom prst="rect">
                <a:avLst/>
              </a:prstGeom>
            </p:spPr>
          </p:pic>
        </p:grpSp>
        <p:sp>
          <p:nvSpPr>
            <p:cNvPr id="14" name="Retângulo 41">
              <a:extLst>
                <a:ext uri="{FF2B5EF4-FFF2-40B4-BE49-F238E27FC236}">
                  <a16:creationId xmlns:a16="http://schemas.microsoft.com/office/drawing/2014/main" id="{33B60633-31EA-47C4-BCEA-0B3222180447}"/>
                </a:ext>
              </a:extLst>
            </p:cNvPr>
            <p:cNvSpPr>
              <a:spLocks/>
            </p:cNvSpPr>
            <p:nvPr/>
          </p:nvSpPr>
          <p:spPr>
            <a:xfrm>
              <a:off x="1390036" y="2614927"/>
              <a:ext cx="3253681" cy="1446550"/>
            </a:xfrm>
            <a:prstGeom prst="rect">
              <a:avLst/>
            </a:prstGeom>
          </p:spPr>
          <p:txBody>
            <a:bodyPr wrap="square" lIns="0" tIns="0" rIns="0" bIns="0" anchor="t" anchorCtr="0">
              <a:spAutoFit/>
            </a:bodyPr>
            <a:lstStyle/>
            <a:p>
              <a:pPr marL="0" marR="0" lvl="0" indent="0" algn="l" defTabSz="914400" rtl="0" eaLnBrk="1" fontAlgn="auto" latinLnBrk="0" hangingPunct="1">
                <a:lnSpc>
                  <a:spcPct val="100000"/>
                </a:lnSpc>
                <a:spcBef>
                  <a:spcPts val="0"/>
                </a:spcBef>
                <a:spcAft>
                  <a:spcPts val="1200"/>
                </a:spcAft>
                <a:buClr>
                  <a:srgbClr val="7AB5D3"/>
                </a:buClr>
                <a:buSzTx/>
                <a:buFontTx/>
                <a:buNone/>
                <a:tabLst/>
                <a:defRPr/>
              </a:pPr>
              <a:r>
                <a:rPr kumimoji="0" lang="pt-BR" sz="1200" b="0" i="0" u="none" strike="noStrike" kern="1200" cap="none" spc="0" normalizeH="0" baseline="0" noProof="0">
                  <a:ln>
                    <a:noFill/>
                  </a:ln>
                  <a:solidFill>
                    <a:srgbClr val="071C25"/>
                  </a:solidFill>
                  <a:effectLst/>
                  <a:uLnTx/>
                  <a:uFillTx/>
                  <a:latin typeface="Arial"/>
                  <a:ea typeface="+mn-ea"/>
                  <a:cs typeface="+mn-cs"/>
                </a:rPr>
                <a:t>Fundada em 2013, a Mirow &amp; Co. entregou trabalhos bem-sucedidos para clientes das mais diversas indústrias</a:t>
              </a:r>
            </a:p>
            <a:p>
              <a:pPr marL="0" marR="0" lvl="0" indent="0" algn="l" defTabSz="914400" rtl="0" eaLnBrk="1" fontAlgn="auto" latinLnBrk="0" hangingPunct="1">
                <a:lnSpc>
                  <a:spcPct val="100000"/>
                </a:lnSpc>
                <a:spcBef>
                  <a:spcPts val="0"/>
                </a:spcBef>
                <a:spcAft>
                  <a:spcPts val="1200"/>
                </a:spcAft>
                <a:buClr>
                  <a:srgbClr val="7AB5D3"/>
                </a:buClr>
                <a:buSzTx/>
                <a:buFontTx/>
                <a:buNone/>
                <a:tabLst/>
                <a:defRPr/>
              </a:pPr>
              <a:r>
                <a:rPr kumimoji="0" lang="pt-BR" sz="1200" b="1" i="0" u="none" strike="noStrike" kern="1200" cap="none" spc="0" normalizeH="0" baseline="0" noProof="0">
                  <a:ln>
                    <a:noFill/>
                  </a:ln>
                  <a:solidFill>
                    <a:srgbClr val="071C25"/>
                  </a:solidFill>
                  <a:effectLst/>
                  <a:uLnTx/>
                  <a:uFillTx/>
                  <a:latin typeface="Arial"/>
                  <a:ea typeface="+mn-ea"/>
                  <a:cs typeface="+mn-cs"/>
                </a:rPr>
                <a:t>Mais de 90% dos nossos clientes nos contrataram para projetos adicionais depois de terem concluído um primeiro trabalho conosco</a:t>
              </a:r>
            </a:p>
          </p:txBody>
        </p:sp>
      </p:grpSp>
      <p:grpSp>
        <p:nvGrpSpPr>
          <p:cNvPr id="56" name="Group 55">
            <a:extLst>
              <a:ext uri="{FF2B5EF4-FFF2-40B4-BE49-F238E27FC236}">
                <a16:creationId xmlns:a16="http://schemas.microsoft.com/office/drawing/2014/main" id="{975C2EE5-6376-4B75-9789-4B8169322475}"/>
              </a:ext>
            </a:extLst>
          </p:cNvPr>
          <p:cNvGrpSpPr/>
          <p:nvPr/>
        </p:nvGrpSpPr>
        <p:grpSpPr>
          <a:xfrm>
            <a:off x="313546" y="4557738"/>
            <a:ext cx="4330172" cy="1446550"/>
            <a:chOff x="313546" y="4451074"/>
            <a:chExt cx="4330172" cy="1446550"/>
          </a:xfrm>
        </p:grpSpPr>
        <p:grpSp>
          <p:nvGrpSpPr>
            <p:cNvPr id="19" name="Agrupar 18">
              <a:extLst>
                <a:ext uri="{FF2B5EF4-FFF2-40B4-BE49-F238E27FC236}">
                  <a16:creationId xmlns:a16="http://schemas.microsoft.com/office/drawing/2014/main" id="{7241DE9A-A5E8-43BF-83E7-3A9735D91327}"/>
                </a:ext>
              </a:extLst>
            </p:cNvPr>
            <p:cNvGrpSpPr/>
            <p:nvPr/>
          </p:nvGrpSpPr>
          <p:grpSpPr>
            <a:xfrm>
              <a:off x="313546" y="4451074"/>
              <a:ext cx="966080" cy="966080"/>
              <a:chOff x="9276734" y="3852198"/>
              <a:chExt cx="1260000" cy="1260000"/>
            </a:xfrm>
          </p:grpSpPr>
          <p:sp>
            <p:nvSpPr>
              <p:cNvPr id="11" name="Elipse 10">
                <a:extLst>
                  <a:ext uri="{FF2B5EF4-FFF2-40B4-BE49-F238E27FC236}">
                    <a16:creationId xmlns:a16="http://schemas.microsoft.com/office/drawing/2014/main" id="{00EF3D20-8376-4D8B-92D3-267F19F5E692}"/>
                  </a:ext>
                </a:extLst>
              </p:cNvPr>
              <p:cNvSpPr/>
              <p:nvPr/>
            </p:nvSpPr>
            <p:spPr>
              <a:xfrm>
                <a:off x="9276734" y="3852198"/>
                <a:ext cx="1260000" cy="1260000"/>
              </a:xfrm>
              <a:prstGeom prst="ellipse">
                <a:avLst/>
              </a:prstGeom>
              <a:solidFill>
                <a:schemeClr val="tx2"/>
              </a:solidFill>
              <a:ln w="38100">
                <a:solidFill>
                  <a:schemeClr val="bg2"/>
                </a:solidFill>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200" b="0" i="0" u="none" strike="noStrike" kern="1200" cap="none" spc="0" normalizeH="0" baseline="0" noProof="0">
                  <a:ln>
                    <a:noFill/>
                  </a:ln>
                  <a:solidFill>
                    <a:srgbClr val="FFFFFF"/>
                  </a:solidFill>
                  <a:effectLst/>
                  <a:uLnTx/>
                  <a:uFillTx/>
                  <a:latin typeface="Arial"/>
                  <a:ea typeface="+mn-ea"/>
                  <a:cs typeface="+mn-cs"/>
                </a:endParaRPr>
              </a:p>
            </p:txBody>
          </p:sp>
          <p:pic>
            <p:nvPicPr>
              <p:cNvPr id="12" name="Imagem 11">
                <a:extLst>
                  <a:ext uri="{FF2B5EF4-FFF2-40B4-BE49-F238E27FC236}">
                    <a16:creationId xmlns:a16="http://schemas.microsoft.com/office/drawing/2014/main" id="{CC02D8ED-4AFC-4B56-B1A2-B1F26E076498}"/>
                  </a:ext>
                </a:extLst>
              </p:cNvPr>
              <p:cNvPicPr>
                <a:picLocks noChangeAspect="1"/>
              </p:cNvPicPr>
              <p:nvPr/>
            </p:nvPicPr>
            <p:blipFill>
              <a:blip r:embed="rId9" cstate="email">
                <a:lum bright="70000" contrast="-70000"/>
                <a:extLst>
                  <a:ext uri="{28A0092B-C50C-407E-A947-70E740481C1C}">
                    <a14:useLocalDpi xmlns:a14="http://schemas.microsoft.com/office/drawing/2010/main"/>
                  </a:ext>
                </a:extLst>
              </a:blip>
              <a:stretch>
                <a:fillRect/>
              </a:stretch>
            </p:blipFill>
            <p:spPr>
              <a:xfrm>
                <a:off x="9504678" y="4080142"/>
                <a:ext cx="804112" cy="804112"/>
              </a:xfrm>
              <a:prstGeom prst="rect">
                <a:avLst/>
              </a:prstGeom>
            </p:spPr>
          </p:pic>
        </p:grpSp>
        <p:sp>
          <p:nvSpPr>
            <p:cNvPr id="15" name="Retângulo 41">
              <a:extLst>
                <a:ext uri="{FF2B5EF4-FFF2-40B4-BE49-F238E27FC236}">
                  <a16:creationId xmlns:a16="http://schemas.microsoft.com/office/drawing/2014/main" id="{179EC241-B8BF-46A9-B14E-8050122B0BB0}"/>
                </a:ext>
              </a:extLst>
            </p:cNvPr>
            <p:cNvSpPr>
              <a:spLocks/>
            </p:cNvSpPr>
            <p:nvPr/>
          </p:nvSpPr>
          <p:spPr>
            <a:xfrm>
              <a:off x="1390037" y="4451074"/>
              <a:ext cx="3253681" cy="1446550"/>
            </a:xfrm>
            <a:prstGeom prst="rect">
              <a:avLst/>
            </a:prstGeom>
          </p:spPr>
          <p:txBody>
            <a:bodyPr wrap="square" lIns="0" tIns="0" rIns="0" bIns="0" anchor="t" anchorCtr="0">
              <a:spAutoFit/>
            </a:bodyPr>
            <a:lstStyle/>
            <a:p>
              <a:pPr marL="0" marR="0" lvl="0" indent="0" algn="l" defTabSz="914400" rtl="0" eaLnBrk="1" fontAlgn="auto" latinLnBrk="0" hangingPunct="1">
                <a:lnSpc>
                  <a:spcPct val="100000"/>
                </a:lnSpc>
                <a:spcBef>
                  <a:spcPts val="0"/>
                </a:spcBef>
                <a:spcAft>
                  <a:spcPts val="1200"/>
                </a:spcAft>
                <a:buClr>
                  <a:srgbClr val="7AB5D3"/>
                </a:buClr>
                <a:buSzTx/>
                <a:buFontTx/>
                <a:buNone/>
                <a:tabLst/>
                <a:defRPr/>
              </a:pPr>
              <a:r>
                <a:rPr kumimoji="0" lang="pt-BR" sz="1200" b="1" i="0" u="none" strike="noStrike" kern="1200" cap="none" spc="0" normalizeH="0" baseline="0" noProof="0">
                  <a:ln>
                    <a:noFill/>
                  </a:ln>
                  <a:solidFill>
                    <a:srgbClr val="071C25"/>
                  </a:solidFill>
                  <a:effectLst/>
                  <a:uLnTx/>
                  <a:uFillTx/>
                  <a:latin typeface="Arial"/>
                  <a:ea typeface="+mn-ea"/>
                  <a:cs typeface="+mn-cs"/>
                </a:rPr>
                <a:t>Nosso time conta com profissionais de rica vivência, tanto em consultoria estratégica quanto em destacados cargos executivos de vários setores</a:t>
              </a:r>
            </a:p>
            <a:p>
              <a:pPr marL="0" marR="0" lvl="0" indent="0" algn="l" defTabSz="914400" rtl="0" eaLnBrk="1" fontAlgn="auto" latinLnBrk="0" hangingPunct="1">
                <a:lnSpc>
                  <a:spcPct val="100000"/>
                </a:lnSpc>
                <a:spcBef>
                  <a:spcPts val="0"/>
                </a:spcBef>
                <a:spcAft>
                  <a:spcPts val="1200"/>
                </a:spcAft>
                <a:buClr>
                  <a:srgbClr val="7AB5D3"/>
                </a:buClr>
                <a:buSzTx/>
                <a:buFontTx/>
                <a:buNone/>
                <a:tabLst/>
                <a:defRPr/>
              </a:pPr>
              <a:r>
                <a:rPr kumimoji="0" lang="pt-BR" sz="1200" b="0" i="0" u="none" strike="noStrike" kern="1200" cap="none" spc="0" normalizeH="0" baseline="0" noProof="0">
                  <a:ln>
                    <a:noFill/>
                  </a:ln>
                  <a:solidFill>
                    <a:srgbClr val="071C25"/>
                  </a:solidFill>
                  <a:effectLst/>
                  <a:uLnTx/>
                  <a:uFillTx/>
                  <a:latin typeface="Arial"/>
                  <a:ea typeface="+mn-ea"/>
                  <a:cs typeface="+mn-cs"/>
                </a:rPr>
                <a:t>Conseguimos aliar capacidade crítica e analítica com a empatia de quem já vivenciou o ambiente empresarial na prática</a:t>
              </a:r>
            </a:p>
          </p:txBody>
        </p:sp>
      </p:grpSp>
      <p:sp>
        <p:nvSpPr>
          <p:cNvPr id="44" name="Rectangle 34">
            <a:extLst>
              <a:ext uri="{FF2B5EF4-FFF2-40B4-BE49-F238E27FC236}">
                <a16:creationId xmlns:a16="http://schemas.microsoft.com/office/drawing/2014/main" id="{F2A4FE3B-C01E-4B9A-B270-C07129A4A0AB}"/>
              </a:ext>
            </a:extLst>
          </p:cNvPr>
          <p:cNvSpPr/>
          <p:nvPr/>
        </p:nvSpPr>
        <p:spPr>
          <a:xfrm>
            <a:off x="4894263" y="844395"/>
            <a:ext cx="7297738" cy="3217082"/>
          </a:xfrm>
          <a:prstGeom prst="rect">
            <a:avLst/>
          </a:prstGeom>
          <a:solidFill>
            <a:schemeClr val="bg1">
              <a:lumMod val="9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200" b="0" i="0" u="none" strike="noStrike" kern="1200" cap="none" spc="0" normalizeH="0" baseline="0" noProof="0">
              <a:ln>
                <a:noFill/>
              </a:ln>
              <a:solidFill>
                <a:srgbClr val="2E3D85"/>
              </a:solidFill>
              <a:effectLst/>
              <a:uLnTx/>
              <a:uFillTx/>
              <a:latin typeface="Arial"/>
              <a:ea typeface="+mn-ea"/>
              <a:cs typeface="+mn-cs"/>
            </a:endParaRPr>
          </a:p>
        </p:txBody>
      </p:sp>
      <p:sp>
        <p:nvSpPr>
          <p:cNvPr id="48" name="Rectangle 34">
            <a:extLst>
              <a:ext uri="{FF2B5EF4-FFF2-40B4-BE49-F238E27FC236}">
                <a16:creationId xmlns:a16="http://schemas.microsoft.com/office/drawing/2014/main" id="{672C8B49-F970-4511-8527-57E6E80A2D0B}"/>
              </a:ext>
            </a:extLst>
          </p:cNvPr>
          <p:cNvSpPr/>
          <p:nvPr/>
        </p:nvSpPr>
        <p:spPr>
          <a:xfrm>
            <a:off x="4894263" y="4144973"/>
            <a:ext cx="7297123" cy="2134069"/>
          </a:xfrm>
          <a:prstGeom prst="rect">
            <a:avLst/>
          </a:prstGeom>
          <a:solidFill>
            <a:schemeClr val="bg1">
              <a:lumMod val="9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200" b="0" i="0" u="none" strike="noStrike" kern="1200" cap="none" spc="0" normalizeH="0" baseline="0" noProof="0">
              <a:ln>
                <a:noFill/>
              </a:ln>
              <a:solidFill>
                <a:srgbClr val="2E3D85"/>
              </a:solidFill>
              <a:effectLst/>
              <a:uLnTx/>
              <a:uFillTx/>
              <a:latin typeface="Arial"/>
              <a:ea typeface="+mn-ea"/>
              <a:cs typeface="+mn-cs"/>
            </a:endParaRPr>
          </a:p>
        </p:txBody>
      </p:sp>
      <p:pic>
        <p:nvPicPr>
          <p:cNvPr id="22" name="Picture 10">
            <a:extLst>
              <a:ext uri="{FF2B5EF4-FFF2-40B4-BE49-F238E27FC236}">
                <a16:creationId xmlns:a16="http://schemas.microsoft.com/office/drawing/2014/main" id="{1382CEB8-DAF6-4577-8568-4FEB3E9ADF9B}"/>
              </a:ext>
            </a:extLst>
          </p:cNvPr>
          <p:cNvPicPr>
            <a:picLocks/>
          </p:cNvPicPr>
          <p:nvPr/>
        </p:nvPicPr>
        <p:blipFill rotWithShape="1">
          <a:blip r:embed="rId10" cstate="email">
            <a:duotone>
              <a:srgbClr val="D2D2D2">
                <a:shade val="45000"/>
                <a:satMod val="135000"/>
              </a:srgbClr>
              <a:prstClr val="white"/>
            </a:duotone>
            <a:alphaModFix/>
            <a:extLst>
              <a:ext uri="{28A0092B-C50C-407E-A947-70E740481C1C}">
                <a14:useLocalDpi xmlns:a14="http://schemas.microsoft.com/office/drawing/2010/main"/>
              </a:ext>
            </a:extLst>
          </a:blip>
          <a:srcRect/>
          <a:stretch/>
        </p:blipFill>
        <p:spPr>
          <a:xfrm>
            <a:off x="5024363" y="1283336"/>
            <a:ext cx="7037538" cy="2753243"/>
          </a:xfrm>
          <a:prstGeom prst="rect">
            <a:avLst/>
          </a:prstGeom>
        </p:spPr>
      </p:pic>
      <p:sp>
        <p:nvSpPr>
          <p:cNvPr id="23" name="Elipse 339">
            <a:extLst>
              <a:ext uri="{FF2B5EF4-FFF2-40B4-BE49-F238E27FC236}">
                <a16:creationId xmlns:a16="http://schemas.microsoft.com/office/drawing/2014/main" id="{D4D2AC30-F9D1-438A-B1D5-BE519F671730}"/>
              </a:ext>
            </a:extLst>
          </p:cNvPr>
          <p:cNvSpPr/>
          <p:nvPr/>
        </p:nvSpPr>
        <p:spPr>
          <a:xfrm>
            <a:off x="9261729" y="1811099"/>
            <a:ext cx="111144" cy="111144"/>
          </a:xfrm>
          <a:prstGeom prst="ellipse">
            <a:avLst/>
          </a:prstGeom>
          <a:solidFill>
            <a:schemeClr val="bg1"/>
          </a:solidFill>
          <a:ln w="952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pt-BR" sz="1200" b="1" i="0" u="none" strike="noStrike" kern="0" cap="none" spc="0" normalizeH="0" baseline="0" noProof="0">
              <a:ln>
                <a:noFill/>
              </a:ln>
              <a:solidFill>
                <a:srgbClr val="073E87"/>
              </a:solidFill>
              <a:effectLst/>
              <a:uLnTx/>
              <a:uFillTx/>
              <a:latin typeface="Arial"/>
              <a:ea typeface="+mn-ea"/>
              <a:cs typeface="+mn-cs"/>
            </a:endParaRPr>
          </a:p>
        </p:txBody>
      </p:sp>
      <p:sp>
        <p:nvSpPr>
          <p:cNvPr id="24" name="Rectangle 6">
            <a:extLst>
              <a:ext uri="{FF2B5EF4-FFF2-40B4-BE49-F238E27FC236}">
                <a16:creationId xmlns:a16="http://schemas.microsoft.com/office/drawing/2014/main" id="{6BCC0098-8B04-4BDB-8A76-64B34E97D879}"/>
              </a:ext>
            </a:extLst>
          </p:cNvPr>
          <p:cNvSpPr>
            <a:spLocks noChangeArrowheads="1"/>
          </p:cNvSpPr>
          <p:nvPr/>
        </p:nvSpPr>
        <p:spPr bwMode="gray">
          <a:xfrm>
            <a:off x="9300216" y="2003546"/>
            <a:ext cx="580287" cy="1523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defTabSz="895350">
              <a:buClr>
                <a:schemeClr val="tx2"/>
              </a:buClr>
              <a:defRPr sz="1600">
                <a:solidFill>
                  <a:schemeClr val="tx1"/>
                </a:solidFill>
                <a:latin typeface="Arial" charset="0"/>
              </a:defRPr>
            </a:lvl1pPr>
            <a:lvl2pPr marL="193675" indent="-192088" defTabSz="895350">
              <a:buClr>
                <a:schemeClr val="tx2"/>
              </a:buClr>
              <a:buSzPct val="125000"/>
              <a:buFont typeface="Arial" charset="0"/>
              <a:buChar char="▪"/>
              <a:defRPr sz="1600">
                <a:solidFill>
                  <a:schemeClr val="tx1"/>
                </a:solidFill>
                <a:latin typeface="Arial" charset="0"/>
              </a:defRPr>
            </a:lvl2pPr>
            <a:lvl3pPr marL="457200" indent="-261938" defTabSz="895350">
              <a:buClr>
                <a:schemeClr val="tx2"/>
              </a:buClr>
              <a:buSzPct val="120000"/>
              <a:buFont typeface="Arial" charset="0"/>
              <a:buChar char="–"/>
              <a:defRPr sz="1600">
                <a:solidFill>
                  <a:schemeClr val="tx1"/>
                </a:solidFill>
                <a:latin typeface="Arial" charset="0"/>
              </a:defRPr>
            </a:lvl3pPr>
            <a:lvl4pPr marL="614363" indent="-155575" defTabSz="895350">
              <a:buClr>
                <a:schemeClr val="tx2"/>
              </a:buClr>
              <a:buSzPct val="120000"/>
              <a:buFont typeface="Arial" charset="0"/>
              <a:buChar char="▫"/>
              <a:defRPr sz="1600">
                <a:solidFill>
                  <a:schemeClr val="tx1"/>
                </a:solidFill>
                <a:latin typeface="Arial" charset="0"/>
              </a:defRPr>
            </a:lvl4pPr>
            <a:lvl5pPr marL="746125" indent="-130175" defTabSz="895350">
              <a:buClr>
                <a:schemeClr val="tx2"/>
              </a:buClr>
              <a:buSzPct val="89000"/>
              <a:buFont typeface="Arial" charset="0"/>
              <a:buChar char="-"/>
              <a:defRPr sz="1600">
                <a:solidFill>
                  <a:schemeClr val="tx1"/>
                </a:solidFill>
                <a:latin typeface="Arial" charset="0"/>
              </a:defRPr>
            </a:lvl5pPr>
            <a:lvl6pPr marL="1203325" indent="-130175" defTabSz="895350" fontAlgn="base">
              <a:spcBef>
                <a:spcPct val="0"/>
              </a:spcBef>
              <a:spcAft>
                <a:spcPct val="0"/>
              </a:spcAft>
              <a:buClr>
                <a:schemeClr val="tx2"/>
              </a:buClr>
              <a:buSzPct val="89000"/>
              <a:buFont typeface="Arial" charset="0"/>
              <a:buChar char="-"/>
              <a:defRPr sz="1600">
                <a:solidFill>
                  <a:schemeClr val="tx1"/>
                </a:solidFill>
                <a:latin typeface="Arial" charset="0"/>
              </a:defRPr>
            </a:lvl6pPr>
            <a:lvl7pPr marL="1660525" indent="-130175" defTabSz="895350" fontAlgn="base">
              <a:spcBef>
                <a:spcPct val="0"/>
              </a:spcBef>
              <a:spcAft>
                <a:spcPct val="0"/>
              </a:spcAft>
              <a:buClr>
                <a:schemeClr val="tx2"/>
              </a:buClr>
              <a:buSzPct val="89000"/>
              <a:buFont typeface="Arial" charset="0"/>
              <a:buChar char="-"/>
              <a:defRPr sz="1600">
                <a:solidFill>
                  <a:schemeClr val="tx1"/>
                </a:solidFill>
                <a:latin typeface="Arial" charset="0"/>
              </a:defRPr>
            </a:lvl7pPr>
            <a:lvl8pPr marL="2117725" indent="-130175" defTabSz="895350" fontAlgn="base">
              <a:spcBef>
                <a:spcPct val="0"/>
              </a:spcBef>
              <a:spcAft>
                <a:spcPct val="0"/>
              </a:spcAft>
              <a:buClr>
                <a:schemeClr val="tx2"/>
              </a:buClr>
              <a:buSzPct val="89000"/>
              <a:buFont typeface="Arial" charset="0"/>
              <a:buChar char="-"/>
              <a:defRPr sz="1600">
                <a:solidFill>
                  <a:schemeClr val="tx1"/>
                </a:solidFill>
                <a:latin typeface="Arial" charset="0"/>
              </a:defRPr>
            </a:lvl8pPr>
            <a:lvl9pPr marL="2574925" indent="-130175" defTabSz="895350" fontAlgn="base">
              <a:spcBef>
                <a:spcPct val="0"/>
              </a:spcBef>
              <a:spcAft>
                <a:spcPct val="0"/>
              </a:spcAft>
              <a:buClr>
                <a:schemeClr val="tx2"/>
              </a:buClr>
              <a:buSzPct val="89000"/>
              <a:buFont typeface="Arial" charset="0"/>
              <a:buChar char="-"/>
              <a:defRPr sz="1600">
                <a:solidFill>
                  <a:schemeClr val="tx1"/>
                </a:solidFill>
                <a:latin typeface="Arial" charset="0"/>
              </a:defRPr>
            </a:lvl9pPr>
          </a:lstStyle>
          <a:p>
            <a:pPr marL="0" marR="0" lvl="0" indent="0" algn="l" defTabSz="895350" rtl="0" eaLnBrk="1" fontAlgn="base" latinLnBrk="0" hangingPunct="1">
              <a:lnSpc>
                <a:spcPct val="90000"/>
              </a:lnSpc>
              <a:spcBef>
                <a:spcPct val="10000"/>
              </a:spcBef>
              <a:spcAft>
                <a:spcPct val="0"/>
              </a:spcAft>
              <a:buClrTx/>
              <a:buSzTx/>
              <a:buFontTx/>
              <a:buNone/>
              <a:tabLst/>
              <a:defRPr/>
            </a:pPr>
            <a:r>
              <a:rPr kumimoji="0" lang="pt-BR" altLang="pt-BR" sz="1100" b="1" i="0" u="none" strike="noStrike" kern="0" cap="none" spc="0" normalizeH="0" baseline="0" noProof="0">
                <a:ln>
                  <a:noFill/>
                </a:ln>
                <a:solidFill>
                  <a:srgbClr val="071C25"/>
                </a:solidFill>
                <a:effectLst/>
                <a:uLnTx/>
                <a:uFillTx/>
                <a:latin typeface="Arial"/>
                <a:ea typeface="+mn-ea"/>
                <a:cs typeface="Arial" charset="0"/>
              </a:rPr>
              <a:t>Munique</a:t>
            </a:r>
            <a:endParaRPr kumimoji="0" lang="pt-BR" altLang="pt-BR" sz="1100" b="0" i="0" u="none" strike="noStrike" kern="0" cap="none" spc="0" normalizeH="0" baseline="0" noProof="0">
              <a:ln>
                <a:noFill/>
              </a:ln>
              <a:solidFill>
                <a:srgbClr val="071C25"/>
              </a:solidFill>
              <a:effectLst/>
              <a:uLnTx/>
              <a:uFillTx/>
              <a:latin typeface="Arial"/>
              <a:ea typeface="+mn-ea"/>
              <a:cs typeface="Arial" charset="0"/>
            </a:endParaRPr>
          </a:p>
        </p:txBody>
      </p:sp>
      <p:sp>
        <p:nvSpPr>
          <p:cNvPr id="29" name="Elipse 306">
            <a:extLst>
              <a:ext uri="{FF2B5EF4-FFF2-40B4-BE49-F238E27FC236}">
                <a16:creationId xmlns:a16="http://schemas.microsoft.com/office/drawing/2014/main" id="{BE8A5C09-07B1-49B6-B123-388C574B48E7}"/>
              </a:ext>
            </a:extLst>
          </p:cNvPr>
          <p:cNvSpPr/>
          <p:nvPr/>
        </p:nvSpPr>
        <p:spPr>
          <a:xfrm>
            <a:off x="8043678" y="3654158"/>
            <a:ext cx="111144" cy="111144"/>
          </a:xfrm>
          <a:prstGeom prst="ellipse">
            <a:avLst/>
          </a:prstGeom>
          <a:solidFill>
            <a:schemeClr val="tx2"/>
          </a:solidFill>
          <a:ln w="9525">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pt-BR" sz="1200" b="1" i="0" u="none" strike="noStrike" kern="0" cap="none" spc="0" normalizeH="0" baseline="0" noProof="0">
              <a:ln>
                <a:noFill/>
              </a:ln>
              <a:solidFill>
                <a:srgbClr val="073E87"/>
              </a:solidFill>
              <a:effectLst/>
              <a:uLnTx/>
              <a:uFillTx/>
              <a:latin typeface="Arial"/>
              <a:ea typeface="+mn-ea"/>
              <a:cs typeface="+mn-cs"/>
            </a:endParaRPr>
          </a:p>
        </p:txBody>
      </p:sp>
      <p:sp>
        <p:nvSpPr>
          <p:cNvPr id="30" name="Rectangle 6">
            <a:extLst>
              <a:ext uri="{FF2B5EF4-FFF2-40B4-BE49-F238E27FC236}">
                <a16:creationId xmlns:a16="http://schemas.microsoft.com/office/drawing/2014/main" id="{36D2947A-660C-4FA1-95F9-A1CACDD70E8F}"/>
              </a:ext>
            </a:extLst>
          </p:cNvPr>
          <p:cNvSpPr>
            <a:spLocks noChangeArrowheads="1"/>
          </p:cNvSpPr>
          <p:nvPr/>
        </p:nvSpPr>
        <p:spPr bwMode="gray">
          <a:xfrm>
            <a:off x="8187571" y="3550682"/>
            <a:ext cx="971420" cy="1523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marL="0" marR="0" lvl="0" indent="0" algn="l" defTabSz="895350" rtl="0" eaLnBrk="1" fontAlgn="base" latinLnBrk="0" hangingPunct="1">
              <a:lnSpc>
                <a:spcPct val="90000"/>
              </a:lnSpc>
              <a:spcBef>
                <a:spcPct val="10000"/>
              </a:spcBef>
              <a:spcAft>
                <a:spcPct val="0"/>
              </a:spcAft>
              <a:buClrTx/>
              <a:buSzTx/>
              <a:buFontTx/>
              <a:buNone/>
              <a:tabLst/>
              <a:defRPr/>
            </a:pPr>
            <a:r>
              <a:rPr kumimoji="0" lang="pt-BR" altLang="pt-BR" sz="1100" b="1" i="0" u="none" strike="noStrike" kern="0" cap="none" spc="0" normalizeH="0" baseline="0" noProof="0">
                <a:ln>
                  <a:noFill/>
                </a:ln>
                <a:solidFill>
                  <a:srgbClr val="071C25"/>
                </a:solidFill>
                <a:effectLst/>
                <a:uLnTx/>
                <a:uFillTx/>
                <a:latin typeface="Arial"/>
                <a:ea typeface="+mn-ea"/>
                <a:cs typeface="Arial" charset="0"/>
              </a:rPr>
              <a:t>Rio de Janeiro</a:t>
            </a:r>
          </a:p>
        </p:txBody>
      </p:sp>
      <p:sp>
        <p:nvSpPr>
          <p:cNvPr id="31" name="Elipse 306">
            <a:extLst>
              <a:ext uri="{FF2B5EF4-FFF2-40B4-BE49-F238E27FC236}">
                <a16:creationId xmlns:a16="http://schemas.microsoft.com/office/drawing/2014/main" id="{78B35C0C-AF04-4725-BD61-1ECCCC3564A0}"/>
              </a:ext>
            </a:extLst>
          </p:cNvPr>
          <p:cNvSpPr/>
          <p:nvPr/>
        </p:nvSpPr>
        <p:spPr>
          <a:xfrm>
            <a:off x="7921803" y="3726986"/>
            <a:ext cx="111144" cy="111144"/>
          </a:xfrm>
          <a:prstGeom prst="ellipse">
            <a:avLst/>
          </a:prstGeom>
          <a:solidFill>
            <a:schemeClr val="tx2"/>
          </a:solidFill>
          <a:ln w="9525">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pt-BR" sz="1200" b="1" i="0" u="none" strike="noStrike" kern="0" cap="none" spc="0" normalizeH="0" baseline="0" noProof="0">
              <a:ln>
                <a:noFill/>
              </a:ln>
              <a:solidFill>
                <a:srgbClr val="073E87"/>
              </a:solidFill>
              <a:effectLst/>
              <a:uLnTx/>
              <a:uFillTx/>
              <a:latin typeface="Arial"/>
              <a:ea typeface="+mn-ea"/>
              <a:cs typeface="+mn-cs"/>
            </a:endParaRPr>
          </a:p>
        </p:txBody>
      </p:sp>
      <p:sp>
        <p:nvSpPr>
          <p:cNvPr id="32" name="Rectangle 6">
            <a:extLst>
              <a:ext uri="{FF2B5EF4-FFF2-40B4-BE49-F238E27FC236}">
                <a16:creationId xmlns:a16="http://schemas.microsoft.com/office/drawing/2014/main" id="{B4A37B7F-2BC3-4E4C-A15C-5B7D17CE01E9}"/>
              </a:ext>
            </a:extLst>
          </p:cNvPr>
          <p:cNvSpPr>
            <a:spLocks noChangeArrowheads="1"/>
          </p:cNvSpPr>
          <p:nvPr/>
        </p:nvSpPr>
        <p:spPr bwMode="gray">
          <a:xfrm>
            <a:off x="8019820" y="3847501"/>
            <a:ext cx="682879" cy="1523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marL="0" marR="0" lvl="0" indent="0" algn="l" defTabSz="895350" rtl="0" eaLnBrk="1" fontAlgn="base" latinLnBrk="0" hangingPunct="1">
              <a:lnSpc>
                <a:spcPct val="90000"/>
              </a:lnSpc>
              <a:spcBef>
                <a:spcPct val="10000"/>
              </a:spcBef>
              <a:spcAft>
                <a:spcPct val="0"/>
              </a:spcAft>
              <a:buClrTx/>
              <a:buSzTx/>
              <a:buFontTx/>
              <a:buNone/>
              <a:tabLst/>
              <a:defRPr/>
            </a:pPr>
            <a:r>
              <a:rPr kumimoji="0" lang="pt-BR" altLang="pt-BR" sz="1100" b="1" i="0" u="none" strike="noStrike" kern="0" cap="none" spc="0" normalizeH="0" baseline="0" noProof="0">
                <a:ln>
                  <a:noFill/>
                </a:ln>
                <a:solidFill>
                  <a:srgbClr val="071C25"/>
                </a:solidFill>
                <a:effectLst/>
                <a:uLnTx/>
                <a:uFillTx/>
                <a:latin typeface="Arial"/>
                <a:ea typeface="+mn-ea"/>
                <a:cs typeface="Arial" charset="0"/>
              </a:rPr>
              <a:t>São Paulo</a:t>
            </a:r>
          </a:p>
        </p:txBody>
      </p:sp>
      <p:sp>
        <p:nvSpPr>
          <p:cNvPr id="33" name="Retângulo 41">
            <a:extLst>
              <a:ext uri="{FF2B5EF4-FFF2-40B4-BE49-F238E27FC236}">
                <a16:creationId xmlns:a16="http://schemas.microsoft.com/office/drawing/2014/main" id="{F72D6F5E-0BBD-4355-83C9-273A25121902}"/>
              </a:ext>
            </a:extLst>
          </p:cNvPr>
          <p:cNvSpPr>
            <a:spLocks/>
          </p:cNvSpPr>
          <p:nvPr/>
        </p:nvSpPr>
        <p:spPr>
          <a:xfrm>
            <a:off x="5081070" y="1368245"/>
            <a:ext cx="2726015" cy="1107996"/>
          </a:xfrm>
          <a:prstGeom prst="rect">
            <a:avLst/>
          </a:prstGeom>
        </p:spPr>
        <p:txBody>
          <a:bodyPr wrap="square" lIns="0" tIns="0" rIns="0" bIns="0" anchor="t" anchorCtr="0">
            <a:spAutoFit/>
          </a:bodyPr>
          <a:lstStyle/>
          <a:p>
            <a:pPr marL="0" marR="0" lvl="0" indent="0" algn="l" defTabSz="914400" rtl="0" eaLnBrk="1" fontAlgn="auto" latinLnBrk="0" hangingPunct="1">
              <a:lnSpc>
                <a:spcPct val="100000"/>
              </a:lnSpc>
              <a:spcBef>
                <a:spcPts val="0"/>
              </a:spcBef>
              <a:spcAft>
                <a:spcPts val="1200"/>
              </a:spcAft>
              <a:buClr>
                <a:srgbClr val="7AB5D3"/>
              </a:buClr>
              <a:buSzTx/>
              <a:buFontTx/>
              <a:buNone/>
              <a:tabLst/>
              <a:defRPr/>
            </a:pPr>
            <a:r>
              <a:rPr kumimoji="0" lang="pt-BR" sz="1200" b="1" i="1" u="none" strike="noStrike" kern="1200" cap="none" spc="0" normalizeH="0" baseline="0" noProof="0">
                <a:ln>
                  <a:noFill/>
                </a:ln>
                <a:solidFill>
                  <a:srgbClr val="071C25"/>
                </a:solidFill>
                <a:effectLst/>
                <a:uLnTx/>
                <a:uFillTx/>
                <a:latin typeface="Arial"/>
                <a:ea typeface="+mn-ea"/>
                <a:cs typeface="+mn-cs"/>
              </a:rPr>
              <a:t>Nossa equipe conta com 50+ consultores e 8 sócios em nossos escritórios de São Paulo e Rio de Janeiro, além disso, possuímos parcerias com as melhores consultorias ao redor do Mundo</a:t>
            </a:r>
            <a:endParaRPr kumimoji="0" lang="pt-BR" sz="1200" b="1" i="1" u="none" strike="noStrike" kern="1200" cap="none" spc="0" normalizeH="0" baseline="0" noProof="0">
              <a:ln>
                <a:noFill/>
              </a:ln>
              <a:solidFill>
                <a:srgbClr val="071C25"/>
              </a:solidFill>
              <a:effectLst/>
              <a:highlight>
                <a:srgbClr val="FFFF00"/>
              </a:highlight>
              <a:uLnTx/>
              <a:uFillTx/>
              <a:latin typeface="Arial"/>
              <a:ea typeface="+mn-ea"/>
              <a:cs typeface="+mn-cs"/>
            </a:endParaRPr>
          </a:p>
        </p:txBody>
      </p:sp>
      <p:grpSp>
        <p:nvGrpSpPr>
          <p:cNvPr id="54" name="Group 53">
            <a:extLst>
              <a:ext uri="{FF2B5EF4-FFF2-40B4-BE49-F238E27FC236}">
                <a16:creationId xmlns:a16="http://schemas.microsoft.com/office/drawing/2014/main" id="{91B6546F-59C4-45FE-A8F0-32690A067664}"/>
              </a:ext>
            </a:extLst>
          </p:cNvPr>
          <p:cNvGrpSpPr/>
          <p:nvPr/>
        </p:nvGrpSpPr>
        <p:grpSpPr>
          <a:xfrm>
            <a:off x="9028891" y="994263"/>
            <a:ext cx="2988241" cy="138516"/>
            <a:chOff x="8814826" y="970513"/>
            <a:chExt cx="2988241" cy="138516"/>
          </a:xfrm>
        </p:grpSpPr>
        <p:sp>
          <p:nvSpPr>
            <p:cNvPr id="34" name="Elipse 339">
              <a:extLst>
                <a:ext uri="{FF2B5EF4-FFF2-40B4-BE49-F238E27FC236}">
                  <a16:creationId xmlns:a16="http://schemas.microsoft.com/office/drawing/2014/main" id="{2E9541A2-424A-4AD7-8767-682F793ACB9F}"/>
                </a:ext>
              </a:extLst>
            </p:cNvPr>
            <p:cNvSpPr/>
            <p:nvPr/>
          </p:nvSpPr>
          <p:spPr>
            <a:xfrm>
              <a:off x="8814826" y="984190"/>
              <a:ext cx="111144" cy="111144"/>
            </a:xfrm>
            <a:prstGeom prst="ellipse">
              <a:avLst/>
            </a:prstGeom>
            <a:solidFill>
              <a:schemeClr val="tx2"/>
            </a:solidFill>
            <a:ln w="952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pt-BR" sz="1000" b="1" i="0" u="none" strike="noStrike" kern="0" cap="none" spc="0" normalizeH="0" baseline="0" noProof="0">
                <a:ln>
                  <a:noFill/>
                </a:ln>
                <a:solidFill>
                  <a:srgbClr val="073E87"/>
                </a:solidFill>
                <a:effectLst/>
                <a:uLnTx/>
                <a:uFillTx/>
                <a:latin typeface="Arial"/>
                <a:ea typeface="+mn-ea"/>
                <a:cs typeface="+mn-cs"/>
              </a:endParaRPr>
            </a:p>
          </p:txBody>
        </p:sp>
        <p:sp>
          <p:nvSpPr>
            <p:cNvPr id="35" name="Rectangle 6">
              <a:extLst>
                <a:ext uri="{FF2B5EF4-FFF2-40B4-BE49-F238E27FC236}">
                  <a16:creationId xmlns:a16="http://schemas.microsoft.com/office/drawing/2014/main" id="{9C7F3EFD-C6B3-47F8-BC9E-88A79958D49C}"/>
                </a:ext>
              </a:extLst>
            </p:cNvPr>
            <p:cNvSpPr>
              <a:spLocks noChangeArrowheads="1"/>
            </p:cNvSpPr>
            <p:nvPr/>
          </p:nvSpPr>
          <p:spPr bwMode="gray">
            <a:xfrm>
              <a:off x="9008688" y="970513"/>
              <a:ext cx="1365758" cy="138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defTabSz="895350">
                <a:buClr>
                  <a:schemeClr val="tx2"/>
                </a:buClr>
                <a:defRPr sz="1600">
                  <a:solidFill>
                    <a:schemeClr val="tx1"/>
                  </a:solidFill>
                  <a:latin typeface="Arial" charset="0"/>
                </a:defRPr>
              </a:lvl1pPr>
              <a:lvl2pPr marL="193675" indent="-192088" defTabSz="895350">
                <a:buClr>
                  <a:schemeClr val="tx2"/>
                </a:buClr>
                <a:buSzPct val="125000"/>
                <a:buFont typeface="Arial" charset="0"/>
                <a:buChar char="▪"/>
                <a:defRPr sz="1600">
                  <a:solidFill>
                    <a:schemeClr val="tx1"/>
                  </a:solidFill>
                  <a:latin typeface="Arial" charset="0"/>
                </a:defRPr>
              </a:lvl2pPr>
              <a:lvl3pPr marL="457200" indent="-261938" defTabSz="895350">
                <a:buClr>
                  <a:schemeClr val="tx2"/>
                </a:buClr>
                <a:buSzPct val="120000"/>
                <a:buFont typeface="Arial" charset="0"/>
                <a:buChar char="–"/>
                <a:defRPr sz="1600">
                  <a:solidFill>
                    <a:schemeClr val="tx1"/>
                  </a:solidFill>
                  <a:latin typeface="Arial" charset="0"/>
                </a:defRPr>
              </a:lvl3pPr>
              <a:lvl4pPr marL="614363" indent="-155575" defTabSz="895350">
                <a:buClr>
                  <a:schemeClr val="tx2"/>
                </a:buClr>
                <a:buSzPct val="120000"/>
                <a:buFont typeface="Arial" charset="0"/>
                <a:buChar char="▫"/>
                <a:defRPr sz="1600">
                  <a:solidFill>
                    <a:schemeClr val="tx1"/>
                  </a:solidFill>
                  <a:latin typeface="Arial" charset="0"/>
                </a:defRPr>
              </a:lvl4pPr>
              <a:lvl5pPr marL="746125" indent="-130175" defTabSz="895350">
                <a:buClr>
                  <a:schemeClr val="tx2"/>
                </a:buClr>
                <a:buSzPct val="89000"/>
                <a:buFont typeface="Arial" charset="0"/>
                <a:buChar char="-"/>
                <a:defRPr sz="1600">
                  <a:solidFill>
                    <a:schemeClr val="tx1"/>
                  </a:solidFill>
                  <a:latin typeface="Arial" charset="0"/>
                </a:defRPr>
              </a:lvl5pPr>
              <a:lvl6pPr marL="1203325" indent="-130175" defTabSz="895350" fontAlgn="base">
                <a:spcBef>
                  <a:spcPct val="0"/>
                </a:spcBef>
                <a:spcAft>
                  <a:spcPct val="0"/>
                </a:spcAft>
                <a:buClr>
                  <a:schemeClr val="tx2"/>
                </a:buClr>
                <a:buSzPct val="89000"/>
                <a:buFont typeface="Arial" charset="0"/>
                <a:buChar char="-"/>
                <a:defRPr sz="1600">
                  <a:solidFill>
                    <a:schemeClr val="tx1"/>
                  </a:solidFill>
                  <a:latin typeface="Arial" charset="0"/>
                </a:defRPr>
              </a:lvl6pPr>
              <a:lvl7pPr marL="1660525" indent="-130175" defTabSz="895350" fontAlgn="base">
                <a:spcBef>
                  <a:spcPct val="0"/>
                </a:spcBef>
                <a:spcAft>
                  <a:spcPct val="0"/>
                </a:spcAft>
                <a:buClr>
                  <a:schemeClr val="tx2"/>
                </a:buClr>
                <a:buSzPct val="89000"/>
                <a:buFont typeface="Arial" charset="0"/>
                <a:buChar char="-"/>
                <a:defRPr sz="1600">
                  <a:solidFill>
                    <a:schemeClr val="tx1"/>
                  </a:solidFill>
                  <a:latin typeface="Arial" charset="0"/>
                </a:defRPr>
              </a:lvl7pPr>
              <a:lvl8pPr marL="2117725" indent="-130175" defTabSz="895350" fontAlgn="base">
                <a:spcBef>
                  <a:spcPct val="0"/>
                </a:spcBef>
                <a:spcAft>
                  <a:spcPct val="0"/>
                </a:spcAft>
                <a:buClr>
                  <a:schemeClr val="tx2"/>
                </a:buClr>
                <a:buSzPct val="89000"/>
                <a:buFont typeface="Arial" charset="0"/>
                <a:buChar char="-"/>
                <a:defRPr sz="1600">
                  <a:solidFill>
                    <a:schemeClr val="tx1"/>
                  </a:solidFill>
                  <a:latin typeface="Arial" charset="0"/>
                </a:defRPr>
              </a:lvl8pPr>
              <a:lvl9pPr marL="2574925" indent="-130175" defTabSz="895350" fontAlgn="base">
                <a:spcBef>
                  <a:spcPct val="0"/>
                </a:spcBef>
                <a:spcAft>
                  <a:spcPct val="0"/>
                </a:spcAft>
                <a:buClr>
                  <a:schemeClr val="tx2"/>
                </a:buClr>
                <a:buSzPct val="89000"/>
                <a:buFont typeface="Arial" charset="0"/>
                <a:buChar char="-"/>
                <a:defRPr sz="1600">
                  <a:solidFill>
                    <a:schemeClr val="tx1"/>
                  </a:solidFill>
                  <a:latin typeface="Arial" charset="0"/>
                </a:defRPr>
              </a:lvl9pPr>
            </a:lstStyle>
            <a:p>
              <a:pPr marL="0" marR="0" lvl="0" indent="0" algn="l" defTabSz="895350" rtl="0" eaLnBrk="1" fontAlgn="base" latinLnBrk="0" hangingPunct="1">
                <a:lnSpc>
                  <a:spcPct val="90000"/>
                </a:lnSpc>
                <a:spcBef>
                  <a:spcPct val="10000"/>
                </a:spcBef>
                <a:spcAft>
                  <a:spcPct val="0"/>
                </a:spcAft>
                <a:buClrTx/>
                <a:buSzTx/>
                <a:buFontTx/>
                <a:buNone/>
                <a:tabLst/>
                <a:defRPr/>
              </a:pPr>
              <a:r>
                <a:rPr kumimoji="0" lang="pt-BR" altLang="pt-BR" sz="1000" b="0" i="0" u="none" strike="noStrike" kern="0" cap="none" spc="0" normalizeH="0" baseline="0" noProof="0">
                  <a:ln>
                    <a:noFill/>
                  </a:ln>
                  <a:solidFill>
                    <a:srgbClr val="000000"/>
                  </a:solidFill>
                  <a:effectLst/>
                  <a:uLnTx/>
                  <a:uFillTx/>
                  <a:latin typeface="Arial"/>
                  <a:ea typeface="+mn-ea"/>
                  <a:cs typeface="Arial" charset="0"/>
                </a:rPr>
                <a:t>Escritórios Mirow &amp; Co. </a:t>
              </a:r>
            </a:p>
          </p:txBody>
        </p:sp>
        <p:sp>
          <p:nvSpPr>
            <p:cNvPr id="36" name="Elipse 339">
              <a:extLst>
                <a:ext uri="{FF2B5EF4-FFF2-40B4-BE49-F238E27FC236}">
                  <a16:creationId xmlns:a16="http://schemas.microsoft.com/office/drawing/2014/main" id="{F5137E57-C4D5-4A01-AC89-08C1432E1669}"/>
                </a:ext>
              </a:extLst>
            </p:cNvPr>
            <p:cNvSpPr/>
            <p:nvPr/>
          </p:nvSpPr>
          <p:spPr>
            <a:xfrm>
              <a:off x="10450233" y="984207"/>
              <a:ext cx="111144" cy="111144"/>
            </a:xfrm>
            <a:prstGeom prst="ellipse">
              <a:avLst/>
            </a:prstGeom>
            <a:solidFill>
              <a:schemeClr val="bg1"/>
            </a:solidFill>
            <a:ln w="952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pt-BR" sz="1000" b="1" i="0" u="none" strike="noStrike" kern="0" cap="none" spc="0" normalizeH="0" baseline="0" noProof="0">
                <a:ln>
                  <a:noFill/>
                </a:ln>
                <a:solidFill>
                  <a:srgbClr val="073E87"/>
                </a:solidFill>
                <a:effectLst/>
                <a:uLnTx/>
                <a:uFillTx/>
                <a:latin typeface="Arial"/>
                <a:ea typeface="+mn-ea"/>
                <a:cs typeface="+mn-cs"/>
              </a:endParaRPr>
            </a:p>
          </p:txBody>
        </p:sp>
        <p:sp>
          <p:nvSpPr>
            <p:cNvPr id="37" name="Rectangle 6">
              <a:extLst>
                <a:ext uri="{FF2B5EF4-FFF2-40B4-BE49-F238E27FC236}">
                  <a16:creationId xmlns:a16="http://schemas.microsoft.com/office/drawing/2014/main" id="{FA95AF30-288D-4BF1-9DF5-F49D16E320EA}"/>
                </a:ext>
              </a:extLst>
            </p:cNvPr>
            <p:cNvSpPr>
              <a:spLocks noChangeArrowheads="1"/>
            </p:cNvSpPr>
            <p:nvPr/>
          </p:nvSpPr>
          <p:spPr bwMode="gray">
            <a:xfrm>
              <a:off x="10644095" y="970530"/>
              <a:ext cx="1158972" cy="138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defTabSz="895350">
                <a:buClr>
                  <a:schemeClr val="tx2"/>
                </a:buClr>
                <a:defRPr sz="1600">
                  <a:solidFill>
                    <a:schemeClr val="tx1"/>
                  </a:solidFill>
                  <a:latin typeface="Arial" charset="0"/>
                </a:defRPr>
              </a:lvl1pPr>
              <a:lvl2pPr marL="193675" indent="-192088" defTabSz="895350">
                <a:buClr>
                  <a:schemeClr val="tx2"/>
                </a:buClr>
                <a:buSzPct val="125000"/>
                <a:buFont typeface="Arial" charset="0"/>
                <a:buChar char="▪"/>
                <a:defRPr sz="1600">
                  <a:solidFill>
                    <a:schemeClr val="tx1"/>
                  </a:solidFill>
                  <a:latin typeface="Arial" charset="0"/>
                </a:defRPr>
              </a:lvl2pPr>
              <a:lvl3pPr marL="457200" indent="-261938" defTabSz="895350">
                <a:buClr>
                  <a:schemeClr val="tx2"/>
                </a:buClr>
                <a:buSzPct val="120000"/>
                <a:buFont typeface="Arial" charset="0"/>
                <a:buChar char="–"/>
                <a:defRPr sz="1600">
                  <a:solidFill>
                    <a:schemeClr val="tx1"/>
                  </a:solidFill>
                  <a:latin typeface="Arial" charset="0"/>
                </a:defRPr>
              </a:lvl3pPr>
              <a:lvl4pPr marL="614363" indent="-155575" defTabSz="895350">
                <a:buClr>
                  <a:schemeClr val="tx2"/>
                </a:buClr>
                <a:buSzPct val="120000"/>
                <a:buFont typeface="Arial" charset="0"/>
                <a:buChar char="▫"/>
                <a:defRPr sz="1600">
                  <a:solidFill>
                    <a:schemeClr val="tx1"/>
                  </a:solidFill>
                  <a:latin typeface="Arial" charset="0"/>
                </a:defRPr>
              </a:lvl4pPr>
              <a:lvl5pPr marL="746125" indent="-130175" defTabSz="895350">
                <a:buClr>
                  <a:schemeClr val="tx2"/>
                </a:buClr>
                <a:buSzPct val="89000"/>
                <a:buFont typeface="Arial" charset="0"/>
                <a:buChar char="-"/>
                <a:defRPr sz="1600">
                  <a:solidFill>
                    <a:schemeClr val="tx1"/>
                  </a:solidFill>
                  <a:latin typeface="Arial" charset="0"/>
                </a:defRPr>
              </a:lvl5pPr>
              <a:lvl6pPr marL="1203325" indent="-130175" defTabSz="895350" fontAlgn="base">
                <a:spcBef>
                  <a:spcPct val="0"/>
                </a:spcBef>
                <a:spcAft>
                  <a:spcPct val="0"/>
                </a:spcAft>
                <a:buClr>
                  <a:schemeClr val="tx2"/>
                </a:buClr>
                <a:buSzPct val="89000"/>
                <a:buFont typeface="Arial" charset="0"/>
                <a:buChar char="-"/>
                <a:defRPr sz="1600">
                  <a:solidFill>
                    <a:schemeClr val="tx1"/>
                  </a:solidFill>
                  <a:latin typeface="Arial" charset="0"/>
                </a:defRPr>
              </a:lvl6pPr>
              <a:lvl7pPr marL="1660525" indent="-130175" defTabSz="895350" fontAlgn="base">
                <a:spcBef>
                  <a:spcPct val="0"/>
                </a:spcBef>
                <a:spcAft>
                  <a:spcPct val="0"/>
                </a:spcAft>
                <a:buClr>
                  <a:schemeClr val="tx2"/>
                </a:buClr>
                <a:buSzPct val="89000"/>
                <a:buFont typeface="Arial" charset="0"/>
                <a:buChar char="-"/>
                <a:defRPr sz="1600">
                  <a:solidFill>
                    <a:schemeClr val="tx1"/>
                  </a:solidFill>
                  <a:latin typeface="Arial" charset="0"/>
                </a:defRPr>
              </a:lvl7pPr>
              <a:lvl8pPr marL="2117725" indent="-130175" defTabSz="895350" fontAlgn="base">
                <a:spcBef>
                  <a:spcPct val="0"/>
                </a:spcBef>
                <a:spcAft>
                  <a:spcPct val="0"/>
                </a:spcAft>
                <a:buClr>
                  <a:schemeClr val="tx2"/>
                </a:buClr>
                <a:buSzPct val="89000"/>
                <a:buFont typeface="Arial" charset="0"/>
                <a:buChar char="-"/>
                <a:defRPr sz="1600">
                  <a:solidFill>
                    <a:schemeClr val="tx1"/>
                  </a:solidFill>
                  <a:latin typeface="Arial" charset="0"/>
                </a:defRPr>
              </a:lvl8pPr>
              <a:lvl9pPr marL="2574925" indent="-130175" defTabSz="895350" fontAlgn="base">
                <a:spcBef>
                  <a:spcPct val="0"/>
                </a:spcBef>
                <a:spcAft>
                  <a:spcPct val="0"/>
                </a:spcAft>
                <a:buClr>
                  <a:schemeClr val="tx2"/>
                </a:buClr>
                <a:buSzPct val="89000"/>
                <a:buFont typeface="Arial" charset="0"/>
                <a:buChar char="-"/>
                <a:defRPr sz="1600">
                  <a:solidFill>
                    <a:schemeClr val="tx1"/>
                  </a:solidFill>
                  <a:latin typeface="Arial" charset="0"/>
                </a:defRPr>
              </a:lvl9pPr>
            </a:lstStyle>
            <a:p>
              <a:pPr marL="0" marR="0" lvl="0" indent="0" algn="l" defTabSz="895350" rtl="0" eaLnBrk="1" fontAlgn="base" latinLnBrk="0" hangingPunct="1">
                <a:lnSpc>
                  <a:spcPct val="90000"/>
                </a:lnSpc>
                <a:spcBef>
                  <a:spcPct val="10000"/>
                </a:spcBef>
                <a:spcAft>
                  <a:spcPct val="0"/>
                </a:spcAft>
                <a:buClrTx/>
                <a:buSzTx/>
                <a:buFontTx/>
                <a:buNone/>
                <a:tabLst/>
                <a:defRPr/>
              </a:pPr>
              <a:r>
                <a:rPr kumimoji="0" lang="pt-BR" altLang="pt-BR" sz="1000" b="0" i="0" u="none" strike="noStrike" kern="0" cap="none" spc="0" normalizeH="0" baseline="0" noProof="0">
                  <a:ln>
                    <a:noFill/>
                  </a:ln>
                  <a:solidFill>
                    <a:srgbClr val="000000"/>
                  </a:solidFill>
                  <a:effectLst/>
                  <a:uLnTx/>
                  <a:uFillTx/>
                  <a:latin typeface="Arial"/>
                  <a:ea typeface="+mn-ea"/>
                  <a:cs typeface="Arial" charset="0"/>
                </a:rPr>
                <a:t>Escritórios parceiros</a:t>
              </a:r>
            </a:p>
          </p:txBody>
        </p:sp>
      </p:grpSp>
      <p:pic>
        <p:nvPicPr>
          <p:cNvPr id="38" name="Picture 12">
            <a:extLst>
              <a:ext uri="{FF2B5EF4-FFF2-40B4-BE49-F238E27FC236}">
                <a16:creationId xmlns:a16="http://schemas.microsoft.com/office/drawing/2014/main" id="{FB695D31-9F23-4901-B194-340E4AEFE793}"/>
              </a:ext>
            </a:extLst>
          </p:cNvPr>
          <p:cNvPicPr>
            <a:picLocks noChangeAspect="1"/>
          </p:cNvPicPr>
          <p:nvPr/>
        </p:nvPicPr>
        <p:blipFill rotWithShape="1">
          <a:blip r:embed="rId11" cstate="email">
            <a:extLst>
              <a:ext uri="{28A0092B-C50C-407E-A947-70E740481C1C}">
                <a14:useLocalDpi xmlns:a14="http://schemas.microsoft.com/office/drawing/2010/main"/>
              </a:ext>
            </a:extLst>
          </a:blip>
          <a:srcRect/>
          <a:stretch/>
        </p:blipFill>
        <p:spPr>
          <a:xfrm>
            <a:off x="10387006" y="4677572"/>
            <a:ext cx="1359811" cy="1367408"/>
          </a:xfrm>
          <a:prstGeom prst="ellipse">
            <a:avLst/>
          </a:prstGeom>
        </p:spPr>
      </p:pic>
      <p:grpSp>
        <p:nvGrpSpPr>
          <p:cNvPr id="39" name="Group 27">
            <a:extLst>
              <a:ext uri="{FF2B5EF4-FFF2-40B4-BE49-F238E27FC236}">
                <a16:creationId xmlns:a16="http://schemas.microsoft.com/office/drawing/2014/main" id="{964D919B-565A-40DD-8824-78CE75A35674}"/>
              </a:ext>
            </a:extLst>
          </p:cNvPr>
          <p:cNvGrpSpPr/>
          <p:nvPr/>
        </p:nvGrpSpPr>
        <p:grpSpPr>
          <a:xfrm>
            <a:off x="6806053" y="4675414"/>
            <a:ext cx="1259010" cy="1370767"/>
            <a:chOff x="1060581" y="1058794"/>
            <a:chExt cx="1836000" cy="1998974"/>
          </a:xfrm>
        </p:grpSpPr>
        <p:pic>
          <p:nvPicPr>
            <p:cNvPr id="40" name="Picture 4" descr="https://images.consultingmag.com/contrib/content/uploads/sites/364/2018/02/72Watch-300x152.jpg">
              <a:extLst>
                <a:ext uri="{FF2B5EF4-FFF2-40B4-BE49-F238E27FC236}">
                  <a16:creationId xmlns:a16="http://schemas.microsoft.com/office/drawing/2014/main" id="{3BD02327-AB1D-4FD5-B597-B12733EC16C4}"/>
                </a:ext>
              </a:extLst>
            </p:cNvPr>
            <p:cNvPicPr>
              <a:picLocks noChangeAspect="1" noChangeArrowheads="1"/>
            </p:cNvPicPr>
            <p:nvPr/>
          </p:nvPicPr>
          <p:blipFill>
            <a:blip r:embed="rId12" cstate="email">
              <a:extLst>
                <a:ext uri="{28A0092B-C50C-407E-A947-70E740481C1C}">
                  <a14:useLocalDpi xmlns:a14="http://schemas.microsoft.com/office/drawing/2010/main"/>
                </a:ext>
              </a:extLst>
            </a:blip>
            <a:srcRect/>
            <a:stretch>
              <a:fillRect/>
            </a:stretch>
          </p:blipFill>
          <p:spPr bwMode="auto">
            <a:xfrm>
              <a:off x="1060581" y="1058794"/>
              <a:ext cx="1836000" cy="932807"/>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2">
              <a:extLst>
                <a:ext uri="{FF2B5EF4-FFF2-40B4-BE49-F238E27FC236}">
                  <a16:creationId xmlns:a16="http://schemas.microsoft.com/office/drawing/2014/main" id="{C4C986E2-080D-4E88-BD8E-E0D297D6D66B}"/>
                </a:ext>
              </a:extLst>
            </p:cNvPr>
            <p:cNvPicPr>
              <a:picLocks noChangeAspect="1" noChangeArrowheads="1"/>
            </p:cNvPicPr>
            <p:nvPr/>
          </p:nvPicPr>
          <p:blipFill rotWithShape="1">
            <a:blip r:embed="rId13" cstate="email">
              <a:extLst>
                <a:ext uri="{28A0092B-C50C-407E-A947-70E740481C1C}">
                  <a14:useLocalDpi xmlns:a14="http://schemas.microsoft.com/office/drawing/2010/main"/>
                </a:ext>
              </a:extLst>
            </a:blip>
            <a:srcRect/>
            <a:stretch/>
          </p:blipFill>
          <p:spPr bwMode="auto">
            <a:xfrm>
              <a:off x="1060581" y="2196962"/>
              <a:ext cx="1836000" cy="860806"/>
            </a:xfrm>
            <a:prstGeom prst="rect">
              <a:avLst/>
            </a:prstGeom>
            <a:noFill/>
            <a:extLst>
              <a:ext uri="{909E8E84-426E-40DD-AFC4-6F175D3DCCD1}">
                <a14:hiddenFill xmlns:a14="http://schemas.microsoft.com/office/drawing/2010/main">
                  <a:solidFill>
                    <a:srgbClr val="FFFFFF"/>
                  </a:solidFill>
                </a14:hiddenFill>
              </a:ext>
            </a:extLst>
          </p:spPr>
        </p:pic>
      </p:grpSp>
      <p:sp>
        <p:nvSpPr>
          <p:cNvPr id="43" name="Retângulo 41">
            <a:extLst>
              <a:ext uri="{FF2B5EF4-FFF2-40B4-BE49-F238E27FC236}">
                <a16:creationId xmlns:a16="http://schemas.microsoft.com/office/drawing/2014/main" id="{2545383A-4551-4308-9FE7-C0EA59C1CBE7}"/>
              </a:ext>
            </a:extLst>
          </p:cNvPr>
          <p:cNvSpPr>
            <a:spLocks/>
          </p:cNvSpPr>
          <p:nvPr/>
        </p:nvSpPr>
        <p:spPr>
          <a:xfrm>
            <a:off x="5069132" y="4677506"/>
            <a:ext cx="1486077" cy="923330"/>
          </a:xfrm>
          <a:prstGeom prst="rect">
            <a:avLst/>
          </a:prstGeom>
        </p:spPr>
        <p:txBody>
          <a:bodyPr wrap="square" lIns="0" tIns="0" rIns="0" bIns="0" anchor="t" anchorCtr="0">
            <a:spAutoFit/>
          </a:bodyPr>
          <a:lstStyle/>
          <a:p>
            <a:pPr marL="0" marR="0" lvl="0" indent="0" algn="l" defTabSz="914400" rtl="0" eaLnBrk="1" fontAlgn="auto" latinLnBrk="0" hangingPunct="1">
              <a:lnSpc>
                <a:spcPct val="100000"/>
              </a:lnSpc>
              <a:spcBef>
                <a:spcPts val="0"/>
              </a:spcBef>
              <a:spcAft>
                <a:spcPts val="1200"/>
              </a:spcAft>
              <a:buClr>
                <a:srgbClr val="7AB5D3"/>
              </a:buClr>
              <a:buSzTx/>
              <a:buFontTx/>
              <a:buNone/>
              <a:tabLst/>
              <a:defRPr/>
            </a:pPr>
            <a:r>
              <a:rPr kumimoji="0" lang="pt-BR" sz="1200" b="1" i="1" u="none" strike="noStrike" kern="1200" cap="none" spc="0" normalizeH="0" baseline="0" noProof="0">
                <a:ln>
                  <a:noFill/>
                </a:ln>
                <a:solidFill>
                  <a:srgbClr val="071C25"/>
                </a:solidFill>
                <a:effectLst/>
                <a:uLnTx/>
                <a:uFillTx/>
                <a:latin typeface="Arial"/>
                <a:ea typeface="+mn-ea"/>
                <a:cs typeface="+mn-cs"/>
              </a:rPr>
              <a:t>Nosso mérito é reconhecido por premiações desde 2018, no Brasil e no exterior </a:t>
            </a:r>
          </a:p>
        </p:txBody>
      </p:sp>
      <p:grpSp>
        <p:nvGrpSpPr>
          <p:cNvPr id="45" name="Group 11">
            <a:extLst>
              <a:ext uri="{FF2B5EF4-FFF2-40B4-BE49-F238E27FC236}">
                <a16:creationId xmlns:a16="http://schemas.microsoft.com/office/drawing/2014/main" id="{A40CCDFC-D54B-4A52-8B83-FE7CF3090A08}"/>
              </a:ext>
            </a:extLst>
          </p:cNvPr>
          <p:cNvGrpSpPr/>
          <p:nvPr/>
        </p:nvGrpSpPr>
        <p:grpSpPr>
          <a:xfrm>
            <a:off x="5069132" y="982952"/>
            <a:ext cx="6948000" cy="221018"/>
            <a:chOff x="240076" y="756005"/>
            <a:chExt cx="4960938" cy="191305"/>
          </a:xfrm>
          <a:noFill/>
        </p:grpSpPr>
        <p:sp>
          <p:nvSpPr>
            <p:cNvPr id="46" name="Rechteck 51">
              <a:extLst>
                <a:ext uri="{FF2B5EF4-FFF2-40B4-BE49-F238E27FC236}">
                  <a16:creationId xmlns:a16="http://schemas.microsoft.com/office/drawing/2014/main" id="{F8FEF28D-AD2C-481A-B69B-52FE399AA5E8}"/>
                </a:ext>
              </a:extLst>
            </p:cNvPr>
            <p:cNvSpPr>
              <a:spLocks/>
            </p:cNvSpPr>
            <p:nvPr/>
          </p:nvSpPr>
          <p:spPr>
            <a:xfrm>
              <a:off x="240076" y="756005"/>
              <a:ext cx="4960938" cy="191305"/>
            </a:xfrm>
            <a:prstGeom prst="rect">
              <a:avLst/>
            </a:prstGeom>
            <a:grpFill/>
          </p:spPr>
          <p:txBody>
            <a:bodyPr wrap="square" lIns="0" tIns="0" rIns="0" bIns="36000" anchor="b" anchorCtr="0">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pt-BR" sz="1200" b="1" i="0" u="none" strike="noStrike" kern="0" cap="none" spc="-20" normalizeH="0" baseline="0" noProof="0">
                  <a:ln>
                    <a:noFill/>
                  </a:ln>
                  <a:solidFill>
                    <a:srgbClr val="020E66"/>
                  </a:solidFill>
                  <a:effectLst/>
                  <a:uLnTx/>
                  <a:uFillTx/>
                  <a:latin typeface="Arial" panose="020B0604020202020204" pitchFamily="34" charset="0"/>
                  <a:ea typeface="Arial" charset="0"/>
                  <a:cs typeface="Arial" panose="020B0604020202020204" pitchFamily="34" charset="0"/>
                </a:rPr>
                <a:t>Nosso alcance</a:t>
              </a:r>
            </a:p>
          </p:txBody>
        </p:sp>
        <p:cxnSp>
          <p:nvCxnSpPr>
            <p:cNvPr id="47" name="Conector reto 39">
              <a:extLst>
                <a:ext uri="{FF2B5EF4-FFF2-40B4-BE49-F238E27FC236}">
                  <a16:creationId xmlns:a16="http://schemas.microsoft.com/office/drawing/2014/main" id="{362EBEEA-8367-4953-9C8F-DCD27A177F59}"/>
                </a:ext>
              </a:extLst>
            </p:cNvPr>
            <p:cNvCxnSpPr>
              <a:cxnSpLocks/>
            </p:cNvCxnSpPr>
            <p:nvPr/>
          </p:nvCxnSpPr>
          <p:spPr>
            <a:xfrm>
              <a:off x="240076" y="947309"/>
              <a:ext cx="4960938"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9" name="Group 11">
            <a:extLst>
              <a:ext uri="{FF2B5EF4-FFF2-40B4-BE49-F238E27FC236}">
                <a16:creationId xmlns:a16="http://schemas.microsoft.com/office/drawing/2014/main" id="{E9EABBA5-438F-450E-8096-DCD766DC3C94}"/>
              </a:ext>
            </a:extLst>
          </p:cNvPr>
          <p:cNvGrpSpPr/>
          <p:nvPr/>
        </p:nvGrpSpPr>
        <p:grpSpPr>
          <a:xfrm>
            <a:off x="5069132" y="4293904"/>
            <a:ext cx="6948000" cy="221018"/>
            <a:chOff x="240076" y="756005"/>
            <a:chExt cx="4960938" cy="191305"/>
          </a:xfrm>
          <a:noFill/>
        </p:grpSpPr>
        <p:sp>
          <p:nvSpPr>
            <p:cNvPr id="50" name="Rechteck 51">
              <a:extLst>
                <a:ext uri="{FF2B5EF4-FFF2-40B4-BE49-F238E27FC236}">
                  <a16:creationId xmlns:a16="http://schemas.microsoft.com/office/drawing/2014/main" id="{71A2FCF8-B249-45C0-92BE-3D048E573D67}"/>
                </a:ext>
              </a:extLst>
            </p:cNvPr>
            <p:cNvSpPr>
              <a:spLocks/>
            </p:cNvSpPr>
            <p:nvPr/>
          </p:nvSpPr>
          <p:spPr>
            <a:xfrm>
              <a:off x="240076" y="756005"/>
              <a:ext cx="4960938" cy="191305"/>
            </a:xfrm>
            <a:prstGeom prst="rect">
              <a:avLst/>
            </a:prstGeom>
            <a:grpFill/>
          </p:spPr>
          <p:txBody>
            <a:bodyPr wrap="square" lIns="0" tIns="0" rIns="0" bIns="36000" anchor="b" anchorCtr="0">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pt-BR" sz="1200" b="1" i="0" u="none" strike="noStrike" kern="0" cap="none" spc="-20" normalizeH="0" baseline="0" noProof="0">
                  <a:ln>
                    <a:noFill/>
                  </a:ln>
                  <a:solidFill>
                    <a:srgbClr val="020E66"/>
                  </a:solidFill>
                  <a:effectLst/>
                  <a:uLnTx/>
                  <a:uFillTx/>
                  <a:latin typeface="Arial" panose="020B0604020202020204" pitchFamily="34" charset="0"/>
                  <a:ea typeface="Arial" charset="0"/>
                  <a:cs typeface="Arial" panose="020B0604020202020204" pitchFamily="34" charset="0"/>
                </a:rPr>
                <a:t>Nossas premiações</a:t>
              </a:r>
            </a:p>
          </p:txBody>
        </p:sp>
        <p:cxnSp>
          <p:nvCxnSpPr>
            <p:cNvPr id="51" name="Conector reto 39">
              <a:extLst>
                <a:ext uri="{FF2B5EF4-FFF2-40B4-BE49-F238E27FC236}">
                  <a16:creationId xmlns:a16="http://schemas.microsoft.com/office/drawing/2014/main" id="{22EB8206-BBBB-4300-9CFA-B906B9250342}"/>
                </a:ext>
              </a:extLst>
            </p:cNvPr>
            <p:cNvCxnSpPr>
              <a:cxnSpLocks/>
            </p:cNvCxnSpPr>
            <p:nvPr/>
          </p:nvCxnSpPr>
          <p:spPr>
            <a:xfrm>
              <a:off x="240076" y="947309"/>
              <a:ext cx="4960938"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59" name="Imagem 58" descr="Código QR&#10;&#10;Descrição gerada automaticamente">
            <a:extLst>
              <a:ext uri="{FF2B5EF4-FFF2-40B4-BE49-F238E27FC236}">
                <a16:creationId xmlns:a16="http://schemas.microsoft.com/office/drawing/2014/main" id="{BFF3A7F0-6AD1-4FDF-9DEA-381C3E16F0DC}"/>
              </a:ext>
            </a:extLst>
          </p:cNvPr>
          <p:cNvPicPr>
            <a:picLocks noChangeAspect="1"/>
          </p:cNvPicPr>
          <p:nvPr/>
        </p:nvPicPr>
        <p:blipFill>
          <a:blip r:embed="rId14" cstate="email">
            <a:extLst>
              <a:ext uri="{28A0092B-C50C-407E-A947-70E740481C1C}">
                <a14:useLocalDpi xmlns:a14="http://schemas.microsoft.com/office/drawing/2010/main"/>
              </a:ext>
            </a:extLst>
          </a:blip>
          <a:stretch>
            <a:fillRect/>
          </a:stretch>
        </p:blipFill>
        <p:spPr>
          <a:xfrm>
            <a:off x="8317090" y="4672400"/>
            <a:ext cx="1819371" cy="1398043"/>
          </a:xfrm>
          <a:prstGeom prst="rect">
            <a:avLst/>
          </a:prstGeom>
        </p:spPr>
      </p:pic>
      <p:sp>
        <p:nvSpPr>
          <p:cNvPr id="62" name="Elipse 339">
            <a:extLst>
              <a:ext uri="{FF2B5EF4-FFF2-40B4-BE49-F238E27FC236}">
                <a16:creationId xmlns:a16="http://schemas.microsoft.com/office/drawing/2014/main" id="{C39EAE15-1066-460E-AB7C-3EEDDD9DC5F2}"/>
              </a:ext>
            </a:extLst>
          </p:cNvPr>
          <p:cNvSpPr/>
          <p:nvPr/>
        </p:nvSpPr>
        <p:spPr>
          <a:xfrm>
            <a:off x="8917747" y="1697669"/>
            <a:ext cx="111144" cy="111144"/>
          </a:xfrm>
          <a:prstGeom prst="ellipse">
            <a:avLst/>
          </a:prstGeom>
          <a:solidFill>
            <a:schemeClr val="bg1"/>
          </a:solidFill>
          <a:ln w="952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pt-BR" sz="1200" b="1" i="0" u="none" strike="noStrike" kern="0" cap="none" spc="0" normalizeH="0" baseline="0" noProof="0">
              <a:ln>
                <a:noFill/>
              </a:ln>
              <a:solidFill>
                <a:srgbClr val="073E87"/>
              </a:solidFill>
              <a:effectLst/>
              <a:uLnTx/>
              <a:uFillTx/>
              <a:latin typeface="Arial"/>
              <a:ea typeface="+mn-ea"/>
              <a:cs typeface="+mn-cs"/>
            </a:endParaRPr>
          </a:p>
        </p:txBody>
      </p:sp>
      <p:pic>
        <p:nvPicPr>
          <p:cNvPr id="63" name="Picture 6">
            <a:extLst>
              <a:ext uri="{FF2B5EF4-FFF2-40B4-BE49-F238E27FC236}">
                <a16:creationId xmlns:a16="http://schemas.microsoft.com/office/drawing/2014/main" id="{CD016B4E-8BE2-43F5-952C-2757089AF6FD}"/>
              </a:ext>
            </a:extLst>
          </p:cNvPr>
          <p:cNvPicPr>
            <a:picLocks noChangeAspect="1"/>
          </p:cNvPicPr>
          <p:nvPr/>
        </p:nvPicPr>
        <p:blipFill>
          <a:blip r:embed="rId15" cstate="email">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9300216" y="2171095"/>
            <a:ext cx="987660" cy="353790"/>
          </a:xfrm>
          <a:prstGeom prst="rect">
            <a:avLst/>
          </a:prstGeom>
        </p:spPr>
      </p:pic>
      <p:pic>
        <p:nvPicPr>
          <p:cNvPr id="64" name="Picture 10" descr="PSE Consulting">
            <a:extLst>
              <a:ext uri="{FF2B5EF4-FFF2-40B4-BE49-F238E27FC236}">
                <a16:creationId xmlns:a16="http://schemas.microsoft.com/office/drawing/2014/main" id="{8C30C51A-678D-44F7-9423-7F92B28A14B1}"/>
              </a:ext>
            </a:extLst>
          </p:cNvPr>
          <p:cNvPicPr>
            <a:picLocks noChangeAspect="1" noChangeArrowheads="1"/>
          </p:cNvPicPr>
          <p:nvPr/>
        </p:nvPicPr>
        <p:blipFill>
          <a:blip r:embed="rId16" cstate="email">
            <a:extLst>
              <a:ext uri="{28A0092B-C50C-407E-A947-70E740481C1C}">
                <a14:useLocalDpi xmlns:a14="http://schemas.microsoft.com/office/drawing/2010/main"/>
              </a:ext>
            </a:extLst>
          </a:blip>
          <a:srcRect/>
          <a:stretch>
            <a:fillRect/>
          </a:stretch>
        </p:blipFill>
        <p:spPr bwMode="auto">
          <a:xfrm>
            <a:off x="8092987" y="1763984"/>
            <a:ext cx="708447" cy="187206"/>
          </a:xfrm>
          <a:prstGeom prst="rect">
            <a:avLst/>
          </a:prstGeom>
          <a:noFill/>
          <a:extLst>
            <a:ext uri="{909E8E84-426E-40DD-AFC4-6F175D3DCCD1}">
              <a14:hiddenFill xmlns:a14="http://schemas.microsoft.com/office/drawing/2010/main">
                <a:solidFill>
                  <a:srgbClr val="FFFFFF"/>
                </a:solidFill>
              </a14:hiddenFill>
            </a:ext>
          </a:extLst>
        </p:spPr>
      </p:pic>
      <p:sp>
        <p:nvSpPr>
          <p:cNvPr id="61" name="Rectangle 6">
            <a:extLst>
              <a:ext uri="{FF2B5EF4-FFF2-40B4-BE49-F238E27FC236}">
                <a16:creationId xmlns:a16="http://schemas.microsoft.com/office/drawing/2014/main" id="{04F36DFD-92FE-4494-BF07-4882D82FC52E}"/>
              </a:ext>
            </a:extLst>
          </p:cNvPr>
          <p:cNvSpPr>
            <a:spLocks noChangeArrowheads="1"/>
          </p:cNvSpPr>
          <p:nvPr/>
        </p:nvSpPr>
        <p:spPr bwMode="gray">
          <a:xfrm>
            <a:off x="8263901" y="1583927"/>
            <a:ext cx="557845" cy="1523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defTabSz="895350">
              <a:buClr>
                <a:schemeClr val="tx2"/>
              </a:buClr>
              <a:defRPr sz="1600">
                <a:solidFill>
                  <a:schemeClr val="tx1"/>
                </a:solidFill>
                <a:latin typeface="Arial" charset="0"/>
              </a:defRPr>
            </a:lvl1pPr>
            <a:lvl2pPr marL="193675" indent="-192088" defTabSz="895350">
              <a:buClr>
                <a:schemeClr val="tx2"/>
              </a:buClr>
              <a:buSzPct val="125000"/>
              <a:buFont typeface="Arial" charset="0"/>
              <a:buChar char="▪"/>
              <a:defRPr sz="1600">
                <a:solidFill>
                  <a:schemeClr val="tx1"/>
                </a:solidFill>
                <a:latin typeface="Arial" charset="0"/>
              </a:defRPr>
            </a:lvl2pPr>
            <a:lvl3pPr marL="457200" indent="-261938" defTabSz="895350">
              <a:buClr>
                <a:schemeClr val="tx2"/>
              </a:buClr>
              <a:buSzPct val="120000"/>
              <a:buFont typeface="Arial" charset="0"/>
              <a:buChar char="–"/>
              <a:defRPr sz="1600">
                <a:solidFill>
                  <a:schemeClr val="tx1"/>
                </a:solidFill>
                <a:latin typeface="Arial" charset="0"/>
              </a:defRPr>
            </a:lvl3pPr>
            <a:lvl4pPr marL="614363" indent="-155575" defTabSz="895350">
              <a:buClr>
                <a:schemeClr val="tx2"/>
              </a:buClr>
              <a:buSzPct val="120000"/>
              <a:buFont typeface="Arial" charset="0"/>
              <a:buChar char="▫"/>
              <a:defRPr sz="1600">
                <a:solidFill>
                  <a:schemeClr val="tx1"/>
                </a:solidFill>
                <a:latin typeface="Arial" charset="0"/>
              </a:defRPr>
            </a:lvl4pPr>
            <a:lvl5pPr marL="746125" indent="-130175" defTabSz="895350">
              <a:buClr>
                <a:schemeClr val="tx2"/>
              </a:buClr>
              <a:buSzPct val="89000"/>
              <a:buFont typeface="Arial" charset="0"/>
              <a:buChar char="-"/>
              <a:defRPr sz="1600">
                <a:solidFill>
                  <a:schemeClr val="tx1"/>
                </a:solidFill>
                <a:latin typeface="Arial" charset="0"/>
              </a:defRPr>
            </a:lvl5pPr>
            <a:lvl6pPr marL="1203325" indent="-130175" defTabSz="895350" fontAlgn="base">
              <a:spcBef>
                <a:spcPct val="0"/>
              </a:spcBef>
              <a:spcAft>
                <a:spcPct val="0"/>
              </a:spcAft>
              <a:buClr>
                <a:schemeClr val="tx2"/>
              </a:buClr>
              <a:buSzPct val="89000"/>
              <a:buFont typeface="Arial" charset="0"/>
              <a:buChar char="-"/>
              <a:defRPr sz="1600">
                <a:solidFill>
                  <a:schemeClr val="tx1"/>
                </a:solidFill>
                <a:latin typeface="Arial" charset="0"/>
              </a:defRPr>
            </a:lvl6pPr>
            <a:lvl7pPr marL="1660525" indent="-130175" defTabSz="895350" fontAlgn="base">
              <a:spcBef>
                <a:spcPct val="0"/>
              </a:spcBef>
              <a:spcAft>
                <a:spcPct val="0"/>
              </a:spcAft>
              <a:buClr>
                <a:schemeClr val="tx2"/>
              </a:buClr>
              <a:buSzPct val="89000"/>
              <a:buFont typeface="Arial" charset="0"/>
              <a:buChar char="-"/>
              <a:defRPr sz="1600">
                <a:solidFill>
                  <a:schemeClr val="tx1"/>
                </a:solidFill>
                <a:latin typeface="Arial" charset="0"/>
              </a:defRPr>
            </a:lvl7pPr>
            <a:lvl8pPr marL="2117725" indent="-130175" defTabSz="895350" fontAlgn="base">
              <a:spcBef>
                <a:spcPct val="0"/>
              </a:spcBef>
              <a:spcAft>
                <a:spcPct val="0"/>
              </a:spcAft>
              <a:buClr>
                <a:schemeClr val="tx2"/>
              </a:buClr>
              <a:buSzPct val="89000"/>
              <a:buFont typeface="Arial" charset="0"/>
              <a:buChar char="-"/>
              <a:defRPr sz="1600">
                <a:solidFill>
                  <a:schemeClr val="tx1"/>
                </a:solidFill>
                <a:latin typeface="Arial" charset="0"/>
              </a:defRPr>
            </a:lvl8pPr>
            <a:lvl9pPr marL="2574925" indent="-130175" defTabSz="895350" fontAlgn="base">
              <a:spcBef>
                <a:spcPct val="0"/>
              </a:spcBef>
              <a:spcAft>
                <a:spcPct val="0"/>
              </a:spcAft>
              <a:buClr>
                <a:schemeClr val="tx2"/>
              </a:buClr>
              <a:buSzPct val="89000"/>
              <a:buFont typeface="Arial" charset="0"/>
              <a:buChar char="-"/>
              <a:defRPr sz="1600">
                <a:solidFill>
                  <a:schemeClr val="tx1"/>
                </a:solidFill>
                <a:latin typeface="Arial" charset="0"/>
              </a:defRPr>
            </a:lvl9pPr>
          </a:lstStyle>
          <a:p>
            <a:pPr marL="0" marR="0" lvl="0" indent="0" algn="l" defTabSz="895350" rtl="0" eaLnBrk="1" fontAlgn="base" latinLnBrk="0" hangingPunct="1">
              <a:lnSpc>
                <a:spcPct val="90000"/>
              </a:lnSpc>
              <a:spcBef>
                <a:spcPct val="10000"/>
              </a:spcBef>
              <a:spcAft>
                <a:spcPct val="0"/>
              </a:spcAft>
              <a:buClrTx/>
              <a:buSzTx/>
              <a:buFontTx/>
              <a:buNone/>
              <a:tabLst/>
              <a:defRPr/>
            </a:pPr>
            <a:r>
              <a:rPr kumimoji="0" lang="pt-BR" altLang="pt-BR" sz="1100" b="1" i="0" u="none" strike="noStrike" kern="0" cap="none" spc="0" normalizeH="0" baseline="0" noProof="0">
                <a:ln>
                  <a:noFill/>
                </a:ln>
                <a:solidFill>
                  <a:srgbClr val="071C25"/>
                </a:solidFill>
                <a:effectLst/>
                <a:uLnTx/>
                <a:uFillTx/>
                <a:latin typeface="Arial"/>
                <a:ea typeface="+mn-ea"/>
                <a:cs typeface="Arial" charset="0"/>
              </a:rPr>
              <a:t>Londres</a:t>
            </a:r>
            <a:endParaRPr kumimoji="0" lang="pt-BR" altLang="pt-BR" sz="1100" b="0" i="0" u="none" strike="noStrike" kern="0" cap="none" spc="0" normalizeH="0" baseline="0" noProof="0">
              <a:ln>
                <a:noFill/>
              </a:ln>
              <a:solidFill>
                <a:srgbClr val="071C25"/>
              </a:solidFill>
              <a:effectLst/>
              <a:uLnTx/>
              <a:uFillTx/>
              <a:latin typeface="Arial"/>
              <a:ea typeface="+mn-ea"/>
              <a:cs typeface="Arial" charset="0"/>
            </a:endParaRPr>
          </a:p>
        </p:txBody>
      </p:sp>
      <p:pic>
        <p:nvPicPr>
          <p:cNvPr id="12292" name="Picture 4" descr="Virtus Partners | Consultoría de Alta Dirección">
            <a:extLst>
              <a:ext uri="{FF2B5EF4-FFF2-40B4-BE49-F238E27FC236}">
                <a16:creationId xmlns:a16="http://schemas.microsoft.com/office/drawing/2014/main" id="{CE8073EA-BCFE-4F3F-ABB4-E92CAFA319CC}"/>
              </a:ext>
            </a:extLst>
          </p:cNvPr>
          <p:cNvPicPr>
            <a:picLocks noChangeAspect="1" noChangeArrowheads="1"/>
          </p:cNvPicPr>
          <p:nvPr/>
        </p:nvPicPr>
        <p:blipFill>
          <a:blip r:embed="rId17" cstate="email">
            <a:extLst>
              <a:ext uri="{28A0092B-C50C-407E-A947-70E740481C1C}">
                <a14:useLocalDpi xmlns:a14="http://schemas.microsoft.com/office/drawing/2010/main"/>
              </a:ext>
            </a:extLst>
          </a:blip>
          <a:srcRect/>
          <a:stretch>
            <a:fillRect/>
          </a:stretch>
        </p:blipFill>
        <p:spPr bwMode="auto">
          <a:xfrm>
            <a:off x="6978446" y="3476952"/>
            <a:ext cx="210774" cy="210774"/>
          </a:xfrm>
          <a:prstGeom prst="rect">
            <a:avLst/>
          </a:prstGeom>
          <a:noFill/>
          <a:extLst>
            <a:ext uri="{909E8E84-426E-40DD-AFC4-6F175D3DCCD1}">
              <a14:hiddenFill xmlns:a14="http://schemas.microsoft.com/office/drawing/2010/main">
                <a:solidFill>
                  <a:srgbClr val="FFFFFF"/>
                </a:solidFill>
              </a14:hiddenFill>
            </a:ext>
          </a:extLst>
        </p:spPr>
      </p:pic>
      <p:sp>
        <p:nvSpPr>
          <p:cNvPr id="66" name="Elipse 339">
            <a:extLst>
              <a:ext uri="{FF2B5EF4-FFF2-40B4-BE49-F238E27FC236}">
                <a16:creationId xmlns:a16="http://schemas.microsoft.com/office/drawing/2014/main" id="{80AA56A3-753B-4010-A184-09A48E8D1CF0}"/>
              </a:ext>
            </a:extLst>
          </p:cNvPr>
          <p:cNvSpPr/>
          <p:nvPr/>
        </p:nvSpPr>
        <p:spPr>
          <a:xfrm>
            <a:off x="7250394" y="3764367"/>
            <a:ext cx="111144" cy="111144"/>
          </a:xfrm>
          <a:prstGeom prst="ellipse">
            <a:avLst/>
          </a:prstGeom>
          <a:solidFill>
            <a:schemeClr val="bg1"/>
          </a:solidFill>
          <a:ln w="952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pt-BR" sz="1200" b="1" i="0" u="none" strike="noStrike" kern="0" cap="none" spc="0" normalizeH="0" baseline="0" noProof="0">
              <a:ln>
                <a:noFill/>
              </a:ln>
              <a:solidFill>
                <a:srgbClr val="073E87"/>
              </a:solidFill>
              <a:effectLst/>
              <a:uLnTx/>
              <a:uFillTx/>
              <a:latin typeface="Arial"/>
              <a:ea typeface="+mn-ea"/>
              <a:cs typeface="+mn-cs"/>
            </a:endParaRPr>
          </a:p>
        </p:txBody>
      </p:sp>
      <p:sp>
        <p:nvSpPr>
          <p:cNvPr id="67" name="Rectangle 6">
            <a:extLst>
              <a:ext uri="{FF2B5EF4-FFF2-40B4-BE49-F238E27FC236}">
                <a16:creationId xmlns:a16="http://schemas.microsoft.com/office/drawing/2014/main" id="{626F688B-F6EE-4AAF-A354-7C4B37F2C172}"/>
              </a:ext>
            </a:extLst>
          </p:cNvPr>
          <p:cNvSpPr>
            <a:spLocks noChangeArrowheads="1"/>
          </p:cNvSpPr>
          <p:nvPr/>
        </p:nvSpPr>
        <p:spPr bwMode="gray">
          <a:xfrm>
            <a:off x="6614770" y="3723162"/>
            <a:ext cx="596317" cy="1523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defTabSz="895350">
              <a:buClr>
                <a:schemeClr val="tx2"/>
              </a:buClr>
              <a:defRPr sz="1600">
                <a:solidFill>
                  <a:schemeClr val="tx1"/>
                </a:solidFill>
                <a:latin typeface="Arial" charset="0"/>
              </a:defRPr>
            </a:lvl1pPr>
            <a:lvl2pPr marL="193675" indent="-192088" defTabSz="895350">
              <a:buClr>
                <a:schemeClr val="tx2"/>
              </a:buClr>
              <a:buSzPct val="125000"/>
              <a:buFont typeface="Arial" charset="0"/>
              <a:buChar char="▪"/>
              <a:defRPr sz="1600">
                <a:solidFill>
                  <a:schemeClr val="tx1"/>
                </a:solidFill>
                <a:latin typeface="Arial" charset="0"/>
              </a:defRPr>
            </a:lvl2pPr>
            <a:lvl3pPr marL="457200" indent="-261938" defTabSz="895350">
              <a:buClr>
                <a:schemeClr val="tx2"/>
              </a:buClr>
              <a:buSzPct val="120000"/>
              <a:buFont typeface="Arial" charset="0"/>
              <a:buChar char="–"/>
              <a:defRPr sz="1600">
                <a:solidFill>
                  <a:schemeClr val="tx1"/>
                </a:solidFill>
                <a:latin typeface="Arial" charset="0"/>
              </a:defRPr>
            </a:lvl3pPr>
            <a:lvl4pPr marL="614363" indent="-155575" defTabSz="895350">
              <a:buClr>
                <a:schemeClr val="tx2"/>
              </a:buClr>
              <a:buSzPct val="120000"/>
              <a:buFont typeface="Arial" charset="0"/>
              <a:buChar char="▫"/>
              <a:defRPr sz="1600">
                <a:solidFill>
                  <a:schemeClr val="tx1"/>
                </a:solidFill>
                <a:latin typeface="Arial" charset="0"/>
              </a:defRPr>
            </a:lvl4pPr>
            <a:lvl5pPr marL="746125" indent="-130175" defTabSz="895350">
              <a:buClr>
                <a:schemeClr val="tx2"/>
              </a:buClr>
              <a:buSzPct val="89000"/>
              <a:buFont typeface="Arial" charset="0"/>
              <a:buChar char="-"/>
              <a:defRPr sz="1600">
                <a:solidFill>
                  <a:schemeClr val="tx1"/>
                </a:solidFill>
                <a:latin typeface="Arial" charset="0"/>
              </a:defRPr>
            </a:lvl5pPr>
            <a:lvl6pPr marL="1203325" indent="-130175" defTabSz="895350" fontAlgn="base">
              <a:spcBef>
                <a:spcPct val="0"/>
              </a:spcBef>
              <a:spcAft>
                <a:spcPct val="0"/>
              </a:spcAft>
              <a:buClr>
                <a:schemeClr val="tx2"/>
              </a:buClr>
              <a:buSzPct val="89000"/>
              <a:buFont typeface="Arial" charset="0"/>
              <a:buChar char="-"/>
              <a:defRPr sz="1600">
                <a:solidFill>
                  <a:schemeClr val="tx1"/>
                </a:solidFill>
                <a:latin typeface="Arial" charset="0"/>
              </a:defRPr>
            </a:lvl6pPr>
            <a:lvl7pPr marL="1660525" indent="-130175" defTabSz="895350" fontAlgn="base">
              <a:spcBef>
                <a:spcPct val="0"/>
              </a:spcBef>
              <a:spcAft>
                <a:spcPct val="0"/>
              </a:spcAft>
              <a:buClr>
                <a:schemeClr val="tx2"/>
              </a:buClr>
              <a:buSzPct val="89000"/>
              <a:buFont typeface="Arial" charset="0"/>
              <a:buChar char="-"/>
              <a:defRPr sz="1600">
                <a:solidFill>
                  <a:schemeClr val="tx1"/>
                </a:solidFill>
                <a:latin typeface="Arial" charset="0"/>
              </a:defRPr>
            </a:lvl7pPr>
            <a:lvl8pPr marL="2117725" indent="-130175" defTabSz="895350" fontAlgn="base">
              <a:spcBef>
                <a:spcPct val="0"/>
              </a:spcBef>
              <a:spcAft>
                <a:spcPct val="0"/>
              </a:spcAft>
              <a:buClr>
                <a:schemeClr val="tx2"/>
              </a:buClr>
              <a:buSzPct val="89000"/>
              <a:buFont typeface="Arial" charset="0"/>
              <a:buChar char="-"/>
              <a:defRPr sz="1600">
                <a:solidFill>
                  <a:schemeClr val="tx1"/>
                </a:solidFill>
                <a:latin typeface="Arial" charset="0"/>
              </a:defRPr>
            </a:lvl8pPr>
            <a:lvl9pPr marL="2574925" indent="-130175" defTabSz="895350" fontAlgn="base">
              <a:spcBef>
                <a:spcPct val="0"/>
              </a:spcBef>
              <a:spcAft>
                <a:spcPct val="0"/>
              </a:spcAft>
              <a:buClr>
                <a:schemeClr val="tx2"/>
              </a:buClr>
              <a:buSzPct val="89000"/>
              <a:buFont typeface="Arial" charset="0"/>
              <a:buChar char="-"/>
              <a:defRPr sz="1600">
                <a:solidFill>
                  <a:schemeClr val="tx1"/>
                </a:solidFill>
                <a:latin typeface="Arial" charset="0"/>
              </a:defRPr>
            </a:lvl9pPr>
          </a:lstStyle>
          <a:p>
            <a:pPr marL="0" marR="0" lvl="0" indent="0" algn="l" defTabSz="895350" rtl="0" eaLnBrk="1" fontAlgn="base" latinLnBrk="0" hangingPunct="1">
              <a:lnSpc>
                <a:spcPct val="90000"/>
              </a:lnSpc>
              <a:spcBef>
                <a:spcPct val="10000"/>
              </a:spcBef>
              <a:spcAft>
                <a:spcPct val="0"/>
              </a:spcAft>
              <a:buClrTx/>
              <a:buSzTx/>
              <a:buFontTx/>
              <a:buNone/>
              <a:tabLst/>
              <a:defRPr/>
            </a:pPr>
            <a:r>
              <a:rPr kumimoji="0" lang="pt-BR" altLang="pt-BR" sz="1100" b="1" i="0" u="none" strike="noStrike" kern="0" cap="none" spc="0" normalizeH="0" baseline="0" noProof="0">
                <a:ln>
                  <a:noFill/>
                </a:ln>
                <a:solidFill>
                  <a:srgbClr val="071C25"/>
                </a:solidFill>
                <a:effectLst/>
                <a:uLnTx/>
                <a:uFillTx/>
                <a:latin typeface="Arial"/>
                <a:ea typeface="+mn-ea"/>
                <a:cs typeface="Arial" charset="0"/>
              </a:rPr>
              <a:t>Santiago</a:t>
            </a:r>
            <a:endParaRPr kumimoji="0" lang="pt-BR" altLang="pt-BR" sz="1100" b="0" i="0" u="none" strike="noStrike" kern="0" cap="none" spc="0" normalizeH="0" baseline="0" noProof="0">
              <a:ln>
                <a:noFill/>
              </a:ln>
              <a:solidFill>
                <a:srgbClr val="071C25"/>
              </a:solidFill>
              <a:effectLst/>
              <a:uLnTx/>
              <a:uFillTx/>
              <a:latin typeface="Arial"/>
              <a:ea typeface="+mn-ea"/>
              <a:cs typeface="Arial" charset="0"/>
            </a:endParaRPr>
          </a:p>
        </p:txBody>
      </p:sp>
      <p:pic>
        <p:nvPicPr>
          <p:cNvPr id="68" name="Picture 6" descr="Homepage - Batten &amp; Company – die führende strategische Unternehmensberatung">
            <a:extLst>
              <a:ext uri="{FF2B5EF4-FFF2-40B4-BE49-F238E27FC236}">
                <a16:creationId xmlns:a16="http://schemas.microsoft.com/office/drawing/2014/main" id="{00EF190B-1742-4236-B996-4AED8BD65D9D}"/>
              </a:ext>
            </a:extLst>
          </p:cNvPr>
          <p:cNvPicPr>
            <a:picLocks noChangeAspect="1" noChangeArrowheads="1"/>
          </p:cNvPicPr>
          <p:nvPr/>
        </p:nvPicPr>
        <p:blipFill rotWithShape="1">
          <a:blip r:embed="rId18" cstate="email">
            <a:extLst>
              <a:ext uri="{28A0092B-C50C-407E-A947-70E740481C1C}">
                <a14:useLocalDpi xmlns:a14="http://schemas.microsoft.com/office/drawing/2010/main"/>
              </a:ext>
            </a:extLst>
          </a:blip>
          <a:srcRect t="8479" r="17468" b="37592"/>
          <a:stretch/>
        </p:blipFill>
        <p:spPr bwMode="auto">
          <a:xfrm>
            <a:off x="9243630" y="1542160"/>
            <a:ext cx="1001413" cy="122178"/>
          </a:xfrm>
          <a:prstGeom prst="rect">
            <a:avLst/>
          </a:prstGeom>
          <a:noFill/>
          <a:extLst>
            <a:ext uri="{909E8E84-426E-40DD-AFC4-6F175D3DCCD1}">
              <a14:hiddenFill xmlns:a14="http://schemas.microsoft.com/office/drawing/2010/main">
                <a:solidFill>
                  <a:srgbClr val="FFFFFF"/>
                </a:solidFill>
              </a14:hiddenFill>
            </a:ext>
          </a:extLst>
        </p:spPr>
      </p:pic>
      <p:sp>
        <p:nvSpPr>
          <p:cNvPr id="69" name="CaixaDeTexto 68">
            <a:extLst>
              <a:ext uri="{FF2B5EF4-FFF2-40B4-BE49-F238E27FC236}">
                <a16:creationId xmlns:a16="http://schemas.microsoft.com/office/drawing/2014/main" id="{46C3E5DD-9F90-416E-9158-05C38D630CA8}"/>
              </a:ext>
            </a:extLst>
          </p:cNvPr>
          <p:cNvSpPr txBox="1"/>
          <p:nvPr/>
        </p:nvSpPr>
        <p:spPr bwMode="auto">
          <a:xfrm>
            <a:off x="9188409" y="1323251"/>
            <a:ext cx="913612" cy="261610"/>
          </a:xfrm>
          <a:prstGeom prst="rect">
            <a:avLst/>
          </a:prstGeom>
          <a:noFill/>
          <a:ln w="9525">
            <a:noFill/>
            <a:miter lim="800000"/>
            <a:headEnd/>
            <a:tailEnd/>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100" b="1" i="0" u="none" strike="noStrike" kern="1200" cap="none" spc="0" normalizeH="0" baseline="0" noProof="0">
                <a:ln>
                  <a:noFill/>
                </a:ln>
                <a:solidFill>
                  <a:srgbClr val="071C25"/>
                </a:solidFill>
                <a:effectLst/>
                <a:uLnTx/>
                <a:uFillTx/>
                <a:latin typeface="Arial"/>
                <a:ea typeface="+mn-ea"/>
                <a:cs typeface="+mn-cs"/>
              </a:rPr>
              <a:t>Düsseldorf</a:t>
            </a:r>
          </a:p>
        </p:txBody>
      </p:sp>
      <p:sp>
        <p:nvSpPr>
          <p:cNvPr id="70" name="Elipse 339">
            <a:extLst>
              <a:ext uri="{FF2B5EF4-FFF2-40B4-BE49-F238E27FC236}">
                <a16:creationId xmlns:a16="http://schemas.microsoft.com/office/drawing/2014/main" id="{3A38657E-28F1-485A-ABEC-6B8A60580875}"/>
              </a:ext>
            </a:extLst>
          </p:cNvPr>
          <p:cNvSpPr/>
          <p:nvPr/>
        </p:nvSpPr>
        <p:spPr>
          <a:xfrm>
            <a:off x="9158991" y="1693182"/>
            <a:ext cx="111144" cy="111144"/>
          </a:xfrm>
          <a:prstGeom prst="ellipse">
            <a:avLst/>
          </a:prstGeom>
          <a:solidFill>
            <a:schemeClr val="bg1"/>
          </a:solidFill>
          <a:ln w="952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pt-BR" sz="1200" b="1" i="0" u="none" strike="noStrike" kern="0" cap="none" spc="0" normalizeH="0" baseline="0" noProof="0">
              <a:ln>
                <a:noFill/>
              </a:ln>
              <a:solidFill>
                <a:srgbClr val="073E87"/>
              </a:solidFill>
              <a:effectLst/>
              <a:uLnTx/>
              <a:uFillTx/>
              <a:latin typeface="Arial"/>
              <a:ea typeface="+mn-ea"/>
              <a:cs typeface="+mn-cs"/>
            </a:endParaRPr>
          </a:p>
        </p:txBody>
      </p:sp>
      <p:pic>
        <p:nvPicPr>
          <p:cNvPr id="25" name="Imagem 24">
            <a:extLst>
              <a:ext uri="{FF2B5EF4-FFF2-40B4-BE49-F238E27FC236}">
                <a16:creationId xmlns:a16="http://schemas.microsoft.com/office/drawing/2014/main" id="{71C8158D-417E-4AF0-B366-85C8DE14571F}"/>
              </a:ext>
            </a:extLst>
          </p:cNvPr>
          <p:cNvPicPr>
            <a:picLocks noChangeAspect="1"/>
          </p:cNvPicPr>
          <p:nvPr/>
        </p:nvPicPr>
        <p:blipFill rotWithShape="1">
          <a:blip r:embed="rId19" cstate="email">
            <a:extLst>
              <a:ext uri="{28A0092B-C50C-407E-A947-70E740481C1C}">
                <a14:useLocalDpi xmlns:a14="http://schemas.microsoft.com/office/drawing/2010/main"/>
              </a:ext>
            </a:extLst>
          </a:blip>
          <a:srcRect/>
          <a:stretch/>
        </p:blipFill>
        <p:spPr>
          <a:xfrm>
            <a:off x="7741989" y="3433016"/>
            <a:ext cx="280103" cy="281861"/>
          </a:xfrm>
          <a:prstGeom prst="rect">
            <a:avLst/>
          </a:prstGeom>
        </p:spPr>
      </p:pic>
      <p:grpSp>
        <p:nvGrpSpPr>
          <p:cNvPr id="42" name="Agrupar 41">
            <a:extLst>
              <a:ext uri="{FF2B5EF4-FFF2-40B4-BE49-F238E27FC236}">
                <a16:creationId xmlns:a16="http://schemas.microsoft.com/office/drawing/2014/main" id="{815E6E18-250E-4C00-83E8-89CF1406423B}"/>
              </a:ext>
            </a:extLst>
          </p:cNvPr>
          <p:cNvGrpSpPr/>
          <p:nvPr/>
        </p:nvGrpSpPr>
        <p:grpSpPr>
          <a:xfrm>
            <a:off x="9355788" y="2563918"/>
            <a:ext cx="729148" cy="201363"/>
            <a:chOff x="9217343" y="2576220"/>
            <a:chExt cx="729148" cy="201363"/>
          </a:xfrm>
        </p:grpSpPr>
        <p:sp>
          <p:nvSpPr>
            <p:cNvPr id="26" name="Retângulo 25">
              <a:extLst>
                <a:ext uri="{FF2B5EF4-FFF2-40B4-BE49-F238E27FC236}">
                  <a16:creationId xmlns:a16="http://schemas.microsoft.com/office/drawing/2014/main" id="{0964A271-3D0E-4C1C-AB33-9C607FC8B6F0}"/>
                </a:ext>
              </a:extLst>
            </p:cNvPr>
            <p:cNvSpPr/>
            <p:nvPr/>
          </p:nvSpPr>
          <p:spPr>
            <a:xfrm>
              <a:off x="9217343" y="2576220"/>
              <a:ext cx="729148" cy="186289"/>
            </a:xfrm>
            <a:prstGeom prst="rect">
              <a:avLst/>
            </a:prstGeom>
            <a:solidFill>
              <a:schemeClr val="tx1"/>
            </a:solidFill>
            <a:ln w="19050">
              <a:solidFill>
                <a:schemeClr val="tx1"/>
              </a:solidFill>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400" b="0" i="0" u="none" strike="noStrike" kern="1200" cap="none" spc="0" normalizeH="0" baseline="0" noProof="0">
                <a:ln>
                  <a:noFill/>
                </a:ln>
                <a:solidFill>
                  <a:prstClr val="white"/>
                </a:solidFill>
                <a:effectLst/>
                <a:uLnTx/>
                <a:uFillTx/>
                <a:latin typeface="Arial"/>
                <a:ea typeface="+mn-ea"/>
                <a:cs typeface="+mn-cs"/>
              </a:endParaRPr>
            </a:p>
          </p:txBody>
        </p:sp>
        <p:pic>
          <p:nvPicPr>
            <p:cNvPr id="12296" name="Picture 8">
              <a:extLst>
                <a:ext uri="{FF2B5EF4-FFF2-40B4-BE49-F238E27FC236}">
                  <a16:creationId xmlns:a16="http://schemas.microsoft.com/office/drawing/2014/main" id="{26C6FE00-67AF-46E2-9DB3-AFC99310E37D}"/>
                </a:ext>
              </a:extLst>
            </p:cNvPr>
            <p:cNvPicPr>
              <a:picLocks noChangeAspect="1" noChangeArrowheads="1"/>
            </p:cNvPicPr>
            <p:nvPr/>
          </p:nvPicPr>
          <p:blipFill>
            <a:blip r:embed="rId20" cstate="email">
              <a:extLst>
                <a:ext uri="{28A0092B-C50C-407E-A947-70E740481C1C}">
                  <a14:useLocalDpi xmlns:a14="http://schemas.microsoft.com/office/drawing/2010/main"/>
                </a:ext>
              </a:extLst>
            </a:blip>
            <a:srcRect/>
            <a:stretch>
              <a:fillRect/>
            </a:stretch>
          </p:blipFill>
          <p:spPr bwMode="auto">
            <a:xfrm>
              <a:off x="9231320" y="2597904"/>
              <a:ext cx="708447" cy="179679"/>
            </a:xfrm>
            <a:prstGeom prst="rect">
              <a:avLst/>
            </a:prstGeom>
            <a:noFill/>
            <a:extLst>
              <a:ext uri="{909E8E84-426E-40DD-AFC4-6F175D3DCCD1}">
                <a14:hiddenFill xmlns:a14="http://schemas.microsoft.com/office/drawing/2010/main">
                  <a:solidFill>
                    <a:srgbClr val="FFFFFF"/>
                  </a:solidFill>
                </a14:hiddenFill>
              </a:ext>
            </a:extLst>
          </p:spPr>
        </p:pic>
      </p:grpSp>
      <p:pic>
        <p:nvPicPr>
          <p:cNvPr id="12298" name="Picture 10" descr="Undconsorten - Crunchbase Company Profile &amp; Funding">
            <a:extLst>
              <a:ext uri="{FF2B5EF4-FFF2-40B4-BE49-F238E27FC236}">
                <a16:creationId xmlns:a16="http://schemas.microsoft.com/office/drawing/2014/main" id="{46C21640-F3D7-4539-8AE3-1C3D18E0F3C7}"/>
              </a:ext>
            </a:extLst>
          </p:cNvPr>
          <p:cNvPicPr>
            <a:picLocks noChangeAspect="1" noChangeArrowheads="1"/>
          </p:cNvPicPr>
          <p:nvPr/>
        </p:nvPicPr>
        <p:blipFill rotWithShape="1">
          <a:blip r:embed="rId21" cstate="email">
            <a:extLst>
              <a:ext uri="{28A0092B-C50C-407E-A947-70E740481C1C}">
                <a14:useLocalDpi xmlns:a14="http://schemas.microsoft.com/office/drawing/2010/main"/>
              </a:ext>
            </a:extLst>
          </a:blip>
          <a:srcRect l="15763" t="42675" r="17304" b="41426"/>
          <a:stretch/>
        </p:blipFill>
        <p:spPr bwMode="auto">
          <a:xfrm>
            <a:off x="9300216" y="2800490"/>
            <a:ext cx="789918" cy="187626"/>
          </a:xfrm>
          <a:prstGeom prst="rect">
            <a:avLst/>
          </a:prstGeom>
          <a:noFill/>
          <a:extLst>
            <a:ext uri="{909E8E84-426E-40DD-AFC4-6F175D3DCCD1}">
              <a14:hiddenFill xmlns:a14="http://schemas.microsoft.com/office/drawing/2010/main">
                <a:solidFill>
                  <a:srgbClr val="FFFFFF"/>
                </a:solidFill>
              </a14:hiddenFill>
            </a:ext>
          </a:extLst>
        </p:spPr>
      </p:pic>
      <p:pic>
        <p:nvPicPr>
          <p:cNvPr id="11264" name="Gráfico 11263">
            <a:extLst>
              <a:ext uri="{FF2B5EF4-FFF2-40B4-BE49-F238E27FC236}">
                <a16:creationId xmlns:a16="http://schemas.microsoft.com/office/drawing/2014/main" id="{6254C442-C387-4E1C-8CE1-D8211549C979}"/>
              </a:ext>
            </a:extLst>
          </p:cNvPr>
          <p:cNvPicPr>
            <a:picLocks noChangeAspect="1"/>
          </p:cNvPicPr>
          <p:nvPr/>
        </p:nvPicPr>
        <p:blipFill>
          <a:blip r:embed="rId22" cstate="email">
            <a:extLst>
              <a:ext uri="{28A0092B-C50C-407E-A947-70E740481C1C}">
                <a14:useLocalDpi xmlns:a14="http://schemas.microsoft.com/office/drawing/2010/main"/>
              </a:ext>
              <a:ext uri="{96DAC541-7B7A-43D3-8B79-37D633B846F1}">
                <asvg:svgBlip xmlns:asvg="http://schemas.microsoft.com/office/drawing/2016/SVG/main" r:embed="rId23"/>
              </a:ext>
            </a:extLst>
          </a:blip>
          <a:stretch>
            <a:fillRect/>
          </a:stretch>
        </p:blipFill>
        <p:spPr>
          <a:xfrm>
            <a:off x="8092987" y="2004729"/>
            <a:ext cx="491016" cy="167478"/>
          </a:xfrm>
          <a:prstGeom prst="rect">
            <a:avLst/>
          </a:prstGeom>
        </p:spPr>
      </p:pic>
    </p:spTree>
    <p:extLst>
      <p:ext uri="{BB962C8B-B14F-4D97-AF65-F5344CB8AC3E}">
        <p14:creationId xmlns:p14="http://schemas.microsoft.com/office/powerpoint/2010/main" val="133704174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to 12" hidden="1">
            <a:extLst>
              <a:ext uri="{FF2B5EF4-FFF2-40B4-BE49-F238E27FC236}">
                <a16:creationId xmlns:a16="http://schemas.microsoft.com/office/drawing/2014/main" id="{4713972D-8CA1-4ED4-8CFF-8697CF723311}"/>
              </a:ext>
            </a:extLst>
          </p:cNvPr>
          <p:cNvGraphicFramePr>
            <a:graphicFrameLocks noChangeAspect="1"/>
          </p:cNvGraphicFramePr>
          <p:nvPr>
            <p:custDataLst>
              <p:tags r:id="rId1"/>
            </p:custDataLst>
            <p:extLst>
              <p:ext uri="{D42A27DB-BD31-4B8C-83A1-F6EECF244321}">
                <p14:modId xmlns:p14="http://schemas.microsoft.com/office/powerpoint/2010/main" val="160583188"/>
              </p:ext>
            </p:extLst>
          </p:nvPr>
        </p:nvGraphicFramePr>
        <p:xfrm>
          <a:off x="1525588" y="1588"/>
          <a:ext cx="1588" cy="1588"/>
        </p:xfrm>
        <a:graphic>
          <a:graphicData uri="http://schemas.openxmlformats.org/presentationml/2006/ole">
            <mc:AlternateContent xmlns:mc="http://schemas.openxmlformats.org/markup-compatibility/2006">
              <mc:Choice xmlns:v="urn:schemas-microsoft-com:vml" Requires="v">
                <p:oleObj name="Slide do think-cell" r:id="rId5" imgW="473" imgH="476" progId="TCLayout.ActiveDocument.1">
                  <p:embed/>
                </p:oleObj>
              </mc:Choice>
              <mc:Fallback>
                <p:oleObj name="Slide do think-cell" r:id="rId5" imgW="473" imgH="476" progId="TCLayout.ActiveDocument.1">
                  <p:embed/>
                  <p:pic>
                    <p:nvPicPr>
                      <p:cNvPr id="13" name="Objeto 12" hidden="1">
                        <a:extLst>
                          <a:ext uri="{FF2B5EF4-FFF2-40B4-BE49-F238E27FC236}">
                            <a16:creationId xmlns:a16="http://schemas.microsoft.com/office/drawing/2014/main" id="{4713972D-8CA1-4ED4-8CFF-8697CF723311}"/>
                          </a:ext>
                        </a:extLst>
                      </p:cNvPr>
                      <p:cNvPicPr/>
                      <p:nvPr/>
                    </p:nvPicPr>
                    <p:blipFill>
                      <a:blip r:embed="rId6"/>
                      <a:stretch>
                        <a:fillRect/>
                      </a:stretch>
                    </p:blipFill>
                    <p:spPr>
                      <a:xfrm>
                        <a:off x="1525588" y="1588"/>
                        <a:ext cx="1588" cy="1588"/>
                      </a:xfrm>
                      <a:prstGeom prst="rect">
                        <a:avLst/>
                      </a:prstGeom>
                    </p:spPr>
                  </p:pic>
                </p:oleObj>
              </mc:Fallback>
            </mc:AlternateContent>
          </a:graphicData>
        </a:graphic>
      </p:graphicFrame>
      <p:sp>
        <p:nvSpPr>
          <p:cNvPr id="12" name="Retângulo 11" hidden="1">
            <a:extLst>
              <a:ext uri="{FF2B5EF4-FFF2-40B4-BE49-F238E27FC236}">
                <a16:creationId xmlns:a16="http://schemas.microsoft.com/office/drawing/2014/main" id="{8D827B2E-4746-41C4-B6FB-E2A914CE718C}"/>
              </a:ext>
            </a:extLst>
          </p:cNvPr>
          <p:cNvSpPr/>
          <p:nvPr>
            <p:custDataLst>
              <p:tags r:id="rId2"/>
            </p:custDataLst>
          </p:nvPr>
        </p:nvSpPr>
        <p:spPr>
          <a:xfrm>
            <a:off x="1524000" y="0"/>
            <a:ext cx="158750" cy="158750"/>
          </a:xfrm>
          <a:prstGeom prst="rect">
            <a:avLst/>
          </a:prstGeom>
          <a:solidFill>
            <a:schemeClr val="accent1"/>
          </a:solid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vert="horz" wrap="none" lIns="0" tIns="0" rIns="0" bIns="0" numCol="1" spcCol="0" rtlCol="0" anchor="ctr" anchorCtr="0">
            <a:noAutofit/>
          </a:bodyPr>
          <a:lstStyle/>
          <a:p>
            <a:pPr marL="0" marR="0" lvl="0" indent="0" algn="ctr" defTabSz="914400" rtl="0" eaLnBrk="1" fontAlgn="auto" latinLnBrk="0" hangingPunct="1">
              <a:lnSpc>
                <a:spcPct val="100000"/>
              </a:lnSpc>
              <a:spcBef>
                <a:spcPct val="0"/>
              </a:spcBef>
              <a:spcAft>
                <a:spcPct val="0"/>
              </a:spcAft>
              <a:buClrTx/>
              <a:buSzTx/>
              <a:buFontTx/>
              <a:buNone/>
              <a:tabLst/>
              <a:defRPr/>
            </a:pPr>
            <a:endParaRPr kumimoji="0" lang="pt-PT" sz="2400" b="1" i="0" u="none" strike="noStrike" kern="1200" cap="none" spc="0" normalizeH="0" baseline="0" noProof="0" err="1">
              <a:ln>
                <a:noFill/>
              </a:ln>
              <a:solidFill>
                <a:srgbClr val="073E87"/>
              </a:solidFill>
              <a:effectLst/>
              <a:uLnTx/>
              <a:uFillTx/>
              <a:latin typeface="Arial" panose="020B0604020202020204" pitchFamily="34" charset="0"/>
              <a:ea typeface="+mn-ea"/>
              <a:cs typeface="+mn-cs"/>
              <a:sym typeface="Arial" panose="020B0604020202020204" pitchFamily="34" charset="0"/>
            </a:endParaRPr>
          </a:p>
        </p:txBody>
      </p:sp>
      <p:sp>
        <p:nvSpPr>
          <p:cNvPr id="3" name="Espaço Reservado para Texto 2"/>
          <p:cNvSpPr>
            <a:spLocks noGrp="1"/>
          </p:cNvSpPr>
          <p:nvPr>
            <p:ph type="body" sz="quarter" idx="14"/>
          </p:nvPr>
        </p:nvSpPr>
        <p:spPr/>
        <p:txBody>
          <a:bodyPr/>
          <a:lstStyle/>
          <a:p>
            <a:r>
              <a:rPr lang="en-US"/>
              <a:t>Fonte: Mirow &amp; Co.</a:t>
            </a:r>
          </a:p>
        </p:txBody>
      </p:sp>
      <p:sp>
        <p:nvSpPr>
          <p:cNvPr id="2" name="Título 1"/>
          <p:cNvSpPr>
            <a:spLocks noGrp="1"/>
          </p:cNvSpPr>
          <p:nvPr>
            <p:ph type="title"/>
          </p:nvPr>
        </p:nvSpPr>
        <p:spPr/>
        <p:txBody>
          <a:bodyPr vert="horz"/>
          <a:lstStyle/>
          <a:p>
            <a:r>
              <a:rPr lang="pt-PT"/>
              <a:t>Nossos c</a:t>
            </a:r>
            <a:r>
              <a:rPr lang="pt-PT" sz="2000"/>
              <a:t>lientes – exemplos</a:t>
            </a:r>
            <a:endParaRPr lang="en-US" sz="2000"/>
          </a:p>
        </p:txBody>
      </p:sp>
      <p:sp>
        <p:nvSpPr>
          <p:cNvPr id="63" name="Rectangle 62">
            <a:extLst>
              <a:ext uri="{FF2B5EF4-FFF2-40B4-BE49-F238E27FC236}">
                <a16:creationId xmlns:a16="http://schemas.microsoft.com/office/drawing/2014/main" id="{BE82D59B-9328-438C-B7DC-FF0E2020122E}"/>
              </a:ext>
            </a:extLst>
          </p:cNvPr>
          <p:cNvSpPr>
            <a:spLocks/>
          </p:cNvSpPr>
          <p:nvPr/>
        </p:nvSpPr>
        <p:spPr>
          <a:xfrm>
            <a:off x="0" y="914401"/>
            <a:ext cx="12192000" cy="5270500"/>
          </a:xfrm>
          <a:prstGeom prst="rect">
            <a:avLst/>
          </a:prstGeom>
          <a:solidFill>
            <a:schemeClr val="accent3"/>
          </a:solidFill>
          <a:ln w="19050">
            <a:noFill/>
            <a:miter lim="400000"/>
          </a:ln>
          <a:effectLst/>
        </p:spPr>
        <p:txBody>
          <a:bodyPr lIns="108000" tIns="72000" rIns="108000" bIns="7200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a:ea typeface="+mn-ea"/>
              <a:cs typeface="+mn-cs"/>
            </a:endParaRPr>
          </a:p>
        </p:txBody>
      </p:sp>
      <p:sp>
        <p:nvSpPr>
          <p:cNvPr id="64" name="Oval 63">
            <a:extLst>
              <a:ext uri="{FF2B5EF4-FFF2-40B4-BE49-F238E27FC236}">
                <a16:creationId xmlns:a16="http://schemas.microsoft.com/office/drawing/2014/main" id="{BFE70FAA-C293-4559-8077-C81BA74BE99E}"/>
              </a:ext>
            </a:extLst>
          </p:cNvPr>
          <p:cNvSpPr/>
          <p:nvPr/>
        </p:nvSpPr>
        <p:spPr>
          <a:xfrm>
            <a:off x="239027" y="1142022"/>
            <a:ext cx="1588336" cy="1588336"/>
          </a:xfrm>
          <a:prstGeom prst="ellipse">
            <a:avLst/>
          </a:prstGeom>
          <a:solidFill>
            <a:schemeClr val="bg1"/>
          </a:solidFill>
          <a:ln w="19050">
            <a:solidFill>
              <a:schemeClr val="tx2"/>
            </a:solidFill>
            <a:prstDash val="dash"/>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a:ea typeface="+mn-ea"/>
              <a:cs typeface="+mn-cs"/>
            </a:endParaRPr>
          </a:p>
        </p:txBody>
      </p:sp>
      <p:sp>
        <p:nvSpPr>
          <p:cNvPr id="65" name="Oval 64">
            <a:extLst>
              <a:ext uri="{FF2B5EF4-FFF2-40B4-BE49-F238E27FC236}">
                <a16:creationId xmlns:a16="http://schemas.microsoft.com/office/drawing/2014/main" id="{9D867DAE-DB4C-490D-A6C2-79A34C4D90DB}"/>
              </a:ext>
            </a:extLst>
          </p:cNvPr>
          <p:cNvSpPr/>
          <p:nvPr/>
        </p:nvSpPr>
        <p:spPr>
          <a:xfrm>
            <a:off x="3132059" y="1142022"/>
            <a:ext cx="1588336" cy="1588336"/>
          </a:xfrm>
          <a:prstGeom prst="ellipse">
            <a:avLst/>
          </a:prstGeom>
          <a:solidFill>
            <a:schemeClr val="bg1"/>
          </a:solidFill>
          <a:ln w="19050">
            <a:solidFill>
              <a:schemeClr val="tx2"/>
            </a:solidFill>
            <a:prstDash val="dash"/>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a:ea typeface="+mn-ea"/>
              <a:cs typeface="+mn-cs"/>
            </a:endParaRPr>
          </a:p>
        </p:txBody>
      </p:sp>
      <p:sp>
        <p:nvSpPr>
          <p:cNvPr id="66" name="Oval 65">
            <a:extLst>
              <a:ext uri="{FF2B5EF4-FFF2-40B4-BE49-F238E27FC236}">
                <a16:creationId xmlns:a16="http://schemas.microsoft.com/office/drawing/2014/main" id="{C60E8188-85E1-471F-A3B4-F5183EFE8821}"/>
              </a:ext>
            </a:extLst>
          </p:cNvPr>
          <p:cNvSpPr/>
          <p:nvPr/>
        </p:nvSpPr>
        <p:spPr>
          <a:xfrm>
            <a:off x="6025091" y="1142022"/>
            <a:ext cx="1588336" cy="1588336"/>
          </a:xfrm>
          <a:prstGeom prst="ellipse">
            <a:avLst/>
          </a:prstGeom>
          <a:solidFill>
            <a:schemeClr val="bg1"/>
          </a:solidFill>
          <a:ln w="19050">
            <a:solidFill>
              <a:schemeClr val="tx2"/>
            </a:solidFill>
            <a:prstDash val="dash"/>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a:ea typeface="+mn-ea"/>
              <a:cs typeface="+mn-cs"/>
            </a:endParaRPr>
          </a:p>
        </p:txBody>
      </p:sp>
      <p:sp>
        <p:nvSpPr>
          <p:cNvPr id="69" name="Oval 68">
            <a:extLst>
              <a:ext uri="{FF2B5EF4-FFF2-40B4-BE49-F238E27FC236}">
                <a16:creationId xmlns:a16="http://schemas.microsoft.com/office/drawing/2014/main" id="{745CBFFC-9422-4A43-869C-1C1B2B7AC355}"/>
              </a:ext>
            </a:extLst>
          </p:cNvPr>
          <p:cNvSpPr/>
          <p:nvPr/>
        </p:nvSpPr>
        <p:spPr>
          <a:xfrm>
            <a:off x="8918123" y="1142022"/>
            <a:ext cx="1588336" cy="1588336"/>
          </a:xfrm>
          <a:prstGeom prst="ellipse">
            <a:avLst/>
          </a:prstGeom>
          <a:solidFill>
            <a:schemeClr val="bg1"/>
          </a:solidFill>
          <a:ln w="19050">
            <a:solidFill>
              <a:schemeClr val="tx2"/>
            </a:solidFill>
            <a:prstDash val="dash"/>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a:ea typeface="+mn-ea"/>
              <a:cs typeface="+mn-cs"/>
            </a:endParaRPr>
          </a:p>
        </p:txBody>
      </p:sp>
      <p:sp>
        <p:nvSpPr>
          <p:cNvPr id="107" name="Oval 106">
            <a:extLst>
              <a:ext uri="{FF2B5EF4-FFF2-40B4-BE49-F238E27FC236}">
                <a16:creationId xmlns:a16="http://schemas.microsoft.com/office/drawing/2014/main" id="{61A1616F-4FD5-4585-BC49-346B0DD8A590}"/>
              </a:ext>
            </a:extLst>
          </p:cNvPr>
          <p:cNvSpPr/>
          <p:nvPr/>
        </p:nvSpPr>
        <p:spPr>
          <a:xfrm>
            <a:off x="1685543" y="2217663"/>
            <a:ext cx="1588336" cy="1588336"/>
          </a:xfrm>
          <a:prstGeom prst="ellipse">
            <a:avLst/>
          </a:prstGeom>
          <a:solidFill>
            <a:schemeClr val="bg1"/>
          </a:solidFill>
          <a:ln w="19050">
            <a:solidFill>
              <a:schemeClr val="tx2"/>
            </a:solidFill>
            <a:prstDash val="dash"/>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a:ea typeface="+mn-ea"/>
              <a:cs typeface="+mn-cs"/>
            </a:endParaRPr>
          </a:p>
        </p:txBody>
      </p:sp>
      <p:sp>
        <p:nvSpPr>
          <p:cNvPr id="108" name="Oval 107">
            <a:extLst>
              <a:ext uri="{FF2B5EF4-FFF2-40B4-BE49-F238E27FC236}">
                <a16:creationId xmlns:a16="http://schemas.microsoft.com/office/drawing/2014/main" id="{D9A967E0-63D0-4E12-880F-01D05196E1A4}"/>
              </a:ext>
            </a:extLst>
          </p:cNvPr>
          <p:cNvSpPr/>
          <p:nvPr/>
        </p:nvSpPr>
        <p:spPr>
          <a:xfrm>
            <a:off x="4578575" y="2217663"/>
            <a:ext cx="1588336" cy="1588336"/>
          </a:xfrm>
          <a:prstGeom prst="ellipse">
            <a:avLst/>
          </a:prstGeom>
          <a:solidFill>
            <a:schemeClr val="bg1"/>
          </a:solidFill>
          <a:ln w="19050">
            <a:solidFill>
              <a:schemeClr val="tx2"/>
            </a:solidFill>
            <a:prstDash val="dash"/>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a:ea typeface="+mn-ea"/>
              <a:cs typeface="+mn-cs"/>
            </a:endParaRPr>
          </a:p>
        </p:txBody>
      </p:sp>
      <p:sp>
        <p:nvSpPr>
          <p:cNvPr id="109" name="Oval 108">
            <a:extLst>
              <a:ext uri="{FF2B5EF4-FFF2-40B4-BE49-F238E27FC236}">
                <a16:creationId xmlns:a16="http://schemas.microsoft.com/office/drawing/2014/main" id="{07491520-9E03-4888-888B-B11814AFFC18}"/>
              </a:ext>
            </a:extLst>
          </p:cNvPr>
          <p:cNvSpPr/>
          <p:nvPr/>
        </p:nvSpPr>
        <p:spPr>
          <a:xfrm>
            <a:off x="7490685" y="2217663"/>
            <a:ext cx="1588336" cy="1588336"/>
          </a:xfrm>
          <a:prstGeom prst="ellipse">
            <a:avLst/>
          </a:prstGeom>
          <a:solidFill>
            <a:schemeClr val="bg1"/>
          </a:solidFill>
          <a:ln w="19050">
            <a:solidFill>
              <a:schemeClr val="tx2"/>
            </a:solidFill>
            <a:prstDash val="dash"/>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a:ea typeface="+mn-ea"/>
              <a:cs typeface="+mn-cs"/>
            </a:endParaRPr>
          </a:p>
        </p:txBody>
      </p:sp>
      <p:sp>
        <p:nvSpPr>
          <p:cNvPr id="110" name="Oval 109">
            <a:extLst>
              <a:ext uri="{FF2B5EF4-FFF2-40B4-BE49-F238E27FC236}">
                <a16:creationId xmlns:a16="http://schemas.microsoft.com/office/drawing/2014/main" id="{44511ADE-CCC5-499B-B9B9-0B870822F138}"/>
              </a:ext>
            </a:extLst>
          </p:cNvPr>
          <p:cNvSpPr/>
          <p:nvPr/>
        </p:nvSpPr>
        <p:spPr>
          <a:xfrm>
            <a:off x="10364637" y="2217663"/>
            <a:ext cx="1588336" cy="1588336"/>
          </a:xfrm>
          <a:prstGeom prst="ellipse">
            <a:avLst/>
          </a:prstGeom>
          <a:solidFill>
            <a:schemeClr val="bg1"/>
          </a:solidFill>
          <a:ln w="19050">
            <a:noFill/>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a:ea typeface="+mn-ea"/>
              <a:cs typeface="+mn-cs"/>
            </a:endParaRPr>
          </a:p>
        </p:txBody>
      </p:sp>
      <p:sp>
        <p:nvSpPr>
          <p:cNvPr id="111" name="Oval 110">
            <a:extLst>
              <a:ext uri="{FF2B5EF4-FFF2-40B4-BE49-F238E27FC236}">
                <a16:creationId xmlns:a16="http://schemas.microsoft.com/office/drawing/2014/main" id="{D37F2883-7E1E-4473-B4AD-00ACF062A17B}"/>
              </a:ext>
            </a:extLst>
          </p:cNvPr>
          <p:cNvSpPr/>
          <p:nvPr/>
        </p:nvSpPr>
        <p:spPr>
          <a:xfrm>
            <a:off x="239027" y="3293303"/>
            <a:ext cx="1588336" cy="1588336"/>
          </a:xfrm>
          <a:prstGeom prst="ellipse">
            <a:avLst/>
          </a:prstGeom>
          <a:solidFill>
            <a:schemeClr val="bg1"/>
          </a:solidFill>
          <a:ln w="19050">
            <a:noFill/>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a:ea typeface="+mn-ea"/>
              <a:cs typeface="+mn-cs"/>
            </a:endParaRPr>
          </a:p>
        </p:txBody>
      </p:sp>
      <p:sp>
        <p:nvSpPr>
          <p:cNvPr id="112" name="Oval 111">
            <a:extLst>
              <a:ext uri="{FF2B5EF4-FFF2-40B4-BE49-F238E27FC236}">
                <a16:creationId xmlns:a16="http://schemas.microsoft.com/office/drawing/2014/main" id="{9904ED76-2CF8-43C0-A463-8F3A6CB43986}"/>
              </a:ext>
            </a:extLst>
          </p:cNvPr>
          <p:cNvSpPr/>
          <p:nvPr/>
        </p:nvSpPr>
        <p:spPr>
          <a:xfrm>
            <a:off x="3123483" y="3293303"/>
            <a:ext cx="1588336" cy="1588336"/>
          </a:xfrm>
          <a:prstGeom prst="ellipse">
            <a:avLst/>
          </a:prstGeom>
          <a:solidFill>
            <a:schemeClr val="bg1"/>
          </a:solidFill>
          <a:ln w="19050">
            <a:noFill/>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a:ea typeface="+mn-ea"/>
              <a:cs typeface="+mn-cs"/>
            </a:endParaRPr>
          </a:p>
        </p:txBody>
      </p:sp>
      <p:sp>
        <p:nvSpPr>
          <p:cNvPr id="114" name="Oval 113">
            <a:extLst>
              <a:ext uri="{FF2B5EF4-FFF2-40B4-BE49-F238E27FC236}">
                <a16:creationId xmlns:a16="http://schemas.microsoft.com/office/drawing/2014/main" id="{1A2D72EF-48A8-4CB4-B2AB-80A4E4591C28}"/>
              </a:ext>
            </a:extLst>
          </p:cNvPr>
          <p:cNvSpPr/>
          <p:nvPr/>
        </p:nvSpPr>
        <p:spPr>
          <a:xfrm>
            <a:off x="8922407" y="3293303"/>
            <a:ext cx="1588336" cy="1588336"/>
          </a:xfrm>
          <a:prstGeom prst="ellipse">
            <a:avLst/>
          </a:prstGeom>
          <a:solidFill>
            <a:schemeClr val="bg1"/>
          </a:solidFill>
          <a:ln w="19050">
            <a:noFill/>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a:ea typeface="+mn-ea"/>
              <a:cs typeface="+mn-cs"/>
            </a:endParaRPr>
          </a:p>
        </p:txBody>
      </p:sp>
      <p:pic>
        <p:nvPicPr>
          <p:cNvPr id="128" name="Picture 4" descr="Suzano removed 11.75 million tons of CO2e from the atmosphere in 2019">
            <a:extLst>
              <a:ext uri="{FF2B5EF4-FFF2-40B4-BE49-F238E27FC236}">
                <a16:creationId xmlns:a16="http://schemas.microsoft.com/office/drawing/2014/main" id="{565DA027-C0DE-48D7-8374-A2925A56D087}"/>
              </a:ext>
            </a:extLst>
          </p:cNvPr>
          <p:cNvPicPr>
            <a:picLocks noChangeAspect="1" noChangeArrowheads="1"/>
          </p:cNvPicPr>
          <p:nvPr/>
        </p:nvPicPr>
        <p:blipFill>
          <a:blip r:embed="rId7" cstate="email">
            <a:extLst>
              <a:ext uri="{28A0092B-C50C-407E-A947-70E740481C1C}">
                <a14:useLocalDpi xmlns:a14="http://schemas.microsoft.com/office/drawing/2010/main"/>
              </a:ext>
            </a:extLst>
          </a:blip>
          <a:srcRect/>
          <a:stretch>
            <a:fillRect/>
          </a:stretch>
        </p:blipFill>
        <p:spPr bwMode="auto">
          <a:xfrm>
            <a:off x="10505409" y="2637923"/>
            <a:ext cx="1306792" cy="747817"/>
          </a:xfrm>
          <a:prstGeom prst="rect">
            <a:avLst/>
          </a:prstGeom>
          <a:noFill/>
          <a:extLst>
            <a:ext uri="{909E8E84-426E-40DD-AFC4-6F175D3DCCD1}">
              <a14:hiddenFill xmlns:a14="http://schemas.microsoft.com/office/drawing/2010/main">
                <a:solidFill>
                  <a:srgbClr val="FFFFFF"/>
                </a:solidFill>
              </a14:hiddenFill>
            </a:ext>
          </a:extLst>
        </p:spPr>
      </p:pic>
      <p:sp>
        <p:nvSpPr>
          <p:cNvPr id="113" name="Oval 112">
            <a:extLst>
              <a:ext uri="{FF2B5EF4-FFF2-40B4-BE49-F238E27FC236}">
                <a16:creationId xmlns:a16="http://schemas.microsoft.com/office/drawing/2014/main" id="{AB0AED36-3DC2-4E9E-9F72-E904FE93A42F}"/>
              </a:ext>
            </a:extLst>
          </p:cNvPr>
          <p:cNvSpPr/>
          <p:nvPr/>
        </p:nvSpPr>
        <p:spPr>
          <a:xfrm>
            <a:off x="6037951" y="3293303"/>
            <a:ext cx="1588336" cy="1588336"/>
          </a:xfrm>
          <a:prstGeom prst="ellipse">
            <a:avLst/>
          </a:prstGeom>
          <a:solidFill>
            <a:schemeClr val="bg1"/>
          </a:solidFill>
          <a:ln w="19050">
            <a:noFill/>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a:ln>
                <a:noFill/>
              </a:ln>
              <a:solidFill>
                <a:prstClr val="white"/>
              </a:solidFill>
              <a:effectLst/>
              <a:uLnTx/>
              <a:uFillTx/>
              <a:latin typeface="Arial"/>
              <a:ea typeface="+mn-ea"/>
              <a:cs typeface="+mn-cs"/>
            </a:endParaRPr>
          </a:p>
        </p:txBody>
      </p:sp>
      <p:sp>
        <p:nvSpPr>
          <p:cNvPr id="115" name="Oval 114">
            <a:extLst>
              <a:ext uri="{FF2B5EF4-FFF2-40B4-BE49-F238E27FC236}">
                <a16:creationId xmlns:a16="http://schemas.microsoft.com/office/drawing/2014/main" id="{6D4C70A8-F15F-48E3-9743-8984AF155B28}"/>
              </a:ext>
            </a:extLst>
          </p:cNvPr>
          <p:cNvSpPr/>
          <p:nvPr/>
        </p:nvSpPr>
        <p:spPr>
          <a:xfrm>
            <a:off x="1681255" y="4368945"/>
            <a:ext cx="1588336" cy="1588336"/>
          </a:xfrm>
          <a:prstGeom prst="ellipse">
            <a:avLst/>
          </a:prstGeom>
          <a:solidFill>
            <a:schemeClr val="bg1"/>
          </a:solidFill>
          <a:ln w="19050">
            <a:noFill/>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a:ea typeface="+mn-ea"/>
              <a:cs typeface="+mn-cs"/>
            </a:endParaRPr>
          </a:p>
        </p:txBody>
      </p:sp>
      <p:sp>
        <p:nvSpPr>
          <p:cNvPr id="116" name="Oval 115">
            <a:extLst>
              <a:ext uri="{FF2B5EF4-FFF2-40B4-BE49-F238E27FC236}">
                <a16:creationId xmlns:a16="http://schemas.microsoft.com/office/drawing/2014/main" id="{6D369601-35AC-4776-BEF1-325690C54365}"/>
              </a:ext>
            </a:extLst>
          </p:cNvPr>
          <p:cNvSpPr/>
          <p:nvPr/>
        </p:nvSpPr>
        <p:spPr>
          <a:xfrm>
            <a:off x="4580717" y="4368945"/>
            <a:ext cx="1588336" cy="1588336"/>
          </a:xfrm>
          <a:prstGeom prst="ellipse">
            <a:avLst/>
          </a:prstGeom>
          <a:solidFill>
            <a:schemeClr val="bg1"/>
          </a:solidFill>
          <a:ln w="19050">
            <a:noFill/>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a:ea typeface="+mn-ea"/>
              <a:cs typeface="+mn-cs"/>
            </a:endParaRPr>
          </a:p>
        </p:txBody>
      </p:sp>
      <p:sp>
        <p:nvSpPr>
          <p:cNvPr id="117" name="Oval 116">
            <a:extLst>
              <a:ext uri="{FF2B5EF4-FFF2-40B4-BE49-F238E27FC236}">
                <a16:creationId xmlns:a16="http://schemas.microsoft.com/office/drawing/2014/main" id="{AA798201-92BE-4E5B-83BF-0925B0B2D44F}"/>
              </a:ext>
            </a:extLst>
          </p:cNvPr>
          <p:cNvSpPr/>
          <p:nvPr/>
        </p:nvSpPr>
        <p:spPr>
          <a:xfrm>
            <a:off x="7480179" y="4368945"/>
            <a:ext cx="1588336" cy="1588336"/>
          </a:xfrm>
          <a:prstGeom prst="ellipse">
            <a:avLst/>
          </a:prstGeom>
          <a:solidFill>
            <a:schemeClr val="bg1"/>
          </a:solidFill>
          <a:ln w="19050">
            <a:noFill/>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a:ea typeface="+mn-ea"/>
              <a:cs typeface="+mn-cs"/>
            </a:endParaRPr>
          </a:p>
        </p:txBody>
      </p:sp>
      <p:sp>
        <p:nvSpPr>
          <p:cNvPr id="118" name="Oval 117">
            <a:extLst>
              <a:ext uri="{FF2B5EF4-FFF2-40B4-BE49-F238E27FC236}">
                <a16:creationId xmlns:a16="http://schemas.microsoft.com/office/drawing/2014/main" id="{E9D9EA54-3E8A-43DC-9536-CC0A23FE5304}"/>
              </a:ext>
            </a:extLst>
          </p:cNvPr>
          <p:cNvSpPr/>
          <p:nvPr/>
        </p:nvSpPr>
        <p:spPr>
          <a:xfrm>
            <a:off x="10364637" y="4368945"/>
            <a:ext cx="1588336" cy="1588336"/>
          </a:xfrm>
          <a:prstGeom prst="ellipse">
            <a:avLst/>
          </a:prstGeom>
          <a:solidFill>
            <a:schemeClr val="bg1"/>
          </a:solidFill>
          <a:ln w="19050">
            <a:noFill/>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a:ea typeface="+mn-ea"/>
              <a:cs typeface="+mn-cs"/>
            </a:endParaRPr>
          </a:p>
        </p:txBody>
      </p:sp>
      <p:pic>
        <p:nvPicPr>
          <p:cNvPr id="59" name="Picture 1037" descr="Santos Brasil - Wikipedia">
            <a:extLst>
              <a:ext uri="{FF2B5EF4-FFF2-40B4-BE49-F238E27FC236}">
                <a16:creationId xmlns:a16="http://schemas.microsoft.com/office/drawing/2014/main" id="{7850910B-26EB-4560-815E-FA0E3F1CE691}"/>
              </a:ext>
            </a:extLst>
          </p:cNvPr>
          <p:cNvPicPr>
            <a:picLocks noChangeAspect="1" noChangeArrowheads="1"/>
          </p:cNvPicPr>
          <p:nvPr/>
        </p:nvPicPr>
        <p:blipFill>
          <a:blip r:embed="rId8" cstate="email">
            <a:extLst>
              <a:ext uri="{28A0092B-C50C-407E-A947-70E740481C1C}">
                <a14:useLocalDpi xmlns:a14="http://schemas.microsoft.com/office/drawing/2010/main"/>
              </a:ext>
            </a:extLst>
          </a:blip>
          <a:srcRect/>
          <a:stretch>
            <a:fillRect/>
          </a:stretch>
        </p:blipFill>
        <p:spPr bwMode="auto">
          <a:xfrm>
            <a:off x="419311" y="3622910"/>
            <a:ext cx="1227769" cy="929122"/>
          </a:xfrm>
          <a:prstGeom prst="rect">
            <a:avLst/>
          </a:prstGeom>
          <a:noFill/>
          <a:extLst>
            <a:ext uri="{909E8E84-426E-40DD-AFC4-6F175D3DCCD1}">
              <a14:hiddenFill xmlns:a14="http://schemas.microsoft.com/office/drawing/2010/main">
                <a:solidFill>
                  <a:srgbClr val="FFFFFF"/>
                </a:solidFill>
              </a14:hiddenFill>
            </a:ext>
          </a:extLst>
        </p:spPr>
      </p:pic>
      <p:pic>
        <p:nvPicPr>
          <p:cNvPr id="16" name="Imagem 15">
            <a:extLst>
              <a:ext uri="{FF2B5EF4-FFF2-40B4-BE49-F238E27FC236}">
                <a16:creationId xmlns:a16="http://schemas.microsoft.com/office/drawing/2014/main" id="{1D074BCB-D15F-4457-9424-C08222830122}"/>
              </a:ext>
            </a:extLst>
          </p:cNvPr>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3499485" y="1509448"/>
            <a:ext cx="853485" cy="853485"/>
          </a:xfrm>
          <a:prstGeom prst="rect">
            <a:avLst/>
          </a:prstGeom>
        </p:spPr>
      </p:pic>
      <p:sp>
        <p:nvSpPr>
          <p:cNvPr id="5" name="Rectangle 4" hidden="1">
            <a:extLst>
              <a:ext uri="{FF2B5EF4-FFF2-40B4-BE49-F238E27FC236}">
                <a16:creationId xmlns:a16="http://schemas.microsoft.com/office/drawing/2014/main" id="{8DBBB137-F93C-426A-9A58-4C842D28D9E7}"/>
              </a:ext>
            </a:extLst>
          </p:cNvPr>
          <p:cNvSpPr/>
          <p:nvPr/>
        </p:nvSpPr>
        <p:spPr>
          <a:xfrm>
            <a:off x="0" y="0"/>
            <a:ext cx="158750" cy="158750"/>
          </a:xfrm>
          <a:prstGeom prst="rect">
            <a:avLst/>
          </a:prstGeom>
          <a:solidFill>
            <a:schemeClr val="accent2"/>
          </a:solidFill>
          <a:ln w="19050">
            <a:solidFill>
              <a:schemeClr val="accent2"/>
            </a:solidFill>
            <a:miter lim="400000"/>
          </a:ln>
          <a:effectLst/>
        </p:spPr>
        <p:txBody>
          <a:bodyPr wrap="none" lIns="0" tIns="0" rIns="0" bIns="0" numCol="1" spcCol="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PT" sz="2000" b="1"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pic>
        <p:nvPicPr>
          <p:cNvPr id="6" name="Imagem 5">
            <a:extLst>
              <a:ext uri="{FF2B5EF4-FFF2-40B4-BE49-F238E27FC236}">
                <a16:creationId xmlns:a16="http://schemas.microsoft.com/office/drawing/2014/main" id="{C81A91F8-8708-4E4B-8E6C-8F7CE9AEA914}"/>
              </a:ext>
            </a:extLst>
          </p:cNvPr>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4837224" y="4625452"/>
            <a:ext cx="1075323" cy="1075323"/>
          </a:xfrm>
          <a:prstGeom prst="rect">
            <a:avLst/>
          </a:prstGeom>
        </p:spPr>
      </p:pic>
      <p:pic>
        <p:nvPicPr>
          <p:cNvPr id="137" name="Picture 68">
            <a:extLst>
              <a:ext uri="{FF2B5EF4-FFF2-40B4-BE49-F238E27FC236}">
                <a16:creationId xmlns:a16="http://schemas.microsoft.com/office/drawing/2014/main" id="{67367C68-9134-485B-8058-346AD8F6F301}"/>
              </a:ext>
            </a:extLst>
          </p:cNvPr>
          <p:cNvPicPr>
            <a:picLocks noChangeAspect="1"/>
          </p:cNvPicPr>
          <p:nvPr/>
        </p:nvPicPr>
        <p:blipFill rotWithShape="1">
          <a:blip r:embed="rId11" cstate="screen">
            <a:extLst>
              <a:ext uri="{28A0092B-C50C-407E-A947-70E740481C1C}">
                <a14:useLocalDpi xmlns:a14="http://schemas.microsoft.com/office/drawing/2010/main"/>
              </a:ext>
            </a:extLst>
          </a:blip>
          <a:srcRect t="-4062" b="-4062"/>
          <a:stretch/>
        </p:blipFill>
        <p:spPr>
          <a:xfrm>
            <a:off x="9198509" y="3570177"/>
            <a:ext cx="1036133" cy="1034588"/>
          </a:xfrm>
          <a:prstGeom prst="ellipse">
            <a:avLst/>
          </a:prstGeom>
          <a:solidFill>
            <a:srgbClr val="FDDA00"/>
          </a:solidFill>
        </p:spPr>
      </p:pic>
      <p:pic>
        <p:nvPicPr>
          <p:cNvPr id="1026" name="Picture 2" descr="São Martinho convoca acionistas para discutir sobre cisão da Usina Santa  Luiza">
            <a:extLst>
              <a:ext uri="{FF2B5EF4-FFF2-40B4-BE49-F238E27FC236}">
                <a16:creationId xmlns:a16="http://schemas.microsoft.com/office/drawing/2014/main" id="{383BF53F-6D2E-F0AA-BC8D-706EA6F8E1BE}"/>
              </a:ext>
            </a:extLst>
          </p:cNvPr>
          <p:cNvPicPr>
            <a:picLocks noChangeAspect="1" noChangeArrowheads="1"/>
          </p:cNvPicPr>
          <p:nvPr/>
        </p:nvPicPr>
        <p:blipFill rotWithShape="1">
          <a:blip r:embed="rId12" cstate="email">
            <a:clrChange>
              <a:clrFrom>
                <a:srgbClr val="FBFBF9"/>
              </a:clrFrom>
              <a:clrTo>
                <a:srgbClr val="FBFBF9">
                  <a:alpha val="0"/>
                </a:srgbClr>
              </a:clrTo>
            </a:clrChange>
            <a:extLst>
              <a:ext uri="{28A0092B-C50C-407E-A947-70E740481C1C}">
                <a14:useLocalDpi xmlns:a14="http://schemas.microsoft.com/office/drawing/2010/main"/>
              </a:ext>
            </a:extLst>
          </a:blip>
          <a:srcRect/>
          <a:stretch/>
        </p:blipFill>
        <p:spPr bwMode="auto">
          <a:xfrm>
            <a:off x="355151" y="1557067"/>
            <a:ext cx="1356089" cy="758247"/>
          </a:xfrm>
          <a:prstGeom prst="rect">
            <a:avLst/>
          </a:prstGeom>
          <a:noFill/>
          <a:extLst>
            <a:ext uri="{909E8E84-426E-40DD-AFC4-6F175D3DCCD1}">
              <a14:hiddenFill xmlns:a14="http://schemas.microsoft.com/office/drawing/2010/main">
                <a:solidFill>
                  <a:srgbClr val="FFFFFF"/>
                </a:solidFill>
              </a14:hiddenFill>
            </a:ext>
          </a:extLst>
        </p:spPr>
      </p:pic>
      <p:pic>
        <p:nvPicPr>
          <p:cNvPr id="11" name="Imagem 10">
            <a:extLst>
              <a:ext uri="{FF2B5EF4-FFF2-40B4-BE49-F238E27FC236}">
                <a16:creationId xmlns:a16="http://schemas.microsoft.com/office/drawing/2014/main" id="{D96A5069-C41D-3A8C-71BA-98CDA354CB73}"/>
              </a:ext>
            </a:extLst>
          </p:cNvPr>
          <p:cNvPicPr>
            <a:picLocks noChangeAspect="1"/>
          </p:cNvPicPr>
          <p:nvPr/>
        </p:nvPicPr>
        <p:blipFill>
          <a:blip r:embed="rId13" cstate="email">
            <a:extLst>
              <a:ext uri="{28A0092B-C50C-407E-A947-70E740481C1C}">
                <a14:useLocalDpi xmlns:a14="http://schemas.microsoft.com/office/drawing/2010/main"/>
              </a:ext>
            </a:extLst>
          </a:blip>
          <a:stretch>
            <a:fillRect/>
          </a:stretch>
        </p:blipFill>
        <p:spPr>
          <a:xfrm>
            <a:off x="6099259" y="1817279"/>
            <a:ext cx="1440000" cy="237823"/>
          </a:xfrm>
          <a:prstGeom prst="rect">
            <a:avLst/>
          </a:prstGeom>
        </p:spPr>
      </p:pic>
      <p:pic>
        <p:nvPicPr>
          <p:cNvPr id="131" name="Picture 14" descr="Cement sector – RETROFEED">
            <a:extLst>
              <a:ext uri="{FF2B5EF4-FFF2-40B4-BE49-F238E27FC236}">
                <a16:creationId xmlns:a16="http://schemas.microsoft.com/office/drawing/2014/main" id="{BD8CF32E-AFB6-4CAD-A82E-C5B418286E00}"/>
              </a:ext>
            </a:extLst>
          </p:cNvPr>
          <p:cNvPicPr>
            <a:picLocks noChangeAspect="1" noChangeArrowheads="1"/>
          </p:cNvPicPr>
          <p:nvPr/>
        </p:nvPicPr>
        <p:blipFill>
          <a:blip r:embed="rId14" cstate="email">
            <a:extLst>
              <a:ext uri="{28A0092B-C50C-407E-A947-70E740481C1C}">
                <a14:useLocalDpi xmlns:a14="http://schemas.microsoft.com/office/drawing/2010/main"/>
              </a:ext>
            </a:extLst>
          </a:blip>
          <a:srcRect/>
          <a:stretch>
            <a:fillRect/>
          </a:stretch>
        </p:blipFill>
        <p:spPr bwMode="auto">
          <a:xfrm>
            <a:off x="10651489" y="4676089"/>
            <a:ext cx="1014633" cy="974049"/>
          </a:xfrm>
          <a:prstGeom prst="rect">
            <a:avLst/>
          </a:prstGeom>
          <a:noFill/>
          <a:extLst>
            <a:ext uri="{909E8E84-426E-40DD-AFC4-6F175D3DCCD1}">
              <a14:hiddenFill xmlns:a14="http://schemas.microsoft.com/office/drawing/2010/main">
                <a:solidFill>
                  <a:srgbClr val="FFFFFF"/>
                </a:solidFill>
              </a14:hiddenFill>
            </a:ext>
          </a:extLst>
        </p:spPr>
      </p:pic>
      <p:pic>
        <p:nvPicPr>
          <p:cNvPr id="8" name="Imagem 7">
            <a:extLst>
              <a:ext uri="{FF2B5EF4-FFF2-40B4-BE49-F238E27FC236}">
                <a16:creationId xmlns:a16="http://schemas.microsoft.com/office/drawing/2014/main" id="{FED2E902-FB7B-CDE2-0E59-79D207481609}"/>
              </a:ext>
            </a:extLst>
          </p:cNvPr>
          <p:cNvPicPr>
            <a:picLocks noChangeAspect="1"/>
          </p:cNvPicPr>
          <p:nvPr/>
        </p:nvPicPr>
        <p:blipFill>
          <a:blip r:embed="rId15" cstate="email">
            <a:extLst>
              <a:ext uri="{28A0092B-C50C-407E-A947-70E740481C1C}">
                <a14:useLocalDpi xmlns:a14="http://schemas.microsoft.com/office/drawing/2010/main"/>
              </a:ext>
            </a:extLst>
          </a:blip>
          <a:stretch>
            <a:fillRect/>
          </a:stretch>
        </p:blipFill>
        <p:spPr>
          <a:xfrm>
            <a:off x="9010291" y="1721786"/>
            <a:ext cx="1404000" cy="428808"/>
          </a:xfrm>
          <a:prstGeom prst="rect">
            <a:avLst/>
          </a:prstGeom>
        </p:spPr>
      </p:pic>
      <p:pic>
        <p:nvPicPr>
          <p:cNvPr id="17" name="Imagem 16">
            <a:extLst>
              <a:ext uri="{FF2B5EF4-FFF2-40B4-BE49-F238E27FC236}">
                <a16:creationId xmlns:a16="http://schemas.microsoft.com/office/drawing/2014/main" id="{720DE552-EB97-A9CB-7DAF-EE7CCFFC389D}"/>
              </a:ext>
            </a:extLst>
          </p:cNvPr>
          <p:cNvPicPr>
            <a:picLocks noChangeAspect="1"/>
          </p:cNvPicPr>
          <p:nvPr/>
        </p:nvPicPr>
        <p:blipFill>
          <a:blip r:embed="rId16" cstate="email">
            <a:extLst>
              <a:ext uri="{28A0092B-C50C-407E-A947-70E740481C1C}">
                <a14:useLocalDpi xmlns:a14="http://schemas.microsoft.com/office/drawing/2010/main"/>
              </a:ext>
            </a:extLst>
          </a:blip>
          <a:stretch>
            <a:fillRect/>
          </a:stretch>
        </p:blipFill>
        <p:spPr>
          <a:xfrm>
            <a:off x="7564853" y="2698419"/>
            <a:ext cx="1440000" cy="626824"/>
          </a:xfrm>
          <a:prstGeom prst="rect">
            <a:avLst/>
          </a:prstGeom>
        </p:spPr>
      </p:pic>
      <p:pic>
        <p:nvPicPr>
          <p:cNvPr id="9" name="Imagem 8">
            <a:extLst>
              <a:ext uri="{FF2B5EF4-FFF2-40B4-BE49-F238E27FC236}">
                <a16:creationId xmlns:a16="http://schemas.microsoft.com/office/drawing/2014/main" id="{B0F69CD6-71A1-9347-725D-50C4C540CE37}"/>
              </a:ext>
            </a:extLst>
          </p:cNvPr>
          <p:cNvPicPr>
            <a:picLocks noChangeAspect="1"/>
          </p:cNvPicPr>
          <p:nvPr/>
        </p:nvPicPr>
        <p:blipFill>
          <a:blip r:embed="rId17" cstate="email">
            <a:extLst>
              <a:ext uri="{28A0092B-C50C-407E-A947-70E740481C1C}">
                <a14:useLocalDpi xmlns:a14="http://schemas.microsoft.com/office/drawing/2010/main"/>
              </a:ext>
            </a:extLst>
          </a:blip>
          <a:stretch>
            <a:fillRect/>
          </a:stretch>
        </p:blipFill>
        <p:spPr>
          <a:xfrm>
            <a:off x="2065203" y="2493223"/>
            <a:ext cx="829017" cy="1037217"/>
          </a:xfrm>
          <a:prstGeom prst="rect">
            <a:avLst/>
          </a:prstGeom>
        </p:spPr>
      </p:pic>
      <p:pic>
        <p:nvPicPr>
          <p:cNvPr id="14" name="Picture 18" descr="Resultado de imagem para logo mercedes">
            <a:extLst>
              <a:ext uri="{FF2B5EF4-FFF2-40B4-BE49-F238E27FC236}">
                <a16:creationId xmlns:a16="http://schemas.microsoft.com/office/drawing/2014/main" id="{6B1E1ABA-1659-2E1D-0C64-5162328FCDAA}"/>
              </a:ext>
            </a:extLst>
          </p:cNvPr>
          <p:cNvPicPr>
            <a:picLocks noChangeAspect="1" noChangeArrowheads="1"/>
          </p:cNvPicPr>
          <p:nvPr/>
        </p:nvPicPr>
        <p:blipFill>
          <a:blip r:embed="rId18" cstate="email">
            <a:extLst>
              <a:ext uri="{28A0092B-C50C-407E-A947-70E740481C1C}">
                <a14:useLocalDpi xmlns:a14="http://schemas.microsoft.com/office/drawing/2010/main"/>
              </a:ext>
            </a:extLst>
          </a:blip>
          <a:srcRect/>
          <a:stretch>
            <a:fillRect/>
          </a:stretch>
        </p:blipFill>
        <p:spPr bwMode="auto">
          <a:xfrm>
            <a:off x="1959797" y="4647487"/>
            <a:ext cx="1031252" cy="1031252"/>
          </a:xfrm>
          <a:prstGeom prst="rect">
            <a:avLst/>
          </a:prstGeom>
          <a:noFill/>
          <a:extLst>
            <a:ext uri="{909E8E84-426E-40dd-AFC4-6F175D3DCCD1}">
              <a14:hiddenFill xmlns:a14="http://schemas.microsoft.com/office/drawing/2010/main" xmlns="">
                <a:solidFill>
                  <a:srgbClr val="FFFFFF"/>
                </a:solidFill>
              </a14:hiddenFill>
            </a:ext>
          </a:extLst>
        </p:spPr>
      </p:pic>
      <p:pic>
        <p:nvPicPr>
          <p:cNvPr id="15" name="Picture 183" descr="Pátria compra sua primeira fazenda | Brasilagro">
            <a:extLst>
              <a:ext uri="{FF2B5EF4-FFF2-40B4-BE49-F238E27FC236}">
                <a16:creationId xmlns:a16="http://schemas.microsoft.com/office/drawing/2014/main" id="{398D98F1-260F-EC14-C54A-75C385A7631A}"/>
              </a:ext>
            </a:extLst>
          </p:cNvPr>
          <p:cNvPicPr>
            <a:picLocks noChangeAspect="1" noChangeArrowheads="1"/>
          </p:cNvPicPr>
          <p:nvPr/>
        </p:nvPicPr>
        <p:blipFill rotWithShape="1">
          <a:blip r:embed="rId19"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bwMode="auto">
          <a:xfrm>
            <a:off x="7573217" y="4915549"/>
            <a:ext cx="1402260" cy="495128"/>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41" descr="Resultado de imagem para logo Energisa">
            <a:extLst>
              <a:ext uri="{FF2B5EF4-FFF2-40B4-BE49-F238E27FC236}">
                <a16:creationId xmlns:a16="http://schemas.microsoft.com/office/drawing/2014/main" id="{D0F70CFC-85D9-A0E0-6053-3C86E9DBDCAC}"/>
              </a:ext>
            </a:extLst>
          </p:cNvPr>
          <p:cNvPicPr>
            <a:picLocks noChangeAspect="1" noChangeArrowheads="1"/>
          </p:cNvPicPr>
          <p:nvPr/>
        </p:nvPicPr>
        <p:blipFill rotWithShape="1">
          <a:blip r:embed="rId20" cstate="email">
            <a:extLst>
              <a:ext uri="{28A0092B-C50C-407E-A947-70E740481C1C}">
                <a14:useLocalDpi xmlns:a14="http://schemas.microsoft.com/office/drawing/2010/main"/>
              </a:ext>
            </a:extLst>
          </a:blip>
          <a:srcRect/>
          <a:stretch/>
        </p:blipFill>
        <p:spPr bwMode="auto">
          <a:xfrm>
            <a:off x="3324024" y="3888930"/>
            <a:ext cx="1187255" cy="397083"/>
          </a:xfrm>
          <a:prstGeom prst="rect">
            <a:avLst/>
          </a:prstGeom>
          <a:noFill/>
          <a:extLst>
            <a:ext uri="{909E8E84-426E-40dd-AFC4-6F175D3DCCD1}">
              <a14:hiddenFill xmlns:a14="http://schemas.microsoft.com/office/drawing/2010/main" xmlns="">
                <a:solidFill>
                  <a:srgbClr val="FFFFFF"/>
                </a:solidFill>
              </a14:hiddenFill>
            </a:ext>
          </a:extLst>
        </p:spPr>
      </p:pic>
      <p:pic>
        <p:nvPicPr>
          <p:cNvPr id="20" name="Picture 8" descr="Radar do Mercado: S&amp;P Global sobre rating de Eneva (ENEV3)">
            <a:extLst>
              <a:ext uri="{FF2B5EF4-FFF2-40B4-BE49-F238E27FC236}">
                <a16:creationId xmlns:a16="http://schemas.microsoft.com/office/drawing/2014/main" id="{C6C0E9C3-6CCF-9992-5D1E-84E214D6D33C}"/>
              </a:ext>
            </a:extLst>
          </p:cNvPr>
          <p:cNvPicPr>
            <a:picLocks noChangeAspect="1" noChangeArrowheads="1"/>
          </p:cNvPicPr>
          <p:nvPr/>
        </p:nvPicPr>
        <p:blipFill>
          <a:blip r:embed="rId21" cstate="email">
            <a:extLst>
              <a:ext uri="{28A0092B-C50C-407E-A947-70E740481C1C}">
                <a14:useLocalDpi xmlns:a14="http://schemas.microsoft.com/office/drawing/2010/main"/>
              </a:ext>
            </a:extLst>
          </a:blip>
          <a:srcRect/>
          <a:stretch>
            <a:fillRect/>
          </a:stretch>
        </p:blipFill>
        <p:spPr bwMode="auto">
          <a:xfrm>
            <a:off x="6030929" y="3727000"/>
            <a:ext cx="1623390" cy="720943"/>
          </a:xfrm>
          <a:prstGeom prst="rect">
            <a:avLst/>
          </a:prstGeom>
          <a:noFill/>
          <a:extLst>
            <a:ext uri="{909E8E84-426E-40DD-AFC4-6F175D3DCCD1}">
              <a14:hiddenFill xmlns:a14="http://schemas.microsoft.com/office/drawing/2010/main">
                <a:solidFill>
                  <a:srgbClr val="FFFFFF"/>
                </a:solidFill>
              </a14:hiddenFill>
            </a:ext>
          </a:extLst>
        </p:spPr>
      </p:pic>
      <p:pic>
        <p:nvPicPr>
          <p:cNvPr id="4" name="Imagem 3">
            <a:extLst>
              <a:ext uri="{FF2B5EF4-FFF2-40B4-BE49-F238E27FC236}">
                <a16:creationId xmlns:a16="http://schemas.microsoft.com/office/drawing/2014/main" id="{C03CCAD4-D0E0-F623-E403-7ACCC6810531}"/>
              </a:ext>
            </a:extLst>
          </p:cNvPr>
          <p:cNvPicPr>
            <a:picLocks noChangeAspect="1"/>
          </p:cNvPicPr>
          <p:nvPr/>
        </p:nvPicPr>
        <p:blipFill>
          <a:blip r:embed="rId22" cstate="email">
            <a:extLst>
              <a:ext uri="{28A0092B-C50C-407E-A947-70E740481C1C}">
                <a14:useLocalDpi xmlns:a14="http://schemas.microsoft.com/office/drawing/2010/main"/>
              </a:ext>
            </a:extLst>
          </a:blip>
          <a:stretch>
            <a:fillRect/>
          </a:stretch>
        </p:blipFill>
        <p:spPr>
          <a:xfrm>
            <a:off x="4814743" y="2453831"/>
            <a:ext cx="1116000" cy="1116000"/>
          </a:xfrm>
          <a:prstGeom prst="rect">
            <a:avLst/>
          </a:prstGeom>
        </p:spPr>
      </p:pic>
      <p:sp>
        <p:nvSpPr>
          <p:cNvPr id="22" name="Oval 68">
            <a:extLst>
              <a:ext uri="{FF2B5EF4-FFF2-40B4-BE49-F238E27FC236}">
                <a16:creationId xmlns:a16="http://schemas.microsoft.com/office/drawing/2014/main" id="{66737F2B-64F5-8D7A-CF7F-E194A7C72024}"/>
              </a:ext>
            </a:extLst>
          </p:cNvPr>
          <p:cNvSpPr/>
          <p:nvPr/>
        </p:nvSpPr>
        <p:spPr>
          <a:xfrm>
            <a:off x="9790732" y="280712"/>
            <a:ext cx="288000" cy="196707"/>
          </a:xfrm>
          <a:prstGeom prst="ellipse">
            <a:avLst/>
          </a:prstGeom>
          <a:solidFill>
            <a:schemeClr val="bg1"/>
          </a:solidFill>
          <a:ln w="19050">
            <a:solidFill>
              <a:schemeClr val="tx2"/>
            </a:solidFill>
            <a:prstDash val="dash"/>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a:ea typeface="+mn-ea"/>
              <a:cs typeface="+mn-cs"/>
            </a:endParaRPr>
          </a:p>
        </p:txBody>
      </p:sp>
      <p:sp>
        <p:nvSpPr>
          <p:cNvPr id="23" name="CaixaDeTexto 22">
            <a:extLst>
              <a:ext uri="{FF2B5EF4-FFF2-40B4-BE49-F238E27FC236}">
                <a16:creationId xmlns:a16="http://schemas.microsoft.com/office/drawing/2014/main" id="{C079DBD0-675C-4F5C-F1D8-76B24DDAAFE6}"/>
              </a:ext>
            </a:extLst>
          </p:cNvPr>
          <p:cNvSpPr txBox="1"/>
          <p:nvPr/>
        </p:nvSpPr>
        <p:spPr bwMode="auto">
          <a:xfrm>
            <a:off x="10164459" y="286732"/>
            <a:ext cx="1800000" cy="184666"/>
          </a:xfrm>
          <a:prstGeom prst="rect">
            <a:avLst/>
          </a:prstGeom>
          <a:noFill/>
          <a:ln w="9525">
            <a:noFill/>
            <a:miter lim="800000"/>
            <a:headEnd/>
            <a:tailEnd/>
          </a:ln>
        </p:spPr>
        <p:txBody>
          <a:bodyPr vert="horz" wrap="square" lIns="0" tIns="0" rIns="0" bIns="0" numCol="1" rtlCol="0" anchor="t" anchorCtr="0" compatLnSpc="1">
            <a:prstTxWarp prst="textNoShape">
              <a:avLst/>
            </a:prstTxWarp>
            <a:spAutoFit/>
          </a:bodyPr>
          <a:lstStyle/>
          <a:p>
            <a:pPr>
              <a:spcBef>
                <a:spcPts val="0"/>
              </a:spcBef>
              <a:spcAft>
                <a:spcPts val="600"/>
              </a:spcAft>
            </a:pPr>
            <a:r>
              <a:rPr lang="pt-BR" sz="1200" kern="0"/>
              <a:t>Clientes em agroindústria</a:t>
            </a:r>
          </a:p>
        </p:txBody>
      </p:sp>
    </p:spTree>
    <p:extLst>
      <p:ext uri="{BB962C8B-B14F-4D97-AF65-F5344CB8AC3E}">
        <p14:creationId xmlns:p14="http://schemas.microsoft.com/office/powerpoint/2010/main" val="334386985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EE754764-CD95-4025-9547-7CF14CE1D401}"/>
              </a:ext>
            </a:extLst>
          </p:cNvPr>
          <p:cNvGraphicFramePr>
            <a:graphicFrameLocks noChangeAspect="1"/>
          </p:cNvGraphicFramePr>
          <p:nvPr>
            <p:custDataLst>
              <p:tags r:id="rId1"/>
            </p:custDataLst>
            <p:extLst>
              <p:ext uri="{D42A27DB-BD31-4B8C-83A1-F6EECF244321}">
                <p14:modId xmlns:p14="http://schemas.microsoft.com/office/powerpoint/2010/main" val="3008244209"/>
              </p:ext>
            </p:extLst>
          </p:nvPr>
        </p:nvGraphicFramePr>
        <p:xfrm>
          <a:off x="1525588" y="1588"/>
          <a:ext cx="1588" cy="1588"/>
        </p:xfrm>
        <a:graphic>
          <a:graphicData uri="http://schemas.openxmlformats.org/presentationml/2006/ole">
            <mc:AlternateContent xmlns:mc="http://schemas.openxmlformats.org/markup-compatibility/2006">
              <mc:Choice xmlns:v="urn:schemas-microsoft-com:vml" Requires="v">
                <p:oleObj name="Slide do think-cell" r:id="rId24" imgW="493" imgH="493" progId="TCLayout.ActiveDocument.1">
                  <p:embed/>
                </p:oleObj>
              </mc:Choice>
              <mc:Fallback>
                <p:oleObj name="Slide do think-cell" r:id="rId24" imgW="493" imgH="493" progId="TCLayout.ActiveDocument.1">
                  <p:embed/>
                  <p:pic>
                    <p:nvPicPr>
                      <p:cNvPr id="9" name="Object 8" hidden="1">
                        <a:extLst>
                          <a:ext uri="{FF2B5EF4-FFF2-40B4-BE49-F238E27FC236}">
                            <a16:creationId xmlns:a16="http://schemas.microsoft.com/office/drawing/2014/main" id="{EE754764-CD95-4025-9547-7CF14CE1D401}"/>
                          </a:ext>
                        </a:extLst>
                      </p:cNvPr>
                      <p:cNvPicPr/>
                      <p:nvPr/>
                    </p:nvPicPr>
                    <p:blipFill>
                      <a:blip r:embed="rId25"/>
                      <a:stretch>
                        <a:fillRect/>
                      </a:stretch>
                    </p:blipFill>
                    <p:spPr>
                      <a:xfrm>
                        <a:off x="1525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E0444A4A-5E87-4783-8260-A62583305C2F}"/>
              </a:ext>
            </a:extLst>
          </p:cNvPr>
          <p:cNvSpPr/>
          <p:nvPr>
            <p:custDataLst>
              <p:tags r:id="rId2"/>
            </p:custDataLst>
          </p:nvPr>
        </p:nvSpPr>
        <p:spPr>
          <a:xfrm>
            <a:off x="1524001" y="1"/>
            <a:ext cx="158750" cy="158750"/>
          </a:xfrm>
          <a:prstGeom prst="rect">
            <a:avLst/>
          </a:prstGeom>
          <a:solidFill>
            <a:schemeClr val="accent2"/>
          </a:solidFill>
          <a:ln w="19050">
            <a:solidFill>
              <a:schemeClr val="accent2"/>
            </a:solidFill>
            <a:miter lim="400000"/>
          </a:ln>
          <a:effectLst/>
        </p:spPr>
        <p:txBody>
          <a:bodyPr vert="horz" wrap="none" lIns="0" tIns="0" rIns="0" bIns="0" numCol="1" spcCol="0" rtlCol="0" anchor="ctr" anchorCtr="0">
            <a:noAutofit/>
          </a:bodyPr>
          <a:lstStyle/>
          <a:p>
            <a:pPr marL="0" marR="0" lvl="0" indent="0" algn="l" defTabSz="914407"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prstClr val="white"/>
              </a:solidFill>
              <a:effectLst/>
              <a:uLnTx/>
              <a:uFillTx/>
              <a:latin typeface="Arial" panose="020B0604020202020204" pitchFamily="34" charset="0"/>
              <a:ea typeface="+mn-ea"/>
              <a:cs typeface="+mn-cs"/>
              <a:sym typeface="Arial" panose="020B0604020202020204" pitchFamily="34" charset="0"/>
            </a:endParaRPr>
          </a:p>
        </p:txBody>
      </p:sp>
      <p:sp>
        <p:nvSpPr>
          <p:cNvPr id="6" name="Retângulo 5" hidden="1">
            <a:extLst>
              <a:ext uri="{FF2B5EF4-FFF2-40B4-BE49-F238E27FC236}">
                <a16:creationId xmlns:a16="http://schemas.microsoft.com/office/drawing/2014/main" id="{80AE0CFC-8B04-4B2E-B605-B718FBF7C40A}"/>
              </a:ext>
            </a:extLst>
          </p:cNvPr>
          <p:cNvSpPr/>
          <p:nvPr>
            <p:custDataLst>
              <p:tags r:id="rId3"/>
            </p:custDataLst>
          </p:nvPr>
        </p:nvSpPr>
        <p:spPr>
          <a:xfrm>
            <a:off x="1524001" y="1"/>
            <a:ext cx="158750" cy="158750"/>
          </a:xfrm>
          <a:prstGeom prst="rect">
            <a:avLst/>
          </a:prstGeom>
          <a:solidFill>
            <a:schemeClr val="accent2"/>
          </a:solidFill>
          <a:ln w="19050">
            <a:solidFill>
              <a:schemeClr val="accent2"/>
            </a:solidFill>
            <a:miter lim="400000"/>
          </a:ln>
          <a:effectLst/>
        </p:spPr>
        <p:txBody>
          <a:bodyPr vert="horz" wrap="none" lIns="0" tIns="0" rIns="0" bIns="0" numCol="1" spcCol="0" rtlCol="0" anchor="ctr" anchorCtr="0">
            <a:noAutofit/>
          </a:bodyPr>
          <a:lstStyle/>
          <a:p>
            <a:pPr marL="0" marR="0" lvl="0" indent="0" algn="l" defTabSz="914407"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white"/>
              </a:solidFill>
              <a:effectLst/>
              <a:uLnTx/>
              <a:uFillTx/>
              <a:latin typeface="Arial" panose="020B0604020202020204" pitchFamily="34" charset="0"/>
              <a:ea typeface="+mn-ea"/>
              <a:cs typeface="+mn-cs"/>
              <a:sym typeface="Arial" panose="020B0604020202020204" pitchFamily="34" charset="0"/>
            </a:endParaRPr>
          </a:p>
        </p:txBody>
      </p:sp>
      <p:sp>
        <p:nvSpPr>
          <p:cNvPr id="11" name="Text Placeholder 10">
            <a:extLst>
              <a:ext uri="{FF2B5EF4-FFF2-40B4-BE49-F238E27FC236}">
                <a16:creationId xmlns:a16="http://schemas.microsoft.com/office/drawing/2014/main" id="{DD5537CC-42AC-4DDB-9CC9-07D226A20C60}"/>
              </a:ext>
            </a:extLst>
          </p:cNvPr>
          <p:cNvSpPr>
            <a:spLocks noGrp="1"/>
          </p:cNvSpPr>
          <p:nvPr>
            <p:ph type="body" sz="quarter" idx="14"/>
          </p:nvPr>
        </p:nvSpPr>
        <p:spPr/>
        <p:txBody>
          <a:bodyPr/>
          <a:lstStyle/>
          <a:p>
            <a:r>
              <a:rPr lang="pt-BR"/>
              <a:t>1. MBB: McKinsey, Bain e BCG</a:t>
            </a:r>
          </a:p>
          <a:p>
            <a:r>
              <a:rPr lang="pt-BR"/>
              <a:t>2. Em percepção de preço, 100 é o mais caro e 500, o mais barato</a:t>
            </a:r>
          </a:p>
          <a:p>
            <a:r>
              <a:rPr lang="pt-BR"/>
              <a:t>3. Pergunta: em uma escala de 0 a 10, quão provavelmente você recomendaria a empresa de consultoria a um amigo ou a alguém do seu network?</a:t>
            </a:r>
          </a:p>
          <a:p>
            <a:r>
              <a:rPr lang="pt-BR"/>
              <a:t>4. A importância de todos os critérios, excluindo a percepção de preço, é avaliada pelos entrevistados para somar 100%</a:t>
            </a:r>
          </a:p>
          <a:p>
            <a:r>
              <a:rPr lang="pt-BR"/>
              <a:t>Fonte: Entrevistas com clientes</a:t>
            </a:r>
          </a:p>
        </p:txBody>
      </p:sp>
      <p:sp>
        <p:nvSpPr>
          <p:cNvPr id="4" name="Título 3">
            <a:extLst>
              <a:ext uri="{FF2B5EF4-FFF2-40B4-BE49-F238E27FC236}">
                <a16:creationId xmlns:a16="http://schemas.microsoft.com/office/drawing/2014/main" id="{3C058678-DEB6-4BBE-BF1F-CE36DE0A6E02}"/>
              </a:ext>
            </a:extLst>
          </p:cNvPr>
          <p:cNvSpPr>
            <a:spLocks noGrp="1"/>
          </p:cNvSpPr>
          <p:nvPr>
            <p:ph type="title"/>
          </p:nvPr>
        </p:nvSpPr>
        <p:spPr>
          <a:xfrm>
            <a:off x="478971" y="225177"/>
            <a:ext cx="11485488" cy="615553"/>
          </a:xfrm>
        </p:spPr>
        <p:txBody>
          <a:bodyPr vert="horz"/>
          <a:lstStyle/>
          <a:p>
            <a:r>
              <a:rPr lang="pt-BR"/>
              <a:t>Entrevistas com clientes mostram que a Mirow tem avaliação superior a MBB¹ e outras consultorias em vários quesitos de qualidade</a:t>
            </a:r>
          </a:p>
        </p:txBody>
      </p:sp>
      <p:sp>
        <p:nvSpPr>
          <p:cNvPr id="24" name="Retângulo 23">
            <a:extLst>
              <a:ext uri="{FF2B5EF4-FFF2-40B4-BE49-F238E27FC236}">
                <a16:creationId xmlns:a16="http://schemas.microsoft.com/office/drawing/2014/main" id="{7E2BE49F-9CDB-4A94-94A9-995D858BD682}"/>
              </a:ext>
            </a:extLst>
          </p:cNvPr>
          <p:cNvSpPr/>
          <p:nvPr>
            <p:custDataLst>
              <p:tags r:id="rId4"/>
            </p:custDataLst>
          </p:nvPr>
        </p:nvSpPr>
        <p:spPr bwMode="auto">
          <a:xfrm>
            <a:off x="9696370" y="760209"/>
            <a:ext cx="214314" cy="160338"/>
          </a:xfrm>
          <a:prstGeom prst="rect">
            <a:avLst/>
          </a:prstGeom>
          <a:solidFill>
            <a:schemeClr val="accent2"/>
          </a:solidFill>
          <a:ln w="19050" cap="flat" cmpd="sng" algn="ctr">
            <a:noFill/>
            <a:prstDash val="solid"/>
            <a:miter lim="400000"/>
            <a:headEnd type="none" w="med" len="med"/>
            <a:tailEnd type="none" w="med" len="med"/>
          </a:ln>
          <a:effectLst/>
        </p:spPr>
        <p:txBody>
          <a:bodyPr lIns="108000" tIns="72000" rIns="108000" bIns="72000" rtlCol="0" anchor="ctr"/>
          <a:lstStyle/>
          <a:p>
            <a:pPr marL="0" marR="0" lvl="0" indent="0" algn="l" defTabSz="914407" rtl="0" eaLnBrk="1" fontAlgn="auto" latinLnBrk="0" hangingPunct="1">
              <a:lnSpc>
                <a:spcPct val="100000"/>
              </a:lnSpc>
              <a:spcBef>
                <a:spcPts val="0"/>
              </a:spcBef>
              <a:spcAft>
                <a:spcPts val="0"/>
              </a:spcAft>
              <a:buClrTx/>
              <a:buSzTx/>
              <a:buFontTx/>
              <a:buNone/>
              <a:tabLst/>
              <a:defRPr/>
            </a:pPr>
            <a:endParaRPr kumimoji="0" lang="pt-BR" sz="1100" b="0" i="0" u="none" strike="noStrike" kern="1200" cap="none" spc="0" normalizeH="0" baseline="0" noProof="0">
              <a:ln>
                <a:noFill/>
              </a:ln>
              <a:solidFill>
                <a:prstClr val="white"/>
              </a:solidFill>
              <a:effectLst/>
              <a:uLnTx/>
              <a:uFillTx/>
              <a:latin typeface="Arial"/>
              <a:ea typeface="+mn-ea"/>
              <a:cs typeface="+mn-cs"/>
            </a:endParaRPr>
          </a:p>
        </p:txBody>
      </p:sp>
      <p:sp>
        <p:nvSpPr>
          <p:cNvPr id="97" name="Retângulo 96">
            <a:extLst>
              <a:ext uri="{FF2B5EF4-FFF2-40B4-BE49-F238E27FC236}">
                <a16:creationId xmlns:a16="http://schemas.microsoft.com/office/drawing/2014/main" id="{4D0A0A88-706D-4982-927F-82DE7AE98836}"/>
              </a:ext>
            </a:extLst>
          </p:cNvPr>
          <p:cNvSpPr/>
          <p:nvPr>
            <p:custDataLst>
              <p:tags r:id="rId5"/>
            </p:custDataLst>
          </p:nvPr>
        </p:nvSpPr>
        <p:spPr bwMode="auto">
          <a:xfrm>
            <a:off x="11334062" y="760209"/>
            <a:ext cx="214314" cy="160338"/>
          </a:xfrm>
          <a:prstGeom prst="rect">
            <a:avLst/>
          </a:prstGeom>
          <a:solidFill>
            <a:schemeClr val="accent1"/>
          </a:solidFill>
          <a:ln w="19050" cap="flat" cmpd="sng" algn="ctr">
            <a:noFill/>
            <a:prstDash val="solid"/>
            <a:miter lim="400000"/>
            <a:headEnd type="none" w="med" len="med"/>
            <a:tailEnd type="none" w="med" len="med"/>
          </a:ln>
          <a:effectLst/>
        </p:spPr>
        <p:txBody>
          <a:bodyPr lIns="108000" tIns="72000" rIns="108000" bIns="72000" rtlCol="0" anchor="ctr"/>
          <a:lstStyle/>
          <a:p>
            <a:pPr marL="0" marR="0" lvl="0" indent="0" algn="l" defTabSz="914407" rtl="0" eaLnBrk="1" fontAlgn="auto" latinLnBrk="0" hangingPunct="1">
              <a:lnSpc>
                <a:spcPct val="100000"/>
              </a:lnSpc>
              <a:spcBef>
                <a:spcPts val="0"/>
              </a:spcBef>
              <a:spcAft>
                <a:spcPts val="0"/>
              </a:spcAft>
              <a:buClrTx/>
              <a:buSzTx/>
              <a:buFontTx/>
              <a:buNone/>
              <a:tabLst/>
              <a:defRPr/>
            </a:pPr>
            <a:endParaRPr kumimoji="0" lang="pt-BR" sz="1100" b="0" i="0" u="none" strike="noStrike" kern="1200" cap="none" spc="0" normalizeH="0" baseline="0" noProof="0">
              <a:ln>
                <a:noFill/>
              </a:ln>
              <a:solidFill>
                <a:prstClr val="white"/>
              </a:solidFill>
              <a:effectLst/>
              <a:uLnTx/>
              <a:uFillTx/>
              <a:latin typeface="Arial"/>
              <a:ea typeface="+mn-ea"/>
              <a:cs typeface="+mn-cs"/>
            </a:endParaRPr>
          </a:p>
        </p:txBody>
      </p:sp>
      <p:sp>
        <p:nvSpPr>
          <p:cNvPr id="22" name="Espaço Reservado para Texto 2">
            <a:extLst>
              <a:ext uri="{FF2B5EF4-FFF2-40B4-BE49-F238E27FC236}">
                <a16:creationId xmlns:a16="http://schemas.microsoft.com/office/drawing/2014/main" id="{EA5AC83E-1FE3-44A8-BEC2-FF18B3DA3D66}"/>
              </a:ext>
            </a:extLst>
          </p:cNvPr>
          <p:cNvSpPr>
            <a:spLocks noGrp="1"/>
          </p:cNvSpPr>
          <p:nvPr>
            <p:custDataLst>
              <p:tags r:id="rId6"/>
            </p:custDataLst>
          </p:nvPr>
        </p:nvSpPr>
        <p:spPr bwMode="auto">
          <a:xfrm>
            <a:off x="9985080" y="755740"/>
            <a:ext cx="376706" cy="169277"/>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ctr" anchorCtr="0">
            <a:sp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7" rtl="0" eaLnBrk="1" fontAlgn="auto" latinLnBrk="0" hangingPunct="1">
              <a:lnSpc>
                <a:spcPct val="100000"/>
              </a:lnSpc>
              <a:spcBef>
                <a:spcPct val="0"/>
              </a:spcBef>
              <a:spcAft>
                <a:spcPct val="0"/>
              </a:spcAft>
              <a:buClrTx/>
              <a:buSzTx/>
              <a:buFont typeface="Arial" pitchFamily="34" charset="0"/>
              <a:buNone/>
              <a:tabLst/>
              <a:defRPr/>
            </a:pPr>
            <a:fld id="{97DD0A3A-3A4E-401A-B68F-B29B52B3573E}" type="datetime'''''M''''''i''r''''''''''''o''''''''w'''''''''''''''''''''">
              <a:rPr kumimoji="0" lang="pt-BR" altLang="en-US" sz="1100" b="0" i="0" u="none" strike="noStrike" kern="1200" cap="none" spc="0" normalizeH="0" baseline="0" noProof="0" smtClean="0">
                <a:ln>
                  <a:noFill/>
                </a:ln>
                <a:solidFill>
                  <a:srgbClr val="071C25"/>
                </a:solidFill>
                <a:effectLst/>
                <a:uLnTx/>
                <a:uFillTx/>
                <a:latin typeface="Arial"/>
                <a:ea typeface="+mn-ea"/>
                <a:cs typeface="+mn-cs"/>
                <a:sym typeface="+mn-lt"/>
              </a:rPr>
              <a:pPr marL="0" marR="0" lvl="0" indent="0" algn="l" defTabSz="914407" rtl="0" eaLnBrk="1" fontAlgn="auto" latinLnBrk="0" hangingPunct="1">
                <a:lnSpc>
                  <a:spcPct val="100000"/>
                </a:lnSpc>
                <a:spcBef>
                  <a:spcPct val="0"/>
                </a:spcBef>
                <a:spcAft>
                  <a:spcPct val="0"/>
                </a:spcAft>
                <a:buClrTx/>
                <a:buSzTx/>
                <a:buFont typeface="Arial" pitchFamily="34" charset="0"/>
                <a:buNone/>
                <a:tabLst/>
                <a:defRPr/>
              </a:pPr>
              <a:t>Mirow</a:t>
            </a:fld>
            <a:endParaRPr kumimoji="0" lang="pt-BR" sz="1100" b="0" i="0" u="none" strike="noStrike" kern="1200" cap="none" spc="0" normalizeH="0" baseline="0" noProof="0">
              <a:ln>
                <a:noFill/>
              </a:ln>
              <a:solidFill>
                <a:srgbClr val="071C25"/>
              </a:solidFill>
              <a:effectLst/>
              <a:uLnTx/>
              <a:uFillTx/>
              <a:latin typeface="Arial"/>
              <a:ea typeface="+mn-ea"/>
              <a:cs typeface="+mn-cs"/>
              <a:sym typeface="+mn-lt"/>
            </a:endParaRPr>
          </a:p>
        </p:txBody>
      </p:sp>
      <p:sp>
        <p:nvSpPr>
          <p:cNvPr id="95" name="Espaço Reservado para Texto 2">
            <a:extLst>
              <a:ext uri="{FF2B5EF4-FFF2-40B4-BE49-F238E27FC236}">
                <a16:creationId xmlns:a16="http://schemas.microsoft.com/office/drawing/2014/main" id="{F62EC5E2-66DC-41B6-89D9-AE23C0585F54}"/>
              </a:ext>
            </a:extLst>
          </p:cNvPr>
          <p:cNvSpPr>
            <a:spLocks noGrp="1"/>
          </p:cNvSpPr>
          <p:nvPr>
            <p:custDataLst>
              <p:tags r:id="rId7"/>
            </p:custDataLst>
          </p:nvPr>
        </p:nvSpPr>
        <p:spPr bwMode="auto">
          <a:xfrm>
            <a:off x="11622773" y="755740"/>
            <a:ext cx="421590" cy="169277"/>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ctr" anchorCtr="0">
            <a:spAutoFit/>
          </a:bodyPr>
          <a:lstStyle/>
          <a:p>
            <a:pPr marL="0" marR="0" lvl="0" indent="0" algn="l" defTabSz="914407" rtl="0" eaLnBrk="1" fontAlgn="auto" latinLnBrk="0" hangingPunct="1">
              <a:lnSpc>
                <a:spcPct val="100000"/>
              </a:lnSpc>
              <a:spcBef>
                <a:spcPct val="0"/>
              </a:spcBef>
              <a:spcAft>
                <a:spcPct val="0"/>
              </a:spcAft>
              <a:buClrTx/>
              <a:buSzTx/>
              <a:buFont typeface="Arial" pitchFamily="34" charset="0"/>
              <a:buNone/>
              <a:tabLst/>
              <a:defRPr/>
            </a:pPr>
            <a:r>
              <a:rPr kumimoji="0" lang="pt-BR" sz="1100" b="0" i="0" u="none" strike="noStrike" kern="1200" cap="none" spc="0" normalizeH="0" baseline="0" noProof="0">
                <a:ln>
                  <a:noFill/>
                </a:ln>
                <a:solidFill>
                  <a:srgbClr val="071C25"/>
                </a:solidFill>
                <a:effectLst/>
                <a:uLnTx/>
                <a:uFillTx/>
                <a:latin typeface="Arial"/>
                <a:ea typeface="+mn-ea"/>
                <a:cs typeface="+mn-cs"/>
                <a:sym typeface="+mn-lt"/>
              </a:rPr>
              <a:t>Outras</a:t>
            </a:r>
          </a:p>
        </p:txBody>
      </p:sp>
      <p:grpSp>
        <p:nvGrpSpPr>
          <p:cNvPr id="108" name="Group 26">
            <a:extLst>
              <a:ext uri="{FF2B5EF4-FFF2-40B4-BE49-F238E27FC236}">
                <a16:creationId xmlns:a16="http://schemas.microsoft.com/office/drawing/2014/main" id="{273EC929-8881-4DAB-AC01-F3E91369CE3A}"/>
              </a:ext>
            </a:extLst>
          </p:cNvPr>
          <p:cNvGrpSpPr/>
          <p:nvPr/>
        </p:nvGrpSpPr>
        <p:grpSpPr>
          <a:xfrm>
            <a:off x="230188" y="1153103"/>
            <a:ext cx="11731625" cy="409124"/>
            <a:chOff x="2734574" y="1352523"/>
            <a:chExt cx="3567942" cy="409124"/>
          </a:xfrm>
        </p:grpSpPr>
        <p:cxnSp>
          <p:nvCxnSpPr>
            <p:cNvPr id="109" name="AutoShape 249">
              <a:extLst>
                <a:ext uri="{FF2B5EF4-FFF2-40B4-BE49-F238E27FC236}">
                  <a16:creationId xmlns:a16="http://schemas.microsoft.com/office/drawing/2014/main" id="{12DE52AD-D57A-485D-98F0-3E4C561C3BC2}"/>
                </a:ext>
              </a:extLst>
            </p:cNvPr>
            <p:cNvCxnSpPr>
              <a:cxnSpLocks noChangeShapeType="1"/>
            </p:cNvCxnSpPr>
            <p:nvPr/>
          </p:nvCxnSpPr>
          <p:spPr bwMode="auto">
            <a:xfrm>
              <a:off x="2734574" y="1761647"/>
              <a:ext cx="3567942" cy="0"/>
            </a:xfrm>
            <a:prstGeom prst="straightConnector1">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110" name="Rectangle 8">
              <a:extLst>
                <a:ext uri="{FF2B5EF4-FFF2-40B4-BE49-F238E27FC236}">
                  <a16:creationId xmlns:a16="http://schemas.microsoft.com/office/drawing/2014/main" id="{7E118123-81D0-4889-B00D-231D2B4BE0CC}"/>
                </a:ext>
              </a:extLst>
            </p:cNvPr>
            <p:cNvSpPr>
              <a:spLocks noChangeArrowheads="1"/>
            </p:cNvSpPr>
            <p:nvPr/>
          </p:nvSpPr>
          <p:spPr bwMode="auto">
            <a:xfrm>
              <a:off x="2734574" y="1352523"/>
              <a:ext cx="3567942" cy="38143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b">
              <a:spAutoFit/>
            </a:bodyPr>
            <a:lstStyle>
              <a:lvl1pPr defTabSz="787400" eaLnBrk="0" hangingPunct="0">
                <a:defRPr sz="1600">
                  <a:solidFill>
                    <a:schemeClr val="tx1"/>
                  </a:solidFill>
                  <a:latin typeface="Arial" charset="0"/>
                  <a:ea typeface="-윤고딕130" pitchFamily="18" charset="-127"/>
                </a:defRPr>
              </a:lvl1pPr>
              <a:lvl2pPr marL="742950" indent="-285750" defTabSz="787400" eaLnBrk="0" hangingPunct="0">
                <a:defRPr sz="1600">
                  <a:solidFill>
                    <a:schemeClr val="tx1"/>
                  </a:solidFill>
                  <a:latin typeface="Arial" charset="0"/>
                  <a:ea typeface="-윤고딕130" pitchFamily="18" charset="-127"/>
                </a:defRPr>
              </a:lvl2pPr>
              <a:lvl3pPr marL="1143000" indent="-228600" defTabSz="787400" eaLnBrk="0" hangingPunct="0">
                <a:defRPr sz="1600">
                  <a:solidFill>
                    <a:schemeClr val="tx1"/>
                  </a:solidFill>
                  <a:latin typeface="Arial" charset="0"/>
                  <a:ea typeface="-윤고딕130" pitchFamily="18" charset="-127"/>
                </a:defRPr>
              </a:lvl3pPr>
              <a:lvl4pPr marL="1600200" indent="-228600" defTabSz="787400" eaLnBrk="0" hangingPunct="0">
                <a:defRPr sz="1600">
                  <a:solidFill>
                    <a:schemeClr val="tx1"/>
                  </a:solidFill>
                  <a:latin typeface="Arial" charset="0"/>
                  <a:ea typeface="-윤고딕130" pitchFamily="18" charset="-127"/>
                </a:defRPr>
              </a:lvl4pPr>
              <a:lvl5pPr marL="2057400" indent="-228600" defTabSz="787400" eaLnBrk="0" hangingPunct="0">
                <a:defRPr sz="1600">
                  <a:solidFill>
                    <a:schemeClr val="tx1"/>
                  </a:solidFill>
                  <a:latin typeface="Arial" charset="0"/>
                  <a:ea typeface="-윤고딕130" pitchFamily="18" charset="-127"/>
                </a:defRPr>
              </a:lvl5pPr>
              <a:lvl6pPr marL="2514600" indent="-228600" defTabSz="787400" eaLnBrk="0" fontAlgn="base" hangingPunct="0">
                <a:spcBef>
                  <a:spcPct val="0"/>
                </a:spcBef>
                <a:spcAft>
                  <a:spcPct val="0"/>
                </a:spcAft>
                <a:defRPr sz="1600">
                  <a:solidFill>
                    <a:schemeClr val="tx1"/>
                  </a:solidFill>
                  <a:latin typeface="Arial" charset="0"/>
                  <a:ea typeface="-윤고딕130" pitchFamily="18" charset="-127"/>
                </a:defRPr>
              </a:lvl6pPr>
              <a:lvl7pPr marL="2971800" indent="-228600" defTabSz="787400" eaLnBrk="0" fontAlgn="base" hangingPunct="0">
                <a:spcBef>
                  <a:spcPct val="0"/>
                </a:spcBef>
                <a:spcAft>
                  <a:spcPct val="0"/>
                </a:spcAft>
                <a:defRPr sz="1600">
                  <a:solidFill>
                    <a:schemeClr val="tx1"/>
                  </a:solidFill>
                  <a:latin typeface="Arial" charset="0"/>
                  <a:ea typeface="-윤고딕130" pitchFamily="18" charset="-127"/>
                </a:defRPr>
              </a:lvl7pPr>
              <a:lvl8pPr marL="3429000" indent="-228600" defTabSz="787400" eaLnBrk="0" fontAlgn="base" hangingPunct="0">
                <a:spcBef>
                  <a:spcPct val="0"/>
                </a:spcBef>
                <a:spcAft>
                  <a:spcPct val="0"/>
                </a:spcAft>
                <a:defRPr sz="1600">
                  <a:solidFill>
                    <a:schemeClr val="tx1"/>
                  </a:solidFill>
                  <a:latin typeface="Arial" charset="0"/>
                  <a:ea typeface="-윤고딕130" pitchFamily="18" charset="-127"/>
                </a:defRPr>
              </a:lvl8pPr>
              <a:lvl9pPr marL="3886200" indent="-228600" defTabSz="787400" eaLnBrk="0" fontAlgn="base" hangingPunct="0">
                <a:spcBef>
                  <a:spcPct val="0"/>
                </a:spcBef>
                <a:spcAft>
                  <a:spcPct val="0"/>
                </a:spcAft>
                <a:defRPr sz="1600">
                  <a:solidFill>
                    <a:schemeClr val="tx1"/>
                  </a:solidFill>
                  <a:latin typeface="Arial" charset="0"/>
                  <a:ea typeface="-윤고딕130" pitchFamily="18" charset="-127"/>
                </a:defRPr>
              </a:lvl9pPr>
            </a:lstStyle>
            <a:p>
              <a:pPr marL="0" marR="0" lvl="0" indent="0" algn="l" defTabSz="787406" rtl="0" eaLnBrk="1" fontAlgn="auto" latinLnBrk="0" hangingPunct="1">
                <a:lnSpc>
                  <a:spcPct val="100000"/>
                </a:lnSpc>
                <a:spcBef>
                  <a:spcPts val="0"/>
                </a:spcBef>
                <a:spcAft>
                  <a:spcPts val="0"/>
                </a:spcAft>
                <a:buClrTx/>
                <a:buSzPct val="120000"/>
                <a:buFontTx/>
                <a:buNone/>
                <a:tabLst/>
                <a:defRPr/>
              </a:pPr>
              <a:r>
                <a:rPr kumimoji="0" lang="pt-BR" altLang="zh-CN" sz="1200" b="1" i="0" u="none" strike="noStrike" kern="1200" cap="none" spc="0" normalizeH="0" baseline="0" noProof="0">
                  <a:ln>
                    <a:noFill/>
                  </a:ln>
                  <a:solidFill>
                    <a:srgbClr val="020E66"/>
                  </a:solidFill>
                  <a:effectLst/>
                  <a:uLnTx/>
                  <a:uFillTx/>
                  <a:latin typeface="Arial" charset="0"/>
                  <a:ea typeface="-윤고딕130" pitchFamily="18" charset="-127"/>
                  <a:cs typeface="+mn-cs"/>
                </a:rPr>
                <a:t>Pontuação de consultorias nos quesitos do ranking </a:t>
              </a:r>
              <a:r>
                <a:rPr kumimoji="0" lang="pt-BR" altLang="zh-CN" sz="1200" b="1" i="1" u="none" strike="noStrike" kern="1200" cap="none" spc="0" normalizeH="0" baseline="0" noProof="0">
                  <a:ln>
                    <a:noFill/>
                  </a:ln>
                  <a:solidFill>
                    <a:srgbClr val="020E66"/>
                  </a:solidFill>
                  <a:effectLst/>
                  <a:uLnTx/>
                  <a:uFillTx/>
                  <a:latin typeface="Arial" charset="0"/>
                  <a:ea typeface="-윤고딕130" pitchFamily="18" charset="-127"/>
                  <a:cs typeface="+mn-cs"/>
                </a:rPr>
                <a:t>Hidden Champion</a:t>
              </a:r>
            </a:p>
            <a:p>
              <a:pPr marL="0" marR="0" lvl="0" indent="0" algn="l" defTabSz="787406" rtl="0" eaLnBrk="1" fontAlgn="auto" latinLnBrk="0" hangingPunct="1">
                <a:lnSpc>
                  <a:spcPct val="100000"/>
                </a:lnSpc>
                <a:spcBef>
                  <a:spcPts val="0"/>
                </a:spcBef>
                <a:spcAft>
                  <a:spcPts val="0"/>
                </a:spcAft>
                <a:buClrTx/>
                <a:buSzPct val="120000"/>
                <a:buFontTx/>
                <a:buNone/>
                <a:tabLst/>
                <a:defRPr/>
              </a:pPr>
              <a:r>
                <a:rPr kumimoji="0" lang="pt-BR" altLang="zh-CN" sz="1200" b="0" i="0" u="none" strike="noStrike" kern="1200" cap="none" spc="0" normalizeH="0" baseline="0" noProof="0">
                  <a:ln>
                    <a:noFill/>
                  </a:ln>
                  <a:solidFill>
                    <a:prstClr val="white">
                      <a:lumMod val="50000"/>
                    </a:prstClr>
                  </a:solidFill>
                  <a:effectLst/>
                  <a:uLnTx/>
                  <a:uFillTx/>
                  <a:latin typeface="Arial" charset="0"/>
                  <a:ea typeface="-윤고딕130" pitchFamily="18" charset="-127"/>
                  <a:cs typeface="+mn-cs"/>
                </a:rPr>
                <a:t>N=52 (Mirow), N=42 (MBB) e N=16 (outras); notas de 100 a 500</a:t>
              </a:r>
            </a:p>
          </p:txBody>
        </p:sp>
      </p:grpSp>
      <p:grpSp>
        <p:nvGrpSpPr>
          <p:cNvPr id="3" name="Group 2">
            <a:extLst>
              <a:ext uri="{FF2B5EF4-FFF2-40B4-BE49-F238E27FC236}">
                <a16:creationId xmlns:a16="http://schemas.microsoft.com/office/drawing/2014/main" id="{F80BF1D8-383F-44A8-98AC-222F7DB1828B}"/>
              </a:ext>
            </a:extLst>
          </p:cNvPr>
          <p:cNvGrpSpPr/>
          <p:nvPr/>
        </p:nvGrpSpPr>
        <p:grpSpPr>
          <a:xfrm>
            <a:off x="8574719" y="1153839"/>
            <a:ext cx="3223746" cy="760828"/>
            <a:chOff x="7453300" y="789394"/>
            <a:chExt cx="2685563" cy="828000"/>
          </a:xfrm>
        </p:grpSpPr>
        <p:sp>
          <p:nvSpPr>
            <p:cNvPr id="7" name="Elipse 6">
              <a:extLst>
                <a:ext uri="{FF2B5EF4-FFF2-40B4-BE49-F238E27FC236}">
                  <a16:creationId xmlns:a16="http://schemas.microsoft.com/office/drawing/2014/main" id="{54A93FF5-5340-494F-BEB3-92972D19450C}"/>
                </a:ext>
              </a:extLst>
            </p:cNvPr>
            <p:cNvSpPr/>
            <p:nvPr/>
          </p:nvSpPr>
          <p:spPr>
            <a:xfrm>
              <a:off x="7453300" y="789394"/>
              <a:ext cx="2685563" cy="828000"/>
            </a:xfrm>
            <a:prstGeom prst="round2DiagRect">
              <a:avLst/>
            </a:prstGeom>
            <a:solidFill>
              <a:schemeClr val="tx2"/>
            </a:solidFill>
            <a:ln w="19050">
              <a:noFill/>
              <a:miter lim="400000"/>
            </a:ln>
            <a:effectLst/>
          </p:spPr>
          <p:txBody>
            <a:bodyPr lIns="108000" tIns="72000" rIns="108000" bIns="72000" rtlCol="0" anchor="ctr"/>
            <a:lstStyle/>
            <a:p>
              <a:pPr marL="0" marR="0" lvl="0" indent="0" algn="l" defTabSz="914407" rtl="0" eaLnBrk="1" fontAlgn="auto" latinLnBrk="0" hangingPunct="1">
                <a:lnSpc>
                  <a:spcPct val="100000"/>
                </a:lnSpc>
                <a:spcBef>
                  <a:spcPts val="0"/>
                </a:spcBef>
                <a:spcAft>
                  <a:spcPts val="0"/>
                </a:spcAft>
                <a:buClrTx/>
                <a:buSzTx/>
                <a:buFontTx/>
                <a:buNone/>
                <a:tabLst/>
                <a:defRPr/>
              </a:pPr>
              <a:endParaRPr kumimoji="0" lang="pt-BR" sz="1200" b="1" i="0" u="none" strike="noStrike" kern="1200" cap="none" spc="0" normalizeH="0" baseline="0" noProof="0">
                <a:ln>
                  <a:noFill/>
                </a:ln>
                <a:solidFill>
                  <a:prstClr val="white"/>
                </a:solidFill>
                <a:effectLst/>
                <a:uLnTx/>
                <a:uFillTx/>
                <a:latin typeface="Arial"/>
                <a:ea typeface="+mn-ea"/>
                <a:cs typeface="+mn-cs"/>
              </a:endParaRPr>
            </a:p>
          </p:txBody>
        </p:sp>
        <p:sp>
          <p:nvSpPr>
            <p:cNvPr id="129" name="CaixaDeTexto 128">
              <a:extLst>
                <a:ext uri="{FF2B5EF4-FFF2-40B4-BE49-F238E27FC236}">
                  <a16:creationId xmlns:a16="http://schemas.microsoft.com/office/drawing/2014/main" id="{A6E45AD5-A8A6-4905-AF5A-5D3A93A29424}"/>
                </a:ext>
              </a:extLst>
            </p:cNvPr>
            <p:cNvSpPr txBox="1"/>
            <p:nvPr/>
          </p:nvSpPr>
          <p:spPr bwMode="auto">
            <a:xfrm>
              <a:off x="7560894" y="1002424"/>
              <a:ext cx="2470375" cy="401940"/>
            </a:xfrm>
            <a:prstGeom prst="rect">
              <a:avLst/>
            </a:prstGeom>
            <a:noFill/>
            <a:ln w="9525">
              <a:noFill/>
              <a:miter lim="800000"/>
              <a:headEnd/>
              <a:tailEnd/>
            </a:ln>
          </p:spPr>
          <p:txBody>
            <a:bodyPr vert="horz" wrap="square" lIns="0" tIns="0" rIns="0" bIns="0" numCol="1" rtlCol="0" anchor="ctr" anchorCtr="1" compatLnSpc="1">
              <a:prstTxWarp prst="textNoShape">
                <a:avLst/>
              </a:prstTxWarp>
              <a:spAutoFit/>
            </a:bodyPr>
            <a:lstStyle/>
            <a:p>
              <a:pPr marL="0" marR="0" lvl="0" indent="0" algn="l" defTabSz="914407" rtl="0" eaLnBrk="1" fontAlgn="auto" latinLnBrk="0" hangingPunct="1">
                <a:lnSpc>
                  <a:spcPct val="100000"/>
                </a:lnSpc>
                <a:spcBef>
                  <a:spcPts val="0"/>
                </a:spcBef>
                <a:spcAft>
                  <a:spcPts val="599"/>
                </a:spcAft>
                <a:buClrTx/>
                <a:buSzTx/>
                <a:buFontTx/>
                <a:buNone/>
                <a:tabLst/>
                <a:defRPr/>
              </a:pPr>
              <a:r>
                <a:rPr kumimoji="0" lang="pt-BR" sz="1200" b="1" i="0" u="none" strike="noStrike" kern="0" cap="none" spc="0" normalizeH="0" baseline="0" noProof="0">
                  <a:ln>
                    <a:noFill/>
                  </a:ln>
                  <a:solidFill>
                    <a:prstClr val="white"/>
                  </a:solidFill>
                  <a:effectLst/>
                  <a:uLnTx/>
                  <a:uFillTx/>
                  <a:latin typeface="Arial"/>
                  <a:ea typeface="+mn-ea"/>
                  <a:cs typeface="+mn-cs"/>
                </a:rPr>
                <a:t>Em uma escala de 0 a 10, Mirow obteve 8,7, MBB, 7,5 e outras, 6,9³</a:t>
              </a:r>
            </a:p>
          </p:txBody>
        </p:sp>
      </p:grpSp>
      <p:sp>
        <p:nvSpPr>
          <p:cNvPr id="37" name="Elipse 40">
            <a:extLst>
              <a:ext uri="{FF2B5EF4-FFF2-40B4-BE49-F238E27FC236}">
                <a16:creationId xmlns:a16="http://schemas.microsoft.com/office/drawing/2014/main" id="{EBBBD76E-8DEC-4F93-A6E0-F768FB56045D}"/>
              </a:ext>
            </a:extLst>
          </p:cNvPr>
          <p:cNvSpPr/>
          <p:nvPr/>
        </p:nvSpPr>
        <p:spPr>
          <a:xfrm>
            <a:off x="8315628" y="750378"/>
            <a:ext cx="328973" cy="180000"/>
          </a:xfrm>
          <a:prstGeom prst="ellipse">
            <a:avLst/>
          </a:prstGeom>
          <a:solidFill>
            <a:schemeClr val="accent4"/>
          </a:solidFill>
          <a:ln w="19050">
            <a:noFill/>
            <a:miter lim="400000"/>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200" b="1" i="0" u="none" strike="noStrike" kern="1200" cap="none" spc="0" normalizeH="0" baseline="0" noProof="0">
              <a:ln>
                <a:noFill/>
              </a:ln>
              <a:solidFill>
                <a:srgbClr val="071C25"/>
              </a:solidFill>
              <a:effectLst/>
              <a:uLnTx/>
              <a:uFillTx/>
              <a:latin typeface="Arial"/>
              <a:ea typeface="+mn-ea"/>
              <a:cs typeface="+mn-cs"/>
            </a:endParaRPr>
          </a:p>
        </p:txBody>
      </p:sp>
      <p:sp>
        <p:nvSpPr>
          <p:cNvPr id="38" name="Espaço Reservado para Texto 2">
            <a:extLst>
              <a:ext uri="{FF2B5EF4-FFF2-40B4-BE49-F238E27FC236}">
                <a16:creationId xmlns:a16="http://schemas.microsoft.com/office/drawing/2014/main" id="{D0DFD045-BCA9-4188-93CE-CFC23854FDEA}"/>
              </a:ext>
            </a:extLst>
          </p:cNvPr>
          <p:cNvSpPr>
            <a:spLocks noGrp="1"/>
          </p:cNvSpPr>
          <p:nvPr>
            <p:custDataLst>
              <p:tags r:id="rId8"/>
            </p:custDataLst>
          </p:nvPr>
        </p:nvSpPr>
        <p:spPr bwMode="auto">
          <a:xfrm>
            <a:off x="8718997" y="755740"/>
            <a:ext cx="788677" cy="169277"/>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ctr" anchorCtr="0">
            <a:sp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Tx/>
              <a:buSzTx/>
              <a:buFont typeface="Arial" pitchFamily="34" charset="0"/>
              <a:buNone/>
              <a:tabLst/>
              <a:defRPr/>
            </a:pPr>
            <a:r>
              <a:rPr kumimoji="0" lang="pt-BR" altLang="en-US" sz="1100" b="0" i="0" u="none" strike="noStrike" kern="1200" cap="none" spc="0" normalizeH="0" baseline="0" noProof="0">
                <a:ln>
                  <a:noFill/>
                </a:ln>
                <a:solidFill>
                  <a:srgbClr val="071C25"/>
                </a:solidFill>
                <a:effectLst/>
                <a:uLnTx/>
                <a:uFillTx/>
                <a:latin typeface="Arial"/>
                <a:ea typeface="+mn-ea"/>
                <a:cs typeface="+mn-cs"/>
                <a:sym typeface="+mn-lt"/>
              </a:rPr>
              <a:t>Importância</a:t>
            </a:r>
            <a:r>
              <a:rPr kumimoji="0" lang="pt-BR" altLang="en-US" sz="1100" b="0" i="0" u="none" strike="noStrike" kern="1200" cap="none" spc="0" normalizeH="0" baseline="30000" noProof="0">
                <a:ln>
                  <a:noFill/>
                </a:ln>
                <a:solidFill>
                  <a:srgbClr val="071C25"/>
                </a:solidFill>
                <a:effectLst/>
                <a:uLnTx/>
                <a:uFillTx/>
                <a:latin typeface="Arial"/>
                <a:ea typeface="+mn-ea"/>
                <a:cs typeface="+mn-cs"/>
                <a:sym typeface="+mn-lt"/>
              </a:rPr>
              <a:t>4</a:t>
            </a:r>
            <a:endParaRPr kumimoji="0" lang="pt-BR" sz="1100" b="0" i="0" u="none" strike="noStrike" kern="1200" cap="none" spc="0" normalizeH="0" baseline="30000" noProof="0">
              <a:ln>
                <a:noFill/>
              </a:ln>
              <a:solidFill>
                <a:srgbClr val="071C25"/>
              </a:solidFill>
              <a:effectLst/>
              <a:uLnTx/>
              <a:uFillTx/>
              <a:latin typeface="Arial"/>
              <a:ea typeface="+mn-ea"/>
              <a:cs typeface="+mn-cs"/>
              <a:sym typeface="+mn-lt"/>
            </a:endParaRPr>
          </a:p>
        </p:txBody>
      </p:sp>
      <p:graphicFrame>
        <p:nvGraphicFramePr>
          <p:cNvPr id="16" name="Chart 3">
            <a:extLst>
              <a:ext uri="{FF2B5EF4-FFF2-40B4-BE49-F238E27FC236}">
                <a16:creationId xmlns:a16="http://schemas.microsoft.com/office/drawing/2014/main" id="{05074465-556D-CB2E-C14F-09EC4F0358AB}"/>
              </a:ext>
            </a:extLst>
          </p:cNvPr>
          <p:cNvGraphicFramePr/>
          <p:nvPr>
            <p:custDataLst>
              <p:tags r:id="rId9"/>
            </p:custDataLst>
            <p:extLst>
              <p:ext uri="{D42A27DB-BD31-4B8C-83A1-F6EECF244321}">
                <p14:modId xmlns:p14="http://schemas.microsoft.com/office/powerpoint/2010/main" val="2884401616"/>
              </p:ext>
            </p:extLst>
          </p:nvPr>
        </p:nvGraphicFramePr>
        <p:xfrm>
          <a:off x="147638" y="2020888"/>
          <a:ext cx="11896725" cy="2984500"/>
        </p:xfrm>
        <a:graphic>
          <a:graphicData uri="http://schemas.openxmlformats.org/drawingml/2006/chart">
            <c:chart xmlns:c="http://schemas.openxmlformats.org/drawingml/2006/chart" xmlns:r="http://schemas.openxmlformats.org/officeDocument/2006/relationships" r:id="rId26"/>
          </a:graphicData>
        </a:graphic>
      </p:graphicFrame>
      <p:sp>
        <p:nvSpPr>
          <p:cNvPr id="42" name="Espaço Reservado para Texto 2">
            <a:extLst>
              <a:ext uri="{FF2B5EF4-FFF2-40B4-BE49-F238E27FC236}">
                <a16:creationId xmlns:a16="http://schemas.microsoft.com/office/drawing/2014/main" id="{A014470E-972E-45CB-9776-BC9F37E958DB}"/>
              </a:ext>
            </a:extLst>
          </p:cNvPr>
          <p:cNvSpPr>
            <a:spLocks noGrp="1"/>
          </p:cNvSpPr>
          <p:nvPr>
            <p:custDataLst>
              <p:tags r:id="rId10"/>
            </p:custDataLst>
          </p:nvPr>
        </p:nvSpPr>
        <p:spPr bwMode="auto">
          <a:xfrm>
            <a:off x="352425" y="4789488"/>
            <a:ext cx="1120775" cy="365125"/>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square" lIns="0" tIns="0" rIns="0" bIns="0" numCol="1" spcCol="0" rtlCol="0" anchor="t" anchorCtr="0">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Tx/>
              <a:buSzTx/>
              <a:buFont typeface="Arial" pitchFamily="34" charset="0"/>
              <a:buNone/>
              <a:tabLst/>
              <a:defRPr/>
            </a:pPr>
            <a:fld id="{40082C57-A7E5-4A99-B582-31E5E4CE1EE5}" type="datetime'Ca''''p''acida''''d''''e'' de imple''m''e''n''''''taçã''o'">
              <a:rPr kumimoji="0" lang="pt-BR" altLang="en-US" sz="1200" b="1" i="0" u="none" strike="noStrike" kern="1200" cap="none" spc="0" normalizeH="0" baseline="0" noProof="0" smtClean="0">
                <a:ln>
                  <a:noFill/>
                </a:ln>
                <a:solidFill>
                  <a:srgbClr val="020E66"/>
                </a:solidFill>
                <a:effectLst/>
                <a:uLnTx/>
                <a:uFillTx/>
                <a:latin typeface="Arial"/>
                <a:ea typeface="+mn-ea"/>
                <a:cs typeface="+mn-cs"/>
                <a:sym typeface="+mn-lt"/>
              </a:rPr>
              <a:pPr marL="0" marR="0" lvl="0" indent="0" algn="l" defTabSz="914400" rtl="0" eaLnBrk="1" fontAlgn="auto" latinLnBrk="0" hangingPunct="1">
                <a:lnSpc>
                  <a:spcPct val="100000"/>
                </a:lnSpc>
                <a:spcBef>
                  <a:spcPct val="0"/>
                </a:spcBef>
                <a:spcAft>
                  <a:spcPct val="0"/>
                </a:spcAft>
                <a:buClrTx/>
                <a:buSzTx/>
                <a:buFont typeface="Arial" pitchFamily="34" charset="0"/>
                <a:buNone/>
                <a:tabLst/>
                <a:defRPr/>
              </a:pPr>
              <a:t>Capacidade de implementação</a:t>
            </a:fld>
            <a:endParaRPr kumimoji="0" lang="pt-BR" sz="1200" b="1" i="0" u="none" strike="noStrike" kern="1200" cap="none" spc="0" normalizeH="0" baseline="0" noProof="0">
              <a:ln>
                <a:noFill/>
              </a:ln>
              <a:solidFill>
                <a:srgbClr val="020E66"/>
              </a:solidFill>
              <a:effectLst/>
              <a:uLnTx/>
              <a:uFillTx/>
              <a:latin typeface="Arial"/>
              <a:ea typeface="+mn-ea"/>
              <a:cs typeface="+mn-cs"/>
              <a:sym typeface="+mn-lt"/>
            </a:endParaRPr>
          </a:p>
        </p:txBody>
      </p:sp>
      <p:sp>
        <p:nvSpPr>
          <p:cNvPr id="46" name="Espaço Reservado para Texto 2">
            <a:extLst>
              <a:ext uri="{FF2B5EF4-FFF2-40B4-BE49-F238E27FC236}">
                <a16:creationId xmlns:a16="http://schemas.microsoft.com/office/drawing/2014/main" id="{9F0D19F4-880A-4B7F-A3E1-5FAB6E2EEC0A}"/>
              </a:ext>
            </a:extLst>
          </p:cNvPr>
          <p:cNvSpPr>
            <a:spLocks noGrp="1"/>
          </p:cNvSpPr>
          <p:nvPr>
            <p:custDataLst>
              <p:tags r:id="rId11"/>
            </p:custDataLst>
          </p:nvPr>
        </p:nvSpPr>
        <p:spPr bwMode="auto">
          <a:xfrm>
            <a:off x="1525588" y="4789488"/>
            <a:ext cx="711200" cy="365125"/>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square" lIns="0" tIns="0" rIns="0" bIns="0" numCol="1" spcCol="0" rtlCol="0" anchor="t" anchorCtr="0">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Tx/>
              <a:buSzTx/>
              <a:buFont typeface="Arial" pitchFamily="34" charset="0"/>
              <a:buNone/>
              <a:tabLst/>
              <a:defRPr/>
            </a:pPr>
            <a:fld id="{168DF71C-7F04-4F8C-AC1E-AEFA1A982AA2}" type="datetime'''Th''oug''ht'''' ''''lead''''e''''r''s''h''''i''''''''''p'">
              <a:rPr kumimoji="0" lang="pt-BR" altLang="en-US" sz="1200" b="0" i="0" u="none" strike="noStrike" kern="1200" cap="none" spc="0" normalizeH="0" baseline="0" noProof="0" smtClean="0">
                <a:ln>
                  <a:noFill/>
                </a:ln>
                <a:solidFill>
                  <a:srgbClr val="071C25"/>
                </a:solidFill>
                <a:effectLst/>
                <a:uLnTx/>
                <a:uFillTx/>
                <a:latin typeface="Arial"/>
                <a:ea typeface="+mn-ea"/>
                <a:cs typeface="+mn-cs"/>
                <a:sym typeface="+mn-lt"/>
              </a:rPr>
              <a:pPr marL="0" marR="0" lvl="0" indent="0" algn="l" defTabSz="914400" rtl="0" eaLnBrk="1" fontAlgn="auto" latinLnBrk="0" hangingPunct="1">
                <a:lnSpc>
                  <a:spcPct val="100000"/>
                </a:lnSpc>
                <a:spcBef>
                  <a:spcPct val="0"/>
                </a:spcBef>
                <a:spcAft>
                  <a:spcPct val="0"/>
                </a:spcAft>
                <a:buClrTx/>
                <a:buSzTx/>
                <a:buFont typeface="Arial" pitchFamily="34" charset="0"/>
                <a:buNone/>
                <a:tabLst/>
                <a:defRPr/>
              </a:pPr>
              <a:t>Thought leadership</a:t>
            </a:fld>
            <a:endParaRPr kumimoji="0" lang="pt-BR" sz="1200" b="0" i="0" u="none" strike="noStrike" kern="1200" cap="none" spc="0" normalizeH="0" baseline="0" noProof="0">
              <a:ln>
                <a:noFill/>
              </a:ln>
              <a:solidFill>
                <a:srgbClr val="071C25"/>
              </a:solidFill>
              <a:effectLst/>
              <a:uLnTx/>
              <a:uFillTx/>
              <a:latin typeface="Arial"/>
              <a:ea typeface="+mn-ea"/>
              <a:cs typeface="+mn-cs"/>
              <a:sym typeface="+mn-lt"/>
            </a:endParaRPr>
          </a:p>
        </p:txBody>
      </p:sp>
      <p:sp>
        <p:nvSpPr>
          <p:cNvPr id="41" name="Espaço Reservado para Texto 2">
            <a:extLst>
              <a:ext uri="{FF2B5EF4-FFF2-40B4-BE49-F238E27FC236}">
                <a16:creationId xmlns:a16="http://schemas.microsoft.com/office/drawing/2014/main" id="{15178F2D-444F-4FE8-A98F-54B0B30B2838}"/>
              </a:ext>
            </a:extLst>
          </p:cNvPr>
          <p:cNvSpPr>
            <a:spLocks noGrp="1"/>
          </p:cNvSpPr>
          <p:nvPr>
            <p:custDataLst>
              <p:tags r:id="rId12"/>
            </p:custDataLst>
          </p:nvPr>
        </p:nvSpPr>
        <p:spPr bwMode="auto">
          <a:xfrm>
            <a:off x="2698750" y="4789488"/>
            <a:ext cx="931863" cy="365125"/>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square" lIns="0" tIns="0" rIns="0" bIns="0" numCol="1" spcCol="0" rtlCol="0" anchor="t" anchorCtr="0">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Tx/>
              <a:buSzTx/>
              <a:buFont typeface="Arial" pitchFamily="34" charset="0"/>
              <a:buNone/>
              <a:tabLst/>
              <a:defRPr/>
            </a:pPr>
            <a:fld id="{E44E20C8-9F57-48AF-9354-4DE2C483609F}" type="datetime'K''n''o''w-''h''o''''w'' ''''d''o s''''''et''''o''''r'''''''''">
              <a:rPr kumimoji="0" lang="pt-BR" altLang="en-US" sz="1200" b="0" i="0" u="none" strike="noStrike" kern="1200" cap="none" spc="0" normalizeH="0" baseline="0" noProof="0" smtClean="0">
                <a:ln>
                  <a:noFill/>
                </a:ln>
                <a:solidFill>
                  <a:srgbClr val="071C25"/>
                </a:solidFill>
                <a:effectLst/>
                <a:uLnTx/>
                <a:uFillTx/>
                <a:latin typeface="Arial"/>
                <a:ea typeface="+mn-ea"/>
                <a:cs typeface="+mn-cs"/>
              </a:rPr>
              <a:pPr marL="0" marR="0" lvl="0" indent="0" algn="l" defTabSz="914400" rtl="0" eaLnBrk="1" fontAlgn="auto" latinLnBrk="0" hangingPunct="1">
                <a:lnSpc>
                  <a:spcPct val="100000"/>
                </a:lnSpc>
                <a:spcBef>
                  <a:spcPct val="0"/>
                </a:spcBef>
                <a:spcAft>
                  <a:spcPct val="0"/>
                </a:spcAft>
                <a:buClrTx/>
                <a:buSzTx/>
                <a:buFont typeface="Arial" pitchFamily="34" charset="0"/>
                <a:buNone/>
                <a:tabLst/>
                <a:defRPr/>
              </a:pPr>
              <a:t>Know-how do setor</a:t>
            </a:fld>
            <a:endParaRPr kumimoji="0" lang="pt-BR" sz="1200" b="0" i="0" u="none" strike="noStrike" kern="1200" cap="none" spc="0" normalizeH="0" baseline="0" noProof="0">
              <a:ln>
                <a:noFill/>
              </a:ln>
              <a:solidFill>
                <a:srgbClr val="071C25"/>
              </a:solidFill>
              <a:effectLst/>
              <a:uLnTx/>
              <a:uFillTx/>
              <a:latin typeface="Arial"/>
              <a:ea typeface="+mn-ea"/>
              <a:cs typeface="+mn-cs"/>
              <a:sym typeface="+mn-lt"/>
            </a:endParaRPr>
          </a:p>
        </p:txBody>
      </p:sp>
      <p:sp>
        <p:nvSpPr>
          <p:cNvPr id="51" name="Espaço Reservado para Texto 2">
            <a:extLst>
              <a:ext uri="{FF2B5EF4-FFF2-40B4-BE49-F238E27FC236}">
                <a16:creationId xmlns:a16="http://schemas.microsoft.com/office/drawing/2014/main" id="{01E87535-0DA1-463D-B67E-41584CBACFE2}"/>
              </a:ext>
            </a:extLst>
          </p:cNvPr>
          <p:cNvSpPr>
            <a:spLocks noGrp="1"/>
          </p:cNvSpPr>
          <p:nvPr>
            <p:custDataLst>
              <p:tags r:id="rId13"/>
            </p:custDataLst>
          </p:nvPr>
        </p:nvSpPr>
        <p:spPr bwMode="auto">
          <a:xfrm>
            <a:off x="3871913" y="4789488"/>
            <a:ext cx="990600" cy="365125"/>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square" lIns="0" tIns="0" rIns="0" bIns="0" numCol="1" spcCol="0" rtlCol="0" anchor="t" anchorCtr="0">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Tx/>
              <a:buSzTx/>
              <a:buFont typeface="Arial" pitchFamily="34" charset="0"/>
              <a:buNone/>
              <a:tabLst/>
              <a:defRPr/>
            </a:pPr>
            <a:fld id="{18C997A2-800A-42DB-82D0-7A02F67D7B19}" type="datetime'''C''onh''''''''''ec''imen''''''''t''''o fun''c''i''on''a''l'">
              <a:rPr kumimoji="0" lang="pt-BR" altLang="en-US" sz="1200" b="0" i="0" u="none" strike="noStrike" kern="1200" cap="none" spc="0" normalizeH="0" baseline="0" noProof="0" smtClean="0">
                <a:ln>
                  <a:noFill/>
                </a:ln>
                <a:solidFill>
                  <a:srgbClr val="071C25"/>
                </a:solidFill>
                <a:effectLst/>
                <a:uLnTx/>
                <a:uFillTx/>
                <a:latin typeface="Arial"/>
                <a:ea typeface="+mn-ea"/>
                <a:cs typeface="+mn-cs"/>
              </a:rPr>
              <a:pPr marL="0" marR="0" lvl="0" indent="0" algn="l" defTabSz="914400" rtl="0" eaLnBrk="1" fontAlgn="auto" latinLnBrk="0" hangingPunct="1">
                <a:lnSpc>
                  <a:spcPct val="100000"/>
                </a:lnSpc>
                <a:spcBef>
                  <a:spcPct val="0"/>
                </a:spcBef>
                <a:spcAft>
                  <a:spcPct val="0"/>
                </a:spcAft>
                <a:buClrTx/>
                <a:buSzTx/>
                <a:buFont typeface="Arial" pitchFamily="34" charset="0"/>
                <a:buNone/>
                <a:tabLst/>
                <a:defRPr/>
              </a:pPr>
              <a:t>Conhecimento funcional</a:t>
            </a:fld>
            <a:endParaRPr kumimoji="0" lang="pt-BR" sz="1200" b="0" i="0" u="none" strike="noStrike" kern="1200" cap="none" spc="0" normalizeH="0" baseline="0" noProof="0">
              <a:ln>
                <a:noFill/>
              </a:ln>
              <a:solidFill>
                <a:srgbClr val="071C25"/>
              </a:solidFill>
              <a:effectLst/>
              <a:uLnTx/>
              <a:uFillTx/>
              <a:latin typeface="Arial"/>
              <a:ea typeface="+mn-ea"/>
              <a:cs typeface="+mn-cs"/>
              <a:sym typeface="+mn-lt"/>
            </a:endParaRPr>
          </a:p>
        </p:txBody>
      </p:sp>
      <p:sp>
        <p:nvSpPr>
          <p:cNvPr id="50" name="Espaço Reservado para Texto 2">
            <a:extLst>
              <a:ext uri="{FF2B5EF4-FFF2-40B4-BE49-F238E27FC236}">
                <a16:creationId xmlns:a16="http://schemas.microsoft.com/office/drawing/2014/main" id="{F49B18C0-FA10-43C7-97AA-C23108D4E96E}"/>
              </a:ext>
            </a:extLst>
          </p:cNvPr>
          <p:cNvSpPr>
            <a:spLocks noGrp="1"/>
          </p:cNvSpPr>
          <p:nvPr>
            <p:custDataLst>
              <p:tags r:id="rId14"/>
            </p:custDataLst>
          </p:nvPr>
        </p:nvSpPr>
        <p:spPr bwMode="auto">
          <a:xfrm>
            <a:off x="5045075" y="4789488"/>
            <a:ext cx="868363" cy="365125"/>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square" lIns="0" tIns="0" rIns="0" bIns="0" numCol="1" spcCol="0" rtlCol="0" anchor="t" anchorCtr="0">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Tx/>
              <a:buSzTx/>
              <a:buFont typeface="Arial" pitchFamily="34" charset="0"/>
              <a:buNone/>
              <a:tabLst/>
              <a:defRPr/>
            </a:pPr>
            <a:fld id="{51226697-EC39-4290-AEF2-7EB1F7C9B65B}" type="datetime'''H''ab''ilida''d''e''''''s'' a''''n''''''al''ít''ica''''s'''">
              <a:rPr kumimoji="0" lang="pt-BR" altLang="en-US" sz="1200" b="1" i="0" u="none" strike="noStrike" kern="1200" cap="none" spc="0" normalizeH="0" baseline="0" noProof="0" smtClean="0">
                <a:ln>
                  <a:noFill/>
                </a:ln>
                <a:solidFill>
                  <a:srgbClr val="020E66"/>
                </a:solidFill>
                <a:effectLst/>
                <a:uLnTx/>
                <a:uFillTx/>
                <a:latin typeface="Arial"/>
                <a:ea typeface="+mn-ea"/>
                <a:cs typeface="+mn-cs"/>
              </a:rPr>
              <a:pPr marL="0" marR="0" lvl="0" indent="0" algn="l" defTabSz="914400" rtl="0" eaLnBrk="1" fontAlgn="auto" latinLnBrk="0" hangingPunct="1">
                <a:lnSpc>
                  <a:spcPct val="100000"/>
                </a:lnSpc>
                <a:spcBef>
                  <a:spcPct val="0"/>
                </a:spcBef>
                <a:spcAft>
                  <a:spcPct val="0"/>
                </a:spcAft>
                <a:buClrTx/>
                <a:buSzTx/>
                <a:buFont typeface="Arial" pitchFamily="34" charset="0"/>
                <a:buNone/>
                <a:tabLst/>
                <a:defRPr/>
              </a:pPr>
              <a:t>Habilidades analíticas</a:t>
            </a:fld>
            <a:endParaRPr kumimoji="0" lang="pt-BR" sz="1200" b="1" i="0" u="none" strike="noStrike" kern="1200" cap="none" spc="0" normalizeH="0" baseline="0" noProof="0">
              <a:ln>
                <a:noFill/>
              </a:ln>
              <a:solidFill>
                <a:srgbClr val="020E66"/>
              </a:solidFill>
              <a:effectLst/>
              <a:uLnTx/>
              <a:uFillTx/>
              <a:latin typeface="Arial"/>
              <a:ea typeface="+mn-ea"/>
              <a:cs typeface="+mn-cs"/>
              <a:sym typeface="+mn-lt"/>
            </a:endParaRPr>
          </a:p>
        </p:txBody>
      </p:sp>
      <p:sp>
        <p:nvSpPr>
          <p:cNvPr id="40" name="Espaço Reservado para Texto 2">
            <a:extLst>
              <a:ext uri="{FF2B5EF4-FFF2-40B4-BE49-F238E27FC236}">
                <a16:creationId xmlns:a16="http://schemas.microsoft.com/office/drawing/2014/main" id="{6C374F47-CFD1-4E3E-86C6-1DE120BCAF75}"/>
              </a:ext>
            </a:extLst>
          </p:cNvPr>
          <p:cNvSpPr>
            <a:spLocks noGrp="1"/>
          </p:cNvSpPr>
          <p:nvPr>
            <p:custDataLst>
              <p:tags r:id="rId15"/>
            </p:custDataLst>
          </p:nvPr>
        </p:nvSpPr>
        <p:spPr bwMode="auto">
          <a:xfrm>
            <a:off x="6218238" y="4789488"/>
            <a:ext cx="990600" cy="547688"/>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square" lIns="0" tIns="0" rIns="0" bIns="0" numCol="1" spcCol="0" rtlCol="0" anchor="t" anchorCtr="0">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Tx/>
              <a:buSzTx/>
              <a:buFont typeface="Arial" pitchFamily="34" charset="0"/>
              <a:buNone/>
              <a:tabLst/>
              <a:defRPr/>
            </a:pPr>
            <a:fld id="{81B05ACD-A167-4179-9CDE-215706282543}" type="datetime'Co''nhecimento ''de ''mét''o''d''''os e fer''rament''a''''''s'">
              <a:rPr kumimoji="0" lang="pt-BR" altLang="en-US" sz="1200" b="0" i="0" u="none" strike="noStrike" kern="1200" cap="none" spc="0" normalizeH="0" baseline="0" noProof="0" smtClean="0">
                <a:ln>
                  <a:noFill/>
                </a:ln>
                <a:solidFill>
                  <a:srgbClr val="071C25"/>
                </a:solidFill>
                <a:effectLst/>
                <a:uLnTx/>
                <a:uFillTx/>
                <a:latin typeface="Arial"/>
                <a:ea typeface="+mn-ea"/>
                <a:cs typeface="+mn-cs"/>
              </a:rPr>
              <a:pPr marL="0" marR="0" lvl="0" indent="0" algn="l" defTabSz="914400" rtl="0" eaLnBrk="1" fontAlgn="auto" latinLnBrk="0" hangingPunct="1">
                <a:lnSpc>
                  <a:spcPct val="100000"/>
                </a:lnSpc>
                <a:spcBef>
                  <a:spcPct val="0"/>
                </a:spcBef>
                <a:spcAft>
                  <a:spcPct val="0"/>
                </a:spcAft>
                <a:buClrTx/>
                <a:buSzTx/>
                <a:buFont typeface="Arial" pitchFamily="34" charset="0"/>
                <a:buNone/>
                <a:tabLst/>
                <a:defRPr/>
              </a:pPr>
              <a:t>Conhecimento de métodos e ferramentas</a:t>
            </a:fld>
            <a:endParaRPr kumimoji="0" lang="pt-BR" sz="1200" b="0" i="0" u="none" strike="noStrike" kern="1200" cap="none" spc="0" normalizeH="0" baseline="0" noProof="0">
              <a:ln>
                <a:noFill/>
              </a:ln>
              <a:solidFill>
                <a:srgbClr val="071C25"/>
              </a:solidFill>
              <a:effectLst/>
              <a:uLnTx/>
              <a:uFillTx/>
              <a:latin typeface="Arial"/>
              <a:ea typeface="+mn-ea"/>
              <a:cs typeface="+mn-cs"/>
              <a:sym typeface="+mn-lt"/>
            </a:endParaRPr>
          </a:p>
        </p:txBody>
      </p:sp>
      <p:sp>
        <p:nvSpPr>
          <p:cNvPr id="48" name="Espaço Reservado para Texto 2">
            <a:extLst>
              <a:ext uri="{FF2B5EF4-FFF2-40B4-BE49-F238E27FC236}">
                <a16:creationId xmlns:a16="http://schemas.microsoft.com/office/drawing/2014/main" id="{7FDB48EB-57F6-4DF3-B24E-CA551FAC55FA}"/>
              </a:ext>
            </a:extLst>
          </p:cNvPr>
          <p:cNvSpPr>
            <a:spLocks noGrp="1"/>
          </p:cNvSpPr>
          <p:nvPr>
            <p:custDataLst>
              <p:tags r:id="rId16"/>
            </p:custDataLst>
          </p:nvPr>
        </p:nvSpPr>
        <p:spPr bwMode="auto">
          <a:xfrm>
            <a:off x="7391399" y="4789488"/>
            <a:ext cx="801688" cy="365125"/>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square" lIns="0" tIns="0" rIns="0" bIns="0" numCol="1" spcCol="0" rtlCol="0" anchor="t" anchorCtr="0">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Tx/>
              <a:buSzTx/>
              <a:buFont typeface="Arial" pitchFamily="34" charset="0"/>
              <a:buNone/>
              <a:tabLst/>
              <a:defRPr/>
            </a:pPr>
            <a:fld id="{028CAD0C-0267-4A97-8F73-66C8F9F6EEC2}" type="datetime'E''sp''''''''''íri''''t''''o ''de e''qu''''''''ip''e'">
              <a:rPr kumimoji="0" lang="pt-BR" altLang="en-US" sz="1200" b="1" i="0" u="none" strike="noStrike" kern="1200" cap="none" spc="0" normalizeH="0" baseline="0" noProof="0" smtClean="0">
                <a:ln>
                  <a:noFill/>
                </a:ln>
                <a:solidFill>
                  <a:srgbClr val="020E66"/>
                </a:solidFill>
                <a:effectLst/>
                <a:uLnTx/>
                <a:uFillTx/>
                <a:latin typeface="Arial"/>
                <a:ea typeface="+mn-ea"/>
                <a:cs typeface="+mn-cs"/>
              </a:rPr>
              <a:pPr marL="0" marR="0" lvl="0" indent="0" algn="l" defTabSz="914400" rtl="0" eaLnBrk="1" fontAlgn="auto" latinLnBrk="0" hangingPunct="1">
                <a:lnSpc>
                  <a:spcPct val="100000"/>
                </a:lnSpc>
                <a:spcBef>
                  <a:spcPct val="0"/>
                </a:spcBef>
                <a:spcAft>
                  <a:spcPct val="0"/>
                </a:spcAft>
                <a:buClrTx/>
                <a:buSzTx/>
                <a:buFont typeface="Arial" pitchFamily="34" charset="0"/>
                <a:buNone/>
                <a:tabLst/>
                <a:defRPr/>
              </a:pPr>
              <a:t>Espírito de equipe</a:t>
            </a:fld>
            <a:endParaRPr kumimoji="0" lang="pt-BR" sz="1200" b="1" i="0" u="none" strike="noStrike" kern="1200" cap="none" spc="0" normalizeH="0" baseline="0" noProof="0">
              <a:ln>
                <a:noFill/>
              </a:ln>
              <a:solidFill>
                <a:srgbClr val="020E66"/>
              </a:solidFill>
              <a:effectLst/>
              <a:uLnTx/>
              <a:uFillTx/>
              <a:latin typeface="Arial"/>
              <a:ea typeface="+mn-ea"/>
              <a:cs typeface="+mn-cs"/>
              <a:sym typeface="+mn-lt"/>
            </a:endParaRPr>
          </a:p>
        </p:txBody>
      </p:sp>
      <p:sp>
        <p:nvSpPr>
          <p:cNvPr id="44" name="Espaço Reservado para Texto 2">
            <a:extLst>
              <a:ext uri="{FF2B5EF4-FFF2-40B4-BE49-F238E27FC236}">
                <a16:creationId xmlns:a16="http://schemas.microsoft.com/office/drawing/2014/main" id="{296EA6A4-8230-467D-8304-8B38BD7DC521}"/>
              </a:ext>
            </a:extLst>
          </p:cNvPr>
          <p:cNvSpPr>
            <a:spLocks noGrp="1"/>
          </p:cNvSpPr>
          <p:nvPr>
            <p:custDataLst>
              <p:tags r:id="rId17"/>
            </p:custDataLst>
          </p:nvPr>
        </p:nvSpPr>
        <p:spPr bwMode="auto">
          <a:xfrm>
            <a:off x="8564563" y="4789488"/>
            <a:ext cx="1089025" cy="365125"/>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square" lIns="0" tIns="0" rIns="0" bIns="0" numCol="1" spcCol="0" rtlCol="0" anchor="t" anchorCtr="0">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Tx/>
              <a:buSzTx/>
              <a:buFont typeface="Arial" pitchFamily="34" charset="0"/>
              <a:buNone/>
              <a:tabLst/>
              <a:defRPr/>
            </a:pPr>
            <a:fld id="{3C08A8C3-C7F9-4BDC-8BA2-FD135DAEB42C}" type="datetime'Habilid''''''a''de''''s'' ''''d''e'' ''''co''munic''a''çã''o'">
              <a:rPr kumimoji="0" lang="pt-BR" altLang="en-US" sz="1200" b="1" i="0" u="none" strike="noStrike" kern="1200" cap="none" spc="0" normalizeH="0" baseline="0" noProof="0" smtClean="0">
                <a:ln>
                  <a:noFill/>
                </a:ln>
                <a:solidFill>
                  <a:srgbClr val="020E66"/>
                </a:solidFill>
                <a:effectLst/>
                <a:uLnTx/>
                <a:uFillTx/>
                <a:latin typeface="Arial"/>
                <a:ea typeface="+mn-ea"/>
                <a:cs typeface="+mn-cs"/>
              </a:rPr>
              <a:pPr marL="0" marR="0" lvl="0" indent="0" algn="l" defTabSz="914400" rtl="0" eaLnBrk="1" fontAlgn="auto" latinLnBrk="0" hangingPunct="1">
                <a:lnSpc>
                  <a:spcPct val="100000"/>
                </a:lnSpc>
                <a:spcBef>
                  <a:spcPct val="0"/>
                </a:spcBef>
                <a:spcAft>
                  <a:spcPct val="0"/>
                </a:spcAft>
                <a:buClrTx/>
                <a:buSzTx/>
                <a:buFont typeface="Arial" pitchFamily="34" charset="0"/>
                <a:buNone/>
                <a:tabLst/>
                <a:defRPr/>
              </a:pPr>
              <a:t>Habilidades de comunicação</a:t>
            </a:fld>
            <a:endParaRPr kumimoji="0" lang="pt-BR" sz="1200" b="1" i="0" u="none" strike="noStrike" kern="1200" cap="none" spc="0" normalizeH="0" baseline="0" noProof="0">
              <a:ln>
                <a:noFill/>
              </a:ln>
              <a:solidFill>
                <a:srgbClr val="020E66"/>
              </a:solidFill>
              <a:effectLst/>
              <a:uLnTx/>
              <a:uFillTx/>
              <a:latin typeface="Arial"/>
              <a:ea typeface="+mn-ea"/>
              <a:cs typeface="+mn-cs"/>
              <a:sym typeface="+mn-lt"/>
            </a:endParaRPr>
          </a:p>
        </p:txBody>
      </p:sp>
      <p:sp>
        <p:nvSpPr>
          <p:cNvPr id="53" name="Espaço Reservado para Texto 2">
            <a:extLst>
              <a:ext uri="{FF2B5EF4-FFF2-40B4-BE49-F238E27FC236}">
                <a16:creationId xmlns:a16="http://schemas.microsoft.com/office/drawing/2014/main" id="{128203CA-BED6-43CE-BFD0-9635D8225B3F}"/>
              </a:ext>
            </a:extLst>
          </p:cNvPr>
          <p:cNvSpPr>
            <a:spLocks noGrp="1"/>
          </p:cNvSpPr>
          <p:nvPr>
            <p:custDataLst>
              <p:tags r:id="rId18"/>
            </p:custDataLst>
          </p:nvPr>
        </p:nvSpPr>
        <p:spPr bwMode="auto">
          <a:xfrm>
            <a:off x="9737726" y="4789488"/>
            <a:ext cx="746125" cy="365125"/>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square" lIns="0" tIns="0" rIns="0" bIns="0" numCol="1" spcCol="0" rtlCol="0" anchor="t" anchorCtr="0">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Tx/>
              <a:buSzTx/>
              <a:buFont typeface="Arial" pitchFamily="34" charset="0"/>
              <a:buNone/>
              <a:tabLst/>
              <a:defRPr/>
            </a:pPr>
            <a:fld id="{F85A8DEE-3CC0-4A75-BEE5-1DF258DB21DA}" type="datetime'''Br''a''n''''''d'''' aw''''a''''r''''''''''e''ne''ss'''">
              <a:rPr kumimoji="0" lang="pt-BR" altLang="en-US" sz="1200" b="0" i="0" u="none" strike="noStrike" kern="1200" cap="none" spc="0" normalizeH="0" baseline="0" noProof="0" smtClean="0">
                <a:ln>
                  <a:noFill/>
                </a:ln>
                <a:solidFill>
                  <a:srgbClr val="071C25"/>
                </a:solidFill>
                <a:effectLst/>
                <a:uLnTx/>
                <a:uFillTx/>
                <a:latin typeface="Arial"/>
                <a:ea typeface="+mn-ea"/>
                <a:cs typeface="+mn-cs"/>
              </a:rPr>
              <a:pPr marL="0" marR="0" lvl="0" indent="0" algn="l" defTabSz="914400" rtl="0" eaLnBrk="1" fontAlgn="auto" latinLnBrk="0" hangingPunct="1">
                <a:lnSpc>
                  <a:spcPct val="100000"/>
                </a:lnSpc>
                <a:spcBef>
                  <a:spcPct val="0"/>
                </a:spcBef>
                <a:spcAft>
                  <a:spcPct val="0"/>
                </a:spcAft>
                <a:buClrTx/>
                <a:buSzTx/>
                <a:buFont typeface="Arial" pitchFamily="34" charset="0"/>
                <a:buNone/>
                <a:tabLst/>
                <a:defRPr/>
              </a:pPr>
              <a:t>Brand awareness</a:t>
            </a:fld>
            <a:endParaRPr kumimoji="0" lang="pt-BR" sz="1200" b="0" i="0" u="none" strike="noStrike" kern="1200" cap="none" spc="0" normalizeH="0" baseline="0" noProof="0">
              <a:ln>
                <a:noFill/>
              </a:ln>
              <a:solidFill>
                <a:srgbClr val="071C25"/>
              </a:solidFill>
              <a:effectLst/>
              <a:uLnTx/>
              <a:uFillTx/>
              <a:latin typeface="Arial"/>
              <a:ea typeface="+mn-ea"/>
              <a:cs typeface="+mn-cs"/>
              <a:sym typeface="+mn-lt"/>
            </a:endParaRPr>
          </a:p>
        </p:txBody>
      </p:sp>
      <p:sp>
        <p:nvSpPr>
          <p:cNvPr id="55" name="Espaço Reservado para Texto 2">
            <a:extLst>
              <a:ext uri="{FF2B5EF4-FFF2-40B4-BE49-F238E27FC236}">
                <a16:creationId xmlns:a16="http://schemas.microsoft.com/office/drawing/2014/main" id="{8A16DA82-FB9C-452F-9D21-1469DC363497}"/>
              </a:ext>
            </a:extLst>
          </p:cNvPr>
          <p:cNvSpPr>
            <a:spLocks noGrp="1"/>
          </p:cNvSpPr>
          <p:nvPr>
            <p:custDataLst>
              <p:tags r:id="rId19"/>
            </p:custDataLst>
          </p:nvPr>
        </p:nvSpPr>
        <p:spPr bwMode="auto">
          <a:xfrm>
            <a:off x="10910888" y="4789488"/>
            <a:ext cx="1001713" cy="365125"/>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square" lIns="0" tIns="0" rIns="0" bIns="0" numCol="1" spcCol="0" rtlCol="0" anchor="t" anchorCtr="0">
            <a:noAutofit/>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287370"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2pPr>
            <a:lvl3pPr marL="484976"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3pPr>
            <a:lvl4pPr marL="753852" indent="-285750" algn="l" defTabSz="914400" rtl="0" eaLnBrk="1" latinLnBrk="0" hangingPunct="1">
              <a:spcBef>
                <a:spcPct val="20000"/>
              </a:spcBef>
              <a:buClrTx/>
              <a:buFont typeface="Arial" pitchFamily="34" charset="0"/>
              <a:buChar char="–"/>
              <a:defRPr lang="pt-BR" sz="1400" kern="1200" baseline="0" dirty="0" smtClean="0">
                <a:solidFill>
                  <a:schemeClr val="tx1"/>
                </a:solidFill>
                <a:latin typeface="+mn-lt"/>
                <a:ea typeface="+mn-ea"/>
                <a:cs typeface="+mn-cs"/>
              </a:defRPr>
            </a:lvl4pPr>
            <a:lvl5pPr marL="917961" indent="-285750" algn="l" defTabSz="914400" rtl="0" eaLnBrk="1" latinLnBrk="0" hangingPunct="1">
              <a:spcBef>
                <a:spcPct val="20000"/>
              </a:spcBef>
              <a:buClrTx/>
              <a:buFont typeface="Arial" pitchFamily="34" charset="0"/>
              <a:buChar char="»"/>
              <a:defRPr lang="pt-BR" sz="1400" kern="1200" baseline="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Tx/>
              <a:buSzTx/>
              <a:buFont typeface="Arial" pitchFamily="34" charset="0"/>
              <a:buNone/>
              <a:tabLst/>
              <a:defRPr/>
            </a:pPr>
            <a:fld id="{7D4933F7-525A-4137-82D5-A3697986F81F}" type="datetime'''''''''''P''e''''r''''c''''ep''''''ção'' d''e ''p''r''e''ço'">
              <a:rPr kumimoji="0" lang="pt-BR" altLang="en-US" sz="1200" b="1" i="0" u="none" strike="noStrike" kern="1200" cap="none" spc="0" normalizeH="0" baseline="0" noProof="0" smtClean="0">
                <a:ln>
                  <a:noFill/>
                </a:ln>
                <a:solidFill>
                  <a:srgbClr val="020E66"/>
                </a:solidFill>
                <a:effectLst/>
                <a:uLnTx/>
                <a:uFillTx/>
                <a:latin typeface="Arial"/>
                <a:ea typeface="+mn-ea"/>
                <a:cs typeface="+mn-cs"/>
              </a:rPr>
              <a:pPr marL="0" marR="0" lvl="0" indent="0" algn="l" defTabSz="914400" rtl="0" eaLnBrk="1" fontAlgn="auto" latinLnBrk="0" hangingPunct="1">
                <a:lnSpc>
                  <a:spcPct val="100000"/>
                </a:lnSpc>
                <a:spcBef>
                  <a:spcPct val="0"/>
                </a:spcBef>
                <a:spcAft>
                  <a:spcPct val="0"/>
                </a:spcAft>
                <a:buClrTx/>
                <a:buSzTx/>
                <a:buFont typeface="Arial" pitchFamily="34" charset="0"/>
                <a:buNone/>
                <a:tabLst/>
                <a:defRPr/>
              </a:pPr>
              <a:t>Percepção de preço</a:t>
            </a:fld>
            <a:r>
              <a:rPr kumimoji="0" lang="pt-BR" altLang="en-US" sz="1200" b="1" i="0" u="none" strike="noStrike" kern="1200" cap="none" spc="0" normalizeH="0" baseline="30000" noProof="0">
                <a:ln>
                  <a:noFill/>
                </a:ln>
                <a:solidFill>
                  <a:srgbClr val="020E66"/>
                </a:solidFill>
                <a:effectLst/>
                <a:uLnTx/>
                <a:uFillTx/>
                <a:latin typeface="Arial"/>
                <a:ea typeface="+mn-ea"/>
                <a:cs typeface="+mn-cs"/>
                <a:sym typeface="+mn-lt"/>
              </a:rPr>
              <a:t>2</a:t>
            </a:r>
            <a:endParaRPr kumimoji="0" lang="pt-BR" sz="1200" b="1" i="0" u="none" strike="noStrike" kern="1200" cap="none" spc="0" normalizeH="0" baseline="30000" noProof="0">
              <a:ln>
                <a:noFill/>
              </a:ln>
              <a:solidFill>
                <a:srgbClr val="020E66"/>
              </a:solidFill>
              <a:effectLst/>
              <a:uLnTx/>
              <a:uFillTx/>
              <a:latin typeface="Arial"/>
              <a:ea typeface="+mn-ea"/>
              <a:cs typeface="+mn-cs"/>
              <a:sym typeface="+mn-lt"/>
            </a:endParaRPr>
          </a:p>
        </p:txBody>
      </p:sp>
      <p:sp>
        <p:nvSpPr>
          <p:cNvPr id="64" name="Elipse 4">
            <a:extLst>
              <a:ext uri="{FF2B5EF4-FFF2-40B4-BE49-F238E27FC236}">
                <a16:creationId xmlns:a16="http://schemas.microsoft.com/office/drawing/2014/main" id="{C148EF83-0DC7-4823-8720-95829A5AC763}"/>
              </a:ext>
            </a:extLst>
          </p:cNvPr>
          <p:cNvSpPr/>
          <p:nvPr/>
        </p:nvSpPr>
        <p:spPr>
          <a:xfrm>
            <a:off x="519175" y="5475157"/>
            <a:ext cx="596900" cy="327025"/>
          </a:xfrm>
          <a:prstGeom prst="ellipse">
            <a:avLst/>
          </a:prstGeom>
          <a:solidFill>
            <a:schemeClr val="accent4"/>
          </a:solidFill>
          <a:ln w="19050">
            <a:noFill/>
            <a:miter lim="400000"/>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200" b="1" i="0" u="none" strike="noStrike" kern="1200" cap="none" spc="0" normalizeH="0" baseline="0" noProof="0">
                <a:ln>
                  <a:noFill/>
                </a:ln>
                <a:solidFill>
                  <a:srgbClr val="071C25"/>
                </a:solidFill>
                <a:effectLst/>
                <a:uLnTx/>
                <a:uFillTx/>
                <a:latin typeface="Arial"/>
                <a:ea typeface="+mn-ea"/>
                <a:cs typeface="+mn-cs"/>
              </a:rPr>
              <a:t>13%</a:t>
            </a:r>
          </a:p>
        </p:txBody>
      </p:sp>
      <p:sp>
        <p:nvSpPr>
          <p:cNvPr id="65" name="Elipse 4">
            <a:extLst>
              <a:ext uri="{FF2B5EF4-FFF2-40B4-BE49-F238E27FC236}">
                <a16:creationId xmlns:a16="http://schemas.microsoft.com/office/drawing/2014/main" id="{17B0C6F0-78C6-4C50-A7B2-7FE465C37A4D}"/>
              </a:ext>
            </a:extLst>
          </p:cNvPr>
          <p:cNvSpPr/>
          <p:nvPr/>
        </p:nvSpPr>
        <p:spPr>
          <a:xfrm>
            <a:off x="1689006" y="5475157"/>
            <a:ext cx="598488" cy="327025"/>
          </a:xfrm>
          <a:prstGeom prst="ellipse">
            <a:avLst/>
          </a:prstGeom>
          <a:solidFill>
            <a:schemeClr val="accent4"/>
          </a:solidFill>
          <a:ln w="19050">
            <a:noFill/>
            <a:miter lim="400000"/>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200" b="1" i="0" u="none" strike="noStrike" kern="1200" cap="none" spc="0" normalizeH="0" baseline="0" noProof="0">
                <a:ln>
                  <a:noFill/>
                </a:ln>
                <a:solidFill>
                  <a:srgbClr val="071C25"/>
                </a:solidFill>
                <a:effectLst/>
                <a:uLnTx/>
                <a:uFillTx/>
                <a:latin typeface="Arial"/>
                <a:ea typeface="+mn-ea"/>
                <a:cs typeface="+mn-cs"/>
              </a:rPr>
              <a:t>11%</a:t>
            </a:r>
          </a:p>
        </p:txBody>
      </p:sp>
      <p:sp>
        <p:nvSpPr>
          <p:cNvPr id="66" name="Elipse 4">
            <a:extLst>
              <a:ext uri="{FF2B5EF4-FFF2-40B4-BE49-F238E27FC236}">
                <a16:creationId xmlns:a16="http://schemas.microsoft.com/office/drawing/2014/main" id="{0567DD20-B1D1-442A-9D26-03889C8E1341}"/>
              </a:ext>
            </a:extLst>
          </p:cNvPr>
          <p:cNvSpPr/>
          <p:nvPr/>
        </p:nvSpPr>
        <p:spPr>
          <a:xfrm>
            <a:off x="2860425" y="5475157"/>
            <a:ext cx="598488" cy="327025"/>
          </a:xfrm>
          <a:prstGeom prst="ellipse">
            <a:avLst/>
          </a:prstGeom>
          <a:solidFill>
            <a:schemeClr val="accent4"/>
          </a:solidFill>
          <a:ln w="19050">
            <a:noFill/>
            <a:miter lim="400000"/>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200" b="1" i="0" u="none" strike="noStrike" kern="1200" cap="none" spc="0" normalizeH="0" baseline="0" noProof="0">
                <a:ln>
                  <a:noFill/>
                </a:ln>
                <a:solidFill>
                  <a:srgbClr val="071C25"/>
                </a:solidFill>
                <a:effectLst/>
                <a:uLnTx/>
                <a:uFillTx/>
                <a:latin typeface="Arial"/>
                <a:ea typeface="+mn-ea"/>
                <a:cs typeface="+mn-cs"/>
              </a:rPr>
              <a:t>13%</a:t>
            </a:r>
          </a:p>
        </p:txBody>
      </p:sp>
      <p:sp>
        <p:nvSpPr>
          <p:cNvPr id="67" name="Elipse 4">
            <a:extLst>
              <a:ext uri="{FF2B5EF4-FFF2-40B4-BE49-F238E27FC236}">
                <a16:creationId xmlns:a16="http://schemas.microsoft.com/office/drawing/2014/main" id="{C6F95DDF-2651-4DC2-8106-1D86DAD67485}"/>
              </a:ext>
            </a:extLst>
          </p:cNvPr>
          <p:cNvSpPr/>
          <p:nvPr/>
        </p:nvSpPr>
        <p:spPr>
          <a:xfrm>
            <a:off x="4031844" y="5475157"/>
            <a:ext cx="598488" cy="327025"/>
          </a:xfrm>
          <a:prstGeom prst="ellipse">
            <a:avLst/>
          </a:prstGeom>
          <a:solidFill>
            <a:schemeClr val="accent4"/>
          </a:solidFill>
          <a:ln w="19050">
            <a:noFill/>
            <a:miter lim="400000"/>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200" b="1" i="0" u="none" strike="noStrike" kern="1200" cap="none" spc="0" normalizeH="0" baseline="0" noProof="0">
                <a:ln>
                  <a:noFill/>
                </a:ln>
                <a:solidFill>
                  <a:srgbClr val="071C25"/>
                </a:solidFill>
                <a:effectLst/>
                <a:uLnTx/>
                <a:uFillTx/>
                <a:latin typeface="Arial"/>
                <a:ea typeface="+mn-ea"/>
                <a:cs typeface="+mn-cs"/>
              </a:rPr>
              <a:t>13%</a:t>
            </a:r>
          </a:p>
        </p:txBody>
      </p:sp>
      <p:sp>
        <p:nvSpPr>
          <p:cNvPr id="73" name="Elipse 4">
            <a:extLst>
              <a:ext uri="{FF2B5EF4-FFF2-40B4-BE49-F238E27FC236}">
                <a16:creationId xmlns:a16="http://schemas.microsoft.com/office/drawing/2014/main" id="{06BBE0D2-9B37-43AE-B65C-24F9E01026BC}"/>
              </a:ext>
            </a:extLst>
          </p:cNvPr>
          <p:cNvSpPr/>
          <p:nvPr/>
        </p:nvSpPr>
        <p:spPr>
          <a:xfrm>
            <a:off x="5203263" y="5475157"/>
            <a:ext cx="598488" cy="327025"/>
          </a:xfrm>
          <a:prstGeom prst="ellipse">
            <a:avLst/>
          </a:prstGeom>
          <a:solidFill>
            <a:schemeClr val="accent4"/>
          </a:solidFill>
          <a:ln w="19050">
            <a:noFill/>
            <a:miter lim="400000"/>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200" b="1" i="0" u="none" strike="noStrike" kern="1200" cap="none" spc="0" normalizeH="0" baseline="0" noProof="0">
                <a:ln>
                  <a:noFill/>
                </a:ln>
                <a:solidFill>
                  <a:srgbClr val="071C25"/>
                </a:solidFill>
                <a:effectLst/>
                <a:uLnTx/>
                <a:uFillTx/>
                <a:latin typeface="Arial"/>
                <a:ea typeface="+mn-ea"/>
                <a:cs typeface="+mn-cs"/>
              </a:rPr>
              <a:t>12%</a:t>
            </a:r>
          </a:p>
        </p:txBody>
      </p:sp>
      <p:sp>
        <p:nvSpPr>
          <p:cNvPr id="74" name="Elipse 4">
            <a:extLst>
              <a:ext uri="{FF2B5EF4-FFF2-40B4-BE49-F238E27FC236}">
                <a16:creationId xmlns:a16="http://schemas.microsoft.com/office/drawing/2014/main" id="{3861FA1F-5145-42C7-9D02-298CD7CDB1F1}"/>
              </a:ext>
            </a:extLst>
          </p:cNvPr>
          <p:cNvSpPr/>
          <p:nvPr/>
        </p:nvSpPr>
        <p:spPr>
          <a:xfrm>
            <a:off x="6374682" y="5475157"/>
            <a:ext cx="596900" cy="327025"/>
          </a:xfrm>
          <a:prstGeom prst="ellipse">
            <a:avLst/>
          </a:prstGeom>
          <a:solidFill>
            <a:schemeClr val="accent4"/>
          </a:solidFill>
          <a:ln w="19050">
            <a:noFill/>
            <a:miter lim="400000"/>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200" b="1" i="0" u="none" strike="noStrike" kern="1200" cap="none" spc="0" normalizeH="0" baseline="0" noProof="0">
                <a:ln>
                  <a:noFill/>
                </a:ln>
                <a:solidFill>
                  <a:srgbClr val="071C25"/>
                </a:solidFill>
                <a:effectLst/>
                <a:uLnTx/>
                <a:uFillTx/>
                <a:latin typeface="Arial"/>
                <a:ea typeface="+mn-ea"/>
                <a:cs typeface="+mn-cs"/>
              </a:rPr>
              <a:t>9%</a:t>
            </a:r>
          </a:p>
        </p:txBody>
      </p:sp>
      <p:sp>
        <p:nvSpPr>
          <p:cNvPr id="75" name="Elipse 4">
            <a:extLst>
              <a:ext uri="{FF2B5EF4-FFF2-40B4-BE49-F238E27FC236}">
                <a16:creationId xmlns:a16="http://schemas.microsoft.com/office/drawing/2014/main" id="{7F3D1B89-6DF6-40F6-A81B-65772C55CFBF}"/>
              </a:ext>
            </a:extLst>
          </p:cNvPr>
          <p:cNvSpPr/>
          <p:nvPr/>
        </p:nvSpPr>
        <p:spPr>
          <a:xfrm>
            <a:off x="7544513" y="5475157"/>
            <a:ext cx="598488" cy="327025"/>
          </a:xfrm>
          <a:prstGeom prst="ellipse">
            <a:avLst/>
          </a:prstGeom>
          <a:solidFill>
            <a:schemeClr val="accent4"/>
          </a:solidFill>
          <a:ln w="19050">
            <a:noFill/>
            <a:miter lim="400000"/>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200" b="1" i="0" u="none" strike="noStrike" kern="1200" cap="none" spc="0" normalizeH="0" baseline="0" noProof="0">
                <a:ln>
                  <a:noFill/>
                </a:ln>
                <a:solidFill>
                  <a:srgbClr val="071C25"/>
                </a:solidFill>
                <a:effectLst/>
                <a:uLnTx/>
                <a:uFillTx/>
                <a:latin typeface="Arial"/>
                <a:ea typeface="+mn-ea"/>
                <a:cs typeface="+mn-cs"/>
              </a:rPr>
              <a:t>11%</a:t>
            </a:r>
          </a:p>
        </p:txBody>
      </p:sp>
      <p:sp>
        <p:nvSpPr>
          <p:cNvPr id="76" name="Elipse 4">
            <a:extLst>
              <a:ext uri="{FF2B5EF4-FFF2-40B4-BE49-F238E27FC236}">
                <a16:creationId xmlns:a16="http://schemas.microsoft.com/office/drawing/2014/main" id="{9D056D51-E9E2-4793-9C02-CF248CB83989}"/>
              </a:ext>
            </a:extLst>
          </p:cNvPr>
          <p:cNvSpPr/>
          <p:nvPr/>
        </p:nvSpPr>
        <p:spPr>
          <a:xfrm>
            <a:off x="8715932" y="5475157"/>
            <a:ext cx="598488" cy="327025"/>
          </a:xfrm>
          <a:prstGeom prst="ellipse">
            <a:avLst/>
          </a:prstGeom>
          <a:solidFill>
            <a:schemeClr val="accent4"/>
          </a:solidFill>
          <a:ln w="19050">
            <a:noFill/>
            <a:miter lim="400000"/>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200" b="1" i="0" u="none" strike="noStrike" kern="1200" cap="none" spc="0" normalizeH="0" baseline="0" noProof="0">
                <a:ln>
                  <a:noFill/>
                </a:ln>
                <a:solidFill>
                  <a:srgbClr val="071C25"/>
                </a:solidFill>
                <a:effectLst/>
                <a:uLnTx/>
                <a:uFillTx/>
                <a:latin typeface="Arial"/>
                <a:ea typeface="+mn-ea"/>
                <a:cs typeface="+mn-cs"/>
              </a:rPr>
              <a:t>11%</a:t>
            </a:r>
          </a:p>
        </p:txBody>
      </p:sp>
      <p:sp>
        <p:nvSpPr>
          <p:cNvPr id="77" name="Elipse 4">
            <a:extLst>
              <a:ext uri="{FF2B5EF4-FFF2-40B4-BE49-F238E27FC236}">
                <a16:creationId xmlns:a16="http://schemas.microsoft.com/office/drawing/2014/main" id="{CA9C3B1E-F842-4346-BAE0-C02F006455D5}"/>
              </a:ext>
            </a:extLst>
          </p:cNvPr>
          <p:cNvSpPr/>
          <p:nvPr/>
        </p:nvSpPr>
        <p:spPr>
          <a:xfrm>
            <a:off x="9887348" y="5475157"/>
            <a:ext cx="598488" cy="327025"/>
          </a:xfrm>
          <a:prstGeom prst="ellipse">
            <a:avLst/>
          </a:prstGeom>
          <a:solidFill>
            <a:schemeClr val="accent4"/>
          </a:solidFill>
          <a:ln w="19050">
            <a:noFill/>
            <a:miter lim="400000"/>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200" b="1" i="0" u="none" strike="noStrike" kern="1200" cap="none" spc="0" normalizeH="0" baseline="0" noProof="0">
                <a:ln>
                  <a:noFill/>
                </a:ln>
                <a:solidFill>
                  <a:srgbClr val="071C25"/>
                </a:solidFill>
                <a:effectLst/>
                <a:uLnTx/>
                <a:uFillTx/>
                <a:latin typeface="Arial"/>
                <a:ea typeface="+mn-ea"/>
                <a:cs typeface="+mn-cs"/>
              </a:rPr>
              <a:t>7%</a:t>
            </a:r>
          </a:p>
        </p:txBody>
      </p:sp>
      <p:sp>
        <p:nvSpPr>
          <p:cNvPr id="137" name="Retângulo 136">
            <a:extLst>
              <a:ext uri="{FF2B5EF4-FFF2-40B4-BE49-F238E27FC236}">
                <a16:creationId xmlns:a16="http://schemas.microsoft.com/office/drawing/2014/main" id="{F68AAF0E-0BE6-4CC2-97D1-192FE7EAEB1D}"/>
              </a:ext>
            </a:extLst>
          </p:cNvPr>
          <p:cNvSpPr/>
          <p:nvPr>
            <p:custDataLst>
              <p:tags r:id="rId20"/>
            </p:custDataLst>
          </p:nvPr>
        </p:nvSpPr>
        <p:spPr bwMode="auto">
          <a:xfrm>
            <a:off x="10550482" y="760209"/>
            <a:ext cx="214314" cy="160338"/>
          </a:xfrm>
          <a:prstGeom prst="rect">
            <a:avLst/>
          </a:prstGeom>
          <a:solidFill>
            <a:schemeClr val="accent6">
              <a:lumMod val="20000"/>
              <a:lumOff val="80000"/>
            </a:schemeClr>
          </a:solidFill>
          <a:ln w="19050" cap="flat" cmpd="sng" algn="ctr">
            <a:noFill/>
            <a:prstDash val="solid"/>
            <a:miter lim="400000"/>
            <a:headEnd type="none" w="med" len="med"/>
            <a:tailEnd type="none" w="med" len="med"/>
          </a:ln>
          <a:effectLst/>
        </p:spPr>
        <p:txBody>
          <a:bodyPr lIns="108000" tIns="72000" rIns="108000" bIns="72000" rtlCol="0" anchor="ctr"/>
          <a:lstStyle/>
          <a:p>
            <a:pPr marL="0" marR="0" lvl="0" indent="0" algn="l" defTabSz="914407" rtl="0" eaLnBrk="1" fontAlgn="auto" latinLnBrk="0" hangingPunct="1">
              <a:lnSpc>
                <a:spcPct val="100000"/>
              </a:lnSpc>
              <a:spcBef>
                <a:spcPts val="0"/>
              </a:spcBef>
              <a:spcAft>
                <a:spcPts val="0"/>
              </a:spcAft>
              <a:buClrTx/>
              <a:buSzTx/>
              <a:buFontTx/>
              <a:buNone/>
              <a:tabLst/>
              <a:defRPr/>
            </a:pPr>
            <a:endParaRPr kumimoji="0" lang="pt-BR" sz="1100" b="0" i="0" u="none" strike="noStrike" kern="1200" cap="none" spc="0" normalizeH="0" baseline="0" noProof="0">
              <a:ln>
                <a:noFill/>
              </a:ln>
              <a:solidFill>
                <a:prstClr val="white"/>
              </a:solidFill>
              <a:effectLst/>
              <a:uLnTx/>
              <a:uFillTx/>
              <a:latin typeface="Arial"/>
              <a:ea typeface="+mn-ea"/>
              <a:cs typeface="+mn-cs"/>
            </a:endParaRPr>
          </a:p>
        </p:txBody>
      </p:sp>
      <p:sp>
        <p:nvSpPr>
          <p:cNvPr id="138" name="Espaço Reservado para Texto 2">
            <a:extLst>
              <a:ext uri="{FF2B5EF4-FFF2-40B4-BE49-F238E27FC236}">
                <a16:creationId xmlns:a16="http://schemas.microsoft.com/office/drawing/2014/main" id="{EFCDF068-44BB-4562-B15D-91AD518467CD}"/>
              </a:ext>
            </a:extLst>
          </p:cNvPr>
          <p:cNvSpPr>
            <a:spLocks noGrp="1"/>
          </p:cNvSpPr>
          <p:nvPr>
            <p:custDataLst>
              <p:tags r:id="rId21"/>
            </p:custDataLst>
          </p:nvPr>
        </p:nvSpPr>
        <p:spPr bwMode="auto">
          <a:xfrm>
            <a:off x="10839192" y="755740"/>
            <a:ext cx="306174" cy="169277"/>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ctr" anchorCtr="0">
            <a:spAutoFit/>
          </a:bodyPr>
          <a:lstStyle/>
          <a:p>
            <a:pPr marL="0" marR="0" lvl="0" indent="0" algn="l" defTabSz="914407" rtl="0" eaLnBrk="1" fontAlgn="auto" latinLnBrk="0" hangingPunct="1">
              <a:lnSpc>
                <a:spcPct val="100000"/>
              </a:lnSpc>
              <a:spcBef>
                <a:spcPct val="0"/>
              </a:spcBef>
              <a:spcAft>
                <a:spcPct val="0"/>
              </a:spcAft>
              <a:buClrTx/>
              <a:buSzTx/>
              <a:buFont typeface="Arial" pitchFamily="34" charset="0"/>
              <a:buNone/>
              <a:tabLst/>
              <a:defRPr/>
            </a:pPr>
            <a:r>
              <a:rPr kumimoji="0" lang="pt-BR" sz="1100" b="0" i="0" u="none" strike="noStrike" kern="1200" cap="none" spc="0" normalizeH="0" baseline="0" noProof="0">
                <a:ln>
                  <a:noFill/>
                </a:ln>
                <a:solidFill>
                  <a:srgbClr val="071C25"/>
                </a:solidFill>
                <a:effectLst/>
                <a:uLnTx/>
                <a:uFillTx/>
                <a:latin typeface="Arial"/>
                <a:ea typeface="+mn-ea"/>
                <a:cs typeface="+mn-cs"/>
                <a:sym typeface="+mn-lt"/>
              </a:rPr>
              <a:t>MBB</a:t>
            </a:r>
          </a:p>
        </p:txBody>
      </p:sp>
      <p:sp>
        <p:nvSpPr>
          <p:cNvPr id="2" name="Freeform 53">
            <a:extLst>
              <a:ext uri="{FF2B5EF4-FFF2-40B4-BE49-F238E27FC236}">
                <a16:creationId xmlns:a16="http://schemas.microsoft.com/office/drawing/2014/main" id="{51585EF9-78F3-AFFD-6803-61664C1A8C2F}"/>
              </a:ext>
            </a:extLst>
          </p:cNvPr>
          <p:cNvSpPr>
            <a:spLocks noEditPoints="1"/>
          </p:cNvSpPr>
          <p:nvPr/>
        </p:nvSpPr>
        <p:spPr bwMode="auto">
          <a:xfrm>
            <a:off x="157457" y="2226900"/>
            <a:ext cx="1320336" cy="998846"/>
          </a:xfrm>
          <a:custGeom>
            <a:avLst/>
            <a:gdLst>
              <a:gd name="T0" fmla="*/ 470 w 656"/>
              <a:gd name="T1" fmla="*/ 83 h 627"/>
              <a:gd name="T2" fmla="*/ 75 w 656"/>
              <a:gd name="T3" fmla="*/ 175 h 627"/>
              <a:gd name="T4" fmla="*/ 22 w 656"/>
              <a:gd name="T5" fmla="*/ 376 h 627"/>
              <a:gd name="T6" fmla="*/ 66 w 656"/>
              <a:gd name="T7" fmla="*/ 484 h 627"/>
              <a:gd name="T8" fmla="*/ 64 w 656"/>
              <a:gd name="T9" fmla="*/ 492 h 627"/>
              <a:gd name="T10" fmla="*/ 298 w 656"/>
              <a:gd name="T11" fmla="*/ 617 h 627"/>
              <a:gd name="T12" fmla="*/ 541 w 656"/>
              <a:gd name="T13" fmla="*/ 535 h 627"/>
              <a:gd name="T14" fmla="*/ 640 w 656"/>
              <a:gd name="T15" fmla="*/ 285 h 627"/>
              <a:gd name="T16" fmla="*/ 470 w 656"/>
              <a:gd name="T17" fmla="*/ 83 h 627"/>
              <a:gd name="T18" fmla="*/ 414 w 656"/>
              <a:gd name="T19" fmla="*/ 588 h 627"/>
              <a:gd name="T20" fmla="*/ 170 w 656"/>
              <a:gd name="T21" fmla="*/ 536 h 627"/>
              <a:gd name="T22" fmla="*/ 171 w 656"/>
              <a:gd name="T23" fmla="*/ 525 h 627"/>
              <a:gd name="T24" fmla="*/ 183 w 656"/>
              <a:gd name="T25" fmla="*/ 101 h 627"/>
              <a:gd name="T26" fmla="*/ 602 w 656"/>
              <a:gd name="T27" fmla="*/ 300 h 627"/>
              <a:gd name="T28" fmla="*/ 414 w 656"/>
              <a:gd name="T29" fmla="*/ 588 h 6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56" h="627">
                <a:moveTo>
                  <a:pt x="470" y="83"/>
                </a:moveTo>
                <a:cubicBezTo>
                  <a:pt x="335" y="13"/>
                  <a:pt x="162" y="44"/>
                  <a:pt x="75" y="175"/>
                </a:cubicBezTo>
                <a:cubicBezTo>
                  <a:pt x="36" y="235"/>
                  <a:pt x="15" y="304"/>
                  <a:pt x="22" y="376"/>
                </a:cubicBezTo>
                <a:cubicBezTo>
                  <a:pt x="26" y="416"/>
                  <a:pt x="42" y="453"/>
                  <a:pt x="66" y="484"/>
                </a:cubicBezTo>
                <a:cubicBezTo>
                  <a:pt x="63" y="486"/>
                  <a:pt x="62" y="489"/>
                  <a:pt x="64" y="492"/>
                </a:cubicBezTo>
                <a:cubicBezTo>
                  <a:pt x="127" y="557"/>
                  <a:pt x="207" y="607"/>
                  <a:pt x="298" y="617"/>
                </a:cubicBezTo>
                <a:cubicBezTo>
                  <a:pt x="388" y="627"/>
                  <a:pt x="475" y="594"/>
                  <a:pt x="541" y="535"/>
                </a:cubicBezTo>
                <a:cubicBezTo>
                  <a:pt x="611" y="471"/>
                  <a:pt x="656" y="381"/>
                  <a:pt x="640" y="285"/>
                </a:cubicBezTo>
                <a:cubicBezTo>
                  <a:pt x="624" y="193"/>
                  <a:pt x="550" y="124"/>
                  <a:pt x="470" y="83"/>
                </a:cubicBezTo>
                <a:close/>
                <a:moveTo>
                  <a:pt x="414" y="588"/>
                </a:moveTo>
                <a:cubicBezTo>
                  <a:pt x="328" y="616"/>
                  <a:pt x="241" y="586"/>
                  <a:pt x="170" y="536"/>
                </a:cubicBezTo>
                <a:cubicBezTo>
                  <a:pt x="175" y="533"/>
                  <a:pt x="178" y="528"/>
                  <a:pt x="171" y="525"/>
                </a:cubicBezTo>
                <a:cubicBezTo>
                  <a:pt x="0" y="443"/>
                  <a:pt x="44" y="193"/>
                  <a:pt x="183" y="101"/>
                </a:cubicBezTo>
                <a:cubicBezTo>
                  <a:pt x="336" y="0"/>
                  <a:pt x="572" y="129"/>
                  <a:pt x="602" y="300"/>
                </a:cubicBezTo>
                <a:cubicBezTo>
                  <a:pt x="623" y="422"/>
                  <a:pt x="528" y="551"/>
                  <a:pt x="414" y="588"/>
                </a:cubicBezTo>
                <a:close/>
              </a:path>
            </a:pathLst>
          </a:custGeom>
          <a:solidFill>
            <a:schemeClr val="tx2"/>
          </a:solidFill>
          <a:ln>
            <a:noFill/>
          </a:ln>
        </p:spPr>
        <p:txBody>
          <a:bodyPr vert="horz" wrap="square" lIns="36000" tIns="36000" rIns="36000" bIns="3600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pt-BR" sz="13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10" name="Freeform 53">
            <a:extLst>
              <a:ext uri="{FF2B5EF4-FFF2-40B4-BE49-F238E27FC236}">
                <a16:creationId xmlns:a16="http://schemas.microsoft.com/office/drawing/2014/main" id="{D05E57AB-2A73-6A67-0C0B-7FA671369F43}"/>
              </a:ext>
            </a:extLst>
          </p:cNvPr>
          <p:cNvSpPr>
            <a:spLocks noEditPoints="1"/>
          </p:cNvSpPr>
          <p:nvPr/>
        </p:nvSpPr>
        <p:spPr bwMode="auto">
          <a:xfrm>
            <a:off x="4842339" y="2006937"/>
            <a:ext cx="1320336" cy="998846"/>
          </a:xfrm>
          <a:custGeom>
            <a:avLst/>
            <a:gdLst>
              <a:gd name="T0" fmla="*/ 470 w 656"/>
              <a:gd name="T1" fmla="*/ 83 h 627"/>
              <a:gd name="T2" fmla="*/ 75 w 656"/>
              <a:gd name="T3" fmla="*/ 175 h 627"/>
              <a:gd name="T4" fmla="*/ 22 w 656"/>
              <a:gd name="T5" fmla="*/ 376 h 627"/>
              <a:gd name="T6" fmla="*/ 66 w 656"/>
              <a:gd name="T7" fmla="*/ 484 h 627"/>
              <a:gd name="T8" fmla="*/ 64 w 656"/>
              <a:gd name="T9" fmla="*/ 492 h 627"/>
              <a:gd name="T10" fmla="*/ 298 w 656"/>
              <a:gd name="T11" fmla="*/ 617 h 627"/>
              <a:gd name="T12" fmla="*/ 541 w 656"/>
              <a:gd name="T13" fmla="*/ 535 h 627"/>
              <a:gd name="T14" fmla="*/ 640 w 656"/>
              <a:gd name="T15" fmla="*/ 285 h 627"/>
              <a:gd name="T16" fmla="*/ 470 w 656"/>
              <a:gd name="T17" fmla="*/ 83 h 627"/>
              <a:gd name="T18" fmla="*/ 414 w 656"/>
              <a:gd name="T19" fmla="*/ 588 h 627"/>
              <a:gd name="T20" fmla="*/ 170 w 656"/>
              <a:gd name="T21" fmla="*/ 536 h 627"/>
              <a:gd name="T22" fmla="*/ 171 w 656"/>
              <a:gd name="T23" fmla="*/ 525 h 627"/>
              <a:gd name="T24" fmla="*/ 183 w 656"/>
              <a:gd name="T25" fmla="*/ 101 h 627"/>
              <a:gd name="T26" fmla="*/ 602 w 656"/>
              <a:gd name="T27" fmla="*/ 300 h 627"/>
              <a:gd name="T28" fmla="*/ 414 w 656"/>
              <a:gd name="T29" fmla="*/ 588 h 6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56" h="627">
                <a:moveTo>
                  <a:pt x="470" y="83"/>
                </a:moveTo>
                <a:cubicBezTo>
                  <a:pt x="335" y="13"/>
                  <a:pt x="162" y="44"/>
                  <a:pt x="75" y="175"/>
                </a:cubicBezTo>
                <a:cubicBezTo>
                  <a:pt x="36" y="235"/>
                  <a:pt x="15" y="304"/>
                  <a:pt x="22" y="376"/>
                </a:cubicBezTo>
                <a:cubicBezTo>
                  <a:pt x="26" y="416"/>
                  <a:pt x="42" y="453"/>
                  <a:pt x="66" y="484"/>
                </a:cubicBezTo>
                <a:cubicBezTo>
                  <a:pt x="63" y="486"/>
                  <a:pt x="62" y="489"/>
                  <a:pt x="64" y="492"/>
                </a:cubicBezTo>
                <a:cubicBezTo>
                  <a:pt x="127" y="557"/>
                  <a:pt x="207" y="607"/>
                  <a:pt x="298" y="617"/>
                </a:cubicBezTo>
                <a:cubicBezTo>
                  <a:pt x="388" y="627"/>
                  <a:pt x="475" y="594"/>
                  <a:pt x="541" y="535"/>
                </a:cubicBezTo>
                <a:cubicBezTo>
                  <a:pt x="611" y="471"/>
                  <a:pt x="656" y="381"/>
                  <a:pt x="640" y="285"/>
                </a:cubicBezTo>
                <a:cubicBezTo>
                  <a:pt x="624" y="193"/>
                  <a:pt x="550" y="124"/>
                  <a:pt x="470" y="83"/>
                </a:cubicBezTo>
                <a:close/>
                <a:moveTo>
                  <a:pt x="414" y="588"/>
                </a:moveTo>
                <a:cubicBezTo>
                  <a:pt x="328" y="616"/>
                  <a:pt x="241" y="586"/>
                  <a:pt x="170" y="536"/>
                </a:cubicBezTo>
                <a:cubicBezTo>
                  <a:pt x="175" y="533"/>
                  <a:pt x="178" y="528"/>
                  <a:pt x="171" y="525"/>
                </a:cubicBezTo>
                <a:cubicBezTo>
                  <a:pt x="0" y="443"/>
                  <a:pt x="44" y="193"/>
                  <a:pt x="183" y="101"/>
                </a:cubicBezTo>
                <a:cubicBezTo>
                  <a:pt x="336" y="0"/>
                  <a:pt x="572" y="129"/>
                  <a:pt x="602" y="300"/>
                </a:cubicBezTo>
                <a:cubicBezTo>
                  <a:pt x="623" y="422"/>
                  <a:pt x="528" y="551"/>
                  <a:pt x="414" y="588"/>
                </a:cubicBezTo>
                <a:close/>
              </a:path>
            </a:pathLst>
          </a:custGeom>
          <a:solidFill>
            <a:schemeClr val="tx2"/>
          </a:solidFill>
          <a:ln>
            <a:noFill/>
          </a:ln>
        </p:spPr>
        <p:txBody>
          <a:bodyPr vert="horz" wrap="square" lIns="36000" tIns="36000" rIns="36000" bIns="3600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pt-BR" sz="13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12" name="Freeform 53">
            <a:extLst>
              <a:ext uri="{FF2B5EF4-FFF2-40B4-BE49-F238E27FC236}">
                <a16:creationId xmlns:a16="http://schemas.microsoft.com/office/drawing/2014/main" id="{8374052D-5C8C-400D-7E84-5A54BA577AF5}"/>
              </a:ext>
            </a:extLst>
          </p:cNvPr>
          <p:cNvSpPr>
            <a:spLocks noEditPoints="1"/>
          </p:cNvSpPr>
          <p:nvPr/>
        </p:nvSpPr>
        <p:spPr bwMode="auto">
          <a:xfrm>
            <a:off x="7167823" y="1939772"/>
            <a:ext cx="1320336" cy="998846"/>
          </a:xfrm>
          <a:custGeom>
            <a:avLst/>
            <a:gdLst>
              <a:gd name="T0" fmla="*/ 470 w 656"/>
              <a:gd name="T1" fmla="*/ 83 h 627"/>
              <a:gd name="T2" fmla="*/ 75 w 656"/>
              <a:gd name="T3" fmla="*/ 175 h 627"/>
              <a:gd name="T4" fmla="*/ 22 w 656"/>
              <a:gd name="T5" fmla="*/ 376 h 627"/>
              <a:gd name="T6" fmla="*/ 66 w 656"/>
              <a:gd name="T7" fmla="*/ 484 h 627"/>
              <a:gd name="T8" fmla="*/ 64 w 656"/>
              <a:gd name="T9" fmla="*/ 492 h 627"/>
              <a:gd name="T10" fmla="*/ 298 w 656"/>
              <a:gd name="T11" fmla="*/ 617 h 627"/>
              <a:gd name="T12" fmla="*/ 541 w 656"/>
              <a:gd name="T13" fmla="*/ 535 h 627"/>
              <a:gd name="T14" fmla="*/ 640 w 656"/>
              <a:gd name="T15" fmla="*/ 285 h 627"/>
              <a:gd name="T16" fmla="*/ 470 w 656"/>
              <a:gd name="T17" fmla="*/ 83 h 627"/>
              <a:gd name="T18" fmla="*/ 414 w 656"/>
              <a:gd name="T19" fmla="*/ 588 h 627"/>
              <a:gd name="T20" fmla="*/ 170 w 656"/>
              <a:gd name="T21" fmla="*/ 536 h 627"/>
              <a:gd name="T22" fmla="*/ 171 w 656"/>
              <a:gd name="T23" fmla="*/ 525 h 627"/>
              <a:gd name="T24" fmla="*/ 183 w 656"/>
              <a:gd name="T25" fmla="*/ 101 h 627"/>
              <a:gd name="T26" fmla="*/ 602 w 656"/>
              <a:gd name="T27" fmla="*/ 300 h 627"/>
              <a:gd name="T28" fmla="*/ 414 w 656"/>
              <a:gd name="T29" fmla="*/ 588 h 6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56" h="627">
                <a:moveTo>
                  <a:pt x="470" y="83"/>
                </a:moveTo>
                <a:cubicBezTo>
                  <a:pt x="335" y="13"/>
                  <a:pt x="162" y="44"/>
                  <a:pt x="75" y="175"/>
                </a:cubicBezTo>
                <a:cubicBezTo>
                  <a:pt x="36" y="235"/>
                  <a:pt x="15" y="304"/>
                  <a:pt x="22" y="376"/>
                </a:cubicBezTo>
                <a:cubicBezTo>
                  <a:pt x="26" y="416"/>
                  <a:pt x="42" y="453"/>
                  <a:pt x="66" y="484"/>
                </a:cubicBezTo>
                <a:cubicBezTo>
                  <a:pt x="63" y="486"/>
                  <a:pt x="62" y="489"/>
                  <a:pt x="64" y="492"/>
                </a:cubicBezTo>
                <a:cubicBezTo>
                  <a:pt x="127" y="557"/>
                  <a:pt x="207" y="607"/>
                  <a:pt x="298" y="617"/>
                </a:cubicBezTo>
                <a:cubicBezTo>
                  <a:pt x="388" y="627"/>
                  <a:pt x="475" y="594"/>
                  <a:pt x="541" y="535"/>
                </a:cubicBezTo>
                <a:cubicBezTo>
                  <a:pt x="611" y="471"/>
                  <a:pt x="656" y="381"/>
                  <a:pt x="640" y="285"/>
                </a:cubicBezTo>
                <a:cubicBezTo>
                  <a:pt x="624" y="193"/>
                  <a:pt x="550" y="124"/>
                  <a:pt x="470" y="83"/>
                </a:cubicBezTo>
                <a:close/>
                <a:moveTo>
                  <a:pt x="414" y="588"/>
                </a:moveTo>
                <a:cubicBezTo>
                  <a:pt x="328" y="616"/>
                  <a:pt x="241" y="586"/>
                  <a:pt x="170" y="536"/>
                </a:cubicBezTo>
                <a:cubicBezTo>
                  <a:pt x="175" y="533"/>
                  <a:pt x="178" y="528"/>
                  <a:pt x="171" y="525"/>
                </a:cubicBezTo>
                <a:cubicBezTo>
                  <a:pt x="0" y="443"/>
                  <a:pt x="44" y="193"/>
                  <a:pt x="183" y="101"/>
                </a:cubicBezTo>
                <a:cubicBezTo>
                  <a:pt x="336" y="0"/>
                  <a:pt x="572" y="129"/>
                  <a:pt x="602" y="300"/>
                </a:cubicBezTo>
                <a:cubicBezTo>
                  <a:pt x="623" y="422"/>
                  <a:pt x="528" y="551"/>
                  <a:pt x="414" y="588"/>
                </a:cubicBezTo>
                <a:close/>
              </a:path>
            </a:pathLst>
          </a:custGeom>
          <a:solidFill>
            <a:schemeClr val="tx2"/>
          </a:solidFill>
          <a:ln>
            <a:noFill/>
          </a:ln>
        </p:spPr>
        <p:txBody>
          <a:bodyPr vert="horz" wrap="square" lIns="36000" tIns="36000" rIns="36000" bIns="3600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pt-BR" sz="13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13" name="Freeform 53">
            <a:extLst>
              <a:ext uri="{FF2B5EF4-FFF2-40B4-BE49-F238E27FC236}">
                <a16:creationId xmlns:a16="http://schemas.microsoft.com/office/drawing/2014/main" id="{FC76A3E6-756D-E189-AD94-478C81AC5980}"/>
              </a:ext>
            </a:extLst>
          </p:cNvPr>
          <p:cNvSpPr>
            <a:spLocks noEditPoints="1"/>
          </p:cNvSpPr>
          <p:nvPr/>
        </p:nvSpPr>
        <p:spPr bwMode="auto">
          <a:xfrm>
            <a:off x="8401530" y="2017050"/>
            <a:ext cx="1320336" cy="998846"/>
          </a:xfrm>
          <a:custGeom>
            <a:avLst/>
            <a:gdLst>
              <a:gd name="T0" fmla="*/ 470 w 656"/>
              <a:gd name="T1" fmla="*/ 83 h 627"/>
              <a:gd name="T2" fmla="*/ 75 w 656"/>
              <a:gd name="T3" fmla="*/ 175 h 627"/>
              <a:gd name="T4" fmla="*/ 22 w 656"/>
              <a:gd name="T5" fmla="*/ 376 h 627"/>
              <a:gd name="T6" fmla="*/ 66 w 656"/>
              <a:gd name="T7" fmla="*/ 484 h 627"/>
              <a:gd name="T8" fmla="*/ 64 w 656"/>
              <a:gd name="T9" fmla="*/ 492 h 627"/>
              <a:gd name="T10" fmla="*/ 298 w 656"/>
              <a:gd name="T11" fmla="*/ 617 h 627"/>
              <a:gd name="T12" fmla="*/ 541 w 656"/>
              <a:gd name="T13" fmla="*/ 535 h 627"/>
              <a:gd name="T14" fmla="*/ 640 w 656"/>
              <a:gd name="T15" fmla="*/ 285 h 627"/>
              <a:gd name="T16" fmla="*/ 470 w 656"/>
              <a:gd name="T17" fmla="*/ 83 h 627"/>
              <a:gd name="T18" fmla="*/ 414 w 656"/>
              <a:gd name="T19" fmla="*/ 588 h 627"/>
              <a:gd name="T20" fmla="*/ 170 w 656"/>
              <a:gd name="T21" fmla="*/ 536 h 627"/>
              <a:gd name="T22" fmla="*/ 171 w 656"/>
              <a:gd name="T23" fmla="*/ 525 h 627"/>
              <a:gd name="T24" fmla="*/ 183 w 656"/>
              <a:gd name="T25" fmla="*/ 101 h 627"/>
              <a:gd name="T26" fmla="*/ 602 w 656"/>
              <a:gd name="T27" fmla="*/ 300 h 627"/>
              <a:gd name="T28" fmla="*/ 414 w 656"/>
              <a:gd name="T29" fmla="*/ 588 h 6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56" h="627">
                <a:moveTo>
                  <a:pt x="470" y="83"/>
                </a:moveTo>
                <a:cubicBezTo>
                  <a:pt x="335" y="13"/>
                  <a:pt x="162" y="44"/>
                  <a:pt x="75" y="175"/>
                </a:cubicBezTo>
                <a:cubicBezTo>
                  <a:pt x="36" y="235"/>
                  <a:pt x="15" y="304"/>
                  <a:pt x="22" y="376"/>
                </a:cubicBezTo>
                <a:cubicBezTo>
                  <a:pt x="26" y="416"/>
                  <a:pt x="42" y="453"/>
                  <a:pt x="66" y="484"/>
                </a:cubicBezTo>
                <a:cubicBezTo>
                  <a:pt x="63" y="486"/>
                  <a:pt x="62" y="489"/>
                  <a:pt x="64" y="492"/>
                </a:cubicBezTo>
                <a:cubicBezTo>
                  <a:pt x="127" y="557"/>
                  <a:pt x="207" y="607"/>
                  <a:pt x="298" y="617"/>
                </a:cubicBezTo>
                <a:cubicBezTo>
                  <a:pt x="388" y="627"/>
                  <a:pt x="475" y="594"/>
                  <a:pt x="541" y="535"/>
                </a:cubicBezTo>
                <a:cubicBezTo>
                  <a:pt x="611" y="471"/>
                  <a:pt x="656" y="381"/>
                  <a:pt x="640" y="285"/>
                </a:cubicBezTo>
                <a:cubicBezTo>
                  <a:pt x="624" y="193"/>
                  <a:pt x="550" y="124"/>
                  <a:pt x="470" y="83"/>
                </a:cubicBezTo>
                <a:close/>
                <a:moveTo>
                  <a:pt x="414" y="588"/>
                </a:moveTo>
                <a:cubicBezTo>
                  <a:pt x="328" y="616"/>
                  <a:pt x="241" y="586"/>
                  <a:pt x="170" y="536"/>
                </a:cubicBezTo>
                <a:cubicBezTo>
                  <a:pt x="175" y="533"/>
                  <a:pt x="178" y="528"/>
                  <a:pt x="171" y="525"/>
                </a:cubicBezTo>
                <a:cubicBezTo>
                  <a:pt x="0" y="443"/>
                  <a:pt x="44" y="193"/>
                  <a:pt x="183" y="101"/>
                </a:cubicBezTo>
                <a:cubicBezTo>
                  <a:pt x="336" y="0"/>
                  <a:pt x="572" y="129"/>
                  <a:pt x="602" y="300"/>
                </a:cubicBezTo>
                <a:cubicBezTo>
                  <a:pt x="623" y="422"/>
                  <a:pt x="528" y="551"/>
                  <a:pt x="414" y="588"/>
                </a:cubicBezTo>
                <a:close/>
              </a:path>
            </a:pathLst>
          </a:custGeom>
          <a:solidFill>
            <a:schemeClr val="tx2"/>
          </a:solidFill>
          <a:ln>
            <a:noFill/>
          </a:ln>
        </p:spPr>
        <p:txBody>
          <a:bodyPr vert="horz" wrap="square" lIns="36000" tIns="36000" rIns="36000" bIns="3600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pt-BR" sz="13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14" name="Freeform 53">
            <a:extLst>
              <a:ext uri="{FF2B5EF4-FFF2-40B4-BE49-F238E27FC236}">
                <a16:creationId xmlns:a16="http://schemas.microsoft.com/office/drawing/2014/main" id="{3A6D8802-9E55-2ED9-F194-B07E815C3844}"/>
              </a:ext>
            </a:extLst>
          </p:cNvPr>
          <p:cNvSpPr>
            <a:spLocks noEditPoints="1"/>
          </p:cNvSpPr>
          <p:nvPr/>
        </p:nvSpPr>
        <p:spPr bwMode="auto">
          <a:xfrm>
            <a:off x="10717208" y="2305452"/>
            <a:ext cx="1320336" cy="1628346"/>
          </a:xfrm>
          <a:custGeom>
            <a:avLst/>
            <a:gdLst>
              <a:gd name="T0" fmla="*/ 470 w 656"/>
              <a:gd name="T1" fmla="*/ 83 h 627"/>
              <a:gd name="T2" fmla="*/ 75 w 656"/>
              <a:gd name="T3" fmla="*/ 175 h 627"/>
              <a:gd name="T4" fmla="*/ 22 w 656"/>
              <a:gd name="T5" fmla="*/ 376 h 627"/>
              <a:gd name="T6" fmla="*/ 66 w 656"/>
              <a:gd name="T7" fmla="*/ 484 h 627"/>
              <a:gd name="T8" fmla="*/ 64 w 656"/>
              <a:gd name="T9" fmla="*/ 492 h 627"/>
              <a:gd name="T10" fmla="*/ 298 w 656"/>
              <a:gd name="T11" fmla="*/ 617 h 627"/>
              <a:gd name="T12" fmla="*/ 541 w 656"/>
              <a:gd name="T13" fmla="*/ 535 h 627"/>
              <a:gd name="T14" fmla="*/ 640 w 656"/>
              <a:gd name="T15" fmla="*/ 285 h 627"/>
              <a:gd name="T16" fmla="*/ 470 w 656"/>
              <a:gd name="T17" fmla="*/ 83 h 627"/>
              <a:gd name="T18" fmla="*/ 414 w 656"/>
              <a:gd name="T19" fmla="*/ 588 h 627"/>
              <a:gd name="T20" fmla="*/ 170 w 656"/>
              <a:gd name="T21" fmla="*/ 536 h 627"/>
              <a:gd name="T22" fmla="*/ 171 w 656"/>
              <a:gd name="T23" fmla="*/ 525 h 627"/>
              <a:gd name="T24" fmla="*/ 183 w 656"/>
              <a:gd name="T25" fmla="*/ 101 h 627"/>
              <a:gd name="T26" fmla="*/ 602 w 656"/>
              <a:gd name="T27" fmla="*/ 300 h 627"/>
              <a:gd name="T28" fmla="*/ 414 w 656"/>
              <a:gd name="T29" fmla="*/ 588 h 6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56" h="627">
                <a:moveTo>
                  <a:pt x="470" y="83"/>
                </a:moveTo>
                <a:cubicBezTo>
                  <a:pt x="335" y="13"/>
                  <a:pt x="162" y="44"/>
                  <a:pt x="75" y="175"/>
                </a:cubicBezTo>
                <a:cubicBezTo>
                  <a:pt x="36" y="235"/>
                  <a:pt x="15" y="304"/>
                  <a:pt x="22" y="376"/>
                </a:cubicBezTo>
                <a:cubicBezTo>
                  <a:pt x="26" y="416"/>
                  <a:pt x="42" y="453"/>
                  <a:pt x="66" y="484"/>
                </a:cubicBezTo>
                <a:cubicBezTo>
                  <a:pt x="63" y="486"/>
                  <a:pt x="62" y="489"/>
                  <a:pt x="64" y="492"/>
                </a:cubicBezTo>
                <a:cubicBezTo>
                  <a:pt x="127" y="557"/>
                  <a:pt x="207" y="607"/>
                  <a:pt x="298" y="617"/>
                </a:cubicBezTo>
                <a:cubicBezTo>
                  <a:pt x="388" y="627"/>
                  <a:pt x="475" y="594"/>
                  <a:pt x="541" y="535"/>
                </a:cubicBezTo>
                <a:cubicBezTo>
                  <a:pt x="611" y="471"/>
                  <a:pt x="656" y="381"/>
                  <a:pt x="640" y="285"/>
                </a:cubicBezTo>
                <a:cubicBezTo>
                  <a:pt x="624" y="193"/>
                  <a:pt x="550" y="124"/>
                  <a:pt x="470" y="83"/>
                </a:cubicBezTo>
                <a:close/>
                <a:moveTo>
                  <a:pt x="414" y="588"/>
                </a:moveTo>
                <a:cubicBezTo>
                  <a:pt x="328" y="616"/>
                  <a:pt x="241" y="586"/>
                  <a:pt x="170" y="536"/>
                </a:cubicBezTo>
                <a:cubicBezTo>
                  <a:pt x="175" y="533"/>
                  <a:pt x="178" y="528"/>
                  <a:pt x="171" y="525"/>
                </a:cubicBezTo>
                <a:cubicBezTo>
                  <a:pt x="0" y="443"/>
                  <a:pt x="44" y="193"/>
                  <a:pt x="183" y="101"/>
                </a:cubicBezTo>
                <a:cubicBezTo>
                  <a:pt x="336" y="0"/>
                  <a:pt x="572" y="129"/>
                  <a:pt x="602" y="300"/>
                </a:cubicBezTo>
                <a:cubicBezTo>
                  <a:pt x="623" y="422"/>
                  <a:pt x="528" y="551"/>
                  <a:pt x="414" y="588"/>
                </a:cubicBezTo>
                <a:close/>
              </a:path>
            </a:pathLst>
          </a:custGeom>
          <a:solidFill>
            <a:schemeClr val="tx2"/>
          </a:solidFill>
          <a:ln>
            <a:noFill/>
          </a:ln>
        </p:spPr>
        <p:txBody>
          <a:bodyPr vert="horz" wrap="square" lIns="36000" tIns="36000" rIns="36000" bIns="3600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pt-BR" sz="1300" b="0" i="0" u="none" strike="noStrike" kern="0" cap="none" spc="0" normalizeH="0" baseline="0" noProof="0">
              <a:ln>
                <a:noFill/>
              </a:ln>
              <a:solidFill>
                <a:srgbClr val="FFFFFF"/>
              </a:solidFill>
              <a:effectLst/>
              <a:uLnTx/>
              <a:uFillTx/>
              <a:latin typeface="Arial" panose="020B0604020202020204"/>
              <a:ea typeface="+mn-ea"/>
              <a:cs typeface="+mn-cs"/>
            </a:endParaRPr>
          </a:p>
        </p:txBody>
      </p:sp>
    </p:spTree>
    <p:extLst>
      <p:ext uri="{BB962C8B-B14F-4D97-AF65-F5344CB8AC3E}">
        <p14:creationId xmlns:p14="http://schemas.microsoft.com/office/powerpoint/2010/main" val="424368479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to 4" hidden="1">
            <a:extLst>
              <a:ext uri="{FF2B5EF4-FFF2-40B4-BE49-F238E27FC236}">
                <a16:creationId xmlns:a16="http://schemas.microsoft.com/office/drawing/2014/main" id="{3614F86D-A41F-44BE-9E09-D9C57E65EC6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Slide do think-cell" r:id="rId5" imgW="395" imgH="394" progId="TCLayout.ActiveDocument.1">
                  <p:embed/>
                </p:oleObj>
              </mc:Choice>
              <mc:Fallback>
                <p:oleObj name="Slide do think-cell" r:id="rId5" imgW="395" imgH="394" progId="TCLayout.ActiveDocument.1">
                  <p:embed/>
                  <p:pic>
                    <p:nvPicPr>
                      <p:cNvPr id="5" name="Objeto 4" hidden="1">
                        <a:extLst>
                          <a:ext uri="{FF2B5EF4-FFF2-40B4-BE49-F238E27FC236}">
                            <a16:creationId xmlns:a16="http://schemas.microsoft.com/office/drawing/2014/main" id="{3614F86D-A41F-44BE-9E09-D9C57E65EC60}"/>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 name="Retângulo 3" hidden="1">
            <a:extLst>
              <a:ext uri="{FF2B5EF4-FFF2-40B4-BE49-F238E27FC236}">
                <a16:creationId xmlns:a16="http://schemas.microsoft.com/office/drawing/2014/main" id="{C52997DF-EC35-4A18-BA30-5217919081B0}"/>
              </a:ext>
            </a:extLst>
          </p:cNvPr>
          <p:cNvSpPr/>
          <p:nvPr>
            <p:custDataLst>
              <p:tags r:id="rId2"/>
            </p:custDataLst>
          </p:nvPr>
        </p:nvSpPr>
        <p:spPr>
          <a:xfrm>
            <a:off x="0" y="0"/>
            <a:ext cx="158750" cy="158750"/>
          </a:xfrm>
          <a:prstGeom prst="rect">
            <a:avLst/>
          </a:prstGeom>
          <a:solidFill>
            <a:schemeClr val="accent2"/>
          </a:solidFill>
          <a:ln w="19050">
            <a:solidFill>
              <a:schemeClr val="accent2"/>
            </a:solidFill>
            <a:miter lim="400000"/>
          </a:ln>
          <a:effectLst/>
        </p:spPr>
        <p:txBody>
          <a:bodyPr wrap="none" lIns="0" tIns="0" rIns="0" bIns="0" numCol="1" spcCol="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2000" b="1" i="0" u="none" strike="noStrike" kern="1200" cap="none" spc="0" normalizeH="0" baseline="0" noProof="0">
              <a:ln>
                <a:noFill/>
              </a:ln>
              <a:solidFill>
                <a:prstClr val="white"/>
              </a:solidFill>
              <a:effectLst/>
              <a:uLnTx/>
              <a:uFillTx/>
              <a:latin typeface="Arial" panose="020B0604020202020204" pitchFamily="34" charset="0"/>
              <a:ea typeface="+mn-ea"/>
              <a:cs typeface="+mn-cs"/>
              <a:sym typeface="Arial" panose="020B0604020202020204" pitchFamily="34" charset="0"/>
            </a:endParaRPr>
          </a:p>
        </p:txBody>
      </p:sp>
      <p:sp>
        <p:nvSpPr>
          <p:cNvPr id="2" name="Espaço Reservado para Texto 1">
            <a:extLst>
              <a:ext uri="{FF2B5EF4-FFF2-40B4-BE49-F238E27FC236}">
                <a16:creationId xmlns:a16="http://schemas.microsoft.com/office/drawing/2014/main" id="{BB4747E5-FF00-48EC-8316-50277B5B989F}"/>
              </a:ext>
            </a:extLst>
          </p:cNvPr>
          <p:cNvSpPr>
            <a:spLocks noGrp="1"/>
          </p:cNvSpPr>
          <p:nvPr>
            <p:ph type="body" sz="quarter" idx="14"/>
          </p:nvPr>
        </p:nvSpPr>
        <p:spPr/>
        <p:txBody>
          <a:bodyPr/>
          <a:lstStyle/>
          <a:p>
            <a:r>
              <a:rPr lang="pt-BR"/>
              <a:t>Fonte: Mirow &amp; Co.</a:t>
            </a:r>
          </a:p>
        </p:txBody>
      </p:sp>
      <p:sp>
        <p:nvSpPr>
          <p:cNvPr id="3" name="Título 2">
            <a:extLst>
              <a:ext uri="{FF2B5EF4-FFF2-40B4-BE49-F238E27FC236}">
                <a16:creationId xmlns:a16="http://schemas.microsoft.com/office/drawing/2014/main" id="{8C6A437E-F63F-4E99-B142-A0E27A244796}"/>
              </a:ext>
            </a:extLst>
          </p:cNvPr>
          <p:cNvSpPr>
            <a:spLocks noGrp="1"/>
          </p:cNvSpPr>
          <p:nvPr>
            <p:ph type="title"/>
          </p:nvPr>
        </p:nvSpPr>
        <p:spPr/>
        <p:txBody>
          <a:bodyPr vert="horz"/>
          <a:lstStyle/>
          <a:p>
            <a:r>
              <a:rPr lang="pt-BR" i="1"/>
              <a:t>Feedback</a:t>
            </a:r>
            <a:r>
              <a:rPr lang="pt-BR"/>
              <a:t> de clientes em projetos recentes </a:t>
            </a:r>
          </a:p>
        </p:txBody>
      </p:sp>
      <p:sp>
        <p:nvSpPr>
          <p:cNvPr id="12" name="AutoShape 6">
            <a:extLst>
              <a:ext uri="{FF2B5EF4-FFF2-40B4-BE49-F238E27FC236}">
                <a16:creationId xmlns:a16="http://schemas.microsoft.com/office/drawing/2014/main" id="{0B1FC12E-99F6-4564-BB83-BB2DBA6816A3}"/>
              </a:ext>
            </a:extLst>
          </p:cNvPr>
          <p:cNvSpPr>
            <a:spLocks noChangeArrowheads="1"/>
          </p:cNvSpPr>
          <p:nvPr/>
        </p:nvSpPr>
        <p:spPr bwMode="gray">
          <a:xfrm>
            <a:off x="5522894" y="780589"/>
            <a:ext cx="6022700" cy="1440097"/>
          </a:xfrm>
          <a:prstGeom prst="rect">
            <a:avLst/>
          </a:prstGeom>
          <a:solidFill>
            <a:schemeClr val="bg1">
              <a:lumMod val="95000"/>
            </a:schemeClr>
          </a:solidFill>
          <a:ln w="19050" algn="ctr">
            <a:noFill/>
            <a:round/>
            <a:headEnd/>
            <a:tailEnd/>
          </a:ln>
          <a:effectLst/>
        </p:spPr>
        <p:txBody>
          <a:bodyPr vert="horz" wrap="square" lIns="144000" tIns="45720" rIns="144000" bIns="108000" numCol="1" anchor="b" anchorCtr="0" compatLnSpc="1">
            <a:prstTxWarp prst="textNoShape">
              <a:avLst/>
            </a:prstTxWarp>
          </a:bodyPr>
          <a:lstStyle/>
          <a:p>
            <a:pPr marL="0" marR="0" lvl="0" indent="0" algn="r" defTabSz="914400" rtl="0" eaLnBrk="1" fontAlgn="auto" latinLnBrk="0" hangingPunct="1">
              <a:lnSpc>
                <a:spcPct val="100000"/>
              </a:lnSpc>
              <a:spcBef>
                <a:spcPts val="600"/>
              </a:spcBef>
              <a:spcAft>
                <a:spcPts val="0"/>
              </a:spcAft>
              <a:buClrTx/>
              <a:buSzTx/>
              <a:buFontTx/>
              <a:buNone/>
              <a:tabLst/>
              <a:defRPr/>
            </a:pPr>
            <a:r>
              <a:rPr kumimoji="0" lang="pt-BR" sz="1600" b="0" i="1" u="none" strike="noStrike" kern="1200" cap="none" spc="0" normalizeH="0" baseline="0" noProof="0">
                <a:ln>
                  <a:noFill/>
                </a:ln>
                <a:solidFill>
                  <a:srgbClr val="071C25"/>
                </a:solidFill>
                <a:effectLst/>
                <a:uLnTx/>
                <a:uFillTx/>
                <a:latin typeface="Arial"/>
                <a:ea typeface="+mn-ea"/>
                <a:cs typeface="+mn-cs"/>
              </a:rPr>
              <a:t>Diretor Executivo</a:t>
            </a:r>
          </a:p>
        </p:txBody>
      </p:sp>
      <p:pic>
        <p:nvPicPr>
          <p:cNvPr id="13" name="Picture 19">
            <a:extLst>
              <a:ext uri="{FF2B5EF4-FFF2-40B4-BE49-F238E27FC236}">
                <a16:creationId xmlns:a16="http://schemas.microsoft.com/office/drawing/2014/main" id="{34701B30-3715-4DBC-9473-428FDBF8B50A}"/>
              </a:ext>
            </a:extLst>
          </p:cNvPr>
          <p:cNvPicPr>
            <a:picLocks noChangeAspect="1" noChangeArrowheads="1"/>
          </p:cNvPicPr>
          <p:nvPr/>
        </p:nvPicPr>
        <p:blipFill>
          <a:blip r:embed="rId7" cstate="email">
            <a:extLst>
              <a:ext uri="{28A0092B-C50C-407E-A947-70E740481C1C}">
                <a14:useLocalDpi xmlns:a14="http://schemas.microsoft.com/office/drawing/2010/main"/>
              </a:ext>
            </a:extLst>
          </a:blip>
          <a:srcRect/>
          <a:stretch>
            <a:fillRect/>
          </a:stretch>
        </p:blipFill>
        <p:spPr bwMode="auto">
          <a:xfrm>
            <a:off x="8329307" y="1826329"/>
            <a:ext cx="314331" cy="263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 name="Picture 20">
            <a:extLst>
              <a:ext uri="{FF2B5EF4-FFF2-40B4-BE49-F238E27FC236}">
                <a16:creationId xmlns:a16="http://schemas.microsoft.com/office/drawing/2014/main" id="{D6A6A5D7-C7A1-4998-8363-4F235FDDBE52}"/>
              </a:ext>
            </a:extLst>
          </p:cNvPr>
          <p:cNvPicPr>
            <a:picLocks noChangeAspect="1" noChangeArrowheads="1"/>
          </p:cNvPicPr>
          <p:nvPr/>
        </p:nvPicPr>
        <p:blipFill>
          <a:blip r:embed="rId8" cstate="email">
            <a:extLst>
              <a:ext uri="{28A0092B-C50C-407E-A947-70E740481C1C}">
                <a14:useLocalDpi xmlns:a14="http://schemas.microsoft.com/office/drawing/2010/main"/>
              </a:ext>
            </a:extLst>
          </a:blip>
          <a:srcRect/>
          <a:stretch>
            <a:fillRect/>
          </a:stretch>
        </p:blipFill>
        <p:spPr bwMode="auto">
          <a:xfrm>
            <a:off x="5700712" y="957679"/>
            <a:ext cx="314331" cy="2654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 name="Picture 3" descr="mao2">
            <a:extLst>
              <a:ext uri="{FF2B5EF4-FFF2-40B4-BE49-F238E27FC236}">
                <a16:creationId xmlns:a16="http://schemas.microsoft.com/office/drawing/2014/main" id="{EB6E8414-7BA4-408A-A10D-616CE1ADD7F0}"/>
              </a:ext>
            </a:extLst>
          </p:cNvPr>
          <p:cNvPicPr>
            <a:picLocks noChangeAspect="1" noChangeArrowheads="1"/>
          </p:cNvPicPr>
          <p:nvPr/>
        </p:nvPicPr>
        <p:blipFill>
          <a:blip r:embed="rId9" cstate="email">
            <a:extLst>
              <a:ext uri="{28A0092B-C50C-407E-A947-70E740481C1C}">
                <a14:useLocalDpi xmlns:a14="http://schemas.microsoft.com/office/drawing/2010/main"/>
              </a:ext>
            </a:extLst>
          </a:blip>
          <a:srcRect/>
          <a:stretch>
            <a:fillRect/>
          </a:stretch>
        </p:blipFill>
        <p:spPr bwMode="auto">
          <a:xfrm>
            <a:off x="11155358" y="1148643"/>
            <a:ext cx="1040841" cy="952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Rectangle 6">
            <a:extLst>
              <a:ext uri="{FF2B5EF4-FFF2-40B4-BE49-F238E27FC236}">
                <a16:creationId xmlns:a16="http://schemas.microsoft.com/office/drawing/2014/main" id="{3EF11C69-7C59-4E82-85D7-B4C0DAA2A50D}"/>
              </a:ext>
            </a:extLst>
          </p:cNvPr>
          <p:cNvSpPr>
            <a:spLocks/>
          </p:cNvSpPr>
          <p:nvPr/>
        </p:nvSpPr>
        <p:spPr>
          <a:xfrm>
            <a:off x="6139543" y="1009322"/>
            <a:ext cx="4934857" cy="984885"/>
          </a:xfrm>
          <a:prstGeom prst="rect">
            <a:avLst/>
          </a:prstGeom>
        </p:spPr>
        <p:txBody>
          <a:bodyPr wrap="square" lIns="0" tIns="0" rIns="0" bIns="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600" b="1" i="0" u="none" strike="noStrike" kern="1200" cap="none" spc="0" normalizeH="0" baseline="0" noProof="0">
                <a:ln>
                  <a:noFill/>
                </a:ln>
                <a:solidFill>
                  <a:srgbClr val="071C25"/>
                </a:solidFill>
                <a:effectLst/>
                <a:uLnTx/>
                <a:uFillTx/>
                <a:latin typeface="Arial"/>
                <a:ea typeface="+mn-ea"/>
                <a:cs typeface="+mn-cs"/>
              </a:rPr>
              <a:t>O que diferencia eles é a interação e a integração com a nossa equipe</a:t>
            </a:r>
            <a:r>
              <a:rPr kumimoji="0" lang="pt-BR" sz="1600" b="0" i="0" u="none" strike="noStrike" kern="1200" cap="none" spc="0" normalizeH="0" baseline="0" noProof="0">
                <a:ln>
                  <a:noFill/>
                </a:ln>
                <a:solidFill>
                  <a:srgbClr val="071C25"/>
                </a:solidFill>
                <a:effectLst/>
                <a:uLnTx/>
                <a:uFillTx/>
                <a:latin typeface="Arial"/>
                <a:ea typeface="+mn-ea"/>
                <a:cs typeface="+mn-cs"/>
              </a:rPr>
              <a:t>. Eles são comprometidos, de fácil acesso, fazem acontecer. Os resultados são práticos e sustentáveis.</a:t>
            </a:r>
          </a:p>
        </p:txBody>
      </p:sp>
      <p:sp>
        <p:nvSpPr>
          <p:cNvPr id="18" name="AutoShape 6">
            <a:extLst>
              <a:ext uri="{FF2B5EF4-FFF2-40B4-BE49-F238E27FC236}">
                <a16:creationId xmlns:a16="http://schemas.microsoft.com/office/drawing/2014/main" id="{DB7BBFE5-BADF-45F9-B632-1C16DC1C629E}"/>
              </a:ext>
            </a:extLst>
          </p:cNvPr>
          <p:cNvSpPr>
            <a:spLocks noChangeArrowheads="1"/>
          </p:cNvSpPr>
          <p:nvPr/>
        </p:nvSpPr>
        <p:spPr bwMode="gray">
          <a:xfrm>
            <a:off x="6458857" y="3846286"/>
            <a:ext cx="5088795" cy="2477249"/>
          </a:xfrm>
          <a:prstGeom prst="rect">
            <a:avLst/>
          </a:prstGeom>
          <a:solidFill>
            <a:schemeClr val="bg1">
              <a:lumMod val="95000"/>
            </a:schemeClr>
          </a:solidFill>
          <a:ln w="19050" algn="ctr">
            <a:noFill/>
            <a:round/>
            <a:headEnd/>
            <a:tailEnd/>
          </a:ln>
          <a:effectLst/>
        </p:spPr>
        <p:txBody>
          <a:bodyPr vert="horz" wrap="square" lIns="144000" tIns="45720" rIns="144000" bIns="108000" numCol="1" anchor="b" anchorCtr="0" compatLnSpc="1">
            <a:prstTxWarp prst="textNoShape">
              <a:avLst/>
            </a:prstTxWarp>
          </a:bodyPr>
          <a:lstStyle/>
          <a:p>
            <a:pPr marL="0" marR="0" lvl="0" indent="0" algn="r" defTabSz="914400" rtl="0" eaLnBrk="1" fontAlgn="auto" latinLnBrk="0" hangingPunct="1">
              <a:lnSpc>
                <a:spcPct val="100000"/>
              </a:lnSpc>
              <a:spcBef>
                <a:spcPts val="1000"/>
              </a:spcBef>
              <a:spcAft>
                <a:spcPts val="0"/>
              </a:spcAft>
              <a:buClrTx/>
              <a:buSzTx/>
              <a:buFontTx/>
              <a:buNone/>
              <a:tabLst/>
              <a:defRPr/>
            </a:pPr>
            <a:r>
              <a:rPr kumimoji="0" lang="pt-BR" sz="1600" b="0" i="1" u="none" strike="noStrike" kern="0" cap="none" spc="0" normalizeH="0" baseline="0" noProof="0">
                <a:ln>
                  <a:noFill/>
                </a:ln>
                <a:solidFill>
                  <a:srgbClr val="071C25"/>
                </a:solidFill>
                <a:effectLst/>
                <a:uLnTx/>
                <a:uFillTx/>
                <a:latin typeface="Arial"/>
                <a:ea typeface="+mn-ea"/>
                <a:cs typeface="+mn-cs"/>
              </a:rPr>
              <a:t>Diretor Industrial, empresa multinacional</a:t>
            </a:r>
          </a:p>
        </p:txBody>
      </p:sp>
      <p:pic>
        <p:nvPicPr>
          <p:cNvPr id="19" name="Picture 19">
            <a:extLst>
              <a:ext uri="{FF2B5EF4-FFF2-40B4-BE49-F238E27FC236}">
                <a16:creationId xmlns:a16="http://schemas.microsoft.com/office/drawing/2014/main" id="{232DDA90-9C1D-4B46-93EE-F3E57F6BC96B}"/>
              </a:ext>
            </a:extLst>
          </p:cNvPr>
          <p:cNvPicPr>
            <a:picLocks noChangeAspect="1" noChangeArrowheads="1"/>
          </p:cNvPicPr>
          <p:nvPr/>
        </p:nvPicPr>
        <p:blipFill>
          <a:blip r:embed="rId7" cstate="email">
            <a:extLst>
              <a:ext uri="{28A0092B-C50C-407E-A947-70E740481C1C}">
                <a14:useLocalDpi xmlns:a14="http://schemas.microsoft.com/office/drawing/2010/main"/>
              </a:ext>
            </a:extLst>
          </a:blip>
          <a:srcRect/>
          <a:stretch>
            <a:fillRect/>
          </a:stretch>
        </p:blipFill>
        <p:spPr bwMode="auto">
          <a:xfrm>
            <a:off x="10854961" y="5621148"/>
            <a:ext cx="314331" cy="263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 name="Picture 20">
            <a:extLst>
              <a:ext uri="{FF2B5EF4-FFF2-40B4-BE49-F238E27FC236}">
                <a16:creationId xmlns:a16="http://schemas.microsoft.com/office/drawing/2014/main" id="{8EC53A66-C0C8-4CBA-9CD9-A2590A008EFF}"/>
              </a:ext>
            </a:extLst>
          </p:cNvPr>
          <p:cNvPicPr>
            <a:picLocks noChangeAspect="1" noChangeArrowheads="1"/>
          </p:cNvPicPr>
          <p:nvPr/>
        </p:nvPicPr>
        <p:blipFill>
          <a:blip r:embed="rId8" cstate="email">
            <a:extLst>
              <a:ext uri="{28A0092B-C50C-407E-A947-70E740481C1C}">
                <a14:useLocalDpi xmlns:a14="http://schemas.microsoft.com/office/drawing/2010/main"/>
              </a:ext>
            </a:extLst>
          </a:blip>
          <a:srcRect/>
          <a:stretch>
            <a:fillRect/>
          </a:stretch>
        </p:blipFill>
        <p:spPr bwMode="auto">
          <a:xfrm>
            <a:off x="6615945" y="3990755"/>
            <a:ext cx="314331" cy="2654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1" name="Picture 3" descr="mao2">
            <a:extLst>
              <a:ext uri="{FF2B5EF4-FFF2-40B4-BE49-F238E27FC236}">
                <a16:creationId xmlns:a16="http://schemas.microsoft.com/office/drawing/2014/main" id="{51638926-3E9D-4A48-BBE9-86E03DDEE684}"/>
              </a:ext>
            </a:extLst>
          </p:cNvPr>
          <p:cNvPicPr>
            <a:picLocks noChangeAspect="1" noChangeArrowheads="1"/>
          </p:cNvPicPr>
          <p:nvPr/>
        </p:nvPicPr>
        <p:blipFill>
          <a:blip r:embed="rId9" cstate="email">
            <a:extLst>
              <a:ext uri="{28A0092B-C50C-407E-A947-70E740481C1C}">
                <a14:useLocalDpi xmlns:a14="http://schemas.microsoft.com/office/drawing/2010/main"/>
              </a:ext>
            </a:extLst>
          </a:blip>
          <a:srcRect/>
          <a:stretch>
            <a:fillRect/>
          </a:stretch>
        </p:blipFill>
        <p:spPr bwMode="auto">
          <a:xfrm>
            <a:off x="11176000" y="4871546"/>
            <a:ext cx="1040841" cy="952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Rectangle 38">
            <a:extLst>
              <a:ext uri="{FF2B5EF4-FFF2-40B4-BE49-F238E27FC236}">
                <a16:creationId xmlns:a16="http://schemas.microsoft.com/office/drawing/2014/main" id="{81DEE8F2-A4F8-453D-8CBF-40146E69527D}"/>
              </a:ext>
            </a:extLst>
          </p:cNvPr>
          <p:cNvSpPr>
            <a:spLocks/>
          </p:cNvSpPr>
          <p:nvPr/>
        </p:nvSpPr>
        <p:spPr>
          <a:xfrm>
            <a:off x="7024915" y="4010706"/>
            <a:ext cx="4005942" cy="1723549"/>
          </a:xfrm>
          <a:prstGeom prst="rect">
            <a:avLst/>
          </a:prstGeom>
        </p:spPr>
        <p:txBody>
          <a:bodyPr wrap="square" lIns="0" tIns="0" rIns="0" bIns="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600" b="1" i="0" u="none" strike="noStrike" kern="0" cap="none" spc="0" normalizeH="0" baseline="0" noProof="0">
                <a:ln>
                  <a:noFill/>
                </a:ln>
                <a:solidFill>
                  <a:srgbClr val="071C25"/>
                </a:solidFill>
                <a:effectLst/>
                <a:uLnTx/>
                <a:uFillTx/>
                <a:latin typeface="Arial"/>
                <a:ea typeface="+mn-ea"/>
                <a:cs typeface="+mn-cs"/>
              </a:rPr>
              <a:t>Os sócios se envolvem pessoalmente,</a:t>
            </a:r>
            <a:r>
              <a:rPr kumimoji="0" lang="pt-BR" sz="1600" b="0" i="0" u="none" strike="noStrike" kern="0" cap="none" spc="0" normalizeH="0" baseline="0" noProof="0">
                <a:ln>
                  <a:noFill/>
                </a:ln>
                <a:solidFill>
                  <a:srgbClr val="071C25"/>
                </a:solidFill>
                <a:effectLst/>
                <a:uLnTx/>
                <a:uFillTx/>
                <a:latin typeface="Arial"/>
                <a:ea typeface="+mn-ea"/>
                <a:cs typeface="+mn-cs"/>
              </a:rPr>
              <a:t> trabalham com nossa equipe de </a:t>
            </a:r>
            <a:r>
              <a:rPr kumimoji="0" lang="pt-BR" sz="1600" b="1" i="0" u="none" strike="noStrike" kern="0" cap="none" spc="0" normalizeH="0" baseline="0" noProof="0">
                <a:ln>
                  <a:noFill/>
                </a:ln>
                <a:solidFill>
                  <a:srgbClr val="071C25"/>
                </a:solidFill>
                <a:effectLst/>
                <a:uLnTx/>
                <a:uFillTx/>
                <a:latin typeface="Arial"/>
                <a:ea typeface="+mn-ea"/>
                <a:cs typeface="+mn-cs"/>
              </a:rPr>
              <a:t>maneira colaborativa.</a:t>
            </a:r>
            <a:r>
              <a:rPr kumimoji="0" lang="pt-BR" sz="1600" b="0" i="0" u="none" strike="noStrike" kern="0" cap="none" spc="0" normalizeH="0" baseline="0" noProof="0">
                <a:ln>
                  <a:noFill/>
                </a:ln>
                <a:solidFill>
                  <a:srgbClr val="071C25"/>
                </a:solidFill>
                <a:effectLst/>
                <a:uLnTx/>
                <a:uFillTx/>
                <a:latin typeface="Arial"/>
                <a:ea typeface="+mn-ea"/>
                <a:cs typeface="+mn-cs"/>
              </a:rPr>
              <a:t> Fiquei positivamente surpreendido com a </a:t>
            </a:r>
            <a:r>
              <a:rPr kumimoji="0" lang="pt-BR" sz="1600" b="1" i="0" u="none" strike="noStrike" kern="0" cap="none" spc="0" normalizeH="0" baseline="0" noProof="0">
                <a:ln>
                  <a:noFill/>
                </a:ln>
                <a:solidFill>
                  <a:srgbClr val="071C25"/>
                </a:solidFill>
                <a:effectLst/>
                <a:uLnTx/>
                <a:uFillTx/>
                <a:latin typeface="Arial"/>
                <a:ea typeface="+mn-ea"/>
                <a:cs typeface="+mn-cs"/>
              </a:rPr>
              <a:t>qualidade da equipe </a:t>
            </a:r>
            <a:r>
              <a:rPr kumimoji="0" lang="pt-BR" sz="1600" b="0" i="0" u="none" strike="noStrike" kern="0" cap="none" spc="0" normalizeH="0" baseline="0" noProof="0">
                <a:ln>
                  <a:noFill/>
                </a:ln>
                <a:solidFill>
                  <a:srgbClr val="071C25"/>
                </a:solidFill>
                <a:effectLst/>
                <a:uLnTx/>
                <a:uFillTx/>
                <a:latin typeface="Arial"/>
                <a:ea typeface="+mn-ea"/>
                <a:cs typeface="+mn-cs"/>
              </a:rPr>
              <a:t>– eles são jovens, mas eles entendem bem o que pedimos e entregaram </a:t>
            </a:r>
            <a:r>
              <a:rPr kumimoji="0" lang="pt-BR" sz="1600" b="1" i="0" u="none" strike="noStrike" kern="0" cap="none" spc="0" normalizeH="0" baseline="0" noProof="0">
                <a:ln>
                  <a:noFill/>
                </a:ln>
                <a:solidFill>
                  <a:srgbClr val="071C25"/>
                </a:solidFill>
                <a:effectLst/>
                <a:uLnTx/>
                <a:uFillTx/>
                <a:latin typeface="Arial"/>
                <a:ea typeface="+mn-ea"/>
                <a:cs typeface="+mn-cs"/>
              </a:rPr>
              <a:t>produtos finais rapidamente e de excelente qualidade</a:t>
            </a:r>
            <a:r>
              <a:rPr kumimoji="0" lang="pt-BR" sz="1600" b="0" i="0" u="none" strike="noStrike" kern="0" cap="none" spc="0" normalizeH="0" baseline="0" noProof="0">
                <a:ln>
                  <a:noFill/>
                </a:ln>
                <a:solidFill>
                  <a:srgbClr val="071C25"/>
                </a:solidFill>
                <a:effectLst/>
                <a:uLnTx/>
                <a:uFillTx/>
                <a:latin typeface="Arial"/>
                <a:ea typeface="+mn-ea"/>
                <a:cs typeface="+mn-cs"/>
              </a:rPr>
              <a:t>.</a:t>
            </a:r>
            <a:endParaRPr kumimoji="0" lang="pt-BR" sz="1600" b="0" i="0" u="none" strike="noStrike" kern="1200" cap="none" spc="0" normalizeH="0" baseline="0" noProof="0">
              <a:ln>
                <a:noFill/>
              </a:ln>
              <a:solidFill>
                <a:srgbClr val="071C25"/>
              </a:solidFill>
              <a:effectLst/>
              <a:uLnTx/>
              <a:uFillTx/>
              <a:latin typeface="Arial"/>
              <a:ea typeface="+mn-ea"/>
              <a:cs typeface="+mn-cs"/>
            </a:endParaRPr>
          </a:p>
        </p:txBody>
      </p:sp>
      <p:sp>
        <p:nvSpPr>
          <p:cNvPr id="6" name="AutoShape 6">
            <a:extLst>
              <a:ext uri="{FF2B5EF4-FFF2-40B4-BE49-F238E27FC236}">
                <a16:creationId xmlns:a16="http://schemas.microsoft.com/office/drawing/2014/main" id="{135767A0-DD44-445D-99D2-E921C91AA754}"/>
              </a:ext>
            </a:extLst>
          </p:cNvPr>
          <p:cNvSpPr>
            <a:spLocks noChangeArrowheads="1"/>
          </p:cNvSpPr>
          <p:nvPr/>
        </p:nvSpPr>
        <p:spPr bwMode="gray">
          <a:xfrm>
            <a:off x="656546" y="896680"/>
            <a:ext cx="4481511" cy="3182724"/>
          </a:xfrm>
          <a:prstGeom prst="rect">
            <a:avLst/>
          </a:prstGeom>
          <a:solidFill>
            <a:schemeClr val="bg1">
              <a:lumMod val="95000"/>
            </a:schemeClr>
          </a:solidFill>
          <a:ln w="19050" algn="ctr">
            <a:noFill/>
            <a:round/>
            <a:headEnd/>
            <a:tailEnd/>
          </a:ln>
          <a:effectLst/>
        </p:spPr>
        <p:txBody>
          <a:bodyPr vert="horz" wrap="square" lIns="144000" tIns="45720" rIns="144000" bIns="108000" numCol="1" anchor="b" anchorCtr="0" compatLnSpc="1">
            <a:prstTxWarp prst="textNoShape">
              <a:avLst/>
            </a:prstTxWarp>
          </a:bodyPr>
          <a:lstStyle/>
          <a:p>
            <a:pPr marL="0" marR="0" lvl="0" indent="0" algn="r" defTabSz="914400" rtl="0" eaLnBrk="1" fontAlgn="auto" latinLnBrk="0" hangingPunct="1">
              <a:lnSpc>
                <a:spcPct val="100000"/>
              </a:lnSpc>
              <a:spcBef>
                <a:spcPts val="1000"/>
              </a:spcBef>
              <a:spcAft>
                <a:spcPts val="0"/>
              </a:spcAft>
              <a:buClrTx/>
              <a:buSzTx/>
              <a:buFontTx/>
              <a:buNone/>
              <a:tabLst/>
              <a:defRPr/>
            </a:pPr>
            <a:r>
              <a:rPr kumimoji="0" lang="pt-BR" sz="1600" b="0" i="1" u="none" strike="noStrike" kern="1200" cap="none" spc="0" normalizeH="0" baseline="0" noProof="0">
                <a:ln>
                  <a:noFill/>
                </a:ln>
                <a:solidFill>
                  <a:srgbClr val="071C25"/>
                </a:solidFill>
                <a:effectLst/>
                <a:uLnTx/>
                <a:uFillTx/>
                <a:latin typeface="Arial"/>
                <a:ea typeface="+mn-ea"/>
                <a:cs typeface="Arial" charset="0"/>
              </a:rPr>
              <a:t>CEO</a:t>
            </a:r>
          </a:p>
        </p:txBody>
      </p:sp>
      <p:pic>
        <p:nvPicPr>
          <p:cNvPr id="7" name="Picture 3" descr="mao2">
            <a:extLst>
              <a:ext uri="{FF2B5EF4-FFF2-40B4-BE49-F238E27FC236}">
                <a16:creationId xmlns:a16="http://schemas.microsoft.com/office/drawing/2014/main" id="{6CB94B7B-1B3F-4978-BE50-F53FC2D5C681}"/>
              </a:ext>
            </a:extLst>
          </p:cNvPr>
          <p:cNvPicPr>
            <a:picLocks noChangeAspect="1" noChangeArrowheads="1"/>
          </p:cNvPicPr>
          <p:nvPr/>
        </p:nvPicPr>
        <p:blipFill>
          <a:blip r:embed="rId10" cstate="email">
            <a:extLst>
              <a:ext uri="{28A0092B-C50C-407E-A947-70E740481C1C}">
                <a14:useLocalDpi xmlns:a14="http://schemas.microsoft.com/office/drawing/2010/main"/>
              </a:ext>
            </a:extLst>
          </a:blip>
          <a:srcRect/>
          <a:stretch>
            <a:fillRect/>
          </a:stretch>
        </p:blipFill>
        <p:spPr bwMode="auto">
          <a:xfrm flipH="1">
            <a:off x="991" y="1724793"/>
            <a:ext cx="1040400" cy="964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19">
            <a:extLst>
              <a:ext uri="{FF2B5EF4-FFF2-40B4-BE49-F238E27FC236}">
                <a16:creationId xmlns:a16="http://schemas.microsoft.com/office/drawing/2014/main" id="{1D009CD2-8EA6-4BFC-9FA4-5770B6FEA29E}"/>
              </a:ext>
            </a:extLst>
          </p:cNvPr>
          <p:cNvPicPr>
            <a:picLocks noChangeAspect="1" noChangeArrowheads="1"/>
          </p:cNvPicPr>
          <p:nvPr/>
        </p:nvPicPr>
        <p:blipFill>
          <a:blip r:embed="rId11" cstate="email">
            <a:extLst>
              <a:ext uri="{28A0092B-C50C-407E-A947-70E740481C1C}">
                <a14:useLocalDpi xmlns:a14="http://schemas.microsoft.com/office/drawing/2010/main"/>
              </a:ext>
            </a:extLst>
          </a:blip>
          <a:srcRect/>
          <a:stretch>
            <a:fillRect/>
          </a:stretch>
        </p:blipFill>
        <p:spPr bwMode="auto">
          <a:xfrm>
            <a:off x="4556238" y="3323980"/>
            <a:ext cx="328027" cy="2745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20">
            <a:extLst>
              <a:ext uri="{FF2B5EF4-FFF2-40B4-BE49-F238E27FC236}">
                <a16:creationId xmlns:a16="http://schemas.microsoft.com/office/drawing/2014/main" id="{50EB88AD-58C3-41D2-83E3-FC2BD2DDE52D}"/>
              </a:ext>
            </a:extLst>
          </p:cNvPr>
          <p:cNvPicPr>
            <a:picLocks noChangeAspect="1" noChangeArrowheads="1"/>
          </p:cNvPicPr>
          <p:nvPr/>
        </p:nvPicPr>
        <p:blipFill>
          <a:blip r:embed="rId12" cstate="email">
            <a:extLst>
              <a:ext uri="{28A0092B-C50C-407E-A947-70E740481C1C}">
                <a14:useLocalDpi xmlns:a14="http://schemas.microsoft.com/office/drawing/2010/main"/>
              </a:ext>
            </a:extLst>
          </a:blip>
          <a:srcRect/>
          <a:stretch>
            <a:fillRect/>
          </a:stretch>
        </p:blipFill>
        <p:spPr bwMode="auto">
          <a:xfrm>
            <a:off x="834105" y="1029191"/>
            <a:ext cx="328027" cy="27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Rectangle 4">
            <a:extLst>
              <a:ext uri="{FF2B5EF4-FFF2-40B4-BE49-F238E27FC236}">
                <a16:creationId xmlns:a16="http://schemas.microsoft.com/office/drawing/2014/main" id="{0D4AE7C3-B177-473F-9AFC-92BEE8796F24}"/>
              </a:ext>
            </a:extLst>
          </p:cNvPr>
          <p:cNvSpPr>
            <a:spLocks/>
          </p:cNvSpPr>
          <p:nvPr/>
        </p:nvSpPr>
        <p:spPr>
          <a:xfrm>
            <a:off x="1248230" y="1068251"/>
            <a:ext cx="3628570" cy="2462213"/>
          </a:xfrm>
          <a:prstGeom prst="rect">
            <a:avLst/>
          </a:prstGeom>
        </p:spPr>
        <p:txBody>
          <a:bodyPr wrap="square" lIns="0" tIns="0" rIns="0" bIns="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600" b="0" i="0" u="none" strike="noStrike" kern="1200" cap="none" spc="0" normalizeH="0" baseline="0" noProof="0">
                <a:ln>
                  <a:noFill/>
                </a:ln>
                <a:solidFill>
                  <a:srgbClr val="071C25"/>
                </a:solidFill>
                <a:effectLst/>
                <a:uLnTx/>
                <a:uFillTx/>
                <a:latin typeface="Arial"/>
                <a:ea typeface="+mn-ea"/>
                <a:cs typeface="Arial" charset="0"/>
              </a:rPr>
              <a:t>A </a:t>
            </a:r>
            <a:r>
              <a:rPr kumimoji="0" lang="pt-BR" sz="1600" b="0" i="0" u="none" strike="noStrike" kern="1200" cap="none" spc="0" normalizeH="0" baseline="0" noProof="0" err="1">
                <a:ln>
                  <a:noFill/>
                </a:ln>
                <a:solidFill>
                  <a:srgbClr val="071C25"/>
                </a:solidFill>
                <a:effectLst/>
                <a:uLnTx/>
                <a:uFillTx/>
                <a:latin typeface="Arial"/>
                <a:ea typeface="+mn-ea"/>
                <a:cs typeface="Arial" charset="0"/>
              </a:rPr>
              <a:t>Mirow</a:t>
            </a:r>
            <a:r>
              <a:rPr kumimoji="0" lang="pt-BR" sz="1600" b="0" i="0" u="none" strike="noStrike" kern="1200" cap="none" spc="0" normalizeH="0" baseline="0" noProof="0">
                <a:ln>
                  <a:noFill/>
                </a:ln>
                <a:solidFill>
                  <a:srgbClr val="071C25"/>
                </a:solidFill>
                <a:effectLst/>
                <a:uLnTx/>
                <a:uFillTx/>
                <a:latin typeface="Arial"/>
                <a:ea typeface="+mn-ea"/>
                <a:cs typeface="Arial" charset="0"/>
              </a:rPr>
              <a:t> realiza um trabalho de </a:t>
            </a:r>
            <a:r>
              <a:rPr kumimoji="0" lang="pt-BR" sz="1600" b="1" i="0" u="none" strike="noStrike" kern="1200" cap="none" spc="0" normalizeH="0" baseline="0" noProof="0">
                <a:ln>
                  <a:noFill/>
                </a:ln>
                <a:solidFill>
                  <a:srgbClr val="071C25"/>
                </a:solidFill>
                <a:effectLst/>
                <a:uLnTx/>
                <a:uFillTx/>
                <a:latin typeface="Arial"/>
                <a:ea typeface="+mn-ea"/>
                <a:cs typeface="Arial" charset="0"/>
              </a:rPr>
              <a:t>alta qualidade (padrão </a:t>
            </a:r>
            <a:r>
              <a:rPr kumimoji="0" lang="pt-BR" sz="1600" b="1" i="0" u="none" strike="noStrike" kern="1200" cap="none" spc="0" normalizeH="0" baseline="0" noProof="0" err="1">
                <a:ln>
                  <a:noFill/>
                </a:ln>
                <a:solidFill>
                  <a:srgbClr val="071C25"/>
                </a:solidFill>
                <a:effectLst/>
                <a:uLnTx/>
                <a:uFillTx/>
                <a:latin typeface="Arial"/>
                <a:ea typeface="+mn-ea"/>
                <a:cs typeface="Arial" charset="0"/>
              </a:rPr>
              <a:t>McKinsey</a:t>
            </a:r>
            <a:r>
              <a:rPr kumimoji="0" lang="pt-BR" sz="1600" b="1" i="0" u="none" strike="noStrike" kern="1200" cap="none" spc="0" normalizeH="0" baseline="0" noProof="0">
                <a:ln>
                  <a:noFill/>
                </a:ln>
                <a:solidFill>
                  <a:srgbClr val="071C25"/>
                </a:solidFill>
                <a:effectLst/>
                <a:uLnTx/>
                <a:uFillTx/>
                <a:latin typeface="Arial"/>
                <a:ea typeface="+mn-ea"/>
                <a:cs typeface="Arial" charset="0"/>
              </a:rPr>
              <a:t>). Excelente equipe, </a:t>
            </a:r>
            <a:r>
              <a:rPr kumimoji="0" lang="pt-BR" sz="1600" b="0" i="0" u="none" strike="noStrike" kern="1200" cap="none" spc="0" normalizeH="0" baseline="0" noProof="0">
                <a:ln>
                  <a:noFill/>
                </a:ln>
                <a:solidFill>
                  <a:srgbClr val="071C25"/>
                </a:solidFill>
                <a:effectLst/>
                <a:uLnTx/>
                <a:uFillTx/>
                <a:latin typeface="Arial"/>
                <a:ea typeface="+mn-ea"/>
                <a:cs typeface="Arial" charset="0"/>
              </a:rPr>
              <a:t>com </a:t>
            </a:r>
            <a:r>
              <a:rPr kumimoji="0" lang="pt-BR" sz="1600" b="1" i="0" u="none" strike="noStrike" kern="1200" cap="none" spc="0" normalizeH="0" baseline="0" noProof="0">
                <a:ln>
                  <a:noFill/>
                </a:ln>
                <a:solidFill>
                  <a:srgbClr val="071C25"/>
                </a:solidFill>
                <a:effectLst/>
                <a:uLnTx/>
                <a:uFillTx/>
                <a:latin typeface="Arial"/>
                <a:ea typeface="+mn-ea"/>
                <a:cs typeface="Arial" charset="0"/>
              </a:rPr>
              <a:t>total empenho </a:t>
            </a:r>
            <a:r>
              <a:rPr kumimoji="0" lang="pt-BR" sz="1600" b="0" i="0" u="none" strike="noStrike" kern="1200" cap="none" spc="0" normalizeH="0" baseline="0" noProof="0">
                <a:ln>
                  <a:noFill/>
                </a:ln>
                <a:solidFill>
                  <a:srgbClr val="071C25"/>
                </a:solidFill>
                <a:effectLst/>
                <a:uLnTx/>
                <a:uFillTx/>
                <a:latin typeface="Arial"/>
                <a:ea typeface="+mn-ea"/>
                <a:cs typeface="Arial" charset="0"/>
              </a:rPr>
              <a:t>e </a:t>
            </a:r>
            <a:r>
              <a:rPr kumimoji="0" lang="pt-BR" sz="1600" b="1" i="0" u="none" strike="noStrike" kern="1200" cap="none" spc="0" normalizeH="0" baseline="0" noProof="0">
                <a:ln>
                  <a:noFill/>
                </a:ln>
                <a:solidFill>
                  <a:srgbClr val="071C25"/>
                </a:solidFill>
                <a:effectLst/>
                <a:uLnTx/>
                <a:uFillTx/>
                <a:latin typeface="Arial"/>
                <a:ea typeface="+mn-ea"/>
                <a:cs typeface="Arial" charset="0"/>
              </a:rPr>
              <a:t>profundidade analítica. </a:t>
            </a:r>
            <a:r>
              <a:rPr kumimoji="0" lang="pt-BR" sz="1600" b="0" i="0" u="none" strike="noStrike" kern="1200" cap="none" spc="0" normalizeH="0" baseline="0" noProof="0">
                <a:ln>
                  <a:noFill/>
                </a:ln>
                <a:solidFill>
                  <a:srgbClr val="071C25"/>
                </a:solidFill>
                <a:effectLst/>
                <a:uLnTx/>
                <a:uFillTx/>
                <a:latin typeface="Arial"/>
                <a:ea typeface="+mn-ea"/>
                <a:cs typeface="Arial" charset="0"/>
              </a:rPr>
              <a:t>O que realmente os diferencia é a sua </a:t>
            </a:r>
            <a:r>
              <a:rPr kumimoji="0" lang="pt-BR" sz="1600" b="1" i="0" u="none" strike="noStrike" kern="1200" cap="none" spc="0" normalizeH="0" baseline="0" noProof="0">
                <a:ln>
                  <a:noFill/>
                </a:ln>
                <a:solidFill>
                  <a:srgbClr val="071C25"/>
                </a:solidFill>
                <a:effectLst/>
                <a:uLnTx/>
                <a:uFillTx/>
                <a:latin typeface="Arial"/>
                <a:ea typeface="+mn-ea"/>
                <a:cs typeface="Arial" charset="0"/>
              </a:rPr>
              <a:t>flexibilidade e disponibilidade – </a:t>
            </a:r>
            <a:r>
              <a:rPr kumimoji="0" lang="pt-BR" sz="1600" b="0" i="0" u="none" strike="noStrike" kern="1200" cap="none" spc="0" normalizeH="0" baseline="0" noProof="0">
                <a:ln>
                  <a:noFill/>
                </a:ln>
                <a:solidFill>
                  <a:srgbClr val="071C25"/>
                </a:solidFill>
                <a:effectLst/>
                <a:uLnTx/>
                <a:uFillTx/>
                <a:latin typeface="Arial"/>
                <a:ea typeface="+mn-ea"/>
                <a:cs typeface="Arial" charset="0"/>
              </a:rPr>
              <a:t>[...] quando eu fazia questionamentos ou precisava redirecionar o trabalho, eles não precisavam retornar para rediscutir os pontos.</a:t>
            </a:r>
            <a:endParaRPr kumimoji="0" lang="pt-BR" sz="1600" b="0" i="0" u="none" strike="noStrike" kern="1200" cap="none" spc="0" normalizeH="0" baseline="0" noProof="0">
              <a:ln>
                <a:noFill/>
              </a:ln>
              <a:solidFill>
                <a:srgbClr val="071C25"/>
              </a:solidFill>
              <a:effectLst/>
              <a:uLnTx/>
              <a:uFillTx/>
              <a:latin typeface="Arial"/>
              <a:ea typeface="+mn-ea"/>
              <a:cs typeface="+mn-cs"/>
            </a:endParaRPr>
          </a:p>
        </p:txBody>
      </p:sp>
      <p:sp>
        <p:nvSpPr>
          <p:cNvPr id="24" name="AutoShape 6">
            <a:extLst>
              <a:ext uri="{FF2B5EF4-FFF2-40B4-BE49-F238E27FC236}">
                <a16:creationId xmlns:a16="http://schemas.microsoft.com/office/drawing/2014/main" id="{FF54AB61-E470-4852-8D10-D05FB520D05B}"/>
              </a:ext>
            </a:extLst>
          </p:cNvPr>
          <p:cNvSpPr>
            <a:spLocks noChangeArrowheads="1"/>
          </p:cNvSpPr>
          <p:nvPr/>
        </p:nvSpPr>
        <p:spPr bwMode="gray">
          <a:xfrm>
            <a:off x="656546" y="4206108"/>
            <a:ext cx="5089525" cy="2117428"/>
          </a:xfrm>
          <a:prstGeom prst="rect">
            <a:avLst/>
          </a:prstGeom>
          <a:solidFill>
            <a:schemeClr val="bg1">
              <a:lumMod val="95000"/>
            </a:schemeClr>
          </a:solidFill>
          <a:ln w="19050" algn="ctr">
            <a:noFill/>
            <a:round/>
            <a:headEnd/>
            <a:tailEnd/>
          </a:ln>
          <a:effectLst/>
        </p:spPr>
        <p:txBody>
          <a:bodyPr vert="horz" wrap="square" lIns="144000" tIns="45720" rIns="144000" bIns="108000" numCol="1" anchor="b" anchorCtr="0" compatLnSpc="1">
            <a:prstTxWarp prst="textNoShape">
              <a:avLst/>
            </a:prstTxWarp>
          </a:bodyPr>
          <a:lstStyle/>
          <a:p>
            <a:pPr marL="0" marR="0" lvl="0" indent="0" algn="r" defTabSz="914400" rtl="0" eaLnBrk="1" fontAlgn="auto" latinLnBrk="0" hangingPunct="1">
              <a:lnSpc>
                <a:spcPct val="100000"/>
              </a:lnSpc>
              <a:spcBef>
                <a:spcPts val="600"/>
              </a:spcBef>
              <a:spcAft>
                <a:spcPts val="0"/>
              </a:spcAft>
              <a:buClrTx/>
              <a:buSzTx/>
              <a:buFontTx/>
              <a:buNone/>
              <a:tabLst/>
              <a:defRPr/>
            </a:pPr>
            <a:r>
              <a:rPr kumimoji="0" lang="pt-BR" sz="1600" b="0" i="1" u="none" strike="noStrike" kern="1200" cap="none" spc="0" normalizeH="0" baseline="0" noProof="0">
                <a:ln>
                  <a:noFill/>
                </a:ln>
                <a:solidFill>
                  <a:srgbClr val="071C25"/>
                </a:solidFill>
                <a:effectLst/>
                <a:uLnTx/>
                <a:uFillTx/>
                <a:latin typeface="Arial"/>
                <a:ea typeface="+mn-ea"/>
                <a:cs typeface="+mn-cs"/>
              </a:rPr>
              <a:t>Gerente Executivo de Marketing</a:t>
            </a:r>
          </a:p>
        </p:txBody>
      </p:sp>
      <p:pic>
        <p:nvPicPr>
          <p:cNvPr id="25" name="Picture 3" descr="mao2">
            <a:extLst>
              <a:ext uri="{FF2B5EF4-FFF2-40B4-BE49-F238E27FC236}">
                <a16:creationId xmlns:a16="http://schemas.microsoft.com/office/drawing/2014/main" id="{0919FB74-B86A-42EE-8A0E-FFD7A7B87ED1}"/>
              </a:ext>
            </a:extLst>
          </p:cNvPr>
          <p:cNvPicPr>
            <a:picLocks noChangeAspect="1" noChangeArrowheads="1"/>
          </p:cNvPicPr>
          <p:nvPr/>
        </p:nvPicPr>
        <p:blipFill>
          <a:blip r:embed="rId10" cstate="email">
            <a:extLst>
              <a:ext uri="{28A0092B-C50C-407E-A947-70E740481C1C}">
                <a14:useLocalDpi xmlns:a14="http://schemas.microsoft.com/office/drawing/2010/main"/>
              </a:ext>
            </a:extLst>
          </a:blip>
          <a:srcRect/>
          <a:stretch>
            <a:fillRect/>
          </a:stretch>
        </p:blipFill>
        <p:spPr bwMode="auto">
          <a:xfrm flipH="1">
            <a:off x="991" y="4711697"/>
            <a:ext cx="1040400" cy="964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 name="Picture 19">
            <a:extLst>
              <a:ext uri="{FF2B5EF4-FFF2-40B4-BE49-F238E27FC236}">
                <a16:creationId xmlns:a16="http://schemas.microsoft.com/office/drawing/2014/main" id="{43FC1BB0-5328-4AF4-A464-58D7A32372A8}"/>
              </a:ext>
            </a:extLst>
          </p:cNvPr>
          <p:cNvPicPr>
            <a:picLocks noChangeAspect="1" noChangeArrowheads="1"/>
          </p:cNvPicPr>
          <p:nvPr/>
        </p:nvPicPr>
        <p:blipFill>
          <a:blip r:embed="rId11" cstate="email">
            <a:extLst>
              <a:ext uri="{28A0092B-C50C-407E-A947-70E740481C1C}">
                <a14:useLocalDpi xmlns:a14="http://schemas.microsoft.com/office/drawing/2010/main"/>
              </a:ext>
            </a:extLst>
          </a:blip>
          <a:srcRect/>
          <a:stretch>
            <a:fillRect/>
          </a:stretch>
        </p:blipFill>
        <p:spPr bwMode="auto">
          <a:xfrm>
            <a:off x="4280467" y="5384544"/>
            <a:ext cx="328027" cy="2745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7" name="Picture 20">
            <a:extLst>
              <a:ext uri="{FF2B5EF4-FFF2-40B4-BE49-F238E27FC236}">
                <a16:creationId xmlns:a16="http://schemas.microsoft.com/office/drawing/2014/main" id="{81972098-ACB7-4973-8FA7-268C87C825F8}"/>
              </a:ext>
            </a:extLst>
          </p:cNvPr>
          <p:cNvPicPr>
            <a:picLocks noChangeAspect="1" noChangeArrowheads="1"/>
          </p:cNvPicPr>
          <p:nvPr/>
        </p:nvPicPr>
        <p:blipFill>
          <a:blip r:embed="rId12" cstate="email">
            <a:extLst>
              <a:ext uri="{28A0092B-C50C-407E-A947-70E740481C1C}">
                <a14:useLocalDpi xmlns:a14="http://schemas.microsoft.com/office/drawing/2010/main"/>
              </a:ext>
            </a:extLst>
          </a:blip>
          <a:srcRect/>
          <a:stretch>
            <a:fillRect/>
          </a:stretch>
        </p:blipFill>
        <p:spPr bwMode="auto">
          <a:xfrm>
            <a:off x="807748" y="4561425"/>
            <a:ext cx="328027" cy="27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8" name="Rectangle 45">
            <a:extLst>
              <a:ext uri="{FF2B5EF4-FFF2-40B4-BE49-F238E27FC236}">
                <a16:creationId xmlns:a16="http://schemas.microsoft.com/office/drawing/2014/main" id="{03ACB141-8F9F-4405-9BD1-5A688FA8C696}"/>
              </a:ext>
            </a:extLst>
          </p:cNvPr>
          <p:cNvSpPr>
            <a:spLocks/>
          </p:cNvSpPr>
          <p:nvPr/>
        </p:nvSpPr>
        <p:spPr>
          <a:xfrm>
            <a:off x="1219200" y="4561425"/>
            <a:ext cx="4078513" cy="984885"/>
          </a:xfrm>
          <a:prstGeom prst="rect">
            <a:avLst/>
          </a:prstGeom>
        </p:spPr>
        <p:txBody>
          <a:bodyPr wrap="square" lIns="0" tIns="0" rIns="0" bIns="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600" b="0" i="0" u="none" strike="noStrike" kern="1200" cap="none" spc="0" normalizeH="0" baseline="0" noProof="0">
                <a:ln>
                  <a:noFill/>
                </a:ln>
                <a:solidFill>
                  <a:srgbClr val="071C25"/>
                </a:solidFill>
                <a:effectLst/>
                <a:uLnTx/>
                <a:uFillTx/>
                <a:latin typeface="Arial"/>
                <a:ea typeface="+mn-ea"/>
                <a:cs typeface="+mn-cs"/>
              </a:rPr>
              <a:t>Confio no </a:t>
            </a:r>
            <a:r>
              <a:rPr kumimoji="0" lang="pt-BR" sz="1600" b="1" i="0" u="none" strike="noStrike" kern="1200" cap="none" spc="0" normalizeH="0" baseline="0" noProof="0">
                <a:ln>
                  <a:noFill/>
                </a:ln>
                <a:solidFill>
                  <a:srgbClr val="071C25"/>
                </a:solidFill>
                <a:effectLst/>
                <a:uLnTx/>
                <a:uFillTx/>
                <a:latin typeface="Arial"/>
                <a:ea typeface="+mn-ea"/>
                <a:cs typeface="+mn-cs"/>
              </a:rPr>
              <a:t>conhecimento</a:t>
            </a:r>
            <a:r>
              <a:rPr kumimoji="0" lang="pt-BR" sz="1600" b="0" i="0" u="none" strike="noStrike" kern="1200" cap="none" spc="0" normalizeH="0" baseline="0" noProof="0">
                <a:ln>
                  <a:noFill/>
                </a:ln>
                <a:solidFill>
                  <a:srgbClr val="071C25"/>
                </a:solidFill>
                <a:effectLst/>
                <a:uLnTx/>
                <a:uFillTx/>
                <a:latin typeface="Arial"/>
                <a:ea typeface="+mn-ea"/>
                <a:cs typeface="+mn-cs"/>
              </a:rPr>
              <a:t> deles. Não sei se como herança do padrão </a:t>
            </a:r>
            <a:r>
              <a:rPr kumimoji="0" lang="pt-BR" sz="1600" b="0" i="0" u="none" strike="noStrike" kern="1200" cap="none" spc="0" normalizeH="0" baseline="0" noProof="0" err="1">
                <a:ln>
                  <a:noFill/>
                </a:ln>
                <a:solidFill>
                  <a:srgbClr val="071C25"/>
                </a:solidFill>
                <a:effectLst/>
                <a:uLnTx/>
                <a:uFillTx/>
                <a:latin typeface="Arial"/>
                <a:ea typeface="+mn-ea"/>
                <a:cs typeface="+mn-cs"/>
              </a:rPr>
              <a:t>McKinsey</a:t>
            </a:r>
            <a:r>
              <a:rPr kumimoji="0" lang="pt-BR" sz="1600" b="0" i="0" u="none" strike="noStrike" kern="1200" cap="none" spc="0" normalizeH="0" baseline="0" noProof="0">
                <a:ln>
                  <a:noFill/>
                </a:ln>
                <a:solidFill>
                  <a:srgbClr val="071C25"/>
                </a:solidFill>
                <a:effectLst/>
                <a:uLnTx/>
                <a:uFillTx/>
                <a:latin typeface="Arial"/>
                <a:ea typeface="+mn-ea"/>
                <a:cs typeface="+mn-cs"/>
              </a:rPr>
              <a:t>, mas sua combinação de credibilidade</a:t>
            </a:r>
            <a:r>
              <a:rPr kumimoji="0" lang="pt-BR" sz="1600" b="1" i="0" u="none" strike="noStrike" kern="1200" cap="none" spc="0" normalizeH="0" baseline="0" noProof="0">
                <a:ln>
                  <a:noFill/>
                </a:ln>
                <a:solidFill>
                  <a:srgbClr val="071C25"/>
                </a:solidFill>
                <a:effectLst/>
                <a:uLnTx/>
                <a:uFillTx/>
                <a:latin typeface="Arial"/>
                <a:ea typeface="+mn-ea"/>
                <a:cs typeface="+mn-cs"/>
              </a:rPr>
              <a:t>, profundidade e postura me faz confiar neles</a:t>
            </a:r>
            <a:r>
              <a:rPr kumimoji="0" lang="pt-BR" sz="1600" b="0" i="0" u="none" strike="noStrike" kern="1200" cap="none" spc="0" normalizeH="0" baseline="0" noProof="0">
                <a:ln>
                  <a:noFill/>
                </a:ln>
                <a:solidFill>
                  <a:srgbClr val="071C25"/>
                </a:solidFill>
                <a:effectLst/>
                <a:uLnTx/>
                <a:uFillTx/>
                <a:latin typeface="Arial"/>
                <a:ea typeface="+mn-ea"/>
                <a:cs typeface="+mn-cs"/>
              </a:rPr>
              <a:t>.</a:t>
            </a:r>
          </a:p>
        </p:txBody>
      </p:sp>
      <p:sp>
        <p:nvSpPr>
          <p:cNvPr id="30" name="AutoShape 6">
            <a:extLst>
              <a:ext uri="{FF2B5EF4-FFF2-40B4-BE49-F238E27FC236}">
                <a16:creationId xmlns:a16="http://schemas.microsoft.com/office/drawing/2014/main" id="{0F8AC380-B2AD-40E1-8A35-3C6E6BEB7F8D}"/>
              </a:ext>
            </a:extLst>
          </p:cNvPr>
          <p:cNvSpPr>
            <a:spLocks noChangeArrowheads="1"/>
          </p:cNvSpPr>
          <p:nvPr/>
        </p:nvSpPr>
        <p:spPr bwMode="gray">
          <a:xfrm>
            <a:off x="5863771" y="2513324"/>
            <a:ext cx="5681823" cy="1173306"/>
          </a:xfrm>
          <a:prstGeom prst="rect">
            <a:avLst/>
          </a:prstGeom>
          <a:solidFill>
            <a:schemeClr val="bg1">
              <a:lumMod val="95000"/>
            </a:schemeClr>
          </a:solidFill>
          <a:ln w="19050" algn="ctr">
            <a:noFill/>
            <a:round/>
            <a:headEnd/>
            <a:tailEnd/>
          </a:ln>
          <a:effectLst/>
        </p:spPr>
        <p:txBody>
          <a:bodyPr vert="horz" wrap="square" lIns="144000" tIns="45720" rIns="144000" bIns="108000" numCol="1" anchor="b" anchorCtr="0" compatLnSpc="1">
            <a:prstTxWarp prst="textNoShape">
              <a:avLst/>
            </a:prstTxWarp>
          </a:bodyPr>
          <a:lstStyle/>
          <a:p>
            <a:pPr marL="0" marR="0" lvl="0" indent="0" algn="r" defTabSz="914400" rtl="0" eaLnBrk="1" fontAlgn="auto" latinLnBrk="0" hangingPunct="1">
              <a:lnSpc>
                <a:spcPct val="100000"/>
              </a:lnSpc>
              <a:spcBef>
                <a:spcPts val="600"/>
              </a:spcBef>
              <a:spcAft>
                <a:spcPts val="0"/>
              </a:spcAft>
              <a:buClrTx/>
              <a:buSzTx/>
              <a:buFontTx/>
              <a:buNone/>
              <a:tabLst/>
              <a:defRPr/>
            </a:pPr>
            <a:r>
              <a:rPr kumimoji="0" lang="pt-BR" sz="1600" b="0" i="1" u="none" strike="noStrike" kern="1200" cap="none" spc="0" normalizeH="0" baseline="0" noProof="0">
                <a:ln>
                  <a:noFill/>
                </a:ln>
                <a:solidFill>
                  <a:srgbClr val="071C25"/>
                </a:solidFill>
                <a:effectLst/>
                <a:uLnTx/>
                <a:uFillTx/>
                <a:latin typeface="Arial"/>
                <a:ea typeface="+mn-ea"/>
                <a:cs typeface="+mn-cs"/>
              </a:rPr>
              <a:t>Diretor de novos negócios</a:t>
            </a:r>
          </a:p>
        </p:txBody>
      </p:sp>
      <p:pic>
        <p:nvPicPr>
          <p:cNvPr id="31" name="Picture 19">
            <a:extLst>
              <a:ext uri="{FF2B5EF4-FFF2-40B4-BE49-F238E27FC236}">
                <a16:creationId xmlns:a16="http://schemas.microsoft.com/office/drawing/2014/main" id="{40DB3ED5-A7C2-44A3-9783-0CACFD458082}"/>
              </a:ext>
            </a:extLst>
          </p:cNvPr>
          <p:cNvPicPr>
            <a:picLocks noChangeAspect="1" noChangeArrowheads="1"/>
          </p:cNvPicPr>
          <p:nvPr/>
        </p:nvPicPr>
        <p:blipFill>
          <a:blip r:embed="rId7" cstate="email">
            <a:extLst>
              <a:ext uri="{28A0092B-C50C-407E-A947-70E740481C1C}">
                <a14:useLocalDpi xmlns:a14="http://schemas.microsoft.com/office/drawing/2010/main"/>
              </a:ext>
            </a:extLst>
          </a:blip>
          <a:srcRect/>
          <a:stretch>
            <a:fillRect/>
          </a:stretch>
        </p:blipFill>
        <p:spPr bwMode="auto">
          <a:xfrm>
            <a:off x="7044411" y="3244372"/>
            <a:ext cx="314331" cy="263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2" name="Picture 20">
            <a:extLst>
              <a:ext uri="{FF2B5EF4-FFF2-40B4-BE49-F238E27FC236}">
                <a16:creationId xmlns:a16="http://schemas.microsoft.com/office/drawing/2014/main" id="{621B1E88-AF8A-45BB-9732-89133921A0E6}"/>
              </a:ext>
            </a:extLst>
          </p:cNvPr>
          <p:cNvPicPr>
            <a:picLocks noChangeAspect="1" noChangeArrowheads="1"/>
          </p:cNvPicPr>
          <p:nvPr/>
        </p:nvPicPr>
        <p:blipFill>
          <a:blip r:embed="rId8" cstate="email">
            <a:extLst>
              <a:ext uri="{28A0092B-C50C-407E-A947-70E740481C1C}">
                <a14:useLocalDpi xmlns:a14="http://schemas.microsoft.com/office/drawing/2010/main"/>
              </a:ext>
            </a:extLst>
          </a:blip>
          <a:srcRect/>
          <a:stretch>
            <a:fillRect/>
          </a:stretch>
        </p:blipFill>
        <p:spPr bwMode="auto">
          <a:xfrm>
            <a:off x="6064403" y="2641699"/>
            <a:ext cx="314331" cy="2654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3" name="Picture 3" descr="mao2">
            <a:extLst>
              <a:ext uri="{FF2B5EF4-FFF2-40B4-BE49-F238E27FC236}">
                <a16:creationId xmlns:a16="http://schemas.microsoft.com/office/drawing/2014/main" id="{22F2CF29-418C-4577-B4FA-49BE98CFB2F3}"/>
              </a:ext>
            </a:extLst>
          </p:cNvPr>
          <p:cNvPicPr>
            <a:picLocks noChangeAspect="1" noChangeArrowheads="1"/>
          </p:cNvPicPr>
          <p:nvPr/>
        </p:nvPicPr>
        <p:blipFill>
          <a:blip r:embed="rId9" cstate="email">
            <a:extLst>
              <a:ext uri="{28A0092B-C50C-407E-A947-70E740481C1C}">
                <a14:useLocalDpi xmlns:a14="http://schemas.microsoft.com/office/drawing/2010/main"/>
              </a:ext>
            </a:extLst>
          </a:blip>
          <a:srcRect/>
          <a:stretch>
            <a:fillRect/>
          </a:stretch>
        </p:blipFill>
        <p:spPr bwMode="auto">
          <a:xfrm>
            <a:off x="11155358" y="2536384"/>
            <a:ext cx="1040841" cy="952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 name="Rectangle 58">
            <a:extLst>
              <a:ext uri="{FF2B5EF4-FFF2-40B4-BE49-F238E27FC236}">
                <a16:creationId xmlns:a16="http://schemas.microsoft.com/office/drawing/2014/main" id="{7A833DA2-BF5B-49C9-B01B-288C3ACCB6EC}"/>
              </a:ext>
            </a:extLst>
          </p:cNvPr>
          <p:cNvSpPr>
            <a:spLocks/>
          </p:cNvSpPr>
          <p:nvPr/>
        </p:nvSpPr>
        <p:spPr>
          <a:xfrm>
            <a:off x="6487886" y="2662725"/>
            <a:ext cx="3976914" cy="738664"/>
          </a:xfrm>
          <a:prstGeom prst="rect">
            <a:avLst/>
          </a:prstGeom>
        </p:spPr>
        <p:txBody>
          <a:bodyPr wrap="square" lIns="0" tIns="0" rIns="0" bIns="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600" b="0" i="0" u="none" strike="noStrike" kern="1200" cap="none" spc="0" normalizeH="0" baseline="0" noProof="0">
                <a:ln>
                  <a:noFill/>
                </a:ln>
                <a:solidFill>
                  <a:srgbClr val="071C25"/>
                </a:solidFill>
                <a:effectLst/>
                <a:uLnTx/>
                <a:uFillTx/>
                <a:latin typeface="Arial"/>
                <a:ea typeface="+mn-ea"/>
                <a:cs typeface="+mn-cs"/>
              </a:rPr>
              <a:t>Em quase 40 anos de trabalho no setor de energia, </a:t>
            </a:r>
            <a:r>
              <a:rPr kumimoji="0" lang="pt-BR" sz="1600" b="1" i="0" u="none" strike="noStrike" kern="1200" cap="none" spc="0" normalizeH="0" baseline="0" noProof="0">
                <a:ln>
                  <a:noFill/>
                </a:ln>
                <a:solidFill>
                  <a:srgbClr val="071C25"/>
                </a:solidFill>
                <a:effectLst/>
                <a:uLnTx/>
                <a:uFillTx/>
                <a:latin typeface="Arial"/>
                <a:ea typeface="+mn-ea"/>
                <a:cs typeface="+mn-cs"/>
              </a:rPr>
              <a:t>um dos melhores trabalhos que já vi</a:t>
            </a:r>
            <a:r>
              <a:rPr kumimoji="0" lang="pt-BR" sz="1600" b="0" i="0" u="none" strike="noStrike" kern="1200" cap="none" spc="0" normalizeH="0" baseline="0" noProof="0">
                <a:ln>
                  <a:noFill/>
                </a:ln>
                <a:solidFill>
                  <a:srgbClr val="071C25"/>
                </a:solidFill>
                <a:effectLst/>
                <a:uLnTx/>
                <a:uFillTx/>
                <a:latin typeface="Arial"/>
                <a:ea typeface="+mn-ea"/>
                <a:cs typeface="+mn-cs"/>
              </a:rPr>
              <a:t>.</a:t>
            </a:r>
          </a:p>
        </p:txBody>
      </p:sp>
    </p:spTree>
    <p:extLst>
      <p:ext uri="{BB962C8B-B14F-4D97-AF65-F5344CB8AC3E}">
        <p14:creationId xmlns:p14="http://schemas.microsoft.com/office/powerpoint/2010/main" val="255602257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to 3" hidden="1">
            <a:extLst>
              <a:ext uri="{FF2B5EF4-FFF2-40B4-BE49-F238E27FC236}">
                <a16:creationId xmlns:a16="http://schemas.microsoft.com/office/drawing/2014/main" id="{CC279575-0567-444B-A07E-74AC743B8D91}"/>
              </a:ext>
            </a:extLst>
          </p:cNvPr>
          <p:cNvGraphicFramePr>
            <a:graphicFrameLocks noChangeAspect="1"/>
          </p:cNvGraphicFramePr>
          <p:nvPr>
            <p:custDataLst>
              <p:tags r:id="rId1"/>
            </p:custDataLst>
            <p:extLst>
              <p:ext uri="{D42A27DB-BD31-4B8C-83A1-F6EECF244321}">
                <p14:modId xmlns:p14="http://schemas.microsoft.com/office/powerpoint/2010/main" val="6088470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Slide do think-cell" r:id="rId4" imgW="347" imgH="348" progId="TCLayout.ActiveDocument.1">
                  <p:embed/>
                </p:oleObj>
              </mc:Choice>
              <mc:Fallback>
                <p:oleObj name="Slide do think-cell" r:id="rId4" imgW="347" imgH="348" progId="TCLayout.ActiveDocument.1">
                  <p:embed/>
                  <p:pic>
                    <p:nvPicPr>
                      <p:cNvPr id="4" name="Objeto 3" hidden="1">
                        <a:extLst>
                          <a:ext uri="{FF2B5EF4-FFF2-40B4-BE49-F238E27FC236}">
                            <a16:creationId xmlns:a16="http://schemas.microsoft.com/office/drawing/2014/main" id="{CC279575-0567-444B-A07E-74AC743B8D9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1" name="Arrow: Pentagon 41">
            <a:extLst>
              <a:ext uri="{FF2B5EF4-FFF2-40B4-BE49-F238E27FC236}">
                <a16:creationId xmlns:a16="http://schemas.microsoft.com/office/drawing/2014/main" id="{52950626-180B-47F9-883A-7B40CAB41A60}"/>
              </a:ext>
            </a:extLst>
          </p:cNvPr>
          <p:cNvSpPr>
            <a:spLocks/>
          </p:cNvSpPr>
          <p:nvPr/>
        </p:nvSpPr>
        <p:spPr>
          <a:xfrm rot="10800000" flipH="1" flipV="1">
            <a:off x="3439951" y="3000691"/>
            <a:ext cx="1230850" cy="1171264"/>
          </a:xfrm>
          <a:prstGeom prst="homePlate">
            <a:avLst>
              <a:gd name="adj" fmla="val 16479"/>
            </a:avLst>
          </a:prstGeom>
          <a:solidFill>
            <a:schemeClr val="tx2"/>
          </a:solidFill>
          <a:ln>
            <a:solidFill>
              <a:schemeClr val="tx2"/>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73505" tIns="173505" rIns="173505" bIns="173505" numCol="1" spcCol="1270" anchor="ctr" anchorCtr="0">
            <a:noAutofit/>
          </a:bodyPr>
          <a:lstStyle/>
          <a:p>
            <a:pPr marL="0" marR="0" lvl="0" indent="0" algn="ctr" defTabSz="1511300" eaLnBrk="1" fontAlgn="auto" latinLnBrk="0" hangingPunct="1">
              <a:lnSpc>
                <a:spcPct val="90000"/>
              </a:lnSpc>
              <a:spcBef>
                <a:spcPct val="0"/>
              </a:spcBef>
              <a:spcAft>
                <a:spcPct val="35000"/>
              </a:spcAft>
              <a:buClrTx/>
              <a:buSzTx/>
              <a:buFontTx/>
              <a:buNone/>
              <a:tabLst/>
              <a:defRPr/>
            </a:pPr>
            <a:endParaRPr kumimoji="0" lang="pt-BR" sz="1600" b="0" i="0" u="none" strike="noStrike" kern="1200" cap="none" spc="0" normalizeH="0" baseline="0" noProof="0">
              <a:ln>
                <a:noFill/>
              </a:ln>
              <a:solidFill>
                <a:prstClr val="white"/>
              </a:solidFill>
              <a:effectLst/>
              <a:uLnTx/>
              <a:uFillTx/>
              <a:latin typeface="Arial"/>
              <a:ea typeface="+mn-ea"/>
              <a:cs typeface="+mn-cs"/>
            </a:endParaRPr>
          </a:p>
        </p:txBody>
      </p:sp>
      <p:sp>
        <p:nvSpPr>
          <p:cNvPr id="23" name="Rectangle 15">
            <a:extLst>
              <a:ext uri="{FF2B5EF4-FFF2-40B4-BE49-F238E27FC236}">
                <a16:creationId xmlns:a16="http://schemas.microsoft.com/office/drawing/2014/main" id="{799076B0-6CA4-4A6C-B9A1-8AD2BD33EB89}"/>
              </a:ext>
            </a:extLst>
          </p:cNvPr>
          <p:cNvSpPr>
            <a:spLocks noChangeArrowheads="1"/>
          </p:cNvSpPr>
          <p:nvPr/>
        </p:nvSpPr>
        <p:spPr bwMode="gray">
          <a:xfrm>
            <a:off x="1046551" y="3241288"/>
            <a:ext cx="2189702" cy="738664"/>
          </a:xfrm>
          <a:prstGeom prst="rect">
            <a:avLst/>
          </a:prstGeom>
          <a:noFill/>
          <a:ln w="9525" algn="ctr">
            <a:noFill/>
            <a:round/>
            <a:headEnd/>
            <a:tailEnd/>
          </a:ln>
          <a:effectLst/>
        </p:spPr>
        <p:txBody>
          <a:bodyPr vert="horz" wrap="none" lIns="0" tIns="0" rIns="0" bIns="0" numCol="1" anchor="ctr" anchorCtr="0" compatLnSpc="1">
            <a:prstTxWarp prst="textNoShape">
              <a:avLst/>
            </a:prstTxWarp>
            <a:spAutoFit/>
          </a:bodyPr>
          <a:lstStyle/>
          <a:p>
            <a:pPr marL="0" marR="0" lvl="0" indent="0" algn="r" defTabSz="914400" eaLnBrk="0" fontAlgn="auto" latinLnBrk="0" hangingPunct="0">
              <a:lnSpc>
                <a:spcPct val="100000"/>
              </a:lnSpc>
              <a:spcBef>
                <a:spcPts val="0"/>
              </a:spcBef>
              <a:spcAft>
                <a:spcPts val="0"/>
              </a:spcAft>
              <a:buClr>
                <a:srgbClr val="B1C7E1"/>
              </a:buClr>
              <a:buSzPct val="90000"/>
              <a:buFontTx/>
              <a:buNone/>
              <a:tabLst/>
              <a:defRPr/>
            </a:pPr>
            <a:r>
              <a:rPr kumimoji="0" lang="pt-BR" sz="1600" b="1" i="0" u="none" strike="noStrike" kern="1200" cap="none" spc="0" normalizeH="0" baseline="0" noProof="0">
                <a:ln>
                  <a:noFill/>
                </a:ln>
                <a:solidFill>
                  <a:srgbClr val="020E66"/>
                </a:solidFill>
                <a:effectLst/>
                <a:uLnTx/>
                <a:uFillTx/>
                <a:latin typeface="Arial"/>
                <a:ea typeface="+mn-ea"/>
                <a:cs typeface="Arial" pitchFamily="34" charset="0"/>
              </a:rPr>
              <a:t>Transformação:</a:t>
            </a:r>
          </a:p>
          <a:p>
            <a:pPr marL="0" marR="0" lvl="0" indent="0" algn="r" defTabSz="914400" eaLnBrk="0" fontAlgn="auto" latinLnBrk="0" hangingPunct="0">
              <a:lnSpc>
                <a:spcPct val="100000"/>
              </a:lnSpc>
              <a:spcBef>
                <a:spcPts val="0"/>
              </a:spcBef>
              <a:spcAft>
                <a:spcPts val="0"/>
              </a:spcAft>
              <a:buClr>
                <a:srgbClr val="B1C7E1"/>
              </a:buClr>
              <a:buSzPct val="90000"/>
              <a:buFontTx/>
              <a:buNone/>
              <a:tabLst/>
              <a:defRPr/>
            </a:pPr>
            <a:r>
              <a:rPr kumimoji="0" lang="pt-BR" sz="1600" b="1" i="1" u="none" strike="noStrike" kern="1200" cap="none" spc="0" normalizeH="0" baseline="0" noProof="0">
                <a:ln>
                  <a:noFill/>
                </a:ln>
                <a:solidFill>
                  <a:srgbClr val="020E66"/>
                </a:solidFill>
                <a:effectLst/>
                <a:uLnTx/>
                <a:uFillTx/>
                <a:latin typeface="Arial"/>
                <a:ea typeface="+mn-ea"/>
                <a:cs typeface="Arial" pitchFamily="34" charset="0"/>
              </a:rPr>
              <a:t>Turnaround,</a:t>
            </a:r>
            <a:endParaRPr kumimoji="0" lang="pt-BR" sz="1600" b="1" i="0" u="none" strike="noStrike" kern="1200" cap="none" spc="0" normalizeH="0" baseline="0" noProof="0">
              <a:ln>
                <a:noFill/>
              </a:ln>
              <a:solidFill>
                <a:srgbClr val="020E66"/>
              </a:solidFill>
              <a:effectLst/>
              <a:uLnTx/>
              <a:uFillTx/>
              <a:latin typeface="Arial"/>
              <a:ea typeface="+mn-ea"/>
              <a:cs typeface="Arial" pitchFamily="34" charset="0"/>
            </a:endParaRPr>
          </a:p>
          <a:p>
            <a:pPr marL="0" marR="0" lvl="0" indent="0" algn="r" defTabSz="914400" eaLnBrk="0" fontAlgn="auto" latinLnBrk="0" hangingPunct="0">
              <a:lnSpc>
                <a:spcPct val="100000"/>
              </a:lnSpc>
              <a:spcBef>
                <a:spcPts val="0"/>
              </a:spcBef>
              <a:spcAft>
                <a:spcPts val="0"/>
              </a:spcAft>
              <a:buClr>
                <a:srgbClr val="B1C7E1"/>
              </a:buClr>
              <a:buSzPct val="90000"/>
              <a:buFontTx/>
              <a:buNone/>
              <a:tabLst/>
              <a:defRPr/>
            </a:pPr>
            <a:r>
              <a:rPr kumimoji="0" lang="pt-BR" sz="1600" b="1" i="0" u="none" strike="noStrike" kern="1200" cap="none" spc="0" normalizeH="0" baseline="0" noProof="0">
                <a:ln>
                  <a:noFill/>
                </a:ln>
                <a:solidFill>
                  <a:srgbClr val="020E66"/>
                </a:solidFill>
                <a:effectLst/>
                <a:uLnTx/>
                <a:uFillTx/>
                <a:latin typeface="Arial"/>
                <a:ea typeface="+mn-ea"/>
                <a:cs typeface="Arial" pitchFamily="34" charset="0"/>
              </a:rPr>
              <a:t>implementação e </a:t>
            </a:r>
            <a:r>
              <a:rPr kumimoji="0" lang="pt-BR" sz="1600" b="1" i="1" u="none" strike="noStrike" kern="1200" cap="none" spc="0" normalizeH="0" baseline="0" noProof="0">
                <a:ln>
                  <a:noFill/>
                </a:ln>
                <a:solidFill>
                  <a:srgbClr val="020E66"/>
                </a:solidFill>
                <a:effectLst/>
                <a:uLnTx/>
                <a:uFillTx/>
                <a:latin typeface="Arial"/>
                <a:ea typeface="+mn-ea"/>
                <a:cs typeface="Arial" pitchFamily="34" charset="0"/>
              </a:rPr>
              <a:t>M&amp;A</a:t>
            </a:r>
          </a:p>
        </p:txBody>
      </p:sp>
      <p:pic>
        <p:nvPicPr>
          <p:cNvPr id="30" name="Gráfico 29">
            <a:extLst>
              <a:ext uri="{FF2B5EF4-FFF2-40B4-BE49-F238E27FC236}">
                <a16:creationId xmlns:a16="http://schemas.microsoft.com/office/drawing/2014/main" id="{BE08B913-F546-432C-A63F-9799DAEBE490}"/>
              </a:ext>
            </a:extLst>
          </p:cNvPr>
          <p:cNvPicPr>
            <a:picLocks noChangeAspect="1"/>
          </p:cNvPicPr>
          <p:nvPr/>
        </p:nvPicPr>
        <p:blipFill rotWithShape="1">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rcRect b="31408"/>
          <a:stretch/>
        </p:blipFill>
        <p:spPr>
          <a:xfrm>
            <a:off x="3635448" y="3291727"/>
            <a:ext cx="756000" cy="518551"/>
          </a:xfrm>
          <a:prstGeom prst="rect">
            <a:avLst/>
          </a:prstGeom>
        </p:spPr>
      </p:pic>
      <p:sp>
        <p:nvSpPr>
          <p:cNvPr id="2" name="Espaço Reservado para Texto 1">
            <a:extLst>
              <a:ext uri="{FF2B5EF4-FFF2-40B4-BE49-F238E27FC236}">
                <a16:creationId xmlns:a16="http://schemas.microsoft.com/office/drawing/2014/main" id="{FF32AF68-E2C5-4249-98E1-9477C214D421}"/>
              </a:ext>
            </a:extLst>
          </p:cNvPr>
          <p:cNvSpPr>
            <a:spLocks noGrp="1"/>
          </p:cNvSpPr>
          <p:nvPr>
            <p:ph type="body" sz="quarter" idx="14"/>
          </p:nvPr>
        </p:nvSpPr>
        <p:spPr/>
        <p:txBody>
          <a:bodyPr/>
          <a:lstStyle/>
          <a:p>
            <a:r>
              <a:rPr lang="pt-BR"/>
              <a:t>Fonte: Mirow &amp; Co.</a:t>
            </a:r>
          </a:p>
        </p:txBody>
      </p:sp>
      <p:sp>
        <p:nvSpPr>
          <p:cNvPr id="3" name="Título 2">
            <a:extLst>
              <a:ext uri="{FF2B5EF4-FFF2-40B4-BE49-F238E27FC236}">
                <a16:creationId xmlns:a16="http://schemas.microsoft.com/office/drawing/2014/main" id="{42EFD524-1F41-4628-95BF-73865ECD2BF8}"/>
              </a:ext>
            </a:extLst>
          </p:cNvPr>
          <p:cNvSpPr>
            <a:spLocks noGrp="1"/>
          </p:cNvSpPr>
          <p:nvPr>
            <p:ph type="title"/>
          </p:nvPr>
        </p:nvSpPr>
        <p:spPr/>
        <p:txBody>
          <a:bodyPr vert="horz"/>
          <a:lstStyle/>
          <a:p>
            <a:r>
              <a:rPr lang="pt-BR"/>
              <a:t>Nossas principais áreas de atuação</a:t>
            </a:r>
          </a:p>
        </p:txBody>
      </p:sp>
      <p:sp>
        <p:nvSpPr>
          <p:cNvPr id="14" name="Ellipse 7">
            <a:extLst>
              <a:ext uri="{FF2B5EF4-FFF2-40B4-BE49-F238E27FC236}">
                <a16:creationId xmlns:a16="http://schemas.microsoft.com/office/drawing/2014/main" id="{9100D6FA-CB0B-416C-AF7B-E08725A68239}"/>
              </a:ext>
            </a:extLst>
          </p:cNvPr>
          <p:cNvSpPr/>
          <p:nvPr/>
        </p:nvSpPr>
        <p:spPr bwMode="auto">
          <a:xfrm>
            <a:off x="3750964" y="1148874"/>
            <a:ext cx="4584868" cy="467451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pt-BR" sz="1600" b="0" i="0" u="none" strike="noStrike" kern="0" cap="none" spc="0" normalizeH="0" baseline="0" noProof="0">
              <a:ln>
                <a:noFill/>
              </a:ln>
              <a:solidFill>
                <a:srgbClr val="000000"/>
              </a:solidFill>
              <a:effectLst/>
              <a:uLnTx/>
              <a:uFillTx/>
              <a:latin typeface="Arial" pitchFamily="34" charset="0"/>
              <a:ea typeface="+mn-ea"/>
              <a:cs typeface="Arial" pitchFamily="34" charset="0"/>
            </a:endParaRPr>
          </a:p>
        </p:txBody>
      </p:sp>
      <p:sp>
        <p:nvSpPr>
          <p:cNvPr id="16" name="Ellipse 8">
            <a:extLst>
              <a:ext uri="{FF2B5EF4-FFF2-40B4-BE49-F238E27FC236}">
                <a16:creationId xmlns:a16="http://schemas.microsoft.com/office/drawing/2014/main" id="{551231DC-CD09-468E-8BD9-566FA607D302}"/>
              </a:ext>
            </a:extLst>
          </p:cNvPr>
          <p:cNvSpPr/>
          <p:nvPr/>
        </p:nvSpPr>
        <p:spPr bwMode="auto">
          <a:xfrm rot="21438153">
            <a:off x="3710429" y="1054339"/>
            <a:ext cx="4584866" cy="4819879"/>
          </a:xfrm>
          <a:prstGeom prst="ellipse">
            <a:avLst/>
          </a:prstGeom>
          <a:noFill/>
          <a:ln w="9525">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pt-BR" sz="1600" b="0" i="0" u="none" strike="noStrike" kern="0" cap="none" spc="0" normalizeH="0" baseline="0" noProof="0">
              <a:ln>
                <a:noFill/>
              </a:ln>
              <a:solidFill>
                <a:srgbClr val="000000"/>
              </a:solidFill>
              <a:effectLst/>
              <a:uLnTx/>
              <a:uFillTx/>
              <a:latin typeface="Arial" pitchFamily="34" charset="0"/>
              <a:ea typeface="+mn-ea"/>
              <a:cs typeface="Arial" pitchFamily="34" charset="0"/>
            </a:endParaRPr>
          </a:p>
        </p:txBody>
      </p:sp>
      <p:sp>
        <p:nvSpPr>
          <p:cNvPr id="17" name="Ellipse 7">
            <a:extLst>
              <a:ext uri="{FF2B5EF4-FFF2-40B4-BE49-F238E27FC236}">
                <a16:creationId xmlns:a16="http://schemas.microsoft.com/office/drawing/2014/main" id="{5DFF4EDC-2199-4F2B-B0EA-D4BB8D6420B9}"/>
              </a:ext>
            </a:extLst>
          </p:cNvPr>
          <p:cNvSpPr/>
          <p:nvPr/>
        </p:nvSpPr>
        <p:spPr bwMode="auto">
          <a:xfrm>
            <a:off x="3591706" y="1130701"/>
            <a:ext cx="4638687" cy="4674508"/>
          </a:xfrm>
          <a:prstGeom prst="ellipse">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pt-BR" sz="1600" b="0" i="0" u="none" strike="noStrike" kern="0" cap="none" spc="0" normalizeH="0" baseline="0" noProof="0">
              <a:ln>
                <a:noFill/>
              </a:ln>
              <a:solidFill>
                <a:srgbClr val="000000"/>
              </a:solidFill>
              <a:effectLst/>
              <a:uLnTx/>
              <a:uFillTx/>
              <a:latin typeface="Arial" pitchFamily="34" charset="0"/>
              <a:ea typeface="+mn-ea"/>
              <a:cs typeface="Arial" pitchFamily="34" charset="0"/>
            </a:endParaRPr>
          </a:p>
        </p:txBody>
      </p:sp>
      <p:sp>
        <p:nvSpPr>
          <p:cNvPr id="7" name="Arrow: Pentagon 41">
            <a:extLst>
              <a:ext uri="{FF2B5EF4-FFF2-40B4-BE49-F238E27FC236}">
                <a16:creationId xmlns:a16="http://schemas.microsoft.com/office/drawing/2014/main" id="{20E15C72-52DB-4C3D-8229-5253194B2ED3}"/>
              </a:ext>
            </a:extLst>
          </p:cNvPr>
          <p:cNvSpPr>
            <a:spLocks/>
          </p:cNvSpPr>
          <p:nvPr/>
        </p:nvSpPr>
        <p:spPr>
          <a:xfrm rot="2661900">
            <a:off x="4007687" y="1566070"/>
            <a:ext cx="1230850" cy="1171264"/>
          </a:xfrm>
          <a:prstGeom prst="homePlate">
            <a:avLst>
              <a:gd name="adj" fmla="val 16479"/>
            </a:avLst>
          </a:prstGeom>
          <a:solidFill>
            <a:schemeClr val="tx2"/>
          </a:solidFill>
          <a:ln>
            <a:solidFill>
              <a:schemeClr val="tx2"/>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73505" tIns="173505" rIns="173505" bIns="173505" numCol="1" spcCol="1270" anchor="ctr" anchorCtr="0">
            <a:noAutofit/>
          </a:bodyPr>
          <a:lstStyle/>
          <a:p>
            <a:pPr marL="0" marR="0" lvl="0" indent="0" algn="ctr" defTabSz="1511300" eaLnBrk="1" fontAlgn="auto" latinLnBrk="0" hangingPunct="1">
              <a:lnSpc>
                <a:spcPct val="90000"/>
              </a:lnSpc>
              <a:spcBef>
                <a:spcPct val="0"/>
              </a:spcBef>
              <a:spcAft>
                <a:spcPct val="35000"/>
              </a:spcAft>
              <a:buClrTx/>
              <a:buSzTx/>
              <a:buFontTx/>
              <a:buNone/>
              <a:tabLst/>
              <a:defRPr/>
            </a:pPr>
            <a:endParaRPr kumimoji="0" lang="pt-BR" sz="1600" b="0" i="0" u="none" strike="noStrike" kern="1200" cap="none" spc="0" normalizeH="0" baseline="0" noProof="0">
              <a:ln>
                <a:noFill/>
              </a:ln>
              <a:solidFill>
                <a:prstClr val="white"/>
              </a:solidFill>
              <a:effectLst/>
              <a:uLnTx/>
              <a:uFillTx/>
              <a:latin typeface="Arial"/>
              <a:ea typeface="+mn-ea"/>
              <a:cs typeface="+mn-cs"/>
            </a:endParaRPr>
          </a:p>
        </p:txBody>
      </p:sp>
      <p:sp>
        <p:nvSpPr>
          <p:cNvPr id="8" name="Arrow: Pentagon 41">
            <a:extLst>
              <a:ext uri="{FF2B5EF4-FFF2-40B4-BE49-F238E27FC236}">
                <a16:creationId xmlns:a16="http://schemas.microsoft.com/office/drawing/2014/main" id="{AB473D5A-3202-484D-82DD-DC4DEA43FF13}"/>
              </a:ext>
            </a:extLst>
          </p:cNvPr>
          <p:cNvSpPr>
            <a:spLocks/>
          </p:cNvSpPr>
          <p:nvPr/>
        </p:nvSpPr>
        <p:spPr>
          <a:xfrm rot="18938100" flipH="1">
            <a:off x="6947247" y="1566069"/>
            <a:ext cx="1230850" cy="1171264"/>
          </a:xfrm>
          <a:prstGeom prst="homePlate">
            <a:avLst>
              <a:gd name="adj" fmla="val 16479"/>
            </a:avLst>
          </a:prstGeom>
          <a:solidFill>
            <a:schemeClr val="tx2"/>
          </a:solidFill>
          <a:ln>
            <a:solidFill>
              <a:schemeClr val="tx2"/>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73505" tIns="173505" rIns="173505" bIns="173505" numCol="1" spcCol="1270" anchor="ctr" anchorCtr="0">
            <a:noAutofit/>
          </a:bodyPr>
          <a:lstStyle/>
          <a:p>
            <a:pPr marL="0" marR="0" lvl="0" indent="0" algn="ctr" defTabSz="1511300" eaLnBrk="1" fontAlgn="auto" latinLnBrk="0" hangingPunct="1">
              <a:lnSpc>
                <a:spcPct val="90000"/>
              </a:lnSpc>
              <a:spcBef>
                <a:spcPct val="0"/>
              </a:spcBef>
              <a:spcAft>
                <a:spcPct val="35000"/>
              </a:spcAft>
              <a:buClrTx/>
              <a:buSzTx/>
              <a:buFontTx/>
              <a:buNone/>
              <a:tabLst/>
              <a:defRPr/>
            </a:pPr>
            <a:endParaRPr kumimoji="0" lang="pt-BR" sz="1600" b="0" i="0" u="none" strike="noStrike" kern="1200" cap="none" spc="0" normalizeH="0" baseline="0" noProof="0">
              <a:ln>
                <a:noFill/>
              </a:ln>
              <a:solidFill>
                <a:prstClr val="white"/>
              </a:solidFill>
              <a:effectLst/>
              <a:uLnTx/>
              <a:uFillTx/>
              <a:latin typeface="Arial"/>
              <a:ea typeface="+mn-ea"/>
              <a:cs typeface="+mn-cs"/>
            </a:endParaRPr>
          </a:p>
        </p:txBody>
      </p:sp>
      <p:sp>
        <p:nvSpPr>
          <p:cNvPr id="9" name="Arrow: Pentagon 41">
            <a:extLst>
              <a:ext uri="{FF2B5EF4-FFF2-40B4-BE49-F238E27FC236}">
                <a16:creationId xmlns:a16="http://schemas.microsoft.com/office/drawing/2014/main" id="{8937E582-B2C4-4C3B-AEBA-C702FEBBAC0F}"/>
              </a:ext>
            </a:extLst>
          </p:cNvPr>
          <p:cNvSpPr>
            <a:spLocks/>
          </p:cNvSpPr>
          <p:nvPr/>
        </p:nvSpPr>
        <p:spPr>
          <a:xfrm rot="2661900" flipH="1" flipV="1">
            <a:off x="6947247" y="4400926"/>
            <a:ext cx="1230850" cy="1171264"/>
          </a:xfrm>
          <a:prstGeom prst="homePlate">
            <a:avLst>
              <a:gd name="adj" fmla="val 16479"/>
            </a:avLst>
          </a:prstGeom>
          <a:solidFill>
            <a:schemeClr val="tx2"/>
          </a:solidFill>
          <a:ln>
            <a:solidFill>
              <a:schemeClr val="tx2"/>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73505" tIns="173505" rIns="173505" bIns="173505" numCol="1" spcCol="1270" anchor="ctr" anchorCtr="0">
            <a:noAutofit/>
          </a:bodyPr>
          <a:lstStyle/>
          <a:p>
            <a:pPr marL="0" marR="0" lvl="0" indent="0" algn="ctr" defTabSz="1511300" eaLnBrk="1" fontAlgn="auto" latinLnBrk="0" hangingPunct="1">
              <a:lnSpc>
                <a:spcPct val="90000"/>
              </a:lnSpc>
              <a:spcBef>
                <a:spcPct val="0"/>
              </a:spcBef>
              <a:spcAft>
                <a:spcPct val="35000"/>
              </a:spcAft>
              <a:buClrTx/>
              <a:buSzTx/>
              <a:buFontTx/>
              <a:buNone/>
              <a:tabLst/>
              <a:defRPr/>
            </a:pPr>
            <a:endParaRPr kumimoji="0" lang="pt-BR" sz="1600" b="0" i="0" u="none" strike="noStrike" kern="1200" cap="none" spc="0" normalizeH="0" baseline="0" noProof="0">
              <a:ln>
                <a:noFill/>
              </a:ln>
              <a:solidFill>
                <a:prstClr val="white"/>
              </a:solidFill>
              <a:effectLst/>
              <a:uLnTx/>
              <a:uFillTx/>
              <a:latin typeface="Arial"/>
              <a:ea typeface="+mn-ea"/>
              <a:cs typeface="+mn-cs"/>
            </a:endParaRPr>
          </a:p>
        </p:txBody>
      </p:sp>
      <p:sp>
        <p:nvSpPr>
          <p:cNvPr id="10" name="Arrow: Pentagon 41">
            <a:extLst>
              <a:ext uri="{FF2B5EF4-FFF2-40B4-BE49-F238E27FC236}">
                <a16:creationId xmlns:a16="http://schemas.microsoft.com/office/drawing/2014/main" id="{B37E7373-01CC-41B4-ABBB-C54A613EE339}"/>
              </a:ext>
            </a:extLst>
          </p:cNvPr>
          <p:cNvSpPr>
            <a:spLocks/>
          </p:cNvSpPr>
          <p:nvPr/>
        </p:nvSpPr>
        <p:spPr>
          <a:xfrm rot="8061900" flipH="1" flipV="1">
            <a:off x="4013436" y="4400459"/>
            <a:ext cx="1230850" cy="1171264"/>
          </a:xfrm>
          <a:prstGeom prst="homePlate">
            <a:avLst>
              <a:gd name="adj" fmla="val 16479"/>
            </a:avLst>
          </a:prstGeom>
          <a:solidFill>
            <a:schemeClr val="tx2"/>
          </a:solidFill>
          <a:ln>
            <a:solidFill>
              <a:schemeClr val="tx2"/>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73505" tIns="173505" rIns="173505" bIns="173505" numCol="1" spcCol="1270" anchor="ctr" anchorCtr="0">
            <a:noAutofit/>
          </a:bodyPr>
          <a:lstStyle/>
          <a:p>
            <a:pPr marL="0" marR="0" lvl="0" indent="0" algn="ctr" defTabSz="1511300" eaLnBrk="1" fontAlgn="auto" latinLnBrk="0" hangingPunct="1">
              <a:lnSpc>
                <a:spcPct val="90000"/>
              </a:lnSpc>
              <a:spcBef>
                <a:spcPct val="0"/>
              </a:spcBef>
              <a:spcAft>
                <a:spcPct val="35000"/>
              </a:spcAft>
              <a:buClrTx/>
              <a:buSzTx/>
              <a:buFontTx/>
              <a:buNone/>
              <a:tabLst/>
              <a:defRPr/>
            </a:pPr>
            <a:endParaRPr kumimoji="0" lang="pt-BR" sz="1600" b="0" i="0" u="none" strike="noStrike" kern="1200" cap="none" spc="0" normalizeH="0" baseline="0" noProof="0">
              <a:ln>
                <a:noFill/>
              </a:ln>
              <a:solidFill>
                <a:prstClr val="white"/>
              </a:solidFill>
              <a:effectLst/>
              <a:uLnTx/>
              <a:uFillTx/>
              <a:latin typeface="Arial"/>
              <a:ea typeface="+mn-ea"/>
              <a:cs typeface="+mn-cs"/>
            </a:endParaRPr>
          </a:p>
        </p:txBody>
      </p:sp>
      <p:sp>
        <p:nvSpPr>
          <p:cNvPr id="13" name="Arrow: Pentagon 41">
            <a:extLst>
              <a:ext uri="{FF2B5EF4-FFF2-40B4-BE49-F238E27FC236}">
                <a16:creationId xmlns:a16="http://schemas.microsoft.com/office/drawing/2014/main" id="{B62E3DC9-BA7B-40E6-9899-13E23B1E8725}"/>
              </a:ext>
            </a:extLst>
          </p:cNvPr>
          <p:cNvSpPr>
            <a:spLocks/>
          </p:cNvSpPr>
          <p:nvPr/>
        </p:nvSpPr>
        <p:spPr>
          <a:xfrm rot="5400000" flipH="1" flipV="1">
            <a:off x="5466450" y="5000225"/>
            <a:ext cx="1230850" cy="1171264"/>
          </a:xfrm>
          <a:prstGeom prst="homePlate">
            <a:avLst>
              <a:gd name="adj" fmla="val 16479"/>
            </a:avLst>
          </a:prstGeom>
          <a:solidFill>
            <a:schemeClr val="tx2"/>
          </a:solidFill>
          <a:ln>
            <a:solidFill>
              <a:schemeClr val="tx2"/>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73505" tIns="173505" rIns="173505" bIns="173505" numCol="1" spcCol="1270" anchor="ctr" anchorCtr="0">
            <a:noAutofit/>
          </a:bodyPr>
          <a:lstStyle/>
          <a:p>
            <a:pPr marL="0" marR="0" lvl="0" indent="0" algn="ctr" defTabSz="1511300" eaLnBrk="1" fontAlgn="auto" latinLnBrk="0" hangingPunct="1">
              <a:lnSpc>
                <a:spcPct val="90000"/>
              </a:lnSpc>
              <a:spcBef>
                <a:spcPct val="0"/>
              </a:spcBef>
              <a:spcAft>
                <a:spcPct val="35000"/>
              </a:spcAft>
              <a:buClrTx/>
              <a:buSzTx/>
              <a:buFontTx/>
              <a:buNone/>
              <a:tabLst/>
              <a:defRPr/>
            </a:pPr>
            <a:endParaRPr kumimoji="0" lang="pt-BR" sz="1600" b="0" i="0" u="none" strike="noStrike" kern="1200" cap="none" spc="0" normalizeH="0" baseline="0" noProof="0">
              <a:ln>
                <a:noFill/>
              </a:ln>
              <a:solidFill>
                <a:prstClr val="white"/>
              </a:solidFill>
              <a:effectLst/>
              <a:uLnTx/>
              <a:uFillTx/>
              <a:latin typeface="Arial"/>
              <a:ea typeface="+mn-ea"/>
              <a:cs typeface="+mn-cs"/>
            </a:endParaRPr>
          </a:p>
        </p:txBody>
      </p:sp>
      <p:sp>
        <p:nvSpPr>
          <p:cNvPr id="21" name="Rectangle 16">
            <a:extLst>
              <a:ext uri="{FF2B5EF4-FFF2-40B4-BE49-F238E27FC236}">
                <a16:creationId xmlns:a16="http://schemas.microsoft.com/office/drawing/2014/main" id="{A4EBC339-0986-49CC-A510-644ED5B070AC}"/>
              </a:ext>
            </a:extLst>
          </p:cNvPr>
          <p:cNvSpPr>
            <a:spLocks noChangeArrowheads="1"/>
          </p:cNvSpPr>
          <p:nvPr/>
        </p:nvSpPr>
        <p:spPr bwMode="gray">
          <a:xfrm>
            <a:off x="2856163" y="5379621"/>
            <a:ext cx="1240669" cy="492443"/>
          </a:xfrm>
          <a:prstGeom prst="rect">
            <a:avLst/>
          </a:prstGeom>
          <a:noFill/>
          <a:ln w="9525" algn="ctr">
            <a:noFill/>
            <a:round/>
            <a:headEnd/>
            <a:tailEnd/>
          </a:ln>
          <a:effectLst/>
        </p:spPr>
        <p:txBody>
          <a:bodyPr vert="horz" wrap="square" lIns="0" tIns="0" rIns="0" bIns="0" numCol="1" anchor="ctr" anchorCtr="0" compatLnSpc="1">
            <a:prstTxWarp prst="textNoShape">
              <a:avLst/>
            </a:prstTxWarp>
            <a:spAutoFit/>
          </a:bodyPr>
          <a:lstStyle/>
          <a:p>
            <a:pPr marL="0" marR="0" lvl="0" indent="0" algn="ctr" defTabSz="914400" eaLnBrk="0" fontAlgn="auto" latinLnBrk="0" hangingPunct="0">
              <a:lnSpc>
                <a:spcPct val="100000"/>
              </a:lnSpc>
              <a:spcBef>
                <a:spcPts val="0"/>
              </a:spcBef>
              <a:spcAft>
                <a:spcPts val="0"/>
              </a:spcAft>
              <a:buClr>
                <a:srgbClr val="B1C7E1"/>
              </a:buClr>
              <a:buSzPct val="90000"/>
              <a:buFont typeface="Wingdings" pitchFamily="2" charset="2"/>
              <a:buNone/>
              <a:tabLst/>
              <a:defRPr/>
            </a:pPr>
            <a:r>
              <a:rPr kumimoji="0" lang="pt-BR" sz="1600" b="1" i="0" u="none" strike="noStrike" kern="1200" cap="none" spc="0" normalizeH="0" baseline="0" noProof="0">
                <a:ln>
                  <a:noFill/>
                </a:ln>
                <a:solidFill>
                  <a:srgbClr val="020E66"/>
                </a:solidFill>
                <a:effectLst/>
                <a:uLnTx/>
                <a:uFillTx/>
                <a:latin typeface="Arial"/>
                <a:ea typeface="+mn-ea"/>
                <a:cs typeface="Arial" pitchFamily="34" charset="0"/>
              </a:rPr>
              <a:t>Pessoas e</a:t>
            </a:r>
          </a:p>
          <a:p>
            <a:pPr marL="0" marR="0" lvl="0" indent="0" algn="ctr" defTabSz="914400" eaLnBrk="0" fontAlgn="auto" latinLnBrk="0" hangingPunct="0">
              <a:lnSpc>
                <a:spcPct val="100000"/>
              </a:lnSpc>
              <a:spcBef>
                <a:spcPts val="0"/>
              </a:spcBef>
              <a:spcAft>
                <a:spcPts val="0"/>
              </a:spcAft>
              <a:buClr>
                <a:srgbClr val="B1C7E1"/>
              </a:buClr>
              <a:buSzPct val="90000"/>
              <a:buFont typeface="Wingdings" pitchFamily="2" charset="2"/>
              <a:buNone/>
              <a:tabLst/>
              <a:defRPr/>
            </a:pPr>
            <a:r>
              <a:rPr kumimoji="0" lang="pt-BR" sz="1600" b="1" i="0" u="none" strike="noStrike" kern="1200" cap="none" spc="0" normalizeH="0" baseline="0" noProof="0">
                <a:ln>
                  <a:noFill/>
                </a:ln>
                <a:solidFill>
                  <a:srgbClr val="020E66"/>
                </a:solidFill>
                <a:effectLst/>
                <a:uLnTx/>
                <a:uFillTx/>
                <a:latin typeface="Arial"/>
                <a:ea typeface="+mn-ea"/>
                <a:cs typeface="Arial" pitchFamily="34" charset="0"/>
              </a:rPr>
              <a:t>organização</a:t>
            </a:r>
          </a:p>
        </p:txBody>
      </p:sp>
      <p:sp>
        <p:nvSpPr>
          <p:cNvPr id="24" name="Rectangle 15">
            <a:extLst>
              <a:ext uri="{FF2B5EF4-FFF2-40B4-BE49-F238E27FC236}">
                <a16:creationId xmlns:a16="http://schemas.microsoft.com/office/drawing/2014/main" id="{0E612258-AA5A-466F-A3EE-FE0766772AB8}"/>
              </a:ext>
            </a:extLst>
          </p:cNvPr>
          <p:cNvSpPr>
            <a:spLocks noChangeArrowheads="1"/>
          </p:cNvSpPr>
          <p:nvPr/>
        </p:nvSpPr>
        <p:spPr bwMode="gray">
          <a:xfrm>
            <a:off x="8196759" y="1465737"/>
            <a:ext cx="888064" cy="246221"/>
          </a:xfrm>
          <a:prstGeom prst="rect">
            <a:avLst/>
          </a:prstGeom>
          <a:noFill/>
          <a:ln w="9525" algn="ctr">
            <a:noFill/>
            <a:round/>
            <a:headEnd/>
            <a:tailEnd/>
          </a:ln>
          <a:effectLst/>
        </p:spPr>
        <p:txBody>
          <a:bodyPr vert="horz" wrap="none" lIns="0" tIns="0" rIns="0" bIns="0" numCol="1" anchor="ctr" anchorCtr="0" compatLnSpc="1">
            <a:prstTxWarp prst="textNoShape">
              <a:avLst/>
            </a:prstTxWarp>
            <a:spAutoFit/>
          </a:bodyPr>
          <a:lstStyle/>
          <a:p>
            <a:pPr marL="0" marR="0" lvl="0" indent="0" algn="ctr" defTabSz="914400" eaLnBrk="0" fontAlgn="auto" latinLnBrk="0" hangingPunct="0">
              <a:lnSpc>
                <a:spcPct val="100000"/>
              </a:lnSpc>
              <a:spcBef>
                <a:spcPts val="0"/>
              </a:spcBef>
              <a:spcAft>
                <a:spcPts val="0"/>
              </a:spcAft>
              <a:buClr>
                <a:srgbClr val="B1C7E1"/>
              </a:buClr>
              <a:buSzPct val="90000"/>
              <a:buFontTx/>
              <a:buNone/>
              <a:tabLst/>
              <a:defRPr/>
            </a:pPr>
            <a:r>
              <a:rPr kumimoji="0" lang="pt-BR" sz="1600" b="1" i="0" u="none" strike="noStrike" kern="1200" cap="none" spc="0" normalizeH="0" baseline="0" noProof="0">
                <a:ln>
                  <a:noFill/>
                </a:ln>
                <a:solidFill>
                  <a:srgbClr val="020E66"/>
                </a:solidFill>
                <a:effectLst/>
                <a:uLnTx/>
                <a:uFillTx/>
                <a:latin typeface="Arial"/>
                <a:ea typeface="+mn-ea"/>
                <a:cs typeface="Arial" pitchFamily="34" charset="0"/>
              </a:rPr>
              <a:t>Inovação</a:t>
            </a:r>
          </a:p>
        </p:txBody>
      </p:sp>
      <p:sp>
        <p:nvSpPr>
          <p:cNvPr id="25" name="Rectangle 15">
            <a:extLst>
              <a:ext uri="{FF2B5EF4-FFF2-40B4-BE49-F238E27FC236}">
                <a16:creationId xmlns:a16="http://schemas.microsoft.com/office/drawing/2014/main" id="{11E7B82E-867D-480A-BAE2-2FF713C548D4}"/>
              </a:ext>
            </a:extLst>
          </p:cNvPr>
          <p:cNvSpPr>
            <a:spLocks noChangeArrowheads="1"/>
          </p:cNvSpPr>
          <p:nvPr/>
        </p:nvSpPr>
        <p:spPr bwMode="gray">
          <a:xfrm>
            <a:off x="8208322" y="5427528"/>
            <a:ext cx="1059585" cy="246221"/>
          </a:xfrm>
          <a:prstGeom prst="rect">
            <a:avLst/>
          </a:prstGeom>
          <a:noFill/>
          <a:ln w="9525" algn="ctr">
            <a:noFill/>
            <a:round/>
            <a:headEnd/>
            <a:tailEnd/>
          </a:ln>
          <a:effectLst/>
        </p:spPr>
        <p:txBody>
          <a:bodyPr vert="horz" wrap="none" lIns="0" tIns="0" rIns="0" bIns="0" numCol="1" anchor="ctr" anchorCtr="0" compatLnSpc="1">
            <a:prstTxWarp prst="textNoShape">
              <a:avLst/>
            </a:prstTxWarp>
            <a:spAutoFit/>
          </a:bodyPr>
          <a:lstStyle/>
          <a:p>
            <a:pPr marL="0" marR="0" lvl="0" indent="0" algn="ctr" defTabSz="914400" eaLnBrk="0" fontAlgn="auto" latinLnBrk="0" hangingPunct="0">
              <a:lnSpc>
                <a:spcPct val="100000"/>
              </a:lnSpc>
              <a:spcBef>
                <a:spcPts val="0"/>
              </a:spcBef>
              <a:spcAft>
                <a:spcPts val="0"/>
              </a:spcAft>
              <a:buClr>
                <a:srgbClr val="B1C7E1"/>
              </a:buClr>
              <a:buSzPct val="90000"/>
              <a:buFont typeface="Wingdings" pitchFamily="2" charset="2"/>
              <a:buNone/>
              <a:tabLst/>
              <a:defRPr/>
            </a:pPr>
            <a:r>
              <a:rPr kumimoji="0" lang="pt-BR" sz="1600" b="1" i="0" u="none" strike="noStrike" kern="1200" cap="none" spc="0" normalizeH="0" baseline="0" noProof="0">
                <a:ln>
                  <a:noFill/>
                </a:ln>
                <a:solidFill>
                  <a:srgbClr val="020E66"/>
                </a:solidFill>
                <a:effectLst/>
                <a:uLnTx/>
                <a:uFillTx/>
                <a:latin typeface="Arial"/>
                <a:ea typeface="+mn-ea"/>
                <a:cs typeface="Arial" pitchFamily="34" charset="0"/>
              </a:rPr>
              <a:t>Operações</a:t>
            </a:r>
          </a:p>
        </p:txBody>
      </p:sp>
      <p:sp>
        <p:nvSpPr>
          <p:cNvPr id="27" name="Rectangle 16">
            <a:extLst>
              <a:ext uri="{FF2B5EF4-FFF2-40B4-BE49-F238E27FC236}">
                <a16:creationId xmlns:a16="http://schemas.microsoft.com/office/drawing/2014/main" id="{7DCD078D-8F70-4740-876A-4EB86D478648}"/>
              </a:ext>
            </a:extLst>
          </p:cNvPr>
          <p:cNvSpPr>
            <a:spLocks noChangeArrowheads="1"/>
          </p:cNvSpPr>
          <p:nvPr/>
        </p:nvSpPr>
        <p:spPr bwMode="gray">
          <a:xfrm>
            <a:off x="5744870" y="6277595"/>
            <a:ext cx="726919" cy="246221"/>
          </a:xfrm>
          <a:prstGeom prst="rect">
            <a:avLst/>
          </a:prstGeom>
          <a:noFill/>
          <a:ln w="9525" algn="ctr">
            <a:noFill/>
            <a:round/>
            <a:headEnd/>
            <a:tailEnd/>
          </a:ln>
          <a:effectLst/>
        </p:spPr>
        <p:txBody>
          <a:bodyPr vert="horz" wrap="square" lIns="0" tIns="0" rIns="0" bIns="0" numCol="1" anchor="ctr" anchorCtr="0" compatLnSpc="1">
            <a:prstTxWarp prst="textNoShape">
              <a:avLst/>
            </a:prstTxWarp>
            <a:spAutoFit/>
          </a:bodyPr>
          <a:lstStyle/>
          <a:p>
            <a:pPr marL="0" marR="0" lvl="0" indent="0" algn="ctr" defTabSz="914400" eaLnBrk="0" fontAlgn="auto" latinLnBrk="0" hangingPunct="0">
              <a:lnSpc>
                <a:spcPct val="100000"/>
              </a:lnSpc>
              <a:spcBef>
                <a:spcPts val="0"/>
              </a:spcBef>
              <a:spcAft>
                <a:spcPts val="0"/>
              </a:spcAft>
              <a:buClr>
                <a:srgbClr val="B1C7E1"/>
              </a:buClr>
              <a:buSzPct val="90000"/>
              <a:buFont typeface="Wingdings" pitchFamily="2" charset="2"/>
              <a:buNone/>
              <a:tabLst/>
              <a:defRPr/>
            </a:pPr>
            <a:r>
              <a:rPr kumimoji="0" lang="pt-BR" sz="1600" b="1" i="0" u="none" strike="noStrike" kern="1200" cap="none" spc="0" normalizeH="0" baseline="0" noProof="0">
                <a:ln>
                  <a:noFill/>
                </a:ln>
                <a:solidFill>
                  <a:srgbClr val="020E66"/>
                </a:solidFill>
                <a:effectLst/>
                <a:uLnTx/>
                <a:uFillTx/>
                <a:latin typeface="Arial"/>
                <a:ea typeface="+mn-ea"/>
                <a:cs typeface="Arial" pitchFamily="34" charset="0"/>
              </a:rPr>
              <a:t>Digital</a:t>
            </a:r>
          </a:p>
        </p:txBody>
      </p:sp>
      <p:sp>
        <p:nvSpPr>
          <p:cNvPr id="28" name="Rectangle 13">
            <a:extLst>
              <a:ext uri="{FF2B5EF4-FFF2-40B4-BE49-F238E27FC236}">
                <a16:creationId xmlns:a16="http://schemas.microsoft.com/office/drawing/2014/main" id="{FBC8631A-3CE7-45E4-BCD4-103C16991367}"/>
              </a:ext>
            </a:extLst>
          </p:cNvPr>
          <p:cNvSpPr>
            <a:spLocks noChangeArrowheads="1"/>
          </p:cNvSpPr>
          <p:nvPr/>
        </p:nvSpPr>
        <p:spPr bwMode="gray">
          <a:xfrm>
            <a:off x="1416440" y="1364033"/>
            <a:ext cx="2413956" cy="492443"/>
          </a:xfrm>
          <a:prstGeom prst="rect">
            <a:avLst/>
          </a:prstGeom>
          <a:noFill/>
          <a:ln w="9525" algn="ctr">
            <a:noFill/>
            <a:round/>
            <a:headEnd/>
            <a:tailEnd/>
          </a:ln>
          <a:effectLst/>
        </p:spPr>
        <p:txBody>
          <a:bodyPr vert="horz" wrap="square" lIns="0" tIns="0" rIns="0" bIns="0" numCol="1" anchor="ctr" anchorCtr="0" compatLnSpc="1">
            <a:prstTxWarp prst="textNoShape">
              <a:avLst/>
            </a:prstTxWarp>
            <a:spAutoFit/>
          </a:bodyPr>
          <a:lstStyle/>
          <a:p>
            <a:pPr marL="0" marR="0" lvl="0" indent="0" algn="r" defTabSz="914400" eaLnBrk="0" fontAlgn="auto" latinLnBrk="0" hangingPunct="0">
              <a:lnSpc>
                <a:spcPct val="100000"/>
              </a:lnSpc>
              <a:spcBef>
                <a:spcPts val="0"/>
              </a:spcBef>
              <a:spcAft>
                <a:spcPts val="0"/>
              </a:spcAft>
              <a:buClr>
                <a:srgbClr val="B1C7E1"/>
              </a:buClr>
              <a:buSzPct val="90000"/>
              <a:buFontTx/>
              <a:buNone/>
              <a:tabLst/>
              <a:defRPr/>
            </a:pPr>
            <a:r>
              <a:rPr kumimoji="0" lang="pt-BR" sz="1600" b="1" i="0" u="none" strike="noStrike" kern="1200" cap="none" spc="0" normalizeH="0" baseline="0" noProof="0">
                <a:ln>
                  <a:noFill/>
                </a:ln>
                <a:solidFill>
                  <a:srgbClr val="020E66"/>
                </a:solidFill>
                <a:effectLst/>
                <a:uLnTx/>
                <a:uFillTx/>
                <a:latin typeface="Arial"/>
                <a:ea typeface="+mn-ea"/>
                <a:cs typeface="Arial" pitchFamily="34" charset="0"/>
              </a:rPr>
              <a:t>Adaptação climática e sustentabilidade</a:t>
            </a:r>
          </a:p>
        </p:txBody>
      </p:sp>
      <p:pic>
        <p:nvPicPr>
          <p:cNvPr id="33" name="Gráfico 32">
            <a:extLst>
              <a:ext uri="{FF2B5EF4-FFF2-40B4-BE49-F238E27FC236}">
                <a16:creationId xmlns:a16="http://schemas.microsoft.com/office/drawing/2014/main" id="{C42249BD-D488-4B84-88F6-7743CAC28A97}"/>
              </a:ext>
            </a:extLst>
          </p:cNvPr>
          <p:cNvPicPr>
            <a:picLocks noChangeAspect="1"/>
          </p:cNvPicPr>
          <p:nvPr/>
        </p:nvPicPr>
        <p:blipFill rotWithShape="1">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rcRect l="-293" t="-20978" r="293" b="20978"/>
          <a:stretch/>
        </p:blipFill>
        <p:spPr>
          <a:xfrm>
            <a:off x="4213402" y="4570632"/>
            <a:ext cx="830918" cy="830918"/>
          </a:xfrm>
          <a:prstGeom prst="rect">
            <a:avLst/>
          </a:prstGeom>
        </p:spPr>
      </p:pic>
      <p:pic>
        <p:nvPicPr>
          <p:cNvPr id="35" name="Gráfico 34">
            <a:extLst>
              <a:ext uri="{FF2B5EF4-FFF2-40B4-BE49-F238E27FC236}">
                <a16:creationId xmlns:a16="http://schemas.microsoft.com/office/drawing/2014/main" id="{7FBFB1D2-41A8-4533-92AB-0A87E1BEC40A}"/>
              </a:ext>
            </a:extLst>
          </p:cNvPr>
          <p:cNvPicPr>
            <a:picLocks noChangeAspect="1"/>
          </p:cNvPicPr>
          <p:nvPr/>
        </p:nvPicPr>
        <p:blipFill rotWithShape="1">
          <a:blip r:embed="rId10" cstate="email">
            <a:extLst>
              <a:ext uri="{28A0092B-C50C-407E-A947-70E740481C1C}">
                <a14:useLocalDpi xmlns:a14="http://schemas.microsoft.com/office/drawing/2010/main"/>
              </a:ext>
              <a:ext uri="{96DAC541-7B7A-43D3-8B79-37D633B846F1}">
                <asvg:svgBlip xmlns:asvg="http://schemas.microsoft.com/office/drawing/2016/SVG/main" r:embed="rId11"/>
              </a:ext>
            </a:extLst>
          </a:blip>
          <a:srcRect b="18119"/>
          <a:stretch/>
        </p:blipFill>
        <p:spPr>
          <a:xfrm>
            <a:off x="5718000" y="5361756"/>
            <a:ext cx="756000" cy="619018"/>
          </a:xfrm>
          <a:prstGeom prst="rect">
            <a:avLst/>
          </a:prstGeom>
        </p:spPr>
      </p:pic>
      <p:pic>
        <p:nvPicPr>
          <p:cNvPr id="42" name="Gráfico 41">
            <a:extLst>
              <a:ext uri="{FF2B5EF4-FFF2-40B4-BE49-F238E27FC236}">
                <a16:creationId xmlns:a16="http://schemas.microsoft.com/office/drawing/2014/main" id="{E31E8E52-5E68-4DF2-AB6B-B6A00F4CA0FF}"/>
              </a:ext>
            </a:extLst>
          </p:cNvPr>
          <p:cNvPicPr>
            <a:picLocks noChangeAspect="1"/>
          </p:cNvPicPr>
          <p:nvPr/>
        </p:nvPicPr>
        <p:blipFill rotWithShape="1">
          <a:blip r:embed="rId12" cstate="email">
            <a:extLst>
              <a:ext uri="{28A0092B-C50C-407E-A947-70E740481C1C}">
                <a14:useLocalDpi xmlns:a14="http://schemas.microsoft.com/office/drawing/2010/main"/>
              </a:ext>
              <a:ext uri="{96DAC541-7B7A-43D3-8B79-37D633B846F1}">
                <asvg:svgBlip xmlns:asvg="http://schemas.microsoft.com/office/drawing/2016/SVG/main" r:embed="rId13"/>
              </a:ext>
            </a:extLst>
          </a:blip>
          <a:srcRect b="21610"/>
          <a:stretch/>
        </p:blipFill>
        <p:spPr>
          <a:xfrm>
            <a:off x="4096832" y="1751531"/>
            <a:ext cx="936909" cy="734441"/>
          </a:xfrm>
          <a:prstGeom prst="rect">
            <a:avLst/>
          </a:prstGeom>
        </p:spPr>
      </p:pic>
      <p:pic>
        <p:nvPicPr>
          <p:cNvPr id="46" name="Gráfico 45">
            <a:extLst>
              <a:ext uri="{FF2B5EF4-FFF2-40B4-BE49-F238E27FC236}">
                <a16:creationId xmlns:a16="http://schemas.microsoft.com/office/drawing/2014/main" id="{8848749E-69AC-4693-8218-8667BA3FDC0B}"/>
              </a:ext>
            </a:extLst>
          </p:cNvPr>
          <p:cNvPicPr>
            <a:picLocks noChangeAspect="1"/>
          </p:cNvPicPr>
          <p:nvPr/>
        </p:nvPicPr>
        <p:blipFill rotWithShape="1">
          <a:blip r:embed="rId14" cstate="email">
            <a:extLst>
              <a:ext uri="{28A0092B-C50C-407E-A947-70E740481C1C}">
                <a14:useLocalDpi xmlns:a14="http://schemas.microsoft.com/office/drawing/2010/main"/>
              </a:ext>
              <a:ext uri="{96DAC541-7B7A-43D3-8B79-37D633B846F1}">
                <asvg:svgBlip xmlns:asvg="http://schemas.microsoft.com/office/drawing/2016/SVG/main" r:embed="rId15"/>
              </a:ext>
            </a:extLst>
          </a:blip>
          <a:srcRect b="21400"/>
          <a:stretch/>
        </p:blipFill>
        <p:spPr>
          <a:xfrm>
            <a:off x="7218636" y="1805457"/>
            <a:ext cx="776008" cy="609947"/>
          </a:xfrm>
          <a:prstGeom prst="rect">
            <a:avLst/>
          </a:prstGeom>
        </p:spPr>
      </p:pic>
      <p:pic>
        <p:nvPicPr>
          <p:cNvPr id="49" name="Gráfico 48">
            <a:extLst>
              <a:ext uri="{FF2B5EF4-FFF2-40B4-BE49-F238E27FC236}">
                <a16:creationId xmlns:a16="http://schemas.microsoft.com/office/drawing/2014/main" id="{02E76A2A-B97C-459A-9449-90E03EB1A9DF}"/>
              </a:ext>
            </a:extLst>
          </p:cNvPr>
          <p:cNvPicPr>
            <a:picLocks noChangeAspect="1"/>
          </p:cNvPicPr>
          <p:nvPr/>
        </p:nvPicPr>
        <p:blipFill rotWithShape="1">
          <a:blip r:embed="rId16" cstate="email">
            <a:extLst>
              <a:ext uri="{28A0092B-C50C-407E-A947-70E740481C1C}">
                <a14:useLocalDpi xmlns:a14="http://schemas.microsoft.com/office/drawing/2010/main"/>
              </a:ext>
              <a:ext uri="{96DAC541-7B7A-43D3-8B79-37D633B846F1}">
                <asvg:svgBlip xmlns:asvg="http://schemas.microsoft.com/office/drawing/2016/SVG/main" r:embed="rId17"/>
              </a:ext>
            </a:extLst>
          </a:blip>
          <a:srcRect b="16329"/>
          <a:stretch/>
        </p:blipFill>
        <p:spPr>
          <a:xfrm>
            <a:off x="7199501" y="4682689"/>
            <a:ext cx="726343" cy="607738"/>
          </a:xfrm>
          <a:prstGeom prst="rect">
            <a:avLst/>
          </a:prstGeom>
        </p:spPr>
      </p:pic>
      <p:sp>
        <p:nvSpPr>
          <p:cNvPr id="5" name="Retângulo 4">
            <a:extLst>
              <a:ext uri="{FF2B5EF4-FFF2-40B4-BE49-F238E27FC236}">
                <a16:creationId xmlns:a16="http://schemas.microsoft.com/office/drawing/2014/main" id="{784DC4E1-233C-40F8-B4D6-9C4C893618F3}"/>
              </a:ext>
            </a:extLst>
          </p:cNvPr>
          <p:cNvSpPr/>
          <p:nvPr/>
        </p:nvSpPr>
        <p:spPr>
          <a:xfrm>
            <a:off x="0" y="525730"/>
            <a:ext cx="12192000" cy="5998007"/>
          </a:xfrm>
          <a:prstGeom prst="rect">
            <a:avLst/>
          </a:prstGeom>
          <a:solidFill>
            <a:schemeClr val="bg1">
              <a:alpha val="75000"/>
            </a:schemeClr>
          </a:solidFill>
          <a:ln w="12700">
            <a:noFill/>
            <a:miter lim="400000"/>
          </a:ln>
          <a:effectLst/>
        </p:spPr>
        <p:txBody>
          <a:bodyPr lIns="108000" tIns="72000" rIns="108000" bIns="72000" rtlCol="0" anchor="ctr"/>
          <a:lstStyle/>
          <a:p>
            <a:pPr algn="l"/>
            <a:endParaRPr lang="pt-BR" sz="1400" err="1">
              <a:solidFill>
                <a:schemeClr val="bg1"/>
              </a:solidFill>
            </a:endParaRPr>
          </a:p>
        </p:txBody>
      </p:sp>
      <p:sp>
        <p:nvSpPr>
          <p:cNvPr id="12" name="Arrow: Pentagon 41">
            <a:extLst>
              <a:ext uri="{FF2B5EF4-FFF2-40B4-BE49-F238E27FC236}">
                <a16:creationId xmlns:a16="http://schemas.microsoft.com/office/drawing/2014/main" id="{0F9F952B-91A0-4F65-9EE2-7D066B5FC6BA}"/>
              </a:ext>
            </a:extLst>
          </p:cNvPr>
          <p:cNvSpPr>
            <a:spLocks/>
          </p:cNvSpPr>
          <p:nvPr/>
        </p:nvSpPr>
        <p:spPr>
          <a:xfrm rot="16200000" flipH="1" flipV="1">
            <a:off x="5480575" y="950645"/>
            <a:ext cx="1230850" cy="1171264"/>
          </a:xfrm>
          <a:prstGeom prst="homePlate">
            <a:avLst>
              <a:gd name="adj" fmla="val 16479"/>
            </a:avLst>
          </a:prstGeom>
          <a:solidFill>
            <a:schemeClr val="tx2"/>
          </a:solidFill>
          <a:ln>
            <a:solidFill>
              <a:schemeClr val="tx2"/>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73505" tIns="173505" rIns="173505" bIns="173505" numCol="1" spcCol="1270" anchor="ctr" anchorCtr="0">
            <a:noAutofit/>
          </a:bodyPr>
          <a:lstStyle/>
          <a:p>
            <a:pPr marL="0" marR="0" lvl="0" indent="0" algn="ctr" defTabSz="1511300" eaLnBrk="1" fontAlgn="auto" latinLnBrk="0" hangingPunct="1">
              <a:lnSpc>
                <a:spcPct val="90000"/>
              </a:lnSpc>
              <a:spcBef>
                <a:spcPct val="0"/>
              </a:spcBef>
              <a:spcAft>
                <a:spcPct val="35000"/>
              </a:spcAft>
              <a:buClrTx/>
              <a:buSzTx/>
              <a:buFontTx/>
              <a:buNone/>
              <a:tabLst/>
              <a:defRPr/>
            </a:pPr>
            <a:endParaRPr kumimoji="0" lang="pt-BR" sz="1600" b="0" i="0" u="none" strike="noStrike" kern="1200" cap="none" spc="0" normalizeH="0" baseline="0" noProof="0">
              <a:ln>
                <a:noFill/>
              </a:ln>
              <a:solidFill>
                <a:prstClr val="white"/>
              </a:solidFill>
              <a:effectLst/>
              <a:uLnTx/>
              <a:uFillTx/>
              <a:latin typeface="Arial"/>
              <a:ea typeface="+mn-ea"/>
              <a:cs typeface="+mn-cs"/>
            </a:endParaRPr>
          </a:p>
        </p:txBody>
      </p:sp>
      <p:sp>
        <p:nvSpPr>
          <p:cNvPr id="22" name="Rectangle 13">
            <a:extLst>
              <a:ext uri="{FF2B5EF4-FFF2-40B4-BE49-F238E27FC236}">
                <a16:creationId xmlns:a16="http://schemas.microsoft.com/office/drawing/2014/main" id="{8701427B-1EDF-4B14-8AF0-C939DAF0CFF5}"/>
              </a:ext>
            </a:extLst>
          </p:cNvPr>
          <p:cNvSpPr>
            <a:spLocks noChangeArrowheads="1"/>
          </p:cNvSpPr>
          <p:nvPr/>
        </p:nvSpPr>
        <p:spPr bwMode="gray">
          <a:xfrm>
            <a:off x="5547268" y="536421"/>
            <a:ext cx="992259" cy="246221"/>
          </a:xfrm>
          <a:prstGeom prst="rect">
            <a:avLst/>
          </a:prstGeom>
          <a:noFill/>
          <a:ln w="9525" algn="ctr">
            <a:noFill/>
            <a:round/>
            <a:headEnd/>
            <a:tailEnd/>
          </a:ln>
          <a:effectLst/>
        </p:spPr>
        <p:txBody>
          <a:bodyPr vert="horz" wrap="none" lIns="0" tIns="0" rIns="0" bIns="0" numCol="1" anchor="ctr" anchorCtr="0" compatLnSpc="1">
            <a:prstTxWarp prst="textNoShape">
              <a:avLst/>
            </a:prstTxWarp>
            <a:spAutoFit/>
          </a:bodyPr>
          <a:lstStyle/>
          <a:p>
            <a:pPr marL="0" marR="0" lvl="0" indent="0" algn="ctr" defTabSz="914400" eaLnBrk="0" fontAlgn="auto" latinLnBrk="0" hangingPunct="0">
              <a:lnSpc>
                <a:spcPct val="100000"/>
              </a:lnSpc>
              <a:spcBef>
                <a:spcPts val="0"/>
              </a:spcBef>
              <a:spcAft>
                <a:spcPts val="0"/>
              </a:spcAft>
              <a:buClr>
                <a:srgbClr val="B1C7E1"/>
              </a:buClr>
              <a:buSzPct val="90000"/>
              <a:buFontTx/>
              <a:buNone/>
              <a:tabLst/>
              <a:defRPr/>
            </a:pPr>
            <a:r>
              <a:rPr kumimoji="0" lang="pt-BR" sz="1600" b="1" i="0" u="none" strike="noStrike" kern="1200" cap="none" spc="0" normalizeH="0" baseline="0" noProof="0">
                <a:ln>
                  <a:noFill/>
                </a:ln>
                <a:solidFill>
                  <a:srgbClr val="020E66"/>
                </a:solidFill>
                <a:effectLst/>
                <a:uLnTx/>
                <a:uFillTx/>
                <a:latin typeface="Arial"/>
                <a:ea typeface="+mn-ea"/>
                <a:cs typeface="Arial" pitchFamily="34" charset="0"/>
              </a:rPr>
              <a:t>Estratégia</a:t>
            </a:r>
          </a:p>
        </p:txBody>
      </p:sp>
      <p:pic>
        <p:nvPicPr>
          <p:cNvPr id="29" name="Gráfico 28">
            <a:extLst>
              <a:ext uri="{FF2B5EF4-FFF2-40B4-BE49-F238E27FC236}">
                <a16:creationId xmlns:a16="http://schemas.microsoft.com/office/drawing/2014/main" id="{3A2F86EE-0C5F-47D2-AB08-10223FDD2330}"/>
              </a:ext>
            </a:extLst>
          </p:cNvPr>
          <p:cNvPicPr>
            <a:picLocks noChangeAspect="1"/>
          </p:cNvPicPr>
          <p:nvPr/>
        </p:nvPicPr>
        <p:blipFill>
          <a:blip r:embed="rId18" cstate="email">
            <a:extLst>
              <a:ext uri="{28A0092B-C50C-407E-A947-70E740481C1C}">
                <a14:useLocalDpi xmlns:a14="http://schemas.microsoft.com/office/drawing/2010/main"/>
              </a:ext>
              <a:ext uri="{96DAC541-7B7A-43D3-8B79-37D633B846F1}">
                <asvg:svgBlip xmlns:asvg="http://schemas.microsoft.com/office/drawing/2016/SVG/main" r:embed="rId19"/>
              </a:ext>
            </a:extLst>
          </a:blip>
          <a:stretch>
            <a:fillRect/>
          </a:stretch>
        </p:blipFill>
        <p:spPr>
          <a:xfrm>
            <a:off x="5718000" y="1203961"/>
            <a:ext cx="756000" cy="756000"/>
          </a:xfrm>
          <a:prstGeom prst="rect">
            <a:avLst/>
          </a:prstGeom>
        </p:spPr>
      </p:pic>
      <p:sp>
        <p:nvSpPr>
          <p:cNvPr id="18" name="Oval 3">
            <a:extLst>
              <a:ext uri="{FF2B5EF4-FFF2-40B4-BE49-F238E27FC236}">
                <a16:creationId xmlns:a16="http://schemas.microsoft.com/office/drawing/2014/main" id="{C6BE6DD8-1015-4A38-98B0-8ED2C23CF07F}"/>
              </a:ext>
            </a:extLst>
          </p:cNvPr>
          <p:cNvSpPr/>
          <p:nvPr/>
        </p:nvSpPr>
        <p:spPr>
          <a:xfrm>
            <a:off x="4898106" y="2371546"/>
            <a:ext cx="2401249" cy="2449514"/>
          </a:xfrm>
          <a:prstGeom prst="ellipse">
            <a:avLst/>
          </a:prstGeom>
          <a:noFill/>
          <a:ln w="603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pt-BR" sz="1600" b="0" i="0" u="none" strike="noStrike" kern="1200" cap="none" spc="0" normalizeH="0" baseline="0" noProof="0">
              <a:ln>
                <a:noFill/>
              </a:ln>
              <a:solidFill>
                <a:prstClr val="white"/>
              </a:solidFill>
              <a:effectLst/>
              <a:uLnTx/>
              <a:uFillTx/>
              <a:latin typeface="Arial"/>
              <a:ea typeface="+mn-ea"/>
              <a:cs typeface="+mn-cs"/>
            </a:endParaRPr>
          </a:p>
        </p:txBody>
      </p:sp>
      <p:pic>
        <p:nvPicPr>
          <p:cNvPr id="20" name="Imagem 19">
            <a:extLst>
              <a:ext uri="{FF2B5EF4-FFF2-40B4-BE49-F238E27FC236}">
                <a16:creationId xmlns:a16="http://schemas.microsoft.com/office/drawing/2014/main" id="{416B57FA-0030-494A-8D1E-5AEC8DE6A1F8}"/>
              </a:ext>
            </a:extLst>
          </p:cNvPr>
          <p:cNvPicPr>
            <a:picLocks noChangeAspect="1"/>
          </p:cNvPicPr>
          <p:nvPr/>
        </p:nvPicPr>
        <p:blipFill>
          <a:blip r:embed="rId20" cstate="email">
            <a:extLst>
              <a:ext uri="{28A0092B-C50C-407E-A947-70E740481C1C}">
                <a14:useLocalDpi xmlns:a14="http://schemas.microsoft.com/office/drawing/2010/main"/>
              </a:ext>
            </a:extLst>
          </a:blip>
          <a:stretch>
            <a:fillRect/>
          </a:stretch>
        </p:blipFill>
        <p:spPr>
          <a:xfrm>
            <a:off x="5098545" y="3497969"/>
            <a:ext cx="2019570" cy="228272"/>
          </a:xfrm>
          <a:prstGeom prst="rect">
            <a:avLst/>
          </a:prstGeom>
        </p:spPr>
      </p:pic>
      <p:sp>
        <p:nvSpPr>
          <p:cNvPr id="15" name="Arrow: Pentagon 41">
            <a:extLst>
              <a:ext uri="{FF2B5EF4-FFF2-40B4-BE49-F238E27FC236}">
                <a16:creationId xmlns:a16="http://schemas.microsoft.com/office/drawing/2014/main" id="{A3888DD6-02CC-4172-95B4-BE408ADC6DE4}"/>
              </a:ext>
            </a:extLst>
          </p:cNvPr>
          <p:cNvSpPr>
            <a:spLocks/>
          </p:cNvSpPr>
          <p:nvPr/>
        </p:nvSpPr>
        <p:spPr>
          <a:xfrm flipH="1" flipV="1">
            <a:off x="7521200" y="2965370"/>
            <a:ext cx="1230850" cy="1171264"/>
          </a:xfrm>
          <a:prstGeom prst="homePlate">
            <a:avLst>
              <a:gd name="adj" fmla="val 16479"/>
            </a:avLst>
          </a:prstGeom>
          <a:solidFill>
            <a:schemeClr val="tx2"/>
          </a:solidFill>
          <a:ln>
            <a:solidFill>
              <a:schemeClr val="tx2"/>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73505" tIns="173505" rIns="173505" bIns="173505" numCol="1" spcCol="1270" anchor="ctr" anchorCtr="0">
            <a:noAutofit/>
          </a:bodyPr>
          <a:lstStyle/>
          <a:p>
            <a:pPr marL="0" marR="0" lvl="0" indent="0" algn="ctr" defTabSz="1511300" eaLnBrk="1" fontAlgn="auto" latinLnBrk="0" hangingPunct="1">
              <a:lnSpc>
                <a:spcPct val="90000"/>
              </a:lnSpc>
              <a:spcBef>
                <a:spcPct val="0"/>
              </a:spcBef>
              <a:spcAft>
                <a:spcPct val="35000"/>
              </a:spcAft>
              <a:buClrTx/>
              <a:buSzTx/>
              <a:buFontTx/>
              <a:buNone/>
              <a:tabLst/>
              <a:defRPr/>
            </a:pPr>
            <a:endParaRPr kumimoji="0" lang="pt-BR" sz="1600" b="0" i="0" u="none" strike="noStrike" kern="1200" cap="none" spc="0" normalizeH="0" baseline="0" noProof="0">
              <a:ln>
                <a:noFill/>
              </a:ln>
              <a:solidFill>
                <a:prstClr val="white"/>
              </a:solidFill>
              <a:effectLst/>
              <a:uLnTx/>
              <a:uFillTx/>
              <a:latin typeface="Arial"/>
              <a:ea typeface="+mn-ea"/>
              <a:cs typeface="+mn-cs"/>
            </a:endParaRPr>
          </a:p>
        </p:txBody>
      </p:sp>
      <p:sp>
        <p:nvSpPr>
          <p:cNvPr id="26" name="Rectangle 15">
            <a:extLst>
              <a:ext uri="{FF2B5EF4-FFF2-40B4-BE49-F238E27FC236}">
                <a16:creationId xmlns:a16="http://schemas.microsoft.com/office/drawing/2014/main" id="{51B22D42-AFB8-48FB-B402-0512D87C0030}"/>
              </a:ext>
            </a:extLst>
          </p:cNvPr>
          <p:cNvSpPr>
            <a:spLocks noChangeArrowheads="1"/>
          </p:cNvSpPr>
          <p:nvPr/>
        </p:nvSpPr>
        <p:spPr bwMode="gray">
          <a:xfrm>
            <a:off x="8950975" y="3251747"/>
            <a:ext cx="1619033" cy="492443"/>
          </a:xfrm>
          <a:prstGeom prst="rect">
            <a:avLst/>
          </a:prstGeom>
          <a:noFill/>
          <a:ln w="9525" algn="ctr">
            <a:noFill/>
            <a:round/>
            <a:headEnd/>
            <a:tailEnd/>
          </a:ln>
          <a:effectLst/>
        </p:spPr>
        <p:txBody>
          <a:bodyPr vert="horz" wrap="none" lIns="0" tIns="0" rIns="0" bIns="0" numCol="1" anchor="ctr" anchorCtr="0" compatLnSpc="1">
            <a:prstTxWarp prst="textNoShape">
              <a:avLst/>
            </a:prstTxWarp>
            <a:spAutoFit/>
          </a:bodyPr>
          <a:lstStyle/>
          <a:p>
            <a:pPr marL="0" marR="0" lvl="0" indent="0" algn="l" defTabSz="914400" eaLnBrk="0" fontAlgn="auto" latinLnBrk="0" hangingPunct="0">
              <a:lnSpc>
                <a:spcPct val="100000"/>
              </a:lnSpc>
              <a:spcBef>
                <a:spcPts val="0"/>
              </a:spcBef>
              <a:spcAft>
                <a:spcPts val="0"/>
              </a:spcAft>
              <a:buClr>
                <a:srgbClr val="B1C7E1"/>
              </a:buClr>
              <a:buSzPct val="90000"/>
              <a:buFontTx/>
              <a:buNone/>
              <a:tabLst/>
              <a:defRPr/>
            </a:pPr>
            <a:r>
              <a:rPr kumimoji="0" lang="pt-BR" sz="1600" b="1" i="1" u="none" strike="noStrike" kern="1200" cap="none" spc="0" normalizeH="0" baseline="0" noProof="0">
                <a:ln>
                  <a:noFill/>
                </a:ln>
                <a:solidFill>
                  <a:srgbClr val="020E66"/>
                </a:solidFill>
                <a:effectLst/>
                <a:uLnTx/>
                <a:uFillTx/>
                <a:latin typeface="Arial"/>
                <a:ea typeface="+mn-ea"/>
                <a:cs typeface="Arial" pitchFamily="34" charset="0"/>
              </a:rPr>
              <a:t>Marketing, </a:t>
            </a:r>
            <a:br>
              <a:rPr kumimoji="0" lang="pt-BR" sz="1600" b="1" i="0" u="none" strike="noStrike" kern="1200" cap="none" spc="0" normalizeH="0" baseline="0" noProof="0">
                <a:ln>
                  <a:noFill/>
                </a:ln>
                <a:solidFill>
                  <a:srgbClr val="020E66"/>
                </a:solidFill>
                <a:effectLst/>
                <a:uLnTx/>
                <a:uFillTx/>
                <a:latin typeface="Arial"/>
                <a:ea typeface="+mn-ea"/>
                <a:cs typeface="Arial" pitchFamily="34" charset="0"/>
              </a:rPr>
            </a:br>
            <a:r>
              <a:rPr kumimoji="0" lang="pt-BR" sz="1600" b="1" i="0" u="none" strike="noStrike" kern="1200" cap="none" spc="0" normalizeH="0" baseline="0" noProof="0">
                <a:ln>
                  <a:noFill/>
                </a:ln>
                <a:solidFill>
                  <a:srgbClr val="020E66"/>
                </a:solidFill>
                <a:effectLst/>
                <a:uLnTx/>
                <a:uFillTx/>
                <a:latin typeface="Arial"/>
                <a:ea typeface="+mn-ea"/>
                <a:cs typeface="Arial" pitchFamily="34" charset="0"/>
              </a:rPr>
              <a:t>vendas e </a:t>
            </a:r>
            <a:r>
              <a:rPr kumimoji="0" lang="pt-BR" sz="1600" b="1" i="1" u="none" strike="noStrike" kern="1200" cap="none" spc="0" normalizeH="0" baseline="0" noProof="0" err="1">
                <a:ln>
                  <a:noFill/>
                </a:ln>
                <a:solidFill>
                  <a:srgbClr val="020E66"/>
                </a:solidFill>
                <a:effectLst/>
                <a:uLnTx/>
                <a:uFillTx/>
                <a:latin typeface="Arial"/>
                <a:ea typeface="+mn-ea"/>
                <a:cs typeface="Arial" pitchFamily="34" charset="0"/>
              </a:rPr>
              <a:t>pricing</a:t>
            </a:r>
            <a:endParaRPr kumimoji="0" lang="pt-BR" sz="1600" b="1" i="1" u="none" strike="noStrike" kern="1200" cap="none" spc="0" normalizeH="0" baseline="0" noProof="0">
              <a:ln>
                <a:noFill/>
              </a:ln>
              <a:solidFill>
                <a:srgbClr val="020E66"/>
              </a:solidFill>
              <a:effectLst/>
              <a:uLnTx/>
              <a:uFillTx/>
              <a:latin typeface="Arial"/>
              <a:ea typeface="+mn-ea"/>
              <a:cs typeface="Arial" pitchFamily="34" charset="0"/>
            </a:endParaRPr>
          </a:p>
        </p:txBody>
      </p:sp>
      <p:pic>
        <p:nvPicPr>
          <p:cNvPr id="32" name="Gráfico 31">
            <a:extLst>
              <a:ext uri="{FF2B5EF4-FFF2-40B4-BE49-F238E27FC236}">
                <a16:creationId xmlns:a16="http://schemas.microsoft.com/office/drawing/2014/main" id="{42447B04-8AB2-4DCE-8F63-55EA4D0A272E}"/>
              </a:ext>
            </a:extLst>
          </p:cNvPr>
          <p:cNvPicPr>
            <a:picLocks noChangeAspect="1"/>
          </p:cNvPicPr>
          <p:nvPr/>
        </p:nvPicPr>
        <p:blipFill rotWithShape="1">
          <a:blip r:embed="rId21" cstate="email">
            <a:extLst>
              <a:ext uri="{28A0092B-C50C-407E-A947-70E740481C1C}">
                <a14:useLocalDpi xmlns:a14="http://schemas.microsoft.com/office/drawing/2010/main"/>
              </a:ext>
              <a:ext uri="{96DAC541-7B7A-43D3-8B79-37D633B846F1}">
                <asvg:svgBlip xmlns:asvg="http://schemas.microsoft.com/office/drawing/2016/SVG/main" r:embed="rId22"/>
              </a:ext>
            </a:extLst>
          </a:blip>
          <a:srcRect b="23107"/>
          <a:stretch/>
        </p:blipFill>
        <p:spPr>
          <a:xfrm>
            <a:off x="7875844" y="3300693"/>
            <a:ext cx="651057" cy="500619"/>
          </a:xfrm>
          <a:prstGeom prst="rect">
            <a:avLst/>
          </a:prstGeom>
        </p:spPr>
      </p:pic>
    </p:spTree>
    <p:extLst>
      <p:ext uri="{BB962C8B-B14F-4D97-AF65-F5344CB8AC3E}">
        <p14:creationId xmlns:p14="http://schemas.microsoft.com/office/powerpoint/2010/main" val="217551109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Objeto 9" hidden="1">
            <a:extLst>
              <a:ext uri="{FF2B5EF4-FFF2-40B4-BE49-F238E27FC236}">
                <a16:creationId xmlns:a16="http://schemas.microsoft.com/office/drawing/2014/main" id="{E1F0FD27-2801-09F9-F0E2-AEFC6ED6E23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Slide do think-cell" r:id="rId3" imgW="421" imgH="423" progId="TCLayout.ActiveDocument.1">
                  <p:embed/>
                </p:oleObj>
              </mc:Choice>
              <mc:Fallback>
                <p:oleObj name="Slide do think-cell" r:id="rId3" imgW="421" imgH="423" progId="TCLayout.ActiveDocument.1">
                  <p:embed/>
                  <p:pic>
                    <p:nvPicPr>
                      <p:cNvPr id="10" name="Objeto 9" hidden="1">
                        <a:extLst>
                          <a:ext uri="{FF2B5EF4-FFF2-40B4-BE49-F238E27FC236}">
                            <a16:creationId xmlns:a16="http://schemas.microsoft.com/office/drawing/2014/main" id="{E1F0FD27-2801-09F9-F0E2-AEFC6ED6E23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79" name="Seta: Pentágono 178">
            <a:extLst>
              <a:ext uri="{FF2B5EF4-FFF2-40B4-BE49-F238E27FC236}">
                <a16:creationId xmlns:a16="http://schemas.microsoft.com/office/drawing/2014/main" id="{3856BB6F-5DC1-982B-3F32-8600B3E2F927}"/>
              </a:ext>
            </a:extLst>
          </p:cNvPr>
          <p:cNvSpPr/>
          <p:nvPr/>
        </p:nvSpPr>
        <p:spPr>
          <a:xfrm>
            <a:off x="0" y="1430009"/>
            <a:ext cx="12192000" cy="653107"/>
          </a:xfrm>
          <a:prstGeom prst="homePlate">
            <a:avLst/>
          </a:prstGeom>
          <a:solidFill>
            <a:schemeClr val="accent5"/>
          </a:solidFill>
          <a:ln w="19050">
            <a:noFill/>
            <a:miter lim="400000"/>
          </a:ln>
          <a:effectLst>
            <a:outerShdw blurRad="63500" sx="102000" sy="102000" algn="ctr" rotWithShape="0">
              <a:prstClr val="black">
                <a:alpha val="40000"/>
              </a:prstClr>
            </a:outerShdw>
          </a:effectLst>
        </p:spPr>
        <p:txBody>
          <a:bodyPr lIns="108000" tIns="72000" rIns="108000" bIns="72000"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a:ea typeface="+mn-ea"/>
              <a:cs typeface="+mn-cs"/>
            </a:endParaRPr>
          </a:p>
        </p:txBody>
      </p:sp>
      <p:sp>
        <p:nvSpPr>
          <p:cNvPr id="8" name="Espaço Reservado para Texto 1">
            <a:extLst>
              <a:ext uri="{FF2B5EF4-FFF2-40B4-BE49-F238E27FC236}">
                <a16:creationId xmlns:a16="http://schemas.microsoft.com/office/drawing/2014/main" id="{48B1313E-84B5-2E80-F1B3-DB9C35F1F398}"/>
              </a:ext>
            </a:extLst>
          </p:cNvPr>
          <p:cNvSpPr>
            <a:spLocks noGrp="1"/>
          </p:cNvSpPr>
          <p:nvPr>
            <p:ph type="body" sz="quarter" idx="14"/>
          </p:nvPr>
        </p:nvSpPr>
        <p:spPr/>
        <p:txBody>
          <a:bodyPr/>
          <a:lstStyle/>
          <a:p>
            <a:r>
              <a:rPr lang="pt-BR"/>
              <a:t>Fonte: Mirow &amp; Co.</a:t>
            </a:r>
          </a:p>
        </p:txBody>
      </p:sp>
      <p:sp>
        <p:nvSpPr>
          <p:cNvPr id="3" name="Título 2">
            <a:extLst>
              <a:ext uri="{FF2B5EF4-FFF2-40B4-BE49-F238E27FC236}">
                <a16:creationId xmlns:a16="http://schemas.microsoft.com/office/drawing/2014/main" id="{8B4ED8EF-B007-3BAD-38F9-B39EA0A5515D}"/>
              </a:ext>
            </a:extLst>
          </p:cNvPr>
          <p:cNvSpPr>
            <a:spLocks noGrp="1"/>
          </p:cNvSpPr>
          <p:nvPr>
            <p:ph type="title"/>
          </p:nvPr>
        </p:nvSpPr>
        <p:spPr/>
        <p:txBody>
          <a:bodyPr vert="horz"/>
          <a:lstStyle/>
          <a:p>
            <a:r>
              <a:rPr lang="pt-BR"/>
              <a:t>A prática de estratégia auxilia empresas desde a definição de suas aspirações até a construção e implementação do planejamento estratégico para alcançá-las</a:t>
            </a:r>
            <a:endParaRPr lang="en-US"/>
          </a:p>
        </p:txBody>
      </p:sp>
      <p:sp>
        <p:nvSpPr>
          <p:cNvPr id="170" name="Arrow: Pentagon 41">
            <a:extLst>
              <a:ext uri="{FF2B5EF4-FFF2-40B4-BE49-F238E27FC236}">
                <a16:creationId xmlns:a16="http://schemas.microsoft.com/office/drawing/2014/main" id="{24571B70-0569-75C8-4CC5-F085BB6ACB3E}"/>
              </a:ext>
            </a:extLst>
          </p:cNvPr>
          <p:cNvSpPr>
            <a:spLocks/>
          </p:cNvSpPr>
          <p:nvPr/>
        </p:nvSpPr>
        <p:spPr>
          <a:xfrm rot="18938100" flipH="1">
            <a:off x="11871293" y="204285"/>
            <a:ext cx="108000" cy="108000"/>
          </a:xfrm>
          <a:prstGeom prst="homePlate">
            <a:avLst>
              <a:gd name="adj" fmla="val 16479"/>
            </a:avLst>
          </a:prstGeom>
          <a:solidFill>
            <a:schemeClr val="accent4"/>
          </a:solidFill>
          <a:ln>
            <a:solidFill>
              <a:schemeClr val="accent4"/>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73505" tIns="173505" rIns="173505" bIns="173505" numCol="1" spcCol="1270" anchor="ctr" anchorCtr="0">
            <a:noAutofit/>
          </a:bodyPr>
          <a:lstStyle/>
          <a:p>
            <a:pPr marL="0" marR="0" lvl="0" indent="0" algn="ctr" defTabSz="1511300" rtl="0" eaLnBrk="1" fontAlgn="auto" latinLnBrk="0" hangingPunct="1">
              <a:lnSpc>
                <a:spcPct val="90000"/>
              </a:lnSpc>
              <a:spcBef>
                <a:spcPct val="0"/>
              </a:spcBef>
              <a:spcAft>
                <a:spcPct val="35000"/>
              </a:spcAft>
              <a:buClrTx/>
              <a:buSzTx/>
              <a:buFontTx/>
              <a:buNone/>
              <a:tabLst/>
              <a:defRPr/>
            </a:pPr>
            <a:endParaRPr kumimoji="0" lang="pt-BR" sz="1600" b="0" i="0" u="none" strike="noStrike" kern="1200" cap="none" spc="0" normalizeH="0" baseline="0" noProof="0">
              <a:ln>
                <a:noFill/>
              </a:ln>
              <a:solidFill>
                <a:prstClr val="white"/>
              </a:solidFill>
              <a:effectLst/>
              <a:uLnTx/>
              <a:uFillTx/>
              <a:latin typeface="Arial"/>
              <a:ea typeface="+mn-ea"/>
              <a:cs typeface="+mn-cs"/>
            </a:endParaRPr>
          </a:p>
        </p:txBody>
      </p:sp>
      <p:sp>
        <p:nvSpPr>
          <p:cNvPr id="171" name="Arrow: Pentagon 41">
            <a:extLst>
              <a:ext uri="{FF2B5EF4-FFF2-40B4-BE49-F238E27FC236}">
                <a16:creationId xmlns:a16="http://schemas.microsoft.com/office/drawing/2014/main" id="{FC3AF9E3-12C5-23FA-4904-55715C3A441B}"/>
              </a:ext>
            </a:extLst>
          </p:cNvPr>
          <p:cNvSpPr>
            <a:spLocks/>
          </p:cNvSpPr>
          <p:nvPr/>
        </p:nvSpPr>
        <p:spPr>
          <a:xfrm rot="16200000" flipH="1">
            <a:off x="11692310" y="125888"/>
            <a:ext cx="108000" cy="108000"/>
          </a:xfrm>
          <a:prstGeom prst="homePlate">
            <a:avLst>
              <a:gd name="adj" fmla="val 16479"/>
            </a:avLst>
          </a:prstGeom>
          <a:solidFill>
            <a:schemeClr val="tx2"/>
          </a:solidFill>
          <a:ln>
            <a:solidFill>
              <a:schemeClr val="tx2"/>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73505" tIns="173505" rIns="173505" bIns="173505" numCol="1" spcCol="1270" anchor="ctr" anchorCtr="0">
            <a:noAutofit/>
          </a:bodyPr>
          <a:lstStyle/>
          <a:p>
            <a:pPr marL="0" marR="0" lvl="0" indent="0" algn="ctr" defTabSz="1511300" rtl="0" eaLnBrk="1" fontAlgn="auto" latinLnBrk="0" hangingPunct="1">
              <a:lnSpc>
                <a:spcPct val="90000"/>
              </a:lnSpc>
              <a:spcBef>
                <a:spcPct val="0"/>
              </a:spcBef>
              <a:spcAft>
                <a:spcPct val="35000"/>
              </a:spcAft>
              <a:buClrTx/>
              <a:buSzTx/>
              <a:buFontTx/>
              <a:buNone/>
              <a:tabLst/>
              <a:defRPr/>
            </a:pPr>
            <a:endParaRPr kumimoji="0" lang="pt-BR" sz="1600" b="0" i="0" u="none" strike="noStrike" kern="1200" cap="none" spc="0" normalizeH="0" baseline="0" noProof="0">
              <a:ln>
                <a:noFill/>
              </a:ln>
              <a:solidFill>
                <a:prstClr val="white"/>
              </a:solidFill>
              <a:effectLst/>
              <a:uLnTx/>
              <a:uFillTx/>
              <a:latin typeface="Arial"/>
              <a:ea typeface="+mn-ea"/>
              <a:cs typeface="+mn-cs"/>
            </a:endParaRPr>
          </a:p>
        </p:txBody>
      </p:sp>
      <p:sp>
        <p:nvSpPr>
          <p:cNvPr id="172" name="Arrow: Pentagon 41">
            <a:extLst>
              <a:ext uri="{FF2B5EF4-FFF2-40B4-BE49-F238E27FC236}">
                <a16:creationId xmlns:a16="http://schemas.microsoft.com/office/drawing/2014/main" id="{7C551F57-0989-55A8-7F43-4D26632CDA4D}"/>
              </a:ext>
            </a:extLst>
          </p:cNvPr>
          <p:cNvSpPr>
            <a:spLocks/>
          </p:cNvSpPr>
          <p:nvPr/>
        </p:nvSpPr>
        <p:spPr>
          <a:xfrm rot="2661900">
            <a:off x="11513328" y="202251"/>
            <a:ext cx="108000" cy="108000"/>
          </a:xfrm>
          <a:prstGeom prst="homePlate">
            <a:avLst>
              <a:gd name="adj" fmla="val 16479"/>
            </a:avLst>
          </a:prstGeom>
          <a:solidFill>
            <a:schemeClr val="accent4"/>
          </a:solidFill>
          <a:ln>
            <a:solidFill>
              <a:schemeClr val="accent4"/>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73505" tIns="173505" rIns="173505" bIns="173505" numCol="1" spcCol="1270" anchor="ctr" anchorCtr="0">
            <a:noAutofit/>
          </a:bodyPr>
          <a:lstStyle/>
          <a:p>
            <a:pPr marL="0" marR="0" lvl="0" indent="0" algn="ctr" defTabSz="1511300" rtl="0" eaLnBrk="1" fontAlgn="auto" latinLnBrk="0" hangingPunct="1">
              <a:lnSpc>
                <a:spcPct val="90000"/>
              </a:lnSpc>
              <a:spcBef>
                <a:spcPct val="0"/>
              </a:spcBef>
              <a:spcAft>
                <a:spcPct val="35000"/>
              </a:spcAft>
              <a:buClrTx/>
              <a:buSzTx/>
              <a:buFontTx/>
              <a:buNone/>
              <a:tabLst/>
              <a:defRPr/>
            </a:pPr>
            <a:endParaRPr kumimoji="0" lang="pt-BR" sz="1600" b="0" i="0" u="none" strike="noStrike" kern="1200" cap="none" spc="0" normalizeH="0" baseline="0" noProof="0">
              <a:ln>
                <a:noFill/>
              </a:ln>
              <a:solidFill>
                <a:prstClr val="white"/>
              </a:solidFill>
              <a:effectLst/>
              <a:uLnTx/>
              <a:uFillTx/>
              <a:latin typeface="Arial"/>
              <a:ea typeface="+mn-ea"/>
              <a:cs typeface="+mn-cs"/>
            </a:endParaRPr>
          </a:p>
        </p:txBody>
      </p:sp>
      <p:sp>
        <p:nvSpPr>
          <p:cNvPr id="173" name="Arrow: Pentagon 41">
            <a:extLst>
              <a:ext uri="{FF2B5EF4-FFF2-40B4-BE49-F238E27FC236}">
                <a16:creationId xmlns:a16="http://schemas.microsoft.com/office/drawing/2014/main" id="{6FAEE6BF-7EEB-295E-9FE7-69E6E9711672}"/>
              </a:ext>
            </a:extLst>
          </p:cNvPr>
          <p:cNvSpPr>
            <a:spLocks/>
          </p:cNvSpPr>
          <p:nvPr/>
        </p:nvSpPr>
        <p:spPr>
          <a:xfrm rot="2661900" flipH="1" flipV="1">
            <a:off x="11871293" y="537059"/>
            <a:ext cx="108000" cy="108000"/>
          </a:xfrm>
          <a:prstGeom prst="homePlate">
            <a:avLst>
              <a:gd name="adj" fmla="val 16479"/>
            </a:avLst>
          </a:prstGeom>
          <a:solidFill>
            <a:schemeClr val="accent4"/>
          </a:solidFill>
          <a:ln>
            <a:solidFill>
              <a:schemeClr val="accent4"/>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73505" tIns="173505" rIns="173505" bIns="173505" numCol="1" spcCol="1270" anchor="ctr" anchorCtr="0">
            <a:noAutofit/>
          </a:bodyPr>
          <a:lstStyle/>
          <a:p>
            <a:pPr marL="0" marR="0" lvl="0" indent="0" algn="ctr" defTabSz="1511300" rtl="0" eaLnBrk="1" fontAlgn="auto" latinLnBrk="0" hangingPunct="1">
              <a:lnSpc>
                <a:spcPct val="90000"/>
              </a:lnSpc>
              <a:spcBef>
                <a:spcPct val="0"/>
              </a:spcBef>
              <a:spcAft>
                <a:spcPct val="35000"/>
              </a:spcAft>
              <a:buClrTx/>
              <a:buSzTx/>
              <a:buFontTx/>
              <a:buNone/>
              <a:tabLst/>
              <a:defRPr/>
            </a:pPr>
            <a:endParaRPr kumimoji="0" lang="pt-BR" sz="1600" b="0" i="0" u="none" strike="noStrike" kern="1200" cap="none" spc="0" normalizeH="0" baseline="0" noProof="0">
              <a:ln>
                <a:noFill/>
              </a:ln>
              <a:solidFill>
                <a:prstClr val="white"/>
              </a:solidFill>
              <a:effectLst/>
              <a:uLnTx/>
              <a:uFillTx/>
              <a:latin typeface="Arial"/>
              <a:ea typeface="+mn-ea"/>
              <a:cs typeface="+mn-cs"/>
            </a:endParaRPr>
          </a:p>
        </p:txBody>
      </p:sp>
      <p:sp>
        <p:nvSpPr>
          <p:cNvPr id="174" name="Arrow: Pentagon 41">
            <a:extLst>
              <a:ext uri="{FF2B5EF4-FFF2-40B4-BE49-F238E27FC236}">
                <a16:creationId xmlns:a16="http://schemas.microsoft.com/office/drawing/2014/main" id="{173B96D7-9FEF-5DB1-0830-C4E773EEA27C}"/>
              </a:ext>
            </a:extLst>
          </p:cNvPr>
          <p:cNvSpPr>
            <a:spLocks/>
          </p:cNvSpPr>
          <p:nvPr/>
        </p:nvSpPr>
        <p:spPr>
          <a:xfrm rot="8061900" flipH="1" flipV="1">
            <a:off x="11513327" y="548332"/>
            <a:ext cx="108000" cy="108000"/>
          </a:xfrm>
          <a:prstGeom prst="homePlate">
            <a:avLst>
              <a:gd name="adj" fmla="val 16479"/>
            </a:avLst>
          </a:prstGeom>
          <a:solidFill>
            <a:schemeClr val="accent4"/>
          </a:solidFill>
          <a:ln>
            <a:solidFill>
              <a:schemeClr val="accent4"/>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73505" tIns="173505" rIns="173505" bIns="173505" numCol="1" spcCol="1270" anchor="ctr" anchorCtr="0">
            <a:noAutofit/>
          </a:bodyPr>
          <a:lstStyle/>
          <a:p>
            <a:pPr marL="0" marR="0" lvl="0" indent="0" algn="ctr" defTabSz="1511300" rtl="0" eaLnBrk="1" fontAlgn="auto" latinLnBrk="0" hangingPunct="1">
              <a:lnSpc>
                <a:spcPct val="90000"/>
              </a:lnSpc>
              <a:spcBef>
                <a:spcPct val="0"/>
              </a:spcBef>
              <a:spcAft>
                <a:spcPct val="35000"/>
              </a:spcAft>
              <a:buClrTx/>
              <a:buSzTx/>
              <a:buFontTx/>
              <a:buNone/>
              <a:tabLst/>
              <a:defRPr/>
            </a:pPr>
            <a:endParaRPr kumimoji="0" lang="pt-BR" sz="1600" b="0" i="0" u="none" strike="noStrike" kern="1200" cap="none" spc="0" normalizeH="0" baseline="0" noProof="0">
              <a:ln>
                <a:noFill/>
              </a:ln>
              <a:solidFill>
                <a:prstClr val="white"/>
              </a:solidFill>
              <a:effectLst/>
              <a:uLnTx/>
              <a:uFillTx/>
              <a:latin typeface="Arial"/>
              <a:ea typeface="+mn-ea"/>
              <a:cs typeface="+mn-cs"/>
            </a:endParaRPr>
          </a:p>
        </p:txBody>
      </p:sp>
      <p:sp>
        <p:nvSpPr>
          <p:cNvPr id="175" name="Arrow: Pentagon 41">
            <a:extLst>
              <a:ext uri="{FF2B5EF4-FFF2-40B4-BE49-F238E27FC236}">
                <a16:creationId xmlns:a16="http://schemas.microsoft.com/office/drawing/2014/main" id="{BA3E4C62-3E7F-3BF6-CF3B-DE30E92AFC55}"/>
              </a:ext>
            </a:extLst>
          </p:cNvPr>
          <p:cNvSpPr>
            <a:spLocks/>
          </p:cNvSpPr>
          <p:nvPr/>
        </p:nvSpPr>
        <p:spPr>
          <a:xfrm rot="10800000" flipH="1" flipV="1">
            <a:off x="11459327" y="365710"/>
            <a:ext cx="108000" cy="108000"/>
          </a:xfrm>
          <a:prstGeom prst="homePlate">
            <a:avLst>
              <a:gd name="adj" fmla="val 16479"/>
            </a:avLst>
          </a:prstGeom>
          <a:solidFill>
            <a:schemeClr val="accent4"/>
          </a:solidFill>
          <a:ln>
            <a:solidFill>
              <a:schemeClr val="accent4"/>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73505" tIns="173505" rIns="173505" bIns="173505" numCol="1" spcCol="1270" anchor="ctr" anchorCtr="0">
            <a:noAutofit/>
          </a:bodyPr>
          <a:lstStyle/>
          <a:p>
            <a:pPr marL="0" marR="0" lvl="0" indent="0" algn="ctr" defTabSz="1511300" rtl="0" eaLnBrk="1" fontAlgn="auto" latinLnBrk="0" hangingPunct="1">
              <a:lnSpc>
                <a:spcPct val="90000"/>
              </a:lnSpc>
              <a:spcBef>
                <a:spcPct val="0"/>
              </a:spcBef>
              <a:spcAft>
                <a:spcPct val="35000"/>
              </a:spcAft>
              <a:buClrTx/>
              <a:buSzTx/>
              <a:buFontTx/>
              <a:buNone/>
              <a:tabLst/>
              <a:defRPr/>
            </a:pPr>
            <a:endParaRPr kumimoji="0" lang="pt-BR" sz="1600" b="0" i="0" u="none" strike="noStrike" kern="1200" cap="none" spc="0" normalizeH="0" baseline="0" noProof="0">
              <a:ln>
                <a:noFill/>
              </a:ln>
              <a:solidFill>
                <a:prstClr val="white"/>
              </a:solidFill>
              <a:effectLst/>
              <a:uLnTx/>
              <a:uFillTx/>
              <a:latin typeface="Arial"/>
              <a:ea typeface="+mn-ea"/>
              <a:cs typeface="+mn-cs"/>
            </a:endParaRPr>
          </a:p>
        </p:txBody>
      </p:sp>
      <p:sp>
        <p:nvSpPr>
          <p:cNvPr id="176" name="Arrow: Pentagon 41">
            <a:extLst>
              <a:ext uri="{FF2B5EF4-FFF2-40B4-BE49-F238E27FC236}">
                <a16:creationId xmlns:a16="http://schemas.microsoft.com/office/drawing/2014/main" id="{E415370E-CF27-92C1-9E1F-B27354220888}"/>
              </a:ext>
            </a:extLst>
          </p:cNvPr>
          <p:cNvSpPr>
            <a:spLocks/>
          </p:cNvSpPr>
          <p:nvPr/>
        </p:nvSpPr>
        <p:spPr>
          <a:xfrm rot="5400000" flipH="1" flipV="1">
            <a:off x="11692310" y="609802"/>
            <a:ext cx="108000" cy="108000"/>
          </a:xfrm>
          <a:prstGeom prst="homePlate">
            <a:avLst>
              <a:gd name="adj" fmla="val 16479"/>
            </a:avLst>
          </a:prstGeom>
          <a:solidFill>
            <a:schemeClr val="accent4"/>
          </a:solidFill>
          <a:ln>
            <a:solidFill>
              <a:schemeClr val="accent4"/>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73505" tIns="173505" rIns="173505" bIns="173505" numCol="1" spcCol="1270" anchor="ctr" anchorCtr="0">
            <a:noAutofit/>
          </a:bodyPr>
          <a:lstStyle/>
          <a:p>
            <a:pPr marL="0" marR="0" lvl="0" indent="0" algn="ctr" defTabSz="1511300" rtl="0" eaLnBrk="1" fontAlgn="auto" latinLnBrk="0" hangingPunct="1">
              <a:lnSpc>
                <a:spcPct val="90000"/>
              </a:lnSpc>
              <a:spcBef>
                <a:spcPct val="0"/>
              </a:spcBef>
              <a:spcAft>
                <a:spcPct val="35000"/>
              </a:spcAft>
              <a:buClrTx/>
              <a:buSzTx/>
              <a:buFontTx/>
              <a:buNone/>
              <a:tabLst/>
              <a:defRPr/>
            </a:pPr>
            <a:endParaRPr kumimoji="0" lang="pt-BR" sz="1600" b="0" i="0" u="none" strike="noStrike" kern="1200" cap="none" spc="0" normalizeH="0" baseline="0" noProof="0">
              <a:ln>
                <a:noFill/>
              </a:ln>
              <a:solidFill>
                <a:prstClr val="white"/>
              </a:solidFill>
              <a:effectLst/>
              <a:uLnTx/>
              <a:uFillTx/>
              <a:latin typeface="Arial"/>
              <a:ea typeface="+mn-ea"/>
              <a:cs typeface="+mn-cs"/>
            </a:endParaRPr>
          </a:p>
        </p:txBody>
      </p:sp>
      <p:sp>
        <p:nvSpPr>
          <p:cNvPr id="177" name="Arrow: Pentagon 41">
            <a:extLst>
              <a:ext uri="{FF2B5EF4-FFF2-40B4-BE49-F238E27FC236}">
                <a16:creationId xmlns:a16="http://schemas.microsoft.com/office/drawing/2014/main" id="{F9E01FF9-720A-7FDF-F2F4-70B01CD39CE0}"/>
              </a:ext>
            </a:extLst>
          </p:cNvPr>
          <p:cNvSpPr>
            <a:spLocks/>
          </p:cNvSpPr>
          <p:nvPr/>
        </p:nvSpPr>
        <p:spPr>
          <a:xfrm flipH="1" flipV="1">
            <a:off x="11947656" y="365710"/>
            <a:ext cx="108000" cy="108000"/>
          </a:xfrm>
          <a:prstGeom prst="homePlate">
            <a:avLst>
              <a:gd name="adj" fmla="val 16479"/>
            </a:avLst>
          </a:prstGeom>
          <a:solidFill>
            <a:schemeClr val="accent4"/>
          </a:solidFill>
          <a:ln>
            <a:solidFill>
              <a:schemeClr val="accent4"/>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73505" tIns="173505" rIns="173505" bIns="173505" numCol="1" spcCol="1270" anchor="ctr" anchorCtr="0">
            <a:noAutofit/>
          </a:bodyPr>
          <a:lstStyle/>
          <a:p>
            <a:pPr marL="0" marR="0" lvl="0" indent="0" algn="ctr" defTabSz="1511300" rtl="0" eaLnBrk="1" fontAlgn="auto" latinLnBrk="0" hangingPunct="1">
              <a:lnSpc>
                <a:spcPct val="90000"/>
              </a:lnSpc>
              <a:spcBef>
                <a:spcPct val="0"/>
              </a:spcBef>
              <a:spcAft>
                <a:spcPct val="35000"/>
              </a:spcAft>
              <a:buClrTx/>
              <a:buSzTx/>
              <a:buFontTx/>
              <a:buNone/>
              <a:tabLst/>
              <a:defRPr/>
            </a:pPr>
            <a:endParaRPr kumimoji="0" lang="pt-BR" sz="1600" b="0" i="0" u="none" strike="noStrike" kern="1200" cap="none" spc="0" normalizeH="0" baseline="0" noProof="0">
              <a:ln>
                <a:noFill/>
              </a:ln>
              <a:solidFill>
                <a:prstClr val="white"/>
              </a:solidFill>
              <a:effectLst/>
              <a:uLnTx/>
              <a:uFillTx/>
              <a:latin typeface="Arial"/>
              <a:ea typeface="+mn-ea"/>
              <a:cs typeface="+mn-cs"/>
            </a:endParaRPr>
          </a:p>
        </p:txBody>
      </p:sp>
      <p:pic>
        <p:nvPicPr>
          <p:cNvPr id="178" name="Gráfico 177">
            <a:extLst>
              <a:ext uri="{FF2B5EF4-FFF2-40B4-BE49-F238E27FC236}">
                <a16:creationId xmlns:a16="http://schemas.microsoft.com/office/drawing/2014/main" id="{DAD2D247-0D62-2DCB-288F-56C33EDF3E3D}"/>
              </a:ext>
            </a:extLst>
          </p:cNvPr>
          <p:cNvPicPr>
            <a:picLocks noChangeAspect="1"/>
          </p:cNvPicPr>
          <p:nvPr/>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1587025" y="284367"/>
            <a:ext cx="340932" cy="340932"/>
          </a:xfrm>
          <a:prstGeom prst="rect">
            <a:avLst/>
          </a:prstGeom>
        </p:spPr>
      </p:pic>
      <p:pic>
        <p:nvPicPr>
          <p:cNvPr id="31" name="Imagem 30">
            <a:extLst>
              <a:ext uri="{FF2B5EF4-FFF2-40B4-BE49-F238E27FC236}">
                <a16:creationId xmlns:a16="http://schemas.microsoft.com/office/drawing/2014/main" id="{5A555D52-C18B-FC09-CFEA-1D85B75FF928}"/>
              </a:ext>
            </a:extLst>
          </p:cNvPr>
          <p:cNvPicPr>
            <a:picLocks noChangeAspect="1"/>
          </p:cNvPicPr>
          <p:nvPr/>
        </p:nvPicPr>
        <p:blipFill rotWithShape="1">
          <a:blip r:embed="rId7" cstate="email">
            <a:extLst>
              <a:ext uri="{28A0092B-C50C-407E-A947-70E740481C1C}">
                <a14:useLocalDpi xmlns:a14="http://schemas.microsoft.com/office/drawing/2010/main"/>
              </a:ext>
            </a:extLst>
          </a:blip>
          <a:srcRect/>
          <a:stretch/>
        </p:blipFill>
        <p:spPr>
          <a:xfrm>
            <a:off x="312767" y="1596732"/>
            <a:ext cx="388322" cy="319661"/>
          </a:xfrm>
          <a:prstGeom prst="rect">
            <a:avLst/>
          </a:prstGeom>
          <a:effectLst>
            <a:outerShdw blurRad="63500" sx="102000" sy="102000" algn="ctr" rotWithShape="0">
              <a:prstClr val="black">
                <a:alpha val="40000"/>
              </a:prstClr>
            </a:outerShdw>
          </a:effectLst>
        </p:spPr>
      </p:pic>
      <p:grpSp>
        <p:nvGrpSpPr>
          <p:cNvPr id="91" name="Agrupar 90">
            <a:extLst>
              <a:ext uri="{FF2B5EF4-FFF2-40B4-BE49-F238E27FC236}">
                <a16:creationId xmlns:a16="http://schemas.microsoft.com/office/drawing/2014/main" id="{D0407AB5-640D-4066-9187-05B17C58F51F}"/>
              </a:ext>
            </a:extLst>
          </p:cNvPr>
          <p:cNvGrpSpPr/>
          <p:nvPr/>
        </p:nvGrpSpPr>
        <p:grpSpPr>
          <a:xfrm rot="21180000">
            <a:off x="8093442" y="1193345"/>
            <a:ext cx="2952000" cy="1130822"/>
            <a:chOff x="3367896" y="687168"/>
            <a:chExt cx="1413488" cy="3416300"/>
          </a:xfrm>
          <a:effectLst>
            <a:outerShdw blurRad="50800" dist="38100" dir="18900000" algn="bl" rotWithShape="0">
              <a:prstClr val="black">
                <a:alpha val="40000"/>
              </a:prstClr>
            </a:outerShdw>
          </a:effectLst>
        </p:grpSpPr>
        <p:sp>
          <p:nvSpPr>
            <p:cNvPr id="92" name="Retângulo: Cantos Diagonais Arredondados 91">
              <a:extLst>
                <a:ext uri="{FF2B5EF4-FFF2-40B4-BE49-F238E27FC236}">
                  <a16:creationId xmlns:a16="http://schemas.microsoft.com/office/drawing/2014/main" id="{7DFA03DB-6560-C22C-4CB1-3C2DA0346291}"/>
                </a:ext>
              </a:extLst>
            </p:cNvPr>
            <p:cNvSpPr/>
            <p:nvPr/>
          </p:nvSpPr>
          <p:spPr>
            <a:xfrm rot="5317385">
              <a:off x="2366490" y="1688574"/>
              <a:ext cx="3416300" cy="1413488"/>
            </a:xfrm>
            <a:prstGeom prst="round2DiagRect">
              <a:avLst>
                <a:gd name="adj1" fmla="val 50000"/>
                <a:gd name="adj2" fmla="val 0"/>
              </a:avLst>
            </a:prstGeom>
            <a:solidFill>
              <a:schemeClr val="bg1"/>
            </a:solidFill>
            <a:ln w="3175">
              <a:noFill/>
              <a:miter lim="400000"/>
            </a:ln>
            <a:effectLst>
              <a:outerShdw blurRad="63500" sx="102000" sy="102000" algn="ctr" rotWithShape="0">
                <a:prstClr val="black">
                  <a:alpha val="40000"/>
                </a:prstClr>
              </a:outerShdw>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a:ea typeface="+mn-ea"/>
                <a:cs typeface="+mn-cs"/>
              </a:endParaRPr>
            </a:p>
          </p:txBody>
        </p:sp>
        <p:sp>
          <p:nvSpPr>
            <p:cNvPr id="93" name="Retângulo: Cantos Diagonais Arredondados 92">
              <a:extLst>
                <a:ext uri="{FF2B5EF4-FFF2-40B4-BE49-F238E27FC236}">
                  <a16:creationId xmlns:a16="http://schemas.microsoft.com/office/drawing/2014/main" id="{21A85134-DF14-5148-9057-FAA338BD6AAA}"/>
                </a:ext>
              </a:extLst>
            </p:cNvPr>
            <p:cNvSpPr/>
            <p:nvPr/>
          </p:nvSpPr>
          <p:spPr>
            <a:xfrm rot="5317385">
              <a:off x="2444835" y="1698560"/>
              <a:ext cx="3339618" cy="1319213"/>
            </a:xfrm>
            <a:prstGeom prst="round2DiagRect">
              <a:avLst>
                <a:gd name="adj1" fmla="val 50000"/>
                <a:gd name="adj2" fmla="val 0"/>
              </a:avLst>
            </a:prstGeom>
            <a:solidFill>
              <a:schemeClr val="accent5"/>
            </a:solidFill>
            <a:ln w="3175">
              <a:noFill/>
              <a:miter lim="400000"/>
            </a:ln>
            <a:effectLst>
              <a:outerShdw blurRad="63500" sx="102000" sy="102000" algn="ctr" rotWithShape="0">
                <a:prstClr val="black">
                  <a:alpha val="40000"/>
                </a:prstClr>
              </a:outerShdw>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a:ea typeface="+mn-ea"/>
                <a:cs typeface="+mn-cs"/>
              </a:endParaRPr>
            </a:p>
          </p:txBody>
        </p:sp>
      </p:grpSp>
      <p:sp>
        <p:nvSpPr>
          <p:cNvPr id="192" name="Retângulo 191">
            <a:extLst>
              <a:ext uri="{FF2B5EF4-FFF2-40B4-BE49-F238E27FC236}">
                <a16:creationId xmlns:a16="http://schemas.microsoft.com/office/drawing/2014/main" id="{7389D424-3B2D-2938-F385-167E33D3F23A}"/>
              </a:ext>
            </a:extLst>
          </p:cNvPr>
          <p:cNvSpPr/>
          <p:nvPr/>
        </p:nvSpPr>
        <p:spPr>
          <a:xfrm>
            <a:off x="8333484" y="1562942"/>
            <a:ext cx="2471916" cy="391628"/>
          </a:xfrm>
          <a:prstGeom prst="rect">
            <a:avLst/>
          </a:prstGeom>
          <a:noFill/>
          <a:ln>
            <a:noFill/>
          </a:ln>
        </p:spPr>
        <p:style>
          <a:lnRef idx="2">
            <a:schemeClr val="accent2"/>
          </a:lnRef>
          <a:fillRef idx="1">
            <a:schemeClr val="lt1"/>
          </a:fillRef>
          <a:effectRef idx="0">
            <a:schemeClr val="accent2"/>
          </a:effectRef>
          <a:fontRef idx="minor">
            <a:schemeClr val="dk1"/>
          </a:fontRef>
        </p:style>
        <p:txBody>
          <a:bodyPr lIns="108000" tIns="72000" rIns="108000" bIns="7200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1" u="none" strike="noStrike" kern="1200" cap="none" spc="0" normalizeH="0" baseline="0" noProof="0">
                <a:ln>
                  <a:noFill/>
                </a:ln>
                <a:solidFill>
                  <a:prstClr val="white"/>
                </a:solidFill>
                <a:effectLst/>
                <a:uLnTx/>
                <a:uFillTx/>
                <a:latin typeface="Arial"/>
                <a:ea typeface="+mn-ea"/>
                <a:cs typeface="+mn-cs"/>
              </a:rPr>
              <a:t>Strategic execution</a:t>
            </a:r>
          </a:p>
        </p:txBody>
      </p:sp>
      <p:grpSp>
        <p:nvGrpSpPr>
          <p:cNvPr id="69" name="Agrupar 68">
            <a:extLst>
              <a:ext uri="{FF2B5EF4-FFF2-40B4-BE49-F238E27FC236}">
                <a16:creationId xmlns:a16="http://schemas.microsoft.com/office/drawing/2014/main" id="{9821D06C-0DA1-2EAA-6EC9-9B096C015BDB}"/>
              </a:ext>
            </a:extLst>
          </p:cNvPr>
          <p:cNvGrpSpPr/>
          <p:nvPr/>
        </p:nvGrpSpPr>
        <p:grpSpPr>
          <a:xfrm rot="21180000">
            <a:off x="1088717" y="1193345"/>
            <a:ext cx="2952000" cy="1130822"/>
            <a:chOff x="3377632" y="692918"/>
            <a:chExt cx="1413488" cy="3416300"/>
          </a:xfrm>
        </p:grpSpPr>
        <p:sp>
          <p:nvSpPr>
            <p:cNvPr id="15" name="Retângulo: Cantos Diagonais Arredondados 14">
              <a:extLst>
                <a:ext uri="{FF2B5EF4-FFF2-40B4-BE49-F238E27FC236}">
                  <a16:creationId xmlns:a16="http://schemas.microsoft.com/office/drawing/2014/main" id="{15964AC0-A6B8-4546-3F1D-D5F0451781AF}"/>
                </a:ext>
              </a:extLst>
            </p:cNvPr>
            <p:cNvSpPr/>
            <p:nvPr/>
          </p:nvSpPr>
          <p:spPr>
            <a:xfrm rot="5317385">
              <a:off x="2376226" y="1694324"/>
              <a:ext cx="3416300" cy="1413488"/>
            </a:xfrm>
            <a:prstGeom prst="round2DiagRect">
              <a:avLst>
                <a:gd name="adj1" fmla="val 50000"/>
                <a:gd name="adj2" fmla="val 0"/>
              </a:avLst>
            </a:prstGeom>
            <a:solidFill>
              <a:schemeClr val="bg1"/>
            </a:solidFill>
            <a:ln w="3175">
              <a:noFill/>
              <a:miter lim="400000"/>
            </a:ln>
            <a:effectLst>
              <a:outerShdw blurRad="63500" sx="102000" sy="102000" algn="ctr" rotWithShape="0">
                <a:prstClr val="black">
                  <a:alpha val="40000"/>
                </a:prstClr>
              </a:outerShdw>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prstClr val="white"/>
                </a:solidFill>
                <a:effectLst/>
                <a:uLnTx/>
                <a:uFillTx/>
                <a:latin typeface="Arial"/>
                <a:ea typeface="+mn-ea"/>
                <a:cs typeface="+mn-cs"/>
              </a:endParaRPr>
            </a:p>
          </p:txBody>
        </p:sp>
        <p:sp>
          <p:nvSpPr>
            <p:cNvPr id="68" name="Retângulo: Cantos Diagonais Arredondados 67">
              <a:extLst>
                <a:ext uri="{FF2B5EF4-FFF2-40B4-BE49-F238E27FC236}">
                  <a16:creationId xmlns:a16="http://schemas.microsoft.com/office/drawing/2014/main" id="{FD229755-0FA8-1C08-30D9-EBA13636B43E}"/>
                </a:ext>
              </a:extLst>
            </p:cNvPr>
            <p:cNvSpPr/>
            <p:nvPr/>
          </p:nvSpPr>
          <p:spPr>
            <a:xfrm rot="5317385">
              <a:off x="2456196" y="1705272"/>
              <a:ext cx="3339618" cy="1319213"/>
            </a:xfrm>
            <a:prstGeom prst="round2DiagRect">
              <a:avLst>
                <a:gd name="adj1" fmla="val 50000"/>
                <a:gd name="adj2" fmla="val 0"/>
              </a:avLst>
            </a:prstGeom>
            <a:solidFill>
              <a:schemeClr val="accent1"/>
            </a:solidFill>
            <a:ln w="3175">
              <a:noFill/>
              <a:miter lim="400000"/>
            </a:ln>
            <a:effectLst>
              <a:outerShdw blurRad="63500" sx="102000" sy="102000" algn="ctr" rotWithShape="0">
                <a:prstClr val="black">
                  <a:alpha val="40000"/>
                </a:prstClr>
              </a:outerShdw>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prstClr val="white"/>
                </a:solidFill>
                <a:effectLst/>
                <a:uLnTx/>
                <a:uFillTx/>
                <a:latin typeface="Arial"/>
                <a:ea typeface="+mn-ea"/>
                <a:cs typeface="+mn-cs"/>
              </a:endParaRPr>
            </a:p>
          </p:txBody>
        </p:sp>
      </p:grpSp>
      <p:sp>
        <p:nvSpPr>
          <p:cNvPr id="193" name="Retângulo 192">
            <a:extLst>
              <a:ext uri="{FF2B5EF4-FFF2-40B4-BE49-F238E27FC236}">
                <a16:creationId xmlns:a16="http://schemas.microsoft.com/office/drawing/2014/main" id="{000FE7E1-5634-41EC-2AE7-EAB9EBC50C9A}"/>
              </a:ext>
            </a:extLst>
          </p:cNvPr>
          <p:cNvSpPr/>
          <p:nvPr/>
        </p:nvSpPr>
        <p:spPr>
          <a:xfrm>
            <a:off x="1470440" y="1466369"/>
            <a:ext cx="2188554" cy="584775"/>
          </a:xfrm>
          <a:prstGeom prst="rect">
            <a:avLst/>
          </a:prstGeom>
          <a:noFill/>
        </p:spPr>
        <p:txBody>
          <a:bodyPr wrap="square" rtlCol="0" anchor="ctr" anchorCtr="0">
            <a:spAutoFit/>
          </a:bodyPr>
          <a:lstStyle/>
          <a:p>
            <a:pPr marL="0" marR="0" lvl="0" indent="0" algn="ctr" defTabSz="914400" rtl="0" eaLnBrk="1" fontAlgn="base" latinLnBrk="0" hangingPunct="1">
              <a:lnSpc>
                <a:spcPct val="100000"/>
              </a:lnSpc>
              <a:spcBef>
                <a:spcPts val="0"/>
              </a:spcBef>
              <a:spcAft>
                <a:spcPts val="0"/>
              </a:spcAft>
              <a:buClrTx/>
              <a:buSzTx/>
              <a:buFontTx/>
              <a:buNone/>
              <a:tabLst/>
              <a:defRPr/>
            </a:pPr>
            <a:r>
              <a:rPr kumimoji="0" lang="en-US" sz="1600" b="1" i="1" u="none" strike="noStrike" kern="1200" cap="none" spc="0" normalizeH="0" baseline="0" noProof="0">
                <a:ln>
                  <a:noFill/>
                </a:ln>
                <a:solidFill>
                  <a:srgbClr val="020E66"/>
                </a:solidFill>
                <a:effectLst/>
                <a:uLnTx/>
                <a:uFillTx/>
                <a:latin typeface="Arial"/>
                <a:ea typeface="+mn-ea"/>
                <a:cs typeface="+mn-cs"/>
              </a:rPr>
              <a:t>Strategic assessment</a:t>
            </a:r>
          </a:p>
        </p:txBody>
      </p:sp>
      <p:grpSp>
        <p:nvGrpSpPr>
          <p:cNvPr id="70" name="Agrupar 69">
            <a:extLst>
              <a:ext uri="{FF2B5EF4-FFF2-40B4-BE49-F238E27FC236}">
                <a16:creationId xmlns:a16="http://schemas.microsoft.com/office/drawing/2014/main" id="{63C7EA88-18A4-32CE-71CD-6723E34D26B0}"/>
              </a:ext>
            </a:extLst>
          </p:cNvPr>
          <p:cNvGrpSpPr/>
          <p:nvPr/>
        </p:nvGrpSpPr>
        <p:grpSpPr>
          <a:xfrm rot="21180000">
            <a:off x="4560265" y="1193345"/>
            <a:ext cx="2952000" cy="1130822"/>
            <a:chOff x="3377631" y="692919"/>
            <a:chExt cx="1413488" cy="3416300"/>
          </a:xfrm>
          <a:effectLst>
            <a:outerShdw blurRad="50800" dist="38100" dir="5400000" algn="t" rotWithShape="0">
              <a:prstClr val="black">
                <a:alpha val="40000"/>
              </a:prstClr>
            </a:outerShdw>
          </a:effectLst>
        </p:grpSpPr>
        <p:sp>
          <p:nvSpPr>
            <p:cNvPr id="88" name="Retângulo: Cantos Diagonais Arredondados 87">
              <a:extLst>
                <a:ext uri="{FF2B5EF4-FFF2-40B4-BE49-F238E27FC236}">
                  <a16:creationId xmlns:a16="http://schemas.microsoft.com/office/drawing/2014/main" id="{01A3CFC1-82A3-76C4-C061-1E636F046D81}"/>
                </a:ext>
              </a:extLst>
            </p:cNvPr>
            <p:cNvSpPr/>
            <p:nvPr/>
          </p:nvSpPr>
          <p:spPr>
            <a:xfrm rot="5317385">
              <a:off x="2376225" y="1694325"/>
              <a:ext cx="3416300" cy="1413488"/>
            </a:xfrm>
            <a:prstGeom prst="round2DiagRect">
              <a:avLst>
                <a:gd name="adj1" fmla="val 50000"/>
                <a:gd name="adj2" fmla="val 0"/>
              </a:avLst>
            </a:prstGeom>
            <a:solidFill>
              <a:schemeClr val="bg1"/>
            </a:solidFill>
            <a:ln w="3175">
              <a:noFill/>
              <a:miter lim="400000"/>
            </a:ln>
            <a:effectLst>
              <a:outerShdw blurRad="63500" sx="102000" sy="102000" algn="ctr" rotWithShape="0">
                <a:prstClr val="black">
                  <a:alpha val="40000"/>
                </a:prstClr>
              </a:outerShdw>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prstClr val="white"/>
                </a:solidFill>
                <a:effectLst/>
                <a:uLnTx/>
                <a:uFillTx/>
                <a:latin typeface="Arial"/>
                <a:ea typeface="+mn-ea"/>
                <a:cs typeface="+mn-cs"/>
              </a:endParaRPr>
            </a:p>
          </p:txBody>
        </p:sp>
        <p:sp>
          <p:nvSpPr>
            <p:cNvPr id="89" name="Retângulo: Cantos Diagonais Arredondados 88">
              <a:extLst>
                <a:ext uri="{FF2B5EF4-FFF2-40B4-BE49-F238E27FC236}">
                  <a16:creationId xmlns:a16="http://schemas.microsoft.com/office/drawing/2014/main" id="{7EE91EE3-2D0E-721A-F4C9-6CC7109B43AC}"/>
                </a:ext>
              </a:extLst>
            </p:cNvPr>
            <p:cNvSpPr/>
            <p:nvPr/>
          </p:nvSpPr>
          <p:spPr>
            <a:xfrm rot="5317385">
              <a:off x="2456196" y="1705273"/>
              <a:ext cx="3339618" cy="1319213"/>
            </a:xfrm>
            <a:prstGeom prst="round2DiagRect">
              <a:avLst>
                <a:gd name="adj1" fmla="val 50000"/>
                <a:gd name="adj2" fmla="val 0"/>
              </a:avLst>
            </a:prstGeom>
            <a:solidFill>
              <a:schemeClr val="accent2"/>
            </a:solidFill>
            <a:ln w="3175">
              <a:noFill/>
              <a:miter lim="400000"/>
            </a:ln>
            <a:effectLst>
              <a:outerShdw blurRad="63500" sx="102000" sy="102000" algn="ctr" rotWithShape="0">
                <a:prstClr val="black">
                  <a:alpha val="40000"/>
                </a:prstClr>
              </a:outerShdw>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a:ea typeface="+mn-ea"/>
                <a:cs typeface="+mn-cs"/>
              </a:endParaRPr>
            </a:p>
          </p:txBody>
        </p:sp>
      </p:grpSp>
      <p:sp>
        <p:nvSpPr>
          <p:cNvPr id="194" name="Retângulo 193">
            <a:extLst>
              <a:ext uri="{FF2B5EF4-FFF2-40B4-BE49-F238E27FC236}">
                <a16:creationId xmlns:a16="http://schemas.microsoft.com/office/drawing/2014/main" id="{B5662B95-9865-87B5-3DA9-8F795F33E153}"/>
              </a:ext>
            </a:extLst>
          </p:cNvPr>
          <p:cNvSpPr/>
          <p:nvPr/>
        </p:nvSpPr>
        <p:spPr>
          <a:xfrm>
            <a:off x="4743240" y="1562942"/>
            <a:ext cx="2586051" cy="391628"/>
          </a:xfrm>
          <a:prstGeom prst="rect">
            <a:avLst/>
          </a:prstGeom>
          <a:noFill/>
          <a:ln>
            <a:noFill/>
          </a:ln>
        </p:spPr>
        <p:style>
          <a:lnRef idx="2">
            <a:schemeClr val="accent2"/>
          </a:lnRef>
          <a:fillRef idx="1">
            <a:schemeClr val="lt1"/>
          </a:fillRef>
          <a:effectRef idx="0">
            <a:schemeClr val="accent2"/>
          </a:effectRef>
          <a:fontRef idx="minor">
            <a:schemeClr val="dk1"/>
          </a:fontRef>
        </p:style>
        <p:txBody>
          <a:bodyPr lIns="108000" tIns="72000" rIns="108000" bIns="7200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1" u="none" strike="noStrike" kern="1200" cap="none" spc="0" normalizeH="0" baseline="0" noProof="0">
                <a:ln>
                  <a:noFill/>
                </a:ln>
                <a:solidFill>
                  <a:prstClr val="white"/>
                </a:solidFill>
                <a:effectLst/>
                <a:uLnTx/>
                <a:uFillTx/>
                <a:latin typeface="Arial"/>
                <a:ea typeface="+mn-ea"/>
                <a:cs typeface="+mn-cs"/>
              </a:rPr>
              <a:t>Strategic formulation</a:t>
            </a:r>
          </a:p>
        </p:txBody>
      </p:sp>
      <p:grpSp>
        <p:nvGrpSpPr>
          <p:cNvPr id="244" name="Agrupar 243">
            <a:extLst>
              <a:ext uri="{FF2B5EF4-FFF2-40B4-BE49-F238E27FC236}">
                <a16:creationId xmlns:a16="http://schemas.microsoft.com/office/drawing/2014/main" id="{65A6501A-FDC6-D13E-BBC6-401B20E5FD32}"/>
              </a:ext>
            </a:extLst>
          </p:cNvPr>
          <p:cNvGrpSpPr/>
          <p:nvPr/>
        </p:nvGrpSpPr>
        <p:grpSpPr>
          <a:xfrm>
            <a:off x="1017830" y="2648569"/>
            <a:ext cx="3095326" cy="2604519"/>
            <a:chOff x="286112" y="2656705"/>
            <a:chExt cx="3095326" cy="2604519"/>
          </a:xfrm>
        </p:grpSpPr>
        <p:sp>
          <p:nvSpPr>
            <p:cNvPr id="165" name="Retângulo: Cantos Arredondados 164">
              <a:extLst>
                <a:ext uri="{FF2B5EF4-FFF2-40B4-BE49-F238E27FC236}">
                  <a16:creationId xmlns:a16="http://schemas.microsoft.com/office/drawing/2014/main" id="{B471F1CB-F962-0687-9DFD-CD72C24CBF5D}"/>
                </a:ext>
              </a:extLst>
            </p:cNvPr>
            <p:cNvSpPr>
              <a:spLocks/>
            </p:cNvSpPr>
            <p:nvPr/>
          </p:nvSpPr>
          <p:spPr>
            <a:xfrm flipH="1">
              <a:off x="286112" y="3335977"/>
              <a:ext cx="3095326" cy="566704"/>
            </a:xfrm>
            <a:prstGeom prst="roundRect">
              <a:avLst>
                <a:gd name="adj" fmla="val 7405"/>
              </a:avLst>
            </a:prstGeom>
            <a:noFill/>
            <a:ln w="3175">
              <a:solidFill>
                <a:schemeClr val="accent1"/>
              </a:solidFill>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prstClr val="white"/>
                </a:solidFill>
                <a:effectLst/>
                <a:uLnTx/>
                <a:uFillTx/>
                <a:latin typeface="Arial"/>
                <a:ea typeface="+mn-ea"/>
                <a:cs typeface="+mn-cs"/>
              </a:endParaRPr>
            </a:p>
          </p:txBody>
        </p:sp>
        <p:sp>
          <p:nvSpPr>
            <p:cNvPr id="42" name="Rectangle 102">
              <a:extLst>
                <a:ext uri="{FF2B5EF4-FFF2-40B4-BE49-F238E27FC236}">
                  <a16:creationId xmlns:a16="http://schemas.microsoft.com/office/drawing/2014/main" id="{A4B427EC-8075-D48D-FA02-06932AD081CA}"/>
                </a:ext>
              </a:extLst>
            </p:cNvPr>
            <p:cNvSpPr>
              <a:spLocks/>
            </p:cNvSpPr>
            <p:nvPr/>
          </p:nvSpPr>
          <p:spPr>
            <a:xfrm>
              <a:off x="1100103" y="3416196"/>
              <a:ext cx="1856896" cy="406267"/>
            </a:xfrm>
            <a:prstGeom prst="roundRect">
              <a:avLst>
                <a:gd name="adj" fmla="val 0"/>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lIns="108000" tIns="36000" rIns="36000" bIns="36000" rtlCol="0" anchor="ctr" anchorCtr="0">
              <a:no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pt-BR" sz="1400" b="0" i="0" u="none" strike="noStrike" kern="1200" cap="none" spc="0" normalizeH="0" baseline="0" noProof="0">
                  <a:ln>
                    <a:noFill/>
                  </a:ln>
                  <a:solidFill>
                    <a:srgbClr val="071C25"/>
                  </a:solidFill>
                  <a:effectLst/>
                  <a:uLnTx/>
                  <a:uFillTx/>
                  <a:latin typeface="Arial"/>
                  <a:ea typeface="+mn-ea"/>
                  <a:cs typeface="+mn-cs"/>
                </a:rPr>
                <a:t>Radar de tendências</a:t>
              </a:r>
            </a:p>
          </p:txBody>
        </p:sp>
        <p:sp>
          <p:nvSpPr>
            <p:cNvPr id="162" name="Retângulo: Cantos Arredondados 161">
              <a:extLst>
                <a:ext uri="{FF2B5EF4-FFF2-40B4-BE49-F238E27FC236}">
                  <a16:creationId xmlns:a16="http://schemas.microsoft.com/office/drawing/2014/main" id="{C53BBE9D-EC4F-6A4A-5523-26DB83D34CD9}"/>
                </a:ext>
              </a:extLst>
            </p:cNvPr>
            <p:cNvSpPr>
              <a:spLocks/>
            </p:cNvSpPr>
            <p:nvPr/>
          </p:nvSpPr>
          <p:spPr>
            <a:xfrm flipH="1">
              <a:off x="286112" y="2656705"/>
              <a:ext cx="3095326" cy="566704"/>
            </a:xfrm>
            <a:prstGeom prst="roundRect">
              <a:avLst>
                <a:gd name="adj" fmla="val 7405"/>
              </a:avLst>
            </a:prstGeom>
            <a:noFill/>
            <a:ln w="3175">
              <a:solidFill>
                <a:schemeClr val="accent1"/>
              </a:solidFill>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prstClr val="white"/>
                </a:solidFill>
                <a:effectLst/>
                <a:uLnTx/>
                <a:uFillTx/>
                <a:latin typeface="Arial"/>
                <a:ea typeface="+mn-ea"/>
                <a:cs typeface="+mn-cs"/>
              </a:endParaRPr>
            </a:p>
          </p:txBody>
        </p:sp>
        <p:sp>
          <p:nvSpPr>
            <p:cNvPr id="12" name="Rectangle 102">
              <a:extLst>
                <a:ext uri="{FF2B5EF4-FFF2-40B4-BE49-F238E27FC236}">
                  <a16:creationId xmlns:a16="http://schemas.microsoft.com/office/drawing/2014/main" id="{E1DFCBD2-B2A5-5725-67F0-B435027052B6}"/>
                </a:ext>
              </a:extLst>
            </p:cNvPr>
            <p:cNvSpPr>
              <a:spLocks/>
            </p:cNvSpPr>
            <p:nvPr/>
          </p:nvSpPr>
          <p:spPr>
            <a:xfrm>
              <a:off x="1100103" y="2753109"/>
              <a:ext cx="2258648" cy="406267"/>
            </a:xfrm>
            <a:prstGeom prst="roundRect">
              <a:avLst>
                <a:gd name="adj" fmla="val 0"/>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lIns="108000" tIns="36000" rIns="36000" bIns="36000" rtlCol="0" anchor="ctr" anchorCtr="0">
              <a:no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pt-BR" sz="1400" b="0" i="0" u="none" strike="noStrike" kern="1200" cap="none" spc="0" normalizeH="0" baseline="0" noProof="0">
                  <a:ln>
                    <a:noFill/>
                  </a:ln>
                  <a:solidFill>
                    <a:srgbClr val="071C25"/>
                  </a:solidFill>
                  <a:effectLst/>
                  <a:uLnTx/>
                  <a:uFillTx/>
                  <a:latin typeface="Arial"/>
                  <a:ea typeface="+mn-ea"/>
                  <a:cs typeface="+mn-cs"/>
                </a:rPr>
                <a:t>Avaliação do </a:t>
              </a:r>
              <a:r>
                <a:rPr kumimoji="0" lang="pt-BR" sz="1400" b="0" i="1" u="none" strike="noStrike" kern="1200" cap="none" spc="0" normalizeH="0" baseline="0" noProof="0">
                  <a:ln>
                    <a:noFill/>
                  </a:ln>
                  <a:solidFill>
                    <a:srgbClr val="071C25"/>
                  </a:solidFill>
                  <a:effectLst/>
                  <a:uLnTx/>
                  <a:uFillTx/>
                  <a:latin typeface="Arial"/>
                  <a:ea typeface="+mn-ea"/>
                  <a:cs typeface="+mn-cs"/>
                </a:rPr>
                <a:t>full potential</a:t>
              </a:r>
            </a:p>
          </p:txBody>
        </p:sp>
        <p:sp>
          <p:nvSpPr>
            <p:cNvPr id="168" name="Retângulo: Cantos Arredondados 167">
              <a:extLst>
                <a:ext uri="{FF2B5EF4-FFF2-40B4-BE49-F238E27FC236}">
                  <a16:creationId xmlns:a16="http://schemas.microsoft.com/office/drawing/2014/main" id="{0EE52754-2ABA-F636-AF9C-5FBC2C6E2482}"/>
                </a:ext>
              </a:extLst>
            </p:cNvPr>
            <p:cNvSpPr>
              <a:spLocks/>
            </p:cNvSpPr>
            <p:nvPr/>
          </p:nvSpPr>
          <p:spPr>
            <a:xfrm flipH="1">
              <a:off x="286112" y="4015248"/>
              <a:ext cx="3095326" cy="566704"/>
            </a:xfrm>
            <a:prstGeom prst="roundRect">
              <a:avLst>
                <a:gd name="adj" fmla="val 7405"/>
              </a:avLst>
            </a:prstGeom>
            <a:noFill/>
            <a:ln w="3175">
              <a:solidFill>
                <a:schemeClr val="accent1"/>
              </a:solidFill>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prstClr val="white"/>
                </a:solidFill>
                <a:effectLst/>
                <a:uLnTx/>
                <a:uFillTx/>
                <a:latin typeface="Arial"/>
                <a:ea typeface="+mn-ea"/>
                <a:cs typeface="+mn-cs"/>
              </a:endParaRPr>
            </a:p>
          </p:txBody>
        </p:sp>
        <p:sp>
          <p:nvSpPr>
            <p:cNvPr id="13" name="Rectangle 102">
              <a:extLst>
                <a:ext uri="{FF2B5EF4-FFF2-40B4-BE49-F238E27FC236}">
                  <a16:creationId xmlns:a16="http://schemas.microsoft.com/office/drawing/2014/main" id="{7780D6F8-A7B3-9CDD-01E4-7B444EF880D0}"/>
                </a:ext>
              </a:extLst>
            </p:cNvPr>
            <p:cNvSpPr>
              <a:spLocks/>
            </p:cNvSpPr>
            <p:nvPr/>
          </p:nvSpPr>
          <p:spPr>
            <a:xfrm>
              <a:off x="1100103" y="4095467"/>
              <a:ext cx="1856896" cy="406267"/>
            </a:xfrm>
            <a:prstGeom prst="roundRect">
              <a:avLst>
                <a:gd name="adj" fmla="val 0"/>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lIns="108000" tIns="36000" rIns="36000" bIns="36000" rtlCol="0" anchor="ctr" anchorCtr="0">
              <a:no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pt-BR" sz="1400" b="0" i="0" u="none" strike="noStrike" kern="1200" cap="none" spc="0" normalizeH="0" baseline="0" noProof="0">
                  <a:ln>
                    <a:noFill/>
                  </a:ln>
                  <a:solidFill>
                    <a:srgbClr val="071C25"/>
                  </a:solidFill>
                  <a:effectLst/>
                  <a:uLnTx/>
                  <a:uFillTx/>
                  <a:latin typeface="Arial"/>
                  <a:ea typeface="+mn-ea"/>
                  <a:cs typeface="+mn-cs"/>
                </a:rPr>
                <a:t>Análise de mercado</a:t>
              </a:r>
            </a:p>
          </p:txBody>
        </p:sp>
        <p:sp>
          <p:nvSpPr>
            <p:cNvPr id="181" name="Retângulo: Cantos Arredondados 180">
              <a:extLst>
                <a:ext uri="{FF2B5EF4-FFF2-40B4-BE49-F238E27FC236}">
                  <a16:creationId xmlns:a16="http://schemas.microsoft.com/office/drawing/2014/main" id="{B6B33E10-F84C-7FAB-C90F-56E6AB9C34C5}"/>
                </a:ext>
              </a:extLst>
            </p:cNvPr>
            <p:cNvSpPr>
              <a:spLocks/>
            </p:cNvSpPr>
            <p:nvPr/>
          </p:nvSpPr>
          <p:spPr>
            <a:xfrm flipH="1">
              <a:off x="286112" y="4694520"/>
              <a:ext cx="3095326" cy="566704"/>
            </a:xfrm>
            <a:prstGeom prst="roundRect">
              <a:avLst>
                <a:gd name="adj" fmla="val 7405"/>
              </a:avLst>
            </a:prstGeom>
            <a:noFill/>
            <a:ln w="3175">
              <a:solidFill>
                <a:schemeClr val="accent1"/>
              </a:solidFill>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prstClr val="white"/>
                </a:solidFill>
                <a:effectLst/>
                <a:uLnTx/>
                <a:uFillTx/>
                <a:latin typeface="Arial"/>
                <a:ea typeface="+mn-ea"/>
                <a:cs typeface="+mn-cs"/>
              </a:endParaRPr>
            </a:p>
          </p:txBody>
        </p:sp>
        <p:sp>
          <p:nvSpPr>
            <p:cNvPr id="14" name="Rectangle 102">
              <a:extLst>
                <a:ext uri="{FF2B5EF4-FFF2-40B4-BE49-F238E27FC236}">
                  <a16:creationId xmlns:a16="http://schemas.microsoft.com/office/drawing/2014/main" id="{2A5AD7FB-2CAE-BE9E-F2F2-97467B3932BB}"/>
                </a:ext>
              </a:extLst>
            </p:cNvPr>
            <p:cNvSpPr>
              <a:spLocks/>
            </p:cNvSpPr>
            <p:nvPr/>
          </p:nvSpPr>
          <p:spPr>
            <a:xfrm>
              <a:off x="1100103" y="4774739"/>
              <a:ext cx="2128186" cy="406267"/>
            </a:xfrm>
            <a:prstGeom prst="roundRect">
              <a:avLst>
                <a:gd name="adj" fmla="val 0"/>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lIns="108000" tIns="36000" rIns="36000" bIns="36000" rtlCol="0" anchor="ctr" anchorCtr="0">
              <a:no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pt-BR" sz="1400" b="0" i="0" u="none" strike="noStrike" kern="1200" cap="none" spc="0" normalizeH="0" baseline="0" noProof="0">
                  <a:ln>
                    <a:noFill/>
                  </a:ln>
                  <a:solidFill>
                    <a:srgbClr val="071C25"/>
                  </a:solidFill>
                  <a:effectLst/>
                  <a:uLnTx/>
                  <a:uFillTx/>
                  <a:latin typeface="Arial"/>
                  <a:ea typeface="+mn-ea"/>
                  <a:cs typeface="+mn-cs"/>
                </a:rPr>
                <a:t>Construção de cenários futuros </a:t>
              </a:r>
            </a:p>
          </p:txBody>
        </p:sp>
        <p:pic>
          <p:nvPicPr>
            <p:cNvPr id="207" name="Gráfico 206">
              <a:extLst>
                <a:ext uri="{FF2B5EF4-FFF2-40B4-BE49-F238E27FC236}">
                  <a16:creationId xmlns:a16="http://schemas.microsoft.com/office/drawing/2014/main" id="{1992BF55-5C62-213B-5A04-83C626609413}"/>
                </a:ext>
              </a:extLst>
            </p:cNvPr>
            <p:cNvPicPr>
              <a:picLocks noChangeAspect="1"/>
            </p:cNvPicPr>
            <p:nvPr/>
          </p:nvPicPr>
          <p:blipFill rotWithShape="1">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rcRect b="17813"/>
            <a:stretch/>
          </p:blipFill>
          <p:spPr>
            <a:xfrm>
              <a:off x="409873" y="4716124"/>
              <a:ext cx="609820" cy="501187"/>
            </a:xfrm>
            <a:prstGeom prst="rect">
              <a:avLst/>
            </a:prstGeom>
          </p:spPr>
        </p:pic>
        <p:pic>
          <p:nvPicPr>
            <p:cNvPr id="209" name="Gráfico 208">
              <a:extLst>
                <a:ext uri="{FF2B5EF4-FFF2-40B4-BE49-F238E27FC236}">
                  <a16:creationId xmlns:a16="http://schemas.microsoft.com/office/drawing/2014/main" id="{F505FBB1-3D20-ACB1-B803-BD4E7055F68C}"/>
                </a:ext>
              </a:extLst>
            </p:cNvPr>
            <p:cNvPicPr>
              <a:picLocks noChangeAspect="1"/>
            </p:cNvPicPr>
            <p:nvPr/>
          </p:nvPicPr>
          <p:blipFill rotWithShape="1">
            <a:blip r:embed="rId10" cstate="email">
              <a:extLst>
                <a:ext uri="{28A0092B-C50C-407E-A947-70E740481C1C}">
                  <a14:useLocalDpi xmlns:a14="http://schemas.microsoft.com/office/drawing/2010/main"/>
                </a:ext>
                <a:ext uri="{96DAC541-7B7A-43D3-8B79-37D633B846F1}">
                  <asvg:svgBlip xmlns:asvg="http://schemas.microsoft.com/office/drawing/2016/SVG/main" r:embed="rId11"/>
                </a:ext>
              </a:extLst>
            </a:blip>
            <a:srcRect b="18396"/>
            <a:stretch/>
          </p:blipFill>
          <p:spPr>
            <a:xfrm>
              <a:off x="412211" y="4051983"/>
              <a:ext cx="605145" cy="493824"/>
            </a:xfrm>
            <a:prstGeom prst="rect">
              <a:avLst/>
            </a:prstGeom>
          </p:spPr>
        </p:pic>
        <p:pic>
          <p:nvPicPr>
            <p:cNvPr id="211" name="Gráfico 210">
              <a:extLst>
                <a:ext uri="{FF2B5EF4-FFF2-40B4-BE49-F238E27FC236}">
                  <a16:creationId xmlns:a16="http://schemas.microsoft.com/office/drawing/2014/main" id="{2DB36AB5-62EA-7481-41D2-E9BC037240BA}"/>
                </a:ext>
              </a:extLst>
            </p:cNvPr>
            <p:cNvPicPr>
              <a:picLocks noChangeAspect="1"/>
            </p:cNvPicPr>
            <p:nvPr/>
          </p:nvPicPr>
          <p:blipFill rotWithShape="1">
            <a:blip r:embed="rId12" cstate="email">
              <a:extLst>
                <a:ext uri="{28A0092B-C50C-407E-A947-70E740481C1C}">
                  <a14:useLocalDpi xmlns:a14="http://schemas.microsoft.com/office/drawing/2010/main"/>
                </a:ext>
                <a:ext uri="{96DAC541-7B7A-43D3-8B79-37D633B846F1}">
                  <asvg:svgBlip xmlns:asvg="http://schemas.microsoft.com/office/drawing/2016/SVG/main" r:embed="rId13"/>
                </a:ext>
              </a:extLst>
            </a:blip>
            <a:srcRect t="2106" b="22693"/>
            <a:stretch/>
          </p:blipFill>
          <p:spPr>
            <a:xfrm>
              <a:off x="357564" y="3344406"/>
              <a:ext cx="714438" cy="537259"/>
            </a:xfrm>
            <a:prstGeom prst="rect">
              <a:avLst/>
            </a:prstGeom>
          </p:spPr>
        </p:pic>
        <p:pic>
          <p:nvPicPr>
            <p:cNvPr id="213" name="Gráfico 212">
              <a:extLst>
                <a:ext uri="{FF2B5EF4-FFF2-40B4-BE49-F238E27FC236}">
                  <a16:creationId xmlns:a16="http://schemas.microsoft.com/office/drawing/2014/main" id="{4AADE869-62F7-C933-1679-7C2B56B6B1BB}"/>
                </a:ext>
              </a:extLst>
            </p:cNvPr>
            <p:cNvPicPr>
              <a:picLocks noChangeAspect="1"/>
            </p:cNvPicPr>
            <p:nvPr/>
          </p:nvPicPr>
          <p:blipFill rotWithShape="1">
            <a:blip r:embed="rId14" cstate="email">
              <a:extLst>
                <a:ext uri="{28A0092B-C50C-407E-A947-70E740481C1C}">
                  <a14:useLocalDpi xmlns:a14="http://schemas.microsoft.com/office/drawing/2010/main"/>
                </a:ext>
                <a:ext uri="{96DAC541-7B7A-43D3-8B79-37D633B846F1}">
                  <asvg:svgBlip xmlns:asvg="http://schemas.microsoft.com/office/drawing/2016/SVG/main" r:embed="rId15"/>
                </a:ext>
              </a:extLst>
            </a:blip>
            <a:srcRect b="16417"/>
            <a:stretch/>
          </p:blipFill>
          <p:spPr>
            <a:xfrm>
              <a:off x="409882" y="2685774"/>
              <a:ext cx="609802" cy="509692"/>
            </a:xfrm>
            <a:prstGeom prst="rect">
              <a:avLst/>
            </a:prstGeom>
          </p:spPr>
        </p:pic>
      </p:grpSp>
      <p:grpSp>
        <p:nvGrpSpPr>
          <p:cNvPr id="245" name="Agrupar 244">
            <a:extLst>
              <a:ext uri="{FF2B5EF4-FFF2-40B4-BE49-F238E27FC236}">
                <a16:creationId xmlns:a16="http://schemas.microsoft.com/office/drawing/2014/main" id="{2648B078-36B0-354F-9D16-0C4143675584}"/>
              </a:ext>
            </a:extLst>
          </p:cNvPr>
          <p:cNvGrpSpPr/>
          <p:nvPr/>
        </p:nvGrpSpPr>
        <p:grpSpPr>
          <a:xfrm>
            <a:off x="4426235" y="2648569"/>
            <a:ext cx="3220061" cy="2604519"/>
            <a:chOff x="4183449" y="2656705"/>
            <a:chExt cx="3220061" cy="2604519"/>
          </a:xfrm>
        </p:grpSpPr>
        <p:grpSp>
          <p:nvGrpSpPr>
            <p:cNvPr id="242" name="Agrupar 241">
              <a:extLst>
                <a:ext uri="{FF2B5EF4-FFF2-40B4-BE49-F238E27FC236}">
                  <a16:creationId xmlns:a16="http://schemas.microsoft.com/office/drawing/2014/main" id="{80DB69C4-B0CF-0BE6-6D98-C0CCF7DBA645}"/>
                </a:ext>
              </a:extLst>
            </p:cNvPr>
            <p:cNvGrpSpPr/>
            <p:nvPr/>
          </p:nvGrpSpPr>
          <p:grpSpPr>
            <a:xfrm>
              <a:off x="4183449" y="4015248"/>
              <a:ext cx="3220061" cy="566704"/>
              <a:chOff x="4183449" y="4015248"/>
              <a:chExt cx="3220061" cy="566704"/>
            </a:xfrm>
          </p:grpSpPr>
          <p:sp>
            <p:nvSpPr>
              <p:cNvPr id="169" name="Retângulo: Cantos Arredondados 168">
                <a:extLst>
                  <a:ext uri="{FF2B5EF4-FFF2-40B4-BE49-F238E27FC236}">
                    <a16:creationId xmlns:a16="http://schemas.microsoft.com/office/drawing/2014/main" id="{9EA697FE-B49B-0307-2666-FAB74A5B4F34}"/>
                  </a:ext>
                </a:extLst>
              </p:cNvPr>
              <p:cNvSpPr>
                <a:spLocks/>
              </p:cNvSpPr>
              <p:nvPr/>
            </p:nvSpPr>
            <p:spPr>
              <a:xfrm flipH="1">
                <a:off x="4183449" y="4015248"/>
                <a:ext cx="3220061" cy="566704"/>
              </a:xfrm>
              <a:prstGeom prst="roundRect">
                <a:avLst>
                  <a:gd name="adj" fmla="val 7405"/>
                </a:avLst>
              </a:prstGeom>
              <a:solidFill>
                <a:schemeClr val="bg2"/>
              </a:solidFill>
              <a:ln w="3175">
                <a:solidFill>
                  <a:schemeClr val="accent2"/>
                </a:solidFill>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prstClr val="white"/>
                  </a:solidFill>
                  <a:effectLst/>
                  <a:uLnTx/>
                  <a:uFillTx/>
                  <a:latin typeface="Arial"/>
                  <a:ea typeface="+mn-ea"/>
                  <a:cs typeface="+mn-cs"/>
                </a:endParaRPr>
              </a:p>
            </p:txBody>
          </p:sp>
          <p:sp>
            <p:nvSpPr>
              <p:cNvPr id="18" name="Rectangle 162">
                <a:extLst>
                  <a:ext uri="{FF2B5EF4-FFF2-40B4-BE49-F238E27FC236}">
                    <a16:creationId xmlns:a16="http://schemas.microsoft.com/office/drawing/2014/main" id="{6C775B2A-BABE-A861-7829-F0F15A82C82C}"/>
                  </a:ext>
                </a:extLst>
              </p:cNvPr>
              <p:cNvSpPr>
                <a:spLocks/>
              </p:cNvSpPr>
              <p:nvPr/>
            </p:nvSpPr>
            <p:spPr>
              <a:xfrm>
                <a:off x="4998350" y="4095467"/>
                <a:ext cx="2309809" cy="406267"/>
              </a:xfrm>
              <a:prstGeom prst="round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lIns="108000" tIns="36000" rIns="36000" bIns="36000" rtlCol="0" anchor="ctr" anchorCtr="0">
                <a:no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pt-BR" sz="1400" b="0" i="1" u="none" strike="noStrike" kern="1200" cap="none" spc="0" normalizeH="0" baseline="0" noProof="0">
                    <a:ln>
                      <a:noFill/>
                    </a:ln>
                    <a:solidFill>
                      <a:srgbClr val="071C25"/>
                    </a:solidFill>
                    <a:effectLst/>
                    <a:uLnTx/>
                    <a:uFillTx/>
                    <a:latin typeface="Arial"/>
                    <a:ea typeface="+mn-ea"/>
                    <a:cs typeface="+mn-cs"/>
                  </a:rPr>
                  <a:t>Open strategy / Nightmare competitor</a:t>
                </a:r>
              </a:p>
            </p:txBody>
          </p:sp>
          <p:pic>
            <p:nvPicPr>
              <p:cNvPr id="215" name="Gráfico 214">
                <a:extLst>
                  <a:ext uri="{FF2B5EF4-FFF2-40B4-BE49-F238E27FC236}">
                    <a16:creationId xmlns:a16="http://schemas.microsoft.com/office/drawing/2014/main" id="{E01CDD70-7B1F-791B-0B77-3FB64BA7E125}"/>
                  </a:ext>
                </a:extLst>
              </p:cNvPr>
              <p:cNvPicPr>
                <a:picLocks noChangeAspect="1"/>
              </p:cNvPicPr>
              <p:nvPr/>
            </p:nvPicPr>
            <p:blipFill rotWithShape="1">
              <a:blip r:embed="rId16" cstate="email">
                <a:extLst>
                  <a:ext uri="{28A0092B-C50C-407E-A947-70E740481C1C}">
                    <a14:useLocalDpi xmlns:a14="http://schemas.microsoft.com/office/drawing/2010/main"/>
                  </a:ext>
                  <a:ext uri="{96DAC541-7B7A-43D3-8B79-37D633B846F1}">
                    <asvg:svgBlip xmlns:asvg="http://schemas.microsoft.com/office/drawing/2016/SVG/main" r:embed="rId17"/>
                  </a:ext>
                </a:extLst>
              </a:blip>
              <a:srcRect b="17733"/>
              <a:stretch/>
            </p:blipFill>
            <p:spPr>
              <a:xfrm>
                <a:off x="4323404" y="4082992"/>
                <a:ext cx="559274" cy="460098"/>
              </a:xfrm>
              <a:prstGeom prst="rect">
                <a:avLst/>
              </a:prstGeom>
            </p:spPr>
          </p:pic>
        </p:grpSp>
        <p:grpSp>
          <p:nvGrpSpPr>
            <p:cNvPr id="241" name="Agrupar 240">
              <a:extLst>
                <a:ext uri="{FF2B5EF4-FFF2-40B4-BE49-F238E27FC236}">
                  <a16:creationId xmlns:a16="http://schemas.microsoft.com/office/drawing/2014/main" id="{01B27B60-EA5A-B85F-5C48-FA939B01B684}"/>
                </a:ext>
              </a:extLst>
            </p:cNvPr>
            <p:cNvGrpSpPr/>
            <p:nvPr/>
          </p:nvGrpSpPr>
          <p:grpSpPr>
            <a:xfrm>
              <a:off x="4183449" y="3335977"/>
              <a:ext cx="3220061" cy="566704"/>
              <a:chOff x="4183449" y="3335977"/>
              <a:chExt cx="3220061" cy="566704"/>
            </a:xfrm>
          </p:grpSpPr>
          <p:sp>
            <p:nvSpPr>
              <p:cNvPr id="166" name="Retângulo: Cantos Arredondados 165">
                <a:extLst>
                  <a:ext uri="{FF2B5EF4-FFF2-40B4-BE49-F238E27FC236}">
                    <a16:creationId xmlns:a16="http://schemas.microsoft.com/office/drawing/2014/main" id="{9079BFAD-65C6-E039-53BA-C103A2838A95}"/>
                  </a:ext>
                </a:extLst>
              </p:cNvPr>
              <p:cNvSpPr>
                <a:spLocks/>
              </p:cNvSpPr>
              <p:nvPr/>
            </p:nvSpPr>
            <p:spPr>
              <a:xfrm flipH="1">
                <a:off x="4183449" y="3335977"/>
                <a:ext cx="3220061" cy="566704"/>
              </a:xfrm>
              <a:prstGeom prst="roundRect">
                <a:avLst>
                  <a:gd name="adj" fmla="val 7405"/>
                </a:avLst>
              </a:prstGeom>
              <a:solidFill>
                <a:schemeClr val="bg2"/>
              </a:solidFill>
              <a:ln w="3175">
                <a:solidFill>
                  <a:schemeClr val="accent2"/>
                </a:solidFill>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prstClr val="white"/>
                  </a:solidFill>
                  <a:effectLst/>
                  <a:uLnTx/>
                  <a:uFillTx/>
                  <a:latin typeface="Arial"/>
                  <a:ea typeface="+mn-ea"/>
                  <a:cs typeface="+mn-cs"/>
                </a:endParaRPr>
              </a:p>
            </p:txBody>
          </p:sp>
          <p:sp>
            <p:nvSpPr>
              <p:cNvPr id="16" name="Rectangle 162">
                <a:extLst>
                  <a:ext uri="{FF2B5EF4-FFF2-40B4-BE49-F238E27FC236}">
                    <a16:creationId xmlns:a16="http://schemas.microsoft.com/office/drawing/2014/main" id="{2CE1FC78-5883-0813-B0DC-D63AF47E39D0}"/>
                  </a:ext>
                </a:extLst>
              </p:cNvPr>
              <p:cNvSpPr>
                <a:spLocks/>
              </p:cNvSpPr>
              <p:nvPr/>
            </p:nvSpPr>
            <p:spPr>
              <a:xfrm>
                <a:off x="4998351" y="3416196"/>
                <a:ext cx="1856896" cy="406267"/>
              </a:xfrm>
              <a:prstGeom prst="round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lIns="108000" tIns="36000" rIns="36000" bIns="36000" rtlCol="0" anchor="ctr" anchorCtr="0">
                <a:no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pt-BR" sz="1400" b="0" i="1" u="none" strike="noStrike" kern="1200" cap="none" spc="0" normalizeH="0" baseline="0" noProof="0">
                    <a:ln>
                      <a:noFill/>
                    </a:ln>
                    <a:solidFill>
                      <a:srgbClr val="071C25"/>
                    </a:solidFill>
                    <a:effectLst/>
                    <a:uLnTx/>
                    <a:uFillTx/>
                    <a:latin typeface="Arial"/>
                    <a:ea typeface="+mn-ea"/>
                    <a:cs typeface="+mn-cs"/>
                  </a:rPr>
                  <a:t>Agile strategy </a:t>
                </a:r>
              </a:p>
            </p:txBody>
          </p:sp>
          <p:pic>
            <p:nvPicPr>
              <p:cNvPr id="217" name="Gráfico 216">
                <a:extLst>
                  <a:ext uri="{FF2B5EF4-FFF2-40B4-BE49-F238E27FC236}">
                    <a16:creationId xmlns:a16="http://schemas.microsoft.com/office/drawing/2014/main" id="{250FADF4-7624-7F28-6950-E560BE8DBC37}"/>
                  </a:ext>
                </a:extLst>
              </p:cNvPr>
              <p:cNvPicPr>
                <a:picLocks noChangeAspect="1"/>
              </p:cNvPicPr>
              <p:nvPr/>
            </p:nvPicPr>
            <p:blipFill rotWithShape="1">
              <a:blip r:embed="rId18" cstate="email">
                <a:extLst>
                  <a:ext uri="{28A0092B-C50C-407E-A947-70E740481C1C}">
                    <a14:useLocalDpi xmlns:a14="http://schemas.microsoft.com/office/drawing/2010/main"/>
                  </a:ext>
                  <a:ext uri="{96DAC541-7B7A-43D3-8B79-37D633B846F1}">
                    <asvg:svgBlip xmlns:asvg="http://schemas.microsoft.com/office/drawing/2016/SVG/main" r:embed="rId19"/>
                  </a:ext>
                </a:extLst>
              </a:blip>
              <a:srcRect b="22389"/>
              <a:stretch/>
            </p:blipFill>
            <p:spPr>
              <a:xfrm>
                <a:off x="4284956" y="3370931"/>
                <a:ext cx="636171" cy="493740"/>
              </a:xfrm>
              <a:prstGeom prst="rect">
                <a:avLst/>
              </a:prstGeom>
            </p:spPr>
          </p:pic>
        </p:grpSp>
        <p:grpSp>
          <p:nvGrpSpPr>
            <p:cNvPr id="240" name="Agrupar 239">
              <a:extLst>
                <a:ext uri="{FF2B5EF4-FFF2-40B4-BE49-F238E27FC236}">
                  <a16:creationId xmlns:a16="http://schemas.microsoft.com/office/drawing/2014/main" id="{5D041B98-6C2F-EDE8-13E3-6980803F9ED2}"/>
                </a:ext>
              </a:extLst>
            </p:cNvPr>
            <p:cNvGrpSpPr/>
            <p:nvPr/>
          </p:nvGrpSpPr>
          <p:grpSpPr>
            <a:xfrm>
              <a:off x="4183449" y="2656705"/>
              <a:ext cx="3220061" cy="566704"/>
              <a:chOff x="4183449" y="2656705"/>
              <a:chExt cx="3220061" cy="566704"/>
            </a:xfrm>
          </p:grpSpPr>
          <p:sp>
            <p:nvSpPr>
              <p:cNvPr id="163" name="Retângulo: Cantos Arredondados 162">
                <a:extLst>
                  <a:ext uri="{FF2B5EF4-FFF2-40B4-BE49-F238E27FC236}">
                    <a16:creationId xmlns:a16="http://schemas.microsoft.com/office/drawing/2014/main" id="{50DF7B82-0E67-AD80-88C5-7315C31E16C3}"/>
                  </a:ext>
                </a:extLst>
              </p:cNvPr>
              <p:cNvSpPr>
                <a:spLocks/>
              </p:cNvSpPr>
              <p:nvPr/>
            </p:nvSpPr>
            <p:spPr>
              <a:xfrm flipH="1">
                <a:off x="4183449" y="2656705"/>
                <a:ext cx="3220061" cy="566704"/>
              </a:xfrm>
              <a:prstGeom prst="roundRect">
                <a:avLst>
                  <a:gd name="adj" fmla="val 7405"/>
                </a:avLst>
              </a:prstGeom>
              <a:solidFill>
                <a:schemeClr val="bg2"/>
              </a:solidFill>
              <a:ln w="3175">
                <a:solidFill>
                  <a:schemeClr val="accent2"/>
                </a:solidFill>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prstClr val="white"/>
                  </a:solidFill>
                  <a:effectLst/>
                  <a:uLnTx/>
                  <a:uFillTx/>
                  <a:latin typeface="Arial"/>
                  <a:ea typeface="+mn-ea"/>
                  <a:cs typeface="+mn-cs"/>
                </a:endParaRPr>
              </a:p>
            </p:txBody>
          </p:sp>
          <p:sp>
            <p:nvSpPr>
              <p:cNvPr id="46" name="Rectangle 162">
                <a:extLst>
                  <a:ext uri="{FF2B5EF4-FFF2-40B4-BE49-F238E27FC236}">
                    <a16:creationId xmlns:a16="http://schemas.microsoft.com/office/drawing/2014/main" id="{D52B82E8-1DB7-9A44-B5B6-C224498F0CC9}"/>
                  </a:ext>
                </a:extLst>
              </p:cNvPr>
              <p:cNvSpPr>
                <a:spLocks/>
              </p:cNvSpPr>
              <p:nvPr/>
            </p:nvSpPr>
            <p:spPr>
              <a:xfrm>
                <a:off x="4998351" y="2736924"/>
                <a:ext cx="1856896" cy="406267"/>
              </a:xfrm>
              <a:prstGeom prst="round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lIns="108000" tIns="36000" rIns="36000" bIns="36000" rtlCol="0" anchor="ctr" anchorCtr="0">
                <a:no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pt-BR" sz="1400" b="0" i="0" u="none" strike="noStrike" kern="1200" cap="none" spc="0" normalizeH="0" baseline="0" noProof="0">
                    <a:ln>
                      <a:noFill/>
                    </a:ln>
                    <a:solidFill>
                      <a:srgbClr val="071C25"/>
                    </a:solidFill>
                    <a:effectLst/>
                    <a:uLnTx/>
                    <a:uFillTx/>
                    <a:latin typeface="Arial"/>
                    <a:ea typeface="+mn-ea"/>
                    <a:cs typeface="+mn-cs"/>
                  </a:rPr>
                  <a:t>Reflexão estratégica</a:t>
                </a:r>
                <a:endParaRPr kumimoji="0" lang="pt-BR" sz="1400" b="0" i="1" u="none" strike="noStrike" kern="1200" cap="none" spc="0" normalizeH="0" baseline="0" noProof="0">
                  <a:ln>
                    <a:noFill/>
                  </a:ln>
                  <a:solidFill>
                    <a:srgbClr val="071C25"/>
                  </a:solidFill>
                  <a:effectLst/>
                  <a:uLnTx/>
                  <a:uFillTx/>
                  <a:latin typeface="Arial"/>
                  <a:ea typeface="+mn-ea"/>
                  <a:cs typeface="+mn-cs"/>
                </a:endParaRPr>
              </a:p>
            </p:txBody>
          </p:sp>
          <p:pic>
            <p:nvPicPr>
              <p:cNvPr id="219" name="Gráfico 218">
                <a:extLst>
                  <a:ext uri="{FF2B5EF4-FFF2-40B4-BE49-F238E27FC236}">
                    <a16:creationId xmlns:a16="http://schemas.microsoft.com/office/drawing/2014/main" id="{46CD7A1F-0759-EEA3-58BC-9E71910D0DD3}"/>
                  </a:ext>
                </a:extLst>
              </p:cNvPr>
              <p:cNvPicPr>
                <a:picLocks noChangeAspect="1"/>
              </p:cNvPicPr>
              <p:nvPr/>
            </p:nvPicPr>
            <p:blipFill rotWithShape="1">
              <a:blip r:embed="rId20" cstate="email">
                <a:extLst>
                  <a:ext uri="{28A0092B-C50C-407E-A947-70E740481C1C}">
                    <a14:useLocalDpi xmlns:a14="http://schemas.microsoft.com/office/drawing/2010/main"/>
                  </a:ext>
                  <a:ext uri="{96DAC541-7B7A-43D3-8B79-37D633B846F1}">
                    <asvg:svgBlip xmlns:asvg="http://schemas.microsoft.com/office/drawing/2016/SVG/main" r:embed="rId21"/>
                  </a:ext>
                </a:extLst>
              </a:blip>
              <a:srcRect t="12651" b="30002"/>
              <a:stretch/>
            </p:blipFill>
            <p:spPr>
              <a:xfrm>
                <a:off x="4188751" y="2712576"/>
                <a:ext cx="828580" cy="475159"/>
              </a:xfrm>
              <a:prstGeom prst="rect">
                <a:avLst/>
              </a:prstGeom>
            </p:spPr>
          </p:pic>
        </p:grpSp>
        <p:grpSp>
          <p:nvGrpSpPr>
            <p:cNvPr id="243" name="Agrupar 242">
              <a:extLst>
                <a:ext uri="{FF2B5EF4-FFF2-40B4-BE49-F238E27FC236}">
                  <a16:creationId xmlns:a16="http://schemas.microsoft.com/office/drawing/2014/main" id="{D91F814F-FB91-1BCE-2AC6-E5ED787EE08C}"/>
                </a:ext>
              </a:extLst>
            </p:cNvPr>
            <p:cNvGrpSpPr/>
            <p:nvPr/>
          </p:nvGrpSpPr>
          <p:grpSpPr>
            <a:xfrm>
              <a:off x="4183449" y="4694520"/>
              <a:ext cx="3220061" cy="566704"/>
              <a:chOff x="4183449" y="4694520"/>
              <a:chExt cx="3220061" cy="566704"/>
            </a:xfrm>
          </p:grpSpPr>
          <p:sp>
            <p:nvSpPr>
              <p:cNvPr id="182" name="Retângulo: Cantos Arredondados 181">
                <a:extLst>
                  <a:ext uri="{FF2B5EF4-FFF2-40B4-BE49-F238E27FC236}">
                    <a16:creationId xmlns:a16="http://schemas.microsoft.com/office/drawing/2014/main" id="{E5255E21-E777-BB85-FBF5-6225A16E5821}"/>
                  </a:ext>
                </a:extLst>
              </p:cNvPr>
              <p:cNvSpPr>
                <a:spLocks/>
              </p:cNvSpPr>
              <p:nvPr/>
            </p:nvSpPr>
            <p:spPr>
              <a:xfrm flipH="1">
                <a:off x="4183449" y="4694520"/>
                <a:ext cx="3220061" cy="566704"/>
              </a:xfrm>
              <a:prstGeom prst="roundRect">
                <a:avLst>
                  <a:gd name="adj" fmla="val 7405"/>
                </a:avLst>
              </a:prstGeom>
              <a:solidFill>
                <a:schemeClr val="bg2"/>
              </a:solidFill>
              <a:ln w="3175">
                <a:solidFill>
                  <a:schemeClr val="accent2"/>
                </a:solidFill>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prstClr val="white"/>
                  </a:solidFill>
                  <a:effectLst/>
                  <a:uLnTx/>
                  <a:uFillTx/>
                  <a:latin typeface="Arial"/>
                  <a:ea typeface="+mn-ea"/>
                  <a:cs typeface="+mn-cs"/>
                </a:endParaRPr>
              </a:p>
            </p:txBody>
          </p:sp>
          <p:sp>
            <p:nvSpPr>
              <p:cNvPr id="19" name="Rectangle 162">
                <a:extLst>
                  <a:ext uri="{FF2B5EF4-FFF2-40B4-BE49-F238E27FC236}">
                    <a16:creationId xmlns:a16="http://schemas.microsoft.com/office/drawing/2014/main" id="{18A6D8A0-93F2-23F4-5A41-176ECEC6CFD6}"/>
                  </a:ext>
                </a:extLst>
              </p:cNvPr>
              <p:cNvSpPr>
                <a:spLocks/>
              </p:cNvSpPr>
              <p:nvPr/>
            </p:nvSpPr>
            <p:spPr>
              <a:xfrm>
                <a:off x="4998351" y="4774739"/>
                <a:ext cx="2309808" cy="406267"/>
              </a:xfrm>
              <a:prstGeom prst="round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lIns="108000" tIns="36000" rIns="36000" bIns="36000" rtlCol="0" anchor="ctr" anchorCtr="0">
                <a:no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pt-BR" sz="1400" b="0" i="1" u="none" strike="noStrike" kern="1200" cap="none" spc="0" normalizeH="0" baseline="0" noProof="0">
                    <a:ln>
                      <a:noFill/>
                    </a:ln>
                    <a:solidFill>
                      <a:srgbClr val="071C25"/>
                    </a:solidFill>
                    <a:effectLst/>
                    <a:uLnTx/>
                    <a:uFillTx/>
                    <a:latin typeface="Arial"/>
                    <a:ea typeface="+mn-ea"/>
                    <a:cs typeface="+mn-cs"/>
                  </a:rPr>
                  <a:t>Comprehensive strategy</a:t>
                </a:r>
              </a:p>
            </p:txBody>
          </p:sp>
          <p:pic>
            <p:nvPicPr>
              <p:cNvPr id="224" name="Gráfico 223">
                <a:extLst>
                  <a:ext uri="{FF2B5EF4-FFF2-40B4-BE49-F238E27FC236}">
                    <a16:creationId xmlns:a16="http://schemas.microsoft.com/office/drawing/2014/main" id="{44B780DF-B754-9089-C3CB-D8E1647C76C2}"/>
                  </a:ext>
                </a:extLst>
              </p:cNvPr>
              <p:cNvPicPr>
                <a:picLocks noChangeAspect="1"/>
              </p:cNvPicPr>
              <p:nvPr/>
            </p:nvPicPr>
            <p:blipFill rotWithShape="1">
              <a:blip r:embed="rId22" cstate="email">
                <a:extLst>
                  <a:ext uri="{28A0092B-C50C-407E-A947-70E740481C1C}">
                    <a14:useLocalDpi xmlns:a14="http://schemas.microsoft.com/office/drawing/2010/main"/>
                  </a:ext>
                  <a:ext uri="{96DAC541-7B7A-43D3-8B79-37D633B846F1}">
                    <asvg:svgBlip xmlns:asvg="http://schemas.microsoft.com/office/drawing/2016/SVG/main" r:embed="rId23"/>
                  </a:ext>
                </a:extLst>
              </a:blip>
              <a:srcRect b="17079"/>
              <a:stretch/>
            </p:blipFill>
            <p:spPr>
              <a:xfrm>
                <a:off x="4305613" y="4730945"/>
                <a:ext cx="594857" cy="493262"/>
              </a:xfrm>
              <a:prstGeom prst="rect">
                <a:avLst/>
              </a:prstGeom>
            </p:spPr>
          </p:pic>
        </p:grpSp>
      </p:grpSp>
      <p:grpSp>
        <p:nvGrpSpPr>
          <p:cNvPr id="235" name="Agrupar 234">
            <a:extLst>
              <a:ext uri="{FF2B5EF4-FFF2-40B4-BE49-F238E27FC236}">
                <a16:creationId xmlns:a16="http://schemas.microsoft.com/office/drawing/2014/main" id="{E9FD614F-AC70-898B-32A5-2AD9E259D74A}"/>
              </a:ext>
            </a:extLst>
          </p:cNvPr>
          <p:cNvGrpSpPr/>
          <p:nvPr/>
        </p:nvGrpSpPr>
        <p:grpSpPr>
          <a:xfrm>
            <a:off x="7959375" y="4799928"/>
            <a:ext cx="3220134" cy="453159"/>
            <a:chOff x="8080786" y="4808065"/>
            <a:chExt cx="3220134" cy="453159"/>
          </a:xfrm>
        </p:grpSpPr>
        <p:sp>
          <p:nvSpPr>
            <p:cNvPr id="186" name="Retângulo: Cantos Arredondados 185">
              <a:extLst>
                <a:ext uri="{FF2B5EF4-FFF2-40B4-BE49-F238E27FC236}">
                  <a16:creationId xmlns:a16="http://schemas.microsoft.com/office/drawing/2014/main" id="{C72E3901-B843-DD2C-9862-FE224FA3524A}"/>
                </a:ext>
              </a:extLst>
            </p:cNvPr>
            <p:cNvSpPr>
              <a:spLocks/>
            </p:cNvSpPr>
            <p:nvPr/>
          </p:nvSpPr>
          <p:spPr>
            <a:xfrm flipH="1">
              <a:off x="8080786" y="4811746"/>
              <a:ext cx="3220060" cy="449478"/>
            </a:xfrm>
            <a:prstGeom prst="roundRect">
              <a:avLst>
                <a:gd name="adj" fmla="val 7405"/>
              </a:avLst>
            </a:prstGeom>
            <a:solidFill>
              <a:schemeClr val="bg2"/>
            </a:solidFill>
            <a:ln w="3175">
              <a:solidFill>
                <a:schemeClr val="tx2"/>
              </a:solidFill>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prstClr val="white"/>
                </a:solidFill>
                <a:effectLst/>
                <a:uLnTx/>
                <a:uFillTx/>
                <a:latin typeface="Arial"/>
                <a:ea typeface="+mn-ea"/>
                <a:cs typeface="+mn-cs"/>
              </a:endParaRPr>
            </a:p>
          </p:txBody>
        </p:sp>
        <p:sp>
          <p:nvSpPr>
            <p:cNvPr id="23" name="Rectangle 162">
              <a:extLst>
                <a:ext uri="{FF2B5EF4-FFF2-40B4-BE49-F238E27FC236}">
                  <a16:creationId xmlns:a16="http://schemas.microsoft.com/office/drawing/2014/main" id="{95CA9042-710B-C99A-B055-F4374204E755}"/>
                </a:ext>
              </a:extLst>
            </p:cNvPr>
            <p:cNvSpPr>
              <a:spLocks/>
            </p:cNvSpPr>
            <p:nvPr/>
          </p:nvSpPr>
          <p:spPr>
            <a:xfrm>
              <a:off x="8659333" y="4875469"/>
              <a:ext cx="2641587" cy="322033"/>
            </a:xfrm>
            <a:prstGeom prst="round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lIns="108000" tIns="36000" rIns="36000" bIns="36000" rtlCol="0" anchor="ctr" anchorCtr="0">
              <a:no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pt-BR" sz="1400" b="0" i="1" u="none" strike="noStrike" kern="1200" cap="none" spc="0" normalizeH="0" baseline="0" noProof="0">
                  <a:ln>
                    <a:noFill/>
                  </a:ln>
                  <a:solidFill>
                    <a:srgbClr val="071C25"/>
                  </a:solidFill>
                  <a:effectLst/>
                  <a:uLnTx/>
                  <a:uFillTx/>
                  <a:latin typeface="Arial"/>
                  <a:ea typeface="+mn-ea"/>
                  <a:cs typeface="+mn-cs"/>
                </a:rPr>
                <a:t>Change management</a:t>
              </a:r>
            </a:p>
          </p:txBody>
        </p:sp>
        <p:pic>
          <p:nvPicPr>
            <p:cNvPr id="226" name="Gráfico 225">
              <a:extLst>
                <a:ext uri="{FF2B5EF4-FFF2-40B4-BE49-F238E27FC236}">
                  <a16:creationId xmlns:a16="http://schemas.microsoft.com/office/drawing/2014/main" id="{00854412-D120-AD4E-B551-69FD2344B107}"/>
                </a:ext>
              </a:extLst>
            </p:cNvPr>
            <p:cNvPicPr>
              <a:picLocks noChangeAspect="1"/>
            </p:cNvPicPr>
            <p:nvPr/>
          </p:nvPicPr>
          <p:blipFill rotWithShape="1">
            <a:blip r:embed="rId24" cstate="email">
              <a:extLst>
                <a:ext uri="{28A0092B-C50C-407E-A947-70E740481C1C}">
                  <a14:useLocalDpi xmlns:a14="http://schemas.microsoft.com/office/drawing/2010/main"/>
                </a:ext>
                <a:ext uri="{96DAC541-7B7A-43D3-8B79-37D633B846F1}">
                  <asvg:svgBlip xmlns:asvg="http://schemas.microsoft.com/office/drawing/2016/SVG/main" r:embed="rId25"/>
                </a:ext>
              </a:extLst>
            </a:blip>
            <a:srcRect b="19809"/>
            <a:stretch/>
          </p:blipFill>
          <p:spPr>
            <a:xfrm>
              <a:off x="8159985" y="4808065"/>
              <a:ext cx="560507" cy="449478"/>
            </a:xfrm>
            <a:prstGeom prst="rect">
              <a:avLst/>
            </a:prstGeom>
          </p:spPr>
        </p:pic>
      </p:grpSp>
      <p:grpSp>
        <p:nvGrpSpPr>
          <p:cNvPr id="236" name="Agrupar 235">
            <a:extLst>
              <a:ext uri="{FF2B5EF4-FFF2-40B4-BE49-F238E27FC236}">
                <a16:creationId xmlns:a16="http://schemas.microsoft.com/office/drawing/2014/main" id="{C4A8ECBC-F352-7E04-55DF-BC977B33EC4D}"/>
              </a:ext>
            </a:extLst>
          </p:cNvPr>
          <p:cNvGrpSpPr/>
          <p:nvPr/>
        </p:nvGrpSpPr>
        <p:grpSpPr>
          <a:xfrm>
            <a:off x="7959375" y="4264849"/>
            <a:ext cx="3220060" cy="449478"/>
            <a:chOff x="8080786" y="4272986"/>
            <a:chExt cx="3220060" cy="449478"/>
          </a:xfrm>
        </p:grpSpPr>
        <p:sp>
          <p:nvSpPr>
            <p:cNvPr id="183" name="Retângulo: Cantos Arredondados 182">
              <a:extLst>
                <a:ext uri="{FF2B5EF4-FFF2-40B4-BE49-F238E27FC236}">
                  <a16:creationId xmlns:a16="http://schemas.microsoft.com/office/drawing/2014/main" id="{3B9EF349-01A0-0070-B7E0-E90BD6CB73EC}"/>
                </a:ext>
              </a:extLst>
            </p:cNvPr>
            <p:cNvSpPr>
              <a:spLocks/>
            </p:cNvSpPr>
            <p:nvPr/>
          </p:nvSpPr>
          <p:spPr>
            <a:xfrm flipH="1">
              <a:off x="8080786" y="4272986"/>
              <a:ext cx="3220060" cy="449478"/>
            </a:xfrm>
            <a:prstGeom prst="roundRect">
              <a:avLst>
                <a:gd name="adj" fmla="val 7405"/>
              </a:avLst>
            </a:prstGeom>
            <a:solidFill>
              <a:schemeClr val="bg2"/>
            </a:solidFill>
            <a:ln w="3175">
              <a:solidFill>
                <a:schemeClr val="tx2"/>
              </a:solidFill>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prstClr val="white"/>
                </a:solidFill>
                <a:effectLst/>
                <a:uLnTx/>
                <a:uFillTx/>
                <a:latin typeface="Arial"/>
                <a:ea typeface="+mn-ea"/>
                <a:cs typeface="+mn-cs"/>
              </a:endParaRPr>
            </a:p>
          </p:txBody>
        </p:sp>
        <p:sp>
          <p:nvSpPr>
            <p:cNvPr id="22" name="Rectangle 162">
              <a:extLst>
                <a:ext uri="{FF2B5EF4-FFF2-40B4-BE49-F238E27FC236}">
                  <a16:creationId xmlns:a16="http://schemas.microsoft.com/office/drawing/2014/main" id="{C01EC1E3-52C4-5B5F-401A-DA2A5C97AE78}"/>
                </a:ext>
              </a:extLst>
            </p:cNvPr>
            <p:cNvSpPr>
              <a:spLocks/>
            </p:cNvSpPr>
            <p:nvPr/>
          </p:nvSpPr>
          <p:spPr>
            <a:xfrm>
              <a:off x="8658818" y="4336611"/>
              <a:ext cx="2642028" cy="322228"/>
            </a:xfrm>
            <a:prstGeom prst="round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lIns="108000" tIns="36000" rIns="36000" bIns="36000" rtlCol="0" anchor="ctr" anchorCtr="0">
              <a:no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pt-BR" sz="1400" b="0" i="1" u="none" strike="noStrike" kern="1200" cap="none" spc="0" normalizeH="0" baseline="0" noProof="0">
                  <a:ln>
                    <a:noFill/>
                  </a:ln>
                  <a:solidFill>
                    <a:srgbClr val="071C25"/>
                  </a:solidFill>
                  <a:effectLst/>
                  <a:uLnTx/>
                  <a:uFillTx/>
                  <a:latin typeface="Arial"/>
                  <a:ea typeface="+mn-ea"/>
                  <a:cs typeface="+mn-cs"/>
                </a:rPr>
                <a:t>Sprint planning </a:t>
              </a:r>
              <a:r>
                <a:rPr kumimoji="0" lang="pt-BR" sz="1400" b="0" i="0" u="none" strike="noStrike" kern="1200" cap="none" spc="0" normalizeH="0" baseline="0" noProof="0">
                  <a:ln>
                    <a:noFill/>
                  </a:ln>
                  <a:solidFill>
                    <a:srgbClr val="071C25"/>
                  </a:solidFill>
                  <a:effectLst/>
                  <a:uLnTx/>
                  <a:uFillTx/>
                  <a:latin typeface="Arial"/>
                  <a:ea typeface="+mn-ea"/>
                  <a:cs typeface="+mn-cs"/>
                </a:rPr>
                <a:t>e </a:t>
              </a:r>
              <a:r>
                <a:rPr kumimoji="0" lang="pt-BR" sz="1400" b="0" i="1" u="none" strike="noStrike" kern="1200" cap="none" spc="0" normalizeH="0" baseline="0" noProof="0">
                  <a:ln>
                    <a:noFill/>
                  </a:ln>
                  <a:solidFill>
                    <a:srgbClr val="071C25"/>
                  </a:solidFill>
                  <a:effectLst/>
                  <a:uLnTx/>
                  <a:uFillTx/>
                  <a:latin typeface="Arial"/>
                  <a:ea typeface="+mn-ea"/>
                  <a:cs typeface="+mn-cs"/>
                </a:rPr>
                <a:t>kick-off</a:t>
              </a:r>
              <a:endParaRPr kumimoji="0" lang="pt-BR" sz="1400" b="0" i="0" u="none" strike="noStrike" kern="1200" cap="none" spc="0" normalizeH="0" baseline="0" noProof="0">
                <a:ln>
                  <a:noFill/>
                </a:ln>
                <a:solidFill>
                  <a:srgbClr val="071C25"/>
                </a:solidFill>
                <a:effectLst/>
                <a:uLnTx/>
                <a:uFillTx/>
                <a:latin typeface="Arial"/>
                <a:ea typeface="+mn-ea"/>
                <a:cs typeface="+mn-cs"/>
              </a:endParaRPr>
            </a:p>
          </p:txBody>
        </p:sp>
        <p:pic>
          <p:nvPicPr>
            <p:cNvPr id="228" name="Gráfico 227">
              <a:extLst>
                <a:ext uri="{FF2B5EF4-FFF2-40B4-BE49-F238E27FC236}">
                  <a16:creationId xmlns:a16="http://schemas.microsoft.com/office/drawing/2014/main" id="{96B8A5DC-26F4-2235-3F9A-DF899D677809}"/>
                </a:ext>
              </a:extLst>
            </p:cNvPr>
            <p:cNvPicPr>
              <a:picLocks noChangeAspect="1"/>
            </p:cNvPicPr>
            <p:nvPr/>
          </p:nvPicPr>
          <p:blipFill rotWithShape="1">
            <a:blip r:embed="rId26" cstate="email">
              <a:extLst>
                <a:ext uri="{28A0092B-C50C-407E-A947-70E740481C1C}">
                  <a14:useLocalDpi xmlns:a14="http://schemas.microsoft.com/office/drawing/2010/main"/>
                </a:ext>
                <a:ext uri="{96DAC541-7B7A-43D3-8B79-37D633B846F1}">
                  <asvg:svgBlip xmlns:asvg="http://schemas.microsoft.com/office/drawing/2016/SVG/main" r:embed="rId27"/>
                </a:ext>
              </a:extLst>
            </a:blip>
            <a:srcRect l="20079" t="12747" r="17116" b="30834"/>
            <a:stretch/>
          </p:blipFill>
          <p:spPr>
            <a:xfrm>
              <a:off x="8215884" y="4313041"/>
              <a:ext cx="448708" cy="403083"/>
            </a:xfrm>
            <a:prstGeom prst="rect">
              <a:avLst/>
            </a:prstGeom>
          </p:spPr>
        </p:pic>
      </p:grpSp>
      <p:grpSp>
        <p:nvGrpSpPr>
          <p:cNvPr id="237" name="Agrupar 236">
            <a:extLst>
              <a:ext uri="{FF2B5EF4-FFF2-40B4-BE49-F238E27FC236}">
                <a16:creationId xmlns:a16="http://schemas.microsoft.com/office/drawing/2014/main" id="{6F1ED53E-C68B-73E2-5547-67C2996FDC0A}"/>
              </a:ext>
            </a:extLst>
          </p:cNvPr>
          <p:cNvGrpSpPr/>
          <p:nvPr/>
        </p:nvGrpSpPr>
        <p:grpSpPr>
          <a:xfrm>
            <a:off x="7959375" y="3726089"/>
            <a:ext cx="3220134" cy="449478"/>
            <a:chOff x="8080786" y="3734226"/>
            <a:chExt cx="3220134" cy="449478"/>
          </a:xfrm>
        </p:grpSpPr>
        <p:sp>
          <p:nvSpPr>
            <p:cNvPr id="180" name="Retângulo: Cantos Arredondados 179">
              <a:extLst>
                <a:ext uri="{FF2B5EF4-FFF2-40B4-BE49-F238E27FC236}">
                  <a16:creationId xmlns:a16="http://schemas.microsoft.com/office/drawing/2014/main" id="{A27A25B4-E192-D049-7E37-8232C7661692}"/>
                </a:ext>
              </a:extLst>
            </p:cNvPr>
            <p:cNvSpPr>
              <a:spLocks/>
            </p:cNvSpPr>
            <p:nvPr/>
          </p:nvSpPr>
          <p:spPr>
            <a:xfrm flipH="1">
              <a:off x="8080786" y="3734226"/>
              <a:ext cx="3220060" cy="449478"/>
            </a:xfrm>
            <a:prstGeom prst="roundRect">
              <a:avLst>
                <a:gd name="adj" fmla="val 7405"/>
              </a:avLst>
            </a:prstGeom>
            <a:solidFill>
              <a:schemeClr val="bg2"/>
            </a:solidFill>
            <a:ln w="3175">
              <a:solidFill>
                <a:schemeClr val="tx2"/>
              </a:solidFill>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prstClr val="white"/>
                </a:solidFill>
                <a:effectLst/>
                <a:uLnTx/>
                <a:uFillTx/>
                <a:latin typeface="Arial"/>
                <a:ea typeface="+mn-ea"/>
                <a:cs typeface="+mn-cs"/>
              </a:endParaRPr>
            </a:p>
          </p:txBody>
        </p:sp>
        <p:sp>
          <p:nvSpPr>
            <p:cNvPr id="21" name="Rectangle 162">
              <a:extLst>
                <a:ext uri="{FF2B5EF4-FFF2-40B4-BE49-F238E27FC236}">
                  <a16:creationId xmlns:a16="http://schemas.microsoft.com/office/drawing/2014/main" id="{951740D5-2541-4FD0-B694-31B664D197A8}"/>
                </a:ext>
              </a:extLst>
            </p:cNvPr>
            <p:cNvSpPr>
              <a:spLocks/>
            </p:cNvSpPr>
            <p:nvPr/>
          </p:nvSpPr>
          <p:spPr>
            <a:xfrm>
              <a:off x="8659333" y="3797851"/>
              <a:ext cx="2641587" cy="322228"/>
            </a:xfrm>
            <a:prstGeom prst="round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lIns="108000" tIns="36000" rIns="36000" bIns="36000" rtlCol="0" anchor="ctr" anchorCtr="0">
              <a:no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pt-BR" sz="1400" b="0" i="1" u="none" strike="noStrike" kern="1200" cap="none" spc="0" normalizeH="0" baseline="0" noProof="0">
                  <a:ln>
                    <a:noFill/>
                  </a:ln>
                  <a:solidFill>
                    <a:srgbClr val="071C25"/>
                  </a:solidFill>
                  <a:effectLst/>
                  <a:uLnTx/>
                  <a:uFillTx/>
                  <a:latin typeface="Arial"/>
                  <a:ea typeface="+mn-ea"/>
                  <a:cs typeface="+mn-cs"/>
                </a:rPr>
                <a:t>Due diligence </a:t>
              </a:r>
              <a:r>
                <a:rPr kumimoji="0" lang="pt-BR" sz="1400" b="0" i="0" u="none" strike="noStrike" kern="1200" cap="none" spc="0" normalizeH="0" baseline="0" noProof="0">
                  <a:ln>
                    <a:noFill/>
                  </a:ln>
                  <a:solidFill>
                    <a:srgbClr val="071C25"/>
                  </a:solidFill>
                  <a:effectLst/>
                  <a:uLnTx/>
                  <a:uFillTx/>
                  <a:latin typeface="Arial"/>
                  <a:ea typeface="+mn-ea"/>
                  <a:cs typeface="+mn-cs"/>
                </a:rPr>
                <a:t>comercial</a:t>
              </a:r>
            </a:p>
          </p:txBody>
        </p:sp>
        <p:pic>
          <p:nvPicPr>
            <p:cNvPr id="230" name="Gráfico 229">
              <a:extLst>
                <a:ext uri="{FF2B5EF4-FFF2-40B4-BE49-F238E27FC236}">
                  <a16:creationId xmlns:a16="http://schemas.microsoft.com/office/drawing/2014/main" id="{7DC67ABD-AF8C-855B-69EE-D44B183760AC}"/>
                </a:ext>
              </a:extLst>
            </p:cNvPr>
            <p:cNvPicPr>
              <a:picLocks noChangeAspect="1"/>
            </p:cNvPicPr>
            <p:nvPr/>
          </p:nvPicPr>
          <p:blipFill rotWithShape="1">
            <a:blip r:embed="rId28" cstate="email">
              <a:extLst>
                <a:ext uri="{28A0092B-C50C-407E-A947-70E740481C1C}">
                  <a14:useLocalDpi xmlns:a14="http://schemas.microsoft.com/office/drawing/2010/main"/>
                </a:ext>
                <a:ext uri="{96DAC541-7B7A-43D3-8B79-37D633B846F1}">
                  <asvg:svgBlip xmlns:asvg="http://schemas.microsoft.com/office/drawing/2016/SVG/main" r:embed="rId29"/>
                </a:ext>
              </a:extLst>
            </a:blip>
            <a:srcRect t="4427" b="22346"/>
            <a:stretch/>
          </p:blipFill>
          <p:spPr>
            <a:xfrm>
              <a:off x="8143926" y="3745770"/>
              <a:ext cx="592625" cy="433965"/>
            </a:xfrm>
            <a:prstGeom prst="rect">
              <a:avLst/>
            </a:prstGeom>
          </p:spPr>
        </p:pic>
      </p:grpSp>
      <p:grpSp>
        <p:nvGrpSpPr>
          <p:cNvPr id="238" name="Agrupar 237">
            <a:extLst>
              <a:ext uri="{FF2B5EF4-FFF2-40B4-BE49-F238E27FC236}">
                <a16:creationId xmlns:a16="http://schemas.microsoft.com/office/drawing/2014/main" id="{15320C49-B612-136A-959B-C6DDFB26F8CC}"/>
              </a:ext>
            </a:extLst>
          </p:cNvPr>
          <p:cNvGrpSpPr/>
          <p:nvPr/>
        </p:nvGrpSpPr>
        <p:grpSpPr>
          <a:xfrm>
            <a:off x="7959375" y="3187329"/>
            <a:ext cx="3220060" cy="449478"/>
            <a:chOff x="8080786" y="3195466"/>
            <a:chExt cx="3220060" cy="449478"/>
          </a:xfrm>
        </p:grpSpPr>
        <p:sp>
          <p:nvSpPr>
            <p:cNvPr id="167" name="Retângulo: Cantos Arredondados 166">
              <a:extLst>
                <a:ext uri="{FF2B5EF4-FFF2-40B4-BE49-F238E27FC236}">
                  <a16:creationId xmlns:a16="http://schemas.microsoft.com/office/drawing/2014/main" id="{8662D228-E8C7-2851-AE20-296F8491E061}"/>
                </a:ext>
              </a:extLst>
            </p:cNvPr>
            <p:cNvSpPr>
              <a:spLocks/>
            </p:cNvSpPr>
            <p:nvPr/>
          </p:nvSpPr>
          <p:spPr>
            <a:xfrm flipH="1">
              <a:off x="8080786" y="3195466"/>
              <a:ext cx="3220060" cy="449478"/>
            </a:xfrm>
            <a:prstGeom prst="roundRect">
              <a:avLst>
                <a:gd name="adj" fmla="val 7405"/>
              </a:avLst>
            </a:prstGeom>
            <a:solidFill>
              <a:schemeClr val="bg2"/>
            </a:solidFill>
            <a:ln w="3175">
              <a:solidFill>
                <a:schemeClr val="tx2"/>
              </a:solidFill>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prstClr val="white"/>
                </a:solidFill>
                <a:effectLst/>
                <a:uLnTx/>
                <a:uFillTx/>
                <a:latin typeface="Arial"/>
                <a:ea typeface="+mn-ea"/>
                <a:cs typeface="+mn-cs"/>
              </a:endParaRPr>
            </a:p>
          </p:txBody>
        </p:sp>
        <p:sp>
          <p:nvSpPr>
            <p:cNvPr id="20" name="Rectangle 162">
              <a:extLst>
                <a:ext uri="{FF2B5EF4-FFF2-40B4-BE49-F238E27FC236}">
                  <a16:creationId xmlns:a16="http://schemas.microsoft.com/office/drawing/2014/main" id="{DBF19AB9-5DF4-2A9B-C76D-0570A90D9681}"/>
                </a:ext>
              </a:extLst>
            </p:cNvPr>
            <p:cNvSpPr>
              <a:spLocks/>
            </p:cNvSpPr>
            <p:nvPr/>
          </p:nvSpPr>
          <p:spPr>
            <a:xfrm>
              <a:off x="8658818" y="3259091"/>
              <a:ext cx="2642028" cy="322228"/>
            </a:xfrm>
            <a:prstGeom prst="round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lIns="108000" tIns="36000" rIns="36000" bIns="36000" rtlCol="0" anchor="ctr" anchorCtr="0">
              <a:no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pt-BR" sz="1400" b="0" i="1" u="none" strike="noStrike" kern="1200" cap="none" spc="0" normalizeH="0" baseline="0" noProof="0">
                  <a:ln>
                    <a:noFill/>
                  </a:ln>
                  <a:solidFill>
                    <a:srgbClr val="071C25"/>
                  </a:solidFill>
                  <a:effectLst/>
                  <a:uLnTx/>
                  <a:uFillTx/>
                  <a:latin typeface="Arial"/>
                  <a:ea typeface="+mn-ea"/>
                  <a:cs typeface="+mn-cs"/>
                </a:rPr>
                <a:t>Target screening</a:t>
              </a:r>
            </a:p>
          </p:txBody>
        </p:sp>
        <p:pic>
          <p:nvPicPr>
            <p:cNvPr id="232" name="Gráfico 231">
              <a:extLst>
                <a:ext uri="{FF2B5EF4-FFF2-40B4-BE49-F238E27FC236}">
                  <a16:creationId xmlns:a16="http://schemas.microsoft.com/office/drawing/2014/main" id="{E8A9785E-51F4-6D58-C1AA-076339ADED5B}"/>
                </a:ext>
              </a:extLst>
            </p:cNvPr>
            <p:cNvPicPr>
              <a:picLocks noChangeAspect="1"/>
            </p:cNvPicPr>
            <p:nvPr/>
          </p:nvPicPr>
          <p:blipFill rotWithShape="1">
            <a:blip r:embed="rId30" cstate="email">
              <a:extLst>
                <a:ext uri="{28A0092B-C50C-407E-A947-70E740481C1C}">
                  <a14:useLocalDpi xmlns:a14="http://schemas.microsoft.com/office/drawing/2010/main"/>
                </a:ext>
                <a:ext uri="{96DAC541-7B7A-43D3-8B79-37D633B846F1}">
                  <asvg:svgBlip xmlns:asvg="http://schemas.microsoft.com/office/drawing/2016/SVG/main" r:embed="rId31"/>
                </a:ext>
              </a:extLst>
            </a:blip>
            <a:srcRect t="3255" b="21282"/>
            <a:stretch/>
          </p:blipFill>
          <p:spPr>
            <a:xfrm>
              <a:off x="8190177" y="3226888"/>
              <a:ext cx="500122" cy="377402"/>
            </a:xfrm>
            <a:prstGeom prst="rect">
              <a:avLst/>
            </a:prstGeom>
          </p:spPr>
        </p:pic>
      </p:grpSp>
      <p:grpSp>
        <p:nvGrpSpPr>
          <p:cNvPr id="239" name="Agrupar 238">
            <a:extLst>
              <a:ext uri="{FF2B5EF4-FFF2-40B4-BE49-F238E27FC236}">
                <a16:creationId xmlns:a16="http://schemas.microsoft.com/office/drawing/2014/main" id="{E7C7BCF5-BB90-8EE9-446E-0D9D7A709763}"/>
              </a:ext>
            </a:extLst>
          </p:cNvPr>
          <p:cNvGrpSpPr/>
          <p:nvPr/>
        </p:nvGrpSpPr>
        <p:grpSpPr>
          <a:xfrm>
            <a:off x="7959375" y="2648569"/>
            <a:ext cx="3220131" cy="449478"/>
            <a:chOff x="8080786" y="2656706"/>
            <a:chExt cx="3220131" cy="449478"/>
          </a:xfrm>
        </p:grpSpPr>
        <p:sp>
          <p:nvSpPr>
            <p:cNvPr id="164" name="Retângulo: Cantos Arredondados 163">
              <a:extLst>
                <a:ext uri="{FF2B5EF4-FFF2-40B4-BE49-F238E27FC236}">
                  <a16:creationId xmlns:a16="http://schemas.microsoft.com/office/drawing/2014/main" id="{CFD6334F-8B70-089B-B248-2D3C5F2F83DA}"/>
                </a:ext>
              </a:extLst>
            </p:cNvPr>
            <p:cNvSpPr>
              <a:spLocks/>
            </p:cNvSpPr>
            <p:nvPr/>
          </p:nvSpPr>
          <p:spPr>
            <a:xfrm flipH="1">
              <a:off x="8080786" y="2656706"/>
              <a:ext cx="3220060" cy="449478"/>
            </a:xfrm>
            <a:prstGeom prst="roundRect">
              <a:avLst>
                <a:gd name="adj" fmla="val 7405"/>
              </a:avLst>
            </a:prstGeom>
            <a:solidFill>
              <a:schemeClr val="bg2"/>
            </a:solidFill>
            <a:ln w="3175">
              <a:solidFill>
                <a:schemeClr val="tx2"/>
              </a:solidFill>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prstClr val="white"/>
                </a:solidFill>
                <a:effectLst/>
                <a:uLnTx/>
                <a:uFillTx/>
                <a:latin typeface="Arial"/>
                <a:ea typeface="+mn-ea"/>
                <a:cs typeface="+mn-cs"/>
              </a:endParaRPr>
            </a:p>
          </p:txBody>
        </p:sp>
        <p:sp>
          <p:nvSpPr>
            <p:cNvPr id="53" name="Rectangle 162">
              <a:extLst>
                <a:ext uri="{FF2B5EF4-FFF2-40B4-BE49-F238E27FC236}">
                  <a16:creationId xmlns:a16="http://schemas.microsoft.com/office/drawing/2014/main" id="{D8BC40F2-FAAB-E345-7A64-ABFC60E4AB15}"/>
                </a:ext>
              </a:extLst>
            </p:cNvPr>
            <p:cNvSpPr>
              <a:spLocks/>
            </p:cNvSpPr>
            <p:nvPr/>
          </p:nvSpPr>
          <p:spPr>
            <a:xfrm>
              <a:off x="8659313" y="2720429"/>
              <a:ext cx="2641604" cy="322033"/>
            </a:xfrm>
            <a:prstGeom prst="round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lIns="108000" tIns="36000" rIns="36000" bIns="36000" rtlCol="0" anchor="ctr" anchorCtr="0">
              <a:no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pt-BR" sz="1400" b="0" i="0" u="none" strike="noStrike" kern="1200" cap="none" spc="0" normalizeH="0" baseline="0" noProof="0">
                  <a:ln>
                    <a:noFill/>
                  </a:ln>
                  <a:solidFill>
                    <a:srgbClr val="071C25"/>
                  </a:solidFill>
                  <a:effectLst/>
                  <a:uLnTx/>
                  <a:uFillTx/>
                  <a:latin typeface="Arial"/>
                  <a:ea typeface="+mn-ea"/>
                  <a:cs typeface="+mn-cs"/>
                </a:rPr>
                <a:t>Governança e desdobramento da estratégia</a:t>
              </a:r>
              <a:endParaRPr kumimoji="0" lang="pt-BR" sz="1400" b="0" i="1" u="none" strike="noStrike" kern="1200" cap="none" spc="0" normalizeH="0" baseline="0" noProof="0">
                <a:ln>
                  <a:noFill/>
                </a:ln>
                <a:solidFill>
                  <a:srgbClr val="071C25"/>
                </a:solidFill>
                <a:effectLst/>
                <a:uLnTx/>
                <a:uFillTx/>
                <a:latin typeface="Arial"/>
                <a:ea typeface="+mn-ea"/>
                <a:cs typeface="+mn-cs"/>
              </a:endParaRPr>
            </a:p>
          </p:txBody>
        </p:sp>
        <p:pic>
          <p:nvPicPr>
            <p:cNvPr id="234" name="Gráfico 233">
              <a:extLst>
                <a:ext uri="{FF2B5EF4-FFF2-40B4-BE49-F238E27FC236}">
                  <a16:creationId xmlns:a16="http://schemas.microsoft.com/office/drawing/2014/main" id="{CC5D4F92-38A0-58D3-EB3F-0234931FC968}"/>
                </a:ext>
              </a:extLst>
            </p:cNvPr>
            <p:cNvPicPr>
              <a:picLocks noChangeAspect="1"/>
            </p:cNvPicPr>
            <p:nvPr/>
          </p:nvPicPr>
          <p:blipFill rotWithShape="1">
            <a:blip r:embed="rId32" cstate="email">
              <a:extLst>
                <a:ext uri="{28A0092B-C50C-407E-A947-70E740481C1C}">
                  <a14:useLocalDpi xmlns:a14="http://schemas.microsoft.com/office/drawing/2010/main"/>
                </a:ext>
                <a:ext uri="{96DAC541-7B7A-43D3-8B79-37D633B846F1}">
                  <asvg:svgBlip xmlns:asvg="http://schemas.microsoft.com/office/drawing/2016/SVG/main" r:embed="rId33"/>
                </a:ext>
              </a:extLst>
            </a:blip>
            <a:srcRect t="1340" b="19339"/>
            <a:stretch/>
          </p:blipFill>
          <p:spPr>
            <a:xfrm>
              <a:off x="8180869" y="2673607"/>
              <a:ext cx="518738" cy="411471"/>
            </a:xfrm>
            <a:prstGeom prst="rect">
              <a:avLst/>
            </a:prstGeom>
          </p:spPr>
        </p:pic>
      </p:grpSp>
      <p:sp>
        <p:nvSpPr>
          <p:cNvPr id="2" name="Retângulo 1">
            <a:extLst>
              <a:ext uri="{FF2B5EF4-FFF2-40B4-BE49-F238E27FC236}">
                <a16:creationId xmlns:a16="http://schemas.microsoft.com/office/drawing/2014/main" id="{55E7CC0D-5167-CB6E-625D-4325C8909388}"/>
              </a:ext>
            </a:extLst>
          </p:cNvPr>
          <p:cNvSpPr/>
          <p:nvPr/>
        </p:nvSpPr>
        <p:spPr>
          <a:xfrm>
            <a:off x="0" y="5426297"/>
            <a:ext cx="12192000" cy="1018003"/>
          </a:xfrm>
          <a:prstGeom prst="rect">
            <a:avLst/>
          </a:prstGeom>
          <a:solidFill>
            <a:schemeClr val="accent6">
              <a:lumMod val="20000"/>
              <a:lumOff val="80000"/>
            </a:schemeClr>
          </a:solidFill>
          <a:ln w="19050">
            <a:noFill/>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prstClr val="white"/>
              </a:solidFill>
              <a:effectLst/>
              <a:uLnTx/>
              <a:uFillTx/>
              <a:latin typeface="Arial"/>
              <a:ea typeface="+mn-ea"/>
              <a:cs typeface="+mn-cs"/>
            </a:endParaRPr>
          </a:p>
        </p:txBody>
      </p:sp>
      <p:sp>
        <p:nvSpPr>
          <p:cNvPr id="9" name="TextBox 64">
            <a:extLst>
              <a:ext uri="{FF2B5EF4-FFF2-40B4-BE49-F238E27FC236}">
                <a16:creationId xmlns:a16="http://schemas.microsoft.com/office/drawing/2014/main" id="{876D03F3-AAFE-5B38-261E-4E5948307093}"/>
              </a:ext>
            </a:extLst>
          </p:cNvPr>
          <p:cNvSpPr txBox="1"/>
          <p:nvPr/>
        </p:nvSpPr>
        <p:spPr>
          <a:xfrm flipH="1">
            <a:off x="95367" y="5757703"/>
            <a:ext cx="5924156" cy="646331"/>
          </a:xfrm>
          <a:prstGeom prst="rect">
            <a:avLst/>
          </a:prstGeom>
          <a:noFill/>
        </p:spPr>
        <p:txBody>
          <a:bodyPr wrap="square" rtlCol="0">
            <a:spAutoFit/>
          </a:bodyPr>
          <a:lstStyle/>
          <a:p>
            <a:pPr marL="171450" marR="0" lvl="0" indent="-171450" algn="l" defTabSz="914400" rtl="0" eaLnBrk="1" fontAlgn="base" latinLnBrk="0" hangingPunct="1">
              <a:lnSpc>
                <a:spcPct val="100000"/>
              </a:lnSpc>
              <a:spcBef>
                <a:spcPts val="0"/>
              </a:spcBef>
              <a:spcAft>
                <a:spcPts val="0"/>
              </a:spcAft>
              <a:buClrTx/>
              <a:buSzTx/>
              <a:buFont typeface="Wingdings" panose="05000000000000000000" pitchFamily="2" charset="2"/>
              <a:buChar char="§"/>
              <a:tabLst/>
              <a:defRPr/>
            </a:pPr>
            <a:r>
              <a:rPr kumimoji="0" lang="pt-BR" sz="1200" b="0" i="0" u="none" strike="noStrike" kern="1200" cap="none" spc="0" normalizeH="0" baseline="0" noProof="0">
                <a:ln>
                  <a:noFill/>
                </a:ln>
                <a:solidFill>
                  <a:srgbClr val="071C25"/>
                </a:solidFill>
                <a:effectLst/>
                <a:uLnTx/>
                <a:uFillTx/>
                <a:latin typeface="Arial"/>
                <a:ea typeface="+mn-ea"/>
                <a:cs typeface="+mn-cs"/>
              </a:rPr>
              <a:t>Suportamos clientes em práticas de estratégia em diversos setores como varejo, educação, energia, automotivo, serviços financeiros, papel e celulose, óleo e gás, tecnologia, telecomunicação, distribuição de combustíveis, entre outros</a:t>
            </a:r>
            <a:endParaRPr kumimoji="0" lang="pt-BR" sz="1200" b="0" i="1" u="none" strike="noStrike" kern="1200" cap="none" spc="0" normalizeH="0" baseline="0" noProof="0">
              <a:ln>
                <a:noFill/>
              </a:ln>
              <a:solidFill>
                <a:srgbClr val="071C25"/>
              </a:solidFill>
              <a:effectLst/>
              <a:uLnTx/>
              <a:uFillTx/>
              <a:latin typeface="Arial"/>
              <a:ea typeface="+mn-ea"/>
              <a:cs typeface="+mn-cs"/>
            </a:endParaRPr>
          </a:p>
        </p:txBody>
      </p:sp>
      <p:sp>
        <p:nvSpPr>
          <p:cNvPr id="11" name="Rechteck 51">
            <a:extLst>
              <a:ext uri="{FF2B5EF4-FFF2-40B4-BE49-F238E27FC236}">
                <a16:creationId xmlns:a16="http://schemas.microsoft.com/office/drawing/2014/main" id="{CF818937-432D-C60F-AC97-044B4E078D7C}"/>
              </a:ext>
            </a:extLst>
          </p:cNvPr>
          <p:cNvSpPr>
            <a:spLocks/>
          </p:cNvSpPr>
          <p:nvPr/>
        </p:nvSpPr>
        <p:spPr>
          <a:xfrm>
            <a:off x="178524" y="5535873"/>
            <a:ext cx="5503882" cy="221018"/>
          </a:xfrm>
          <a:prstGeom prst="rect">
            <a:avLst/>
          </a:prstGeom>
          <a:noFill/>
        </p:spPr>
        <p:txBody>
          <a:bodyPr wrap="square" lIns="0" tIns="0" rIns="0" bIns="36000" anchor="b" anchorCtr="0">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pt-BR" sz="1200" b="1" i="0" u="none" strike="noStrike" kern="0" cap="none" spc="-20" normalizeH="0" baseline="0" noProof="0">
                <a:ln>
                  <a:noFill/>
                </a:ln>
                <a:solidFill>
                  <a:srgbClr val="020E66"/>
                </a:solidFill>
                <a:effectLst/>
                <a:uLnTx/>
                <a:uFillTx/>
                <a:latin typeface="Arial" panose="020B0604020202020204" pitchFamily="34" charset="0"/>
                <a:ea typeface="Arial" charset="0"/>
                <a:cs typeface="Arial" panose="020B0604020202020204" pitchFamily="34" charset="0"/>
              </a:rPr>
              <a:t>Nossa experiência e exemplos de atuação</a:t>
            </a:r>
          </a:p>
        </p:txBody>
      </p:sp>
      <p:pic>
        <p:nvPicPr>
          <p:cNvPr id="32" name="Gráfico 31">
            <a:extLst>
              <a:ext uri="{FF2B5EF4-FFF2-40B4-BE49-F238E27FC236}">
                <a16:creationId xmlns:a16="http://schemas.microsoft.com/office/drawing/2014/main" id="{5117BED6-CCB3-DC47-46FB-4BEC69EE923D}"/>
              </a:ext>
            </a:extLst>
          </p:cNvPr>
          <p:cNvPicPr>
            <a:picLocks noChangeAspect="1"/>
          </p:cNvPicPr>
          <p:nvPr/>
        </p:nvPicPr>
        <p:blipFill rotWithShape="1">
          <a:blip r:embed="rId34" cstate="email">
            <a:extLst>
              <a:ext uri="{28A0092B-C50C-407E-A947-70E740481C1C}">
                <a14:useLocalDpi xmlns:a14="http://schemas.microsoft.com/office/drawing/2010/main"/>
              </a:ext>
              <a:ext uri="{96DAC541-7B7A-43D3-8B79-37D633B846F1}">
                <asvg:svgBlip xmlns:asvg="http://schemas.microsoft.com/office/drawing/2016/SVG/main" r:embed="rId35"/>
              </a:ext>
            </a:extLst>
          </a:blip>
          <a:srcRect l="4900" r="4900" b="21575"/>
          <a:stretch/>
        </p:blipFill>
        <p:spPr>
          <a:xfrm>
            <a:off x="6272534" y="5540110"/>
            <a:ext cx="333118" cy="289632"/>
          </a:xfrm>
          <a:prstGeom prst="rect">
            <a:avLst/>
          </a:prstGeom>
        </p:spPr>
      </p:pic>
      <p:pic>
        <p:nvPicPr>
          <p:cNvPr id="34" name="Gráfico 33">
            <a:extLst>
              <a:ext uri="{FF2B5EF4-FFF2-40B4-BE49-F238E27FC236}">
                <a16:creationId xmlns:a16="http://schemas.microsoft.com/office/drawing/2014/main" id="{328732EA-2BCE-C422-7844-6F91297463B6}"/>
              </a:ext>
            </a:extLst>
          </p:cNvPr>
          <p:cNvPicPr>
            <a:picLocks noChangeAspect="1"/>
          </p:cNvPicPr>
          <p:nvPr/>
        </p:nvPicPr>
        <p:blipFill rotWithShape="1">
          <a:blip r:embed="rId36" cstate="email">
            <a:extLst>
              <a:ext uri="{28A0092B-C50C-407E-A947-70E740481C1C}">
                <a14:useLocalDpi xmlns:a14="http://schemas.microsoft.com/office/drawing/2010/main"/>
              </a:ext>
              <a:ext uri="{96DAC541-7B7A-43D3-8B79-37D633B846F1}">
                <asvg:svgBlip xmlns:asvg="http://schemas.microsoft.com/office/drawing/2016/SVG/main" r:embed="rId37"/>
              </a:ext>
            </a:extLst>
          </a:blip>
          <a:srcRect l="11247" r="10494" b="20931"/>
          <a:stretch/>
        </p:blipFill>
        <p:spPr>
          <a:xfrm>
            <a:off x="6272534" y="5983452"/>
            <a:ext cx="339703" cy="343218"/>
          </a:xfrm>
          <a:prstGeom prst="rect">
            <a:avLst/>
          </a:prstGeom>
        </p:spPr>
      </p:pic>
      <p:sp>
        <p:nvSpPr>
          <p:cNvPr id="27" name="CaixaDeTexto 26">
            <a:extLst>
              <a:ext uri="{FF2B5EF4-FFF2-40B4-BE49-F238E27FC236}">
                <a16:creationId xmlns:a16="http://schemas.microsoft.com/office/drawing/2014/main" id="{8BF74208-16ED-B776-16EC-738E31325B99}"/>
              </a:ext>
            </a:extLst>
          </p:cNvPr>
          <p:cNvSpPr txBox="1"/>
          <p:nvPr/>
        </p:nvSpPr>
        <p:spPr bwMode="auto">
          <a:xfrm>
            <a:off x="6790986" y="5500259"/>
            <a:ext cx="5222489" cy="369332"/>
          </a:xfrm>
          <a:prstGeom prst="rect">
            <a:avLst/>
          </a:prstGeom>
          <a:noFill/>
          <a:ln w="9525">
            <a:noFill/>
            <a:miter lim="800000"/>
            <a:headEnd/>
            <a:tailEnd/>
          </a:ln>
        </p:spPr>
        <p:txBody>
          <a:bodyPr vert="horz" wrap="square" lIns="0" tIns="0" rIns="0" bIns="0" numCol="1" rtlCol="0" anchor="t" anchorCtr="0" compatLnSpc="1">
            <a:prstTxWarp prst="textNoShape">
              <a:avLst/>
            </a:prstTxWarp>
            <a:spAutoFit/>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pt-BR" sz="1200" b="0" i="0" u="none" strike="noStrike" kern="0" cap="none" spc="0" normalizeH="0" baseline="0" noProof="0">
                <a:ln>
                  <a:noFill/>
                </a:ln>
                <a:solidFill>
                  <a:srgbClr val="071C25"/>
                </a:solidFill>
                <a:effectLst/>
                <a:uLnTx/>
                <a:uFillTx/>
                <a:latin typeface="Arial"/>
                <a:ea typeface="+mn-ea"/>
                <a:cs typeface="+mn-cs"/>
              </a:rPr>
              <a:t>Elaboramos a estratégia de crescimento para uma empresa no setor de papel e celulose, identificando potencial aumento de receita de 65%</a:t>
            </a:r>
          </a:p>
        </p:txBody>
      </p:sp>
      <p:sp>
        <p:nvSpPr>
          <p:cNvPr id="28" name="CaixaDeTexto 27">
            <a:extLst>
              <a:ext uri="{FF2B5EF4-FFF2-40B4-BE49-F238E27FC236}">
                <a16:creationId xmlns:a16="http://schemas.microsoft.com/office/drawing/2014/main" id="{975563C8-C491-C20A-C47B-971AD9817FA8}"/>
              </a:ext>
            </a:extLst>
          </p:cNvPr>
          <p:cNvSpPr txBox="1"/>
          <p:nvPr/>
        </p:nvSpPr>
        <p:spPr bwMode="auto">
          <a:xfrm>
            <a:off x="6790985" y="6002376"/>
            <a:ext cx="5222490" cy="369332"/>
          </a:xfrm>
          <a:prstGeom prst="rect">
            <a:avLst/>
          </a:prstGeom>
          <a:noFill/>
          <a:ln w="9525">
            <a:noFill/>
            <a:miter lim="800000"/>
            <a:headEnd/>
            <a:tailEnd/>
          </a:ln>
        </p:spPr>
        <p:txBody>
          <a:bodyPr vert="horz" wrap="square" lIns="0" tIns="0" rIns="0" bIns="0" numCol="1" rtlCol="0" anchor="t" anchorCtr="0" compatLnSpc="1">
            <a:prstTxWarp prst="textNoShape">
              <a:avLst/>
            </a:prstTxWarp>
            <a:spAutoFit/>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pt-BR" sz="1200" b="0" i="0" u="none" strike="noStrike" kern="0" cap="none" spc="0" normalizeH="0" baseline="0" noProof="0">
                <a:ln>
                  <a:noFill/>
                </a:ln>
                <a:solidFill>
                  <a:srgbClr val="071C25"/>
                </a:solidFill>
                <a:effectLst/>
                <a:uLnTx/>
                <a:uFillTx/>
                <a:latin typeface="Arial"/>
                <a:ea typeface="+mn-ea"/>
                <a:cs typeface="+mn-cs"/>
              </a:rPr>
              <a:t>Desenvolvemos novo negócio em geração distribuída para cliente do setor de energia, com potencial de R$ 1 B de aumento no </a:t>
            </a:r>
            <a:r>
              <a:rPr kumimoji="0" lang="pt-BR" sz="1200" b="0" i="1" u="none" strike="noStrike" kern="0" cap="none" spc="0" normalizeH="0" baseline="0" noProof="0">
                <a:ln>
                  <a:noFill/>
                </a:ln>
                <a:solidFill>
                  <a:srgbClr val="071C25"/>
                </a:solidFill>
                <a:effectLst/>
                <a:uLnTx/>
                <a:uFillTx/>
                <a:latin typeface="Arial"/>
                <a:ea typeface="+mn-ea"/>
                <a:cs typeface="+mn-cs"/>
              </a:rPr>
              <a:t>valuation</a:t>
            </a:r>
            <a:r>
              <a:rPr kumimoji="0" lang="pt-BR" sz="1200" b="0" i="0" u="none" strike="noStrike" kern="0" cap="none" spc="0" normalizeH="0" baseline="0" noProof="0">
                <a:ln>
                  <a:noFill/>
                </a:ln>
                <a:solidFill>
                  <a:srgbClr val="071C25"/>
                </a:solidFill>
                <a:effectLst/>
                <a:uLnTx/>
                <a:uFillTx/>
                <a:latin typeface="Arial"/>
                <a:ea typeface="+mn-ea"/>
                <a:cs typeface="+mn-cs"/>
              </a:rPr>
              <a:t> da empresa</a:t>
            </a:r>
          </a:p>
        </p:txBody>
      </p:sp>
    </p:spTree>
    <p:extLst>
      <p:ext uri="{BB962C8B-B14F-4D97-AF65-F5344CB8AC3E}">
        <p14:creationId xmlns:p14="http://schemas.microsoft.com/office/powerpoint/2010/main" val="146536362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2" name="Objeto 31" hidden="1">
            <a:extLst>
              <a:ext uri="{FF2B5EF4-FFF2-40B4-BE49-F238E27FC236}">
                <a16:creationId xmlns:a16="http://schemas.microsoft.com/office/drawing/2014/main" id="{87FEB27B-F818-4F99-B5C1-BA436825658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Slide do think-cell" r:id="rId5" imgW="421" imgH="423" progId="TCLayout.ActiveDocument.1">
                  <p:embed/>
                </p:oleObj>
              </mc:Choice>
              <mc:Fallback>
                <p:oleObj name="Slide do think-cell" r:id="rId5" imgW="421" imgH="423" progId="TCLayout.ActiveDocument.1">
                  <p:embed/>
                  <p:pic>
                    <p:nvPicPr>
                      <p:cNvPr id="32" name="Objeto 31" hidden="1">
                        <a:extLst>
                          <a:ext uri="{FF2B5EF4-FFF2-40B4-BE49-F238E27FC236}">
                            <a16:creationId xmlns:a16="http://schemas.microsoft.com/office/drawing/2014/main" id="{87FEB27B-F818-4F99-B5C1-BA4368256584}"/>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1" name="Freeform: Shape 40">
            <a:extLst>
              <a:ext uri="{FF2B5EF4-FFF2-40B4-BE49-F238E27FC236}">
                <a16:creationId xmlns:a16="http://schemas.microsoft.com/office/drawing/2014/main" id="{47958010-F08B-41B2-BBDF-7F004C0DABD4}"/>
              </a:ext>
            </a:extLst>
          </p:cNvPr>
          <p:cNvSpPr/>
          <p:nvPr/>
        </p:nvSpPr>
        <p:spPr bwMode="auto">
          <a:xfrm rot="12600000" flipH="1">
            <a:off x="1722303" y="2279008"/>
            <a:ext cx="8747393" cy="5237057"/>
          </a:xfrm>
          <a:custGeom>
            <a:avLst/>
            <a:gdLst>
              <a:gd name="connsiteX0" fmla="*/ 8082687 w 8747392"/>
              <a:gd name="connsiteY0" fmla="*/ 5237057 h 5237057"/>
              <a:gd name="connsiteX1" fmla="*/ 8597507 w 8747392"/>
              <a:gd name="connsiteY1" fmla="*/ 5174525 h 5237057"/>
              <a:gd name="connsiteX2" fmla="*/ 8747392 w 8747392"/>
              <a:gd name="connsiteY2" fmla="*/ 5049460 h 5237057"/>
              <a:gd name="connsiteX3" fmla="*/ 8506274 w 8747392"/>
              <a:gd name="connsiteY3" fmla="*/ 4531335 h 5237057"/>
              <a:gd name="connsiteX4" fmla="*/ 8369422 w 8747392"/>
              <a:gd name="connsiteY4" fmla="*/ 4593868 h 5237057"/>
              <a:gd name="connsiteX5" fmla="*/ 8484408 w 8747392"/>
              <a:gd name="connsiteY5" fmla="*/ 4893352 h 5237057"/>
              <a:gd name="connsiteX6" fmla="*/ 293253 w 8747392"/>
              <a:gd name="connsiteY6" fmla="*/ 187597 h 5237057"/>
              <a:gd name="connsiteX7" fmla="*/ 534371 w 8747392"/>
              <a:gd name="connsiteY7" fmla="*/ 142930 h 5237057"/>
              <a:gd name="connsiteX8" fmla="*/ 664705 w 8747392"/>
              <a:gd name="connsiteY8" fmla="*/ 0 h 5237057"/>
              <a:gd name="connsiteX9" fmla="*/ 149885 w 8747392"/>
              <a:gd name="connsiteY9" fmla="*/ 62531 h 5237057"/>
              <a:gd name="connsiteX10" fmla="*/ 0 w 8747392"/>
              <a:gd name="connsiteY10" fmla="*/ 187597 h 5237057"/>
              <a:gd name="connsiteX11" fmla="*/ 241118 w 8747392"/>
              <a:gd name="connsiteY11" fmla="*/ 705722 h 5237057"/>
              <a:gd name="connsiteX12" fmla="*/ 377970 w 8747392"/>
              <a:gd name="connsiteY12" fmla="*/ 643189 h 5237057"/>
              <a:gd name="connsiteX13" fmla="*/ 247635 w 8747392"/>
              <a:gd name="connsiteY13" fmla="*/ 303729 h 5237057"/>
              <a:gd name="connsiteX14" fmla="*/ 8169959 w 8747392"/>
              <a:gd name="connsiteY14" fmla="*/ 4857716 h 5237057"/>
              <a:gd name="connsiteX15" fmla="*/ 8474903 w 8747392"/>
              <a:gd name="connsiteY15" fmla="*/ 5036145 h 5237057"/>
              <a:gd name="connsiteX16" fmla="*/ 8454139 w 8747392"/>
              <a:gd name="connsiteY16" fmla="*/ 5049460 h 5237057"/>
              <a:gd name="connsiteX17" fmla="*/ 8213021 w 8747392"/>
              <a:gd name="connsiteY17" fmla="*/ 5094126 h 5237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47392" h="5237057">
                <a:moveTo>
                  <a:pt x="8082687" y="5237057"/>
                </a:moveTo>
                <a:lnTo>
                  <a:pt x="8597507" y="5174525"/>
                </a:lnTo>
                <a:lnTo>
                  <a:pt x="8747392" y="5049460"/>
                </a:lnTo>
                <a:lnTo>
                  <a:pt x="8506274" y="4531335"/>
                </a:lnTo>
                <a:lnTo>
                  <a:pt x="8369422" y="4593868"/>
                </a:lnTo>
                <a:lnTo>
                  <a:pt x="8484408" y="4893352"/>
                </a:lnTo>
                <a:lnTo>
                  <a:pt x="293253" y="187597"/>
                </a:lnTo>
                <a:lnTo>
                  <a:pt x="534371" y="142930"/>
                </a:lnTo>
                <a:lnTo>
                  <a:pt x="664705" y="0"/>
                </a:lnTo>
                <a:lnTo>
                  <a:pt x="149885" y="62531"/>
                </a:lnTo>
                <a:lnTo>
                  <a:pt x="0" y="187597"/>
                </a:lnTo>
                <a:lnTo>
                  <a:pt x="241118" y="705722"/>
                </a:lnTo>
                <a:lnTo>
                  <a:pt x="377970" y="643189"/>
                </a:lnTo>
                <a:lnTo>
                  <a:pt x="247635" y="303729"/>
                </a:lnTo>
                <a:cubicBezTo>
                  <a:pt x="339326" y="335381"/>
                  <a:pt x="6210851" y="3715015"/>
                  <a:pt x="8169959" y="4857716"/>
                </a:cubicBezTo>
                <a:lnTo>
                  <a:pt x="8474903" y="5036145"/>
                </a:lnTo>
                <a:lnTo>
                  <a:pt x="8454139" y="5049460"/>
                </a:lnTo>
                <a:lnTo>
                  <a:pt x="8213021" y="5094126"/>
                </a:lnTo>
                <a:close/>
              </a:path>
            </a:pathLst>
          </a:custGeom>
          <a:solidFill>
            <a:schemeClr val="bg1">
              <a:lumMod val="65000"/>
            </a:schemeClr>
          </a:solidFill>
          <a:ln w="2857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pt-BR" sz="2400" b="0" i="0" u="none" strike="noStrike" kern="1200" cap="none" spc="0" normalizeH="0" baseline="0" noProof="0">
              <a:ln>
                <a:noFill/>
              </a:ln>
              <a:solidFill>
                <a:srgbClr val="071C25"/>
              </a:solidFill>
              <a:effectLst/>
              <a:uLnTx/>
              <a:uFillTx/>
              <a:latin typeface="Arial" pitchFamily="34" charset="0"/>
              <a:ea typeface="+mn-ea"/>
              <a:cs typeface="+mn-cs"/>
            </a:endParaRPr>
          </a:p>
        </p:txBody>
      </p:sp>
      <p:sp>
        <p:nvSpPr>
          <p:cNvPr id="15" name="Retângulo 14">
            <a:extLst>
              <a:ext uri="{FF2B5EF4-FFF2-40B4-BE49-F238E27FC236}">
                <a16:creationId xmlns:a16="http://schemas.microsoft.com/office/drawing/2014/main" id="{6128C99A-72BE-4DB0-9E86-CB1E84884A93}"/>
              </a:ext>
            </a:extLst>
          </p:cNvPr>
          <p:cNvSpPr/>
          <p:nvPr/>
        </p:nvSpPr>
        <p:spPr>
          <a:xfrm>
            <a:off x="4535254" y="4697895"/>
            <a:ext cx="3684185" cy="503470"/>
          </a:xfrm>
          <a:prstGeom prst="rect">
            <a:avLst/>
          </a:prstGeom>
          <a:solidFill>
            <a:schemeClr val="bg1"/>
          </a:solidFill>
          <a:ln w="19050">
            <a:solidFill>
              <a:schemeClr val="bg1"/>
            </a:solidFill>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400" b="0" i="0" u="none" strike="noStrike" kern="1200" cap="none" spc="0" normalizeH="0" baseline="0" noProof="0" err="1">
              <a:ln>
                <a:noFill/>
              </a:ln>
              <a:solidFill>
                <a:prstClr val="white"/>
              </a:solidFill>
              <a:effectLst/>
              <a:uLnTx/>
              <a:uFillTx/>
              <a:latin typeface="Arial"/>
              <a:ea typeface="+mn-ea"/>
              <a:cs typeface="+mn-cs"/>
            </a:endParaRPr>
          </a:p>
        </p:txBody>
      </p:sp>
      <p:sp>
        <p:nvSpPr>
          <p:cNvPr id="31" name="Retângulo 30" hidden="1">
            <a:extLst>
              <a:ext uri="{FF2B5EF4-FFF2-40B4-BE49-F238E27FC236}">
                <a16:creationId xmlns:a16="http://schemas.microsoft.com/office/drawing/2014/main" id="{2F3C2876-A2BF-47C4-BED1-6269310BE289}"/>
              </a:ext>
            </a:extLst>
          </p:cNvPr>
          <p:cNvSpPr/>
          <p:nvPr>
            <p:custDataLst>
              <p:tags r:id="rId2"/>
            </p:custDataLst>
          </p:nvPr>
        </p:nvSpPr>
        <p:spPr>
          <a:xfrm>
            <a:off x="0" y="0"/>
            <a:ext cx="158750" cy="158750"/>
          </a:xfrm>
          <a:prstGeom prst="rect">
            <a:avLst/>
          </a:prstGeom>
          <a:solidFill>
            <a:schemeClr val="accent2"/>
          </a:solidFill>
          <a:ln w="19050">
            <a:solidFill>
              <a:schemeClr val="accent2"/>
            </a:solidFill>
            <a:miter lim="400000"/>
          </a:ln>
          <a:effectLst/>
        </p:spPr>
        <p:txBody>
          <a:bodyPr wrap="none" lIns="0" tIns="0" rIns="0" bIns="0" numCol="1" spcCol="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2000" b="1" i="0" u="none" strike="noStrike" kern="1200" cap="none" spc="0" normalizeH="0" baseline="0" noProof="0">
              <a:ln>
                <a:noFill/>
              </a:ln>
              <a:solidFill>
                <a:prstClr val="white"/>
              </a:solidFill>
              <a:effectLst/>
              <a:uLnTx/>
              <a:uFillTx/>
              <a:latin typeface="Arial" panose="020B0604020202020204" pitchFamily="34" charset="0"/>
              <a:ea typeface="+mn-ea"/>
              <a:cs typeface="+mn-cs"/>
              <a:sym typeface="Arial" panose="020B0604020202020204" pitchFamily="34" charset="0"/>
            </a:endParaRPr>
          </a:p>
        </p:txBody>
      </p:sp>
      <p:sp>
        <p:nvSpPr>
          <p:cNvPr id="12" name="Espaço Reservado para Texto 11">
            <a:extLst>
              <a:ext uri="{FF2B5EF4-FFF2-40B4-BE49-F238E27FC236}">
                <a16:creationId xmlns:a16="http://schemas.microsoft.com/office/drawing/2014/main" id="{9C990D74-9327-4CB4-95B4-426CFAC48C30}"/>
              </a:ext>
            </a:extLst>
          </p:cNvPr>
          <p:cNvSpPr>
            <a:spLocks noGrp="1"/>
          </p:cNvSpPr>
          <p:nvPr>
            <p:ph type="body" sz="quarter" idx="14"/>
          </p:nvPr>
        </p:nvSpPr>
        <p:spPr/>
        <p:txBody>
          <a:bodyPr/>
          <a:lstStyle/>
          <a:p>
            <a:r>
              <a:rPr lang="pt-BR"/>
              <a:t>Fonte: Mirow &amp; Co.</a:t>
            </a:r>
          </a:p>
        </p:txBody>
      </p:sp>
      <p:sp>
        <p:nvSpPr>
          <p:cNvPr id="3" name="Título 2">
            <a:extLst>
              <a:ext uri="{FF2B5EF4-FFF2-40B4-BE49-F238E27FC236}">
                <a16:creationId xmlns:a16="http://schemas.microsoft.com/office/drawing/2014/main" id="{C50E609D-99F1-431A-99DE-C52CFCE0055E}"/>
              </a:ext>
            </a:extLst>
          </p:cNvPr>
          <p:cNvSpPr>
            <a:spLocks noGrp="1"/>
          </p:cNvSpPr>
          <p:nvPr>
            <p:ph type="title"/>
          </p:nvPr>
        </p:nvSpPr>
        <p:spPr/>
        <p:txBody>
          <a:bodyPr vert="horz"/>
          <a:lstStyle/>
          <a:p>
            <a:r>
              <a:rPr lang="pt-BR"/>
              <a:t>Nossa prática de </a:t>
            </a:r>
            <a:r>
              <a:rPr lang="pt-BR" i="1"/>
              <a:t>marketing</a:t>
            </a:r>
            <a:r>
              <a:rPr lang="pt-BR"/>
              <a:t>, vendas e </a:t>
            </a:r>
            <a:r>
              <a:rPr lang="pt-BR" i="1"/>
              <a:t>pricing</a:t>
            </a:r>
            <a:r>
              <a:rPr lang="pt-BR"/>
              <a:t> é dividida em 5 principais linhas de</a:t>
            </a:r>
            <a:br>
              <a:rPr lang="pt-BR"/>
            </a:br>
            <a:r>
              <a:rPr lang="pt-BR"/>
              <a:t>serviços</a:t>
            </a:r>
          </a:p>
        </p:txBody>
      </p:sp>
      <p:grpSp>
        <p:nvGrpSpPr>
          <p:cNvPr id="14" name="Agrupar 13">
            <a:extLst>
              <a:ext uri="{FF2B5EF4-FFF2-40B4-BE49-F238E27FC236}">
                <a16:creationId xmlns:a16="http://schemas.microsoft.com/office/drawing/2014/main" id="{7D6E2818-D27D-4E2C-83AF-97F4C7DFA97C}"/>
              </a:ext>
            </a:extLst>
          </p:cNvPr>
          <p:cNvGrpSpPr/>
          <p:nvPr/>
        </p:nvGrpSpPr>
        <p:grpSpPr>
          <a:xfrm>
            <a:off x="3972560" y="4503937"/>
            <a:ext cx="4246880" cy="840225"/>
            <a:chOff x="3860801" y="4503937"/>
            <a:chExt cx="4246880" cy="840225"/>
          </a:xfrm>
        </p:grpSpPr>
        <p:sp>
          <p:nvSpPr>
            <p:cNvPr id="23" name="TextBox 4">
              <a:extLst>
                <a:ext uri="{FF2B5EF4-FFF2-40B4-BE49-F238E27FC236}">
                  <a16:creationId xmlns:a16="http://schemas.microsoft.com/office/drawing/2014/main" id="{EFB3DCC1-438A-4535-988E-1095B5466BE2}"/>
                </a:ext>
              </a:extLst>
            </p:cNvPr>
            <p:cNvSpPr txBox="1"/>
            <p:nvPr/>
          </p:nvSpPr>
          <p:spPr>
            <a:xfrm>
              <a:off x="3860801" y="4621408"/>
              <a:ext cx="4246880" cy="615553"/>
            </a:xfrm>
            <a:prstGeom prst="rect">
              <a:avLst/>
            </a:prstGeom>
            <a:noFill/>
          </p:spPr>
          <p:txBody>
            <a:bodyPr wrap="square" lIns="0" rIns="0" rtlCol="0" anchor="b">
              <a:spAutoFit/>
            </a:bodyPr>
            <a:lstStyle/>
            <a:p>
              <a:pPr marL="1524000" marR="0" lvl="0" indent="0" algn="l" defTabSz="914400" rtl="0" eaLnBrk="1" fontAlgn="auto" latinLnBrk="0" hangingPunct="1">
                <a:lnSpc>
                  <a:spcPct val="100000"/>
                </a:lnSpc>
                <a:spcBef>
                  <a:spcPts val="0"/>
                </a:spcBef>
                <a:spcAft>
                  <a:spcPts val="0"/>
                </a:spcAft>
                <a:buClrTx/>
                <a:buSzTx/>
                <a:buFontTx/>
                <a:buNone/>
                <a:tabLst/>
                <a:defRPr/>
              </a:pPr>
              <a:r>
                <a:rPr kumimoji="0" lang="pt-BR" sz="1700" b="1" i="0" u="none" strike="noStrike" kern="1200" cap="none" spc="0" normalizeH="0" baseline="0" noProof="1">
                  <a:ln>
                    <a:noFill/>
                  </a:ln>
                  <a:solidFill>
                    <a:srgbClr val="071C25"/>
                  </a:solidFill>
                  <a:effectLst/>
                  <a:uLnTx/>
                  <a:uFillTx/>
                  <a:latin typeface="Arial"/>
                  <a:ea typeface="+mn-ea"/>
                  <a:cs typeface="+mn-cs"/>
                </a:rPr>
                <a:t>Transformação digital em </a:t>
              </a:r>
              <a:r>
                <a:rPr kumimoji="0" lang="pt-BR" sz="1700" b="1" i="1" u="none" strike="noStrike" kern="1200" cap="none" spc="0" normalizeH="0" baseline="0" noProof="1">
                  <a:ln>
                    <a:noFill/>
                  </a:ln>
                  <a:solidFill>
                    <a:srgbClr val="071C25"/>
                  </a:solidFill>
                  <a:effectLst/>
                  <a:uLnTx/>
                  <a:uFillTx/>
                  <a:latin typeface="Arial"/>
                  <a:ea typeface="+mn-ea"/>
                  <a:cs typeface="+mn-cs"/>
                </a:rPr>
                <a:t>marketing</a:t>
              </a:r>
              <a:r>
                <a:rPr kumimoji="0" lang="pt-BR" sz="1700" b="1" i="0" u="none" strike="noStrike" kern="1200" cap="none" spc="0" normalizeH="0" baseline="0" noProof="1">
                  <a:ln>
                    <a:noFill/>
                  </a:ln>
                  <a:solidFill>
                    <a:srgbClr val="071C25"/>
                  </a:solidFill>
                  <a:effectLst/>
                  <a:uLnTx/>
                  <a:uFillTx/>
                  <a:latin typeface="Arial"/>
                  <a:ea typeface="+mn-ea"/>
                  <a:cs typeface="+mn-cs"/>
                </a:rPr>
                <a:t> e vendas</a:t>
              </a:r>
            </a:p>
          </p:txBody>
        </p:sp>
        <p:sp>
          <p:nvSpPr>
            <p:cNvPr id="28" name="Elipse 27">
              <a:extLst>
                <a:ext uri="{FF2B5EF4-FFF2-40B4-BE49-F238E27FC236}">
                  <a16:creationId xmlns:a16="http://schemas.microsoft.com/office/drawing/2014/main" id="{1B5EC9D5-4C04-40C6-B334-30116D45122C}"/>
                </a:ext>
              </a:extLst>
            </p:cNvPr>
            <p:cNvSpPr/>
            <p:nvPr/>
          </p:nvSpPr>
          <p:spPr>
            <a:xfrm>
              <a:off x="3991634" y="4697895"/>
              <a:ext cx="433388" cy="431800"/>
            </a:xfrm>
            <a:prstGeom prst="ellipse">
              <a:avLst/>
            </a:prstGeom>
            <a:solidFill>
              <a:schemeClr val="bg1"/>
            </a:solidFill>
            <a:ln w="19050">
              <a:solidFill>
                <a:schemeClr val="accent6"/>
              </a:solidFill>
              <a:miter lim="400000"/>
            </a:ln>
            <a:effectLst/>
          </p:spPr>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800" b="1" i="0" u="none" strike="noStrike" kern="1200" cap="none" spc="0" normalizeH="0" baseline="0" noProof="0">
                  <a:ln>
                    <a:noFill/>
                  </a:ln>
                  <a:solidFill>
                    <a:srgbClr val="020E66"/>
                  </a:solidFill>
                  <a:effectLst/>
                  <a:uLnTx/>
                  <a:uFillTx/>
                  <a:latin typeface="Arial"/>
                  <a:ea typeface="+mn-ea"/>
                  <a:cs typeface="+mn-cs"/>
                </a:rPr>
                <a:t>5</a:t>
              </a:r>
            </a:p>
          </p:txBody>
        </p:sp>
        <p:pic>
          <p:nvPicPr>
            <p:cNvPr id="4" name="Imagem 3" descr="Forma&#10;&#10;Descrição gerada automaticamente com confiança baixa">
              <a:extLst>
                <a:ext uri="{FF2B5EF4-FFF2-40B4-BE49-F238E27FC236}">
                  <a16:creationId xmlns:a16="http://schemas.microsoft.com/office/drawing/2014/main" id="{2E0CA67B-5050-44DA-8355-B5F7D92B46D9}"/>
                </a:ext>
              </a:extLst>
            </p:cNvPr>
            <p:cNvPicPr>
              <a:picLocks noChangeAspect="1"/>
            </p:cNvPicPr>
            <p:nvPr/>
          </p:nvPicPr>
          <p:blipFill rotWithShape="1">
            <a:blip r:embed="rId7" cstate="email">
              <a:duotone>
                <a:prstClr val="black"/>
                <a:schemeClr val="accent6">
                  <a:tint val="45000"/>
                  <a:satMod val="400000"/>
                </a:schemeClr>
              </a:duotone>
              <a:extLst>
                <a:ext uri="{28A0092B-C50C-407E-A947-70E740481C1C}">
                  <a14:useLocalDpi xmlns:a14="http://schemas.microsoft.com/office/drawing/2010/main"/>
                </a:ext>
              </a:extLst>
            </a:blip>
            <a:srcRect/>
            <a:stretch/>
          </p:blipFill>
          <p:spPr>
            <a:xfrm>
              <a:off x="4428477" y="4503937"/>
              <a:ext cx="980440" cy="840225"/>
            </a:xfrm>
            <a:prstGeom prst="rect">
              <a:avLst/>
            </a:prstGeom>
          </p:spPr>
        </p:pic>
      </p:grpSp>
      <p:sp>
        <p:nvSpPr>
          <p:cNvPr id="35" name="Retângulo 34">
            <a:extLst>
              <a:ext uri="{FF2B5EF4-FFF2-40B4-BE49-F238E27FC236}">
                <a16:creationId xmlns:a16="http://schemas.microsoft.com/office/drawing/2014/main" id="{7FA5BD83-9542-4D65-991A-1433C50BE839}"/>
              </a:ext>
            </a:extLst>
          </p:cNvPr>
          <p:cNvSpPr/>
          <p:nvPr/>
        </p:nvSpPr>
        <p:spPr>
          <a:xfrm>
            <a:off x="0" y="5426297"/>
            <a:ext cx="12192000" cy="1018003"/>
          </a:xfrm>
          <a:prstGeom prst="rect">
            <a:avLst/>
          </a:prstGeom>
          <a:solidFill>
            <a:schemeClr val="accent6">
              <a:lumMod val="20000"/>
              <a:lumOff val="80000"/>
            </a:schemeClr>
          </a:solidFill>
          <a:ln w="19050">
            <a:noFill/>
            <a:miter lim="400000"/>
          </a:ln>
          <a:effectLst/>
        </p:spPr>
        <p:txBody>
          <a:bodyPr lIns="108000" tIns="72000" rIns="108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prstClr val="white"/>
              </a:solidFill>
              <a:effectLst/>
              <a:uLnTx/>
              <a:uFillTx/>
              <a:latin typeface="Arial"/>
              <a:ea typeface="+mn-ea"/>
              <a:cs typeface="+mn-cs"/>
            </a:endParaRPr>
          </a:p>
        </p:txBody>
      </p:sp>
      <p:sp>
        <p:nvSpPr>
          <p:cNvPr id="36" name="TextBox 64">
            <a:extLst>
              <a:ext uri="{FF2B5EF4-FFF2-40B4-BE49-F238E27FC236}">
                <a16:creationId xmlns:a16="http://schemas.microsoft.com/office/drawing/2014/main" id="{8EBA2069-8DF3-403F-9A68-DC986691A082}"/>
              </a:ext>
            </a:extLst>
          </p:cNvPr>
          <p:cNvSpPr txBox="1"/>
          <p:nvPr/>
        </p:nvSpPr>
        <p:spPr>
          <a:xfrm flipH="1">
            <a:off x="95367" y="5757703"/>
            <a:ext cx="5924156" cy="646331"/>
          </a:xfrm>
          <a:prstGeom prst="rect">
            <a:avLst/>
          </a:prstGeom>
          <a:noFill/>
        </p:spPr>
        <p:txBody>
          <a:bodyPr wrap="square" rtlCol="0">
            <a:spAutoFit/>
          </a:bodyPr>
          <a:lstStyle/>
          <a:p>
            <a:pPr marL="171450" marR="0" lvl="0" indent="-171450" algn="l" defTabSz="914400" rtl="0" eaLnBrk="1" fontAlgn="base" latinLnBrk="0" hangingPunct="1">
              <a:lnSpc>
                <a:spcPct val="100000"/>
              </a:lnSpc>
              <a:spcBef>
                <a:spcPts val="0"/>
              </a:spcBef>
              <a:spcAft>
                <a:spcPts val="0"/>
              </a:spcAft>
              <a:buClrTx/>
              <a:buSzTx/>
              <a:buFont typeface="Wingdings" panose="05000000000000000000" pitchFamily="2" charset="2"/>
              <a:buChar char="§"/>
              <a:tabLst/>
              <a:defRPr/>
            </a:pPr>
            <a:r>
              <a:rPr kumimoji="0" lang="pt-BR" sz="1200" b="0" i="0" u="none" strike="noStrike" kern="1200" cap="none" spc="0" normalizeH="0" baseline="0" noProof="0">
                <a:ln>
                  <a:noFill/>
                </a:ln>
                <a:solidFill>
                  <a:srgbClr val="071C25"/>
                </a:solidFill>
                <a:effectLst/>
                <a:uLnTx/>
                <a:uFillTx/>
                <a:latin typeface="Arial"/>
                <a:ea typeface="+mn-ea"/>
                <a:cs typeface="+mn-cs"/>
              </a:rPr>
              <a:t>Atuamos em projetos que abrangem toda cadeia de </a:t>
            </a:r>
            <a:r>
              <a:rPr kumimoji="0" lang="pt-BR" sz="1200" b="0" i="1" u="none" strike="noStrike" kern="1200" cap="none" spc="0" normalizeH="0" baseline="0" noProof="0">
                <a:ln>
                  <a:noFill/>
                </a:ln>
                <a:solidFill>
                  <a:srgbClr val="071C25"/>
                </a:solidFill>
                <a:effectLst/>
                <a:uLnTx/>
                <a:uFillTx/>
                <a:latin typeface="Arial"/>
                <a:ea typeface="+mn-ea"/>
                <a:cs typeface="+mn-cs"/>
              </a:rPr>
              <a:t>marketing</a:t>
            </a:r>
            <a:r>
              <a:rPr kumimoji="0" lang="pt-BR" sz="1200" b="0" i="0" u="none" strike="noStrike" kern="1200" cap="none" spc="0" normalizeH="0" baseline="0" noProof="0">
                <a:ln>
                  <a:noFill/>
                </a:ln>
                <a:solidFill>
                  <a:srgbClr val="071C25"/>
                </a:solidFill>
                <a:effectLst/>
                <a:uLnTx/>
                <a:uFillTx/>
                <a:latin typeface="Arial"/>
                <a:ea typeface="+mn-ea"/>
                <a:cs typeface="+mn-cs"/>
              </a:rPr>
              <a:t>, vendas e </a:t>
            </a:r>
            <a:r>
              <a:rPr kumimoji="0" lang="pt-BR" sz="1200" b="0" i="1" u="none" strike="noStrike" kern="1200" cap="none" spc="0" normalizeH="0" baseline="0" noProof="0">
                <a:ln>
                  <a:noFill/>
                </a:ln>
                <a:solidFill>
                  <a:srgbClr val="071C25"/>
                </a:solidFill>
                <a:effectLst/>
                <a:uLnTx/>
                <a:uFillTx/>
                <a:latin typeface="Arial"/>
                <a:ea typeface="+mn-ea"/>
                <a:cs typeface="+mn-cs"/>
              </a:rPr>
              <a:t>pricing</a:t>
            </a:r>
            <a:r>
              <a:rPr kumimoji="0" lang="pt-BR" sz="1200" b="0" i="0" u="none" strike="noStrike" kern="1200" cap="none" spc="0" normalizeH="0" baseline="0" noProof="0">
                <a:ln>
                  <a:noFill/>
                </a:ln>
                <a:solidFill>
                  <a:srgbClr val="071C25"/>
                </a:solidFill>
                <a:effectLst/>
                <a:uLnTx/>
                <a:uFillTx/>
                <a:latin typeface="Arial"/>
                <a:ea typeface="+mn-ea"/>
                <a:cs typeface="+mn-cs"/>
              </a:rPr>
              <a:t>, em indústrias de diversos setores como automotivo, papel e celulose, GLP, serviços industriais, serviços financeiros e tecnologia</a:t>
            </a:r>
            <a:endParaRPr kumimoji="0" lang="pt-BR" sz="1200" b="0" i="1" u="none" strike="noStrike" kern="1200" cap="none" spc="0" normalizeH="0" baseline="0" noProof="0">
              <a:ln>
                <a:noFill/>
              </a:ln>
              <a:solidFill>
                <a:srgbClr val="071C25"/>
              </a:solidFill>
              <a:effectLst/>
              <a:uLnTx/>
              <a:uFillTx/>
              <a:latin typeface="Arial"/>
              <a:ea typeface="+mn-ea"/>
              <a:cs typeface="+mn-cs"/>
            </a:endParaRPr>
          </a:p>
        </p:txBody>
      </p:sp>
      <p:sp>
        <p:nvSpPr>
          <p:cNvPr id="37" name="Rechteck 51">
            <a:extLst>
              <a:ext uri="{FF2B5EF4-FFF2-40B4-BE49-F238E27FC236}">
                <a16:creationId xmlns:a16="http://schemas.microsoft.com/office/drawing/2014/main" id="{E577C58B-5CA6-42BA-BC7F-97E2E72BD22E}"/>
              </a:ext>
            </a:extLst>
          </p:cNvPr>
          <p:cNvSpPr>
            <a:spLocks/>
          </p:cNvSpPr>
          <p:nvPr/>
        </p:nvSpPr>
        <p:spPr>
          <a:xfrm>
            <a:off x="178524" y="5535873"/>
            <a:ext cx="5503882" cy="221018"/>
          </a:xfrm>
          <a:prstGeom prst="rect">
            <a:avLst/>
          </a:prstGeom>
          <a:noFill/>
        </p:spPr>
        <p:txBody>
          <a:bodyPr wrap="square" lIns="0" tIns="0" rIns="0" bIns="36000" anchor="b" anchorCtr="0">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pt-BR" sz="1200" b="1" i="0" u="none" strike="noStrike" kern="0" cap="none" spc="-20" normalizeH="0" baseline="0" noProof="0">
                <a:ln>
                  <a:noFill/>
                </a:ln>
                <a:solidFill>
                  <a:srgbClr val="020E66"/>
                </a:solidFill>
                <a:effectLst/>
                <a:uLnTx/>
                <a:uFillTx/>
                <a:latin typeface="Arial" panose="020B0604020202020204" pitchFamily="34" charset="0"/>
                <a:ea typeface="Arial" charset="0"/>
                <a:cs typeface="Arial" panose="020B0604020202020204" pitchFamily="34" charset="0"/>
              </a:rPr>
              <a:t>Nossa experiência e exemplos de atuação</a:t>
            </a:r>
          </a:p>
        </p:txBody>
      </p:sp>
      <p:sp>
        <p:nvSpPr>
          <p:cNvPr id="39" name="Arrow: Pentagon 41">
            <a:extLst>
              <a:ext uri="{FF2B5EF4-FFF2-40B4-BE49-F238E27FC236}">
                <a16:creationId xmlns:a16="http://schemas.microsoft.com/office/drawing/2014/main" id="{8D0093FF-3146-4FAD-B3EB-2E27354C16A2}"/>
              </a:ext>
            </a:extLst>
          </p:cNvPr>
          <p:cNvSpPr>
            <a:spLocks/>
          </p:cNvSpPr>
          <p:nvPr/>
        </p:nvSpPr>
        <p:spPr>
          <a:xfrm rot="18938100" flipH="1">
            <a:off x="11871293" y="204285"/>
            <a:ext cx="108000" cy="108000"/>
          </a:xfrm>
          <a:prstGeom prst="homePlate">
            <a:avLst>
              <a:gd name="adj" fmla="val 16479"/>
            </a:avLst>
          </a:prstGeom>
          <a:solidFill>
            <a:schemeClr val="accent4"/>
          </a:solidFill>
          <a:ln>
            <a:solidFill>
              <a:schemeClr val="accent4"/>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73505" tIns="173505" rIns="173505" bIns="173505" numCol="1" spcCol="1270" anchor="ctr" anchorCtr="0">
            <a:noAutofit/>
          </a:bodyPr>
          <a:lstStyle/>
          <a:p>
            <a:pPr marL="0" marR="0" lvl="0" indent="0" algn="ctr" defTabSz="1511300" rtl="0" eaLnBrk="1" fontAlgn="auto" latinLnBrk="0" hangingPunct="1">
              <a:lnSpc>
                <a:spcPct val="90000"/>
              </a:lnSpc>
              <a:spcBef>
                <a:spcPct val="0"/>
              </a:spcBef>
              <a:spcAft>
                <a:spcPct val="35000"/>
              </a:spcAft>
              <a:buClrTx/>
              <a:buSzTx/>
              <a:buFontTx/>
              <a:buNone/>
              <a:tabLst/>
              <a:defRPr/>
            </a:pPr>
            <a:endParaRPr kumimoji="0" lang="pt-BR" sz="1600" b="0" i="0" u="none" strike="noStrike" kern="1200" cap="none" spc="0" normalizeH="0" baseline="0" noProof="0">
              <a:ln>
                <a:noFill/>
              </a:ln>
              <a:solidFill>
                <a:prstClr val="white"/>
              </a:solidFill>
              <a:effectLst/>
              <a:uLnTx/>
              <a:uFillTx/>
              <a:latin typeface="Arial"/>
              <a:ea typeface="+mn-ea"/>
              <a:cs typeface="+mn-cs"/>
            </a:endParaRPr>
          </a:p>
        </p:txBody>
      </p:sp>
      <p:sp>
        <p:nvSpPr>
          <p:cNvPr id="40" name="Arrow: Pentagon 41">
            <a:extLst>
              <a:ext uri="{FF2B5EF4-FFF2-40B4-BE49-F238E27FC236}">
                <a16:creationId xmlns:a16="http://schemas.microsoft.com/office/drawing/2014/main" id="{C99C7798-C892-42DE-9D84-E91499E91252}"/>
              </a:ext>
            </a:extLst>
          </p:cNvPr>
          <p:cNvSpPr>
            <a:spLocks/>
          </p:cNvSpPr>
          <p:nvPr/>
        </p:nvSpPr>
        <p:spPr>
          <a:xfrm rot="16200000" flipH="1">
            <a:off x="11692310" y="125888"/>
            <a:ext cx="108000" cy="108000"/>
          </a:xfrm>
          <a:prstGeom prst="homePlate">
            <a:avLst>
              <a:gd name="adj" fmla="val 16479"/>
            </a:avLst>
          </a:prstGeom>
          <a:solidFill>
            <a:schemeClr val="accent4"/>
          </a:solidFill>
          <a:ln>
            <a:solidFill>
              <a:schemeClr val="accent4"/>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73505" tIns="173505" rIns="173505" bIns="173505" numCol="1" spcCol="1270" anchor="ctr" anchorCtr="0">
            <a:noAutofit/>
          </a:bodyPr>
          <a:lstStyle/>
          <a:p>
            <a:pPr marL="0" marR="0" lvl="0" indent="0" algn="ctr" defTabSz="1511300" rtl="0" eaLnBrk="1" fontAlgn="auto" latinLnBrk="0" hangingPunct="1">
              <a:lnSpc>
                <a:spcPct val="90000"/>
              </a:lnSpc>
              <a:spcBef>
                <a:spcPct val="0"/>
              </a:spcBef>
              <a:spcAft>
                <a:spcPct val="35000"/>
              </a:spcAft>
              <a:buClrTx/>
              <a:buSzTx/>
              <a:buFontTx/>
              <a:buNone/>
              <a:tabLst/>
              <a:defRPr/>
            </a:pPr>
            <a:endParaRPr kumimoji="0" lang="pt-BR" sz="1600" b="0" i="0" u="none" strike="noStrike" kern="1200" cap="none" spc="0" normalizeH="0" baseline="0" noProof="0">
              <a:ln>
                <a:noFill/>
              </a:ln>
              <a:solidFill>
                <a:prstClr val="white"/>
              </a:solidFill>
              <a:effectLst/>
              <a:uLnTx/>
              <a:uFillTx/>
              <a:latin typeface="Arial"/>
              <a:ea typeface="+mn-ea"/>
              <a:cs typeface="+mn-cs"/>
            </a:endParaRPr>
          </a:p>
        </p:txBody>
      </p:sp>
      <p:sp>
        <p:nvSpPr>
          <p:cNvPr id="42" name="Arrow: Pentagon 41">
            <a:extLst>
              <a:ext uri="{FF2B5EF4-FFF2-40B4-BE49-F238E27FC236}">
                <a16:creationId xmlns:a16="http://schemas.microsoft.com/office/drawing/2014/main" id="{9D787D59-439F-4840-AFC7-43F8EE2BC954}"/>
              </a:ext>
            </a:extLst>
          </p:cNvPr>
          <p:cNvSpPr>
            <a:spLocks/>
          </p:cNvSpPr>
          <p:nvPr/>
        </p:nvSpPr>
        <p:spPr>
          <a:xfrm rot="2661900">
            <a:off x="11513328" y="202251"/>
            <a:ext cx="108000" cy="108000"/>
          </a:xfrm>
          <a:prstGeom prst="homePlate">
            <a:avLst>
              <a:gd name="adj" fmla="val 16479"/>
            </a:avLst>
          </a:prstGeom>
          <a:solidFill>
            <a:schemeClr val="accent4"/>
          </a:solidFill>
          <a:ln>
            <a:solidFill>
              <a:schemeClr val="accent4"/>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73505" tIns="173505" rIns="173505" bIns="173505" numCol="1" spcCol="1270" anchor="ctr" anchorCtr="0">
            <a:noAutofit/>
          </a:bodyPr>
          <a:lstStyle/>
          <a:p>
            <a:pPr marL="0" marR="0" lvl="0" indent="0" algn="ctr" defTabSz="1511300" rtl="0" eaLnBrk="1" fontAlgn="auto" latinLnBrk="0" hangingPunct="1">
              <a:lnSpc>
                <a:spcPct val="90000"/>
              </a:lnSpc>
              <a:spcBef>
                <a:spcPct val="0"/>
              </a:spcBef>
              <a:spcAft>
                <a:spcPct val="35000"/>
              </a:spcAft>
              <a:buClrTx/>
              <a:buSzTx/>
              <a:buFontTx/>
              <a:buNone/>
              <a:tabLst/>
              <a:defRPr/>
            </a:pPr>
            <a:endParaRPr kumimoji="0" lang="pt-BR" sz="1600" b="0" i="0" u="none" strike="noStrike" kern="1200" cap="none" spc="0" normalizeH="0" baseline="0" noProof="0">
              <a:ln>
                <a:noFill/>
              </a:ln>
              <a:solidFill>
                <a:prstClr val="white"/>
              </a:solidFill>
              <a:effectLst/>
              <a:uLnTx/>
              <a:uFillTx/>
              <a:latin typeface="Arial"/>
              <a:ea typeface="+mn-ea"/>
              <a:cs typeface="+mn-cs"/>
            </a:endParaRPr>
          </a:p>
        </p:txBody>
      </p:sp>
      <p:sp>
        <p:nvSpPr>
          <p:cNvPr id="43" name="Arrow: Pentagon 41">
            <a:extLst>
              <a:ext uri="{FF2B5EF4-FFF2-40B4-BE49-F238E27FC236}">
                <a16:creationId xmlns:a16="http://schemas.microsoft.com/office/drawing/2014/main" id="{A92C0DEC-CDC7-45E4-9D82-454BE20802B8}"/>
              </a:ext>
            </a:extLst>
          </p:cNvPr>
          <p:cNvSpPr>
            <a:spLocks/>
          </p:cNvSpPr>
          <p:nvPr/>
        </p:nvSpPr>
        <p:spPr>
          <a:xfrm rot="2661900" flipH="1" flipV="1">
            <a:off x="11872357" y="538123"/>
            <a:ext cx="105872" cy="105872"/>
          </a:xfrm>
          <a:prstGeom prst="homePlate">
            <a:avLst>
              <a:gd name="adj" fmla="val 16479"/>
            </a:avLst>
          </a:prstGeom>
          <a:solidFill>
            <a:schemeClr val="accent4"/>
          </a:solidFill>
          <a:ln>
            <a:solidFill>
              <a:schemeClr val="accent4"/>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73505" tIns="173505" rIns="173505" bIns="173505" numCol="1" spcCol="1270" anchor="ctr" anchorCtr="0">
            <a:noAutofit/>
          </a:bodyPr>
          <a:lstStyle/>
          <a:p>
            <a:pPr marL="0" marR="0" lvl="0" indent="0" algn="ctr" defTabSz="1511300" rtl="0" eaLnBrk="1" fontAlgn="auto" latinLnBrk="0" hangingPunct="1">
              <a:lnSpc>
                <a:spcPct val="90000"/>
              </a:lnSpc>
              <a:spcBef>
                <a:spcPct val="0"/>
              </a:spcBef>
              <a:spcAft>
                <a:spcPct val="35000"/>
              </a:spcAft>
              <a:buClrTx/>
              <a:buSzTx/>
              <a:buFontTx/>
              <a:buNone/>
              <a:tabLst/>
              <a:defRPr/>
            </a:pPr>
            <a:endParaRPr kumimoji="0" lang="pt-BR" sz="1600" b="0" i="0" u="none" strike="noStrike" kern="1200" cap="none" spc="0" normalizeH="0" baseline="0" noProof="0">
              <a:ln>
                <a:noFill/>
              </a:ln>
              <a:solidFill>
                <a:prstClr val="white"/>
              </a:solidFill>
              <a:effectLst/>
              <a:uLnTx/>
              <a:uFillTx/>
              <a:latin typeface="Arial"/>
              <a:ea typeface="+mn-ea"/>
              <a:cs typeface="+mn-cs"/>
            </a:endParaRPr>
          </a:p>
        </p:txBody>
      </p:sp>
      <p:sp>
        <p:nvSpPr>
          <p:cNvPr id="44" name="Arrow: Pentagon 41">
            <a:extLst>
              <a:ext uri="{FF2B5EF4-FFF2-40B4-BE49-F238E27FC236}">
                <a16:creationId xmlns:a16="http://schemas.microsoft.com/office/drawing/2014/main" id="{1648F96B-2EA2-4ECE-B948-937EC8FC3E41}"/>
              </a:ext>
            </a:extLst>
          </p:cNvPr>
          <p:cNvSpPr>
            <a:spLocks/>
          </p:cNvSpPr>
          <p:nvPr/>
        </p:nvSpPr>
        <p:spPr>
          <a:xfrm rot="8061900" flipH="1" flipV="1">
            <a:off x="11514391" y="549396"/>
            <a:ext cx="105872" cy="105872"/>
          </a:xfrm>
          <a:prstGeom prst="homePlate">
            <a:avLst>
              <a:gd name="adj" fmla="val 16479"/>
            </a:avLst>
          </a:prstGeom>
          <a:solidFill>
            <a:schemeClr val="accent4"/>
          </a:solidFill>
          <a:ln>
            <a:solidFill>
              <a:schemeClr val="accent4"/>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73505" tIns="173505" rIns="173505" bIns="173505" numCol="1" spcCol="1270" anchor="ctr" anchorCtr="0">
            <a:noAutofit/>
          </a:bodyPr>
          <a:lstStyle/>
          <a:p>
            <a:pPr marL="0" marR="0" lvl="0" indent="0" algn="ctr" defTabSz="1511300" rtl="0" eaLnBrk="1" fontAlgn="auto" latinLnBrk="0" hangingPunct="1">
              <a:lnSpc>
                <a:spcPct val="90000"/>
              </a:lnSpc>
              <a:spcBef>
                <a:spcPct val="0"/>
              </a:spcBef>
              <a:spcAft>
                <a:spcPct val="35000"/>
              </a:spcAft>
              <a:buClrTx/>
              <a:buSzTx/>
              <a:buFontTx/>
              <a:buNone/>
              <a:tabLst/>
              <a:defRPr/>
            </a:pPr>
            <a:endParaRPr kumimoji="0" lang="pt-BR" sz="1600" b="0" i="0" u="none" strike="noStrike" kern="1200" cap="none" spc="0" normalizeH="0" baseline="0" noProof="0">
              <a:ln>
                <a:noFill/>
              </a:ln>
              <a:solidFill>
                <a:prstClr val="white"/>
              </a:solidFill>
              <a:effectLst/>
              <a:uLnTx/>
              <a:uFillTx/>
              <a:latin typeface="Arial"/>
              <a:ea typeface="+mn-ea"/>
              <a:cs typeface="+mn-cs"/>
            </a:endParaRPr>
          </a:p>
        </p:txBody>
      </p:sp>
      <p:sp>
        <p:nvSpPr>
          <p:cNvPr id="45" name="Arrow: Pentagon 41">
            <a:extLst>
              <a:ext uri="{FF2B5EF4-FFF2-40B4-BE49-F238E27FC236}">
                <a16:creationId xmlns:a16="http://schemas.microsoft.com/office/drawing/2014/main" id="{E7EB699C-CEF5-41DB-ABEE-56DE523430F7}"/>
              </a:ext>
            </a:extLst>
          </p:cNvPr>
          <p:cNvSpPr>
            <a:spLocks/>
          </p:cNvSpPr>
          <p:nvPr/>
        </p:nvSpPr>
        <p:spPr>
          <a:xfrm rot="10800000" flipH="1" flipV="1">
            <a:off x="11459327" y="365710"/>
            <a:ext cx="108000" cy="108000"/>
          </a:xfrm>
          <a:prstGeom prst="homePlate">
            <a:avLst>
              <a:gd name="adj" fmla="val 16479"/>
            </a:avLst>
          </a:prstGeom>
          <a:solidFill>
            <a:schemeClr val="accent4"/>
          </a:solidFill>
          <a:ln>
            <a:solidFill>
              <a:schemeClr val="accent4"/>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73505" tIns="173505" rIns="173505" bIns="173505" numCol="1" spcCol="1270" anchor="ctr" anchorCtr="0">
            <a:noAutofit/>
          </a:bodyPr>
          <a:lstStyle/>
          <a:p>
            <a:pPr marL="0" marR="0" lvl="0" indent="0" algn="ctr" defTabSz="1511300" rtl="0" eaLnBrk="1" fontAlgn="auto" latinLnBrk="0" hangingPunct="1">
              <a:lnSpc>
                <a:spcPct val="90000"/>
              </a:lnSpc>
              <a:spcBef>
                <a:spcPct val="0"/>
              </a:spcBef>
              <a:spcAft>
                <a:spcPct val="35000"/>
              </a:spcAft>
              <a:buClrTx/>
              <a:buSzTx/>
              <a:buFontTx/>
              <a:buNone/>
              <a:tabLst/>
              <a:defRPr/>
            </a:pPr>
            <a:endParaRPr kumimoji="0" lang="pt-BR" sz="1600" b="0" i="0" u="none" strike="noStrike" kern="1200" cap="none" spc="0" normalizeH="0" baseline="0" noProof="0">
              <a:ln>
                <a:noFill/>
              </a:ln>
              <a:solidFill>
                <a:prstClr val="white"/>
              </a:solidFill>
              <a:effectLst/>
              <a:uLnTx/>
              <a:uFillTx/>
              <a:latin typeface="Arial"/>
              <a:ea typeface="+mn-ea"/>
              <a:cs typeface="+mn-cs"/>
            </a:endParaRPr>
          </a:p>
        </p:txBody>
      </p:sp>
      <p:sp>
        <p:nvSpPr>
          <p:cNvPr id="46" name="Arrow: Pentagon 41">
            <a:extLst>
              <a:ext uri="{FF2B5EF4-FFF2-40B4-BE49-F238E27FC236}">
                <a16:creationId xmlns:a16="http://schemas.microsoft.com/office/drawing/2014/main" id="{0B61B39B-6627-4899-BD63-25F56984869B}"/>
              </a:ext>
            </a:extLst>
          </p:cNvPr>
          <p:cNvSpPr>
            <a:spLocks/>
          </p:cNvSpPr>
          <p:nvPr/>
        </p:nvSpPr>
        <p:spPr>
          <a:xfrm rot="5400000" flipH="1" flipV="1">
            <a:off x="11693374" y="610866"/>
            <a:ext cx="105872" cy="105872"/>
          </a:xfrm>
          <a:prstGeom prst="homePlate">
            <a:avLst>
              <a:gd name="adj" fmla="val 16479"/>
            </a:avLst>
          </a:prstGeom>
          <a:solidFill>
            <a:schemeClr val="accent4"/>
          </a:solidFill>
          <a:ln>
            <a:solidFill>
              <a:schemeClr val="accent4"/>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73505" tIns="173505" rIns="173505" bIns="173505" numCol="1" spcCol="1270" anchor="ctr" anchorCtr="0">
            <a:noAutofit/>
          </a:bodyPr>
          <a:lstStyle/>
          <a:p>
            <a:pPr marL="0" marR="0" lvl="0" indent="0" algn="ctr" defTabSz="1511300" rtl="0" eaLnBrk="1" fontAlgn="auto" latinLnBrk="0" hangingPunct="1">
              <a:lnSpc>
                <a:spcPct val="90000"/>
              </a:lnSpc>
              <a:spcBef>
                <a:spcPct val="0"/>
              </a:spcBef>
              <a:spcAft>
                <a:spcPct val="35000"/>
              </a:spcAft>
              <a:buClrTx/>
              <a:buSzTx/>
              <a:buFontTx/>
              <a:buNone/>
              <a:tabLst/>
              <a:defRPr/>
            </a:pPr>
            <a:endParaRPr kumimoji="0" lang="pt-BR" sz="1600" b="0" i="0" u="none" strike="noStrike" kern="1200" cap="none" spc="0" normalizeH="0" baseline="0" noProof="0">
              <a:ln>
                <a:noFill/>
              </a:ln>
              <a:solidFill>
                <a:prstClr val="white"/>
              </a:solidFill>
              <a:effectLst/>
              <a:uLnTx/>
              <a:uFillTx/>
              <a:latin typeface="Arial"/>
              <a:ea typeface="+mn-ea"/>
              <a:cs typeface="+mn-cs"/>
            </a:endParaRPr>
          </a:p>
        </p:txBody>
      </p:sp>
      <p:sp>
        <p:nvSpPr>
          <p:cNvPr id="47" name="Arrow: Pentagon 41">
            <a:extLst>
              <a:ext uri="{FF2B5EF4-FFF2-40B4-BE49-F238E27FC236}">
                <a16:creationId xmlns:a16="http://schemas.microsoft.com/office/drawing/2014/main" id="{6B2B34A7-A276-43E3-8A84-2650BFC84812}"/>
              </a:ext>
            </a:extLst>
          </p:cNvPr>
          <p:cNvSpPr>
            <a:spLocks/>
          </p:cNvSpPr>
          <p:nvPr/>
        </p:nvSpPr>
        <p:spPr>
          <a:xfrm flipH="1" flipV="1">
            <a:off x="11947656" y="365710"/>
            <a:ext cx="108000" cy="108000"/>
          </a:xfrm>
          <a:prstGeom prst="homePlate">
            <a:avLst>
              <a:gd name="adj" fmla="val 16479"/>
            </a:avLst>
          </a:prstGeom>
          <a:solidFill>
            <a:schemeClr val="accent5"/>
          </a:solidFill>
          <a:ln>
            <a:solidFill>
              <a:schemeClr val="accent5"/>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73505" tIns="173505" rIns="173505" bIns="173505" numCol="1" spcCol="1270" anchor="ctr" anchorCtr="0">
            <a:noAutofit/>
          </a:bodyPr>
          <a:lstStyle/>
          <a:p>
            <a:pPr marL="0" marR="0" lvl="0" indent="0" algn="ctr" defTabSz="1511300" rtl="0" eaLnBrk="1" fontAlgn="auto" latinLnBrk="0" hangingPunct="1">
              <a:lnSpc>
                <a:spcPct val="90000"/>
              </a:lnSpc>
              <a:spcBef>
                <a:spcPct val="0"/>
              </a:spcBef>
              <a:spcAft>
                <a:spcPct val="35000"/>
              </a:spcAft>
              <a:buClrTx/>
              <a:buSzTx/>
              <a:buFontTx/>
              <a:buNone/>
              <a:tabLst/>
              <a:defRPr/>
            </a:pPr>
            <a:endParaRPr kumimoji="0" lang="pt-BR" sz="1600" b="0" i="0" u="none" strike="noStrike" kern="1200" cap="none" spc="0" normalizeH="0" baseline="0" noProof="0">
              <a:ln>
                <a:noFill/>
              </a:ln>
              <a:solidFill>
                <a:prstClr val="white"/>
              </a:solidFill>
              <a:effectLst/>
              <a:uLnTx/>
              <a:uFillTx/>
              <a:latin typeface="Arial"/>
              <a:ea typeface="+mn-ea"/>
              <a:cs typeface="+mn-cs"/>
            </a:endParaRPr>
          </a:p>
        </p:txBody>
      </p:sp>
      <p:pic>
        <p:nvPicPr>
          <p:cNvPr id="48" name="Gráfico 47">
            <a:extLst>
              <a:ext uri="{FF2B5EF4-FFF2-40B4-BE49-F238E27FC236}">
                <a16:creationId xmlns:a16="http://schemas.microsoft.com/office/drawing/2014/main" id="{9158BE7E-7127-45BA-987C-6E584A50FDBF}"/>
              </a:ext>
            </a:extLst>
          </p:cNvPr>
          <p:cNvPicPr>
            <a:picLocks noChangeAspect="1"/>
          </p:cNvPicPr>
          <p:nvPr/>
        </p:nvPicPr>
        <p:blipFill rotWithShape="1">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rcRect b="23107"/>
          <a:stretch/>
        </p:blipFill>
        <p:spPr>
          <a:xfrm>
            <a:off x="11570757" y="286826"/>
            <a:ext cx="339082" cy="260733"/>
          </a:xfrm>
          <a:prstGeom prst="rect">
            <a:avLst/>
          </a:prstGeom>
        </p:spPr>
      </p:pic>
      <p:grpSp>
        <p:nvGrpSpPr>
          <p:cNvPr id="13" name="Agrupar 12">
            <a:extLst>
              <a:ext uri="{FF2B5EF4-FFF2-40B4-BE49-F238E27FC236}">
                <a16:creationId xmlns:a16="http://schemas.microsoft.com/office/drawing/2014/main" id="{8BDE6C46-8CA1-41F6-95DE-E708200A1B71}"/>
              </a:ext>
            </a:extLst>
          </p:cNvPr>
          <p:cNvGrpSpPr/>
          <p:nvPr/>
        </p:nvGrpSpPr>
        <p:grpSpPr>
          <a:xfrm>
            <a:off x="1449370" y="899054"/>
            <a:ext cx="9293260" cy="3423134"/>
            <a:chOff x="1191482" y="970078"/>
            <a:chExt cx="9293260" cy="3423134"/>
          </a:xfrm>
        </p:grpSpPr>
        <p:sp>
          <p:nvSpPr>
            <p:cNvPr id="5" name="TextBox 4">
              <a:extLst>
                <a:ext uri="{FF2B5EF4-FFF2-40B4-BE49-F238E27FC236}">
                  <a16:creationId xmlns:a16="http://schemas.microsoft.com/office/drawing/2014/main" id="{81F0DC85-5A2A-4DD6-AC91-D2CDB242CB3A}"/>
                </a:ext>
              </a:extLst>
            </p:cNvPr>
            <p:cNvSpPr txBox="1"/>
            <p:nvPr/>
          </p:nvSpPr>
          <p:spPr>
            <a:xfrm>
              <a:off x="3953851" y="3511363"/>
              <a:ext cx="1680126" cy="876300"/>
            </a:xfrm>
            <a:prstGeom prst="rect">
              <a:avLst/>
            </a:prstGeom>
            <a:noFill/>
          </p:spPr>
          <p:txBody>
            <a:bodyPr wrap="square" lIns="0" rIns="0" rtlCol="0" anchor="b">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700" b="1" i="0" u="none" strike="noStrike" kern="1200" cap="none" spc="0" normalizeH="0" baseline="0" noProof="1">
                  <a:ln>
                    <a:noFill/>
                  </a:ln>
                  <a:solidFill>
                    <a:srgbClr val="071C25"/>
                  </a:solidFill>
                  <a:effectLst/>
                  <a:uLnTx/>
                  <a:uFillTx/>
                  <a:latin typeface="Arial"/>
                  <a:ea typeface="+mn-ea"/>
                  <a:cs typeface="+mn-cs"/>
                </a:rPr>
                <a:t>Precificação e gerenciamento de receita</a:t>
              </a:r>
            </a:p>
          </p:txBody>
        </p:sp>
        <p:sp>
          <p:nvSpPr>
            <p:cNvPr id="8" name="TextBox 7">
              <a:extLst>
                <a:ext uri="{FF2B5EF4-FFF2-40B4-BE49-F238E27FC236}">
                  <a16:creationId xmlns:a16="http://schemas.microsoft.com/office/drawing/2014/main" id="{C00BD7B4-B93B-4224-A8CB-F1FCBD5ACF16}"/>
                </a:ext>
              </a:extLst>
            </p:cNvPr>
            <p:cNvSpPr txBox="1"/>
            <p:nvPr/>
          </p:nvSpPr>
          <p:spPr>
            <a:xfrm>
              <a:off x="1704309" y="3516049"/>
              <a:ext cx="1924442" cy="877163"/>
            </a:xfrm>
            <a:prstGeom prst="rect">
              <a:avLst/>
            </a:prstGeom>
            <a:noFill/>
          </p:spPr>
          <p:txBody>
            <a:bodyPr wrap="square" lIns="0" r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700" b="1" i="0" u="none" strike="noStrike" kern="1200" cap="none" spc="0" normalizeH="0" baseline="0" noProof="1">
                  <a:ln>
                    <a:noFill/>
                  </a:ln>
                  <a:solidFill>
                    <a:srgbClr val="071C25"/>
                  </a:solidFill>
                  <a:effectLst/>
                  <a:uLnTx/>
                  <a:uFillTx/>
                  <a:latin typeface="Arial"/>
                  <a:ea typeface="+mn-ea"/>
                  <a:cs typeface="+mn-cs"/>
                </a:rPr>
                <a:t>“</a:t>
              </a:r>
              <a:r>
                <a:rPr kumimoji="0" lang="pt-BR" sz="1700" b="1" i="1" u="none" strike="noStrike" kern="1200" cap="none" spc="0" normalizeH="0" baseline="0" noProof="1">
                  <a:ln>
                    <a:noFill/>
                  </a:ln>
                  <a:solidFill>
                    <a:srgbClr val="071C25"/>
                  </a:solidFill>
                  <a:effectLst/>
                  <a:uLnTx/>
                  <a:uFillTx/>
                  <a:latin typeface="Arial"/>
                  <a:ea typeface="+mn-ea"/>
                  <a:cs typeface="+mn-cs"/>
                </a:rPr>
                <a:t>Go-to-market” </a:t>
              </a:r>
              <a:r>
                <a:rPr kumimoji="0" lang="pt-BR" sz="1700" b="1" i="0" u="none" strike="noStrike" kern="1200" cap="none" spc="0" normalizeH="0" baseline="0" noProof="1">
                  <a:ln>
                    <a:noFill/>
                  </a:ln>
                  <a:solidFill>
                    <a:srgbClr val="071C25"/>
                  </a:solidFill>
                  <a:effectLst/>
                  <a:uLnTx/>
                  <a:uFillTx/>
                  <a:latin typeface="Arial"/>
                  <a:ea typeface="+mn-ea"/>
                  <a:cs typeface="+mn-cs"/>
                </a:rPr>
                <a:t>e experiência do cliente (</a:t>
              </a:r>
              <a:r>
                <a:rPr kumimoji="0" lang="pt-BR" sz="1700" b="1" i="1" u="none" strike="noStrike" kern="1200" cap="none" spc="0" normalizeH="0" baseline="0" noProof="1">
                  <a:ln>
                    <a:noFill/>
                  </a:ln>
                  <a:solidFill>
                    <a:srgbClr val="071C25"/>
                  </a:solidFill>
                  <a:effectLst/>
                  <a:uLnTx/>
                  <a:uFillTx/>
                  <a:latin typeface="Arial"/>
                  <a:ea typeface="+mn-ea"/>
                  <a:cs typeface="+mn-cs"/>
                </a:rPr>
                <a:t>CX</a:t>
              </a:r>
              <a:r>
                <a:rPr kumimoji="0" lang="pt-BR" sz="1700" b="1" i="0" u="none" strike="noStrike" kern="1200" cap="none" spc="0" normalizeH="0" baseline="0" noProof="1">
                  <a:ln>
                    <a:noFill/>
                  </a:ln>
                  <a:solidFill>
                    <a:srgbClr val="071C25"/>
                  </a:solidFill>
                  <a:effectLst/>
                  <a:uLnTx/>
                  <a:uFillTx/>
                  <a:latin typeface="Arial"/>
                  <a:ea typeface="+mn-ea"/>
                  <a:cs typeface="+mn-cs"/>
                </a:rPr>
                <a:t>)</a:t>
              </a:r>
            </a:p>
          </p:txBody>
        </p:sp>
        <p:sp>
          <p:nvSpPr>
            <p:cNvPr id="11" name="TextBox 10">
              <a:extLst>
                <a:ext uri="{FF2B5EF4-FFF2-40B4-BE49-F238E27FC236}">
                  <a16:creationId xmlns:a16="http://schemas.microsoft.com/office/drawing/2014/main" id="{F0715BF9-3F2A-44B2-9585-D553E46B5B6A}"/>
                </a:ext>
              </a:extLst>
            </p:cNvPr>
            <p:cNvSpPr txBox="1"/>
            <p:nvPr/>
          </p:nvSpPr>
          <p:spPr>
            <a:xfrm>
              <a:off x="6190626" y="3511363"/>
              <a:ext cx="1419784" cy="876300"/>
            </a:xfrm>
            <a:prstGeom prst="rect">
              <a:avLst/>
            </a:prstGeom>
            <a:noFill/>
          </p:spPr>
          <p:txBody>
            <a:bodyPr wrap="square" lIns="0" rIns="0" rtlCol="0" anchor="b">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700" b="1" i="0" u="none" strike="noStrike" kern="1200" cap="none" spc="0" normalizeH="0" baseline="0" noProof="1">
                  <a:ln>
                    <a:noFill/>
                  </a:ln>
                  <a:solidFill>
                    <a:srgbClr val="071C25"/>
                  </a:solidFill>
                  <a:effectLst/>
                  <a:uLnTx/>
                  <a:uFillTx/>
                  <a:latin typeface="Arial"/>
                  <a:ea typeface="+mn-ea"/>
                  <a:cs typeface="+mn-cs"/>
                </a:rPr>
                <a:t>Efetividade da força de vendas</a:t>
              </a:r>
            </a:p>
          </p:txBody>
        </p:sp>
        <p:sp>
          <p:nvSpPr>
            <p:cNvPr id="18" name="TextBox 7">
              <a:extLst>
                <a:ext uri="{FF2B5EF4-FFF2-40B4-BE49-F238E27FC236}">
                  <a16:creationId xmlns:a16="http://schemas.microsoft.com/office/drawing/2014/main" id="{1C02C554-5F77-46DA-8A04-C36FE9D10B18}"/>
                </a:ext>
              </a:extLst>
            </p:cNvPr>
            <p:cNvSpPr txBox="1"/>
            <p:nvPr/>
          </p:nvSpPr>
          <p:spPr>
            <a:xfrm>
              <a:off x="8046521" y="3516049"/>
              <a:ext cx="1924442" cy="877163"/>
            </a:xfrm>
            <a:prstGeom prst="rect">
              <a:avLst/>
            </a:prstGeom>
            <a:noFill/>
          </p:spPr>
          <p:txBody>
            <a:bodyPr wrap="square" lIns="0" r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700" b="1" i="0" u="none" strike="noStrike" kern="1200" cap="none" spc="0" normalizeH="0" baseline="0" noProof="1">
                  <a:ln>
                    <a:noFill/>
                  </a:ln>
                  <a:solidFill>
                    <a:srgbClr val="071C25"/>
                  </a:solidFill>
                  <a:effectLst/>
                  <a:uLnTx/>
                  <a:uFillTx/>
                  <a:latin typeface="Arial"/>
                  <a:ea typeface="+mn-ea"/>
                  <a:cs typeface="+mn-cs"/>
                </a:rPr>
                <a:t>Otimização de gastos em </a:t>
              </a:r>
              <a:r>
                <a:rPr kumimoji="0" lang="pt-BR" sz="1700" b="1" i="1" u="none" strike="noStrike" kern="1200" cap="none" spc="0" normalizeH="0" baseline="0" noProof="1">
                  <a:ln>
                    <a:noFill/>
                  </a:ln>
                  <a:solidFill>
                    <a:srgbClr val="071C25"/>
                  </a:solidFill>
                  <a:effectLst/>
                  <a:uLnTx/>
                  <a:uFillTx/>
                  <a:latin typeface="Arial"/>
                  <a:ea typeface="+mn-ea"/>
                  <a:cs typeface="+mn-cs"/>
                </a:rPr>
                <a:t>marketing</a:t>
              </a:r>
            </a:p>
          </p:txBody>
        </p:sp>
        <p:sp>
          <p:nvSpPr>
            <p:cNvPr id="19" name="Freeform: Shape 18">
              <a:extLst>
                <a:ext uri="{FF2B5EF4-FFF2-40B4-BE49-F238E27FC236}">
                  <a16:creationId xmlns:a16="http://schemas.microsoft.com/office/drawing/2014/main" id="{F5795DB6-B7D9-48BE-B5FF-B5CD43B93F00}"/>
                </a:ext>
              </a:extLst>
            </p:cNvPr>
            <p:cNvSpPr>
              <a:spLocks noChangeAspect="1"/>
            </p:cNvSpPr>
            <p:nvPr/>
          </p:nvSpPr>
          <p:spPr>
            <a:xfrm>
              <a:off x="1191482" y="993126"/>
              <a:ext cx="2950097" cy="2455593"/>
            </a:xfrm>
            <a:custGeom>
              <a:avLst/>
              <a:gdLst>
                <a:gd name="connsiteX0" fmla="*/ 839068 w 2847821"/>
                <a:gd name="connsiteY0" fmla="*/ 0 h 2542032"/>
                <a:gd name="connsiteX1" fmla="*/ 2007190 w 2847821"/>
                <a:gd name="connsiteY1" fmla="*/ 0 h 2542032"/>
                <a:gd name="connsiteX2" fmla="*/ 2232470 w 2847821"/>
                <a:gd name="connsiteY2" fmla="*/ 129398 h 2542032"/>
                <a:gd name="connsiteX3" fmla="*/ 2335280 w 2847821"/>
                <a:gd name="connsiteY3" fmla="*/ 307575 h 2542032"/>
                <a:gd name="connsiteX4" fmla="*/ 2417701 w 2847821"/>
                <a:gd name="connsiteY4" fmla="*/ 450416 h 2542032"/>
                <a:gd name="connsiteX5" fmla="*/ 2373280 w 2847821"/>
                <a:gd name="connsiteY5" fmla="*/ 527401 h 2542032"/>
                <a:gd name="connsiteX6" fmla="*/ 2306404 w 2847821"/>
                <a:gd name="connsiteY6" fmla="*/ 643303 h 2542032"/>
                <a:gd name="connsiteX7" fmla="*/ 2283956 w 2847821"/>
                <a:gd name="connsiteY7" fmla="*/ 682207 h 2542032"/>
                <a:gd name="connsiteX8" fmla="*/ 2259543 w 2847821"/>
                <a:gd name="connsiteY8" fmla="*/ 639898 h 2542032"/>
                <a:gd name="connsiteX9" fmla="*/ 2085066 w 2847821"/>
                <a:gd name="connsiteY9" fmla="*/ 337518 h 2542032"/>
                <a:gd name="connsiteX10" fmla="*/ 1900856 w 2847821"/>
                <a:gd name="connsiteY10" fmla="*/ 231710 h 2542032"/>
                <a:gd name="connsiteX11" fmla="*/ 945686 w 2847821"/>
                <a:gd name="connsiteY11" fmla="*/ 231710 h 2542032"/>
                <a:gd name="connsiteX12" fmla="*/ 761474 w 2847821"/>
                <a:gd name="connsiteY12" fmla="*/ 337518 h 2542032"/>
                <a:gd name="connsiteX13" fmla="*/ 367956 w 2847821"/>
                <a:gd name="connsiteY13" fmla="*/ 1019514 h 2542032"/>
                <a:gd name="connsiteX14" fmla="*/ 331765 w 2847821"/>
                <a:gd name="connsiteY14" fmla="*/ 1082235 h 2542032"/>
                <a:gd name="connsiteX15" fmla="*/ 331766 w 2847821"/>
                <a:gd name="connsiteY15" fmla="*/ 1082235 h 2542032"/>
                <a:gd name="connsiteX16" fmla="*/ 283889 w 2847821"/>
                <a:gd name="connsiteY16" fmla="*/ 1165208 h 2542032"/>
                <a:gd name="connsiteX17" fmla="*/ 283889 w 2847821"/>
                <a:gd name="connsiteY17" fmla="*/ 1376823 h 2542032"/>
                <a:gd name="connsiteX18" fmla="*/ 761474 w 2847821"/>
                <a:gd name="connsiteY18" fmla="*/ 2204513 h 2542032"/>
                <a:gd name="connsiteX19" fmla="*/ 945686 w 2847821"/>
                <a:gd name="connsiteY19" fmla="*/ 2310320 h 2542032"/>
                <a:gd name="connsiteX20" fmla="*/ 1900856 w 2847821"/>
                <a:gd name="connsiteY20" fmla="*/ 2310320 h 2542032"/>
                <a:gd name="connsiteX21" fmla="*/ 2085066 w 2847821"/>
                <a:gd name="connsiteY21" fmla="*/ 2204513 h 2542032"/>
                <a:gd name="connsiteX22" fmla="*/ 2562653 w 2847821"/>
                <a:gd name="connsiteY22" fmla="*/ 1376823 h 2542032"/>
                <a:gd name="connsiteX23" fmla="*/ 2562653 w 2847821"/>
                <a:gd name="connsiteY23" fmla="*/ 1165208 h 2542032"/>
                <a:gd name="connsiteX24" fmla="*/ 2522659 w 2847821"/>
                <a:gd name="connsiteY24" fmla="*/ 1095897 h 2542032"/>
                <a:gd name="connsiteX25" fmla="*/ 2514776 w 2847821"/>
                <a:gd name="connsiteY25" fmla="*/ 1082235 h 2542032"/>
                <a:gd name="connsiteX26" fmla="*/ 2505710 w 2847821"/>
                <a:gd name="connsiteY26" fmla="*/ 1066522 h 2542032"/>
                <a:gd name="connsiteX27" fmla="*/ 2477653 w 2847821"/>
                <a:gd name="connsiteY27" fmla="*/ 1017898 h 2542032"/>
                <a:gd name="connsiteX28" fmla="*/ 2463621 w 2847821"/>
                <a:gd name="connsiteY28" fmla="*/ 993580 h 2542032"/>
                <a:gd name="connsiteX29" fmla="*/ 2505480 w 2847821"/>
                <a:gd name="connsiteY29" fmla="*/ 921035 h 2542032"/>
                <a:gd name="connsiteX30" fmla="*/ 2569259 w 2847821"/>
                <a:gd name="connsiteY30" fmla="*/ 810501 h 2542032"/>
                <a:gd name="connsiteX31" fmla="*/ 2597366 w 2847821"/>
                <a:gd name="connsiteY31" fmla="*/ 761790 h 2542032"/>
                <a:gd name="connsiteX32" fmla="*/ 2626741 w 2847821"/>
                <a:gd name="connsiteY32" fmla="*/ 812698 h 2542032"/>
                <a:gd name="connsiteX33" fmla="*/ 2770197 w 2847821"/>
                <a:gd name="connsiteY33" fmla="*/ 1061318 h 2542032"/>
                <a:gd name="connsiteX34" fmla="*/ 2782267 w 2847821"/>
                <a:gd name="connsiteY34" fmla="*/ 1082235 h 2542032"/>
                <a:gd name="connsiteX35" fmla="*/ 2782268 w 2847821"/>
                <a:gd name="connsiteY35" fmla="*/ 1082235 h 2542032"/>
                <a:gd name="connsiteX36" fmla="*/ 2785733 w 2847821"/>
                <a:gd name="connsiteY36" fmla="*/ 1088241 h 2542032"/>
                <a:gd name="connsiteX37" fmla="*/ 2816533 w 2847821"/>
                <a:gd name="connsiteY37" fmla="*/ 1141620 h 2542032"/>
                <a:gd name="connsiteX38" fmla="*/ 2816533 w 2847821"/>
                <a:gd name="connsiteY38" fmla="*/ 1400415 h 2542032"/>
                <a:gd name="connsiteX39" fmla="*/ 2232470 w 2847821"/>
                <a:gd name="connsiteY39" fmla="*/ 2412636 h 2542032"/>
                <a:gd name="connsiteX40" fmla="*/ 2007190 w 2847821"/>
                <a:gd name="connsiteY40" fmla="*/ 2542032 h 2542032"/>
                <a:gd name="connsiteX41" fmla="*/ 839068 w 2847821"/>
                <a:gd name="connsiteY41" fmla="*/ 2542032 h 2542032"/>
                <a:gd name="connsiteX42" fmla="*/ 613786 w 2847821"/>
                <a:gd name="connsiteY42" fmla="*/ 2412636 h 2542032"/>
                <a:gd name="connsiteX43" fmla="*/ 29724 w 2847821"/>
                <a:gd name="connsiteY43" fmla="*/ 1400415 h 2542032"/>
                <a:gd name="connsiteX44" fmla="*/ 29724 w 2847821"/>
                <a:gd name="connsiteY44" fmla="*/ 1141620 h 2542032"/>
                <a:gd name="connsiteX45" fmla="*/ 63990 w 2847821"/>
                <a:gd name="connsiteY45" fmla="*/ 1082235 h 2542032"/>
                <a:gd name="connsiteX46" fmla="*/ 132534 w 2847821"/>
                <a:gd name="connsiteY46" fmla="*/ 963443 h 2542032"/>
                <a:gd name="connsiteX47" fmla="*/ 613786 w 2847821"/>
                <a:gd name="connsiteY47" fmla="*/ 129398 h 2542032"/>
                <a:gd name="connsiteX48" fmla="*/ 839068 w 2847821"/>
                <a:gd name="connsiteY48" fmla="*/ 0 h 2542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2847821" h="2542032">
                  <a:moveTo>
                    <a:pt x="839068" y="0"/>
                  </a:moveTo>
                  <a:cubicBezTo>
                    <a:pt x="2007190" y="0"/>
                    <a:pt x="2007190" y="0"/>
                    <a:pt x="2007190" y="0"/>
                  </a:cubicBezTo>
                  <a:cubicBezTo>
                    <a:pt x="2090628" y="0"/>
                    <a:pt x="2190752" y="58438"/>
                    <a:pt x="2232470" y="129398"/>
                  </a:cubicBezTo>
                  <a:cubicBezTo>
                    <a:pt x="2268974" y="192662"/>
                    <a:pt x="2303197" y="251972"/>
                    <a:pt x="2335280" y="307575"/>
                  </a:cubicBezTo>
                  <a:lnTo>
                    <a:pt x="2417701" y="450416"/>
                  </a:lnTo>
                  <a:lnTo>
                    <a:pt x="2373280" y="527401"/>
                  </a:lnTo>
                  <a:cubicBezTo>
                    <a:pt x="2352747" y="562987"/>
                    <a:pt x="2330502" y="601539"/>
                    <a:pt x="2306404" y="643303"/>
                  </a:cubicBezTo>
                  <a:lnTo>
                    <a:pt x="2283956" y="682207"/>
                  </a:lnTo>
                  <a:lnTo>
                    <a:pt x="2259543" y="639898"/>
                  </a:lnTo>
                  <a:cubicBezTo>
                    <a:pt x="2209943" y="553938"/>
                    <a:pt x="2152227" y="453912"/>
                    <a:pt x="2085066" y="337518"/>
                  </a:cubicBezTo>
                  <a:cubicBezTo>
                    <a:pt x="2050954" y="279494"/>
                    <a:pt x="1969083" y="231710"/>
                    <a:pt x="1900856" y="231710"/>
                  </a:cubicBezTo>
                  <a:cubicBezTo>
                    <a:pt x="1900856" y="231710"/>
                    <a:pt x="1900856" y="231710"/>
                    <a:pt x="945686" y="231710"/>
                  </a:cubicBezTo>
                  <a:cubicBezTo>
                    <a:pt x="879166" y="231710"/>
                    <a:pt x="795588" y="279494"/>
                    <a:pt x="761474" y="337518"/>
                  </a:cubicBezTo>
                  <a:cubicBezTo>
                    <a:pt x="761474" y="337518"/>
                    <a:pt x="761474" y="337518"/>
                    <a:pt x="367956" y="1019514"/>
                  </a:cubicBezTo>
                  <a:lnTo>
                    <a:pt x="331765" y="1082235"/>
                  </a:lnTo>
                  <a:lnTo>
                    <a:pt x="331766" y="1082235"/>
                  </a:lnTo>
                  <a:lnTo>
                    <a:pt x="283889" y="1165208"/>
                  </a:lnTo>
                  <a:cubicBezTo>
                    <a:pt x="251482" y="1223232"/>
                    <a:pt x="251482" y="1318800"/>
                    <a:pt x="283889" y="1376823"/>
                  </a:cubicBezTo>
                  <a:cubicBezTo>
                    <a:pt x="283889" y="1376823"/>
                    <a:pt x="283889" y="1376823"/>
                    <a:pt x="761474" y="2204513"/>
                  </a:cubicBezTo>
                  <a:cubicBezTo>
                    <a:pt x="795588" y="2262537"/>
                    <a:pt x="879166" y="2310320"/>
                    <a:pt x="945686" y="2310320"/>
                  </a:cubicBezTo>
                  <a:lnTo>
                    <a:pt x="1900856" y="2310320"/>
                  </a:lnTo>
                  <a:cubicBezTo>
                    <a:pt x="1969083" y="2310320"/>
                    <a:pt x="2050954" y="2262537"/>
                    <a:pt x="2085066" y="2204513"/>
                  </a:cubicBezTo>
                  <a:cubicBezTo>
                    <a:pt x="2085066" y="2204513"/>
                    <a:pt x="2085066" y="2204513"/>
                    <a:pt x="2562653" y="1376823"/>
                  </a:cubicBezTo>
                  <a:cubicBezTo>
                    <a:pt x="2596766" y="1318800"/>
                    <a:pt x="2596766" y="1223232"/>
                    <a:pt x="2562653" y="1165208"/>
                  </a:cubicBezTo>
                  <a:cubicBezTo>
                    <a:pt x="2562653" y="1165208"/>
                    <a:pt x="2562653" y="1165208"/>
                    <a:pt x="2522659" y="1095897"/>
                  </a:cubicBezTo>
                  <a:lnTo>
                    <a:pt x="2514776" y="1082235"/>
                  </a:lnTo>
                  <a:lnTo>
                    <a:pt x="2505710" y="1066522"/>
                  </a:lnTo>
                  <a:cubicBezTo>
                    <a:pt x="2497575" y="1052424"/>
                    <a:pt x="2488278" y="1036312"/>
                    <a:pt x="2477653" y="1017898"/>
                  </a:cubicBezTo>
                  <a:lnTo>
                    <a:pt x="2463621" y="993580"/>
                  </a:lnTo>
                  <a:lnTo>
                    <a:pt x="2505480" y="921035"/>
                  </a:lnTo>
                  <a:cubicBezTo>
                    <a:pt x="2528334" y="881429"/>
                    <a:pt x="2549554" y="844651"/>
                    <a:pt x="2569259" y="810501"/>
                  </a:cubicBezTo>
                  <a:lnTo>
                    <a:pt x="2597366" y="761790"/>
                  </a:lnTo>
                  <a:lnTo>
                    <a:pt x="2626741" y="812698"/>
                  </a:lnTo>
                  <a:cubicBezTo>
                    <a:pt x="2697913" y="936044"/>
                    <a:pt x="2742396" y="1013136"/>
                    <a:pt x="2770197" y="1061318"/>
                  </a:cubicBezTo>
                  <a:lnTo>
                    <a:pt x="2782267" y="1082235"/>
                  </a:lnTo>
                  <a:lnTo>
                    <a:pt x="2782268" y="1082235"/>
                  </a:lnTo>
                  <a:lnTo>
                    <a:pt x="2785733" y="1088241"/>
                  </a:lnTo>
                  <a:cubicBezTo>
                    <a:pt x="2816533" y="1141620"/>
                    <a:pt x="2816533" y="1141620"/>
                    <a:pt x="2816533" y="1141620"/>
                  </a:cubicBezTo>
                  <a:cubicBezTo>
                    <a:pt x="2858251" y="1212579"/>
                    <a:pt x="2858251" y="1329455"/>
                    <a:pt x="2816533" y="1400415"/>
                  </a:cubicBezTo>
                  <a:cubicBezTo>
                    <a:pt x="2232470" y="2412636"/>
                    <a:pt x="2232470" y="2412636"/>
                    <a:pt x="2232470" y="2412636"/>
                  </a:cubicBezTo>
                  <a:cubicBezTo>
                    <a:pt x="2190752" y="2483595"/>
                    <a:pt x="2090628" y="2542032"/>
                    <a:pt x="2007190" y="2542032"/>
                  </a:cubicBezTo>
                  <a:lnTo>
                    <a:pt x="839068" y="2542032"/>
                  </a:lnTo>
                  <a:cubicBezTo>
                    <a:pt x="757716" y="2542032"/>
                    <a:pt x="655505" y="2483595"/>
                    <a:pt x="613786" y="2412636"/>
                  </a:cubicBezTo>
                  <a:cubicBezTo>
                    <a:pt x="29724" y="1400415"/>
                    <a:pt x="29724" y="1400415"/>
                    <a:pt x="29724" y="1400415"/>
                  </a:cubicBezTo>
                  <a:cubicBezTo>
                    <a:pt x="-9908" y="1329455"/>
                    <a:pt x="-9908" y="1212579"/>
                    <a:pt x="29724" y="1141620"/>
                  </a:cubicBezTo>
                  <a:lnTo>
                    <a:pt x="63990" y="1082235"/>
                  </a:lnTo>
                  <a:lnTo>
                    <a:pt x="132534" y="963443"/>
                  </a:lnTo>
                  <a:cubicBezTo>
                    <a:pt x="613786" y="129398"/>
                    <a:pt x="613786" y="129398"/>
                    <a:pt x="613786" y="129398"/>
                  </a:cubicBezTo>
                  <a:cubicBezTo>
                    <a:pt x="655505" y="58438"/>
                    <a:pt x="757716" y="0"/>
                    <a:pt x="839068" y="0"/>
                  </a:cubicBezTo>
                  <a:close/>
                </a:path>
              </a:pathLst>
            </a:custGeom>
            <a:solidFill>
              <a:schemeClr val="accent1"/>
            </a:solidFill>
            <a:ln w="571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3375" b="0" i="0" u="none" strike="noStrike" kern="1200" cap="none" spc="0" normalizeH="0" baseline="0" noProof="0">
                <a:ln>
                  <a:noFill/>
                </a:ln>
                <a:solidFill>
                  <a:srgbClr val="071C25"/>
                </a:solidFill>
                <a:effectLst/>
                <a:uLnTx/>
                <a:uFillTx/>
                <a:latin typeface="Arial"/>
                <a:ea typeface="+mn-ea"/>
                <a:cs typeface="+mn-cs"/>
              </a:endParaRPr>
            </a:p>
          </p:txBody>
        </p:sp>
        <p:sp>
          <p:nvSpPr>
            <p:cNvPr id="20" name="Freeform: Shape 19">
              <a:extLst>
                <a:ext uri="{FF2B5EF4-FFF2-40B4-BE49-F238E27FC236}">
                  <a16:creationId xmlns:a16="http://schemas.microsoft.com/office/drawing/2014/main" id="{FE5346D1-9132-4E80-9BA2-F43A16FF61FB}"/>
                </a:ext>
              </a:extLst>
            </p:cNvPr>
            <p:cNvSpPr/>
            <p:nvPr/>
          </p:nvSpPr>
          <p:spPr>
            <a:xfrm>
              <a:off x="7532742" y="970078"/>
              <a:ext cx="2952000" cy="2455200"/>
            </a:xfrm>
            <a:custGeom>
              <a:avLst/>
              <a:gdLst>
                <a:gd name="connsiteX0" fmla="*/ 839068 w 2847821"/>
                <a:gd name="connsiteY0" fmla="*/ 0 h 2542032"/>
                <a:gd name="connsiteX1" fmla="*/ 2007190 w 2847821"/>
                <a:gd name="connsiteY1" fmla="*/ 0 h 2542032"/>
                <a:gd name="connsiteX2" fmla="*/ 2232470 w 2847821"/>
                <a:gd name="connsiteY2" fmla="*/ 129398 h 2542032"/>
                <a:gd name="connsiteX3" fmla="*/ 2816533 w 2847821"/>
                <a:gd name="connsiteY3" fmla="*/ 1141620 h 2542032"/>
                <a:gd name="connsiteX4" fmla="*/ 2816533 w 2847821"/>
                <a:gd name="connsiteY4" fmla="*/ 1400415 h 2542032"/>
                <a:gd name="connsiteX5" fmla="*/ 2232470 w 2847821"/>
                <a:gd name="connsiteY5" fmla="*/ 2412636 h 2542032"/>
                <a:gd name="connsiteX6" fmla="*/ 2007190 w 2847821"/>
                <a:gd name="connsiteY6" fmla="*/ 2542032 h 2542032"/>
                <a:gd name="connsiteX7" fmla="*/ 839068 w 2847821"/>
                <a:gd name="connsiteY7" fmla="*/ 2542032 h 2542032"/>
                <a:gd name="connsiteX8" fmla="*/ 613786 w 2847821"/>
                <a:gd name="connsiteY8" fmla="*/ 2412636 h 2542032"/>
                <a:gd name="connsiteX9" fmla="*/ 510976 w 2847821"/>
                <a:gd name="connsiteY9" fmla="*/ 2234459 h 2542032"/>
                <a:gd name="connsiteX10" fmla="*/ 504214 w 2847821"/>
                <a:gd name="connsiteY10" fmla="*/ 2222739 h 2542032"/>
                <a:gd name="connsiteX11" fmla="*/ 504213 w 2847821"/>
                <a:gd name="connsiteY11" fmla="*/ 2222739 h 2542032"/>
                <a:gd name="connsiteX12" fmla="*/ 428556 w 2847821"/>
                <a:gd name="connsiteY12" fmla="*/ 2091619 h 2542032"/>
                <a:gd name="connsiteX13" fmla="*/ 472977 w 2847821"/>
                <a:gd name="connsiteY13" fmla="*/ 2014633 h 2542032"/>
                <a:gd name="connsiteX14" fmla="*/ 539853 w 2847821"/>
                <a:gd name="connsiteY14" fmla="*/ 1898732 h 2542032"/>
                <a:gd name="connsiteX15" fmla="*/ 562445 w 2847821"/>
                <a:gd name="connsiteY15" fmla="*/ 1859580 h 2542032"/>
                <a:gd name="connsiteX16" fmla="*/ 586998 w 2847821"/>
                <a:gd name="connsiteY16" fmla="*/ 1902133 h 2542032"/>
                <a:gd name="connsiteX17" fmla="*/ 761474 w 2847821"/>
                <a:gd name="connsiteY17" fmla="*/ 2204513 h 2542032"/>
                <a:gd name="connsiteX18" fmla="*/ 776505 w 2847821"/>
                <a:gd name="connsiteY18" fmla="*/ 2222739 h 2542032"/>
                <a:gd name="connsiteX19" fmla="*/ 795295 w 2847821"/>
                <a:gd name="connsiteY19" fmla="*/ 2245524 h 2542032"/>
                <a:gd name="connsiteX20" fmla="*/ 945686 w 2847821"/>
                <a:gd name="connsiteY20" fmla="*/ 2310320 h 2542032"/>
                <a:gd name="connsiteX21" fmla="*/ 1900856 w 2847821"/>
                <a:gd name="connsiteY21" fmla="*/ 2310320 h 2542032"/>
                <a:gd name="connsiteX22" fmla="*/ 2085066 w 2847821"/>
                <a:gd name="connsiteY22" fmla="*/ 2204513 h 2542032"/>
                <a:gd name="connsiteX23" fmla="*/ 2562653 w 2847821"/>
                <a:gd name="connsiteY23" fmla="*/ 1376823 h 2542032"/>
                <a:gd name="connsiteX24" fmla="*/ 2562653 w 2847821"/>
                <a:gd name="connsiteY24" fmla="*/ 1165208 h 2542032"/>
                <a:gd name="connsiteX25" fmla="*/ 2085066 w 2847821"/>
                <a:gd name="connsiteY25" fmla="*/ 337518 h 2542032"/>
                <a:gd name="connsiteX26" fmla="*/ 1900856 w 2847821"/>
                <a:gd name="connsiteY26" fmla="*/ 231710 h 2542032"/>
                <a:gd name="connsiteX27" fmla="*/ 945686 w 2847821"/>
                <a:gd name="connsiteY27" fmla="*/ 231710 h 2542032"/>
                <a:gd name="connsiteX28" fmla="*/ 761474 w 2847821"/>
                <a:gd name="connsiteY28" fmla="*/ 337518 h 2542032"/>
                <a:gd name="connsiteX29" fmla="*/ 283889 w 2847821"/>
                <a:gd name="connsiteY29" fmla="*/ 1165208 h 2542032"/>
                <a:gd name="connsiteX30" fmla="*/ 259584 w 2847821"/>
                <a:gd name="connsiteY30" fmla="*/ 1271016 h 2542032"/>
                <a:gd name="connsiteX31" fmla="*/ 264263 w 2847821"/>
                <a:gd name="connsiteY31" fmla="*/ 1314464 h 2542032"/>
                <a:gd name="connsiteX32" fmla="*/ 265660 w 2847821"/>
                <a:gd name="connsiteY32" fmla="*/ 1327439 h 2542032"/>
                <a:gd name="connsiteX33" fmla="*/ 283889 w 2847821"/>
                <a:gd name="connsiteY33" fmla="*/ 1376823 h 2542032"/>
                <a:gd name="connsiteX34" fmla="*/ 368889 w 2847821"/>
                <a:gd name="connsiteY34" fmla="*/ 1524134 h 2542032"/>
                <a:gd name="connsiteX35" fmla="*/ 382921 w 2847821"/>
                <a:gd name="connsiteY35" fmla="*/ 1548452 h 2542032"/>
                <a:gd name="connsiteX36" fmla="*/ 341061 w 2847821"/>
                <a:gd name="connsiteY36" fmla="*/ 1620997 h 2542032"/>
                <a:gd name="connsiteX37" fmla="*/ 277282 w 2847821"/>
                <a:gd name="connsiteY37" fmla="*/ 1731531 h 2542032"/>
                <a:gd name="connsiteX38" fmla="*/ 249032 w 2847821"/>
                <a:gd name="connsiteY38" fmla="*/ 1780491 h 2542032"/>
                <a:gd name="connsiteX39" fmla="*/ 219516 w 2847821"/>
                <a:gd name="connsiteY39" fmla="*/ 1729337 h 2542032"/>
                <a:gd name="connsiteX40" fmla="*/ 29724 w 2847821"/>
                <a:gd name="connsiteY40" fmla="*/ 1400415 h 2542032"/>
                <a:gd name="connsiteX41" fmla="*/ 7431 w 2847821"/>
                <a:gd name="connsiteY41" fmla="*/ 1340021 h 2542032"/>
                <a:gd name="connsiteX42" fmla="*/ 4679 w 2847821"/>
                <a:gd name="connsiteY42" fmla="*/ 1314464 h 2542032"/>
                <a:gd name="connsiteX43" fmla="*/ 0 w 2847821"/>
                <a:gd name="connsiteY43" fmla="*/ 1271017 h 2542032"/>
                <a:gd name="connsiteX44" fmla="*/ 29724 w 2847821"/>
                <a:gd name="connsiteY44" fmla="*/ 1141620 h 2542032"/>
                <a:gd name="connsiteX45" fmla="*/ 613786 w 2847821"/>
                <a:gd name="connsiteY45" fmla="*/ 129398 h 2542032"/>
                <a:gd name="connsiteX46" fmla="*/ 839068 w 2847821"/>
                <a:gd name="connsiteY46" fmla="*/ 0 h 2542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2847821" h="2542032">
                  <a:moveTo>
                    <a:pt x="839068" y="0"/>
                  </a:moveTo>
                  <a:cubicBezTo>
                    <a:pt x="2007190" y="0"/>
                    <a:pt x="2007190" y="0"/>
                    <a:pt x="2007190" y="0"/>
                  </a:cubicBezTo>
                  <a:cubicBezTo>
                    <a:pt x="2090628" y="0"/>
                    <a:pt x="2190752" y="58438"/>
                    <a:pt x="2232470" y="129398"/>
                  </a:cubicBezTo>
                  <a:cubicBezTo>
                    <a:pt x="2816533" y="1141620"/>
                    <a:pt x="2816533" y="1141620"/>
                    <a:pt x="2816533" y="1141620"/>
                  </a:cubicBezTo>
                  <a:cubicBezTo>
                    <a:pt x="2858251" y="1212579"/>
                    <a:pt x="2858251" y="1329455"/>
                    <a:pt x="2816533" y="1400415"/>
                  </a:cubicBezTo>
                  <a:cubicBezTo>
                    <a:pt x="2232470" y="2412636"/>
                    <a:pt x="2232470" y="2412636"/>
                    <a:pt x="2232470" y="2412636"/>
                  </a:cubicBezTo>
                  <a:cubicBezTo>
                    <a:pt x="2190752" y="2483595"/>
                    <a:pt x="2090628" y="2542032"/>
                    <a:pt x="2007190" y="2542032"/>
                  </a:cubicBezTo>
                  <a:lnTo>
                    <a:pt x="839068" y="2542032"/>
                  </a:lnTo>
                  <a:cubicBezTo>
                    <a:pt x="757716" y="2542032"/>
                    <a:pt x="655505" y="2483595"/>
                    <a:pt x="613786" y="2412636"/>
                  </a:cubicBezTo>
                  <a:cubicBezTo>
                    <a:pt x="577282" y="2349372"/>
                    <a:pt x="543060" y="2290063"/>
                    <a:pt x="510976" y="2234459"/>
                  </a:cubicBezTo>
                  <a:lnTo>
                    <a:pt x="504214" y="2222739"/>
                  </a:lnTo>
                  <a:lnTo>
                    <a:pt x="504213" y="2222739"/>
                  </a:lnTo>
                  <a:lnTo>
                    <a:pt x="428556" y="2091619"/>
                  </a:lnTo>
                  <a:lnTo>
                    <a:pt x="472977" y="2014633"/>
                  </a:lnTo>
                  <a:cubicBezTo>
                    <a:pt x="493510" y="1979047"/>
                    <a:pt x="515755" y="1940496"/>
                    <a:pt x="539853" y="1898732"/>
                  </a:cubicBezTo>
                  <a:lnTo>
                    <a:pt x="562445" y="1859580"/>
                  </a:lnTo>
                  <a:lnTo>
                    <a:pt x="586998" y="1902133"/>
                  </a:lnTo>
                  <a:cubicBezTo>
                    <a:pt x="636598" y="1988093"/>
                    <a:pt x="694314" y="2088119"/>
                    <a:pt x="761474" y="2204513"/>
                  </a:cubicBezTo>
                  <a:lnTo>
                    <a:pt x="776505" y="2222739"/>
                  </a:lnTo>
                  <a:lnTo>
                    <a:pt x="795295" y="2245524"/>
                  </a:lnTo>
                  <a:cubicBezTo>
                    <a:pt x="836311" y="2283442"/>
                    <a:pt x="895796" y="2310320"/>
                    <a:pt x="945686" y="2310320"/>
                  </a:cubicBezTo>
                  <a:lnTo>
                    <a:pt x="1900856" y="2310320"/>
                  </a:lnTo>
                  <a:cubicBezTo>
                    <a:pt x="1969083" y="2310320"/>
                    <a:pt x="2050954" y="2262537"/>
                    <a:pt x="2085066" y="2204513"/>
                  </a:cubicBezTo>
                  <a:cubicBezTo>
                    <a:pt x="2085066" y="2204513"/>
                    <a:pt x="2085066" y="2204513"/>
                    <a:pt x="2562653" y="1376823"/>
                  </a:cubicBezTo>
                  <a:cubicBezTo>
                    <a:pt x="2596766" y="1318800"/>
                    <a:pt x="2596766" y="1223232"/>
                    <a:pt x="2562653" y="1165208"/>
                  </a:cubicBezTo>
                  <a:cubicBezTo>
                    <a:pt x="2562653" y="1165208"/>
                    <a:pt x="2562653" y="1165208"/>
                    <a:pt x="2085066" y="337518"/>
                  </a:cubicBezTo>
                  <a:cubicBezTo>
                    <a:pt x="2050954" y="279494"/>
                    <a:pt x="1969083" y="231710"/>
                    <a:pt x="1900856" y="231710"/>
                  </a:cubicBezTo>
                  <a:cubicBezTo>
                    <a:pt x="1900856" y="231710"/>
                    <a:pt x="1900856" y="231710"/>
                    <a:pt x="945686" y="231710"/>
                  </a:cubicBezTo>
                  <a:cubicBezTo>
                    <a:pt x="879166" y="231710"/>
                    <a:pt x="795588" y="279494"/>
                    <a:pt x="761474" y="337518"/>
                  </a:cubicBezTo>
                  <a:cubicBezTo>
                    <a:pt x="761474" y="337518"/>
                    <a:pt x="761474" y="337518"/>
                    <a:pt x="283889" y="1165208"/>
                  </a:cubicBezTo>
                  <a:cubicBezTo>
                    <a:pt x="267686" y="1194220"/>
                    <a:pt x="259584" y="1232618"/>
                    <a:pt x="259584" y="1271016"/>
                  </a:cubicBezTo>
                  <a:lnTo>
                    <a:pt x="264263" y="1314464"/>
                  </a:lnTo>
                  <a:lnTo>
                    <a:pt x="265660" y="1327439"/>
                  </a:lnTo>
                  <a:cubicBezTo>
                    <a:pt x="269711" y="1345465"/>
                    <a:pt x="275787" y="1362317"/>
                    <a:pt x="283889" y="1376823"/>
                  </a:cubicBezTo>
                  <a:cubicBezTo>
                    <a:pt x="283889" y="1376823"/>
                    <a:pt x="283889" y="1376823"/>
                    <a:pt x="368889" y="1524134"/>
                  </a:cubicBezTo>
                  <a:lnTo>
                    <a:pt x="382921" y="1548452"/>
                  </a:lnTo>
                  <a:lnTo>
                    <a:pt x="341061" y="1620997"/>
                  </a:lnTo>
                  <a:cubicBezTo>
                    <a:pt x="318208" y="1660604"/>
                    <a:pt x="296987" y="1697381"/>
                    <a:pt x="277282" y="1731531"/>
                  </a:cubicBezTo>
                  <a:lnTo>
                    <a:pt x="249032" y="1780491"/>
                  </a:lnTo>
                  <a:lnTo>
                    <a:pt x="219516" y="1729337"/>
                  </a:lnTo>
                  <a:cubicBezTo>
                    <a:pt x="29724" y="1400415"/>
                    <a:pt x="29724" y="1400415"/>
                    <a:pt x="29724" y="1400415"/>
                  </a:cubicBezTo>
                  <a:cubicBezTo>
                    <a:pt x="19816" y="1382675"/>
                    <a:pt x="12385" y="1362065"/>
                    <a:pt x="7431" y="1340021"/>
                  </a:cubicBezTo>
                  <a:lnTo>
                    <a:pt x="4679" y="1314464"/>
                  </a:lnTo>
                  <a:lnTo>
                    <a:pt x="0" y="1271017"/>
                  </a:lnTo>
                  <a:cubicBezTo>
                    <a:pt x="0" y="1224058"/>
                    <a:pt x="9908" y="1177100"/>
                    <a:pt x="29724" y="1141620"/>
                  </a:cubicBezTo>
                  <a:cubicBezTo>
                    <a:pt x="613786" y="129398"/>
                    <a:pt x="613786" y="129398"/>
                    <a:pt x="613786" y="129398"/>
                  </a:cubicBezTo>
                  <a:cubicBezTo>
                    <a:pt x="655505" y="58438"/>
                    <a:pt x="757716" y="0"/>
                    <a:pt x="839068"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350" b="0" i="0" u="none" strike="noStrike" kern="1200" cap="none" spc="0" normalizeH="0" baseline="0" noProof="0">
                <a:ln>
                  <a:noFill/>
                </a:ln>
                <a:solidFill>
                  <a:prstClr val="white"/>
                </a:solidFill>
                <a:effectLst/>
                <a:uLnTx/>
                <a:uFillTx/>
                <a:latin typeface="Arial"/>
                <a:ea typeface="+mn-ea"/>
                <a:cs typeface="+mn-cs"/>
              </a:endParaRPr>
            </a:p>
          </p:txBody>
        </p:sp>
        <p:sp>
          <p:nvSpPr>
            <p:cNvPr id="21" name="Freeform: Shape 20">
              <a:extLst>
                <a:ext uri="{FF2B5EF4-FFF2-40B4-BE49-F238E27FC236}">
                  <a16:creationId xmlns:a16="http://schemas.microsoft.com/office/drawing/2014/main" id="{F0342FD2-66FF-4081-9AF1-8CDC8457555A}"/>
                </a:ext>
              </a:extLst>
            </p:cNvPr>
            <p:cNvSpPr/>
            <p:nvPr/>
          </p:nvSpPr>
          <p:spPr>
            <a:xfrm>
              <a:off x="3317914" y="970078"/>
              <a:ext cx="2952000" cy="2455200"/>
            </a:xfrm>
            <a:custGeom>
              <a:avLst/>
              <a:gdLst>
                <a:gd name="connsiteX0" fmla="*/ 2597367 w 2847821"/>
                <a:gd name="connsiteY0" fmla="*/ 761789 h 2542032"/>
                <a:gd name="connsiteX1" fmla="*/ 2613504 w 2847821"/>
                <a:gd name="connsiteY1" fmla="*/ 789755 h 2542032"/>
                <a:gd name="connsiteX2" fmla="*/ 2766966 w 2847821"/>
                <a:gd name="connsiteY2" fmla="*/ 1055714 h 2542032"/>
                <a:gd name="connsiteX3" fmla="*/ 2789968 w 2847821"/>
                <a:gd name="connsiteY3" fmla="*/ 1095578 h 2542032"/>
                <a:gd name="connsiteX4" fmla="*/ 2789967 w 2847821"/>
                <a:gd name="connsiteY4" fmla="*/ 1095578 h 2542032"/>
                <a:gd name="connsiteX5" fmla="*/ 2798709 w 2847821"/>
                <a:gd name="connsiteY5" fmla="*/ 1110730 h 2542032"/>
                <a:gd name="connsiteX6" fmla="*/ 2816533 w 2847821"/>
                <a:gd name="connsiteY6" fmla="*/ 1141620 h 2542032"/>
                <a:gd name="connsiteX7" fmla="*/ 2816533 w 2847821"/>
                <a:gd name="connsiteY7" fmla="*/ 1400415 h 2542032"/>
                <a:gd name="connsiteX8" fmla="*/ 2232470 w 2847821"/>
                <a:gd name="connsiteY8" fmla="*/ 2412636 h 2542032"/>
                <a:gd name="connsiteX9" fmla="*/ 2007190 w 2847821"/>
                <a:gd name="connsiteY9" fmla="*/ 2542032 h 2542032"/>
                <a:gd name="connsiteX10" fmla="*/ 839068 w 2847821"/>
                <a:gd name="connsiteY10" fmla="*/ 2542032 h 2542032"/>
                <a:gd name="connsiteX11" fmla="*/ 613786 w 2847821"/>
                <a:gd name="connsiteY11" fmla="*/ 2412636 h 2542032"/>
                <a:gd name="connsiteX12" fmla="*/ 510976 w 2847821"/>
                <a:gd name="connsiteY12" fmla="*/ 2234459 h 2542032"/>
                <a:gd name="connsiteX13" fmla="*/ 504214 w 2847821"/>
                <a:gd name="connsiteY13" fmla="*/ 2222739 h 2542032"/>
                <a:gd name="connsiteX14" fmla="*/ 504213 w 2847821"/>
                <a:gd name="connsiteY14" fmla="*/ 2222739 h 2542032"/>
                <a:gd name="connsiteX15" fmla="*/ 428556 w 2847821"/>
                <a:gd name="connsiteY15" fmla="*/ 2091619 h 2542032"/>
                <a:gd name="connsiteX16" fmla="*/ 472977 w 2847821"/>
                <a:gd name="connsiteY16" fmla="*/ 2014633 h 2542032"/>
                <a:gd name="connsiteX17" fmla="*/ 539853 w 2847821"/>
                <a:gd name="connsiteY17" fmla="*/ 1898732 h 2542032"/>
                <a:gd name="connsiteX18" fmla="*/ 562445 w 2847821"/>
                <a:gd name="connsiteY18" fmla="*/ 1859580 h 2542032"/>
                <a:gd name="connsiteX19" fmla="*/ 586998 w 2847821"/>
                <a:gd name="connsiteY19" fmla="*/ 1902133 h 2542032"/>
                <a:gd name="connsiteX20" fmla="*/ 761474 w 2847821"/>
                <a:gd name="connsiteY20" fmla="*/ 2204513 h 2542032"/>
                <a:gd name="connsiteX21" fmla="*/ 776505 w 2847821"/>
                <a:gd name="connsiteY21" fmla="*/ 2222739 h 2542032"/>
                <a:gd name="connsiteX22" fmla="*/ 795295 w 2847821"/>
                <a:gd name="connsiteY22" fmla="*/ 2245524 h 2542032"/>
                <a:gd name="connsiteX23" fmla="*/ 945686 w 2847821"/>
                <a:gd name="connsiteY23" fmla="*/ 2310320 h 2542032"/>
                <a:gd name="connsiteX24" fmla="*/ 1900856 w 2847821"/>
                <a:gd name="connsiteY24" fmla="*/ 2310320 h 2542032"/>
                <a:gd name="connsiteX25" fmla="*/ 2085066 w 2847821"/>
                <a:gd name="connsiteY25" fmla="*/ 2204513 h 2542032"/>
                <a:gd name="connsiteX26" fmla="*/ 2562653 w 2847821"/>
                <a:gd name="connsiteY26" fmla="*/ 1376823 h 2542032"/>
                <a:gd name="connsiteX27" fmla="*/ 2562653 w 2847821"/>
                <a:gd name="connsiteY27" fmla="*/ 1165208 h 2542032"/>
                <a:gd name="connsiteX28" fmla="*/ 2522660 w 2847821"/>
                <a:gd name="connsiteY28" fmla="*/ 1095897 h 2542032"/>
                <a:gd name="connsiteX29" fmla="*/ 2522476 w 2847821"/>
                <a:gd name="connsiteY29" fmla="*/ 1095578 h 2542032"/>
                <a:gd name="connsiteX30" fmla="*/ 2522477 w 2847821"/>
                <a:gd name="connsiteY30" fmla="*/ 1095578 h 2542032"/>
                <a:gd name="connsiteX31" fmla="*/ 2510324 w 2847821"/>
                <a:gd name="connsiteY31" fmla="*/ 1074517 h 2542032"/>
                <a:gd name="connsiteX32" fmla="*/ 2484541 w 2847821"/>
                <a:gd name="connsiteY32" fmla="*/ 1029833 h 2542032"/>
                <a:gd name="connsiteX33" fmla="*/ 2463622 w 2847821"/>
                <a:gd name="connsiteY33" fmla="*/ 993578 h 2542032"/>
                <a:gd name="connsiteX34" fmla="*/ 2505481 w 2847821"/>
                <a:gd name="connsiteY34" fmla="*/ 921034 h 2542032"/>
                <a:gd name="connsiteX35" fmla="*/ 2569260 w 2847821"/>
                <a:gd name="connsiteY35" fmla="*/ 810500 h 2542032"/>
                <a:gd name="connsiteX36" fmla="*/ 839068 w 2847821"/>
                <a:gd name="connsiteY36" fmla="*/ 0 h 2542032"/>
                <a:gd name="connsiteX37" fmla="*/ 2007190 w 2847821"/>
                <a:gd name="connsiteY37" fmla="*/ 0 h 2542032"/>
                <a:gd name="connsiteX38" fmla="*/ 2232470 w 2847821"/>
                <a:gd name="connsiteY38" fmla="*/ 129398 h 2542032"/>
                <a:gd name="connsiteX39" fmla="*/ 2335280 w 2847821"/>
                <a:gd name="connsiteY39" fmla="*/ 307575 h 2542032"/>
                <a:gd name="connsiteX40" fmla="*/ 2363523 w 2847821"/>
                <a:gd name="connsiteY40" fmla="*/ 356522 h 2542032"/>
                <a:gd name="connsiteX41" fmla="*/ 2417701 w 2847821"/>
                <a:gd name="connsiteY41" fmla="*/ 450417 h 2542032"/>
                <a:gd name="connsiteX42" fmla="*/ 2373280 w 2847821"/>
                <a:gd name="connsiteY42" fmla="*/ 527402 h 2542032"/>
                <a:gd name="connsiteX43" fmla="*/ 2306404 w 2847821"/>
                <a:gd name="connsiteY43" fmla="*/ 643304 h 2542032"/>
                <a:gd name="connsiteX44" fmla="*/ 2283956 w 2847821"/>
                <a:gd name="connsiteY44" fmla="*/ 682208 h 2542032"/>
                <a:gd name="connsiteX45" fmla="*/ 2242707 w 2847821"/>
                <a:gd name="connsiteY45" fmla="*/ 610720 h 2542032"/>
                <a:gd name="connsiteX46" fmla="*/ 2169134 w 2847821"/>
                <a:gd name="connsiteY46" fmla="*/ 483213 h 2542032"/>
                <a:gd name="connsiteX47" fmla="*/ 2096032 w 2847821"/>
                <a:gd name="connsiteY47" fmla="*/ 356522 h 2542032"/>
                <a:gd name="connsiteX48" fmla="*/ 2085066 w 2847821"/>
                <a:gd name="connsiteY48" fmla="*/ 337518 h 2542032"/>
                <a:gd name="connsiteX49" fmla="*/ 1900856 w 2847821"/>
                <a:gd name="connsiteY49" fmla="*/ 231710 h 2542032"/>
                <a:gd name="connsiteX50" fmla="*/ 945686 w 2847821"/>
                <a:gd name="connsiteY50" fmla="*/ 231710 h 2542032"/>
                <a:gd name="connsiteX51" fmla="*/ 761474 w 2847821"/>
                <a:gd name="connsiteY51" fmla="*/ 337518 h 2542032"/>
                <a:gd name="connsiteX52" fmla="*/ 283889 w 2847821"/>
                <a:gd name="connsiteY52" fmla="*/ 1165208 h 2542032"/>
                <a:gd name="connsiteX53" fmla="*/ 259584 w 2847821"/>
                <a:gd name="connsiteY53" fmla="*/ 1271016 h 2542032"/>
                <a:gd name="connsiteX54" fmla="*/ 264263 w 2847821"/>
                <a:gd name="connsiteY54" fmla="*/ 1314464 h 2542032"/>
                <a:gd name="connsiteX55" fmla="*/ 265660 w 2847821"/>
                <a:gd name="connsiteY55" fmla="*/ 1327439 h 2542032"/>
                <a:gd name="connsiteX56" fmla="*/ 283889 w 2847821"/>
                <a:gd name="connsiteY56" fmla="*/ 1376823 h 2542032"/>
                <a:gd name="connsiteX57" fmla="*/ 368889 w 2847821"/>
                <a:gd name="connsiteY57" fmla="*/ 1524134 h 2542032"/>
                <a:gd name="connsiteX58" fmla="*/ 382921 w 2847821"/>
                <a:gd name="connsiteY58" fmla="*/ 1548452 h 2542032"/>
                <a:gd name="connsiteX59" fmla="*/ 341061 w 2847821"/>
                <a:gd name="connsiteY59" fmla="*/ 1620997 h 2542032"/>
                <a:gd name="connsiteX60" fmla="*/ 277282 w 2847821"/>
                <a:gd name="connsiteY60" fmla="*/ 1731531 h 2542032"/>
                <a:gd name="connsiteX61" fmla="*/ 249032 w 2847821"/>
                <a:gd name="connsiteY61" fmla="*/ 1780491 h 2542032"/>
                <a:gd name="connsiteX62" fmla="*/ 219516 w 2847821"/>
                <a:gd name="connsiteY62" fmla="*/ 1729337 h 2542032"/>
                <a:gd name="connsiteX63" fmla="*/ 29724 w 2847821"/>
                <a:gd name="connsiteY63" fmla="*/ 1400415 h 2542032"/>
                <a:gd name="connsiteX64" fmla="*/ 7431 w 2847821"/>
                <a:gd name="connsiteY64" fmla="*/ 1340021 h 2542032"/>
                <a:gd name="connsiteX65" fmla="*/ 4679 w 2847821"/>
                <a:gd name="connsiteY65" fmla="*/ 1314464 h 2542032"/>
                <a:gd name="connsiteX66" fmla="*/ 0 w 2847821"/>
                <a:gd name="connsiteY66" fmla="*/ 1271017 h 2542032"/>
                <a:gd name="connsiteX67" fmla="*/ 29724 w 2847821"/>
                <a:gd name="connsiteY67" fmla="*/ 1141620 h 2542032"/>
                <a:gd name="connsiteX68" fmla="*/ 613786 w 2847821"/>
                <a:gd name="connsiteY68" fmla="*/ 129398 h 2542032"/>
                <a:gd name="connsiteX69" fmla="*/ 839068 w 2847821"/>
                <a:gd name="connsiteY69" fmla="*/ 0 h 2542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2847821" h="2542032">
                  <a:moveTo>
                    <a:pt x="2597367" y="761789"/>
                  </a:moveTo>
                  <a:lnTo>
                    <a:pt x="2613504" y="789755"/>
                  </a:lnTo>
                  <a:cubicBezTo>
                    <a:pt x="2689640" y="921704"/>
                    <a:pt x="2737225" y="1004172"/>
                    <a:pt x="2766966" y="1055714"/>
                  </a:cubicBezTo>
                  <a:lnTo>
                    <a:pt x="2789968" y="1095578"/>
                  </a:lnTo>
                  <a:lnTo>
                    <a:pt x="2789967" y="1095578"/>
                  </a:lnTo>
                  <a:lnTo>
                    <a:pt x="2798709" y="1110730"/>
                  </a:lnTo>
                  <a:cubicBezTo>
                    <a:pt x="2816533" y="1141620"/>
                    <a:pt x="2816533" y="1141620"/>
                    <a:pt x="2816533" y="1141620"/>
                  </a:cubicBezTo>
                  <a:cubicBezTo>
                    <a:pt x="2858251" y="1212579"/>
                    <a:pt x="2858251" y="1329455"/>
                    <a:pt x="2816533" y="1400415"/>
                  </a:cubicBezTo>
                  <a:cubicBezTo>
                    <a:pt x="2232470" y="2412636"/>
                    <a:pt x="2232470" y="2412636"/>
                    <a:pt x="2232470" y="2412636"/>
                  </a:cubicBezTo>
                  <a:cubicBezTo>
                    <a:pt x="2190752" y="2483595"/>
                    <a:pt x="2090628" y="2542032"/>
                    <a:pt x="2007190" y="2542032"/>
                  </a:cubicBezTo>
                  <a:lnTo>
                    <a:pt x="839068" y="2542032"/>
                  </a:lnTo>
                  <a:cubicBezTo>
                    <a:pt x="757716" y="2542032"/>
                    <a:pt x="655505" y="2483595"/>
                    <a:pt x="613786" y="2412636"/>
                  </a:cubicBezTo>
                  <a:cubicBezTo>
                    <a:pt x="577282" y="2349372"/>
                    <a:pt x="543060" y="2290063"/>
                    <a:pt x="510976" y="2234459"/>
                  </a:cubicBezTo>
                  <a:lnTo>
                    <a:pt x="504214" y="2222739"/>
                  </a:lnTo>
                  <a:lnTo>
                    <a:pt x="504213" y="2222739"/>
                  </a:lnTo>
                  <a:lnTo>
                    <a:pt x="428556" y="2091619"/>
                  </a:lnTo>
                  <a:lnTo>
                    <a:pt x="472977" y="2014633"/>
                  </a:lnTo>
                  <a:cubicBezTo>
                    <a:pt x="493510" y="1979047"/>
                    <a:pt x="515755" y="1940496"/>
                    <a:pt x="539853" y="1898732"/>
                  </a:cubicBezTo>
                  <a:lnTo>
                    <a:pt x="562445" y="1859580"/>
                  </a:lnTo>
                  <a:lnTo>
                    <a:pt x="586998" y="1902133"/>
                  </a:lnTo>
                  <a:cubicBezTo>
                    <a:pt x="636598" y="1988093"/>
                    <a:pt x="694314" y="2088119"/>
                    <a:pt x="761474" y="2204513"/>
                  </a:cubicBezTo>
                  <a:lnTo>
                    <a:pt x="776505" y="2222739"/>
                  </a:lnTo>
                  <a:lnTo>
                    <a:pt x="795295" y="2245524"/>
                  </a:lnTo>
                  <a:cubicBezTo>
                    <a:pt x="836311" y="2283442"/>
                    <a:pt x="895796" y="2310320"/>
                    <a:pt x="945686" y="2310320"/>
                  </a:cubicBezTo>
                  <a:lnTo>
                    <a:pt x="1900856" y="2310320"/>
                  </a:lnTo>
                  <a:cubicBezTo>
                    <a:pt x="1969083" y="2310320"/>
                    <a:pt x="2050954" y="2262537"/>
                    <a:pt x="2085066" y="2204513"/>
                  </a:cubicBezTo>
                  <a:cubicBezTo>
                    <a:pt x="2085066" y="2204513"/>
                    <a:pt x="2085066" y="2204513"/>
                    <a:pt x="2562653" y="1376823"/>
                  </a:cubicBezTo>
                  <a:cubicBezTo>
                    <a:pt x="2596766" y="1318800"/>
                    <a:pt x="2596766" y="1223232"/>
                    <a:pt x="2562653" y="1165208"/>
                  </a:cubicBezTo>
                  <a:cubicBezTo>
                    <a:pt x="2562653" y="1165208"/>
                    <a:pt x="2562653" y="1165208"/>
                    <a:pt x="2522660" y="1095897"/>
                  </a:cubicBezTo>
                  <a:lnTo>
                    <a:pt x="2522476" y="1095578"/>
                  </a:lnTo>
                  <a:lnTo>
                    <a:pt x="2522477" y="1095578"/>
                  </a:lnTo>
                  <a:lnTo>
                    <a:pt x="2510324" y="1074517"/>
                  </a:lnTo>
                  <a:cubicBezTo>
                    <a:pt x="2502849" y="1061561"/>
                    <a:pt x="2494305" y="1046755"/>
                    <a:pt x="2484541" y="1029833"/>
                  </a:cubicBezTo>
                  <a:lnTo>
                    <a:pt x="2463622" y="993578"/>
                  </a:lnTo>
                  <a:lnTo>
                    <a:pt x="2505481" y="921034"/>
                  </a:lnTo>
                  <a:cubicBezTo>
                    <a:pt x="2528334" y="881428"/>
                    <a:pt x="2549555" y="844650"/>
                    <a:pt x="2569260" y="810500"/>
                  </a:cubicBezTo>
                  <a:close/>
                  <a:moveTo>
                    <a:pt x="839068" y="0"/>
                  </a:moveTo>
                  <a:cubicBezTo>
                    <a:pt x="2007190" y="0"/>
                    <a:pt x="2007190" y="0"/>
                    <a:pt x="2007190" y="0"/>
                  </a:cubicBezTo>
                  <a:cubicBezTo>
                    <a:pt x="2090628" y="0"/>
                    <a:pt x="2190752" y="58438"/>
                    <a:pt x="2232470" y="129398"/>
                  </a:cubicBezTo>
                  <a:cubicBezTo>
                    <a:pt x="2268974" y="192662"/>
                    <a:pt x="2303197" y="251972"/>
                    <a:pt x="2335280" y="307575"/>
                  </a:cubicBezTo>
                  <a:lnTo>
                    <a:pt x="2363523" y="356522"/>
                  </a:lnTo>
                  <a:lnTo>
                    <a:pt x="2417701" y="450417"/>
                  </a:lnTo>
                  <a:lnTo>
                    <a:pt x="2373280" y="527402"/>
                  </a:lnTo>
                  <a:cubicBezTo>
                    <a:pt x="2352747" y="562988"/>
                    <a:pt x="2330502" y="601540"/>
                    <a:pt x="2306404" y="643304"/>
                  </a:cubicBezTo>
                  <a:lnTo>
                    <a:pt x="2283956" y="682208"/>
                  </a:lnTo>
                  <a:lnTo>
                    <a:pt x="2242707" y="610720"/>
                  </a:lnTo>
                  <a:cubicBezTo>
                    <a:pt x="2219854" y="571114"/>
                    <a:pt x="2195369" y="528679"/>
                    <a:pt x="2169134" y="483213"/>
                  </a:cubicBezTo>
                  <a:lnTo>
                    <a:pt x="2096032" y="356522"/>
                  </a:lnTo>
                  <a:lnTo>
                    <a:pt x="2085066" y="337518"/>
                  </a:lnTo>
                  <a:cubicBezTo>
                    <a:pt x="2050954" y="279494"/>
                    <a:pt x="1969083" y="231710"/>
                    <a:pt x="1900856" y="231710"/>
                  </a:cubicBezTo>
                  <a:cubicBezTo>
                    <a:pt x="1900856" y="231710"/>
                    <a:pt x="1900856" y="231710"/>
                    <a:pt x="945686" y="231710"/>
                  </a:cubicBezTo>
                  <a:cubicBezTo>
                    <a:pt x="879166" y="231710"/>
                    <a:pt x="795588" y="279494"/>
                    <a:pt x="761474" y="337518"/>
                  </a:cubicBezTo>
                  <a:cubicBezTo>
                    <a:pt x="761474" y="337518"/>
                    <a:pt x="761474" y="337518"/>
                    <a:pt x="283889" y="1165208"/>
                  </a:cubicBezTo>
                  <a:cubicBezTo>
                    <a:pt x="267686" y="1194220"/>
                    <a:pt x="259584" y="1232618"/>
                    <a:pt x="259584" y="1271016"/>
                  </a:cubicBezTo>
                  <a:lnTo>
                    <a:pt x="264263" y="1314464"/>
                  </a:lnTo>
                  <a:lnTo>
                    <a:pt x="265660" y="1327439"/>
                  </a:lnTo>
                  <a:cubicBezTo>
                    <a:pt x="269711" y="1345465"/>
                    <a:pt x="275787" y="1362317"/>
                    <a:pt x="283889" y="1376823"/>
                  </a:cubicBezTo>
                  <a:cubicBezTo>
                    <a:pt x="283889" y="1376823"/>
                    <a:pt x="283889" y="1376823"/>
                    <a:pt x="368889" y="1524134"/>
                  </a:cubicBezTo>
                  <a:lnTo>
                    <a:pt x="382921" y="1548452"/>
                  </a:lnTo>
                  <a:lnTo>
                    <a:pt x="341061" y="1620997"/>
                  </a:lnTo>
                  <a:cubicBezTo>
                    <a:pt x="318208" y="1660604"/>
                    <a:pt x="296987" y="1697381"/>
                    <a:pt x="277282" y="1731531"/>
                  </a:cubicBezTo>
                  <a:lnTo>
                    <a:pt x="249032" y="1780491"/>
                  </a:lnTo>
                  <a:lnTo>
                    <a:pt x="219516" y="1729337"/>
                  </a:lnTo>
                  <a:cubicBezTo>
                    <a:pt x="29724" y="1400415"/>
                    <a:pt x="29724" y="1400415"/>
                    <a:pt x="29724" y="1400415"/>
                  </a:cubicBezTo>
                  <a:cubicBezTo>
                    <a:pt x="19816" y="1382675"/>
                    <a:pt x="12385" y="1362065"/>
                    <a:pt x="7431" y="1340021"/>
                  </a:cubicBezTo>
                  <a:lnTo>
                    <a:pt x="4679" y="1314464"/>
                  </a:lnTo>
                  <a:lnTo>
                    <a:pt x="0" y="1271017"/>
                  </a:lnTo>
                  <a:cubicBezTo>
                    <a:pt x="0" y="1224058"/>
                    <a:pt x="9908" y="1177100"/>
                    <a:pt x="29724" y="1141620"/>
                  </a:cubicBezTo>
                  <a:cubicBezTo>
                    <a:pt x="613786" y="129398"/>
                    <a:pt x="613786" y="129398"/>
                    <a:pt x="613786" y="129398"/>
                  </a:cubicBezTo>
                  <a:cubicBezTo>
                    <a:pt x="655505" y="58438"/>
                    <a:pt x="757716" y="0"/>
                    <a:pt x="839068"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350" b="0" i="0" u="none" strike="noStrike" kern="1200" cap="none" spc="0" normalizeH="0" baseline="0" noProof="0">
                <a:ln>
                  <a:noFill/>
                </a:ln>
                <a:solidFill>
                  <a:prstClr val="white"/>
                </a:solidFill>
                <a:effectLst/>
                <a:uLnTx/>
                <a:uFillTx/>
                <a:latin typeface="Arial"/>
                <a:ea typeface="+mn-ea"/>
                <a:cs typeface="+mn-cs"/>
              </a:endParaRPr>
            </a:p>
          </p:txBody>
        </p:sp>
        <p:sp>
          <p:nvSpPr>
            <p:cNvPr id="22" name="Freeform: Shape 21">
              <a:extLst>
                <a:ext uri="{FF2B5EF4-FFF2-40B4-BE49-F238E27FC236}">
                  <a16:creationId xmlns:a16="http://schemas.microsoft.com/office/drawing/2014/main" id="{1C1680B3-99C5-4387-9EBB-05FE9EA439FC}"/>
                </a:ext>
              </a:extLst>
            </p:cNvPr>
            <p:cNvSpPr/>
            <p:nvPr/>
          </p:nvSpPr>
          <p:spPr>
            <a:xfrm>
              <a:off x="5424518" y="970078"/>
              <a:ext cx="2952000" cy="2455200"/>
            </a:xfrm>
            <a:custGeom>
              <a:avLst/>
              <a:gdLst>
                <a:gd name="connsiteX0" fmla="*/ 2597367 w 2847821"/>
                <a:gd name="connsiteY0" fmla="*/ 761789 h 2542032"/>
                <a:gd name="connsiteX1" fmla="*/ 2613504 w 2847821"/>
                <a:gd name="connsiteY1" fmla="*/ 789755 h 2542032"/>
                <a:gd name="connsiteX2" fmla="*/ 2766966 w 2847821"/>
                <a:gd name="connsiteY2" fmla="*/ 1055714 h 2542032"/>
                <a:gd name="connsiteX3" fmla="*/ 2789968 w 2847821"/>
                <a:gd name="connsiteY3" fmla="*/ 1095578 h 2542032"/>
                <a:gd name="connsiteX4" fmla="*/ 2789967 w 2847821"/>
                <a:gd name="connsiteY4" fmla="*/ 1095578 h 2542032"/>
                <a:gd name="connsiteX5" fmla="*/ 2798709 w 2847821"/>
                <a:gd name="connsiteY5" fmla="*/ 1110730 h 2542032"/>
                <a:gd name="connsiteX6" fmla="*/ 2816533 w 2847821"/>
                <a:gd name="connsiteY6" fmla="*/ 1141620 h 2542032"/>
                <a:gd name="connsiteX7" fmla="*/ 2816533 w 2847821"/>
                <a:gd name="connsiteY7" fmla="*/ 1400415 h 2542032"/>
                <a:gd name="connsiteX8" fmla="*/ 2232470 w 2847821"/>
                <a:gd name="connsiteY8" fmla="*/ 2412636 h 2542032"/>
                <a:gd name="connsiteX9" fmla="*/ 2007190 w 2847821"/>
                <a:gd name="connsiteY9" fmla="*/ 2542032 h 2542032"/>
                <a:gd name="connsiteX10" fmla="*/ 839068 w 2847821"/>
                <a:gd name="connsiteY10" fmla="*/ 2542032 h 2542032"/>
                <a:gd name="connsiteX11" fmla="*/ 613786 w 2847821"/>
                <a:gd name="connsiteY11" fmla="*/ 2412636 h 2542032"/>
                <a:gd name="connsiteX12" fmla="*/ 510976 w 2847821"/>
                <a:gd name="connsiteY12" fmla="*/ 2234459 h 2542032"/>
                <a:gd name="connsiteX13" fmla="*/ 504214 w 2847821"/>
                <a:gd name="connsiteY13" fmla="*/ 2222739 h 2542032"/>
                <a:gd name="connsiteX14" fmla="*/ 504213 w 2847821"/>
                <a:gd name="connsiteY14" fmla="*/ 2222739 h 2542032"/>
                <a:gd name="connsiteX15" fmla="*/ 428556 w 2847821"/>
                <a:gd name="connsiteY15" fmla="*/ 2091619 h 2542032"/>
                <a:gd name="connsiteX16" fmla="*/ 472977 w 2847821"/>
                <a:gd name="connsiteY16" fmla="*/ 2014633 h 2542032"/>
                <a:gd name="connsiteX17" fmla="*/ 539853 w 2847821"/>
                <a:gd name="connsiteY17" fmla="*/ 1898732 h 2542032"/>
                <a:gd name="connsiteX18" fmla="*/ 562445 w 2847821"/>
                <a:gd name="connsiteY18" fmla="*/ 1859580 h 2542032"/>
                <a:gd name="connsiteX19" fmla="*/ 586998 w 2847821"/>
                <a:gd name="connsiteY19" fmla="*/ 1902133 h 2542032"/>
                <a:gd name="connsiteX20" fmla="*/ 761474 w 2847821"/>
                <a:gd name="connsiteY20" fmla="*/ 2204513 h 2542032"/>
                <a:gd name="connsiteX21" fmla="*/ 776505 w 2847821"/>
                <a:gd name="connsiteY21" fmla="*/ 2222739 h 2542032"/>
                <a:gd name="connsiteX22" fmla="*/ 795295 w 2847821"/>
                <a:gd name="connsiteY22" fmla="*/ 2245524 h 2542032"/>
                <a:gd name="connsiteX23" fmla="*/ 945686 w 2847821"/>
                <a:gd name="connsiteY23" fmla="*/ 2310320 h 2542032"/>
                <a:gd name="connsiteX24" fmla="*/ 1900856 w 2847821"/>
                <a:gd name="connsiteY24" fmla="*/ 2310320 h 2542032"/>
                <a:gd name="connsiteX25" fmla="*/ 2085066 w 2847821"/>
                <a:gd name="connsiteY25" fmla="*/ 2204513 h 2542032"/>
                <a:gd name="connsiteX26" fmla="*/ 2562653 w 2847821"/>
                <a:gd name="connsiteY26" fmla="*/ 1376823 h 2542032"/>
                <a:gd name="connsiteX27" fmla="*/ 2562653 w 2847821"/>
                <a:gd name="connsiteY27" fmla="*/ 1165208 h 2542032"/>
                <a:gd name="connsiteX28" fmla="*/ 2522660 w 2847821"/>
                <a:gd name="connsiteY28" fmla="*/ 1095897 h 2542032"/>
                <a:gd name="connsiteX29" fmla="*/ 2522476 w 2847821"/>
                <a:gd name="connsiteY29" fmla="*/ 1095578 h 2542032"/>
                <a:gd name="connsiteX30" fmla="*/ 2522477 w 2847821"/>
                <a:gd name="connsiteY30" fmla="*/ 1095578 h 2542032"/>
                <a:gd name="connsiteX31" fmla="*/ 2510324 w 2847821"/>
                <a:gd name="connsiteY31" fmla="*/ 1074517 h 2542032"/>
                <a:gd name="connsiteX32" fmla="*/ 2484541 w 2847821"/>
                <a:gd name="connsiteY32" fmla="*/ 1029833 h 2542032"/>
                <a:gd name="connsiteX33" fmla="*/ 2463622 w 2847821"/>
                <a:gd name="connsiteY33" fmla="*/ 993578 h 2542032"/>
                <a:gd name="connsiteX34" fmla="*/ 2505481 w 2847821"/>
                <a:gd name="connsiteY34" fmla="*/ 921034 h 2542032"/>
                <a:gd name="connsiteX35" fmla="*/ 2569260 w 2847821"/>
                <a:gd name="connsiteY35" fmla="*/ 810500 h 2542032"/>
                <a:gd name="connsiteX36" fmla="*/ 839068 w 2847821"/>
                <a:gd name="connsiteY36" fmla="*/ 0 h 2542032"/>
                <a:gd name="connsiteX37" fmla="*/ 2007190 w 2847821"/>
                <a:gd name="connsiteY37" fmla="*/ 0 h 2542032"/>
                <a:gd name="connsiteX38" fmla="*/ 2232470 w 2847821"/>
                <a:gd name="connsiteY38" fmla="*/ 129398 h 2542032"/>
                <a:gd name="connsiteX39" fmla="*/ 2335280 w 2847821"/>
                <a:gd name="connsiteY39" fmla="*/ 307575 h 2542032"/>
                <a:gd name="connsiteX40" fmla="*/ 2363523 w 2847821"/>
                <a:gd name="connsiteY40" fmla="*/ 356522 h 2542032"/>
                <a:gd name="connsiteX41" fmla="*/ 2417701 w 2847821"/>
                <a:gd name="connsiteY41" fmla="*/ 450417 h 2542032"/>
                <a:gd name="connsiteX42" fmla="*/ 2373280 w 2847821"/>
                <a:gd name="connsiteY42" fmla="*/ 527402 h 2542032"/>
                <a:gd name="connsiteX43" fmla="*/ 2306404 w 2847821"/>
                <a:gd name="connsiteY43" fmla="*/ 643304 h 2542032"/>
                <a:gd name="connsiteX44" fmla="*/ 2283956 w 2847821"/>
                <a:gd name="connsiteY44" fmla="*/ 682208 h 2542032"/>
                <a:gd name="connsiteX45" fmla="*/ 2242707 w 2847821"/>
                <a:gd name="connsiteY45" fmla="*/ 610720 h 2542032"/>
                <a:gd name="connsiteX46" fmla="*/ 2169134 w 2847821"/>
                <a:gd name="connsiteY46" fmla="*/ 483213 h 2542032"/>
                <a:gd name="connsiteX47" fmla="*/ 2096032 w 2847821"/>
                <a:gd name="connsiteY47" fmla="*/ 356522 h 2542032"/>
                <a:gd name="connsiteX48" fmla="*/ 2085066 w 2847821"/>
                <a:gd name="connsiteY48" fmla="*/ 337518 h 2542032"/>
                <a:gd name="connsiteX49" fmla="*/ 1900856 w 2847821"/>
                <a:gd name="connsiteY49" fmla="*/ 231710 h 2542032"/>
                <a:gd name="connsiteX50" fmla="*/ 945686 w 2847821"/>
                <a:gd name="connsiteY50" fmla="*/ 231710 h 2542032"/>
                <a:gd name="connsiteX51" fmla="*/ 761474 w 2847821"/>
                <a:gd name="connsiteY51" fmla="*/ 337518 h 2542032"/>
                <a:gd name="connsiteX52" fmla="*/ 283889 w 2847821"/>
                <a:gd name="connsiteY52" fmla="*/ 1165208 h 2542032"/>
                <a:gd name="connsiteX53" fmla="*/ 259584 w 2847821"/>
                <a:gd name="connsiteY53" fmla="*/ 1271016 h 2542032"/>
                <a:gd name="connsiteX54" fmla="*/ 264263 w 2847821"/>
                <a:gd name="connsiteY54" fmla="*/ 1314464 h 2542032"/>
                <a:gd name="connsiteX55" fmla="*/ 265660 w 2847821"/>
                <a:gd name="connsiteY55" fmla="*/ 1327439 h 2542032"/>
                <a:gd name="connsiteX56" fmla="*/ 283889 w 2847821"/>
                <a:gd name="connsiteY56" fmla="*/ 1376823 h 2542032"/>
                <a:gd name="connsiteX57" fmla="*/ 368889 w 2847821"/>
                <a:gd name="connsiteY57" fmla="*/ 1524134 h 2542032"/>
                <a:gd name="connsiteX58" fmla="*/ 382921 w 2847821"/>
                <a:gd name="connsiteY58" fmla="*/ 1548452 h 2542032"/>
                <a:gd name="connsiteX59" fmla="*/ 341061 w 2847821"/>
                <a:gd name="connsiteY59" fmla="*/ 1620997 h 2542032"/>
                <a:gd name="connsiteX60" fmla="*/ 277282 w 2847821"/>
                <a:gd name="connsiteY60" fmla="*/ 1731531 h 2542032"/>
                <a:gd name="connsiteX61" fmla="*/ 249032 w 2847821"/>
                <a:gd name="connsiteY61" fmla="*/ 1780491 h 2542032"/>
                <a:gd name="connsiteX62" fmla="*/ 219516 w 2847821"/>
                <a:gd name="connsiteY62" fmla="*/ 1729337 h 2542032"/>
                <a:gd name="connsiteX63" fmla="*/ 29724 w 2847821"/>
                <a:gd name="connsiteY63" fmla="*/ 1400415 h 2542032"/>
                <a:gd name="connsiteX64" fmla="*/ 7431 w 2847821"/>
                <a:gd name="connsiteY64" fmla="*/ 1340021 h 2542032"/>
                <a:gd name="connsiteX65" fmla="*/ 4679 w 2847821"/>
                <a:gd name="connsiteY65" fmla="*/ 1314464 h 2542032"/>
                <a:gd name="connsiteX66" fmla="*/ 0 w 2847821"/>
                <a:gd name="connsiteY66" fmla="*/ 1271017 h 2542032"/>
                <a:gd name="connsiteX67" fmla="*/ 29724 w 2847821"/>
                <a:gd name="connsiteY67" fmla="*/ 1141620 h 2542032"/>
                <a:gd name="connsiteX68" fmla="*/ 613786 w 2847821"/>
                <a:gd name="connsiteY68" fmla="*/ 129398 h 2542032"/>
                <a:gd name="connsiteX69" fmla="*/ 839068 w 2847821"/>
                <a:gd name="connsiteY69" fmla="*/ 0 h 2542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2847821" h="2542032">
                  <a:moveTo>
                    <a:pt x="2597367" y="761789"/>
                  </a:moveTo>
                  <a:lnTo>
                    <a:pt x="2613504" y="789755"/>
                  </a:lnTo>
                  <a:cubicBezTo>
                    <a:pt x="2689640" y="921704"/>
                    <a:pt x="2737225" y="1004172"/>
                    <a:pt x="2766966" y="1055714"/>
                  </a:cubicBezTo>
                  <a:lnTo>
                    <a:pt x="2789968" y="1095578"/>
                  </a:lnTo>
                  <a:lnTo>
                    <a:pt x="2789967" y="1095578"/>
                  </a:lnTo>
                  <a:lnTo>
                    <a:pt x="2798709" y="1110730"/>
                  </a:lnTo>
                  <a:cubicBezTo>
                    <a:pt x="2816533" y="1141620"/>
                    <a:pt x="2816533" y="1141620"/>
                    <a:pt x="2816533" y="1141620"/>
                  </a:cubicBezTo>
                  <a:cubicBezTo>
                    <a:pt x="2858251" y="1212579"/>
                    <a:pt x="2858251" y="1329455"/>
                    <a:pt x="2816533" y="1400415"/>
                  </a:cubicBezTo>
                  <a:cubicBezTo>
                    <a:pt x="2232470" y="2412636"/>
                    <a:pt x="2232470" y="2412636"/>
                    <a:pt x="2232470" y="2412636"/>
                  </a:cubicBezTo>
                  <a:cubicBezTo>
                    <a:pt x="2190752" y="2483595"/>
                    <a:pt x="2090628" y="2542032"/>
                    <a:pt x="2007190" y="2542032"/>
                  </a:cubicBezTo>
                  <a:lnTo>
                    <a:pt x="839068" y="2542032"/>
                  </a:lnTo>
                  <a:cubicBezTo>
                    <a:pt x="757716" y="2542032"/>
                    <a:pt x="655505" y="2483595"/>
                    <a:pt x="613786" y="2412636"/>
                  </a:cubicBezTo>
                  <a:cubicBezTo>
                    <a:pt x="577282" y="2349372"/>
                    <a:pt x="543060" y="2290063"/>
                    <a:pt x="510976" y="2234459"/>
                  </a:cubicBezTo>
                  <a:lnTo>
                    <a:pt x="504214" y="2222739"/>
                  </a:lnTo>
                  <a:lnTo>
                    <a:pt x="504213" y="2222739"/>
                  </a:lnTo>
                  <a:lnTo>
                    <a:pt x="428556" y="2091619"/>
                  </a:lnTo>
                  <a:lnTo>
                    <a:pt x="472977" y="2014633"/>
                  </a:lnTo>
                  <a:cubicBezTo>
                    <a:pt x="493510" y="1979047"/>
                    <a:pt x="515755" y="1940496"/>
                    <a:pt x="539853" y="1898732"/>
                  </a:cubicBezTo>
                  <a:lnTo>
                    <a:pt x="562445" y="1859580"/>
                  </a:lnTo>
                  <a:lnTo>
                    <a:pt x="586998" y="1902133"/>
                  </a:lnTo>
                  <a:cubicBezTo>
                    <a:pt x="636598" y="1988093"/>
                    <a:pt x="694314" y="2088119"/>
                    <a:pt x="761474" y="2204513"/>
                  </a:cubicBezTo>
                  <a:lnTo>
                    <a:pt x="776505" y="2222739"/>
                  </a:lnTo>
                  <a:lnTo>
                    <a:pt x="795295" y="2245524"/>
                  </a:lnTo>
                  <a:cubicBezTo>
                    <a:pt x="836311" y="2283442"/>
                    <a:pt x="895796" y="2310320"/>
                    <a:pt x="945686" y="2310320"/>
                  </a:cubicBezTo>
                  <a:lnTo>
                    <a:pt x="1900856" y="2310320"/>
                  </a:lnTo>
                  <a:cubicBezTo>
                    <a:pt x="1969083" y="2310320"/>
                    <a:pt x="2050954" y="2262537"/>
                    <a:pt x="2085066" y="2204513"/>
                  </a:cubicBezTo>
                  <a:cubicBezTo>
                    <a:pt x="2085066" y="2204513"/>
                    <a:pt x="2085066" y="2204513"/>
                    <a:pt x="2562653" y="1376823"/>
                  </a:cubicBezTo>
                  <a:cubicBezTo>
                    <a:pt x="2596766" y="1318800"/>
                    <a:pt x="2596766" y="1223232"/>
                    <a:pt x="2562653" y="1165208"/>
                  </a:cubicBezTo>
                  <a:cubicBezTo>
                    <a:pt x="2562653" y="1165208"/>
                    <a:pt x="2562653" y="1165208"/>
                    <a:pt x="2522660" y="1095897"/>
                  </a:cubicBezTo>
                  <a:lnTo>
                    <a:pt x="2522476" y="1095578"/>
                  </a:lnTo>
                  <a:lnTo>
                    <a:pt x="2522477" y="1095578"/>
                  </a:lnTo>
                  <a:lnTo>
                    <a:pt x="2510324" y="1074517"/>
                  </a:lnTo>
                  <a:cubicBezTo>
                    <a:pt x="2502849" y="1061561"/>
                    <a:pt x="2494305" y="1046755"/>
                    <a:pt x="2484541" y="1029833"/>
                  </a:cubicBezTo>
                  <a:lnTo>
                    <a:pt x="2463622" y="993578"/>
                  </a:lnTo>
                  <a:lnTo>
                    <a:pt x="2505481" y="921034"/>
                  </a:lnTo>
                  <a:cubicBezTo>
                    <a:pt x="2528334" y="881428"/>
                    <a:pt x="2549555" y="844650"/>
                    <a:pt x="2569260" y="810500"/>
                  </a:cubicBezTo>
                  <a:close/>
                  <a:moveTo>
                    <a:pt x="839068" y="0"/>
                  </a:moveTo>
                  <a:cubicBezTo>
                    <a:pt x="2007190" y="0"/>
                    <a:pt x="2007190" y="0"/>
                    <a:pt x="2007190" y="0"/>
                  </a:cubicBezTo>
                  <a:cubicBezTo>
                    <a:pt x="2090628" y="0"/>
                    <a:pt x="2190752" y="58438"/>
                    <a:pt x="2232470" y="129398"/>
                  </a:cubicBezTo>
                  <a:cubicBezTo>
                    <a:pt x="2268974" y="192662"/>
                    <a:pt x="2303197" y="251972"/>
                    <a:pt x="2335280" y="307575"/>
                  </a:cubicBezTo>
                  <a:lnTo>
                    <a:pt x="2363523" y="356522"/>
                  </a:lnTo>
                  <a:lnTo>
                    <a:pt x="2417701" y="450417"/>
                  </a:lnTo>
                  <a:lnTo>
                    <a:pt x="2373280" y="527402"/>
                  </a:lnTo>
                  <a:cubicBezTo>
                    <a:pt x="2352747" y="562988"/>
                    <a:pt x="2330502" y="601540"/>
                    <a:pt x="2306404" y="643304"/>
                  </a:cubicBezTo>
                  <a:lnTo>
                    <a:pt x="2283956" y="682208"/>
                  </a:lnTo>
                  <a:lnTo>
                    <a:pt x="2242707" y="610720"/>
                  </a:lnTo>
                  <a:cubicBezTo>
                    <a:pt x="2219854" y="571114"/>
                    <a:pt x="2195369" y="528679"/>
                    <a:pt x="2169134" y="483213"/>
                  </a:cubicBezTo>
                  <a:lnTo>
                    <a:pt x="2096032" y="356522"/>
                  </a:lnTo>
                  <a:lnTo>
                    <a:pt x="2085066" y="337518"/>
                  </a:lnTo>
                  <a:cubicBezTo>
                    <a:pt x="2050954" y="279494"/>
                    <a:pt x="1969083" y="231710"/>
                    <a:pt x="1900856" y="231710"/>
                  </a:cubicBezTo>
                  <a:cubicBezTo>
                    <a:pt x="1900856" y="231710"/>
                    <a:pt x="1900856" y="231710"/>
                    <a:pt x="945686" y="231710"/>
                  </a:cubicBezTo>
                  <a:cubicBezTo>
                    <a:pt x="879166" y="231710"/>
                    <a:pt x="795588" y="279494"/>
                    <a:pt x="761474" y="337518"/>
                  </a:cubicBezTo>
                  <a:cubicBezTo>
                    <a:pt x="761474" y="337518"/>
                    <a:pt x="761474" y="337518"/>
                    <a:pt x="283889" y="1165208"/>
                  </a:cubicBezTo>
                  <a:cubicBezTo>
                    <a:pt x="267686" y="1194220"/>
                    <a:pt x="259584" y="1232618"/>
                    <a:pt x="259584" y="1271016"/>
                  </a:cubicBezTo>
                  <a:lnTo>
                    <a:pt x="264263" y="1314464"/>
                  </a:lnTo>
                  <a:lnTo>
                    <a:pt x="265660" y="1327439"/>
                  </a:lnTo>
                  <a:cubicBezTo>
                    <a:pt x="269711" y="1345465"/>
                    <a:pt x="275787" y="1362317"/>
                    <a:pt x="283889" y="1376823"/>
                  </a:cubicBezTo>
                  <a:cubicBezTo>
                    <a:pt x="283889" y="1376823"/>
                    <a:pt x="283889" y="1376823"/>
                    <a:pt x="368889" y="1524134"/>
                  </a:cubicBezTo>
                  <a:lnTo>
                    <a:pt x="382921" y="1548452"/>
                  </a:lnTo>
                  <a:lnTo>
                    <a:pt x="341061" y="1620997"/>
                  </a:lnTo>
                  <a:cubicBezTo>
                    <a:pt x="318208" y="1660604"/>
                    <a:pt x="296987" y="1697381"/>
                    <a:pt x="277282" y="1731531"/>
                  </a:cubicBezTo>
                  <a:lnTo>
                    <a:pt x="249032" y="1780491"/>
                  </a:lnTo>
                  <a:lnTo>
                    <a:pt x="219516" y="1729337"/>
                  </a:lnTo>
                  <a:cubicBezTo>
                    <a:pt x="29724" y="1400415"/>
                    <a:pt x="29724" y="1400415"/>
                    <a:pt x="29724" y="1400415"/>
                  </a:cubicBezTo>
                  <a:cubicBezTo>
                    <a:pt x="19816" y="1382675"/>
                    <a:pt x="12385" y="1362065"/>
                    <a:pt x="7431" y="1340021"/>
                  </a:cubicBezTo>
                  <a:lnTo>
                    <a:pt x="4679" y="1314464"/>
                  </a:lnTo>
                  <a:lnTo>
                    <a:pt x="0" y="1271017"/>
                  </a:lnTo>
                  <a:cubicBezTo>
                    <a:pt x="0" y="1224058"/>
                    <a:pt x="9908" y="1177100"/>
                    <a:pt x="29724" y="1141620"/>
                  </a:cubicBezTo>
                  <a:cubicBezTo>
                    <a:pt x="613786" y="129398"/>
                    <a:pt x="613786" y="129398"/>
                    <a:pt x="613786" y="129398"/>
                  </a:cubicBezTo>
                  <a:cubicBezTo>
                    <a:pt x="655505" y="58438"/>
                    <a:pt x="757716" y="0"/>
                    <a:pt x="839068"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350" b="0" i="0" u="none" strike="noStrike" kern="1200" cap="none" spc="0" normalizeH="0" baseline="0" noProof="0">
                <a:ln>
                  <a:noFill/>
                </a:ln>
                <a:solidFill>
                  <a:prstClr val="white"/>
                </a:solidFill>
                <a:effectLst/>
                <a:uLnTx/>
                <a:uFillTx/>
                <a:latin typeface="Arial"/>
                <a:ea typeface="+mn-ea"/>
                <a:cs typeface="+mn-cs"/>
              </a:endParaRPr>
            </a:p>
          </p:txBody>
        </p:sp>
        <p:pic>
          <p:nvPicPr>
            <p:cNvPr id="2060" name="Picture 12" descr="Opportunity Management Icon 1767384">
              <a:extLst>
                <a:ext uri="{FF2B5EF4-FFF2-40B4-BE49-F238E27FC236}">
                  <a16:creationId xmlns:a16="http://schemas.microsoft.com/office/drawing/2014/main" id="{F91FF4D2-46E4-4E43-855A-B24C7ADC8289}"/>
                </a:ext>
              </a:extLst>
            </p:cNvPr>
            <p:cNvPicPr>
              <a:picLocks noChangeAspect="1" noChangeArrowheads="1"/>
            </p:cNvPicPr>
            <p:nvPr/>
          </p:nvPicPr>
          <p:blipFill rotWithShape="1">
            <a:blip r:embed="rId10" cstate="email">
              <a:duotone>
                <a:schemeClr val="accent3">
                  <a:shade val="45000"/>
                  <a:satMod val="135000"/>
                </a:schemeClr>
                <a:prstClr val="white"/>
              </a:duotone>
              <a:extLst>
                <a:ext uri="{28A0092B-C50C-407E-A947-70E740481C1C}">
                  <a14:useLocalDpi xmlns:a14="http://schemas.microsoft.com/office/drawing/2010/main"/>
                </a:ext>
              </a:extLst>
            </a:blip>
            <a:srcRect/>
            <a:stretch/>
          </p:blipFill>
          <p:spPr bwMode="auto">
            <a:xfrm>
              <a:off x="6416184" y="1715903"/>
              <a:ext cx="968668" cy="968668"/>
            </a:xfrm>
            <a:prstGeom prst="rect">
              <a:avLst/>
            </a:prstGeom>
            <a:noFill/>
            <a:extLst>
              <a:ext uri="{909E8E84-426E-40DD-AFC4-6F175D3DCCD1}">
                <a14:hiddenFill xmlns:a14="http://schemas.microsoft.com/office/drawing/2010/main">
                  <a:solidFill>
                    <a:srgbClr val="FFFFFF"/>
                  </a:solidFill>
                </a14:hiddenFill>
              </a:ext>
            </a:extLst>
          </p:spPr>
        </p:pic>
        <p:pic>
          <p:nvPicPr>
            <p:cNvPr id="49" name="Gráfico 48">
              <a:extLst>
                <a:ext uri="{FF2B5EF4-FFF2-40B4-BE49-F238E27FC236}">
                  <a16:creationId xmlns:a16="http://schemas.microsoft.com/office/drawing/2014/main" id="{34C0353D-CAD9-4F86-B972-D12D8A86743E}"/>
                </a:ext>
              </a:extLst>
            </p:cNvPr>
            <p:cNvPicPr>
              <a:picLocks noChangeAspect="1"/>
            </p:cNvPicPr>
            <p:nvPr/>
          </p:nvPicPr>
          <p:blipFill rotWithShape="1">
            <a:blip r:embed="rId11" cstate="email">
              <a:extLst>
                <a:ext uri="{28A0092B-C50C-407E-A947-70E740481C1C}">
                  <a14:useLocalDpi xmlns:a14="http://schemas.microsoft.com/office/drawing/2010/main"/>
                </a:ext>
                <a:ext uri="{96DAC541-7B7A-43D3-8B79-37D633B846F1}">
                  <asvg:svgBlip xmlns:asvg="http://schemas.microsoft.com/office/drawing/2016/SVG/main" r:embed="rId12"/>
                </a:ext>
              </a:extLst>
            </a:blip>
            <a:srcRect l="9842" r="10980" b="19952"/>
            <a:stretch/>
          </p:blipFill>
          <p:spPr>
            <a:xfrm>
              <a:off x="8529678" y="1715903"/>
              <a:ext cx="958128" cy="968668"/>
            </a:xfrm>
            <a:prstGeom prst="rect">
              <a:avLst/>
            </a:prstGeom>
          </p:spPr>
        </p:pic>
        <p:pic>
          <p:nvPicPr>
            <p:cNvPr id="51" name="Gráfico 50">
              <a:extLst>
                <a:ext uri="{FF2B5EF4-FFF2-40B4-BE49-F238E27FC236}">
                  <a16:creationId xmlns:a16="http://schemas.microsoft.com/office/drawing/2014/main" id="{FC7F6BFB-3A2F-4015-BC22-17A9C7ED9D92}"/>
                </a:ext>
              </a:extLst>
            </p:cNvPr>
            <p:cNvPicPr>
              <a:picLocks noChangeAspect="1"/>
            </p:cNvPicPr>
            <p:nvPr/>
          </p:nvPicPr>
          <p:blipFill rotWithShape="1">
            <a:blip r:embed="rId13" cstate="email">
              <a:extLst>
                <a:ext uri="{28A0092B-C50C-407E-A947-70E740481C1C}">
                  <a14:useLocalDpi xmlns:a14="http://schemas.microsoft.com/office/drawing/2010/main"/>
                </a:ext>
                <a:ext uri="{96DAC541-7B7A-43D3-8B79-37D633B846F1}">
                  <asvg:svgBlip xmlns:asvg="http://schemas.microsoft.com/office/drawing/2016/SVG/main" r:embed="rId14"/>
                </a:ext>
              </a:extLst>
            </a:blip>
            <a:srcRect b="18117"/>
            <a:stretch/>
          </p:blipFill>
          <p:spPr>
            <a:xfrm>
              <a:off x="2130311" y="1761166"/>
              <a:ext cx="1072438" cy="878142"/>
            </a:xfrm>
            <a:prstGeom prst="rect">
              <a:avLst/>
            </a:prstGeom>
          </p:spPr>
        </p:pic>
        <p:pic>
          <p:nvPicPr>
            <p:cNvPr id="58" name="Gráfico 57">
              <a:extLst>
                <a:ext uri="{FF2B5EF4-FFF2-40B4-BE49-F238E27FC236}">
                  <a16:creationId xmlns:a16="http://schemas.microsoft.com/office/drawing/2014/main" id="{BDD2FC44-1537-4807-B69A-889B057D5137}"/>
                </a:ext>
              </a:extLst>
            </p:cNvPr>
            <p:cNvPicPr>
              <a:picLocks noChangeAspect="1"/>
            </p:cNvPicPr>
            <p:nvPr/>
          </p:nvPicPr>
          <p:blipFill rotWithShape="1">
            <a:blip r:embed="rId15" cstate="email">
              <a:extLst>
                <a:ext uri="{28A0092B-C50C-407E-A947-70E740481C1C}">
                  <a14:useLocalDpi xmlns:a14="http://schemas.microsoft.com/office/drawing/2010/main"/>
                </a:ext>
                <a:ext uri="{96DAC541-7B7A-43D3-8B79-37D633B846F1}">
                  <asvg:svgBlip xmlns:asvg="http://schemas.microsoft.com/office/drawing/2016/SVG/main" r:embed="rId16"/>
                </a:ext>
              </a:extLst>
            </a:blip>
            <a:srcRect b="19972"/>
            <a:stretch/>
          </p:blipFill>
          <p:spPr>
            <a:xfrm>
              <a:off x="4266351" y="1778039"/>
              <a:ext cx="1055126" cy="844396"/>
            </a:xfrm>
            <a:prstGeom prst="rect">
              <a:avLst/>
            </a:prstGeom>
          </p:spPr>
        </p:pic>
        <p:sp>
          <p:nvSpPr>
            <p:cNvPr id="10" name="Elipse 9">
              <a:extLst>
                <a:ext uri="{FF2B5EF4-FFF2-40B4-BE49-F238E27FC236}">
                  <a16:creationId xmlns:a16="http://schemas.microsoft.com/office/drawing/2014/main" id="{B78B3F90-24B4-49C4-965E-74D8EEF71EC1}"/>
                </a:ext>
              </a:extLst>
            </p:cNvPr>
            <p:cNvSpPr/>
            <p:nvPr/>
          </p:nvSpPr>
          <p:spPr>
            <a:xfrm>
              <a:off x="2450530" y="2910493"/>
              <a:ext cx="432000" cy="432000"/>
            </a:xfrm>
            <a:prstGeom prst="ellipse">
              <a:avLst/>
            </a:prstGeom>
            <a:solidFill>
              <a:schemeClr val="bg1"/>
            </a:solidFill>
            <a:ln w="19050">
              <a:solidFill>
                <a:srgbClr val="AAD5E8"/>
              </a:solidFill>
              <a:miter lim="400000"/>
            </a:ln>
            <a:effectLst/>
          </p:spPr>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800" b="1" i="0" u="none" strike="noStrike" kern="1200" cap="none" spc="0" normalizeH="0" baseline="0" noProof="0">
                  <a:ln>
                    <a:noFill/>
                  </a:ln>
                  <a:solidFill>
                    <a:srgbClr val="020E66"/>
                  </a:solidFill>
                  <a:effectLst/>
                  <a:uLnTx/>
                  <a:uFillTx/>
                  <a:latin typeface="Arial"/>
                  <a:ea typeface="+mn-ea"/>
                  <a:cs typeface="+mn-cs"/>
                </a:rPr>
                <a:t>1</a:t>
              </a:r>
            </a:p>
          </p:txBody>
        </p:sp>
        <p:sp>
          <p:nvSpPr>
            <p:cNvPr id="25" name="Elipse 24">
              <a:extLst>
                <a:ext uri="{FF2B5EF4-FFF2-40B4-BE49-F238E27FC236}">
                  <a16:creationId xmlns:a16="http://schemas.microsoft.com/office/drawing/2014/main" id="{B34F9FD9-95CA-4A47-85ED-004207C1816A}"/>
                </a:ext>
              </a:extLst>
            </p:cNvPr>
            <p:cNvSpPr/>
            <p:nvPr/>
          </p:nvSpPr>
          <p:spPr>
            <a:xfrm>
              <a:off x="4577914" y="2910493"/>
              <a:ext cx="432000" cy="432000"/>
            </a:xfrm>
            <a:prstGeom prst="ellipse">
              <a:avLst/>
            </a:prstGeom>
            <a:solidFill>
              <a:schemeClr val="bg1"/>
            </a:solidFill>
            <a:ln w="19050">
              <a:solidFill>
                <a:schemeClr val="accent2"/>
              </a:solidFill>
              <a:miter lim="400000"/>
            </a:ln>
            <a:effectLst/>
          </p:spPr>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800" b="1" i="0" u="none" strike="noStrike" kern="1200" cap="none" spc="0" normalizeH="0" baseline="0" noProof="0">
                  <a:ln>
                    <a:noFill/>
                  </a:ln>
                  <a:solidFill>
                    <a:srgbClr val="020E66"/>
                  </a:solidFill>
                  <a:effectLst/>
                  <a:uLnTx/>
                  <a:uFillTx/>
                  <a:latin typeface="Arial"/>
                  <a:ea typeface="+mn-ea"/>
                  <a:cs typeface="+mn-cs"/>
                </a:rPr>
                <a:t>2</a:t>
              </a:r>
            </a:p>
          </p:txBody>
        </p:sp>
        <p:sp>
          <p:nvSpPr>
            <p:cNvPr id="26" name="Elipse 25">
              <a:extLst>
                <a:ext uri="{FF2B5EF4-FFF2-40B4-BE49-F238E27FC236}">
                  <a16:creationId xmlns:a16="http://schemas.microsoft.com/office/drawing/2014/main" id="{059A1351-1B45-4088-BAAF-74B07C99B08F}"/>
                </a:ext>
              </a:extLst>
            </p:cNvPr>
            <p:cNvSpPr/>
            <p:nvPr/>
          </p:nvSpPr>
          <p:spPr>
            <a:xfrm>
              <a:off x="6684518" y="2910493"/>
              <a:ext cx="432000" cy="432000"/>
            </a:xfrm>
            <a:prstGeom prst="ellipse">
              <a:avLst/>
            </a:prstGeom>
            <a:solidFill>
              <a:schemeClr val="bg1"/>
            </a:solidFill>
            <a:ln w="19050">
              <a:solidFill>
                <a:srgbClr val="7AB5D3"/>
              </a:solidFill>
              <a:miter lim="400000"/>
            </a:ln>
            <a:effectLst/>
          </p:spPr>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800" b="1" i="0" u="none" strike="noStrike" kern="1200" cap="none" spc="0" normalizeH="0" baseline="0" noProof="0">
                  <a:ln>
                    <a:noFill/>
                  </a:ln>
                  <a:solidFill>
                    <a:srgbClr val="020E66"/>
                  </a:solidFill>
                  <a:effectLst/>
                  <a:uLnTx/>
                  <a:uFillTx/>
                  <a:latin typeface="Arial"/>
                  <a:ea typeface="+mn-ea"/>
                  <a:cs typeface="+mn-cs"/>
                </a:rPr>
                <a:t>3</a:t>
              </a:r>
            </a:p>
          </p:txBody>
        </p:sp>
        <p:sp>
          <p:nvSpPr>
            <p:cNvPr id="27" name="Elipse 26">
              <a:extLst>
                <a:ext uri="{FF2B5EF4-FFF2-40B4-BE49-F238E27FC236}">
                  <a16:creationId xmlns:a16="http://schemas.microsoft.com/office/drawing/2014/main" id="{844D3208-CA31-49FE-9447-F1641D89B4DD}"/>
                </a:ext>
              </a:extLst>
            </p:cNvPr>
            <p:cNvSpPr/>
            <p:nvPr/>
          </p:nvSpPr>
          <p:spPr>
            <a:xfrm>
              <a:off x="8792742" y="2910493"/>
              <a:ext cx="432000" cy="432000"/>
            </a:xfrm>
            <a:prstGeom prst="ellipse">
              <a:avLst/>
            </a:prstGeom>
            <a:solidFill>
              <a:schemeClr val="bg1"/>
            </a:solidFill>
            <a:ln w="19050">
              <a:solidFill>
                <a:schemeClr val="accent5"/>
              </a:solidFill>
              <a:miter lim="400000"/>
            </a:ln>
            <a:effectLst/>
          </p:spPr>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800" b="1" i="0" u="none" strike="noStrike" kern="1200" cap="none" spc="0" normalizeH="0" baseline="0" noProof="0">
                  <a:ln>
                    <a:noFill/>
                  </a:ln>
                  <a:solidFill>
                    <a:srgbClr val="020E66"/>
                  </a:solidFill>
                  <a:effectLst/>
                  <a:uLnTx/>
                  <a:uFillTx/>
                  <a:latin typeface="Arial"/>
                  <a:ea typeface="+mn-ea"/>
                  <a:cs typeface="+mn-cs"/>
                </a:rPr>
                <a:t>4</a:t>
              </a:r>
            </a:p>
          </p:txBody>
        </p:sp>
      </p:grpSp>
      <p:pic>
        <p:nvPicPr>
          <p:cNvPr id="9" name="Gráfico 8">
            <a:extLst>
              <a:ext uri="{FF2B5EF4-FFF2-40B4-BE49-F238E27FC236}">
                <a16:creationId xmlns:a16="http://schemas.microsoft.com/office/drawing/2014/main" id="{BE302AF0-186F-4973-BFCE-3FA671B68896}"/>
              </a:ext>
            </a:extLst>
          </p:cNvPr>
          <p:cNvPicPr>
            <a:picLocks noChangeAspect="1"/>
          </p:cNvPicPr>
          <p:nvPr/>
        </p:nvPicPr>
        <p:blipFill rotWithShape="1">
          <a:blip r:embed="rId17"/>
          <a:srcRect/>
          <a:stretch/>
        </p:blipFill>
        <p:spPr>
          <a:xfrm flipH="1">
            <a:off x="6106251" y="5582859"/>
            <a:ext cx="684734" cy="204135"/>
          </a:xfrm>
          <a:prstGeom prst="rect">
            <a:avLst/>
          </a:prstGeom>
        </p:spPr>
      </p:pic>
      <p:pic>
        <p:nvPicPr>
          <p:cNvPr id="17" name="Gráfico 16">
            <a:extLst>
              <a:ext uri="{FF2B5EF4-FFF2-40B4-BE49-F238E27FC236}">
                <a16:creationId xmlns:a16="http://schemas.microsoft.com/office/drawing/2014/main" id="{783FFADA-2214-4ADF-961A-8654064E5CF2}"/>
              </a:ext>
            </a:extLst>
          </p:cNvPr>
          <p:cNvPicPr>
            <a:picLocks noChangeAspect="1"/>
          </p:cNvPicPr>
          <p:nvPr/>
        </p:nvPicPr>
        <p:blipFill rotWithShape="1">
          <a:blip r:embed="rId18" cstate="email">
            <a:extLst>
              <a:ext uri="{28A0092B-C50C-407E-A947-70E740481C1C}">
                <a14:useLocalDpi xmlns:a14="http://schemas.microsoft.com/office/drawing/2010/main"/>
              </a:ext>
              <a:ext uri="{96DAC541-7B7A-43D3-8B79-37D633B846F1}">
                <asvg:svgBlip xmlns:asvg="http://schemas.microsoft.com/office/drawing/2016/SVG/main" r:embed="rId19"/>
              </a:ext>
            </a:extLst>
          </a:blip>
          <a:srcRect b="19523"/>
          <a:stretch/>
        </p:blipFill>
        <p:spPr>
          <a:xfrm>
            <a:off x="6258507" y="6026738"/>
            <a:ext cx="347137" cy="279368"/>
          </a:xfrm>
          <a:prstGeom prst="rect">
            <a:avLst/>
          </a:prstGeom>
        </p:spPr>
      </p:pic>
      <p:sp>
        <p:nvSpPr>
          <p:cNvPr id="29" name="CaixaDeTexto 28">
            <a:extLst>
              <a:ext uri="{FF2B5EF4-FFF2-40B4-BE49-F238E27FC236}">
                <a16:creationId xmlns:a16="http://schemas.microsoft.com/office/drawing/2014/main" id="{45BA6214-0573-4580-9352-8E3A6B3D64E8}"/>
              </a:ext>
            </a:extLst>
          </p:cNvPr>
          <p:cNvSpPr txBox="1"/>
          <p:nvPr/>
        </p:nvSpPr>
        <p:spPr bwMode="auto">
          <a:xfrm>
            <a:off x="6790986" y="5500259"/>
            <a:ext cx="5222489" cy="369332"/>
          </a:xfrm>
          <a:prstGeom prst="rect">
            <a:avLst/>
          </a:prstGeom>
          <a:noFill/>
          <a:ln w="9525">
            <a:noFill/>
            <a:miter lim="800000"/>
            <a:headEnd/>
            <a:tailEnd/>
          </a:ln>
        </p:spPr>
        <p:txBody>
          <a:bodyPr vert="horz" wrap="square" lIns="0" tIns="0" rIns="0" bIns="0" numCol="1" rtlCol="0" anchor="t" anchorCtr="0" compatLnSpc="1">
            <a:prstTxWarp prst="textNoShape">
              <a:avLst/>
            </a:prstTxWarp>
            <a:spAutoFit/>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pt-BR" sz="1200" b="0" i="0" u="none" strike="noStrike" kern="0" cap="none" spc="0" normalizeH="0" baseline="0" noProof="0">
                <a:ln>
                  <a:noFill/>
                </a:ln>
                <a:solidFill>
                  <a:srgbClr val="071C25"/>
                </a:solidFill>
                <a:effectLst/>
                <a:uLnTx/>
                <a:uFillTx/>
                <a:latin typeface="Arial"/>
                <a:ea typeface="+mn-ea"/>
                <a:cs typeface="+mn-cs"/>
              </a:rPr>
              <a:t>Reformulamos o </a:t>
            </a:r>
            <a:r>
              <a:rPr kumimoji="0" lang="pt-BR" sz="1200" b="0" i="1" u="none" strike="noStrike" kern="0" cap="none" spc="0" normalizeH="0" baseline="0" noProof="0" err="1">
                <a:ln>
                  <a:noFill/>
                </a:ln>
                <a:solidFill>
                  <a:srgbClr val="071C25"/>
                </a:solidFill>
                <a:effectLst/>
                <a:uLnTx/>
                <a:uFillTx/>
                <a:latin typeface="Arial"/>
                <a:ea typeface="+mn-ea"/>
                <a:cs typeface="+mn-cs"/>
              </a:rPr>
              <a:t>pricing</a:t>
            </a:r>
            <a:r>
              <a:rPr kumimoji="0" lang="pt-BR" sz="1200" b="0" i="1" u="none" strike="noStrike" kern="0" cap="none" spc="0" normalizeH="0" baseline="0" noProof="0">
                <a:ln>
                  <a:noFill/>
                </a:ln>
                <a:solidFill>
                  <a:srgbClr val="071C25"/>
                </a:solidFill>
                <a:effectLst/>
                <a:uLnTx/>
                <a:uFillTx/>
                <a:latin typeface="Arial"/>
                <a:ea typeface="+mn-ea"/>
                <a:cs typeface="+mn-cs"/>
              </a:rPr>
              <a:t> </a:t>
            </a:r>
            <a:r>
              <a:rPr kumimoji="0" lang="pt-BR" sz="1200" b="0" i="0" u="none" strike="noStrike" kern="0" cap="none" spc="0" normalizeH="0" baseline="0" noProof="0">
                <a:ln>
                  <a:noFill/>
                </a:ln>
                <a:solidFill>
                  <a:srgbClr val="071C25"/>
                </a:solidFill>
                <a:effectLst/>
                <a:uLnTx/>
                <a:uFillTx/>
                <a:latin typeface="Arial"/>
                <a:ea typeface="+mn-ea"/>
                <a:cs typeface="+mn-cs"/>
              </a:rPr>
              <a:t>de um</a:t>
            </a:r>
            <a:r>
              <a:rPr kumimoji="0" lang="pt-BR" sz="1200" b="0" i="1" u="none" strike="noStrike" kern="0" cap="none" spc="0" normalizeH="0" baseline="0" noProof="0">
                <a:ln>
                  <a:noFill/>
                </a:ln>
                <a:solidFill>
                  <a:srgbClr val="071C25"/>
                </a:solidFill>
                <a:effectLst/>
                <a:uLnTx/>
                <a:uFillTx/>
                <a:latin typeface="Arial"/>
                <a:ea typeface="+mn-ea"/>
                <a:cs typeface="+mn-cs"/>
              </a:rPr>
              <a:t> player </a:t>
            </a:r>
            <a:r>
              <a:rPr kumimoji="0" lang="pt-BR" sz="1200" b="0" i="0" u="none" strike="noStrike" kern="0" cap="none" spc="0" normalizeH="0" baseline="0" noProof="0">
                <a:ln>
                  <a:noFill/>
                </a:ln>
                <a:solidFill>
                  <a:srgbClr val="071C25"/>
                </a:solidFill>
                <a:effectLst/>
                <a:uLnTx/>
                <a:uFillTx/>
                <a:latin typeface="Arial"/>
                <a:ea typeface="+mn-ea"/>
                <a:cs typeface="+mn-cs"/>
              </a:rPr>
              <a:t>internacional do setor automotivo, gerando mais de R$ 50 MM/ano de impacto financeiro no EBIT</a:t>
            </a:r>
          </a:p>
        </p:txBody>
      </p:sp>
      <p:sp>
        <p:nvSpPr>
          <p:cNvPr id="54" name="CaixaDeTexto 53">
            <a:extLst>
              <a:ext uri="{FF2B5EF4-FFF2-40B4-BE49-F238E27FC236}">
                <a16:creationId xmlns:a16="http://schemas.microsoft.com/office/drawing/2014/main" id="{BC92B0C2-B37F-4701-94B2-A8024683E519}"/>
              </a:ext>
            </a:extLst>
          </p:cNvPr>
          <p:cNvSpPr txBox="1"/>
          <p:nvPr/>
        </p:nvSpPr>
        <p:spPr bwMode="auto">
          <a:xfrm>
            <a:off x="6790985" y="6002376"/>
            <a:ext cx="5364000" cy="553998"/>
          </a:xfrm>
          <a:prstGeom prst="rect">
            <a:avLst/>
          </a:prstGeom>
          <a:noFill/>
          <a:ln w="9525">
            <a:noFill/>
            <a:miter lim="800000"/>
            <a:headEnd/>
            <a:tailEnd/>
          </a:ln>
        </p:spPr>
        <p:txBody>
          <a:bodyPr vert="horz" wrap="square" lIns="0" tIns="0" rIns="0" bIns="0" numCol="1" rtlCol="0" anchor="t" anchorCtr="0" compatLnSpc="1">
            <a:prstTxWarp prst="textNoShape">
              <a:avLst/>
            </a:prstTxWarp>
            <a:spAutoFit/>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pt-BR" sz="1200" b="0" i="0" u="none" strike="noStrike" kern="0" cap="none" spc="0" normalizeH="0" baseline="0" noProof="0">
                <a:ln>
                  <a:noFill/>
                </a:ln>
                <a:solidFill>
                  <a:srgbClr val="071C25"/>
                </a:solidFill>
                <a:effectLst/>
                <a:uLnTx/>
                <a:uFillTx/>
                <a:latin typeface="Arial"/>
                <a:ea typeface="+mn-ea"/>
                <a:cs typeface="+mn-cs"/>
              </a:rPr>
              <a:t>Transformamos completamente a experiência do cliente para um distribuidor de GLP, redefinindo a jornada e recomendando iniciativas de melhoria</a:t>
            </a:r>
          </a:p>
        </p:txBody>
      </p:sp>
    </p:spTree>
    <p:extLst>
      <p:ext uri="{BB962C8B-B14F-4D97-AF65-F5344CB8AC3E}">
        <p14:creationId xmlns:p14="http://schemas.microsoft.com/office/powerpoint/2010/main" val="196168898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07040623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FONTCOLOR1" val="6299648"/>
  <p:tag name="FONTCOLOR2" val="27135"/>
  <p:tag name="FONTCOLOR3" val="12566463"/>
  <p:tag name="FONTCOLOR4" val="8355711"/>
  <p:tag name="FONTCOLOR5" val="0"/>
  <p:tag name="FILLLINECOLOR1" val="6299648"/>
  <p:tag name="FILLLINECOLOR2" val="16770006"/>
  <p:tag name="FILLLINECOLOR3" val="16759448"/>
  <p:tag name="FILLLINECOLOR4" val="16741680"/>
  <p:tag name="FILLLINECOLOR5" val="6962967"/>
  <p:tag name="FILLLINECOLOR6" val="3446547"/>
  <p:tag name="FILLLINECOLOR7" val="27135"/>
  <p:tag name="FILLLINECOLOR8" val="13427199"/>
  <p:tag name="FILLLINECOLOR9" val="10077183"/>
  <p:tag name="FILLLINECOLOR10" val="6727167"/>
  <p:tag name="FILLLINECOLOR11" val="20415"/>
  <p:tag name="FILLLINECOLOR12" val="13440"/>
  <p:tag name="FILLLINECOLOR13" val="15921906"/>
  <p:tag name="FILLLINECOLOR14" val="14277081"/>
  <p:tag name="FILLLINECOLOR15" val="12566463"/>
  <p:tag name="FILLLINECOLOR16" val="10921638"/>
  <p:tag name="FILLLINECOLOR17" val="8355711"/>
  <p:tag name="FILLLINECOLOR18" val="5855577"/>
  <p:tag name="FILLLINECOLOR19" val="0"/>
  <p:tag name="FILLLINECOLOR20" val="16777215"/>
  <p:tag name="FILLLINECOLOR22" val="65535"/>
  <p:tag name="FILLLINECOLOR23" val="49407"/>
  <p:tag name="FILLLINECOLOR24" val="255"/>
  <p:tag name="THINKCELLPRESENTATIONDONOTDELETE" val="&lt;?xml version=&quot;1.0&quot; encoding=&quot;UTF-16&quot; standalone=&quot;yes&quot;?&gt;&lt;root reqver=&quot;28224&quot;&gt;&lt;version val=&quot;35334&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d&lt;/m_strFormatTime&gt;&lt;m_yearfmt&gt;&lt;begin val=&quot;0&quot;/&gt;&lt;end val=&quot;0&quot;/&gt;&lt;/m_yearfmt&gt;&lt;/m_precDefaultDate&gt;&lt;m_precDefaultDay&gt;&lt;m_yearfmt&gt;&lt;begin val=&quot;0&quot;/&gt;&lt;end val=&quot;4&quot;/&gt;&lt;/m_yearfmt&gt;&lt;/m_precDefaultDay&gt;&lt;m_precDefaultWeek&gt;&lt;m_yearfmt&gt;&lt;begin val=&quot;0&quot;/&gt;&lt;end val=&quot;4&quot;/&gt;&lt;/m_yearfmt&gt;&lt;/m_precDefaultWeek&gt;&lt;m_precDefaultMonth&gt;&lt;m_yearfmt&gt;&lt;begin val=&quot;0&quot;/&gt;&lt;end val=&quot;4&quot;/&gt;&lt;/m_yearfmt&gt;&lt;/m_precDefaultMonth&gt;&lt;m_precDefaultQuarter&gt;&lt;m_yearfmt&gt;&lt;begin val=&quot;0&quot;/&gt;&lt;end val=&quot;4&quot;/&gt;&lt;/m_yearfmt&gt;&lt;/m_precDefaultQuarter&gt;&lt;m_precDefaultYear&gt;&lt;m_bNumberIsYear val=&quot;0&quot;/&gt;&lt;m_strFormatTime&gt;%Y&lt;/m_strFormatTime&gt;&lt;m_yearfmt&gt;&lt;begin val=&quot;0&quot;/&gt;&lt;end val=&quot;0&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7&quot;&gt;&lt;elem m_fUsage=&quot;1.44020511000000017710E+00&quot;&gt;&lt;m_msothmcolidx val=&quot;0&quot;/&gt;&lt;m_rgb r=&quot;5A&quot; g=&quot;B0&quot; b=&quot;4E&quot;/&gt;&lt;/elem&gt;&lt;elem m_fUsage=&quot;1.00000000000000000000E+00&quot;&gt;&lt;m_msothmcolidx val=&quot;0&quot;/&gt;&lt;m_rgb r=&quot;E2&quot; g=&quot;8C&quot; b=&quot;05&quot;/&gt;&lt;/elem&gt;&lt;elem m_fUsage=&quot;9.00000000000000022204E-01&quot;&gt;&lt;m_msothmcolidx val=&quot;0&quot;/&gt;&lt;m_rgb r=&quot;5B&quot; g=&quot;87&quot; b=&quot;72&quot;/&gt;&lt;/elem&gt;&lt;elem m_fUsage=&quot;8.10000000000000053291E-01&quot;&gt;&lt;m_msothmcolidx val=&quot;0&quot;/&gt;&lt;m_rgb r=&quot;21&quot; g=&quot;D9&quot; b=&quot;ED&quot;/&gt;&lt;/elem&gt;&lt;elem m_fUsage=&quot;7.29000000000000092371E-01&quot;&gt;&lt;m_msothmcolidx val=&quot;0&quot;/&gt;&lt;m_rgb r=&quot;02&quot; g=&quot;0E&quot; b=&quot;66&quot;/&gt;&lt;/elem&gt;&lt;elem m_fUsage=&quot;6.56100000000000127542E-01&quot;&gt;&lt;m_msothmcolidx val=&quot;0&quot;/&gt;&lt;m_rgb r=&quot;0B&quot; g=&quot;51&quot; b=&quot;8A&quot;/&gt;&lt;/elem&gt;&lt;elem m_fUsage=&quot;5.90490000000000181402E-01&quot;&gt;&lt;m_msothmcolidx val=&quot;0&quot;/&gt;&lt;m_rgb r=&quot;F8&quot; g=&quot;F8&quot; b=&quot;F8&quot;/&gt;&lt;/elem&gt;&lt;/m_vecMRU&gt;&lt;/m_mruColor&gt;&lt;m_eweekdayFirstOfWeek val=&quot;2&quot;/&gt;&lt;m_eweekdayFirstOfWorkweek val=&quot;2&quot;/&gt;&lt;m_eweekdayFirstOfWeekend val=&quot;7&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FrcWfrTBMum4x4PSDpPD2g"/>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RzLKdbJsa_4uIfefvfkkdA"/>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CUt7zmu1e3Bp5_JpmPoKzA"/>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CUt7zmu1e3Bp5_JpmPoKzA"/>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7ZC3feODtLj6vE3JBVzSpw"/>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NNVhk_0xidrdrDV3mhL4pA"/>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FrcWfrTBMum4x4PSDpPD2g"/>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RzLKdbJsa_4uIfefvfkkdA"/>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CUt7zmu1e3Bp5_JpmPoKzA"/>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7ZC3feODtLj6vE3JBVzSpw"/>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NNVhk_0xidrdrDV3mhL4pA"/>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NNVhk_0xidrdrDV3mhL4pA"/>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FrcWfrTBMum4x4PSDpPD2g"/>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RzLKdbJsa_4uIfefvfkkdA"/>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NNVhk_0xidrdrDV3mhL4pA"/>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CUt7zmu1e3Bp5_JpmPoKzA"/>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7ZC3feODtLj6vE3JBVzSpw"/>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NNVhk_0xidrdrDV3mhL4pA"/>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FrcWfrTBMum4x4PSDpPD2g"/>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RzLKdbJsa_4uIfefvfkkdA"/>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NjHhaTzKDwELpdKIhbjQWw"/>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NNVhk_0xidrdrDV3mhL4pA"/>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oTCEujT7UIJQkffBxCzdxg"/>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CUt7zmu1e3Bp5_JpmPoKzA"/>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7ZC3feODtLj6vE3JBVzSpw"/>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NNVhk_0xidrdrDV3mhL4pA"/>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RzLKdbJsa_4uIfefvfkkdA"/>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NNVhk_0xidrdrDV3mhL4pA"/>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CUt7zmu1e3Bp5_JpmPoKzA"/>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7ZC3feODtLj6vE3JBVzSpw"/>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NNVhk_0xidrdrDV3mhL4pA"/>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NjHhaTzKDwELpdKIhbjQWw"/>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NNVhk_0xidrdrDV3mhL4pA"/>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R4iykkSRyGPwcOK6iuGtZA"/>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NNVhk_0xidrdrDV3mhL4pA"/>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RzLKdbJsa_4uIfefvfkkdA"/>
</p:tagLst>
</file>

<file path=ppt/tags/tag8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tNNVhk_0xidrdrDV3mhL4pA"/>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9.xml><?xml version="1.0" encoding="utf-8"?>
<p:tagLst xmlns:a="http://schemas.openxmlformats.org/drawingml/2006/main" xmlns:r="http://schemas.openxmlformats.org/officeDocument/2006/relationships" xmlns:p="http://schemas.openxmlformats.org/presentationml/2006/main">
  <p:tag name="THINKCELLSHAPEDONOTDELETE" val="tCUt7zmu1e3Bp5_JpmPoKzA"/>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1.xml><?xml version="1.0" encoding="utf-8"?>
<p:tagLst xmlns:a="http://schemas.openxmlformats.org/drawingml/2006/main" xmlns:r="http://schemas.openxmlformats.org/officeDocument/2006/relationships" xmlns:p="http://schemas.openxmlformats.org/presentationml/2006/main">
  <p:tag name="THINKCELLSHAPEDONOTDELETE" val="tCUt7zmu1e3Bp5_JpmPoKzA"/>
</p:tagLst>
</file>

<file path=ppt/tags/tag9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4.xml><?xml version="1.0" encoding="utf-8"?>
<p:tagLst xmlns:a="http://schemas.openxmlformats.org/drawingml/2006/main" xmlns:r="http://schemas.openxmlformats.org/officeDocument/2006/relationships" xmlns:p="http://schemas.openxmlformats.org/presentationml/2006/main">
  <p:tag name="THINKCELLSHAPEDONOTDELETE" val="tRzLKdbJsa_4uIfefvfkkdA"/>
</p:tagLst>
</file>

<file path=ppt/tags/tag9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tNNVhk_0xidrdrDV3mhL4pA"/>
</p:tagLst>
</file>

<file path=ppt/tags/tag9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9.xml><?xml version="1.0" encoding="utf-8"?>
<p:tagLst xmlns:a="http://schemas.openxmlformats.org/drawingml/2006/main" xmlns:r="http://schemas.openxmlformats.org/officeDocument/2006/relationships" xmlns:p="http://schemas.openxmlformats.org/presentationml/2006/main">
  <p:tag name="THINKCELLSHAPEDONOTDELETE" val="tCUt7zmu1e3Bp5_JpmPoKzA"/>
</p:tagLst>
</file>

<file path=ppt/tags/tag10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1.xml><?xml version="1.0" encoding="utf-8"?>
<p:tagLst xmlns:a="http://schemas.openxmlformats.org/drawingml/2006/main" xmlns:r="http://schemas.openxmlformats.org/officeDocument/2006/relationships" xmlns:p="http://schemas.openxmlformats.org/presentationml/2006/main">
  <p:tag name="THINKCELLSHAPEDONOTDELETE" val="t7ZC3feODtLj6vE3JBVzSpw"/>
</p:tagLst>
</file>

<file path=ppt/tags/tag10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3.xml><?xml version="1.0" encoding="utf-8"?>
<p:tagLst xmlns:a="http://schemas.openxmlformats.org/drawingml/2006/main" xmlns:r="http://schemas.openxmlformats.org/officeDocument/2006/relationships" xmlns:p="http://schemas.openxmlformats.org/presentationml/2006/main">
  <p:tag name="THINKCELLSHAPEDONOTDELETE" val="po5ygLssiI0WGMeqkG3T_Ow"/>
</p:tagLst>
</file>

<file path=ppt/tags/tag10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5.xml><?xml version="1.0" encoding="utf-8"?>
<p:tagLst xmlns:a="http://schemas.openxmlformats.org/drawingml/2006/main" xmlns:r="http://schemas.openxmlformats.org/officeDocument/2006/relationships" xmlns:p="http://schemas.openxmlformats.org/presentationml/2006/main">
  <p:tag name="THINKCELLSHAPEDONOTDELETE" val="tFrcWfrTBMum4x4PSDpPD2g"/>
</p:tagLst>
</file>

<file path=ppt/tags/tag10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7.xml><?xml version="1.0" encoding="utf-8"?>
<p:tagLst xmlns:a="http://schemas.openxmlformats.org/drawingml/2006/main" xmlns:r="http://schemas.openxmlformats.org/officeDocument/2006/relationships" xmlns:p="http://schemas.openxmlformats.org/presentationml/2006/main">
  <p:tag name="THINKCELLSHAPEDONOTDELETE" val="tCUt7zmu1e3Bp5_JpmPoKzA"/>
</p:tagLst>
</file>

<file path=ppt/tags/tag10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0.xml><?xml version="1.0" encoding="utf-8"?>
<p:tagLst xmlns:a="http://schemas.openxmlformats.org/drawingml/2006/main" xmlns:r="http://schemas.openxmlformats.org/officeDocument/2006/relationships" xmlns:p="http://schemas.openxmlformats.org/presentationml/2006/main">
  <p:tag name="THINKCELLSHAPEDONOTDELETE" val="tCUt7zmu1e3Bp5_JpmPoKzA"/>
</p:tagLst>
</file>

<file path=ppt/tags/tag1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2.xml><?xml version="1.0" encoding="utf-8"?>
<p:tagLst xmlns:a="http://schemas.openxmlformats.org/drawingml/2006/main" xmlns:r="http://schemas.openxmlformats.org/officeDocument/2006/relationships" xmlns:p="http://schemas.openxmlformats.org/presentationml/2006/main">
  <p:tag name="THINKCELLSHAPEDONOTDELETE" val="tCUt7zmu1e3Bp5_JpmPoKzA"/>
</p:tagLst>
</file>

<file path=ppt/tags/tag1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4.xml><?xml version="1.0" encoding="utf-8"?>
<p:tagLst xmlns:a="http://schemas.openxmlformats.org/drawingml/2006/main" xmlns:r="http://schemas.openxmlformats.org/officeDocument/2006/relationships" xmlns:p="http://schemas.openxmlformats.org/presentationml/2006/main">
  <p:tag name="THINKCELLSHAPEDONOTDELETE" val="t7ZC3feODtLj6vE3JBVzSpw"/>
</p:tagLst>
</file>

<file path=ppt/tags/tag1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7.xml><?xml version="1.0" encoding="utf-8"?>
<p:tagLst xmlns:a="http://schemas.openxmlformats.org/drawingml/2006/main" xmlns:r="http://schemas.openxmlformats.org/officeDocument/2006/relationships" xmlns:p="http://schemas.openxmlformats.org/presentationml/2006/main">
  <p:tag name="THINKCELLSHAPEDONOTDELETE" val="tNNVhk_0xidrdrDV3mhL4pA"/>
</p:tagLst>
</file>

<file path=ppt/tags/tag1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9.xml><?xml version="1.0" encoding="utf-8"?>
<p:tagLst xmlns:a="http://schemas.openxmlformats.org/drawingml/2006/main" xmlns:r="http://schemas.openxmlformats.org/officeDocument/2006/relationships" xmlns:p="http://schemas.openxmlformats.org/presentationml/2006/main">
  <p:tag name="THINKCELLSHAPEDONOTDELETE" val="tNNVhk_0xidrdrDV3mhL4pA"/>
</p:tagLst>
</file>

<file path=ppt/tags/tag1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1.xml><?xml version="1.0" encoding="utf-8"?>
<p:tagLst xmlns:a="http://schemas.openxmlformats.org/drawingml/2006/main" xmlns:r="http://schemas.openxmlformats.org/officeDocument/2006/relationships" xmlns:p="http://schemas.openxmlformats.org/presentationml/2006/main">
  <p:tag name="THINKCELLSHAPEDONOTDELETE" val="tFrcWfrTBMum4x4PSDpPD2g"/>
</p:tagLst>
</file>

<file path=ppt/tags/tag1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3.xml><?xml version="1.0" encoding="utf-8"?>
<p:tagLst xmlns:a="http://schemas.openxmlformats.org/drawingml/2006/main" xmlns:r="http://schemas.openxmlformats.org/officeDocument/2006/relationships" xmlns:p="http://schemas.openxmlformats.org/presentationml/2006/main">
  <p:tag name="THINKCELLSHAPEDONOTDELETE" val="tRzLKdbJsa_4uIfefvfkkdA"/>
</p:tagLst>
</file>

<file path=ppt/tags/tag1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5.xml><?xml version="1.0" encoding="utf-8"?>
<p:tagLst xmlns:a="http://schemas.openxmlformats.org/drawingml/2006/main" xmlns:r="http://schemas.openxmlformats.org/officeDocument/2006/relationships" xmlns:p="http://schemas.openxmlformats.org/presentationml/2006/main">
  <p:tag name="THINKCELLSHAPEDONOTDELETE" val="tNNVhk_0xidrdrDV3mhL4pA"/>
</p:tagLst>
</file>

<file path=ppt/tags/tag1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8.xml><?xml version="1.0" encoding="utf-8"?>
<p:tagLst xmlns:a="http://schemas.openxmlformats.org/drawingml/2006/main" xmlns:r="http://schemas.openxmlformats.org/officeDocument/2006/relationships" xmlns:p="http://schemas.openxmlformats.org/presentationml/2006/main">
  <p:tag name="THINKCELLSHAPEDONOTDELETE" val="tCUt7zmu1e3Bp5_JpmPoKzA"/>
</p:tagLst>
</file>

<file path=ppt/tags/tag1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0.xml><?xml version="1.0" encoding="utf-8"?>
<p:tagLst xmlns:a="http://schemas.openxmlformats.org/drawingml/2006/main" xmlns:r="http://schemas.openxmlformats.org/officeDocument/2006/relationships" xmlns:p="http://schemas.openxmlformats.org/presentationml/2006/main">
  <p:tag name="THINKCELLSHAPEDONOTDELETE" val="t7ZC3feODtLj6vE3JBVzSpw"/>
</p:tagLst>
</file>

<file path=ppt/tags/tag1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3.xml><?xml version="1.0" encoding="utf-8"?>
<p:tagLst xmlns:a="http://schemas.openxmlformats.org/drawingml/2006/main" xmlns:r="http://schemas.openxmlformats.org/officeDocument/2006/relationships" xmlns:p="http://schemas.openxmlformats.org/presentationml/2006/main">
  <p:tag name="THINKCELLSHAPEDONOTDELETE" val="tNNVhk_0xidrdrDV3mhL4pA"/>
</p:tagLst>
</file>

<file path=ppt/tags/tag1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6.xml><?xml version="1.0" encoding="utf-8"?>
<p:tagLst xmlns:a="http://schemas.openxmlformats.org/drawingml/2006/main" xmlns:r="http://schemas.openxmlformats.org/officeDocument/2006/relationships" xmlns:p="http://schemas.openxmlformats.org/presentationml/2006/main">
  <p:tag name="THINKCELLSHAPEDONOTDELETE" val="tNNVhk_0xidrdrDV3mhL4pA"/>
</p:tagLst>
</file>

<file path=ppt/tags/tag1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8.xml><?xml version="1.0" encoding="utf-8"?>
<p:tagLst xmlns:a="http://schemas.openxmlformats.org/drawingml/2006/main" xmlns:r="http://schemas.openxmlformats.org/officeDocument/2006/relationships" xmlns:p="http://schemas.openxmlformats.org/presentationml/2006/main">
  <p:tag name="THINKCELLSHAPEDONOTDELETE" val="tNNVhk_0xidrdrDV3mhL4pA"/>
</p:tagLst>
</file>

<file path=ppt/tags/tag1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0.xml><?xml version="1.0" encoding="utf-8"?>
<p:tagLst xmlns:a="http://schemas.openxmlformats.org/drawingml/2006/main" xmlns:r="http://schemas.openxmlformats.org/officeDocument/2006/relationships" xmlns:p="http://schemas.openxmlformats.org/presentationml/2006/main">
  <p:tag name="THINKCELLSHAPEDONOTDELETE" val="tFrcWfrTBMum4x4PSDpPD2g"/>
</p:tagLst>
</file>

<file path=ppt/tags/tag1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2.xml><?xml version="1.0" encoding="utf-8"?>
<p:tagLst xmlns:a="http://schemas.openxmlformats.org/drawingml/2006/main" xmlns:r="http://schemas.openxmlformats.org/officeDocument/2006/relationships" xmlns:p="http://schemas.openxmlformats.org/presentationml/2006/main">
  <p:tag name="THINKCELLSHAPEDONOTDELETE" val="tNNVhk_0xidrdrDV3mhL4pA"/>
</p:tagLst>
</file>

<file path=ppt/tags/tag1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5.xml><?xml version="1.0" encoding="utf-8"?>
<p:tagLst xmlns:a="http://schemas.openxmlformats.org/drawingml/2006/main" xmlns:r="http://schemas.openxmlformats.org/officeDocument/2006/relationships" xmlns:p="http://schemas.openxmlformats.org/presentationml/2006/main">
  <p:tag name="THINKCELLSHAPEDONOTDELETE" val="tNNVhk_0xidrdrDV3mhL4pA"/>
</p:tagLst>
</file>

<file path=ppt/tags/tag1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7.xml><?xml version="1.0" encoding="utf-8"?>
<p:tagLst xmlns:a="http://schemas.openxmlformats.org/drawingml/2006/main" xmlns:r="http://schemas.openxmlformats.org/officeDocument/2006/relationships" xmlns:p="http://schemas.openxmlformats.org/presentationml/2006/main">
  <p:tag name="THINKCELLSHAPEDONOTDELETE" val="tCUt7zmu1e3Bp5_JpmPoKzA"/>
</p:tagLst>
</file>

<file path=ppt/tags/tag1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9.xml><?xml version="1.0" encoding="utf-8"?>
<p:tagLst xmlns:a="http://schemas.openxmlformats.org/drawingml/2006/main" xmlns:r="http://schemas.openxmlformats.org/officeDocument/2006/relationships" xmlns:p="http://schemas.openxmlformats.org/presentationml/2006/main">
  <p:tag name="THINKCELLSHAPEDONOTDELETE" val="tzeelM9M_RROgUv5_r.txNg"/>
</p:tagLst>
</file>

<file path=ppt/tags/tag1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1.xml><?xml version="1.0" encoding="utf-8"?>
<p:tagLst xmlns:a="http://schemas.openxmlformats.org/drawingml/2006/main" xmlns:r="http://schemas.openxmlformats.org/officeDocument/2006/relationships" xmlns:p="http://schemas.openxmlformats.org/presentationml/2006/main">
  <p:tag name="THINKCELLSHAPEDONOTDELETE" val="tl8FM8KMOLxaCk8KXKOMvoA"/>
</p:tagLst>
</file>

<file path=ppt/tags/tag1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3.xml><?xml version="1.0" encoding="utf-8"?>
<p:tagLst xmlns:a="http://schemas.openxmlformats.org/drawingml/2006/main" xmlns:r="http://schemas.openxmlformats.org/officeDocument/2006/relationships" xmlns:p="http://schemas.openxmlformats.org/presentationml/2006/main">
  <p:tag name="THINKCELLSHAPEDONOTDELETE" val="tdgXm2c.6kaRILS_9oeR40g"/>
</p:tagLst>
</file>

<file path=ppt/tags/tag1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5.xml><?xml version="1.0" encoding="utf-8"?>
<p:tagLst xmlns:a="http://schemas.openxmlformats.org/drawingml/2006/main" xmlns:r="http://schemas.openxmlformats.org/officeDocument/2006/relationships" xmlns:p="http://schemas.openxmlformats.org/presentationml/2006/main">
  <p:tag name="THINKCELLSHAPEDONOTDELETE" val="tK1fOZPHUQ5qS.idWQZGejw"/>
</p:tagLst>
</file>

<file path=ppt/tags/tag1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8.xml><?xml version="1.0" encoding="utf-8"?>
<p:tagLst xmlns:a="http://schemas.openxmlformats.org/drawingml/2006/main" xmlns:r="http://schemas.openxmlformats.org/officeDocument/2006/relationships" xmlns:p="http://schemas.openxmlformats.org/presentationml/2006/main">
  <p:tag name="THINKCELLSHAPEDONOTDELETE" val="tG.DlMHBRkZoZWuWpcCck2w"/>
</p:tagLst>
</file>

<file path=ppt/tags/tag159.xml><?xml version="1.0" encoding="utf-8"?>
<p:tagLst xmlns:a="http://schemas.openxmlformats.org/drawingml/2006/main" xmlns:r="http://schemas.openxmlformats.org/officeDocument/2006/relationships" xmlns:p="http://schemas.openxmlformats.org/presentationml/2006/main">
  <p:tag name="THINKCELLSHAPEDONOTDELETE" val="tq.gHWYD0rhFzjhSmG2O4HA"/>
</p:tagLst>
</file>

<file path=ppt/tags/tag160.xml><?xml version="1.0" encoding="utf-8"?>
<p:tagLst xmlns:a="http://schemas.openxmlformats.org/drawingml/2006/main" xmlns:r="http://schemas.openxmlformats.org/officeDocument/2006/relationships" xmlns:p="http://schemas.openxmlformats.org/presentationml/2006/main">
  <p:tag name="THINKCELLSHAPEDONOTDELETE" val="t9YWj0cl_AoZgy9uKNS_iTg"/>
</p:tagLst>
</file>

<file path=ppt/tags/tag161.xml><?xml version="1.0" encoding="utf-8"?>
<p:tagLst xmlns:a="http://schemas.openxmlformats.org/drawingml/2006/main" xmlns:r="http://schemas.openxmlformats.org/officeDocument/2006/relationships" xmlns:p="http://schemas.openxmlformats.org/presentationml/2006/main">
  <p:tag name="THINKCELLSHAPEDONOTDELETE" val="t0B1JV8odmCGrw753ZaO0zA"/>
</p:tagLst>
</file>

<file path=ppt/tags/tag162.xml><?xml version="1.0" encoding="utf-8"?>
<p:tagLst xmlns:a="http://schemas.openxmlformats.org/drawingml/2006/main" xmlns:r="http://schemas.openxmlformats.org/officeDocument/2006/relationships" xmlns:p="http://schemas.openxmlformats.org/presentationml/2006/main">
  <p:tag name="THINKCELLSHAPEDONOTDELETE" val="tiNvNZv5sqg.ETCZDyaeG0g"/>
</p:tagLst>
</file>

<file path=ppt/tags/tag163.xml><?xml version="1.0" encoding="utf-8"?>
<p:tagLst xmlns:a="http://schemas.openxmlformats.org/drawingml/2006/main" xmlns:r="http://schemas.openxmlformats.org/officeDocument/2006/relationships" xmlns:p="http://schemas.openxmlformats.org/presentationml/2006/main">
  <p:tag name="THINKCELLSHAPEDONOTDELETE" val="tl9QoTEAASmpQMHkUiNT_OA"/>
</p:tagLst>
</file>

<file path=ppt/tags/tag164.xml><?xml version="1.0" encoding="utf-8"?>
<p:tagLst xmlns:a="http://schemas.openxmlformats.org/drawingml/2006/main" xmlns:r="http://schemas.openxmlformats.org/officeDocument/2006/relationships" xmlns:p="http://schemas.openxmlformats.org/presentationml/2006/main">
  <p:tag name="THINKCELLSHAPEDONOTDELETE" val="tUSCi9Ed7bMCHlWn_hR9u1w"/>
</p:tagLst>
</file>

<file path=ppt/tags/tag1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7.xml><?xml version="1.0" encoding="utf-8"?>
<p:tagLst xmlns:a="http://schemas.openxmlformats.org/drawingml/2006/main" xmlns:r="http://schemas.openxmlformats.org/officeDocument/2006/relationships" xmlns:p="http://schemas.openxmlformats.org/presentationml/2006/main">
  <p:tag name="THINKCELLSHAPEDONOTDELETE" val="tWoV0ZdqxWhd6IwM5Uw0Msg"/>
</p:tagLst>
</file>

<file path=ppt/tags/tag168.xml><?xml version="1.0" encoding="utf-8"?>
<p:tagLst xmlns:a="http://schemas.openxmlformats.org/drawingml/2006/main" xmlns:r="http://schemas.openxmlformats.org/officeDocument/2006/relationships" xmlns:p="http://schemas.openxmlformats.org/presentationml/2006/main">
  <p:tag name="THINKCELLSHAPEDONOTDELETE" val="tavFsq4MCtKxKQhSgVcM_CQ"/>
</p:tagLst>
</file>

<file path=ppt/tags/tag169.xml><?xml version="1.0" encoding="utf-8"?>
<p:tagLst xmlns:a="http://schemas.openxmlformats.org/drawingml/2006/main" xmlns:r="http://schemas.openxmlformats.org/officeDocument/2006/relationships" xmlns:p="http://schemas.openxmlformats.org/presentationml/2006/main">
  <p:tag name="THINKCELLSHAPEDONOTDELETE" val="t2ldRFDLelffJyvJsDnUuaw"/>
</p:tagLst>
</file>

<file path=ppt/tags/tag170.xml><?xml version="1.0" encoding="utf-8"?>
<p:tagLst xmlns:a="http://schemas.openxmlformats.org/drawingml/2006/main" xmlns:r="http://schemas.openxmlformats.org/officeDocument/2006/relationships" xmlns:p="http://schemas.openxmlformats.org/presentationml/2006/main">
  <p:tag name="THINKCELLSHAPEDONOTDELETE" val="tKD2Hv1paRVayRXUx83XUXA"/>
</p:tagLst>
</file>

<file path=ppt/tags/tag171.xml><?xml version="1.0" encoding="utf-8"?>
<p:tagLst xmlns:a="http://schemas.openxmlformats.org/drawingml/2006/main" xmlns:r="http://schemas.openxmlformats.org/officeDocument/2006/relationships" xmlns:p="http://schemas.openxmlformats.org/presentationml/2006/main">
  <p:tag name="THINKCELLSHAPEDONOTDELETE" val="ts0PN6YtMXeL0Zs1I5TJ7lw"/>
</p:tagLst>
</file>

<file path=ppt/tags/tag172.xml><?xml version="1.0" encoding="utf-8"?>
<p:tagLst xmlns:a="http://schemas.openxmlformats.org/drawingml/2006/main" xmlns:r="http://schemas.openxmlformats.org/officeDocument/2006/relationships" xmlns:p="http://schemas.openxmlformats.org/presentationml/2006/main">
  <p:tag name="THINKCELLSHAPEDONOTDELETE" val="ts7rrQZM8AEytWfL7vM9byw"/>
</p:tagLst>
</file>

<file path=ppt/tags/tag173.xml><?xml version="1.0" encoding="utf-8"?>
<p:tagLst xmlns:a="http://schemas.openxmlformats.org/drawingml/2006/main" xmlns:r="http://schemas.openxmlformats.org/officeDocument/2006/relationships" xmlns:p="http://schemas.openxmlformats.org/presentationml/2006/main">
  <p:tag name="THINKCELLSHAPEDONOTDELETE" val="tRjsCJBF0Gvs.kNfjyVD1bQ"/>
</p:tagLst>
</file>

<file path=ppt/tags/tag174.xml><?xml version="1.0" encoding="utf-8"?>
<p:tagLst xmlns:a="http://schemas.openxmlformats.org/drawingml/2006/main" xmlns:r="http://schemas.openxmlformats.org/officeDocument/2006/relationships" xmlns:p="http://schemas.openxmlformats.org/presentationml/2006/main">
  <p:tag name="THINKCELLSHAPEDONOTDELETE" val="tKYe9ZQYrrHh_zs0n9tXlew"/>
</p:tagLst>
</file>

<file path=ppt/tags/tag175.xml><?xml version="1.0" encoding="utf-8"?>
<p:tagLst xmlns:a="http://schemas.openxmlformats.org/drawingml/2006/main" xmlns:r="http://schemas.openxmlformats.org/officeDocument/2006/relationships" xmlns:p="http://schemas.openxmlformats.org/presentationml/2006/main">
  <p:tag name="THINKCELLSHAPEDONOTDELETE" val="tS15ZKbs.aT0P.ibwfNET8w"/>
</p:tagLst>
</file>

<file path=ppt/tags/tag176.xml><?xml version="1.0" encoding="utf-8"?>
<p:tagLst xmlns:a="http://schemas.openxmlformats.org/drawingml/2006/main" xmlns:r="http://schemas.openxmlformats.org/officeDocument/2006/relationships" xmlns:p="http://schemas.openxmlformats.org/presentationml/2006/main">
  <p:tag name="THINKCELLSHAPEDONOTDELETE" val="tNtrUTKWb47A9DwdulVEDCg"/>
</p:tagLst>
</file>

<file path=ppt/tags/tag177.xml><?xml version="1.0" encoding="utf-8"?>
<p:tagLst xmlns:a="http://schemas.openxmlformats.org/drawingml/2006/main" xmlns:r="http://schemas.openxmlformats.org/officeDocument/2006/relationships" xmlns:p="http://schemas.openxmlformats.org/presentationml/2006/main">
  <p:tag name="THINKCELLSHAPEDONOTDELETE" val="tl2ovcT_Bks3MEXVY_z7WUg"/>
</p:tagLst>
</file>

<file path=ppt/tags/tag178.xml><?xml version="1.0" encoding="utf-8"?>
<p:tagLst xmlns:a="http://schemas.openxmlformats.org/drawingml/2006/main" xmlns:r="http://schemas.openxmlformats.org/officeDocument/2006/relationships" xmlns:p="http://schemas.openxmlformats.org/presentationml/2006/main">
  <p:tag name="THINKCELLSHAPEDONOTDELETE" val="tibnK6j.VuT_2aW3YswPZNQ"/>
</p:tagLst>
</file>

<file path=ppt/tags/tag179.xml><?xml version="1.0" encoding="utf-8"?>
<p:tagLst xmlns:a="http://schemas.openxmlformats.org/drawingml/2006/main" xmlns:r="http://schemas.openxmlformats.org/officeDocument/2006/relationships" xmlns:p="http://schemas.openxmlformats.org/presentationml/2006/main">
  <p:tag name="THINKCELLSHAPEDONOTDELETE" val="tISc7gqVEoCzQmmcYQPpMSQ"/>
</p:tagLst>
</file>

<file path=ppt/tags/tag180.xml><?xml version="1.0" encoding="utf-8"?>
<p:tagLst xmlns:a="http://schemas.openxmlformats.org/drawingml/2006/main" xmlns:r="http://schemas.openxmlformats.org/officeDocument/2006/relationships" xmlns:p="http://schemas.openxmlformats.org/presentationml/2006/main">
  <p:tag name="THINKCELLSHAPEDONOTDELETE" val="tYGOztMcQxx4qk5j3dD70.w"/>
</p:tagLst>
</file>

<file path=ppt/tags/tag181.xml><?xml version="1.0" encoding="utf-8"?>
<p:tagLst xmlns:a="http://schemas.openxmlformats.org/drawingml/2006/main" xmlns:r="http://schemas.openxmlformats.org/officeDocument/2006/relationships" xmlns:p="http://schemas.openxmlformats.org/presentationml/2006/main">
  <p:tag name="THINKCELLSHAPEDONOTDELETE" val="tgRPQChHJqNjed3XzdG2G7Q"/>
</p:tagLst>
</file>

<file path=ppt/tags/tag182.xml><?xml version="1.0" encoding="utf-8"?>
<p:tagLst xmlns:a="http://schemas.openxmlformats.org/drawingml/2006/main" xmlns:r="http://schemas.openxmlformats.org/officeDocument/2006/relationships" xmlns:p="http://schemas.openxmlformats.org/presentationml/2006/main">
  <p:tag name="THINKCELLSHAPEDONOTDELETE" val="tt30BUcla5tPH9cDQ_Ic58Q"/>
</p:tagLst>
</file>

<file path=ppt/tags/tag183.xml><?xml version="1.0" encoding="utf-8"?>
<p:tagLst xmlns:a="http://schemas.openxmlformats.org/drawingml/2006/main" xmlns:r="http://schemas.openxmlformats.org/officeDocument/2006/relationships" xmlns:p="http://schemas.openxmlformats.org/presentationml/2006/main">
  <p:tag name="THINKCELLSHAPEDONOTDELETE" val="t53IuBpnADwROMyZNxSmSUw"/>
</p:tagLst>
</file>

<file path=ppt/tags/tag184.xml><?xml version="1.0" encoding="utf-8"?>
<p:tagLst xmlns:a="http://schemas.openxmlformats.org/drawingml/2006/main" xmlns:r="http://schemas.openxmlformats.org/officeDocument/2006/relationships" xmlns:p="http://schemas.openxmlformats.org/presentationml/2006/main">
  <p:tag name="THINKCELLSHAPEDONOTDELETE" val="tO_EJtgab6MGTAFyBi3eXew"/>
</p:tagLst>
</file>

<file path=ppt/tags/tag185.xml><?xml version="1.0" encoding="utf-8"?>
<p:tagLst xmlns:a="http://schemas.openxmlformats.org/drawingml/2006/main" xmlns:r="http://schemas.openxmlformats.org/officeDocument/2006/relationships" xmlns:p="http://schemas.openxmlformats.org/presentationml/2006/main">
  <p:tag name="THINKCELLSHAPEDONOTDELETE" val="tNPwZ6cDqkLKKIoz9UOCHwg"/>
</p:tagLst>
</file>

<file path=ppt/tags/tag186.xml><?xml version="1.0" encoding="utf-8"?>
<p:tagLst xmlns:a="http://schemas.openxmlformats.org/drawingml/2006/main" xmlns:r="http://schemas.openxmlformats.org/officeDocument/2006/relationships" xmlns:p="http://schemas.openxmlformats.org/presentationml/2006/main">
  <p:tag name="THINKCELLSHAPEDONOTDELETE" val="tPODvbdFFAV5g.njrgY_SMQ"/>
</p:tagLst>
</file>

<file path=ppt/tags/tag187.xml><?xml version="1.0" encoding="utf-8"?>
<p:tagLst xmlns:a="http://schemas.openxmlformats.org/drawingml/2006/main" xmlns:r="http://schemas.openxmlformats.org/officeDocument/2006/relationships" xmlns:p="http://schemas.openxmlformats.org/presentationml/2006/main">
  <p:tag name="THINKCELLSHAPEDONOTDELETE" val="tEf70Ww.ID3spFXarP9r.lw"/>
</p:tagLst>
</file>

<file path=ppt/tags/tag188.xml><?xml version="1.0" encoding="utf-8"?>
<p:tagLst xmlns:a="http://schemas.openxmlformats.org/drawingml/2006/main" xmlns:r="http://schemas.openxmlformats.org/officeDocument/2006/relationships" xmlns:p="http://schemas.openxmlformats.org/presentationml/2006/main">
  <p:tag name="THINKCELLSHAPEDONOTDELETE" val="t9zgfJQ92V5wTUwapSaMZhQ"/>
</p:tagLst>
</file>

<file path=ppt/tags/tag189.xml><?xml version="1.0" encoding="utf-8"?>
<p:tagLst xmlns:a="http://schemas.openxmlformats.org/drawingml/2006/main" xmlns:r="http://schemas.openxmlformats.org/officeDocument/2006/relationships" xmlns:p="http://schemas.openxmlformats.org/presentationml/2006/main">
  <p:tag name="THINKCELLSHAPEDONOTDELETE" val="tQ7bcKNguURjt6mPEBbs23Q"/>
</p:tagLst>
</file>

<file path=ppt/tags/tag190.xml><?xml version="1.0" encoding="utf-8"?>
<p:tagLst xmlns:a="http://schemas.openxmlformats.org/drawingml/2006/main" xmlns:r="http://schemas.openxmlformats.org/officeDocument/2006/relationships" xmlns:p="http://schemas.openxmlformats.org/presentationml/2006/main">
  <p:tag name="THINKCELLSHAPEDONOTDELETE" val="tX6PZMOcmvlEnA6yrefJZYg"/>
</p:tagLst>
</file>

<file path=ppt/tags/tag191.xml><?xml version="1.0" encoding="utf-8"?>
<p:tagLst xmlns:a="http://schemas.openxmlformats.org/drawingml/2006/main" xmlns:r="http://schemas.openxmlformats.org/officeDocument/2006/relationships" xmlns:p="http://schemas.openxmlformats.org/presentationml/2006/main">
  <p:tag name="THINKCELLSHAPEDONOTDELETE" val="tNSFf3zC9K6Y._fUTO3CAOA"/>
</p:tagLst>
</file>

<file path=ppt/tags/tag192.xml><?xml version="1.0" encoding="utf-8"?>
<p:tagLst xmlns:a="http://schemas.openxmlformats.org/drawingml/2006/main" xmlns:r="http://schemas.openxmlformats.org/officeDocument/2006/relationships" xmlns:p="http://schemas.openxmlformats.org/presentationml/2006/main">
  <p:tag name="THINKCELLSHAPEDONOTDELETE" val="tl32uckp1LOZYfvefUoTKrg"/>
</p:tagLst>
</file>

<file path=ppt/tags/tag193.xml><?xml version="1.0" encoding="utf-8"?>
<p:tagLst xmlns:a="http://schemas.openxmlformats.org/drawingml/2006/main" xmlns:r="http://schemas.openxmlformats.org/officeDocument/2006/relationships" xmlns:p="http://schemas.openxmlformats.org/presentationml/2006/main">
  <p:tag name="THINKCELLSHAPEDONOTDELETE" val="tm_9RWsCMQsWPh4rJeMvmDg"/>
</p:tagLst>
</file>

<file path=ppt/tags/tag194.xml><?xml version="1.0" encoding="utf-8"?>
<p:tagLst xmlns:a="http://schemas.openxmlformats.org/drawingml/2006/main" xmlns:r="http://schemas.openxmlformats.org/officeDocument/2006/relationships" xmlns:p="http://schemas.openxmlformats.org/presentationml/2006/main">
  <p:tag name="THINKCELLSHAPEDONOTDELETE" val="tk2pjGBV_Famx7v_D5OQZWg"/>
</p:tagLst>
</file>

<file path=ppt/tags/tag195.xml><?xml version="1.0" encoding="utf-8"?>
<p:tagLst xmlns:a="http://schemas.openxmlformats.org/drawingml/2006/main" xmlns:r="http://schemas.openxmlformats.org/officeDocument/2006/relationships" xmlns:p="http://schemas.openxmlformats.org/presentationml/2006/main">
  <p:tag name="THINKCELLSHAPEDONOTDELETE" val="ttN09sidw7nyMdK9WVVSFJg"/>
</p:tagLst>
</file>

<file path=ppt/tags/tag196.xml><?xml version="1.0" encoding="utf-8"?>
<p:tagLst xmlns:a="http://schemas.openxmlformats.org/drawingml/2006/main" xmlns:r="http://schemas.openxmlformats.org/officeDocument/2006/relationships" xmlns:p="http://schemas.openxmlformats.org/presentationml/2006/main">
  <p:tag name="THINKCELLSHAPEDONOTDELETE" val="t2O4L7i_KXuv46zjcD3i3Eg"/>
</p:tagLst>
</file>

<file path=ppt/tags/tag197.xml><?xml version="1.0" encoding="utf-8"?>
<p:tagLst xmlns:a="http://schemas.openxmlformats.org/drawingml/2006/main" xmlns:r="http://schemas.openxmlformats.org/officeDocument/2006/relationships" xmlns:p="http://schemas.openxmlformats.org/presentationml/2006/main">
  <p:tag name="THINKCELLSHAPEDONOTDELETE" val="to__aYMiWvNhDKVLPoppNvg"/>
</p:tagLst>
</file>

<file path=ppt/tags/tag198.xml><?xml version="1.0" encoding="utf-8"?>
<p:tagLst xmlns:a="http://schemas.openxmlformats.org/drawingml/2006/main" xmlns:r="http://schemas.openxmlformats.org/officeDocument/2006/relationships" xmlns:p="http://schemas.openxmlformats.org/presentationml/2006/main">
  <p:tag name="THINKCELLSHAPEDONOTDELETE" val="tBmYw.mea8fKWzn0B2wLHjg"/>
</p:tagLst>
</file>

<file path=ppt/tags/tag199.xml><?xml version="1.0" encoding="utf-8"?>
<p:tagLst xmlns:a="http://schemas.openxmlformats.org/drawingml/2006/main" xmlns:r="http://schemas.openxmlformats.org/officeDocument/2006/relationships" xmlns:p="http://schemas.openxmlformats.org/presentationml/2006/main">
  <p:tag name="THINKCELLSHAPEDONOTDELETE" val="tbtNmet4lBQcSAWrTVNhlNA"/>
</p:tagLst>
</file>

<file path=ppt/tags/tag200.xml><?xml version="1.0" encoding="utf-8"?>
<p:tagLst xmlns:a="http://schemas.openxmlformats.org/drawingml/2006/main" xmlns:r="http://schemas.openxmlformats.org/officeDocument/2006/relationships" xmlns:p="http://schemas.openxmlformats.org/presentationml/2006/main">
  <p:tag name="THINKCELLSHAPEDONOTDELETE" val="tKvqcZIzNnKctVNeXYXCiVQ"/>
</p:tagLst>
</file>

<file path=ppt/tags/tag201.xml><?xml version="1.0" encoding="utf-8"?>
<p:tagLst xmlns:a="http://schemas.openxmlformats.org/drawingml/2006/main" xmlns:r="http://schemas.openxmlformats.org/officeDocument/2006/relationships" xmlns:p="http://schemas.openxmlformats.org/presentationml/2006/main">
  <p:tag name="THINKCELLSHAPEDONOTDELETE" val="tjAJ59njl_mK2yaMRw.vRjA"/>
</p:tagLst>
</file>

<file path=ppt/tags/tag202.xml><?xml version="1.0" encoding="utf-8"?>
<p:tagLst xmlns:a="http://schemas.openxmlformats.org/drawingml/2006/main" xmlns:r="http://schemas.openxmlformats.org/officeDocument/2006/relationships" xmlns:p="http://schemas.openxmlformats.org/presentationml/2006/main">
  <p:tag name="THINKCELLSHAPEDONOTDELETE" val="tRdciMIS24Iur3QiHQNY1ug"/>
</p:tagLst>
</file>

<file path=ppt/tags/tag203.xml><?xml version="1.0" encoding="utf-8"?>
<p:tagLst xmlns:a="http://schemas.openxmlformats.org/drawingml/2006/main" xmlns:r="http://schemas.openxmlformats.org/officeDocument/2006/relationships" xmlns:p="http://schemas.openxmlformats.org/presentationml/2006/main">
  <p:tag name="THINKCELLSHAPEDONOTDELETE" val="tRi45rJD2aFGri1JpEKXvow"/>
</p:tagLst>
</file>

<file path=ppt/tags/tag204.xml><?xml version="1.0" encoding="utf-8"?>
<p:tagLst xmlns:a="http://schemas.openxmlformats.org/drawingml/2006/main" xmlns:r="http://schemas.openxmlformats.org/officeDocument/2006/relationships" xmlns:p="http://schemas.openxmlformats.org/presentationml/2006/main">
  <p:tag name="THINKCELLSHAPEDONOTDELETE" val="tzR2OvkhjRsIpk_LafbJdTg"/>
</p:tagLst>
</file>

<file path=ppt/tags/tag205.xml><?xml version="1.0" encoding="utf-8"?>
<p:tagLst xmlns:a="http://schemas.openxmlformats.org/drawingml/2006/main" xmlns:r="http://schemas.openxmlformats.org/officeDocument/2006/relationships" xmlns:p="http://schemas.openxmlformats.org/presentationml/2006/main">
  <p:tag name="THINKCELLSHAPEDONOTDELETE" val="tb0wRjSHDKkE9YBX0JPkP3A"/>
</p:tagLst>
</file>

<file path=ppt/tags/tag206.xml><?xml version="1.0" encoding="utf-8"?>
<p:tagLst xmlns:a="http://schemas.openxmlformats.org/drawingml/2006/main" xmlns:r="http://schemas.openxmlformats.org/officeDocument/2006/relationships" xmlns:p="http://schemas.openxmlformats.org/presentationml/2006/main">
  <p:tag name="THINKCELLSHAPEDONOTDELETE" val="th33aU4GyjrD7nHxXKJkksA"/>
</p:tagLst>
</file>

<file path=ppt/tags/tag207.xml><?xml version="1.0" encoding="utf-8"?>
<p:tagLst xmlns:a="http://schemas.openxmlformats.org/drawingml/2006/main" xmlns:r="http://schemas.openxmlformats.org/officeDocument/2006/relationships" xmlns:p="http://schemas.openxmlformats.org/presentationml/2006/main">
  <p:tag name="THINKCELLSHAPEDONOTDELETE" val="takU8.xPMAMwT_ioRRt5Fmg"/>
</p:tagLst>
</file>

<file path=ppt/tags/tag208.xml><?xml version="1.0" encoding="utf-8"?>
<p:tagLst xmlns:a="http://schemas.openxmlformats.org/drawingml/2006/main" xmlns:r="http://schemas.openxmlformats.org/officeDocument/2006/relationships" xmlns:p="http://schemas.openxmlformats.org/presentationml/2006/main">
  <p:tag name="THINKCELLSHAPEDONOTDELETE" val="tuCBgcSIOmkseRbY1vNVVxA"/>
</p:tagLst>
</file>

<file path=ppt/tags/tag209.xml><?xml version="1.0" encoding="utf-8"?>
<p:tagLst xmlns:a="http://schemas.openxmlformats.org/drawingml/2006/main" xmlns:r="http://schemas.openxmlformats.org/officeDocument/2006/relationships" xmlns:p="http://schemas.openxmlformats.org/presentationml/2006/main">
  <p:tag name="THINKCELLSHAPEDONOTDELETE" val="tFddcFwZsaQj4HpxLELcfhQ"/>
</p:tagLst>
</file>

<file path=ppt/tags/tag210.xml><?xml version="1.0" encoding="utf-8"?>
<p:tagLst xmlns:a="http://schemas.openxmlformats.org/drawingml/2006/main" xmlns:r="http://schemas.openxmlformats.org/officeDocument/2006/relationships" xmlns:p="http://schemas.openxmlformats.org/presentationml/2006/main">
  <p:tag name="THINKCELLSHAPEDONOTDELETE" val="t7qPryEpFCcAwLcGAGOeKcA"/>
</p:tagLst>
</file>

<file path=ppt/tags/tag211.xml><?xml version="1.0" encoding="utf-8"?>
<p:tagLst xmlns:a="http://schemas.openxmlformats.org/drawingml/2006/main" xmlns:r="http://schemas.openxmlformats.org/officeDocument/2006/relationships" xmlns:p="http://schemas.openxmlformats.org/presentationml/2006/main">
  <p:tag name="THINKCELLSHAPEDONOTDELETE" val="tY0RptAzXuG95K7TAZAnBdA"/>
</p:tagLst>
</file>

<file path=ppt/tags/tag212.xml><?xml version="1.0" encoding="utf-8"?>
<p:tagLst xmlns:a="http://schemas.openxmlformats.org/drawingml/2006/main" xmlns:r="http://schemas.openxmlformats.org/officeDocument/2006/relationships" xmlns:p="http://schemas.openxmlformats.org/presentationml/2006/main">
  <p:tag name="THINKCELLSHAPEDONOTDELETE" val="tyCpS6npijWQOlMCQUypbCg"/>
</p:tagLst>
</file>

<file path=ppt/tags/tag213.xml><?xml version="1.0" encoding="utf-8"?>
<p:tagLst xmlns:a="http://schemas.openxmlformats.org/drawingml/2006/main" xmlns:r="http://schemas.openxmlformats.org/officeDocument/2006/relationships" xmlns:p="http://schemas.openxmlformats.org/presentationml/2006/main">
  <p:tag name="THINKCELLSHAPEDONOTDELETE" val="tB2G4QBkw3qshptIDFjALww"/>
</p:tagLst>
</file>

<file path=ppt/tags/tag214.xml><?xml version="1.0" encoding="utf-8"?>
<p:tagLst xmlns:a="http://schemas.openxmlformats.org/drawingml/2006/main" xmlns:r="http://schemas.openxmlformats.org/officeDocument/2006/relationships" xmlns:p="http://schemas.openxmlformats.org/presentationml/2006/main">
  <p:tag name="THINKCELLSHAPEDONOTDELETE" val="tjUMUZxyuvcRvmhBp3audBQ"/>
</p:tagLst>
</file>

<file path=ppt/tags/tag2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7.xml><?xml version="1.0" encoding="utf-8"?>
<p:tagLst xmlns:a="http://schemas.openxmlformats.org/drawingml/2006/main" xmlns:r="http://schemas.openxmlformats.org/officeDocument/2006/relationships" xmlns:p="http://schemas.openxmlformats.org/presentationml/2006/main">
  <p:tag name="THINKCELLSHAPEDONOTDELETE" val="tGRCpGSRWvr5MJgQXhstxdQ"/>
</p:tagLst>
</file>

<file path=ppt/tags/tag218.xml><?xml version="1.0" encoding="utf-8"?>
<p:tagLst xmlns:a="http://schemas.openxmlformats.org/drawingml/2006/main" xmlns:r="http://schemas.openxmlformats.org/officeDocument/2006/relationships" xmlns:p="http://schemas.openxmlformats.org/presentationml/2006/main">
  <p:tag name="THINKCELLSHAPEDONOTDELETE" val="tmldSYDcjuiUlNLPREEuXLg"/>
</p:tagLst>
</file>

<file path=ppt/tags/tag219.xml><?xml version="1.0" encoding="utf-8"?>
<p:tagLst xmlns:a="http://schemas.openxmlformats.org/drawingml/2006/main" xmlns:r="http://schemas.openxmlformats.org/officeDocument/2006/relationships" xmlns:p="http://schemas.openxmlformats.org/presentationml/2006/main">
  <p:tag name="THINKCELLSHAPEDONOTDELETE" val="tSFDm1_qAnZiZzdQ0RalhPQ"/>
</p:tagLst>
</file>

<file path=ppt/tags/tag220.xml><?xml version="1.0" encoding="utf-8"?>
<p:tagLst xmlns:a="http://schemas.openxmlformats.org/drawingml/2006/main" xmlns:r="http://schemas.openxmlformats.org/officeDocument/2006/relationships" xmlns:p="http://schemas.openxmlformats.org/presentationml/2006/main">
  <p:tag name="THINKCELLSHAPEDONOTDELETE" val="tM5oDDdQhXxZvX3G7el3E_A"/>
</p:tagLst>
</file>

<file path=ppt/tags/tag221.xml><?xml version="1.0" encoding="utf-8"?>
<p:tagLst xmlns:a="http://schemas.openxmlformats.org/drawingml/2006/main" xmlns:r="http://schemas.openxmlformats.org/officeDocument/2006/relationships" xmlns:p="http://schemas.openxmlformats.org/presentationml/2006/main">
  <p:tag name="THINKCELLSHAPEDONOTDELETE" val="tDMFvP58dr6A1cx2Ysnv1cw"/>
</p:tagLst>
</file>

<file path=ppt/tags/tag222.xml><?xml version="1.0" encoding="utf-8"?>
<p:tagLst xmlns:a="http://schemas.openxmlformats.org/drawingml/2006/main" xmlns:r="http://schemas.openxmlformats.org/officeDocument/2006/relationships" xmlns:p="http://schemas.openxmlformats.org/presentationml/2006/main">
  <p:tag name="THINKCELLSHAPEDONOTDELETE" val="tMxH_elmERmSQJy9BreMZ_Q"/>
</p:tagLst>
</file>

<file path=ppt/tags/tag223.xml><?xml version="1.0" encoding="utf-8"?>
<p:tagLst xmlns:a="http://schemas.openxmlformats.org/drawingml/2006/main" xmlns:r="http://schemas.openxmlformats.org/officeDocument/2006/relationships" xmlns:p="http://schemas.openxmlformats.org/presentationml/2006/main">
  <p:tag name="THINKCELLSHAPEDONOTDELETE" val="tamrP_LNDt90XNMXGOOI_1w"/>
</p:tagLst>
</file>

<file path=ppt/tags/tag224.xml><?xml version="1.0" encoding="utf-8"?>
<p:tagLst xmlns:a="http://schemas.openxmlformats.org/drawingml/2006/main" xmlns:r="http://schemas.openxmlformats.org/officeDocument/2006/relationships" xmlns:p="http://schemas.openxmlformats.org/presentationml/2006/main">
  <p:tag name="THINKCELLSHAPEDONOTDELETE" val="tzQu2B24QL5YjEZrv_pcRIg"/>
</p:tagLst>
</file>

<file path=ppt/tags/tag225.xml><?xml version="1.0" encoding="utf-8"?>
<p:tagLst xmlns:a="http://schemas.openxmlformats.org/drawingml/2006/main" xmlns:r="http://schemas.openxmlformats.org/officeDocument/2006/relationships" xmlns:p="http://schemas.openxmlformats.org/presentationml/2006/main">
  <p:tag name="THINKCELLSHAPEDONOTDELETE" val="taYjv1mD3iEZQQQPItJ3nZw"/>
</p:tagLst>
</file>

<file path=ppt/tags/tag226.xml><?xml version="1.0" encoding="utf-8"?>
<p:tagLst xmlns:a="http://schemas.openxmlformats.org/drawingml/2006/main" xmlns:r="http://schemas.openxmlformats.org/officeDocument/2006/relationships" xmlns:p="http://schemas.openxmlformats.org/presentationml/2006/main">
  <p:tag name="THINKCELLSHAPEDONOTDELETE" val="ta3Dv57oSOo0uJh8Sarm4rA"/>
</p:tagLst>
</file>

<file path=ppt/tags/tag2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8.xml><?xml version="1.0" encoding="utf-8"?>
<p:tagLst xmlns:a="http://schemas.openxmlformats.org/drawingml/2006/main" xmlns:r="http://schemas.openxmlformats.org/officeDocument/2006/relationships" xmlns:p="http://schemas.openxmlformats.org/presentationml/2006/main">
  <p:tag name="THINKCELLSHAPEDONOTDELETE" val="t.KBw0QpAlY0_CqAT4hNkBQ"/>
</p:tagLst>
</file>

<file path=ppt/tags/tag229.xml><?xml version="1.0" encoding="utf-8"?>
<p:tagLst xmlns:a="http://schemas.openxmlformats.org/drawingml/2006/main" xmlns:r="http://schemas.openxmlformats.org/officeDocument/2006/relationships" xmlns:p="http://schemas.openxmlformats.org/presentationml/2006/main">
  <p:tag name="THINKCELLSHAPEDONOTDELETE" val="t82uTqF8wgiIO2AuLzWnFEw"/>
</p:tagLst>
</file>

<file path=ppt/tags/tag230.xml><?xml version="1.0" encoding="utf-8"?>
<p:tagLst xmlns:a="http://schemas.openxmlformats.org/drawingml/2006/main" xmlns:r="http://schemas.openxmlformats.org/officeDocument/2006/relationships" xmlns:p="http://schemas.openxmlformats.org/presentationml/2006/main">
  <p:tag name="THINKCELLSHAPEDONOTDELETE" val="tlrw_mW5tLNE0qsKYtz.iHw"/>
</p:tagLst>
</file>

<file path=ppt/tags/tag231.xml><?xml version="1.0" encoding="utf-8"?>
<p:tagLst xmlns:a="http://schemas.openxmlformats.org/drawingml/2006/main" xmlns:r="http://schemas.openxmlformats.org/officeDocument/2006/relationships" xmlns:p="http://schemas.openxmlformats.org/presentationml/2006/main">
  <p:tag name="THINKCELLSHAPEDONOTDELETE" val="tsH1qOvpDGdJoAh1j.6rJCA"/>
</p:tagLst>
</file>

<file path=ppt/tags/tag2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5.xml><?xml version="1.0" encoding="utf-8"?>
<p:tagLst xmlns:a="http://schemas.openxmlformats.org/drawingml/2006/main" xmlns:r="http://schemas.openxmlformats.org/officeDocument/2006/relationships" xmlns:p="http://schemas.openxmlformats.org/presentationml/2006/main">
  <p:tag name="THINKCELLSHAPEDONOTDELETE" val="pAinM18e0tEK1uEWQ0W.sew"/>
</p:tagLst>
</file>

<file path=ppt/tags/tag236.xml><?xml version="1.0" encoding="utf-8"?>
<p:tagLst xmlns:a="http://schemas.openxmlformats.org/drawingml/2006/main" xmlns:r="http://schemas.openxmlformats.org/officeDocument/2006/relationships" xmlns:p="http://schemas.openxmlformats.org/presentationml/2006/main">
  <p:tag name="THINKCELLSHAPEDONOTDELETE" val="tq2BMkz0boR8xujvwwDaq_g"/>
</p:tagLst>
</file>

<file path=ppt/tags/tag237.xml><?xml version="1.0" encoding="utf-8"?>
<p:tagLst xmlns:a="http://schemas.openxmlformats.org/drawingml/2006/main" xmlns:r="http://schemas.openxmlformats.org/officeDocument/2006/relationships" xmlns:p="http://schemas.openxmlformats.org/presentationml/2006/main">
  <p:tag name="THINKCELLSHAPEDONOTDELETE" val="pQJNbVYTLXUS5iU90P9.Lpw"/>
</p:tagLst>
</file>

<file path=ppt/tags/tag238.xml><?xml version="1.0" encoding="utf-8"?>
<p:tagLst xmlns:a="http://schemas.openxmlformats.org/drawingml/2006/main" xmlns:r="http://schemas.openxmlformats.org/officeDocument/2006/relationships" xmlns:p="http://schemas.openxmlformats.org/presentationml/2006/main">
  <p:tag name="THINKCELLSHAPEDONOTDELETE" val="ps2cm98Qcr0C_Jfl9Bwx9VA"/>
</p:tagLst>
</file>

<file path=ppt/tags/tag239.xml><?xml version="1.0" encoding="utf-8"?>
<p:tagLst xmlns:a="http://schemas.openxmlformats.org/drawingml/2006/main" xmlns:r="http://schemas.openxmlformats.org/officeDocument/2006/relationships" xmlns:p="http://schemas.openxmlformats.org/presentationml/2006/main">
  <p:tag name="THINKCELLSHAPEDONOTDELETE" val="p5vlh3gTWEUG7g9KsalhEvA"/>
</p:tagLst>
</file>

<file path=ppt/tags/tag2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3.xml><?xml version="1.0" encoding="utf-8"?>
<p:tagLst xmlns:a="http://schemas.openxmlformats.org/drawingml/2006/main" xmlns:r="http://schemas.openxmlformats.org/officeDocument/2006/relationships" xmlns:p="http://schemas.openxmlformats.org/presentationml/2006/main">
  <p:tag name="THINKCELLSHAPEDONOTDELETE" val="toe7l.1B9zIgc8462gKH4wQ"/>
</p:tagLst>
</file>

<file path=ppt/tags/tag244.xml><?xml version="1.0" encoding="utf-8"?>
<p:tagLst xmlns:a="http://schemas.openxmlformats.org/drawingml/2006/main" xmlns:r="http://schemas.openxmlformats.org/officeDocument/2006/relationships" xmlns:p="http://schemas.openxmlformats.org/presentationml/2006/main">
  <p:tag name="THINKCELLSHAPEDONOTDELETE" val="tgVaVaWjwxoPVhrvwenU4KA"/>
</p:tagLst>
</file>

<file path=ppt/tags/tag245.xml><?xml version="1.0" encoding="utf-8"?>
<p:tagLst xmlns:a="http://schemas.openxmlformats.org/drawingml/2006/main" xmlns:r="http://schemas.openxmlformats.org/officeDocument/2006/relationships" xmlns:p="http://schemas.openxmlformats.org/presentationml/2006/main">
  <p:tag name="THINKCELLSHAPEDONOTDELETE" val="t8LWPF1LDrkyA6d27Lc18lQ"/>
</p:tagLst>
</file>

<file path=ppt/tags/tag246.xml><?xml version="1.0" encoding="utf-8"?>
<p:tagLst xmlns:a="http://schemas.openxmlformats.org/drawingml/2006/main" xmlns:r="http://schemas.openxmlformats.org/officeDocument/2006/relationships" xmlns:p="http://schemas.openxmlformats.org/presentationml/2006/main">
  <p:tag name="THINKCELLSHAPEDONOTDELETE" val="tw1Kgsk1zhLV_04BrHFBdsg"/>
</p:tagLst>
</file>

<file path=ppt/tags/tag247.xml><?xml version="1.0" encoding="utf-8"?>
<p:tagLst xmlns:a="http://schemas.openxmlformats.org/drawingml/2006/main" xmlns:r="http://schemas.openxmlformats.org/officeDocument/2006/relationships" xmlns:p="http://schemas.openxmlformats.org/presentationml/2006/main">
  <p:tag name="THINKCELLSHAPEDONOTDELETE" val="tXTpnqEybdEXoTdwNuClfxQ"/>
</p:tagLst>
</file>

<file path=ppt/tags/tag248.xml><?xml version="1.0" encoding="utf-8"?>
<p:tagLst xmlns:a="http://schemas.openxmlformats.org/drawingml/2006/main" xmlns:r="http://schemas.openxmlformats.org/officeDocument/2006/relationships" xmlns:p="http://schemas.openxmlformats.org/presentationml/2006/main">
  <p:tag name="THINKCELLSHAPEDONOTDELETE" val="tbL5_m1KNnG.fVHS_bwmIAw"/>
</p:tagLst>
</file>

<file path=ppt/tags/tag249.xml><?xml version="1.0" encoding="utf-8"?>
<p:tagLst xmlns:a="http://schemas.openxmlformats.org/drawingml/2006/main" xmlns:r="http://schemas.openxmlformats.org/officeDocument/2006/relationships" xmlns:p="http://schemas.openxmlformats.org/presentationml/2006/main">
  <p:tag name="THINKCELLSHAPEDONOTDELETE" val="t7.XUt9cWBq3u6kX2iTRA7Q"/>
</p:tagLst>
</file>

<file path=ppt/tags/tag250.xml><?xml version="1.0" encoding="utf-8"?>
<p:tagLst xmlns:a="http://schemas.openxmlformats.org/drawingml/2006/main" xmlns:r="http://schemas.openxmlformats.org/officeDocument/2006/relationships" xmlns:p="http://schemas.openxmlformats.org/presentationml/2006/main">
  <p:tag name="THINKCELLSHAPEDONOTDELETE" val="tSov1Xpc70EIS6th1VMQw5g"/>
</p:tagLst>
</file>

<file path=ppt/tags/tag251.xml><?xml version="1.0" encoding="utf-8"?>
<p:tagLst xmlns:a="http://schemas.openxmlformats.org/drawingml/2006/main" xmlns:r="http://schemas.openxmlformats.org/officeDocument/2006/relationships" xmlns:p="http://schemas.openxmlformats.org/presentationml/2006/main">
  <p:tag name="THINKCELLSHAPEDONOTDELETE" val="twQTE0eO6Zk25DgZsud2zsg"/>
</p:tagLst>
</file>

<file path=ppt/tags/tag252.xml><?xml version="1.0" encoding="utf-8"?>
<p:tagLst xmlns:a="http://schemas.openxmlformats.org/drawingml/2006/main" xmlns:r="http://schemas.openxmlformats.org/officeDocument/2006/relationships" xmlns:p="http://schemas.openxmlformats.org/presentationml/2006/main">
  <p:tag name="THINKCELLSHAPEDONOTDELETE" val="tiBPpCjVEeVPoEoPj2hqvHA"/>
</p:tagLst>
</file>

<file path=ppt/tags/tag253.xml><?xml version="1.0" encoding="utf-8"?>
<p:tagLst xmlns:a="http://schemas.openxmlformats.org/drawingml/2006/main" xmlns:r="http://schemas.openxmlformats.org/officeDocument/2006/relationships" xmlns:p="http://schemas.openxmlformats.org/presentationml/2006/main">
  <p:tag name="THINKCELLSHAPEDONOTDELETE" val="t9TFoa45ji9p6Q.linJNKUg"/>
</p:tagLst>
</file>

<file path=ppt/tags/tag254.xml><?xml version="1.0" encoding="utf-8"?>
<p:tagLst xmlns:a="http://schemas.openxmlformats.org/drawingml/2006/main" xmlns:r="http://schemas.openxmlformats.org/officeDocument/2006/relationships" xmlns:p="http://schemas.openxmlformats.org/presentationml/2006/main">
  <p:tag name="THINKCELLSHAPEDONOTDELETE" val="teUIo3vEFy1DHFmfxXRo1_g"/>
</p:tagLst>
</file>

<file path=ppt/tags/tag255.xml><?xml version="1.0" encoding="utf-8"?>
<p:tagLst xmlns:a="http://schemas.openxmlformats.org/drawingml/2006/main" xmlns:r="http://schemas.openxmlformats.org/officeDocument/2006/relationships" xmlns:p="http://schemas.openxmlformats.org/presentationml/2006/main">
  <p:tag name="THINKCELLSHAPEDONOTDELETE" val="tAGEsAFlUJn6EhugTfTjyKw"/>
</p:tagLst>
</file>

<file path=ppt/tags/tag256.xml><?xml version="1.0" encoding="utf-8"?>
<p:tagLst xmlns:a="http://schemas.openxmlformats.org/drawingml/2006/main" xmlns:r="http://schemas.openxmlformats.org/officeDocument/2006/relationships" xmlns:p="http://schemas.openxmlformats.org/presentationml/2006/main">
  <p:tag name="THINKCELLSHAPEDONOTDELETE" val="tfcBY.Bn94aM3luQA8rJNAQ"/>
</p:tagLst>
</file>

<file path=ppt/tags/tag257.xml><?xml version="1.0" encoding="utf-8"?>
<p:tagLst xmlns:a="http://schemas.openxmlformats.org/drawingml/2006/main" xmlns:r="http://schemas.openxmlformats.org/officeDocument/2006/relationships" xmlns:p="http://schemas.openxmlformats.org/presentationml/2006/main">
  <p:tag name="THINKCELLSHAPEDONOTDELETE" val="tYQXIpQVaZA9RfS_j.CZhBg"/>
</p:tagLst>
</file>

<file path=ppt/tags/tag258.xml><?xml version="1.0" encoding="utf-8"?>
<p:tagLst xmlns:a="http://schemas.openxmlformats.org/drawingml/2006/main" xmlns:r="http://schemas.openxmlformats.org/officeDocument/2006/relationships" xmlns:p="http://schemas.openxmlformats.org/presentationml/2006/main">
  <p:tag name="THINKCELLSHAPEDONOTDELETE" val="tzQbdxcW4c8RYjTqgaW1UBw"/>
</p:tagLst>
</file>

<file path=ppt/tags/tag259.xml><?xml version="1.0" encoding="utf-8"?>
<p:tagLst xmlns:a="http://schemas.openxmlformats.org/drawingml/2006/main" xmlns:r="http://schemas.openxmlformats.org/officeDocument/2006/relationships" xmlns:p="http://schemas.openxmlformats.org/presentationml/2006/main">
  <p:tag name="THINKCELLSHAPEDONOTDELETE" val="tECkvDmigvjtPXb.GGt397A"/>
</p:tagLst>
</file>

<file path=ppt/tags/tag260.xml><?xml version="1.0" encoding="utf-8"?>
<p:tagLst xmlns:a="http://schemas.openxmlformats.org/drawingml/2006/main" xmlns:r="http://schemas.openxmlformats.org/officeDocument/2006/relationships" xmlns:p="http://schemas.openxmlformats.org/presentationml/2006/main">
  <p:tag name="THINKCELLSHAPEDONOTDELETE" val="tqpTe261iKV98unHhLhqaGQ"/>
</p:tagLst>
</file>

<file path=ppt/tags/tag261.xml><?xml version="1.0" encoding="utf-8"?>
<p:tagLst xmlns:a="http://schemas.openxmlformats.org/drawingml/2006/main" xmlns:r="http://schemas.openxmlformats.org/officeDocument/2006/relationships" xmlns:p="http://schemas.openxmlformats.org/presentationml/2006/main">
  <p:tag name="THINKCELLSHAPEDONOTDELETE" val="tAtabOTMCtqRFdmqpSdA1qQ"/>
</p:tagLst>
</file>

<file path=ppt/tags/tag262.xml><?xml version="1.0" encoding="utf-8"?>
<p:tagLst xmlns:a="http://schemas.openxmlformats.org/drawingml/2006/main" xmlns:r="http://schemas.openxmlformats.org/officeDocument/2006/relationships" xmlns:p="http://schemas.openxmlformats.org/presentationml/2006/main">
  <p:tag name="THINKCELLSHAPEDONOTDELETE" val="tvdJKLmKSUK3a.Ck3rrYGWw"/>
</p:tagLst>
</file>

<file path=ppt/tags/tag263.xml><?xml version="1.0" encoding="utf-8"?>
<p:tagLst xmlns:a="http://schemas.openxmlformats.org/drawingml/2006/main" xmlns:r="http://schemas.openxmlformats.org/officeDocument/2006/relationships" xmlns:p="http://schemas.openxmlformats.org/presentationml/2006/main">
  <p:tag name="THINKCELLSHAPEDONOTDELETE" val="t6WmiLK2ndP4PR_fPImGxug"/>
</p:tagLst>
</file>

<file path=ppt/tags/tag264.xml><?xml version="1.0" encoding="utf-8"?>
<p:tagLst xmlns:a="http://schemas.openxmlformats.org/drawingml/2006/main" xmlns:r="http://schemas.openxmlformats.org/officeDocument/2006/relationships" xmlns:p="http://schemas.openxmlformats.org/presentationml/2006/main">
  <p:tag name="THINKCELLSHAPEDONOTDELETE" val="tbnvj6pTpFj_qiJWma86nig"/>
</p:tagLst>
</file>

<file path=ppt/tags/tag265.xml><?xml version="1.0" encoding="utf-8"?>
<p:tagLst xmlns:a="http://schemas.openxmlformats.org/drawingml/2006/main" xmlns:r="http://schemas.openxmlformats.org/officeDocument/2006/relationships" xmlns:p="http://schemas.openxmlformats.org/presentationml/2006/main">
  <p:tag name="THINKCELLSHAPEDONOTDELETE" val="tKEL1K02a4a07KfZha3Fadg"/>
</p:tagLst>
</file>

<file path=ppt/tags/tag266.xml><?xml version="1.0" encoding="utf-8"?>
<p:tagLst xmlns:a="http://schemas.openxmlformats.org/drawingml/2006/main" xmlns:r="http://schemas.openxmlformats.org/officeDocument/2006/relationships" xmlns:p="http://schemas.openxmlformats.org/presentationml/2006/main">
  <p:tag name="THINKCELLSHAPEDONOTDELETE" val="tBM0bdkcrVfQO3PaN1emt3g"/>
</p:tagLst>
</file>

<file path=ppt/tags/tag267.xml><?xml version="1.0" encoding="utf-8"?>
<p:tagLst xmlns:a="http://schemas.openxmlformats.org/drawingml/2006/main" xmlns:r="http://schemas.openxmlformats.org/officeDocument/2006/relationships" xmlns:p="http://schemas.openxmlformats.org/presentationml/2006/main">
  <p:tag name="THINKCELLSHAPEDONOTDELETE" val="t3A0d4yLBjnV8GYymxGV1Jg"/>
</p:tagLst>
</file>

<file path=ppt/tags/tag268.xml><?xml version="1.0" encoding="utf-8"?>
<p:tagLst xmlns:a="http://schemas.openxmlformats.org/drawingml/2006/main" xmlns:r="http://schemas.openxmlformats.org/officeDocument/2006/relationships" xmlns:p="http://schemas.openxmlformats.org/presentationml/2006/main">
  <p:tag name="THINKCELLSHAPEDONOTDELETE" val="tb7jwPGJnqz9fGJ8TmRnrYg"/>
</p:tagLst>
</file>

<file path=ppt/tags/tag269.xml><?xml version="1.0" encoding="utf-8"?>
<p:tagLst xmlns:a="http://schemas.openxmlformats.org/drawingml/2006/main" xmlns:r="http://schemas.openxmlformats.org/officeDocument/2006/relationships" xmlns:p="http://schemas.openxmlformats.org/presentationml/2006/main">
  <p:tag name="THINKCELLSHAPEDONOTDELETE" val="teg8HRobrLg3RMux3qK1KhA"/>
</p:tagLst>
</file>

<file path=ppt/tags/tag270.xml><?xml version="1.0" encoding="utf-8"?>
<p:tagLst xmlns:a="http://schemas.openxmlformats.org/drawingml/2006/main" xmlns:r="http://schemas.openxmlformats.org/officeDocument/2006/relationships" xmlns:p="http://schemas.openxmlformats.org/presentationml/2006/main">
  <p:tag name="THINKCELLSHAPEDONOTDELETE" val="tO27EGSgd.VxrEx0GwyUOSg"/>
</p:tagLst>
</file>

<file path=ppt/tags/tag271.xml><?xml version="1.0" encoding="utf-8"?>
<p:tagLst xmlns:a="http://schemas.openxmlformats.org/drawingml/2006/main" xmlns:r="http://schemas.openxmlformats.org/officeDocument/2006/relationships" xmlns:p="http://schemas.openxmlformats.org/presentationml/2006/main">
  <p:tag name="THINKCELLSHAPEDONOTDELETE" val="tFuqAzPvcPCVDwR.bd8g6kw"/>
</p:tagLst>
</file>

<file path=ppt/tags/tag272.xml><?xml version="1.0" encoding="utf-8"?>
<p:tagLst xmlns:a="http://schemas.openxmlformats.org/drawingml/2006/main" xmlns:r="http://schemas.openxmlformats.org/officeDocument/2006/relationships" xmlns:p="http://schemas.openxmlformats.org/presentationml/2006/main">
  <p:tag name="THINKCELLSHAPEDONOTDELETE" val="tNvypDKV0NSqfdPvkdhIwug"/>
</p:tagLst>
</file>

<file path=ppt/tags/tag273.xml><?xml version="1.0" encoding="utf-8"?>
<p:tagLst xmlns:a="http://schemas.openxmlformats.org/drawingml/2006/main" xmlns:r="http://schemas.openxmlformats.org/officeDocument/2006/relationships" xmlns:p="http://schemas.openxmlformats.org/presentationml/2006/main">
  <p:tag name="THINKCELLSHAPEDONOTDELETE" val="tpXOs93fDBbXyx7ayMZ9PDA"/>
</p:tagLst>
</file>

<file path=ppt/tags/tag27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5.xml><?xml version="1.0" encoding="utf-8"?>
<p:tagLst xmlns:a="http://schemas.openxmlformats.org/drawingml/2006/main" xmlns:r="http://schemas.openxmlformats.org/officeDocument/2006/relationships" xmlns:p="http://schemas.openxmlformats.org/presentationml/2006/main">
  <p:tag name="THINKCELLSHAPEDONOTDELETE" val="toe7l.1B9zIgc8462gKH4wQ"/>
</p:tagLst>
</file>

<file path=ppt/tags/tag276.xml><?xml version="1.0" encoding="utf-8"?>
<p:tagLst xmlns:a="http://schemas.openxmlformats.org/drawingml/2006/main" xmlns:r="http://schemas.openxmlformats.org/officeDocument/2006/relationships" xmlns:p="http://schemas.openxmlformats.org/presentationml/2006/main">
  <p:tag name="THINKCELLSHAPEDONOTDELETE" val="tkb9D5tjhwXZxBwpjc4mbTw"/>
</p:tagLst>
</file>

<file path=ppt/tags/tag277.xml><?xml version="1.0" encoding="utf-8"?>
<p:tagLst xmlns:a="http://schemas.openxmlformats.org/drawingml/2006/main" xmlns:r="http://schemas.openxmlformats.org/officeDocument/2006/relationships" xmlns:p="http://schemas.openxmlformats.org/presentationml/2006/main">
  <p:tag name="THINKCELLSHAPEDONOTDELETE" val="tv9GiaXnb6gjWzbrJcmaOsw"/>
</p:tagLst>
</file>

<file path=ppt/tags/tag278.xml><?xml version="1.0" encoding="utf-8"?>
<p:tagLst xmlns:a="http://schemas.openxmlformats.org/drawingml/2006/main" xmlns:r="http://schemas.openxmlformats.org/officeDocument/2006/relationships" xmlns:p="http://schemas.openxmlformats.org/presentationml/2006/main">
  <p:tag name="THINKCELLSHAPEDONOTDELETE" val="t7dK6bSPoMUfPVJiujQ2DYQ"/>
</p:tagLst>
</file>

<file path=ppt/tags/tag279.xml><?xml version="1.0" encoding="utf-8"?>
<p:tagLst xmlns:a="http://schemas.openxmlformats.org/drawingml/2006/main" xmlns:r="http://schemas.openxmlformats.org/officeDocument/2006/relationships" xmlns:p="http://schemas.openxmlformats.org/presentationml/2006/main">
  <p:tag name="THINKCELLSHAPEDONOTDELETE" val="txyPyeL8xj1fexqBgj5V32A"/>
</p:tagLst>
</file>

<file path=ppt/tags/tag280.xml><?xml version="1.0" encoding="utf-8"?>
<p:tagLst xmlns:a="http://schemas.openxmlformats.org/drawingml/2006/main" xmlns:r="http://schemas.openxmlformats.org/officeDocument/2006/relationships" xmlns:p="http://schemas.openxmlformats.org/presentationml/2006/main">
  <p:tag name="THINKCELLSHAPEDONOTDELETE" val="tJeiMvhF8wTqQuMfeWTkedA"/>
</p:tagLst>
</file>

<file path=ppt/tags/tag281.xml><?xml version="1.0" encoding="utf-8"?>
<p:tagLst xmlns:a="http://schemas.openxmlformats.org/drawingml/2006/main" xmlns:r="http://schemas.openxmlformats.org/officeDocument/2006/relationships" xmlns:p="http://schemas.openxmlformats.org/presentationml/2006/main">
  <p:tag name="THINKCELLSHAPEDONOTDELETE" val="tCYOTQcTAv2EkGVdf80W2Hg"/>
</p:tagLst>
</file>

<file path=ppt/tags/tag282.xml><?xml version="1.0" encoding="utf-8"?>
<p:tagLst xmlns:a="http://schemas.openxmlformats.org/drawingml/2006/main" xmlns:r="http://schemas.openxmlformats.org/officeDocument/2006/relationships" xmlns:p="http://schemas.openxmlformats.org/presentationml/2006/main">
  <p:tag name="THINKCELLSHAPEDONOTDELETE" val="t5M0M3JDh458NnZD1nIpuQA"/>
</p:tagLst>
</file>

<file path=ppt/tags/tag283.xml><?xml version="1.0" encoding="utf-8"?>
<p:tagLst xmlns:a="http://schemas.openxmlformats.org/drawingml/2006/main" xmlns:r="http://schemas.openxmlformats.org/officeDocument/2006/relationships" xmlns:p="http://schemas.openxmlformats.org/presentationml/2006/main">
  <p:tag name="THINKCELLSHAPEDONOTDELETE" val="tpNcMAY2MpvG3xYYXAiEuyQ"/>
</p:tagLst>
</file>

<file path=ppt/tags/tag284.xml><?xml version="1.0" encoding="utf-8"?>
<p:tagLst xmlns:a="http://schemas.openxmlformats.org/drawingml/2006/main" xmlns:r="http://schemas.openxmlformats.org/officeDocument/2006/relationships" xmlns:p="http://schemas.openxmlformats.org/presentationml/2006/main">
  <p:tag name="THINKCELLSHAPEDONOTDELETE" val="tqhRbz7LGSMeXmrkSC7cnDw"/>
</p:tagLst>
</file>

<file path=ppt/tags/tag285.xml><?xml version="1.0" encoding="utf-8"?>
<p:tagLst xmlns:a="http://schemas.openxmlformats.org/drawingml/2006/main" xmlns:r="http://schemas.openxmlformats.org/officeDocument/2006/relationships" xmlns:p="http://schemas.openxmlformats.org/presentationml/2006/main">
  <p:tag name="THINKCELLSHAPEDONOTDELETE" val="toIcVqeDU53eSBINGF8Aulg"/>
</p:tagLst>
</file>

<file path=ppt/tags/tag286.xml><?xml version="1.0" encoding="utf-8"?>
<p:tagLst xmlns:a="http://schemas.openxmlformats.org/drawingml/2006/main" xmlns:r="http://schemas.openxmlformats.org/officeDocument/2006/relationships" xmlns:p="http://schemas.openxmlformats.org/presentationml/2006/main">
  <p:tag name="THINKCELLSHAPEDONOTDELETE" val="tBCbb5GGVkW_lF9jS7.pINQ"/>
</p:tagLst>
</file>

<file path=ppt/tags/tag287.xml><?xml version="1.0" encoding="utf-8"?>
<p:tagLst xmlns:a="http://schemas.openxmlformats.org/drawingml/2006/main" xmlns:r="http://schemas.openxmlformats.org/officeDocument/2006/relationships" xmlns:p="http://schemas.openxmlformats.org/presentationml/2006/main">
  <p:tag name="THINKCELLSHAPEDONOTDELETE" val="tj_jo4rrchP.MgRqRPAgc6Q"/>
</p:tagLst>
</file>

<file path=ppt/tags/tag288.xml><?xml version="1.0" encoding="utf-8"?>
<p:tagLst xmlns:a="http://schemas.openxmlformats.org/drawingml/2006/main" xmlns:r="http://schemas.openxmlformats.org/officeDocument/2006/relationships" xmlns:p="http://schemas.openxmlformats.org/presentationml/2006/main">
  <p:tag name="THINKCELLSHAPEDONOTDELETE" val="ttx.9yPp0eRcwmzITbiy.aQ"/>
</p:tagLst>
</file>

<file path=ppt/tags/tag289.xml><?xml version="1.0" encoding="utf-8"?>
<p:tagLst xmlns:a="http://schemas.openxmlformats.org/drawingml/2006/main" xmlns:r="http://schemas.openxmlformats.org/officeDocument/2006/relationships" xmlns:p="http://schemas.openxmlformats.org/presentationml/2006/main">
  <p:tag name="THINKCELLSHAPEDONOTDELETE" val="tyWJf6ijS7OYfVtJiEastFw"/>
</p:tagLst>
</file>

<file path=ppt/tags/tag290.xml><?xml version="1.0" encoding="utf-8"?>
<p:tagLst xmlns:a="http://schemas.openxmlformats.org/drawingml/2006/main" xmlns:r="http://schemas.openxmlformats.org/officeDocument/2006/relationships" xmlns:p="http://schemas.openxmlformats.org/presentationml/2006/main">
  <p:tag name="THINKCELLSHAPEDONOTDELETE" val="tzRW47VlZhJ3aOOITuphfaQ"/>
</p:tagLst>
</file>

<file path=ppt/tags/tag291.xml><?xml version="1.0" encoding="utf-8"?>
<p:tagLst xmlns:a="http://schemas.openxmlformats.org/drawingml/2006/main" xmlns:r="http://schemas.openxmlformats.org/officeDocument/2006/relationships" xmlns:p="http://schemas.openxmlformats.org/presentationml/2006/main">
  <p:tag name="THINKCELLSHAPEDONOTDELETE" val="tzpBfFMhfrsdNiMRRUEDGPw"/>
</p:tagLst>
</file>

<file path=ppt/tags/tag292.xml><?xml version="1.0" encoding="utf-8"?>
<p:tagLst xmlns:a="http://schemas.openxmlformats.org/drawingml/2006/main" xmlns:r="http://schemas.openxmlformats.org/officeDocument/2006/relationships" xmlns:p="http://schemas.openxmlformats.org/presentationml/2006/main">
  <p:tag name="THINKCELLSHAPEDONOTDELETE" val="tqEInBow75YnEmG3OKs0dVQ"/>
</p:tagLst>
</file>

<file path=ppt/tags/tag293.xml><?xml version="1.0" encoding="utf-8"?>
<p:tagLst xmlns:a="http://schemas.openxmlformats.org/drawingml/2006/main" xmlns:r="http://schemas.openxmlformats.org/officeDocument/2006/relationships" xmlns:p="http://schemas.openxmlformats.org/presentationml/2006/main">
  <p:tag name="THINKCELLSHAPEDONOTDELETE" val="tYQORLfecyORUjxkqDg0Y1g"/>
</p:tagLst>
</file>

<file path=ppt/tags/tag294.xml><?xml version="1.0" encoding="utf-8"?>
<p:tagLst xmlns:a="http://schemas.openxmlformats.org/drawingml/2006/main" xmlns:r="http://schemas.openxmlformats.org/officeDocument/2006/relationships" xmlns:p="http://schemas.openxmlformats.org/presentationml/2006/main">
  <p:tag name="THINKCELLSHAPEDONOTDELETE" val="te5DzVE_3mFqaZ71UUHpZKg"/>
</p:tagLst>
</file>

<file path=ppt/tags/tag295.xml><?xml version="1.0" encoding="utf-8"?>
<p:tagLst xmlns:a="http://schemas.openxmlformats.org/drawingml/2006/main" xmlns:r="http://schemas.openxmlformats.org/officeDocument/2006/relationships" xmlns:p="http://schemas.openxmlformats.org/presentationml/2006/main">
  <p:tag name="THINKCELLSHAPEDONOTDELETE" val="t7cWcidQNIYFXDQ_2icn15g"/>
</p:tagLst>
</file>

<file path=ppt/tags/tag296.xml><?xml version="1.0" encoding="utf-8"?>
<p:tagLst xmlns:a="http://schemas.openxmlformats.org/drawingml/2006/main" xmlns:r="http://schemas.openxmlformats.org/officeDocument/2006/relationships" xmlns:p="http://schemas.openxmlformats.org/presentationml/2006/main">
  <p:tag name="THINKCELLSHAPEDONOTDELETE" val="t84FoBekBA5BSzuaNBnMU1w"/>
</p:tagLst>
</file>

<file path=ppt/tags/tag297.xml><?xml version="1.0" encoding="utf-8"?>
<p:tagLst xmlns:a="http://schemas.openxmlformats.org/drawingml/2006/main" xmlns:r="http://schemas.openxmlformats.org/officeDocument/2006/relationships" xmlns:p="http://schemas.openxmlformats.org/presentationml/2006/main">
  <p:tag name="THINKCELLSHAPEDONOTDELETE" val="tYtt_mjDjh9l80iQKQEnikg"/>
</p:tagLst>
</file>

<file path=ppt/tags/tag298.xml><?xml version="1.0" encoding="utf-8"?>
<p:tagLst xmlns:a="http://schemas.openxmlformats.org/drawingml/2006/main" xmlns:r="http://schemas.openxmlformats.org/officeDocument/2006/relationships" xmlns:p="http://schemas.openxmlformats.org/presentationml/2006/main">
  <p:tag name="THINKCELLSHAPEDONOTDELETE" val="t9x_6iLFUIUdd7N08RwRMog"/>
</p:tagLst>
</file>

<file path=ppt/tags/tag299.xml><?xml version="1.0" encoding="utf-8"?>
<p:tagLst xmlns:a="http://schemas.openxmlformats.org/drawingml/2006/main" xmlns:r="http://schemas.openxmlformats.org/officeDocument/2006/relationships" xmlns:p="http://schemas.openxmlformats.org/presentationml/2006/main">
  <p:tag name="THINKCELLSHAPEDONOTDELETE" val="tyvaa7sE_YA7yyy0AzSG51A"/>
</p:tagLst>
</file>

<file path=ppt/tags/tag300.xml><?xml version="1.0" encoding="utf-8"?>
<p:tagLst xmlns:a="http://schemas.openxmlformats.org/drawingml/2006/main" xmlns:r="http://schemas.openxmlformats.org/officeDocument/2006/relationships" xmlns:p="http://schemas.openxmlformats.org/presentationml/2006/main">
  <p:tag name="THINKCELLSHAPEDONOTDELETE" val="tg9mgXJJMU3lX58QzOmuWHg"/>
</p:tagLst>
</file>

<file path=ppt/tags/tag301.xml><?xml version="1.0" encoding="utf-8"?>
<p:tagLst xmlns:a="http://schemas.openxmlformats.org/drawingml/2006/main" xmlns:r="http://schemas.openxmlformats.org/officeDocument/2006/relationships" xmlns:p="http://schemas.openxmlformats.org/presentationml/2006/main">
  <p:tag name="THINKCELLSHAPEDONOTDELETE" val="tivggAv2P7MtJbMCXB5QeBQ"/>
</p:tagLst>
</file>

<file path=ppt/tags/tag302.xml><?xml version="1.0" encoding="utf-8"?>
<p:tagLst xmlns:a="http://schemas.openxmlformats.org/drawingml/2006/main" xmlns:r="http://schemas.openxmlformats.org/officeDocument/2006/relationships" xmlns:p="http://schemas.openxmlformats.org/presentationml/2006/main">
  <p:tag name="THINKCELLSHAPEDONOTDELETE" val="tBvcmNEDmwKyvSGJB9RhtvA"/>
</p:tagLst>
</file>

<file path=ppt/tags/tag303.xml><?xml version="1.0" encoding="utf-8"?>
<p:tagLst xmlns:a="http://schemas.openxmlformats.org/drawingml/2006/main" xmlns:r="http://schemas.openxmlformats.org/officeDocument/2006/relationships" xmlns:p="http://schemas.openxmlformats.org/presentationml/2006/main">
  <p:tag name="THINKCELLSHAPEDONOTDELETE" val="tGi4TjPc.FRU4S1VBpRV9Mw"/>
</p:tagLst>
</file>

<file path=ppt/tags/tag304.xml><?xml version="1.0" encoding="utf-8"?>
<p:tagLst xmlns:a="http://schemas.openxmlformats.org/drawingml/2006/main" xmlns:r="http://schemas.openxmlformats.org/officeDocument/2006/relationships" xmlns:p="http://schemas.openxmlformats.org/presentationml/2006/main">
  <p:tag name="THINKCELLSHAPEDONOTDELETE" val="tPBwo6quOWa1brYhSRbiD5A"/>
</p:tagLst>
</file>

<file path=ppt/tags/tag305.xml><?xml version="1.0" encoding="utf-8"?>
<p:tagLst xmlns:a="http://schemas.openxmlformats.org/drawingml/2006/main" xmlns:r="http://schemas.openxmlformats.org/officeDocument/2006/relationships" xmlns:p="http://schemas.openxmlformats.org/presentationml/2006/main">
  <p:tag name="THINKCELLSHAPEDONOTDELETE" val="tJCkXjGnE0w8PQaSWMjgiug"/>
</p:tagLst>
</file>

<file path=ppt/tags/tag306.xml><?xml version="1.0" encoding="utf-8"?>
<p:tagLst xmlns:a="http://schemas.openxmlformats.org/drawingml/2006/main" xmlns:r="http://schemas.openxmlformats.org/officeDocument/2006/relationships" xmlns:p="http://schemas.openxmlformats.org/presentationml/2006/main">
  <p:tag name="THINKCELLSHAPEDONOTDELETE" val="t13iwqx6Vo4z9lkp2ub.nrQ"/>
</p:tagLst>
</file>

<file path=ppt/tags/tag307.xml><?xml version="1.0" encoding="utf-8"?>
<p:tagLst xmlns:a="http://schemas.openxmlformats.org/drawingml/2006/main" xmlns:r="http://schemas.openxmlformats.org/officeDocument/2006/relationships" xmlns:p="http://schemas.openxmlformats.org/presentationml/2006/main">
  <p:tag name="THINKCELLSHAPEDONOTDELETE" val="td5h2OSyFgdRZw_jeFAV4uQ"/>
</p:tagLst>
</file>

<file path=ppt/tags/tag308.xml><?xml version="1.0" encoding="utf-8"?>
<p:tagLst xmlns:a="http://schemas.openxmlformats.org/drawingml/2006/main" xmlns:r="http://schemas.openxmlformats.org/officeDocument/2006/relationships" xmlns:p="http://schemas.openxmlformats.org/presentationml/2006/main">
  <p:tag name="THINKCELLSHAPEDONOTDELETE" val="tJqZ.F1yCW67bmlnJf9Krig"/>
</p:tagLst>
</file>

<file path=ppt/tags/tag30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1.xml><?xml version="1.0" encoding="utf-8"?>
<p:tagLst xmlns:a="http://schemas.openxmlformats.org/drawingml/2006/main" xmlns:r="http://schemas.openxmlformats.org/officeDocument/2006/relationships" xmlns:p="http://schemas.openxmlformats.org/presentationml/2006/main">
  <p:tag name="THINKCELLSHAPEDONOTDELETE" val="tG.DlMHBRkZoZWuWpcCck2w"/>
</p:tagLst>
</file>

<file path=ppt/tags/tag312.xml><?xml version="1.0" encoding="utf-8"?>
<p:tagLst xmlns:a="http://schemas.openxmlformats.org/drawingml/2006/main" xmlns:r="http://schemas.openxmlformats.org/officeDocument/2006/relationships" xmlns:p="http://schemas.openxmlformats.org/presentationml/2006/main">
  <p:tag name="THINKCELLSHAPEDONOTDELETE" val="tnw3dZ6qKPUa5DfqScn28lw"/>
</p:tagLst>
</file>

<file path=ppt/tags/tag313.xml><?xml version="1.0" encoding="utf-8"?>
<p:tagLst xmlns:a="http://schemas.openxmlformats.org/drawingml/2006/main" xmlns:r="http://schemas.openxmlformats.org/officeDocument/2006/relationships" xmlns:p="http://schemas.openxmlformats.org/presentationml/2006/main">
  <p:tag name="THINKCELLSHAPEDONOTDELETE" val="tq.gHWYD0rhFzjhSmG2O4HA"/>
</p:tagLst>
</file>

<file path=ppt/tags/tag314.xml><?xml version="1.0" encoding="utf-8"?>
<p:tagLst xmlns:a="http://schemas.openxmlformats.org/drawingml/2006/main" xmlns:r="http://schemas.openxmlformats.org/officeDocument/2006/relationships" xmlns:p="http://schemas.openxmlformats.org/presentationml/2006/main">
  <p:tag name="THINKCELLSHAPEDONOTDELETE" val="t_5gvs_jdt1TLBdvDXNDzGA"/>
</p:tagLst>
</file>

<file path=ppt/tags/tag315.xml><?xml version="1.0" encoding="utf-8"?>
<p:tagLst xmlns:a="http://schemas.openxmlformats.org/drawingml/2006/main" xmlns:r="http://schemas.openxmlformats.org/officeDocument/2006/relationships" xmlns:p="http://schemas.openxmlformats.org/presentationml/2006/main">
  <p:tag name="THINKCELLSHAPEDONOTDELETE" val="tCAj7I.mlQSBokr_G7vmvbg"/>
</p:tagLst>
</file>

<file path=ppt/tags/tag316.xml><?xml version="1.0" encoding="utf-8"?>
<p:tagLst xmlns:a="http://schemas.openxmlformats.org/drawingml/2006/main" xmlns:r="http://schemas.openxmlformats.org/officeDocument/2006/relationships" xmlns:p="http://schemas.openxmlformats.org/presentationml/2006/main">
  <p:tag name="THINKCELLSHAPEDONOTDELETE" val="t1sSa4hszCrLhdX4ZGryYJg"/>
</p:tagLst>
</file>

<file path=ppt/tags/tag317.xml><?xml version="1.0" encoding="utf-8"?>
<p:tagLst xmlns:a="http://schemas.openxmlformats.org/drawingml/2006/main" xmlns:r="http://schemas.openxmlformats.org/officeDocument/2006/relationships" xmlns:p="http://schemas.openxmlformats.org/presentationml/2006/main">
  <p:tag name="THINKCELLSHAPEDONOTDELETE" val="tGwWRxaLJv.ZbHCiley1EmA"/>
</p:tagLst>
</file>

<file path=ppt/tags/tag3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0.xml><?xml version="1.0" encoding="utf-8"?>
<p:tagLst xmlns:a="http://schemas.openxmlformats.org/drawingml/2006/main" xmlns:r="http://schemas.openxmlformats.org/officeDocument/2006/relationships" xmlns:p="http://schemas.openxmlformats.org/presentationml/2006/main">
  <p:tag name="THINKCELLSHAPEDONOTDELETE" val="tG.DlMHBRkZoZWuWpcCck2w"/>
</p:tagLst>
</file>

<file path=ppt/tags/tag321.xml><?xml version="1.0" encoding="utf-8"?>
<p:tagLst xmlns:a="http://schemas.openxmlformats.org/drawingml/2006/main" xmlns:r="http://schemas.openxmlformats.org/officeDocument/2006/relationships" xmlns:p="http://schemas.openxmlformats.org/presentationml/2006/main">
  <p:tag name="THINKCELLSHAPEDONOTDELETE" val="t6cwbOsQKXnbOX.Bvmhr1EQ"/>
</p:tagLst>
</file>

<file path=ppt/tags/tag322.xml><?xml version="1.0" encoding="utf-8"?>
<p:tagLst xmlns:a="http://schemas.openxmlformats.org/drawingml/2006/main" xmlns:r="http://schemas.openxmlformats.org/officeDocument/2006/relationships" xmlns:p="http://schemas.openxmlformats.org/presentationml/2006/main">
  <p:tag name="THINKCELLSHAPEDONOTDELETE" val="tjV15e5q1.K6udJIBwF0Mvw"/>
</p:tagLst>
</file>

<file path=ppt/tags/tag323.xml><?xml version="1.0" encoding="utf-8"?>
<p:tagLst xmlns:a="http://schemas.openxmlformats.org/drawingml/2006/main" xmlns:r="http://schemas.openxmlformats.org/officeDocument/2006/relationships" xmlns:p="http://schemas.openxmlformats.org/presentationml/2006/main">
  <p:tag name="THINKCELLSHAPEDONOTDELETE" val="t8LNxInbd6CbuKcUISGZ7nQ"/>
</p:tagLst>
</file>

<file path=ppt/tags/tag324.xml><?xml version="1.0" encoding="utf-8"?>
<p:tagLst xmlns:a="http://schemas.openxmlformats.org/drawingml/2006/main" xmlns:r="http://schemas.openxmlformats.org/officeDocument/2006/relationships" xmlns:p="http://schemas.openxmlformats.org/presentationml/2006/main">
  <p:tag name="THINKCELLSHAPEDONOTDELETE" val="t3Y135HJ8VqyDQVLyGDfTFQ"/>
</p:tagLst>
</file>

<file path=ppt/tags/tag325.xml><?xml version="1.0" encoding="utf-8"?>
<p:tagLst xmlns:a="http://schemas.openxmlformats.org/drawingml/2006/main" xmlns:r="http://schemas.openxmlformats.org/officeDocument/2006/relationships" xmlns:p="http://schemas.openxmlformats.org/presentationml/2006/main">
  <p:tag name="THINKCELLSHAPEDONOTDELETE" val="tD70rokOxxQ2hC75IjTpwtg"/>
</p:tagLst>
</file>

<file path=ppt/tags/tag326.xml><?xml version="1.0" encoding="utf-8"?>
<p:tagLst xmlns:a="http://schemas.openxmlformats.org/drawingml/2006/main" xmlns:r="http://schemas.openxmlformats.org/officeDocument/2006/relationships" xmlns:p="http://schemas.openxmlformats.org/presentationml/2006/main">
  <p:tag name="THINKCELLSHAPEDONOTDELETE" val="tTiJ1YRtp4AsCKde8XzpPeA"/>
</p:tagLst>
</file>

<file path=ppt/tags/tag3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0.xml><?xml version="1.0" encoding="utf-8"?>
<p:tagLst xmlns:a="http://schemas.openxmlformats.org/drawingml/2006/main" xmlns:r="http://schemas.openxmlformats.org/officeDocument/2006/relationships" xmlns:p="http://schemas.openxmlformats.org/presentationml/2006/main">
  <p:tag name="THINKCELLSHAPEDONOTDELETE" val="tc7PaYALoSB.Jtr6VNTRbWQ"/>
</p:tagLst>
</file>

<file path=ppt/tags/tag3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4.xml><?xml version="1.0" encoding="utf-8"?>
<p:tagLst xmlns:a="http://schemas.openxmlformats.org/drawingml/2006/main" xmlns:r="http://schemas.openxmlformats.org/officeDocument/2006/relationships" xmlns:p="http://schemas.openxmlformats.org/presentationml/2006/main">
  <p:tag name="THINKCELLSHAPEDONOTDELETE" val="t2J1GIW8of5hYJFxUdqpeiA"/>
</p:tagLst>
</file>

<file path=ppt/tags/tag3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6.xml><?xml version="1.0" encoding="utf-8"?>
<p:tagLst xmlns:a="http://schemas.openxmlformats.org/drawingml/2006/main" xmlns:r="http://schemas.openxmlformats.org/officeDocument/2006/relationships" xmlns:p="http://schemas.openxmlformats.org/presentationml/2006/main">
  <p:tag name="THINKCELLSHAPEDONOTDELETE" val="pT23nl5qKO0.baD4K1sOriw"/>
</p:tagLst>
</file>

<file path=ppt/tags/tag3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9.xml><?xml version="1.0" encoding="utf-8"?>
<p:tagLst xmlns:a="http://schemas.openxmlformats.org/drawingml/2006/main" xmlns:r="http://schemas.openxmlformats.org/officeDocument/2006/relationships" xmlns:p="http://schemas.openxmlformats.org/presentationml/2006/main">
  <p:tag name="THINKCELLSHAPEDONOTDELETE" val="tYGqC6AHbeUGMYLe5Kre0CQ"/>
</p:tagLst>
</file>

<file path=ppt/tags/tag340.xml><?xml version="1.0" encoding="utf-8"?>
<p:tagLst xmlns:a="http://schemas.openxmlformats.org/drawingml/2006/main" xmlns:r="http://schemas.openxmlformats.org/officeDocument/2006/relationships" xmlns:p="http://schemas.openxmlformats.org/presentationml/2006/main">
  <p:tag name="LTOP" val=" 100.375"/>
  <p:tag name="LLEFT" val=" 9.75"/>
  <p:tag name="THINKCELLSHAPEDONOTDELETE" val="pWCsfTxlGoU6aV6NM_bXkxQ"/>
</p:tagLst>
</file>

<file path=ppt/tags/tag341.xml><?xml version="1.0" encoding="utf-8"?>
<p:tagLst xmlns:a="http://schemas.openxmlformats.org/drawingml/2006/main" xmlns:r="http://schemas.openxmlformats.org/officeDocument/2006/relationships" xmlns:p="http://schemas.openxmlformats.org/presentationml/2006/main">
  <p:tag name="NAME" val="RectangleText"/>
  <p:tag name="THINKCELLSHAPEDONOTDELETE" val="pd6YlZ6zoIUGsM2p6TkqVvg"/>
</p:tagLst>
</file>

<file path=ppt/tags/tag342.xml><?xml version="1.0" encoding="utf-8"?>
<p:tagLst xmlns:a="http://schemas.openxmlformats.org/drawingml/2006/main" xmlns:r="http://schemas.openxmlformats.org/officeDocument/2006/relationships" xmlns:p="http://schemas.openxmlformats.org/presentationml/2006/main">
  <p:tag name="NAME" val="RectangleText"/>
  <p:tag name="THINKCELLSHAPEDONOTDELETE" val="pqZK6y9FEgEuQkZHjGA4pgQ"/>
</p:tagLst>
</file>

<file path=ppt/tags/tag343.xml><?xml version="1.0" encoding="utf-8"?>
<p:tagLst xmlns:a="http://schemas.openxmlformats.org/drawingml/2006/main" xmlns:r="http://schemas.openxmlformats.org/officeDocument/2006/relationships" xmlns:p="http://schemas.openxmlformats.org/presentationml/2006/main">
  <p:tag name="NAME" val="RectangleText"/>
  <p:tag name="THINKCELLSHAPEDONOTDELETE" val="pWE.fMIkihESW0YZswwRsIQ"/>
</p:tagLst>
</file>

<file path=ppt/tags/tag344.xml><?xml version="1.0" encoding="utf-8"?>
<p:tagLst xmlns:a="http://schemas.openxmlformats.org/drawingml/2006/main" xmlns:r="http://schemas.openxmlformats.org/officeDocument/2006/relationships" xmlns:p="http://schemas.openxmlformats.org/presentationml/2006/main">
  <p:tag name="NAME" val="RectangleText"/>
  <p:tag name="THINKCELLSHAPEDONOTDELETE" val="pGxmoNX5Ugkqr2N2nPUTwXA"/>
</p:tagLst>
</file>

<file path=ppt/tags/tag345.xml><?xml version="1.0" encoding="utf-8"?>
<p:tagLst xmlns:a="http://schemas.openxmlformats.org/drawingml/2006/main" xmlns:r="http://schemas.openxmlformats.org/officeDocument/2006/relationships" xmlns:p="http://schemas.openxmlformats.org/presentationml/2006/main">
  <p:tag name="NAME" val="RectangleText"/>
  <p:tag name="THINKCELLSHAPEDONOTDELETE" val="pG6sQFAIqpUC5FxUT6v0N2Q"/>
</p:tagLst>
</file>

<file path=ppt/tags/tag346.xml><?xml version="1.0" encoding="utf-8"?>
<p:tagLst xmlns:a="http://schemas.openxmlformats.org/drawingml/2006/main" xmlns:r="http://schemas.openxmlformats.org/officeDocument/2006/relationships" xmlns:p="http://schemas.openxmlformats.org/presentationml/2006/main">
  <p:tag name="NAME" val="RectangleShape"/>
  <p:tag name="THINKCELLSHAPEDONOTDELETE" val="pKyvMIYhxqkqvy8.GEGuWjA"/>
</p:tagLst>
</file>

<file path=ppt/tags/tag3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0.xml><?xml version="1.0" encoding="utf-8"?>
<p:tagLst xmlns:a="http://schemas.openxmlformats.org/drawingml/2006/main" xmlns:r="http://schemas.openxmlformats.org/officeDocument/2006/relationships" xmlns:p="http://schemas.openxmlformats.org/presentationml/2006/main">
  <p:tag name="THINKCELLSHAPEDONOTDELETE" val="thJyYpJdepYieSE9oC4qVtQ"/>
</p:tagLst>
</file>

<file path=ppt/tags/tag3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3.xml><?xml version="1.0" encoding="utf-8"?>
<p:tagLst xmlns:a="http://schemas.openxmlformats.org/drawingml/2006/main" xmlns:r="http://schemas.openxmlformats.org/officeDocument/2006/relationships" xmlns:p="http://schemas.openxmlformats.org/presentationml/2006/main">
  <p:tag name="THINKCELLSHAPEDONOTDELETE" val="tin2208xhcEr9KGcohrIOhw"/>
</p:tagLst>
</file>

<file path=ppt/tags/tag354.xml><?xml version="1.0" encoding="utf-8"?>
<p:tagLst xmlns:a="http://schemas.openxmlformats.org/drawingml/2006/main" xmlns:r="http://schemas.openxmlformats.org/officeDocument/2006/relationships" xmlns:p="http://schemas.openxmlformats.org/presentationml/2006/main">
  <p:tag name="THINKCELLSHAPEDONOTDELETE" val="tsoNUC_Eq1yM1RI_eBZsOuw"/>
</p:tagLst>
</file>

<file path=ppt/tags/tag355.xml><?xml version="1.0" encoding="utf-8"?>
<p:tagLst xmlns:a="http://schemas.openxmlformats.org/drawingml/2006/main" xmlns:r="http://schemas.openxmlformats.org/officeDocument/2006/relationships" xmlns:p="http://schemas.openxmlformats.org/presentationml/2006/main">
  <p:tag name="THINKCELLSHAPEDONOTDELETE" val="tcZN7lxQfUmOVYxyI2xHT.w"/>
</p:tagLst>
</file>

<file path=ppt/tags/tag356.xml><?xml version="1.0" encoding="utf-8"?>
<p:tagLst xmlns:a="http://schemas.openxmlformats.org/drawingml/2006/main" xmlns:r="http://schemas.openxmlformats.org/officeDocument/2006/relationships" xmlns:p="http://schemas.openxmlformats.org/presentationml/2006/main">
  <p:tag name="THINKCELLSHAPEDONOTDELETE" val="tca4NZSYy.jWd1Rl4tusgJA"/>
</p:tagLst>
</file>

<file path=ppt/tags/tag357.xml><?xml version="1.0" encoding="utf-8"?>
<p:tagLst xmlns:a="http://schemas.openxmlformats.org/drawingml/2006/main" xmlns:r="http://schemas.openxmlformats.org/officeDocument/2006/relationships" xmlns:p="http://schemas.openxmlformats.org/presentationml/2006/main">
  <p:tag name="THINKCELLSHAPEDONOTDELETE" val="txuxNwLv.xjU0KevnIDUAIQ"/>
</p:tagLst>
</file>

<file path=ppt/tags/tag358.xml><?xml version="1.0" encoding="utf-8"?>
<p:tagLst xmlns:a="http://schemas.openxmlformats.org/drawingml/2006/main" xmlns:r="http://schemas.openxmlformats.org/officeDocument/2006/relationships" xmlns:p="http://schemas.openxmlformats.org/presentationml/2006/main">
  <p:tag name="THINKCELLSHAPEDONOTDELETE" val="tg3yswTTAqJltBbZyxYZfWA"/>
</p:tagLst>
</file>

<file path=ppt/tags/tag359.xml><?xml version="1.0" encoding="utf-8"?>
<p:tagLst xmlns:a="http://schemas.openxmlformats.org/drawingml/2006/main" xmlns:r="http://schemas.openxmlformats.org/officeDocument/2006/relationships" xmlns:p="http://schemas.openxmlformats.org/presentationml/2006/main">
  <p:tag name="THINKCELLSHAPEDONOTDELETE" val="tuS9UbXP_sSYlT41GaH0bbw"/>
</p:tagLst>
</file>

<file path=ppt/tags/tag360.xml><?xml version="1.0" encoding="utf-8"?>
<p:tagLst xmlns:a="http://schemas.openxmlformats.org/drawingml/2006/main" xmlns:r="http://schemas.openxmlformats.org/officeDocument/2006/relationships" xmlns:p="http://schemas.openxmlformats.org/presentationml/2006/main">
  <p:tag name="THINKCELLSHAPEDONOTDELETE" val="t.Ab4ENOyhRKBznyXi0tLbg"/>
</p:tagLst>
</file>

<file path=ppt/tags/tag361.xml><?xml version="1.0" encoding="utf-8"?>
<p:tagLst xmlns:a="http://schemas.openxmlformats.org/drawingml/2006/main" xmlns:r="http://schemas.openxmlformats.org/officeDocument/2006/relationships" xmlns:p="http://schemas.openxmlformats.org/presentationml/2006/main">
  <p:tag name="THINKCELLSHAPEDONOTDELETE" val="tVABGNAMEBCkTw.JE9o4QAg"/>
</p:tagLst>
</file>

<file path=ppt/tags/tag362.xml><?xml version="1.0" encoding="utf-8"?>
<p:tagLst xmlns:a="http://schemas.openxmlformats.org/drawingml/2006/main" xmlns:r="http://schemas.openxmlformats.org/officeDocument/2006/relationships" xmlns:p="http://schemas.openxmlformats.org/presentationml/2006/main">
  <p:tag name="THINKCELLSHAPEDONOTDELETE" val="tuYzxDUUwmqIUFcbTJLdEmQ"/>
</p:tagLst>
</file>

<file path=ppt/tags/tag363.xml><?xml version="1.0" encoding="utf-8"?>
<p:tagLst xmlns:a="http://schemas.openxmlformats.org/drawingml/2006/main" xmlns:r="http://schemas.openxmlformats.org/officeDocument/2006/relationships" xmlns:p="http://schemas.openxmlformats.org/presentationml/2006/main">
  <p:tag name="THINKCELLSHAPEDONOTDELETE" val="tjNIZmO_3AM8bjidqh.aFmg"/>
</p:tagLst>
</file>

<file path=ppt/tags/tag364.xml><?xml version="1.0" encoding="utf-8"?>
<p:tagLst xmlns:a="http://schemas.openxmlformats.org/drawingml/2006/main" xmlns:r="http://schemas.openxmlformats.org/officeDocument/2006/relationships" xmlns:p="http://schemas.openxmlformats.org/presentationml/2006/main">
  <p:tag name="THINKCELLSHAPEDONOTDELETE" val="tLwE5_F_vD36GpSLVGFvNbQ"/>
</p:tagLst>
</file>

<file path=ppt/tags/tag365.xml><?xml version="1.0" encoding="utf-8"?>
<p:tagLst xmlns:a="http://schemas.openxmlformats.org/drawingml/2006/main" xmlns:r="http://schemas.openxmlformats.org/officeDocument/2006/relationships" xmlns:p="http://schemas.openxmlformats.org/presentationml/2006/main">
  <p:tag name="THINKCELLSHAPEDONOTDELETE" val="tDHJRt5b_nHrHPGc1LVH8_Q"/>
</p:tagLst>
</file>

<file path=ppt/tags/tag366.xml><?xml version="1.0" encoding="utf-8"?>
<p:tagLst xmlns:a="http://schemas.openxmlformats.org/drawingml/2006/main" xmlns:r="http://schemas.openxmlformats.org/officeDocument/2006/relationships" xmlns:p="http://schemas.openxmlformats.org/presentationml/2006/main">
  <p:tag name="THINKCELLSHAPEDONOTDELETE" val="tzYVa2RVJi3FU.z8EvUjEOA"/>
</p:tagLst>
</file>

<file path=ppt/tags/tag367.xml><?xml version="1.0" encoding="utf-8"?>
<p:tagLst xmlns:a="http://schemas.openxmlformats.org/drawingml/2006/main" xmlns:r="http://schemas.openxmlformats.org/officeDocument/2006/relationships" xmlns:p="http://schemas.openxmlformats.org/presentationml/2006/main">
  <p:tag name="THINKCELLSHAPEDONOTDELETE" val="t7MrDFBU4ZhUj_uSwz4urAQ"/>
</p:tagLst>
</file>

<file path=ppt/tags/tag368.xml><?xml version="1.0" encoding="utf-8"?>
<p:tagLst xmlns:a="http://schemas.openxmlformats.org/drawingml/2006/main" xmlns:r="http://schemas.openxmlformats.org/officeDocument/2006/relationships" xmlns:p="http://schemas.openxmlformats.org/presentationml/2006/main">
  <p:tag name="THINKCELLSHAPEDONOTDELETE" val="tjNkC8z90iG6v.pZTVMem.g"/>
</p:tagLst>
</file>

<file path=ppt/tags/tag369.xml><?xml version="1.0" encoding="utf-8"?>
<p:tagLst xmlns:a="http://schemas.openxmlformats.org/drawingml/2006/main" xmlns:r="http://schemas.openxmlformats.org/officeDocument/2006/relationships" xmlns:p="http://schemas.openxmlformats.org/presentationml/2006/main">
  <p:tag name="THINKCELLSHAPEDONOTDELETE" val="tzZ3AHm7pbxWT0C_NwjSQlA"/>
</p:tagLst>
</file>

<file path=ppt/tags/tag370.xml><?xml version="1.0" encoding="utf-8"?>
<p:tagLst xmlns:a="http://schemas.openxmlformats.org/drawingml/2006/main" xmlns:r="http://schemas.openxmlformats.org/officeDocument/2006/relationships" xmlns:p="http://schemas.openxmlformats.org/presentationml/2006/main">
  <p:tag name="THINKCELLSHAPEDONOTDELETE" val="tHeN_3tiFSk6KmkvLBElAWA"/>
</p:tagLst>
</file>

<file path=ppt/tags/tag371.xml><?xml version="1.0" encoding="utf-8"?>
<p:tagLst xmlns:a="http://schemas.openxmlformats.org/drawingml/2006/main" xmlns:r="http://schemas.openxmlformats.org/officeDocument/2006/relationships" xmlns:p="http://schemas.openxmlformats.org/presentationml/2006/main">
  <p:tag name="THINKCELLSHAPEDONOTDELETE" val="t9nQWSWDGZVnZJs_Vxs1jWA"/>
</p:tagLst>
</file>

<file path=ppt/tags/tag372.xml><?xml version="1.0" encoding="utf-8"?>
<p:tagLst xmlns:a="http://schemas.openxmlformats.org/drawingml/2006/main" xmlns:r="http://schemas.openxmlformats.org/officeDocument/2006/relationships" xmlns:p="http://schemas.openxmlformats.org/presentationml/2006/main">
  <p:tag name="THINKCELLSHAPEDONOTDELETE" val="tmIpW3TGczxCCaSocyIKawA"/>
</p:tagLst>
</file>

<file path=ppt/tags/tag373.xml><?xml version="1.0" encoding="utf-8"?>
<p:tagLst xmlns:a="http://schemas.openxmlformats.org/drawingml/2006/main" xmlns:r="http://schemas.openxmlformats.org/officeDocument/2006/relationships" xmlns:p="http://schemas.openxmlformats.org/presentationml/2006/main">
  <p:tag name="THINKCELLSHAPEDONOTDELETE" val="txjWTitAbnXYreipkZReReA"/>
</p:tagLst>
</file>

<file path=ppt/tags/tag374.xml><?xml version="1.0" encoding="utf-8"?>
<p:tagLst xmlns:a="http://schemas.openxmlformats.org/drawingml/2006/main" xmlns:r="http://schemas.openxmlformats.org/officeDocument/2006/relationships" xmlns:p="http://schemas.openxmlformats.org/presentationml/2006/main">
  <p:tag name="THINKCELLSHAPEDONOTDELETE" val="tTTL7HGGytEMCciChvBDG1Q"/>
</p:tagLst>
</file>

<file path=ppt/tags/tag375.xml><?xml version="1.0" encoding="utf-8"?>
<p:tagLst xmlns:a="http://schemas.openxmlformats.org/drawingml/2006/main" xmlns:r="http://schemas.openxmlformats.org/officeDocument/2006/relationships" xmlns:p="http://schemas.openxmlformats.org/presentationml/2006/main">
  <p:tag name="THINKCELLSHAPEDONOTDELETE" val="tRkJdbXc93aQEnH98hxHrRQ"/>
</p:tagLst>
</file>

<file path=ppt/tags/tag376.xml><?xml version="1.0" encoding="utf-8"?>
<p:tagLst xmlns:a="http://schemas.openxmlformats.org/drawingml/2006/main" xmlns:r="http://schemas.openxmlformats.org/officeDocument/2006/relationships" xmlns:p="http://schemas.openxmlformats.org/presentationml/2006/main">
  <p:tag name="THINKCELLSHAPEDONOTDELETE" val="tW8.ulKb8JMAIN1xvDbwGVg"/>
</p:tagLst>
</file>

<file path=ppt/tags/tag377.xml><?xml version="1.0" encoding="utf-8"?>
<p:tagLst xmlns:a="http://schemas.openxmlformats.org/drawingml/2006/main" xmlns:r="http://schemas.openxmlformats.org/officeDocument/2006/relationships" xmlns:p="http://schemas.openxmlformats.org/presentationml/2006/main">
  <p:tag name="THINKCELLSHAPEDONOTDELETE" val="t1hy9kfI1IdgLspwKr8.0EQ"/>
</p:tagLst>
</file>

<file path=ppt/tags/tag378.xml><?xml version="1.0" encoding="utf-8"?>
<p:tagLst xmlns:a="http://schemas.openxmlformats.org/drawingml/2006/main" xmlns:r="http://schemas.openxmlformats.org/officeDocument/2006/relationships" xmlns:p="http://schemas.openxmlformats.org/presentationml/2006/main">
  <p:tag name="THINKCELLSHAPEDONOTDELETE" val="tZpAwvzdki_HoXywvDVxpVQ"/>
</p:tagLst>
</file>

<file path=ppt/tags/tag379.xml><?xml version="1.0" encoding="utf-8"?>
<p:tagLst xmlns:a="http://schemas.openxmlformats.org/drawingml/2006/main" xmlns:r="http://schemas.openxmlformats.org/officeDocument/2006/relationships" xmlns:p="http://schemas.openxmlformats.org/presentationml/2006/main">
  <p:tag name="THINKCELLSHAPEDONOTDELETE" val="tYoqmoNqPVdhkVvwDXcislg"/>
</p:tagLst>
</file>

<file path=ppt/tags/tag380.xml><?xml version="1.0" encoding="utf-8"?>
<p:tagLst xmlns:a="http://schemas.openxmlformats.org/drawingml/2006/main" xmlns:r="http://schemas.openxmlformats.org/officeDocument/2006/relationships" xmlns:p="http://schemas.openxmlformats.org/presentationml/2006/main">
  <p:tag name="THINKCELLSHAPEDONOTDELETE" val="tjR2keSXHjwV9CqOgbvAVkQ"/>
</p:tagLst>
</file>

<file path=ppt/tags/tag381.xml><?xml version="1.0" encoding="utf-8"?>
<p:tagLst xmlns:a="http://schemas.openxmlformats.org/drawingml/2006/main" xmlns:r="http://schemas.openxmlformats.org/officeDocument/2006/relationships" xmlns:p="http://schemas.openxmlformats.org/presentationml/2006/main">
  <p:tag name="THINKCELLSHAPEDONOTDELETE" val="tG2396CC8kKZ4UogQQEjZlw"/>
</p:tagLst>
</file>

<file path=ppt/tags/tag382.xml><?xml version="1.0" encoding="utf-8"?>
<p:tagLst xmlns:a="http://schemas.openxmlformats.org/drawingml/2006/main" xmlns:r="http://schemas.openxmlformats.org/officeDocument/2006/relationships" xmlns:p="http://schemas.openxmlformats.org/presentationml/2006/main">
  <p:tag name="THINKCELLSHAPEDONOTDELETE" val="tz6VLe0DHBeHoPdbSXsjQuQ"/>
</p:tagLst>
</file>

<file path=ppt/tags/tag383.xml><?xml version="1.0" encoding="utf-8"?>
<p:tagLst xmlns:a="http://schemas.openxmlformats.org/drawingml/2006/main" xmlns:r="http://schemas.openxmlformats.org/officeDocument/2006/relationships" xmlns:p="http://schemas.openxmlformats.org/presentationml/2006/main">
  <p:tag name="THINKCELLSHAPEDONOTDELETE" val="tPzbQ2R_Wb7c3STMViY4KHg"/>
</p:tagLst>
</file>

<file path=ppt/tags/tag384.xml><?xml version="1.0" encoding="utf-8"?>
<p:tagLst xmlns:a="http://schemas.openxmlformats.org/drawingml/2006/main" xmlns:r="http://schemas.openxmlformats.org/officeDocument/2006/relationships" xmlns:p="http://schemas.openxmlformats.org/presentationml/2006/main">
  <p:tag name="THINKCELLSHAPEDONOTDELETE" val="tEjQafjA5u1umYVNqM32OxQ"/>
</p:tagLst>
</file>

<file path=ppt/tags/tag385.xml><?xml version="1.0" encoding="utf-8"?>
<p:tagLst xmlns:a="http://schemas.openxmlformats.org/drawingml/2006/main" xmlns:r="http://schemas.openxmlformats.org/officeDocument/2006/relationships" xmlns:p="http://schemas.openxmlformats.org/presentationml/2006/main">
  <p:tag name="THINKCELLSHAPEDONOTDELETE" val="tHHzU24IcEExzPtNiLHqeQw"/>
</p:tagLst>
</file>

<file path=ppt/tags/tag386.xml><?xml version="1.0" encoding="utf-8"?>
<p:tagLst xmlns:a="http://schemas.openxmlformats.org/drawingml/2006/main" xmlns:r="http://schemas.openxmlformats.org/officeDocument/2006/relationships" xmlns:p="http://schemas.openxmlformats.org/presentationml/2006/main">
  <p:tag name="THINKCELLSHAPEDONOTDELETE" val="tat7WZSGCpqOkoTVem6tC_g"/>
</p:tagLst>
</file>

<file path=ppt/tags/tag387.xml><?xml version="1.0" encoding="utf-8"?>
<p:tagLst xmlns:a="http://schemas.openxmlformats.org/drawingml/2006/main" xmlns:r="http://schemas.openxmlformats.org/officeDocument/2006/relationships" xmlns:p="http://schemas.openxmlformats.org/presentationml/2006/main">
  <p:tag name="THINKCELLSHAPEDONOTDELETE" val="tbNSShsMkdumNulnXMjWOMw"/>
</p:tagLst>
</file>

<file path=ppt/tags/tag388.xml><?xml version="1.0" encoding="utf-8"?>
<p:tagLst xmlns:a="http://schemas.openxmlformats.org/drawingml/2006/main" xmlns:r="http://schemas.openxmlformats.org/officeDocument/2006/relationships" xmlns:p="http://schemas.openxmlformats.org/presentationml/2006/main">
  <p:tag name="THINKCELLSHAPEDONOTDELETE" val="tAnhIPSRd454nJWLq4Me7tg"/>
</p:tagLst>
</file>

<file path=ppt/tags/tag389.xml><?xml version="1.0" encoding="utf-8"?>
<p:tagLst xmlns:a="http://schemas.openxmlformats.org/drawingml/2006/main" xmlns:r="http://schemas.openxmlformats.org/officeDocument/2006/relationships" xmlns:p="http://schemas.openxmlformats.org/presentationml/2006/main">
  <p:tag name="THINKCELLSHAPEDONOTDELETE" val="t3B8xN6HAIGIv7QZH22StIw"/>
</p:tagLst>
</file>

<file path=ppt/tags/tag390.xml><?xml version="1.0" encoding="utf-8"?>
<p:tagLst xmlns:a="http://schemas.openxmlformats.org/drawingml/2006/main" xmlns:r="http://schemas.openxmlformats.org/officeDocument/2006/relationships" xmlns:p="http://schemas.openxmlformats.org/presentationml/2006/main">
  <p:tag name="THINKCELLSHAPEDONOTDELETE" val="t9WB0fVMVbCvVMOt_PrVaOw"/>
</p:tagLst>
</file>

<file path=ppt/tags/tag391.xml><?xml version="1.0" encoding="utf-8"?>
<p:tagLst xmlns:a="http://schemas.openxmlformats.org/drawingml/2006/main" xmlns:r="http://schemas.openxmlformats.org/officeDocument/2006/relationships" xmlns:p="http://schemas.openxmlformats.org/presentationml/2006/main">
  <p:tag name="THINKCELLSHAPEDONOTDELETE" val="tGWUt6V3YqDfFLgSIcxY0qQ"/>
</p:tagLst>
</file>

<file path=ppt/tags/tag392.xml><?xml version="1.0" encoding="utf-8"?>
<p:tagLst xmlns:a="http://schemas.openxmlformats.org/drawingml/2006/main" xmlns:r="http://schemas.openxmlformats.org/officeDocument/2006/relationships" xmlns:p="http://schemas.openxmlformats.org/presentationml/2006/main">
  <p:tag name="THINKCELLSHAPEDONOTDELETE" val="tJ5YlcEcXavk_V0fb5QssjA"/>
</p:tagLst>
</file>

<file path=ppt/tags/tag393.xml><?xml version="1.0" encoding="utf-8"?>
<p:tagLst xmlns:a="http://schemas.openxmlformats.org/drawingml/2006/main" xmlns:r="http://schemas.openxmlformats.org/officeDocument/2006/relationships" xmlns:p="http://schemas.openxmlformats.org/presentationml/2006/main">
  <p:tag name="THINKCELLSHAPEDONOTDELETE" val="tWBDy3iIujuefVgxbMId2Tg"/>
</p:tagLst>
</file>

<file path=ppt/tags/tag394.xml><?xml version="1.0" encoding="utf-8"?>
<p:tagLst xmlns:a="http://schemas.openxmlformats.org/drawingml/2006/main" xmlns:r="http://schemas.openxmlformats.org/officeDocument/2006/relationships" xmlns:p="http://schemas.openxmlformats.org/presentationml/2006/main">
  <p:tag name="THINKCELLSHAPEDONOTDELETE" val="tYCs5AR4Ol4WkPfaNwKoD7w"/>
</p:tagLst>
</file>

<file path=ppt/tags/tag395.xml><?xml version="1.0" encoding="utf-8"?>
<p:tagLst xmlns:a="http://schemas.openxmlformats.org/drawingml/2006/main" xmlns:r="http://schemas.openxmlformats.org/officeDocument/2006/relationships" xmlns:p="http://schemas.openxmlformats.org/presentationml/2006/main">
  <p:tag name="THINKCELLSHAPEDONOTDELETE" val="tiWFam2x5GRnGQVa0cvI56A"/>
</p:tagLst>
</file>

<file path=ppt/tags/tag396.xml><?xml version="1.0" encoding="utf-8"?>
<p:tagLst xmlns:a="http://schemas.openxmlformats.org/drawingml/2006/main" xmlns:r="http://schemas.openxmlformats.org/officeDocument/2006/relationships" xmlns:p="http://schemas.openxmlformats.org/presentationml/2006/main">
  <p:tag name="THINKCELLSHAPEDONOTDELETE" val="tvy8sSXcprM0FNHbvhUL1Rw"/>
</p:tagLst>
</file>

<file path=ppt/tags/tag39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0.xml><?xml version="1.0" encoding="utf-8"?>
<p:tagLst xmlns:a="http://schemas.openxmlformats.org/drawingml/2006/main" xmlns:r="http://schemas.openxmlformats.org/officeDocument/2006/relationships" xmlns:p="http://schemas.openxmlformats.org/presentationml/2006/main">
  <p:tag name="NAME" val="RectangleShape"/>
</p:tagLst>
</file>

<file path=ppt/tags/tag401.xml><?xml version="1.0" encoding="utf-8"?>
<p:tagLst xmlns:a="http://schemas.openxmlformats.org/drawingml/2006/main" xmlns:r="http://schemas.openxmlformats.org/officeDocument/2006/relationships" xmlns:p="http://schemas.openxmlformats.org/presentationml/2006/main">
  <p:tag name="NAME" val="RectangleShape"/>
</p:tagLst>
</file>

<file path=ppt/tags/tag402.xml><?xml version="1.0" encoding="utf-8"?>
<p:tagLst xmlns:a="http://schemas.openxmlformats.org/drawingml/2006/main" xmlns:r="http://schemas.openxmlformats.org/officeDocument/2006/relationships" xmlns:p="http://schemas.openxmlformats.org/presentationml/2006/main">
  <p:tag name="NAME" val="RectangleShape"/>
</p:tagLst>
</file>

<file path=ppt/tags/tag40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4.xml><?xml version="1.0" encoding="utf-8"?>
<p:tagLst xmlns:a="http://schemas.openxmlformats.org/drawingml/2006/main" xmlns:r="http://schemas.openxmlformats.org/officeDocument/2006/relationships" xmlns:p="http://schemas.openxmlformats.org/presentationml/2006/main">
  <p:tag name="THINKCELLSHAPEDONOTDELETE" val="t8w1QpjszbE6VP8GS3IbEFQ"/>
</p:tagLst>
</file>

<file path=ppt/tags/tag40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9.xml><?xml version="1.0" encoding="utf-8"?>
<p:tagLst xmlns:a="http://schemas.openxmlformats.org/drawingml/2006/main" xmlns:r="http://schemas.openxmlformats.org/officeDocument/2006/relationships" xmlns:p="http://schemas.openxmlformats.org/presentationml/2006/main">
  <p:tag name="THINKCELLSHAPEDONOTDELETE" val="paC4mS9lSXkafSYnawBDWPg"/>
</p:tagLst>
</file>

<file path=ppt/tags/tag410.xml><?xml version="1.0" encoding="utf-8"?>
<p:tagLst xmlns:a="http://schemas.openxmlformats.org/drawingml/2006/main" xmlns:r="http://schemas.openxmlformats.org/officeDocument/2006/relationships" xmlns:p="http://schemas.openxmlformats.org/presentationml/2006/main">
  <p:tag name="THINKCELLSHAPEDONOTDELETE" val="paC4mS9lSXkafSYnawBDWPg"/>
</p:tagLst>
</file>

<file path=ppt/tags/tag411.xml><?xml version="1.0" encoding="utf-8"?>
<p:tagLst xmlns:a="http://schemas.openxmlformats.org/drawingml/2006/main" xmlns:r="http://schemas.openxmlformats.org/officeDocument/2006/relationships" xmlns:p="http://schemas.openxmlformats.org/presentationml/2006/main">
  <p:tag name="THINKCELLSHAPEDONOTDELETE" val="paC4mS9lSXkafSYnawBDWPg"/>
</p:tagLst>
</file>

<file path=ppt/tags/tag412.xml><?xml version="1.0" encoding="utf-8"?>
<p:tagLst xmlns:a="http://schemas.openxmlformats.org/drawingml/2006/main" xmlns:r="http://schemas.openxmlformats.org/officeDocument/2006/relationships" xmlns:p="http://schemas.openxmlformats.org/presentationml/2006/main">
  <p:tag name="THINKCELLSHAPEDONOTDELETE" val="paC4mS9lSXkafSYnawBDWPg"/>
</p:tagLst>
</file>

<file path=ppt/tags/tag413.xml><?xml version="1.0" encoding="utf-8"?>
<p:tagLst xmlns:a="http://schemas.openxmlformats.org/drawingml/2006/main" xmlns:r="http://schemas.openxmlformats.org/officeDocument/2006/relationships" xmlns:p="http://schemas.openxmlformats.org/presentationml/2006/main">
  <p:tag name="THINKCELLSHAPEDONOTDELETE" val="paC4mS9lSXkafSYnawBDWPg"/>
</p:tagLst>
</file>

<file path=ppt/tags/tag4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5.xml><?xml version="1.0" encoding="utf-8"?>
<p:tagLst xmlns:a="http://schemas.openxmlformats.org/drawingml/2006/main" xmlns:r="http://schemas.openxmlformats.org/officeDocument/2006/relationships" xmlns:p="http://schemas.openxmlformats.org/presentationml/2006/main">
  <p:tag name="THINKCELLSHAPEDONOTDELETE" val="ty.F_85rlj0OmgYSDv5wjzQ"/>
</p:tagLst>
</file>

<file path=ppt/tags/tag4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8.xml><?xml version="1.0" encoding="utf-8"?>
<p:tagLst xmlns:a="http://schemas.openxmlformats.org/drawingml/2006/main" xmlns:r="http://schemas.openxmlformats.org/officeDocument/2006/relationships" xmlns:p="http://schemas.openxmlformats.org/presentationml/2006/main">
  <p:tag name="THINKCELLSHAPEDONOTDELETE" val="tHph_yYjnanM9eDjIjHjXIQ"/>
</p:tagLst>
</file>

<file path=ppt/tags/tag4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0.xml><?xml version="1.0" encoding="utf-8"?>
<p:tagLst xmlns:a="http://schemas.openxmlformats.org/drawingml/2006/main" xmlns:r="http://schemas.openxmlformats.org/officeDocument/2006/relationships" xmlns:p="http://schemas.openxmlformats.org/presentationml/2006/main">
  <p:tag name="THINKCELLSHAPEDONOTDELETE" val="tIQaEAE3rRmq.sgoX_WkisA"/>
</p:tagLst>
</file>

<file path=ppt/tags/tag421.xml><?xml version="1.0" encoding="utf-8"?>
<p:tagLst xmlns:a="http://schemas.openxmlformats.org/drawingml/2006/main" xmlns:r="http://schemas.openxmlformats.org/officeDocument/2006/relationships" xmlns:p="http://schemas.openxmlformats.org/presentationml/2006/main">
  <p:tag name="THINKCELLSHAPEDONOTDELETE" val="pn7INn.4buEGfGjpPc5y3EA"/>
</p:tagLst>
</file>

<file path=ppt/tags/tag422.xml><?xml version="1.0" encoding="utf-8"?>
<p:tagLst xmlns:a="http://schemas.openxmlformats.org/drawingml/2006/main" xmlns:r="http://schemas.openxmlformats.org/officeDocument/2006/relationships" xmlns:p="http://schemas.openxmlformats.org/presentationml/2006/main">
  <p:tag name="THINKCELLSHAPEDONOTDELETE" val="pVAB.EoCZBkKkD7SuI6x8_w"/>
</p:tagLst>
</file>

<file path=ppt/tags/tag423.xml><?xml version="1.0" encoding="utf-8"?>
<p:tagLst xmlns:a="http://schemas.openxmlformats.org/drawingml/2006/main" xmlns:r="http://schemas.openxmlformats.org/officeDocument/2006/relationships" xmlns:p="http://schemas.openxmlformats.org/presentationml/2006/main">
  <p:tag name="THINKCELLSHAPEDONOTDELETE" val="phQwroy20Skms9GCnx2hIPw"/>
</p:tagLst>
</file>

<file path=ppt/tags/tag424.xml><?xml version="1.0" encoding="utf-8"?>
<p:tagLst xmlns:a="http://schemas.openxmlformats.org/drawingml/2006/main" xmlns:r="http://schemas.openxmlformats.org/officeDocument/2006/relationships" xmlns:p="http://schemas.openxmlformats.org/presentationml/2006/main">
  <p:tag name="THINKCELLSHAPEDONOTDELETE" val="p60gPGC.yF0mlpvDZbggSRA"/>
</p:tagLst>
</file>

<file path=ppt/tags/tag425.xml><?xml version="1.0" encoding="utf-8"?>
<p:tagLst xmlns:a="http://schemas.openxmlformats.org/drawingml/2006/main" xmlns:r="http://schemas.openxmlformats.org/officeDocument/2006/relationships" xmlns:p="http://schemas.openxmlformats.org/presentationml/2006/main">
  <p:tag name="THINKCELLSHAPEDONOTDELETE" val="p01AoMPvwQ0yG8aOre._LAA"/>
</p:tagLst>
</file>

<file path=ppt/tags/tag426.xml><?xml version="1.0" encoding="utf-8"?>
<p:tagLst xmlns:a="http://schemas.openxmlformats.org/drawingml/2006/main" xmlns:r="http://schemas.openxmlformats.org/officeDocument/2006/relationships" xmlns:p="http://schemas.openxmlformats.org/presentationml/2006/main">
  <p:tag name="THINKCELLSHAPEDONOTDELETE" val="p7Sjyp9hoCEaIFESiMjlWNQ"/>
</p:tagLst>
</file>

<file path=ppt/tags/tag427.xml><?xml version="1.0" encoding="utf-8"?>
<p:tagLst xmlns:a="http://schemas.openxmlformats.org/drawingml/2006/main" xmlns:r="http://schemas.openxmlformats.org/officeDocument/2006/relationships" xmlns:p="http://schemas.openxmlformats.org/presentationml/2006/main">
  <p:tag name="THINKCELLSHAPEDONOTDELETE" val="pXUDLtwZ5RECLMx.lnSQARw"/>
</p:tagLst>
</file>

<file path=ppt/tags/tag428.xml><?xml version="1.0" encoding="utf-8"?>
<p:tagLst xmlns:a="http://schemas.openxmlformats.org/drawingml/2006/main" xmlns:r="http://schemas.openxmlformats.org/officeDocument/2006/relationships" xmlns:p="http://schemas.openxmlformats.org/presentationml/2006/main">
  <p:tag name="THINKCELLSHAPEDONOTDELETE" val="pYIc16ny4DUuq_1PVn3ZSTw"/>
</p:tagLst>
</file>

<file path=ppt/tags/tag429.xml><?xml version="1.0" encoding="utf-8"?>
<p:tagLst xmlns:a="http://schemas.openxmlformats.org/drawingml/2006/main" xmlns:r="http://schemas.openxmlformats.org/officeDocument/2006/relationships" xmlns:p="http://schemas.openxmlformats.org/presentationml/2006/main">
  <p:tag name="THINKCELLSHAPEDONOTDELETE" val="pAVClpb4_EkCBffatLbFkug"/>
</p:tagLst>
</file>

<file path=ppt/tags/tag4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3.xml><?xml version="1.0" encoding="utf-8"?>
<p:tagLst xmlns:a="http://schemas.openxmlformats.org/drawingml/2006/main" xmlns:r="http://schemas.openxmlformats.org/officeDocument/2006/relationships" xmlns:p="http://schemas.openxmlformats.org/presentationml/2006/main">
  <p:tag name="THINKCELLSHAPEDONOTDELETE" val="tGcP.SHOu7y7U4fu1SG6_0A"/>
</p:tagLst>
</file>

<file path=ppt/tags/tag434.xml><?xml version="1.0" encoding="utf-8"?>
<p:tagLst xmlns:a="http://schemas.openxmlformats.org/drawingml/2006/main" xmlns:r="http://schemas.openxmlformats.org/officeDocument/2006/relationships" xmlns:p="http://schemas.openxmlformats.org/presentationml/2006/main">
  <p:tag name="THINKCELLSHAPEDONOTDELETE" val="pRBZOpEFKjkStaBNOZnv5bQ"/>
</p:tagLst>
</file>

<file path=ppt/tags/tag435.xml><?xml version="1.0" encoding="utf-8"?>
<p:tagLst xmlns:a="http://schemas.openxmlformats.org/drawingml/2006/main" xmlns:r="http://schemas.openxmlformats.org/officeDocument/2006/relationships" xmlns:p="http://schemas.openxmlformats.org/presentationml/2006/main">
  <p:tag name="THINKCELLSHAPEDONOTDELETE" val="plHvl1qLgiUCGOsHEhqmgIw"/>
</p:tagLst>
</file>

<file path=ppt/tags/tag436.xml><?xml version="1.0" encoding="utf-8"?>
<p:tagLst xmlns:a="http://schemas.openxmlformats.org/drawingml/2006/main" xmlns:r="http://schemas.openxmlformats.org/officeDocument/2006/relationships" xmlns:p="http://schemas.openxmlformats.org/presentationml/2006/main">
  <p:tag name="THINKCELLSHAPEDONOTDELETE" val="pSF6XngdlT0i5mJv5NJvpbA"/>
</p:tagLst>
</file>

<file path=ppt/tags/tag437.xml><?xml version="1.0" encoding="utf-8"?>
<p:tagLst xmlns:a="http://schemas.openxmlformats.org/drawingml/2006/main" xmlns:r="http://schemas.openxmlformats.org/officeDocument/2006/relationships" xmlns:p="http://schemas.openxmlformats.org/presentationml/2006/main">
  <p:tag name="NAME" val="SingleBoatShape"/>
</p:tagLst>
</file>

<file path=ppt/tags/tag438.xml><?xml version="1.0" encoding="utf-8"?>
<p:tagLst xmlns:a="http://schemas.openxmlformats.org/drawingml/2006/main" xmlns:r="http://schemas.openxmlformats.org/officeDocument/2006/relationships" xmlns:p="http://schemas.openxmlformats.org/presentationml/2006/main">
  <p:tag name="NAME" val="SingleBoatShape"/>
</p:tagLst>
</file>

<file path=ppt/tags/tag439.xml><?xml version="1.0" encoding="utf-8"?>
<p:tagLst xmlns:a="http://schemas.openxmlformats.org/drawingml/2006/main" xmlns:r="http://schemas.openxmlformats.org/officeDocument/2006/relationships" xmlns:p="http://schemas.openxmlformats.org/presentationml/2006/main">
  <p:tag name="NAME" val="SingleBoatShape"/>
</p:tagLst>
</file>

<file path=ppt/tags/tag4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2.xml><?xml version="1.0" encoding="utf-8"?>
<p:tagLst xmlns:a="http://schemas.openxmlformats.org/drawingml/2006/main" xmlns:r="http://schemas.openxmlformats.org/officeDocument/2006/relationships" xmlns:p="http://schemas.openxmlformats.org/presentationml/2006/main">
  <p:tag name="THINKCELLSHAPEDONOTDELETE" val="tVYKZDZjGxDABWmRmGa75tg"/>
</p:tagLst>
</file>

<file path=ppt/tags/tag443.xml><?xml version="1.0" encoding="utf-8"?>
<p:tagLst xmlns:a="http://schemas.openxmlformats.org/drawingml/2006/main" xmlns:r="http://schemas.openxmlformats.org/officeDocument/2006/relationships" xmlns:p="http://schemas.openxmlformats.org/presentationml/2006/main">
  <p:tag name="NAME" val="OvalShape"/>
</p:tagLst>
</file>

<file path=ppt/tags/tag444.xml><?xml version="1.0" encoding="utf-8"?>
<p:tagLst xmlns:a="http://schemas.openxmlformats.org/drawingml/2006/main" xmlns:r="http://schemas.openxmlformats.org/officeDocument/2006/relationships" xmlns:p="http://schemas.openxmlformats.org/presentationml/2006/main">
  <p:tag name="NAME" val="OvalShape"/>
</p:tagLst>
</file>

<file path=ppt/tags/tag445.xml><?xml version="1.0" encoding="utf-8"?>
<p:tagLst xmlns:a="http://schemas.openxmlformats.org/drawingml/2006/main" xmlns:r="http://schemas.openxmlformats.org/officeDocument/2006/relationships" xmlns:p="http://schemas.openxmlformats.org/presentationml/2006/main">
  <p:tag name="NAME" val="OvalShape"/>
</p:tagLst>
</file>

<file path=ppt/tags/tag4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7.xml><?xml version="1.0" encoding="utf-8"?>
<p:tagLst xmlns:a="http://schemas.openxmlformats.org/drawingml/2006/main" xmlns:r="http://schemas.openxmlformats.org/officeDocument/2006/relationships" xmlns:p="http://schemas.openxmlformats.org/presentationml/2006/main">
  <p:tag name="THINKCELLSHAPEDONOTDELETE" val="tZj2CBV.KSbYeaixquWUMiA"/>
</p:tagLst>
</file>

<file path=ppt/tags/tag4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9.xml><?xml version="1.0" encoding="utf-8"?>
<p:tagLst xmlns:a="http://schemas.openxmlformats.org/drawingml/2006/main" xmlns:r="http://schemas.openxmlformats.org/officeDocument/2006/relationships" xmlns:p="http://schemas.openxmlformats.org/presentationml/2006/main">
  <p:tag name="THINKCELLSHAPEDONOTDELETE" val="tG.DlMHBRkZoZWuWpcCck2w"/>
</p:tagLst>
</file>

<file path=ppt/tags/tag450.xml><?xml version="1.0" encoding="utf-8"?>
<p:tagLst xmlns:a="http://schemas.openxmlformats.org/drawingml/2006/main" xmlns:r="http://schemas.openxmlformats.org/officeDocument/2006/relationships" xmlns:p="http://schemas.openxmlformats.org/presentationml/2006/main">
  <p:tag name="THINKCELLSHAPEDONOTDELETE" val="t4AOuVMnzyNx2jZcfou50tg"/>
</p:tagLst>
</file>

<file path=ppt/tags/tag451.xml><?xml version="1.0" encoding="utf-8"?>
<p:tagLst xmlns:a="http://schemas.openxmlformats.org/drawingml/2006/main" xmlns:r="http://schemas.openxmlformats.org/officeDocument/2006/relationships" xmlns:p="http://schemas.openxmlformats.org/presentationml/2006/main">
  <p:tag name="THINKCELLSHAPEDONOTDELETE" val="tc1782zEEX3Lnek0L9o57ug"/>
</p:tagLst>
</file>

<file path=ppt/tags/tag452.xml><?xml version="1.0" encoding="utf-8"?>
<p:tagLst xmlns:a="http://schemas.openxmlformats.org/drawingml/2006/main" xmlns:r="http://schemas.openxmlformats.org/officeDocument/2006/relationships" xmlns:p="http://schemas.openxmlformats.org/presentationml/2006/main">
  <p:tag name="THINKCELLSHAPEDONOTDELETE" val="tb_wqHWLEHMJSLMluJ8vvSA"/>
</p:tagLst>
</file>

<file path=ppt/tags/tag453.xml><?xml version="1.0" encoding="utf-8"?>
<p:tagLst xmlns:a="http://schemas.openxmlformats.org/drawingml/2006/main" xmlns:r="http://schemas.openxmlformats.org/officeDocument/2006/relationships" xmlns:p="http://schemas.openxmlformats.org/presentationml/2006/main">
  <p:tag name="THINKCELLSHAPEDONOTDELETE" val="tjec_kO.Zpsl5X9z7Y6TYgg"/>
</p:tagLst>
</file>

<file path=ppt/tags/tag454.xml><?xml version="1.0" encoding="utf-8"?>
<p:tagLst xmlns:a="http://schemas.openxmlformats.org/drawingml/2006/main" xmlns:r="http://schemas.openxmlformats.org/officeDocument/2006/relationships" xmlns:p="http://schemas.openxmlformats.org/presentationml/2006/main">
  <p:tag name="THINKCELLSHAPEDONOTDELETE" val="tzasGiz3FIFdIyUfa_jRRGw"/>
</p:tagLst>
</file>

<file path=ppt/tags/tag455.xml><?xml version="1.0" encoding="utf-8"?>
<p:tagLst xmlns:a="http://schemas.openxmlformats.org/drawingml/2006/main" xmlns:r="http://schemas.openxmlformats.org/officeDocument/2006/relationships" xmlns:p="http://schemas.openxmlformats.org/presentationml/2006/main">
  <p:tag name="THINKCELLSHAPEDONOTDELETE" val="twG5_GynuJcaTEQItLWM.OA"/>
</p:tagLst>
</file>

<file path=ppt/tags/tag4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7.xml><?xml version="1.0" encoding="utf-8"?>
<p:tagLst xmlns:a="http://schemas.openxmlformats.org/drawingml/2006/main" xmlns:r="http://schemas.openxmlformats.org/officeDocument/2006/relationships" xmlns:p="http://schemas.openxmlformats.org/presentationml/2006/main">
  <p:tag name="THINKCELLSHAPEDONOTDELETE" val="ta_nZBph.8tsOAX7vId4Z1w"/>
</p:tagLst>
</file>

<file path=ppt/tags/tag4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9.xml><?xml version="1.0" encoding="utf-8"?>
<p:tagLst xmlns:a="http://schemas.openxmlformats.org/drawingml/2006/main" xmlns:r="http://schemas.openxmlformats.org/officeDocument/2006/relationships" xmlns:p="http://schemas.openxmlformats.org/presentationml/2006/main">
  <p:tag name="THINKCELLSHAPEDONOTDELETE" val="tnI8WRnlFaKJsMvUhUOUh.w"/>
</p:tagLst>
</file>

<file path=ppt/tags/tag4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2.xml><?xml version="1.0" encoding="utf-8"?>
<p:tagLst xmlns:a="http://schemas.openxmlformats.org/drawingml/2006/main" xmlns:r="http://schemas.openxmlformats.org/officeDocument/2006/relationships" xmlns:p="http://schemas.openxmlformats.org/presentationml/2006/main">
  <p:tag name="THINKCELLSHAPEDONOTDELETE" val="taLl7DGfLSuO7CTsUuZ4Hvg"/>
</p:tagLst>
</file>

<file path=ppt/tags/tag4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4.xml><?xml version="1.0" encoding="utf-8"?>
<p:tagLst xmlns:a="http://schemas.openxmlformats.org/drawingml/2006/main" xmlns:r="http://schemas.openxmlformats.org/officeDocument/2006/relationships" xmlns:p="http://schemas.openxmlformats.org/presentationml/2006/main">
  <p:tag name="THINKCELLSHAPEDONOTDELETE" val="t7RWb0ocaD8cNdzkYo2f_7Q"/>
</p:tagLst>
</file>

<file path=ppt/tags/tag4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6.xml><?xml version="1.0" encoding="utf-8"?>
<p:tagLst xmlns:a="http://schemas.openxmlformats.org/drawingml/2006/main" xmlns:r="http://schemas.openxmlformats.org/officeDocument/2006/relationships" xmlns:p="http://schemas.openxmlformats.org/presentationml/2006/main">
  <p:tag name="THINKCELLSHAPEDONOTDELETE" val="tG.DlMHBRkZoZWuWpcCck2w"/>
</p:tagLst>
</file>

<file path=ppt/tags/tag467.xml><?xml version="1.0" encoding="utf-8"?>
<p:tagLst xmlns:a="http://schemas.openxmlformats.org/drawingml/2006/main" xmlns:r="http://schemas.openxmlformats.org/officeDocument/2006/relationships" xmlns:p="http://schemas.openxmlformats.org/presentationml/2006/main">
  <p:tag name="THINKCELLSHAPEDONOTDELETE" val="trClhbR6aRbeJch_JsSN.NA"/>
</p:tagLst>
</file>

<file path=ppt/tags/tag468.xml><?xml version="1.0" encoding="utf-8"?>
<p:tagLst xmlns:a="http://schemas.openxmlformats.org/drawingml/2006/main" xmlns:r="http://schemas.openxmlformats.org/officeDocument/2006/relationships" xmlns:p="http://schemas.openxmlformats.org/presentationml/2006/main">
  <p:tag name="THINKCELLSHAPEDONOTDELETE" val="trn4fMqzB2RF..wiAvKAvkg"/>
</p:tagLst>
</file>

<file path=ppt/tags/tag469.xml><?xml version="1.0" encoding="utf-8"?>
<p:tagLst xmlns:a="http://schemas.openxmlformats.org/drawingml/2006/main" xmlns:r="http://schemas.openxmlformats.org/officeDocument/2006/relationships" xmlns:p="http://schemas.openxmlformats.org/presentationml/2006/main">
  <p:tag name="THINKCELLSHAPEDONOTDELETE" val="tArhHQQMTekIpA6GWF.EpBQ"/>
</p:tagLst>
</file>

<file path=ppt/tags/tag470.xml><?xml version="1.0" encoding="utf-8"?>
<p:tagLst xmlns:a="http://schemas.openxmlformats.org/drawingml/2006/main" xmlns:r="http://schemas.openxmlformats.org/officeDocument/2006/relationships" xmlns:p="http://schemas.openxmlformats.org/presentationml/2006/main">
  <p:tag name="THINKCELLSHAPEDONOTDELETE" val="tI9cvA0qyPZcM1dOlt7zhKw"/>
</p:tagLst>
</file>

<file path=ppt/tags/tag471.xml><?xml version="1.0" encoding="utf-8"?>
<p:tagLst xmlns:a="http://schemas.openxmlformats.org/drawingml/2006/main" xmlns:r="http://schemas.openxmlformats.org/officeDocument/2006/relationships" xmlns:p="http://schemas.openxmlformats.org/presentationml/2006/main">
  <p:tag name="THINKCELLSHAPEDONOTDELETE" val="t3L74s0cZfRxZBd2XBlAf2A"/>
</p:tagLst>
</file>

<file path=ppt/tags/tag472.xml><?xml version="1.0" encoding="utf-8"?>
<p:tagLst xmlns:a="http://schemas.openxmlformats.org/drawingml/2006/main" xmlns:r="http://schemas.openxmlformats.org/officeDocument/2006/relationships" xmlns:p="http://schemas.openxmlformats.org/presentationml/2006/main">
  <p:tag name="THINKCELLSHAPEDONOTDELETE" val="tatVsyvHAzZcKzl0IXNPCPA"/>
</p:tagLst>
</file>

<file path=ppt/tags/tag4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4.xml><?xml version="1.0" encoding="utf-8"?>
<p:tagLst xmlns:a="http://schemas.openxmlformats.org/drawingml/2006/main" xmlns:r="http://schemas.openxmlformats.org/officeDocument/2006/relationships" xmlns:p="http://schemas.openxmlformats.org/presentationml/2006/main">
  <p:tag name="THINKCELLSHAPEDONOTDELETE" val="t.oafAiXFNraxMwOyiK34xw"/>
</p:tagLst>
</file>

<file path=ppt/tags/tag4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6.xml><?xml version="1.0" encoding="utf-8"?>
<p:tagLst xmlns:a="http://schemas.openxmlformats.org/drawingml/2006/main" xmlns:r="http://schemas.openxmlformats.org/officeDocument/2006/relationships" xmlns:p="http://schemas.openxmlformats.org/presentationml/2006/main">
  <p:tag name="THINKCELLSHAPEDONOTDELETE" val="toVwvlyU.yfSi8yqnsR7.0A"/>
</p:tagLst>
</file>

<file path=ppt/tags/tag4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8.xml><?xml version="1.0" encoding="utf-8"?>
<p:tagLst xmlns:a="http://schemas.openxmlformats.org/drawingml/2006/main" xmlns:r="http://schemas.openxmlformats.org/officeDocument/2006/relationships" xmlns:p="http://schemas.openxmlformats.org/presentationml/2006/main">
  <p:tag name="THINKCELLSHAPEDONOTDELETE" val="tn112urQ01uVlqU1MeLtpEQ"/>
</p:tagLst>
</file>

<file path=ppt/tags/tag4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2.xml><?xml version="1.0" encoding="utf-8"?>
<p:tagLst xmlns:a="http://schemas.openxmlformats.org/drawingml/2006/main" xmlns:r="http://schemas.openxmlformats.org/officeDocument/2006/relationships" xmlns:p="http://schemas.openxmlformats.org/presentationml/2006/main">
  <p:tag name="THINKCELLSHAPEDONOTDELETE" val="tPMdSRiv7GngPi5Ol80HelQ"/>
</p:tagLst>
</file>

<file path=ppt/tags/tag4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4.xml><?xml version="1.0" encoding="utf-8"?>
<p:tagLst xmlns:a="http://schemas.openxmlformats.org/drawingml/2006/main" xmlns:r="http://schemas.openxmlformats.org/officeDocument/2006/relationships" xmlns:p="http://schemas.openxmlformats.org/presentationml/2006/main">
  <p:tag name="THINKCELLSHAPEDONOTDELETE" val="tG.DlMHBRkZoZWuWpcCck2w"/>
</p:tagLst>
</file>

<file path=ppt/tags/tag485.xml><?xml version="1.0" encoding="utf-8"?>
<p:tagLst xmlns:a="http://schemas.openxmlformats.org/drawingml/2006/main" xmlns:r="http://schemas.openxmlformats.org/officeDocument/2006/relationships" xmlns:p="http://schemas.openxmlformats.org/presentationml/2006/main">
  <p:tag name="THINKCELLSHAPEDONOTDELETE" val="trYF_0LkFFxUdrEcWwQFK3w"/>
</p:tagLst>
</file>

<file path=ppt/tags/tag486.xml><?xml version="1.0" encoding="utf-8"?>
<p:tagLst xmlns:a="http://schemas.openxmlformats.org/drawingml/2006/main" xmlns:r="http://schemas.openxmlformats.org/officeDocument/2006/relationships" xmlns:p="http://schemas.openxmlformats.org/presentationml/2006/main">
  <p:tag name="THINKCELLSHAPEDONOTDELETE" val="tCRxy1wFlbiE.UgOeuPCihg"/>
</p:tagLst>
</file>

<file path=ppt/tags/tag487.xml><?xml version="1.0" encoding="utf-8"?>
<p:tagLst xmlns:a="http://schemas.openxmlformats.org/drawingml/2006/main" xmlns:r="http://schemas.openxmlformats.org/officeDocument/2006/relationships" xmlns:p="http://schemas.openxmlformats.org/presentationml/2006/main">
  <p:tag name="THINKCELLSHAPEDONOTDELETE" val="tr4SxfqirxQ1Tb6kQdHkXRw"/>
</p:tagLst>
</file>

<file path=ppt/tags/tag488.xml><?xml version="1.0" encoding="utf-8"?>
<p:tagLst xmlns:a="http://schemas.openxmlformats.org/drawingml/2006/main" xmlns:r="http://schemas.openxmlformats.org/officeDocument/2006/relationships" xmlns:p="http://schemas.openxmlformats.org/presentationml/2006/main">
  <p:tag name="THINKCELLSHAPEDONOTDELETE" val="tJvuiv3OycUqWGverb3hykQ"/>
</p:tagLst>
</file>

<file path=ppt/tags/tag489.xml><?xml version="1.0" encoding="utf-8"?>
<p:tagLst xmlns:a="http://schemas.openxmlformats.org/drawingml/2006/main" xmlns:r="http://schemas.openxmlformats.org/officeDocument/2006/relationships" xmlns:p="http://schemas.openxmlformats.org/presentationml/2006/main">
  <p:tag name="THINKCELLSHAPEDONOTDELETE" val="tpVkgoJsULamALaObCFo.Rg"/>
</p:tagLst>
</file>

<file path=ppt/tags/tag490.xml><?xml version="1.0" encoding="utf-8"?>
<p:tagLst xmlns:a="http://schemas.openxmlformats.org/drawingml/2006/main" xmlns:r="http://schemas.openxmlformats.org/officeDocument/2006/relationships" xmlns:p="http://schemas.openxmlformats.org/presentationml/2006/main">
  <p:tag name="THINKCELLSHAPEDONOTDELETE" val="t3L74s0cZfRxZBd2XBlAf2A"/>
</p:tagLst>
</file>

<file path=ppt/tags/tag49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2.xml><?xml version="1.0" encoding="utf-8"?>
<p:tagLst xmlns:a="http://schemas.openxmlformats.org/drawingml/2006/main" xmlns:r="http://schemas.openxmlformats.org/officeDocument/2006/relationships" xmlns:p="http://schemas.openxmlformats.org/presentationml/2006/main">
  <p:tag name="THINKCELLSHAPEDONOTDELETE" val="tdgXm2c.6kaRILS_9oeR40g"/>
</p:tagLst>
</file>

<file path=ppt/tags/tag49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4.xml><?xml version="1.0" encoding="utf-8"?>
<p:tagLst xmlns:a="http://schemas.openxmlformats.org/drawingml/2006/main" xmlns:r="http://schemas.openxmlformats.org/officeDocument/2006/relationships" xmlns:p="http://schemas.openxmlformats.org/presentationml/2006/main">
  <p:tag name="THINKCELLSHAPEDONOTDELETE" val="tK1fOZPHUQ5qS.idWQZGejw"/>
</p:tagLst>
</file>

<file path=ppt/tags/tag49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6.xml><?xml version="1.0" encoding="utf-8"?>
<p:tagLst xmlns:a="http://schemas.openxmlformats.org/drawingml/2006/main" xmlns:r="http://schemas.openxmlformats.org/officeDocument/2006/relationships" xmlns:p="http://schemas.openxmlformats.org/presentationml/2006/main">
  <p:tag name="THINKCELLSHAPEDONOTDELETE" val="tjvFltqYyZolXyyI3mmz9eA"/>
</p:tagLst>
</file>

<file path=ppt/tags/tag497.xml><?xml version="1.0" encoding="utf-8"?>
<p:tagLst xmlns:a="http://schemas.openxmlformats.org/drawingml/2006/main" xmlns:r="http://schemas.openxmlformats.org/officeDocument/2006/relationships" xmlns:p="http://schemas.openxmlformats.org/presentationml/2006/main">
  <p:tag name="THINKCELLSHAPEDONOTDELETE" val="tx_YJB2v.v.HVptdtxauFzg"/>
</p:tagLst>
</file>

<file path=ppt/tags/tag498.xml><?xml version="1.0" encoding="utf-8"?>
<p:tagLst xmlns:a="http://schemas.openxmlformats.org/drawingml/2006/main" xmlns:r="http://schemas.openxmlformats.org/officeDocument/2006/relationships" xmlns:p="http://schemas.openxmlformats.org/presentationml/2006/main">
  <p:tag name="THINKCELLSHAPEDONOTDELETE" val="tzNwNUY5y3GkrSGGMD5eWjA"/>
</p:tagLst>
</file>

<file path=ppt/tags/tag499.xml><?xml version="1.0" encoding="utf-8"?>
<p:tagLst xmlns:a="http://schemas.openxmlformats.org/drawingml/2006/main" xmlns:r="http://schemas.openxmlformats.org/officeDocument/2006/relationships" xmlns:p="http://schemas.openxmlformats.org/presentationml/2006/main">
  <p:tag name="THINKCELLSHAPEDONOTDELETE" val="t9VWFMoGP94AGj25ZFeoWxg"/>
</p:tagLst>
</file>

<file path=ppt/tags/tag500.xml><?xml version="1.0" encoding="utf-8"?>
<p:tagLst xmlns:a="http://schemas.openxmlformats.org/drawingml/2006/main" xmlns:r="http://schemas.openxmlformats.org/officeDocument/2006/relationships" xmlns:p="http://schemas.openxmlformats.org/presentationml/2006/main">
  <p:tag name="THINKCELLSHAPEDONOTDELETE" val="ttRNH5HpY0Omo0KJse4jZjQ"/>
</p:tagLst>
</file>

<file path=ppt/tags/tag501.xml><?xml version="1.0" encoding="utf-8"?>
<p:tagLst xmlns:a="http://schemas.openxmlformats.org/drawingml/2006/main" xmlns:r="http://schemas.openxmlformats.org/officeDocument/2006/relationships" xmlns:p="http://schemas.openxmlformats.org/presentationml/2006/main">
  <p:tag name="THINKCELLSHAPEDONOTDELETE" val="ty7sAKD6vMpsMIoJF7jW8kA"/>
</p:tagLst>
</file>

<file path=ppt/tags/tag502.xml><?xml version="1.0" encoding="utf-8"?>
<p:tagLst xmlns:a="http://schemas.openxmlformats.org/drawingml/2006/main" xmlns:r="http://schemas.openxmlformats.org/officeDocument/2006/relationships" xmlns:p="http://schemas.openxmlformats.org/presentationml/2006/main">
  <p:tag name="THINKCELLSHAPEDONOTDELETE" val="ttRNH5HpY0Omo0KJse4jZjQ"/>
</p:tagLst>
</file>

<file path=ppt/tags/tag503.xml><?xml version="1.0" encoding="utf-8"?>
<p:tagLst xmlns:a="http://schemas.openxmlformats.org/drawingml/2006/main" xmlns:r="http://schemas.openxmlformats.org/officeDocument/2006/relationships" xmlns:p="http://schemas.openxmlformats.org/presentationml/2006/main">
  <p:tag name="THINKCELLSHAPEDONOTDELETE" val="thmoo0STXF6kJG13m.UgwLA"/>
</p:tagLst>
</file>

<file path=ppt/tags/tag504.xml><?xml version="1.0" encoding="utf-8"?>
<p:tagLst xmlns:a="http://schemas.openxmlformats.org/drawingml/2006/main" xmlns:r="http://schemas.openxmlformats.org/officeDocument/2006/relationships" xmlns:p="http://schemas.openxmlformats.org/presentationml/2006/main">
  <p:tag name="THINKCELLSHAPEDONOTDELETE" val="tTDRMARYCkf1maXl18W1BAw"/>
</p:tagLst>
</file>

<file path=ppt/tags/tag505.xml><?xml version="1.0" encoding="utf-8"?>
<p:tagLst xmlns:a="http://schemas.openxmlformats.org/drawingml/2006/main" xmlns:r="http://schemas.openxmlformats.org/officeDocument/2006/relationships" xmlns:p="http://schemas.openxmlformats.org/presentationml/2006/main">
  <p:tag name="THINKCELLSHAPEDONOTDELETE" val="tZOIslYv7L7eNcS8lp.K5lA"/>
</p:tagLst>
</file>

<file path=ppt/tags/tag506.xml><?xml version="1.0" encoding="utf-8"?>
<p:tagLst xmlns:a="http://schemas.openxmlformats.org/drawingml/2006/main" xmlns:r="http://schemas.openxmlformats.org/officeDocument/2006/relationships" xmlns:p="http://schemas.openxmlformats.org/presentationml/2006/main">
  <p:tag name="THINKCELLSHAPEDONOTDELETE" val="tF2ZALrw4mwRs4xwRysvjVw"/>
</p:tagLst>
</file>

<file path=ppt/tags/tag507.xml><?xml version="1.0" encoding="utf-8"?>
<p:tagLst xmlns:a="http://schemas.openxmlformats.org/drawingml/2006/main" xmlns:r="http://schemas.openxmlformats.org/officeDocument/2006/relationships" xmlns:p="http://schemas.openxmlformats.org/presentationml/2006/main">
  <p:tag name="THINKCELLSHAPEDONOTDELETE" val="t92aHKAmnrqpPGx_nkLMZdQ"/>
</p:tagLst>
</file>

<file path=ppt/tags/tag508.xml><?xml version="1.0" encoding="utf-8"?>
<p:tagLst xmlns:a="http://schemas.openxmlformats.org/drawingml/2006/main" xmlns:r="http://schemas.openxmlformats.org/officeDocument/2006/relationships" xmlns:p="http://schemas.openxmlformats.org/presentationml/2006/main">
  <p:tag name="THINKCELLSHAPEDONOTDELETE" val="tjPprpZuCtCQFhHSrl0l71A"/>
</p:tagLst>
</file>

<file path=ppt/tags/tag509.xml><?xml version="1.0" encoding="utf-8"?>
<p:tagLst xmlns:a="http://schemas.openxmlformats.org/drawingml/2006/main" xmlns:r="http://schemas.openxmlformats.org/officeDocument/2006/relationships" xmlns:p="http://schemas.openxmlformats.org/presentationml/2006/main">
  <p:tag name="THINKCELLSHAPEDONOTDELETE" val="tzOdmTpWlifJmjz1mIINWuQ"/>
</p:tagLst>
</file>

<file path=ppt/tags/tag510.xml><?xml version="1.0" encoding="utf-8"?>
<p:tagLst xmlns:a="http://schemas.openxmlformats.org/drawingml/2006/main" xmlns:r="http://schemas.openxmlformats.org/officeDocument/2006/relationships" xmlns:p="http://schemas.openxmlformats.org/presentationml/2006/main">
  <p:tag name="THINKCELLSHAPEDONOTDELETE" val="t3Jtk3GVYqW8eSRkAgcTOcQ"/>
</p:tagLst>
</file>

<file path=ppt/tags/tag511.xml><?xml version="1.0" encoding="utf-8"?>
<p:tagLst xmlns:a="http://schemas.openxmlformats.org/drawingml/2006/main" xmlns:r="http://schemas.openxmlformats.org/officeDocument/2006/relationships" xmlns:p="http://schemas.openxmlformats.org/presentationml/2006/main">
  <p:tag name="THINKCELLSHAPEDONOTDELETE" val="tzHBTl.I4YGxIxN7Ffk_X2Q"/>
</p:tagLst>
</file>

<file path=ppt/tags/tag512.xml><?xml version="1.0" encoding="utf-8"?>
<p:tagLst xmlns:a="http://schemas.openxmlformats.org/drawingml/2006/main" xmlns:r="http://schemas.openxmlformats.org/officeDocument/2006/relationships" xmlns:p="http://schemas.openxmlformats.org/presentationml/2006/main">
  <p:tag name="THINKCELLSHAPEDONOTDELETE" val="t6dc3uDL3gHFx5DKrfdCAWw"/>
</p:tagLst>
</file>

<file path=ppt/tags/tag513.xml><?xml version="1.0" encoding="utf-8"?>
<p:tagLst xmlns:a="http://schemas.openxmlformats.org/drawingml/2006/main" xmlns:r="http://schemas.openxmlformats.org/officeDocument/2006/relationships" xmlns:p="http://schemas.openxmlformats.org/presentationml/2006/main">
  <p:tag name="THINKCELLSHAPEDONOTDELETE" val="tfRHpMpW7ofeRU1FwnwEi7A"/>
</p:tagLst>
</file>

<file path=ppt/tags/tag514.xml><?xml version="1.0" encoding="utf-8"?>
<p:tagLst xmlns:a="http://schemas.openxmlformats.org/drawingml/2006/main" xmlns:r="http://schemas.openxmlformats.org/officeDocument/2006/relationships" xmlns:p="http://schemas.openxmlformats.org/presentationml/2006/main">
  <p:tag name="THINKCELLSHAPEDONOTDELETE" val="t9VWFMoGP94AGj25ZFeoWxg"/>
</p:tagLst>
</file>

<file path=ppt/tags/tag515.xml><?xml version="1.0" encoding="utf-8"?>
<p:tagLst xmlns:a="http://schemas.openxmlformats.org/drawingml/2006/main" xmlns:r="http://schemas.openxmlformats.org/officeDocument/2006/relationships" xmlns:p="http://schemas.openxmlformats.org/presentationml/2006/main">
  <p:tag name="THINKCELLSHAPEDONOTDELETE" val="ty7sAKD6vMpsMIoJF7jW8kA"/>
</p:tagLst>
</file>

<file path=ppt/tags/tag5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7.xml><?xml version="1.0" encoding="utf-8"?>
<p:tagLst xmlns:a="http://schemas.openxmlformats.org/drawingml/2006/main" xmlns:r="http://schemas.openxmlformats.org/officeDocument/2006/relationships" xmlns:p="http://schemas.openxmlformats.org/presentationml/2006/main">
  <p:tag name="THINKCELLSHAPEDONOTDELETE" val="tjKRepSZzOCn3JCztArKWPQ"/>
</p:tagLst>
</file>

<file path=ppt/tags/tag5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1.xml><?xml version="1.0" encoding="utf-8"?>
<p:tagLst xmlns:a="http://schemas.openxmlformats.org/drawingml/2006/main" xmlns:r="http://schemas.openxmlformats.org/officeDocument/2006/relationships" xmlns:p="http://schemas.openxmlformats.org/presentationml/2006/main">
  <p:tag name="THINKCELLSHAPEDONOTDELETE" val="tgbkc.iL2UHp3Un6TlrnIQA"/>
</p:tagLst>
</file>

<file path=ppt/theme/theme1.xml><?xml version="1.0" encoding="utf-8"?>
<a:theme xmlns:a="http://schemas.openxmlformats.org/drawingml/2006/main" name="8_Mirow 2019">
  <a:themeElements>
    <a:clrScheme name="Custom 20">
      <a:dk1>
        <a:srgbClr val="071C25"/>
      </a:dk1>
      <a:lt1>
        <a:sysClr val="window" lastClr="FFFFFF"/>
      </a:lt1>
      <a:dk2>
        <a:srgbClr val="020E66"/>
      </a:dk2>
      <a:lt2>
        <a:srgbClr val="FFFFFF"/>
      </a:lt2>
      <a:accent1>
        <a:srgbClr val="AAD5E8"/>
      </a:accent1>
      <a:accent2>
        <a:srgbClr val="00ADEC"/>
      </a:accent2>
      <a:accent3>
        <a:srgbClr val="7AB5D3"/>
      </a:accent3>
      <a:accent4>
        <a:srgbClr val="D2D2D2"/>
      </a:accent4>
      <a:accent5>
        <a:srgbClr val="020E66"/>
      </a:accent5>
      <a:accent6>
        <a:srgbClr val="7F7F7F"/>
      </a:accent6>
      <a:hlink>
        <a:srgbClr val="020E66"/>
      </a:hlink>
      <a:folHlink>
        <a:srgbClr val="954F72"/>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12700">
          <a:solidFill>
            <a:schemeClr val="accent4"/>
          </a:solidFill>
          <a:miter lim="400000"/>
        </a:ln>
        <a:effectLst/>
      </a:spPr>
      <a:bodyPr lIns="108000" tIns="72000" rIns="108000" bIns="72000" rtlCol="0" anchor="ctr"/>
      <a:lstStyle>
        <a:defPPr algn="l">
          <a:defRPr sz="1400" dirty="0" err="1">
            <a:solidFill>
              <a:schemeClr val="bg1"/>
            </a:solidFill>
          </a:defRPr>
        </a:defPPr>
      </a:lst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auto">
        <a:noFill/>
        <a:ln w="9525">
          <a:noFill/>
          <a:miter lim="800000"/>
          <a:headEnd/>
          <a:tailEnd/>
        </a:ln>
      </a:spPr>
      <a:bodyPr vert="horz" wrap="square" lIns="0" tIns="0" rIns="0" bIns="0" numCol="1" anchor="t" anchorCtr="0" compatLnSpc="1">
        <a:prstTxWarp prst="textNoShape">
          <a:avLst/>
        </a:prstTxWarp>
        <a:spAutoFit/>
      </a:bodyPr>
      <a:lstStyle>
        <a:defPPr>
          <a:spcBef>
            <a:spcPts val="0"/>
          </a:spcBef>
          <a:spcAft>
            <a:spcPts val="600"/>
          </a:spcAft>
          <a:defRPr kern="0" dirty="0" smtClean="0"/>
        </a:defPPr>
      </a:lstStyle>
    </a:txDef>
  </a:objectDefaults>
  <a:extraClrSchemeLst/>
  <a:extLst>
    <a:ext uri="{05A4C25C-085E-4340-85A3-A5531E510DB2}">
      <thm15:themeFamily xmlns:thm15="http://schemas.microsoft.com/office/thememl/2012/main" name="201809-My Template 2019-v2" id="{B63447E8-8EC6-BE43-8B23-49428FDA8112}" vid="{38570F2B-E1D8-A64F-9D32-890782DCDA49}"/>
    </a:ext>
  </a:extLst>
</a:theme>
</file>

<file path=ppt/theme/theme2.xml><?xml version="1.0" encoding="utf-8"?>
<a:theme xmlns:a="http://schemas.openxmlformats.org/drawingml/2006/main" name="3_Mirow 2019">
  <a:themeElements>
    <a:clrScheme name="Custom 20">
      <a:dk1>
        <a:srgbClr val="071C25"/>
      </a:dk1>
      <a:lt1>
        <a:sysClr val="window" lastClr="FFFFFF"/>
      </a:lt1>
      <a:dk2>
        <a:srgbClr val="020E66"/>
      </a:dk2>
      <a:lt2>
        <a:srgbClr val="FFFFFF"/>
      </a:lt2>
      <a:accent1>
        <a:srgbClr val="AAD5E8"/>
      </a:accent1>
      <a:accent2>
        <a:srgbClr val="00ADEC"/>
      </a:accent2>
      <a:accent3>
        <a:srgbClr val="7AB5D3"/>
      </a:accent3>
      <a:accent4>
        <a:srgbClr val="D2D2D2"/>
      </a:accent4>
      <a:accent5>
        <a:srgbClr val="020E66"/>
      </a:accent5>
      <a:accent6>
        <a:srgbClr val="7F7F7F"/>
      </a:accent6>
      <a:hlink>
        <a:srgbClr val="020E66"/>
      </a:hlink>
      <a:folHlink>
        <a:srgbClr val="954F72"/>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solidFill>
        <a:ln w="19050">
          <a:solidFill>
            <a:schemeClr val="accent2"/>
          </a:solidFill>
          <a:miter lim="400000"/>
        </a:ln>
        <a:effectLst/>
      </a:spPr>
      <a:bodyPr lIns="108000" tIns="72000" rIns="108000" bIns="72000" rtlCol="0" anchor="ctr"/>
      <a:lstStyle>
        <a:defPPr algn="l">
          <a:defRPr sz="1400" dirty="0" err="1" smtClean="0">
            <a:solidFill>
              <a:schemeClr val="bg1"/>
            </a:solidFill>
          </a:defRPr>
        </a:defPPr>
      </a:lst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auto">
        <a:noFill/>
        <a:ln w="9525">
          <a:noFill/>
          <a:miter lim="800000"/>
          <a:headEnd/>
          <a:tailEnd/>
        </a:ln>
      </a:spPr>
      <a:bodyPr vert="horz" wrap="square" lIns="0" tIns="0" rIns="0" bIns="0" numCol="1" anchor="t" anchorCtr="0" compatLnSpc="1">
        <a:prstTxWarp prst="textNoShape">
          <a:avLst/>
        </a:prstTxWarp>
        <a:spAutoFit/>
      </a:bodyPr>
      <a:lstStyle>
        <a:defPPr>
          <a:spcBef>
            <a:spcPts val="0"/>
          </a:spcBef>
          <a:spcAft>
            <a:spcPts val="600"/>
          </a:spcAft>
          <a:defRPr kern="0" dirty="0" smtClean="0"/>
        </a:defPPr>
      </a:lstStyle>
    </a:txDef>
  </a:objectDefaults>
  <a:extraClrSchemeLst/>
  <a:extLst>
    <a:ext uri="{05A4C25C-085E-4340-85A3-A5531E510DB2}">
      <thm15:themeFamily xmlns:thm15="http://schemas.microsoft.com/office/thememl/2012/main" name="201809-My Template 2019-v2" id="{B63447E8-8EC6-BE43-8B23-49428FDA8112}" vid="{38570F2B-E1D8-A64F-9D32-890782DCDA49}"/>
    </a:ext>
  </a:extLst>
</a:theme>
</file>

<file path=ppt/theme/theme3.xml><?xml version="1.0" encoding="utf-8"?>
<a:theme xmlns:a="http://schemas.openxmlformats.org/drawingml/2006/main" name="11_Mirow 2019">
  <a:themeElements>
    <a:clrScheme name="Custom 20">
      <a:dk1>
        <a:srgbClr val="071C25"/>
      </a:dk1>
      <a:lt1>
        <a:sysClr val="window" lastClr="FFFFFF"/>
      </a:lt1>
      <a:dk2>
        <a:srgbClr val="020E66"/>
      </a:dk2>
      <a:lt2>
        <a:srgbClr val="FFFFFF"/>
      </a:lt2>
      <a:accent1>
        <a:srgbClr val="AAD5E8"/>
      </a:accent1>
      <a:accent2>
        <a:srgbClr val="00ADEC"/>
      </a:accent2>
      <a:accent3>
        <a:srgbClr val="7AB5D3"/>
      </a:accent3>
      <a:accent4>
        <a:srgbClr val="D2D2D2"/>
      </a:accent4>
      <a:accent5>
        <a:srgbClr val="020E66"/>
      </a:accent5>
      <a:accent6>
        <a:srgbClr val="7F7F7F"/>
      </a:accent6>
      <a:hlink>
        <a:srgbClr val="020E66"/>
      </a:hlink>
      <a:folHlink>
        <a:srgbClr val="954F72"/>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solidFill>
        <a:ln w="19050">
          <a:solidFill>
            <a:schemeClr val="accent2"/>
          </a:solidFill>
          <a:miter lim="400000"/>
        </a:ln>
        <a:effectLst/>
      </a:spPr>
      <a:bodyPr lIns="108000" tIns="72000" rIns="108000" bIns="72000" rtlCol="0" anchor="ctr"/>
      <a:lstStyle>
        <a:defPPr algn="l">
          <a:defRPr sz="1400" dirty="0" err="1" smtClean="0">
            <a:solidFill>
              <a:schemeClr val="bg1"/>
            </a:solidFill>
          </a:defRPr>
        </a:defPPr>
      </a:lst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auto">
        <a:noFill/>
        <a:ln w="9525">
          <a:noFill/>
          <a:miter lim="800000"/>
          <a:headEnd/>
          <a:tailEnd/>
        </a:ln>
      </a:spPr>
      <a:bodyPr vert="horz" wrap="square" lIns="0" tIns="0" rIns="0" bIns="0" numCol="1" anchor="t" anchorCtr="0" compatLnSpc="1">
        <a:prstTxWarp prst="textNoShape">
          <a:avLst/>
        </a:prstTxWarp>
        <a:spAutoFit/>
      </a:bodyPr>
      <a:lstStyle>
        <a:defPPr>
          <a:spcBef>
            <a:spcPts val="0"/>
          </a:spcBef>
          <a:spcAft>
            <a:spcPts val="600"/>
          </a:spcAft>
          <a:defRPr kern="0" dirty="0" smtClean="0"/>
        </a:defPPr>
      </a:lstStyle>
    </a:txDef>
  </a:objectDefaults>
  <a:extraClrSchemeLst/>
  <a:extLst>
    <a:ext uri="{05A4C25C-085E-4340-85A3-A5531E510DB2}">
      <thm15:themeFamily xmlns:thm15="http://schemas.microsoft.com/office/thememl/2012/main" name="201809-My Template 2019-v2" id="{B63447E8-8EC6-BE43-8B23-49428FDA8112}" vid="{38570F2B-E1D8-A64F-9D32-890782DCDA49}"/>
    </a:ext>
  </a:extLst>
</a:theme>
</file>

<file path=ppt/theme/theme4.xml><?xml version="1.0" encoding="utf-8"?>
<a:theme xmlns:a="http://schemas.openxmlformats.org/drawingml/2006/main" name="12_Mirow 2019">
  <a:themeElements>
    <a:clrScheme name="Custom 20">
      <a:dk1>
        <a:srgbClr val="071C25"/>
      </a:dk1>
      <a:lt1>
        <a:sysClr val="window" lastClr="FFFFFF"/>
      </a:lt1>
      <a:dk2>
        <a:srgbClr val="020E66"/>
      </a:dk2>
      <a:lt2>
        <a:srgbClr val="FFFFFF"/>
      </a:lt2>
      <a:accent1>
        <a:srgbClr val="AAD5E8"/>
      </a:accent1>
      <a:accent2>
        <a:srgbClr val="00ADEC"/>
      </a:accent2>
      <a:accent3>
        <a:srgbClr val="7AB5D3"/>
      </a:accent3>
      <a:accent4>
        <a:srgbClr val="D2D2D2"/>
      </a:accent4>
      <a:accent5>
        <a:srgbClr val="020E66"/>
      </a:accent5>
      <a:accent6>
        <a:srgbClr val="7F7F7F"/>
      </a:accent6>
      <a:hlink>
        <a:srgbClr val="020E66"/>
      </a:hlink>
      <a:folHlink>
        <a:srgbClr val="954F72"/>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solidFill>
        <a:ln w="19050">
          <a:solidFill>
            <a:schemeClr val="accent2"/>
          </a:solidFill>
          <a:miter lim="400000"/>
        </a:ln>
        <a:effectLst/>
      </a:spPr>
      <a:bodyPr lIns="108000" tIns="72000" rIns="108000" bIns="72000" rtlCol="0" anchor="ctr"/>
      <a:lstStyle>
        <a:defPPr algn="l">
          <a:defRPr sz="1400" dirty="0" err="1" smtClean="0">
            <a:solidFill>
              <a:schemeClr val="bg1"/>
            </a:solidFill>
          </a:defRPr>
        </a:defPPr>
      </a:lst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auto">
        <a:noFill/>
        <a:ln w="9525">
          <a:noFill/>
          <a:miter lim="800000"/>
          <a:headEnd/>
          <a:tailEnd/>
        </a:ln>
      </a:spPr>
      <a:bodyPr vert="horz" wrap="square" lIns="0" tIns="0" rIns="0" bIns="0" numCol="1" anchor="t" anchorCtr="0" compatLnSpc="1">
        <a:prstTxWarp prst="textNoShape">
          <a:avLst/>
        </a:prstTxWarp>
        <a:spAutoFit/>
      </a:bodyPr>
      <a:lstStyle>
        <a:defPPr>
          <a:spcBef>
            <a:spcPts val="0"/>
          </a:spcBef>
          <a:spcAft>
            <a:spcPts val="600"/>
          </a:spcAft>
          <a:defRPr kern="0" dirty="0" smtClean="0"/>
        </a:defPPr>
      </a:lstStyle>
    </a:txDef>
  </a:objectDefaults>
  <a:extraClrSchemeLst/>
  <a:extLst>
    <a:ext uri="{05A4C25C-085E-4340-85A3-A5531E510DB2}">
      <thm15:themeFamily xmlns:thm15="http://schemas.microsoft.com/office/thememl/2012/main" name="201809-My Template 2019-v2" id="{B63447E8-8EC6-BE43-8B23-49428FDA8112}" vid="{38570F2B-E1D8-A64F-9D32-890782DCDA49}"/>
    </a:ext>
  </a:extLst>
</a:theme>
</file>

<file path=ppt/theme/theme5.xml><?xml version="1.0" encoding="utf-8"?>
<a:theme xmlns:a="http://schemas.openxmlformats.org/drawingml/2006/main" name="Blank">
  <a:themeElements>
    <a:clrScheme name="Booz">
      <a:dk1>
        <a:srgbClr val="000000"/>
      </a:dk1>
      <a:lt1>
        <a:srgbClr val="FFFFFF"/>
      </a:lt1>
      <a:dk2>
        <a:srgbClr val="939393"/>
      </a:dk2>
      <a:lt2>
        <a:srgbClr val="D90D39"/>
      </a:lt2>
      <a:accent1>
        <a:srgbClr val="4C9BDC"/>
      </a:accent1>
      <a:accent2>
        <a:srgbClr val="76B2E4"/>
      </a:accent2>
      <a:accent3>
        <a:srgbClr val="A5CCED"/>
      </a:accent3>
      <a:accent4>
        <a:srgbClr val="066BB0"/>
      </a:accent4>
      <a:accent5>
        <a:srgbClr val="DCDCDC"/>
      </a:accent5>
      <a:accent6>
        <a:srgbClr val="BFBFBF"/>
      </a:accent6>
      <a:hlink>
        <a:srgbClr val="4C9BDC"/>
      </a:hlink>
      <a:folHlink>
        <a:srgbClr val="066BB0"/>
      </a:folHlink>
    </a:clrScheme>
    <a:fontScheme name="nachsehen">
      <a:majorFont>
        <a:latin typeface="Book Antiqua"/>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chemeClr val="tx1"/>
          </a:solidFill>
        </a:ln>
      </a:spPr>
      <a:bodyPr rtlCol="0" anchor="ctr">
        <a:noAutofit/>
      </a:bodyPr>
      <a:lstStyle>
        <a:defPPr algn="ctr">
          <a:defRPr sz="1200" dirty="0">
            <a:latin typeface="+mn-lt"/>
          </a:defRPr>
        </a:defPPr>
      </a:lstStyle>
      <a:style>
        <a:lnRef idx="1">
          <a:schemeClr val="accent1"/>
        </a:lnRef>
        <a:fillRef idx="0">
          <a:schemeClr val="accent1"/>
        </a:fillRef>
        <a:effectRef idx="0">
          <a:schemeClr val="accent1"/>
        </a:effectRef>
        <a:fontRef idx="minor">
          <a:schemeClr val="tx1"/>
        </a:fontRef>
      </a:style>
    </a:spDef>
    <a:lnDef>
      <a:spPr>
        <a:ln>
          <a:solidFill>
            <a:srgbClr val="000000"/>
          </a:solidFill>
          <a:tailEnd type="none" w="med" len="sm"/>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90000" tIns="46800" rIns="90000" bIns="46800" rtlCol="0">
        <a:spAutoFit/>
      </a:bodyPr>
      <a:lstStyle>
        <a:defPPr>
          <a:defRPr sz="1200" dirty="0" smtClean="0">
            <a:latin typeface="Arial" pitchFamily="34" charset="0"/>
            <a:cs typeface="Arial" pitchFamily="34" charset="0"/>
          </a:defRPr>
        </a:defPPr>
      </a:lstStyle>
    </a:txDef>
  </a:objectDefaults>
  <a:extraClrSchemeLst/>
  <a:custClrLst>
    <a:custClr name="Grey 3">
      <a:srgbClr val="939393"/>
    </a:custClr>
    <a:custClr name="Grey 4">
      <a:srgbClr val="696969"/>
    </a:custClr>
    <a:custClr name="Green 1">
      <a:srgbClr val="DAF0A8"/>
    </a:custClr>
    <a:custClr name="Green 2">
      <a:srgbClr val="AFE06E"/>
    </a:custClr>
    <a:custClr name="Green 3">
      <a:srgbClr val="7DB935"/>
    </a:custClr>
    <a:custClr name="Green 4">
      <a:srgbClr val="608B2D"/>
    </a:custClr>
    <a:custClr name="Orange 1">
      <a:srgbClr val="F3CF74"/>
    </a:custClr>
    <a:custClr name="Orange 2">
      <a:srgbClr val="EFB643"/>
    </a:custClr>
    <a:custClr name="Orange 3">
      <a:srgbClr val="F18917"/>
    </a:custClr>
    <a:custClr name="Orange 4">
      <a:srgbClr val="D26308"/>
    </a:custClr>
  </a:custClrLst>
</a:theme>
</file>

<file path=ppt/theme/theme6.xml><?xml version="1.0" encoding="utf-8"?>
<a:theme xmlns:a="http://schemas.openxmlformats.org/drawingml/2006/main" name="9_Mirow 2019">
  <a:themeElements>
    <a:clrScheme name="Custom 20">
      <a:dk1>
        <a:srgbClr val="071C25"/>
      </a:dk1>
      <a:lt1>
        <a:sysClr val="window" lastClr="FFFFFF"/>
      </a:lt1>
      <a:dk2>
        <a:srgbClr val="020E66"/>
      </a:dk2>
      <a:lt2>
        <a:srgbClr val="FFFFFF"/>
      </a:lt2>
      <a:accent1>
        <a:srgbClr val="AAD5E8"/>
      </a:accent1>
      <a:accent2>
        <a:srgbClr val="00ADEC"/>
      </a:accent2>
      <a:accent3>
        <a:srgbClr val="7AB5D3"/>
      </a:accent3>
      <a:accent4>
        <a:srgbClr val="D2D2D2"/>
      </a:accent4>
      <a:accent5>
        <a:srgbClr val="020E66"/>
      </a:accent5>
      <a:accent6>
        <a:srgbClr val="7F7F7F"/>
      </a:accent6>
      <a:hlink>
        <a:srgbClr val="020E66"/>
      </a:hlink>
      <a:folHlink>
        <a:srgbClr val="954F72"/>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12700">
          <a:solidFill>
            <a:schemeClr val="accent4"/>
          </a:solidFill>
          <a:miter lim="400000"/>
        </a:ln>
        <a:effectLst/>
      </a:spPr>
      <a:bodyPr lIns="108000" tIns="72000" rIns="108000" bIns="72000" rtlCol="0" anchor="ctr"/>
      <a:lstStyle>
        <a:defPPr algn="l">
          <a:defRPr sz="1400" dirty="0" err="1">
            <a:solidFill>
              <a:schemeClr val="bg1"/>
            </a:solidFill>
          </a:defRPr>
        </a:defPPr>
      </a:lst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auto">
        <a:noFill/>
        <a:ln w="9525">
          <a:noFill/>
          <a:miter lim="800000"/>
          <a:headEnd/>
          <a:tailEnd/>
        </a:ln>
      </a:spPr>
      <a:bodyPr vert="horz" wrap="square" lIns="0" tIns="0" rIns="0" bIns="0" numCol="1" anchor="t" anchorCtr="0" compatLnSpc="1">
        <a:prstTxWarp prst="textNoShape">
          <a:avLst/>
        </a:prstTxWarp>
        <a:spAutoFit/>
      </a:bodyPr>
      <a:lstStyle>
        <a:defPPr>
          <a:spcBef>
            <a:spcPts val="0"/>
          </a:spcBef>
          <a:spcAft>
            <a:spcPts val="600"/>
          </a:spcAft>
          <a:defRPr kern="0" dirty="0" smtClean="0"/>
        </a:defPPr>
      </a:lstStyle>
    </a:txDef>
  </a:objectDefaults>
  <a:extraClrSchemeLst/>
  <a:extLst>
    <a:ext uri="{05A4C25C-085E-4340-85A3-A5531E510DB2}">
      <thm15:themeFamily xmlns:thm15="http://schemas.microsoft.com/office/thememl/2012/main" name="201809-My Template 2019-v2" id="{B63447E8-8EC6-BE43-8B23-49428FDA8112}" vid="{38570F2B-E1D8-A64F-9D32-890782DCDA49}"/>
    </a:ext>
  </a:extLst>
</a:theme>
</file>

<file path=ppt/theme/theme7.xml><?xml version="1.0" encoding="utf-8"?>
<a:theme xmlns:a="http://schemas.openxmlformats.org/drawingml/2006/main" name="7_Mirow 2019">
  <a:themeElements>
    <a:clrScheme name="Custom 20">
      <a:dk1>
        <a:srgbClr val="071C25"/>
      </a:dk1>
      <a:lt1>
        <a:sysClr val="window" lastClr="FFFFFF"/>
      </a:lt1>
      <a:dk2>
        <a:srgbClr val="020E66"/>
      </a:dk2>
      <a:lt2>
        <a:srgbClr val="FFFFFF"/>
      </a:lt2>
      <a:accent1>
        <a:srgbClr val="AAD5E8"/>
      </a:accent1>
      <a:accent2>
        <a:srgbClr val="00ADEC"/>
      </a:accent2>
      <a:accent3>
        <a:srgbClr val="7AB5D3"/>
      </a:accent3>
      <a:accent4>
        <a:srgbClr val="D2D2D2"/>
      </a:accent4>
      <a:accent5>
        <a:srgbClr val="020E66"/>
      </a:accent5>
      <a:accent6>
        <a:srgbClr val="7F7F7F"/>
      </a:accent6>
      <a:hlink>
        <a:srgbClr val="020E66"/>
      </a:hlink>
      <a:folHlink>
        <a:srgbClr val="954F72"/>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12700">
          <a:solidFill>
            <a:schemeClr val="accent4"/>
          </a:solidFill>
          <a:miter lim="400000"/>
        </a:ln>
        <a:effectLst/>
      </a:spPr>
      <a:bodyPr lIns="108000" tIns="72000" rIns="108000" bIns="72000" rtlCol="0" anchor="ctr"/>
      <a:lstStyle>
        <a:defPPr algn="l">
          <a:defRPr sz="1400" dirty="0" err="1">
            <a:solidFill>
              <a:schemeClr val="bg1"/>
            </a:solidFill>
          </a:defRPr>
        </a:defPPr>
      </a:lst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auto">
        <a:noFill/>
        <a:ln w="9525">
          <a:noFill/>
          <a:miter lim="800000"/>
          <a:headEnd/>
          <a:tailEnd/>
        </a:ln>
      </a:spPr>
      <a:bodyPr vert="horz" wrap="square" lIns="0" tIns="0" rIns="0" bIns="0" numCol="1" anchor="t" anchorCtr="0" compatLnSpc="1">
        <a:prstTxWarp prst="textNoShape">
          <a:avLst/>
        </a:prstTxWarp>
        <a:spAutoFit/>
      </a:bodyPr>
      <a:lstStyle>
        <a:defPPr>
          <a:spcBef>
            <a:spcPts val="0"/>
          </a:spcBef>
          <a:spcAft>
            <a:spcPts val="600"/>
          </a:spcAft>
          <a:defRPr kern="0" dirty="0" smtClean="0"/>
        </a:defPPr>
      </a:lstStyle>
    </a:txDef>
  </a:objectDefaults>
  <a:extraClrSchemeLst/>
  <a:extLst>
    <a:ext uri="{05A4C25C-085E-4340-85A3-A5531E510DB2}">
      <thm15:themeFamily xmlns:thm15="http://schemas.microsoft.com/office/thememl/2012/main" name="201809-My Template 2019-v2" id="{B63447E8-8EC6-BE43-8B23-49428FDA8112}" vid="{38570F2B-E1D8-A64F-9D32-890782DCDA49}"/>
    </a:ext>
  </a:extLst>
</a:theme>
</file>

<file path=ppt/theme/theme8.xml><?xml version="1.0" encoding="utf-8"?>
<a:theme xmlns:a="http://schemas.openxmlformats.org/drawingml/2006/main" name="2_Mirow 2019">
  <a:themeElements>
    <a:clrScheme name="Custom 20">
      <a:dk1>
        <a:srgbClr val="071C25"/>
      </a:dk1>
      <a:lt1>
        <a:sysClr val="window" lastClr="FFFFFF"/>
      </a:lt1>
      <a:dk2>
        <a:srgbClr val="020E66"/>
      </a:dk2>
      <a:lt2>
        <a:srgbClr val="FFFFFF"/>
      </a:lt2>
      <a:accent1>
        <a:srgbClr val="AAD5E8"/>
      </a:accent1>
      <a:accent2>
        <a:srgbClr val="00ADEC"/>
      </a:accent2>
      <a:accent3>
        <a:srgbClr val="7AB5D3"/>
      </a:accent3>
      <a:accent4>
        <a:srgbClr val="D2D2D2"/>
      </a:accent4>
      <a:accent5>
        <a:srgbClr val="020E66"/>
      </a:accent5>
      <a:accent6>
        <a:srgbClr val="7F7F7F"/>
      </a:accent6>
      <a:hlink>
        <a:srgbClr val="020E66"/>
      </a:hlink>
      <a:folHlink>
        <a:srgbClr val="954F72"/>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solidFill>
        <a:ln w="19050">
          <a:solidFill>
            <a:schemeClr val="accent2"/>
          </a:solidFill>
          <a:miter lim="400000"/>
        </a:ln>
        <a:effectLst/>
      </a:spPr>
      <a:bodyPr lIns="108000" tIns="72000" rIns="108000" bIns="72000" rtlCol="0" anchor="ctr"/>
      <a:lstStyle>
        <a:defPPr algn="l">
          <a:defRPr sz="1400" dirty="0" err="1" smtClean="0">
            <a:solidFill>
              <a:schemeClr val="bg1"/>
            </a:solidFill>
          </a:defRPr>
        </a:defPPr>
      </a:lst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auto">
        <a:noFill/>
        <a:ln w="9525">
          <a:noFill/>
          <a:miter lim="800000"/>
          <a:headEnd/>
          <a:tailEnd/>
        </a:ln>
      </a:spPr>
      <a:bodyPr vert="horz" wrap="square" lIns="0" tIns="0" rIns="0" bIns="0" numCol="1" anchor="t" anchorCtr="0" compatLnSpc="1">
        <a:prstTxWarp prst="textNoShape">
          <a:avLst/>
        </a:prstTxWarp>
        <a:spAutoFit/>
      </a:bodyPr>
      <a:lstStyle>
        <a:defPPr>
          <a:spcBef>
            <a:spcPts val="0"/>
          </a:spcBef>
          <a:spcAft>
            <a:spcPts val="600"/>
          </a:spcAft>
          <a:defRPr kern="0" dirty="0" smtClean="0"/>
        </a:defPPr>
      </a:lstStyle>
    </a:txDef>
  </a:objectDefaults>
  <a:extraClrSchemeLst/>
  <a:extLst>
    <a:ext uri="{05A4C25C-085E-4340-85A3-A5531E510DB2}">
      <thm15:themeFamily xmlns:thm15="http://schemas.microsoft.com/office/thememl/2012/main" name="201809-My Template 2019-v2" id="{B63447E8-8EC6-BE43-8B23-49428FDA8112}" vid="{38570F2B-E1D8-A64F-9D32-890782DCDA49}"/>
    </a:ext>
  </a:ext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o" ma:contentTypeID="0x0101009E36B4D4D1935A4EB1F3222AACEA614A" ma:contentTypeVersion="13" ma:contentTypeDescription="Crie um novo documento." ma:contentTypeScope="" ma:versionID="e4dd3b94f9418c8af6bfcbf6b3702b95">
  <xsd:schema xmlns:xsd="http://www.w3.org/2001/XMLSchema" xmlns:xs="http://www.w3.org/2001/XMLSchema" xmlns:p="http://schemas.microsoft.com/office/2006/metadata/properties" xmlns:ns3="65034c24-d831-41ce-a07b-b8402ec9e121" xmlns:ns4="9189cfa9-068a-4726-98a9-b0fea7b3caec" targetNamespace="http://schemas.microsoft.com/office/2006/metadata/properties" ma:root="true" ma:fieldsID="9b5373a1abe851310548433da392a52b" ns3:_="" ns4:_="">
    <xsd:import namespace="65034c24-d831-41ce-a07b-b8402ec9e121"/>
    <xsd:import namespace="9189cfa9-068a-4726-98a9-b0fea7b3caec"/>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ServiceLocation" minOccurs="0"/>
                <xsd:element ref="ns4:SharedWithUsers" minOccurs="0"/>
                <xsd:element ref="ns4:SharedWithDetails" minOccurs="0"/>
                <xsd:element ref="ns4:SharingHintHash"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5034c24-d831-41ce-a07b-b8402ec9e12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189cfa9-068a-4726-98a9-b0fea7b3caec" elementFormDefault="qualified">
    <xsd:import namespace="http://schemas.microsoft.com/office/2006/documentManagement/types"/>
    <xsd:import namespace="http://schemas.microsoft.com/office/infopath/2007/PartnerControls"/>
    <xsd:element name="SharedWithUsers" ma:index="18" nillable="true" ma:displayName="Compartilhado com"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Detalhes de Compartilhado Com" ma:internalName="SharedWithDetails" ma:readOnly="true">
      <xsd:simpleType>
        <xsd:restriction base="dms:Note">
          <xsd:maxLength value="255"/>
        </xsd:restriction>
      </xsd:simpleType>
    </xsd:element>
    <xsd:element name="SharingHintHash" ma:index="20" nillable="true" ma:displayName="Hash de Dica de Compartilhamento"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949604E-B9CF-4D07-AFF3-8D8C2BEB3BB0}">
  <ds:schemaRefs>
    <ds:schemaRef ds:uri="65034c24-d831-41ce-a07b-b8402ec9e121"/>
    <ds:schemaRef ds:uri="9189cfa9-068a-4726-98a9-b0fea7b3caec"/>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38C2D149-E9D9-450C-A20C-E6D4AA9ACA12}">
  <ds:schemaRefs>
    <ds:schemaRef ds:uri="65034c24-d831-41ce-a07b-b8402ec9e121"/>
    <ds:schemaRef ds:uri="9189cfa9-068a-4726-98a9-b0fea7b3cae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3E04A20A-4578-40C6-915B-6D73BBDB1E2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329</TotalTime>
  <Words>12366</Words>
  <Application>Microsoft Office PowerPoint</Application>
  <PresentationFormat>Widescreen</PresentationFormat>
  <Paragraphs>1729</Paragraphs>
  <Slides>76</Slides>
  <Notes>37</Notes>
  <HiddenSlides>20</HiddenSlides>
  <MMClips>0</MMClips>
  <ScaleCrop>false</ScaleCrop>
  <HeadingPairs>
    <vt:vector size="8" baseType="variant">
      <vt:variant>
        <vt:lpstr>Fonts Used</vt:lpstr>
      </vt:variant>
      <vt:variant>
        <vt:i4>13</vt:i4>
      </vt:variant>
      <vt:variant>
        <vt:lpstr>Theme</vt:lpstr>
      </vt:variant>
      <vt:variant>
        <vt:i4>8</vt:i4>
      </vt:variant>
      <vt:variant>
        <vt:lpstr>Embedded OLE Servers</vt:lpstr>
      </vt:variant>
      <vt:variant>
        <vt:i4>1</vt:i4>
      </vt:variant>
      <vt:variant>
        <vt:lpstr>Slide Titles</vt:lpstr>
      </vt:variant>
      <vt:variant>
        <vt:i4>76</vt:i4>
      </vt:variant>
    </vt:vector>
  </HeadingPairs>
  <TitlesOfParts>
    <vt:vector size="98" baseType="lpstr">
      <vt:lpstr>Arial</vt:lpstr>
      <vt:lpstr>Arial Nova Light</vt:lpstr>
      <vt:lpstr>Book Antiqua</vt:lpstr>
      <vt:lpstr>Calibri</vt:lpstr>
      <vt:lpstr>Courier New</vt:lpstr>
      <vt:lpstr>Gill Sans</vt:lpstr>
      <vt:lpstr>Lato Light</vt:lpstr>
      <vt:lpstr>Noto Sans Symbols</vt:lpstr>
      <vt:lpstr>Songti SC Regular</vt:lpstr>
      <vt:lpstr>System Font Regular</vt:lpstr>
      <vt:lpstr>Verdana</vt:lpstr>
      <vt:lpstr>Wingdings</vt:lpstr>
      <vt:lpstr>Wingdings 2</vt:lpstr>
      <vt:lpstr>8_Mirow 2019</vt:lpstr>
      <vt:lpstr>3_Mirow 2019</vt:lpstr>
      <vt:lpstr>11_Mirow 2019</vt:lpstr>
      <vt:lpstr>12_Mirow 2019</vt:lpstr>
      <vt:lpstr>Blank</vt:lpstr>
      <vt:lpstr>9_Mirow 2019</vt:lpstr>
      <vt:lpstr>7_Mirow 2019</vt:lpstr>
      <vt:lpstr>2_Mirow 2019</vt:lpstr>
      <vt:lpstr>Slide do think-cell</vt:lpstr>
      <vt:lpstr>Criação de estratégia de acesso à mercado vencedora</vt:lpstr>
      <vt:lpstr>Nossos contatos para agronegócio</vt:lpstr>
      <vt:lpstr>Quem somos</vt:lpstr>
      <vt:lpstr>Nossos clientes – exemplos</vt:lpstr>
      <vt:lpstr>Nossas principais áreas de atuação</vt:lpstr>
      <vt:lpstr>PowerPoint Presentation</vt:lpstr>
      <vt:lpstr>Nosso entendimento do contexto atual</vt:lpstr>
      <vt:lpstr>Consumo de fertilizantes no Brasil teve crescimento expressivo nos últimos anos, com importação ganhando ainda mais relevância no mix </vt:lpstr>
      <vt:lpstr>Mercado global é concentrado em 10 empresas, responsáveis por 60% da oferta</vt:lpstr>
      <vt:lpstr>Fertilizantes fosfatados apresentam a maior participação de produção local </vt:lpstr>
      <vt:lpstr>Principais fontes de fertilizantes fosfatados no Brasil estão concentradas no Centro-Oeste de Minas Gerias, com a Mosaic e Eurochem concentrando grande parte da produção</vt:lpstr>
      <vt:lpstr>Importação de fósforo é concentrada nos EUA, Rússia, China, Norte da África e Oriente Médio</vt:lpstr>
      <vt:lpstr>Visando diminuir a dependência de importações, Plano Nacional dos Fertilizantes lançado em 2022 indica oportunidades de novos investimentos para o setor</vt:lpstr>
      <vt:lpstr>Morro Verde é empresa brasileira que atua no segmento de fertilizantes  naturais, com capacidade atual de +1 milhão de toneladas por ano</vt:lpstr>
      <vt:lpstr>Desde 2023 companhia é controlada pela Ore investments, fundo de private equity focado em mineração </vt:lpstr>
      <vt:lpstr>Seu principal diferencial é o fosfato natural reativo, que possui diversas vantagens técnicas vs. demais fontes solúveis </vt:lpstr>
      <vt:lpstr>A mina de Pratápolis está próxima à regiões com foco em cana-de-açúcar, soja, milho e café – maior potencial pode estar no Triângulo Mineiro</vt:lpstr>
      <vt:lpstr>Mina de Pratápolis também poderia explorar mercados em mesorregiões de Goiás, Mato Grosso, Mato Grosso do Sul ou Paraná – principalmente no Sul Goiano</vt:lpstr>
      <vt:lpstr>Perguntas-chave</vt:lpstr>
      <vt:lpstr>PowerPoint Presentation</vt:lpstr>
      <vt:lpstr>O objetivo deste projeto é transformar o modelo de acesso à mercado da Morro Verde, endereçando a nova perspectiva do mercado de fertilizantes fosfatados</vt:lpstr>
      <vt:lpstr>PowerPoint Presentation</vt:lpstr>
      <vt:lpstr>Propomos realizar o trabalho em 9 semanas</vt:lpstr>
      <vt:lpstr>Propomos realizar o trabalho em 9 semanas</vt:lpstr>
      <vt:lpstr>Na 1ª etapa do projeto faremos um diagnóstico abrangente do desempenho comercial da Morro Verde, mapeando demandas e preferências de clientes e boas práticas de mercado</vt:lpstr>
      <vt:lpstr>Estas análises indicarão oportunidades de melhoria no setup comercial</vt:lpstr>
      <vt:lpstr>Especificamente, uma análise profunda da rentabilidade do portfólio de produtos será realizada, identificando oportunidades de geração de valor para a Morro Verde</vt:lpstr>
      <vt:lpstr>Realizaremos entrevistas com executivos e gestores selecionados da Morro Verde, para entender dores atuais e aspirações sobre a organização das áreas comerciais</vt:lpstr>
      <vt:lpstr>Analisaremos a atual segmentação da Morro Verde, avaliando critérios, perfis, pontos de dor e oportunidades de melhoria</vt:lpstr>
      <vt:lpstr>A segmentação visa orientar os esforços de forma a maximizar o valor dos clientes...</vt:lpstr>
      <vt:lpstr>... além de fornecer informações fundamentais para definição de políticas comerciais </vt:lpstr>
      <vt:lpstr>Iremos alavancar estudo recente com empresas de agronegócio1 sobre temas comerciais para identificar potenciais implicações para a Morro Verde</vt:lpstr>
      <vt:lpstr>Aplicaremos o Mirow Pricing Index®, ferramenta que permite avaliar o nível de maturidade de pricing em 5 dimensões por meio de entrevistas</vt:lpstr>
      <vt:lpstr>A partir dessas cinco dimensões, a avaliação do cenário atual e desejado em pricing se desdobra em 18 competências</vt:lpstr>
      <vt:lpstr>Desenvolveremos análises quantitativas a partir das bases de dados atuais (mapeamento de margens, dispersões de preço, análise de SKUs, etc.)</vt:lpstr>
      <vt:lpstr>Como resultado, teremos uma macro estimativa de quick wins e oportunidades estruturais</vt:lpstr>
      <vt:lpstr>Para entendermos o histórico, precisaremos de uma série de dados, organizados no data request abaixo (1/2)</vt:lpstr>
      <vt:lpstr>Para entendermos o histórico, precisaremos de uma série de dados, organizados no data request abaixo (2/2)</vt:lpstr>
      <vt:lpstr>Realizaremos um workshop para discutir diagnóstico da situação atual e identificar oportunidades de melhoria no acesso à mercado</vt:lpstr>
      <vt:lpstr>Modelo de workshop promove participação e engajamento</vt:lpstr>
      <vt:lpstr>Por fim, traremos uma perspectiva futura sobre o mercado de fertilizantes fosfatados no Brasil, incluindo demanda, produção, preços e estoques</vt:lpstr>
      <vt:lpstr>Propomos realizar o trabalho em 9 semanas</vt:lpstr>
      <vt:lpstr>Será necessário avaliar e revisitar os canais de venda na distribuição de insumos agrícolas para cada segmento de clientes</vt:lpstr>
      <vt:lpstr>Diversas mudanças mercadológicas têm implicações profundas sobre como a Morro Verde deve abordar o mercado</vt:lpstr>
      <vt:lpstr>É necessária uma revisão do modelo de acesso ao mercado da Morro Verde</vt:lpstr>
      <vt:lpstr>A definição da estrutura comercial deve considerar perfil atual dos clientes e estratégia de crescimento – modelos por geografia, volume de receita e setor são mais comuns na indústria</vt:lpstr>
      <vt:lpstr>Durante o projeto, recomendaremos novas opções de organização para as equipes comerciais da Morro Verde, buscado aumentar a efetividade das vendas</vt:lpstr>
      <vt:lpstr>A reorganização da área comercial poderá implicar em realocação da força de vendas, garantindo foco adequado em clientes de alto valor</vt:lpstr>
      <vt:lpstr>Propomos realizar o trabalho em 9 semanas</vt:lpstr>
      <vt:lpstr>Macroplano de implementação contará com iniciativas, responsáveis e prazos, considerando implicações no negócio, processos, políticas, organização, capacitação e soluções de TI</vt:lpstr>
      <vt:lpstr>Iniciativas relacionadas a implementação do novo modelo comercial da Morro Verde serão concatenadas em um plano, tipicamente estruturado em ondas</vt:lpstr>
      <vt:lpstr>Propomos realizar o trabalho em 9 semanas</vt:lpstr>
      <vt:lpstr>O estabelecimento de uma governança clara com definição de um PMO na gestão do processo de transformação poderá contribuir com o êxito da implementação</vt:lpstr>
      <vt:lpstr>Para esta implementação ser bem sucedida, a gestão da mudança deverá envolver quatro dimensões</vt:lpstr>
      <vt:lpstr>PowerPoint Presentation</vt:lpstr>
      <vt:lpstr>Propomos a seguinte organização e governança para o projeto</vt:lpstr>
      <vt:lpstr>Nossa equipe (1/4)</vt:lpstr>
      <vt:lpstr>Nossa equipe (2/4)</vt:lpstr>
      <vt:lpstr>Nossa equipe (3/4)</vt:lpstr>
      <vt:lpstr>Nossa equipe (4/4)</vt:lpstr>
      <vt:lpstr>PowerPoint Presentation</vt:lpstr>
      <vt:lpstr>Revisão do modelo de governança para área de comercial em empresa norueguesa de fertilizantes fosfatados e à base de potássio</vt:lpstr>
      <vt:lpstr>Revisão do pricing em empresa norueguesa de fertilizantes fosfatados e à base de potássio</vt:lpstr>
      <vt:lpstr>Desenvolvimento do planejamento estratégico de empresa brasileira de fertilizantes fosfatados e análise de cenários de expansão</vt:lpstr>
      <vt:lpstr>Demais experiências em agronegócio (1/2)</vt:lpstr>
      <vt:lpstr>Demais experiências em agronegócio (2/2)</vt:lpstr>
      <vt:lpstr>Contamos com diversos parceiros que aportam conhecimento especifico e agronômico aos nossos projetos na indústria </vt:lpstr>
      <vt:lpstr>PowerPoint Presentation</vt:lpstr>
      <vt:lpstr>Quem somos</vt:lpstr>
      <vt:lpstr>Nossos clientes – exemplos</vt:lpstr>
      <vt:lpstr>Entrevistas com clientes mostram que a Mirow tem avaliação superior a MBB¹ e outras consultorias em vários quesitos de qualidade</vt:lpstr>
      <vt:lpstr>Feedback de clientes em projetos recentes </vt:lpstr>
      <vt:lpstr>Nossas principais áreas de atuação</vt:lpstr>
      <vt:lpstr>A prática de estratégia auxilia empresas desde a definição de suas aspirações até a construção e implementação do planejamento estratégico para alcançá-las</vt:lpstr>
      <vt:lpstr>Nossa prática de marketing, vendas e pricing é dividida em 5 principais linhas de serviços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Mirow &amp; Co;lucas.santiago@mirow.com.br</dc:creator>
  <cp:lastModifiedBy>Marcelo Massarente</cp:lastModifiedBy>
  <cp:revision>3</cp:revision>
  <dcterms:created xsi:type="dcterms:W3CDTF">2017-07-26T18:55:08Z</dcterms:created>
  <dcterms:modified xsi:type="dcterms:W3CDTF">2024-05-29T09:46:59Z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0x0101009E36B4D4D1935A4EB1F3222AACEA614A</vt:lpwstr>
  </property>
  <property fmtid="{D5CDD505-2E9C-101B-9397-08002B2CF9AE}" pid="3" name="_dlc_DocIdItemGuid">
    <vt:lpwstr>11ee8347-527d-4b9b-a659-f1de18ff8b40</vt:lpwstr>
  </property>
</Properties>
</file>